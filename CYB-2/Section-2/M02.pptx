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4.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6.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9.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40.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1.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2.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43.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44.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5.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46.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47.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4"/>
  </p:sldMasterIdLst>
  <p:notesMasterIdLst>
    <p:notesMasterId r:id="rId55"/>
  </p:notesMasterIdLst>
  <p:handoutMasterIdLst>
    <p:handoutMasterId r:id="rId56"/>
  </p:handoutMasterIdLst>
  <p:sldIdLst>
    <p:sldId id="286" r:id="rId5"/>
    <p:sldId id="303" r:id="rId6"/>
    <p:sldId id="310" r:id="rId7"/>
    <p:sldId id="304" r:id="rId8"/>
    <p:sldId id="305" r:id="rId9"/>
    <p:sldId id="395" r:id="rId10"/>
    <p:sldId id="306" r:id="rId11"/>
    <p:sldId id="336" r:id="rId12"/>
    <p:sldId id="350" r:id="rId13"/>
    <p:sldId id="309" r:id="rId14"/>
    <p:sldId id="311" r:id="rId15"/>
    <p:sldId id="312" r:id="rId16"/>
    <p:sldId id="313" r:id="rId17"/>
    <p:sldId id="314" r:id="rId18"/>
    <p:sldId id="351" r:id="rId19"/>
    <p:sldId id="352" r:id="rId20"/>
    <p:sldId id="315" r:id="rId21"/>
    <p:sldId id="353" r:id="rId22"/>
    <p:sldId id="354" r:id="rId23"/>
    <p:sldId id="357" r:id="rId24"/>
    <p:sldId id="396" r:id="rId25"/>
    <p:sldId id="362" r:id="rId26"/>
    <p:sldId id="360" r:id="rId27"/>
    <p:sldId id="359" r:id="rId28"/>
    <p:sldId id="363" r:id="rId29"/>
    <p:sldId id="355" r:id="rId30"/>
    <p:sldId id="356" r:id="rId31"/>
    <p:sldId id="391" r:id="rId32"/>
    <p:sldId id="392" r:id="rId33"/>
    <p:sldId id="394" r:id="rId34"/>
    <p:sldId id="371" r:id="rId35"/>
    <p:sldId id="366" r:id="rId36"/>
    <p:sldId id="367" r:id="rId37"/>
    <p:sldId id="393" r:id="rId38"/>
    <p:sldId id="374" r:id="rId39"/>
    <p:sldId id="375" r:id="rId40"/>
    <p:sldId id="377" r:id="rId41"/>
    <p:sldId id="397" r:id="rId42"/>
    <p:sldId id="398" r:id="rId43"/>
    <p:sldId id="382" r:id="rId44"/>
    <p:sldId id="383" r:id="rId45"/>
    <p:sldId id="381" r:id="rId46"/>
    <p:sldId id="384" r:id="rId47"/>
    <p:sldId id="385" r:id="rId48"/>
    <p:sldId id="389" r:id="rId49"/>
    <p:sldId id="386" r:id="rId50"/>
    <p:sldId id="387" r:id="rId51"/>
    <p:sldId id="390" r:id="rId52"/>
    <p:sldId id="345" r:id="rId53"/>
    <p:sldId id="346" r:id="rId54"/>
  </p:sldIdLst>
  <p:sldSz cx="9144000" cy="5138738"/>
  <p:notesSz cx="6858000" cy="9144000"/>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9E624F-5EFD-3002-20AF-64590C48B917}" name="Dee Dee Collette" initials="DDC" userId="145768c4182a1f4b" providerId="Windows Live"/>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448"/>
    <a:srgbClr val="20282F"/>
    <a:srgbClr val="004F71"/>
    <a:srgbClr val="455460"/>
    <a:srgbClr val="6C7072"/>
    <a:srgbClr val="586169"/>
    <a:srgbClr val="007377"/>
    <a:srgbClr val="582C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A6F2E4-9D11-C5BC-9571-FEDAFCFB2627}" v="1" dt="2025-01-06T18:06:12.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33"/>
    <p:restoredTop sz="88068" autoAdjust="0"/>
  </p:normalViewPr>
  <p:slideViewPr>
    <p:cSldViewPr snapToGrid="0">
      <p:cViewPr varScale="1">
        <p:scale>
          <a:sx n="145" d="100"/>
          <a:sy n="145" d="100"/>
        </p:scale>
        <p:origin x="462" y="126"/>
      </p:cViewPr>
      <p:guideLst>
        <p:guide orient="horz" pos="1619"/>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68" d="100"/>
          <a:sy n="168" d="100"/>
        </p:scale>
        <p:origin x="664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da Hasan" userId="45ba74cb-bf8c-482e-b880-22396a6ed24b" providerId="ADAL" clId="{DFE6A53B-D353-F443-A669-73B11AA8B682}"/>
    <pc:docChg chg="custSel modSld">
      <pc:chgData name="Aida Hasan" userId="45ba74cb-bf8c-482e-b880-22396a6ed24b" providerId="ADAL" clId="{DFE6A53B-D353-F443-A669-73B11AA8B682}" dt="2024-05-11T04:43:13.015" v="3824" actId="113"/>
      <pc:docMkLst>
        <pc:docMk/>
      </pc:docMkLst>
      <pc:sldChg chg="modNotesTx">
        <pc:chgData name="Aida Hasan" userId="45ba74cb-bf8c-482e-b880-22396a6ed24b" providerId="ADAL" clId="{DFE6A53B-D353-F443-A669-73B11AA8B682}" dt="2024-05-10T22:47:59.001" v="84" actId="20577"/>
        <pc:sldMkLst>
          <pc:docMk/>
          <pc:sldMk cId="1117096729" sldId="302"/>
        </pc:sldMkLst>
      </pc:sldChg>
      <pc:sldChg chg="modNotesTx">
        <pc:chgData name="Aida Hasan" userId="45ba74cb-bf8c-482e-b880-22396a6ed24b" providerId="ADAL" clId="{DFE6A53B-D353-F443-A669-73B11AA8B682}" dt="2024-05-10T22:41:18.912" v="18" actId="12"/>
        <pc:sldMkLst>
          <pc:docMk/>
          <pc:sldMk cId="456784020" sldId="303"/>
        </pc:sldMkLst>
      </pc:sldChg>
      <pc:sldChg chg="modNotesTx">
        <pc:chgData name="Aida Hasan" userId="45ba74cb-bf8c-482e-b880-22396a6ed24b" providerId="ADAL" clId="{DFE6A53B-D353-F443-A669-73B11AA8B682}" dt="2024-05-10T22:55:35.403" v="518" actId="20577"/>
        <pc:sldMkLst>
          <pc:docMk/>
          <pc:sldMk cId="335944748" sldId="304"/>
        </pc:sldMkLst>
      </pc:sldChg>
      <pc:sldChg chg="modSp mod modNotesTx">
        <pc:chgData name="Aida Hasan" userId="45ba74cb-bf8c-482e-b880-22396a6ed24b" providerId="ADAL" clId="{DFE6A53B-D353-F443-A669-73B11AA8B682}" dt="2024-05-11T02:36:45.859" v="1442" actId="1035"/>
        <pc:sldMkLst>
          <pc:docMk/>
          <pc:sldMk cId="2553449239" sldId="305"/>
        </pc:sldMkLst>
        <pc:graphicFrameChg chg="mod">
          <ac:chgData name="Aida Hasan" userId="45ba74cb-bf8c-482e-b880-22396a6ed24b" providerId="ADAL" clId="{DFE6A53B-D353-F443-A669-73B11AA8B682}" dt="2024-05-11T02:36:45.859" v="1442" actId="1035"/>
          <ac:graphicFrameMkLst>
            <pc:docMk/>
            <pc:sldMk cId="2553449239" sldId="305"/>
            <ac:graphicFrameMk id="4" creationId="{B9711449-3270-229C-9417-BFC3D0D1965E}"/>
          </ac:graphicFrameMkLst>
        </pc:graphicFrameChg>
      </pc:sldChg>
      <pc:sldChg chg="modNotesTx">
        <pc:chgData name="Aida Hasan" userId="45ba74cb-bf8c-482e-b880-22396a6ed24b" providerId="ADAL" clId="{DFE6A53B-D353-F443-A669-73B11AA8B682}" dt="2024-05-10T23:08:42.923" v="829" actId="20577"/>
        <pc:sldMkLst>
          <pc:docMk/>
          <pc:sldMk cId="2989468001" sldId="306"/>
        </pc:sldMkLst>
      </pc:sldChg>
      <pc:sldChg chg="modNotesTx">
        <pc:chgData name="Aida Hasan" userId="45ba74cb-bf8c-482e-b880-22396a6ed24b" providerId="ADAL" clId="{DFE6A53B-D353-F443-A669-73B11AA8B682}" dt="2024-05-11T02:23:39.598" v="1234" actId="20577"/>
        <pc:sldMkLst>
          <pc:docMk/>
          <pc:sldMk cId="2820102218" sldId="309"/>
        </pc:sldMkLst>
      </pc:sldChg>
      <pc:sldChg chg="modNotesTx">
        <pc:chgData name="Aida Hasan" userId="45ba74cb-bf8c-482e-b880-22396a6ed24b" providerId="ADAL" clId="{DFE6A53B-D353-F443-A669-73B11AA8B682}" dt="2024-05-11T03:44:48.590" v="2721" actId="20577"/>
        <pc:sldMkLst>
          <pc:docMk/>
          <pc:sldMk cId="3015136318" sldId="310"/>
        </pc:sldMkLst>
      </pc:sldChg>
      <pc:sldChg chg="modSp mod modNotesTx">
        <pc:chgData name="Aida Hasan" userId="45ba74cb-bf8c-482e-b880-22396a6ed24b" providerId="ADAL" clId="{DFE6A53B-D353-F443-A669-73B11AA8B682}" dt="2024-05-11T02:38:33.962" v="1446" actId="20577"/>
        <pc:sldMkLst>
          <pc:docMk/>
          <pc:sldMk cId="1188309322" sldId="311"/>
        </pc:sldMkLst>
        <pc:graphicFrameChg chg="mod">
          <ac:chgData name="Aida Hasan" userId="45ba74cb-bf8c-482e-b880-22396a6ed24b" providerId="ADAL" clId="{DFE6A53B-D353-F443-A669-73B11AA8B682}" dt="2024-05-10T23:21:31.425" v="1138" actId="1038"/>
          <ac:graphicFrameMkLst>
            <pc:docMk/>
            <pc:sldMk cId="1188309322" sldId="311"/>
            <ac:graphicFrameMk id="3" creationId="{A193BC5F-A365-4029-2E09-E45EBABCB2E4}"/>
          </ac:graphicFrameMkLst>
        </pc:graphicFrameChg>
      </pc:sldChg>
      <pc:sldChg chg="modSp mod modNotesTx">
        <pc:chgData name="Aida Hasan" userId="45ba74cb-bf8c-482e-b880-22396a6ed24b" providerId="ADAL" clId="{DFE6A53B-D353-F443-A669-73B11AA8B682}" dt="2024-05-11T02:36:02.741" v="1439" actId="20577"/>
        <pc:sldMkLst>
          <pc:docMk/>
          <pc:sldMk cId="3922796479" sldId="312"/>
        </pc:sldMkLst>
        <pc:graphicFrameChg chg="mod">
          <ac:chgData name="Aida Hasan" userId="45ba74cb-bf8c-482e-b880-22396a6ed24b" providerId="ADAL" clId="{DFE6A53B-D353-F443-A669-73B11AA8B682}" dt="2024-05-11T02:35:21.814" v="1403" actId="1038"/>
          <ac:graphicFrameMkLst>
            <pc:docMk/>
            <pc:sldMk cId="3922796479" sldId="312"/>
            <ac:graphicFrameMk id="4" creationId="{CF424E8B-AE7A-6410-C8DE-946BB0F5C1A6}"/>
          </ac:graphicFrameMkLst>
        </pc:graphicFrameChg>
      </pc:sldChg>
      <pc:sldChg chg="modNotesTx">
        <pc:chgData name="Aida Hasan" userId="45ba74cb-bf8c-482e-b880-22396a6ed24b" providerId="ADAL" clId="{DFE6A53B-D353-F443-A669-73B11AA8B682}" dt="2024-05-11T02:40:30.129" v="1483" actId="12"/>
        <pc:sldMkLst>
          <pc:docMk/>
          <pc:sldMk cId="167352425" sldId="313"/>
        </pc:sldMkLst>
      </pc:sldChg>
      <pc:sldChg chg="modSp mod modNotesTx">
        <pc:chgData name="Aida Hasan" userId="45ba74cb-bf8c-482e-b880-22396a6ed24b" providerId="ADAL" clId="{DFE6A53B-D353-F443-A669-73B11AA8B682}" dt="2024-05-11T02:46:25.771" v="1617" actId="20577"/>
        <pc:sldMkLst>
          <pc:docMk/>
          <pc:sldMk cId="1468088889" sldId="314"/>
        </pc:sldMkLst>
        <pc:graphicFrameChg chg="mod">
          <ac:chgData name="Aida Hasan" userId="45ba74cb-bf8c-482e-b880-22396a6ed24b" providerId="ADAL" clId="{DFE6A53B-D353-F443-A669-73B11AA8B682}" dt="2024-05-11T02:41:04.378" v="1501" actId="1038"/>
          <ac:graphicFrameMkLst>
            <pc:docMk/>
            <pc:sldMk cId="1468088889" sldId="314"/>
            <ac:graphicFrameMk id="3" creationId="{0457C508-665C-3B67-8F0D-BCF0F3CD1FB9}"/>
          </ac:graphicFrameMkLst>
        </pc:graphicFrameChg>
      </pc:sldChg>
      <pc:sldChg chg="modSp mod modNotesTx">
        <pc:chgData name="Aida Hasan" userId="45ba74cb-bf8c-482e-b880-22396a6ed24b" providerId="ADAL" clId="{DFE6A53B-D353-F443-A669-73B11AA8B682}" dt="2024-05-11T02:52:56.550" v="1695" actId="1038"/>
        <pc:sldMkLst>
          <pc:docMk/>
          <pc:sldMk cId="3347326988" sldId="315"/>
        </pc:sldMkLst>
        <pc:graphicFrameChg chg="mod">
          <ac:chgData name="Aida Hasan" userId="45ba74cb-bf8c-482e-b880-22396a6ed24b" providerId="ADAL" clId="{DFE6A53B-D353-F443-A669-73B11AA8B682}" dt="2024-05-11T02:52:56.550" v="1695" actId="1038"/>
          <ac:graphicFrameMkLst>
            <pc:docMk/>
            <pc:sldMk cId="3347326988" sldId="315"/>
            <ac:graphicFrameMk id="6" creationId="{E1500C24-0BDC-BDD0-2656-3C8F897EEF9E}"/>
          </ac:graphicFrameMkLst>
        </pc:graphicFrameChg>
      </pc:sldChg>
      <pc:sldChg chg="modSp mod modNotesTx">
        <pc:chgData name="Aida Hasan" userId="45ba74cb-bf8c-482e-b880-22396a6ed24b" providerId="ADAL" clId="{DFE6A53B-D353-F443-A669-73B11AA8B682}" dt="2024-05-10T23:14:39.583" v="1064" actId="26606"/>
        <pc:sldMkLst>
          <pc:docMk/>
          <pc:sldMk cId="1926509927" sldId="336"/>
        </pc:sldMkLst>
        <pc:spChg chg="ord">
          <ac:chgData name="Aida Hasan" userId="45ba74cb-bf8c-482e-b880-22396a6ed24b" providerId="ADAL" clId="{DFE6A53B-D353-F443-A669-73B11AA8B682}" dt="2024-05-10T23:12:56.614" v="1036" actId="26606"/>
          <ac:spMkLst>
            <pc:docMk/>
            <pc:sldMk cId="1926509927" sldId="336"/>
            <ac:spMk id="3" creationId="{51C93260-7278-8EF2-81F5-AEF78D400117}"/>
          </ac:spMkLst>
        </pc:spChg>
        <pc:spChg chg="mod">
          <ac:chgData name="Aida Hasan" userId="45ba74cb-bf8c-482e-b880-22396a6ed24b" providerId="ADAL" clId="{DFE6A53B-D353-F443-A669-73B11AA8B682}" dt="2024-05-10T23:12:56.614" v="1036" actId="26606"/>
          <ac:spMkLst>
            <pc:docMk/>
            <pc:sldMk cId="1926509927" sldId="336"/>
            <ac:spMk id="5" creationId="{7B63BC32-6AF4-D7FD-25A8-BDDFF6BF2FC5}"/>
          </ac:spMkLst>
        </pc:spChg>
        <pc:spChg chg="mod ord">
          <ac:chgData name="Aida Hasan" userId="45ba74cb-bf8c-482e-b880-22396a6ed24b" providerId="ADAL" clId="{DFE6A53B-D353-F443-A669-73B11AA8B682}" dt="2024-05-10T23:14:39.583" v="1064" actId="26606"/>
          <ac:spMkLst>
            <pc:docMk/>
            <pc:sldMk cId="1926509927" sldId="336"/>
            <ac:spMk id="9" creationId="{CD993FC0-0F8C-D257-51DF-5034CF4BBF57}"/>
          </ac:spMkLst>
        </pc:spChg>
        <pc:picChg chg="mod">
          <ac:chgData name="Aida Hasan" userId="45ba74cb-bf8c-482e-b880-22396a6ed24b" providerId="ADAL" clId="{DFE6A53B-D353-F443-A669-73B11AA8B682}" dt="2024-05-10T23:12:56.614" v="1036" actId="26606"/>
          <ac:picMkLst>
            <pc:docMk/>
            <pc:sldMk cId="1926509927" sldId="336"/>
            <ac:picMk id="4" creationId="{8D6E4265-8187-DB01-4920-191D8E2FF64D}"/>
          </ac:picMkLst>
        </pc:picChg>
      </pc:sldChg>
      <pc:sldChg chg="modNotesTx">
        <pc:chgData name="Aida Hasan" userId="45ba74cb-bf8c-482e-b880-22396a6ed24b" providerId="ADAL" clId="{DFE6A53B-D353-F443-A669-73B11AA8B682}" dt="2024-05-11T04:43:13.015" v="3824" actId="113"/>
        <pc:sldMkLst>
          <pc:docMk/>
          <pc:sldMk cId="98456676" sldId="345"/>
        </pc:sldMkLst>
      </pc:sldChg>
      <pc:sldChg chg="modSp mod modNotesTx">
        <pc:chgData name="Aida Hasan" userId="45ba74cb-bf8c-482e-b880-22396a6ed24b" providerId="ADAL" clId="{DFE6A53B-D353-F443-A669-73B11AA8B682}" dt="2024-05-10T23:02:58.318" v="750" actId="1037"/>
        <pc:sldMkLst>
          <pc:docMk/>
          <pc:sldMk cId="559562271" sldId="348"/>
        </pc:sldMkLst>
        <pc:picChg chg="mod">
          <ac:chgData name="Aida Hasan" userId="45ba74cb-bf8c-482e-b880-22396a6ed24b" providerId="ADAL" clId="{DFE6A53B-D353-F443-A669-73B11AA8B682}" dt="2024-05-10T23:02:58.318" v="750" actId="1037"/>
          <ac:picMkLst>
            <pc:docMk/>
            <pc:sldMk cId="559562271" sldId="348"/>
            <ac:picMk id="5" creationId="{371AD9E4-D73C-CBEC-A3CF-F1251AE39323}"/>
          </ac:picMkLst>
        </pc:picChg>
      </pc:sldChg>
      <pc:sldChg chg="modNotesTx">
        <pc:chgData name="Aida Hasan" userId="45ba74cb-bf8c-482e-b880-22396a6ed24b" providerId="ADAL" clId="{DFE6A53B-D353-F443-A669-73B11AA8B682}" dt="2024-05-11T03:44:33.137" v="2709" actId="20577"/>
        <pc:sldMkLst>
          <pc:docMk/>
          <pc:sldMk cId="361004249" sldId="350"/>
        </pc:sldMkLst>
      </pc:sldChg>
      <pc:sldChg chg="modNotesTx">
        <pc:chgData name="Aida Hasan" userId="45ba74cb-bf8c-482e-b880-22396a6ed24b" providerId="ADAL" clId="{DFE6A53B-D353-F443-A669-73B11AA8B682}" dt="2024-05-11T02:46:01.365" v="1607" actId="113"/>
        <pc:sldMkLst>
          <pc:docMk/>
          <pc:sldMk cId="1643517338" sldId="351"/>
        </pc:sldMkLst>
      </pc:sldChg>
      <pc:sldChg chg="modNotesTx">
        <pc:chgData name="Aida Hasan" userId="45ba74cb-bf8c-482e-b880-22396a6ed24b" providerId="ADAL" clId="{DFE6A53B-D353-F443-A669-73B11AA8B682}" dt="2024-05-11T03:44:13.838" v="2671" actId="20577"/>
        <pc:sldMkLst>
          <pc:docMk/>
          <pc:sldMk cId="617626877" sldId="352"/>
        </pc:sldMkLst>
      </pc:sldChg>
      <pc:sldChg chg="modNotesTx">
        <pc:chgData name="Aida Hasan" userId="45ba74cb-bf8c-482e-b880-22396a6ed24b" providerId="ADAL" clId="{DFE6A53B-D353-F443-A669-73B11AA8B682}" dt="2024-05-11T02:55:38.513" v="1783" actId="12"/>
        <pc:sldMkLst>
          <pc:docMk/>
          <pc:sldMk cId="157069127" sldId="353"/>
        </pc:sldMkLst>
      </pc:sldChg>
      <pc:sldChg chg="modNotesTx">
        <pc:chgData name="Aida Hasan" userId="45ba74cb-bf8c-482e-b880-22396a6ed24b" providerId="ADAL" clId="{DFE6A53B-D353-F443-A669-73B11AA8B682}" dt="2024-05-11T03:00:04.160" v="1937" actId="12"/>
        <pc:sldMkLst>
          <pc:docMk/>
          <pc:sldMk cId="4164609472" sldId="354"/>
        </pc:sldMkLst>
      </pc:sldChg>
      <pc:sldChg chg="modSp mod modNotesTx">
        <pc:chgData name="Aida Hasan" userId="45ba74cb-bf8c-482e-b880-22396a6ed24b" providerId="ADAL" clId="{DFE6A53B-D353-F443-A669-73B11AA8B682}" dt="2024-05-11T03:59:13.253" v="3091" actId="1038"/>
        <pc:sldMkLst>
          <pc:docMk/>
          <pc:sldMk cId="721318003" sldId="355"/>
        </pc:sldMkLst>
        <pc:spChg chg="mod">
          <ac:chgData name="Aida Hasan" userId="45ba74cb-bf8c-482e-b880-22396a6ed24b" providerId="ADAL" clId="{DFE6A53B-D353-F443-A669-73B11AA8B682}" dt="2024-05-11T03:58:33.034" v="3057" actId="14100"/>
          <ac:spMkLst>
            <pc:docMk/>
            <pc:sldMk cId="721318003" sldId="355"/>
            <ac:spMk id="6" creationId="{1BB8C142-BE1E-201D-6DA0-D3410610BA67}"/>
          </ac:spMkLst>
        </pc:spChg>
        <pc:graphicFrameChg chg="mod">
          <ac:chgData name="Aida Hasan" userId="45ba74cb-bf8c-482e-b880-22396a6ed24b" providerId="ADAL" clId="{DFE6A53B-D353-F443-A669-73B11AA8B682}" dt="2024-05-11T03:59:13.253" v="3091" actId="1038"/>
          <ac:graphicFrameMkLst>
            <pc:docMk/>
            <pc:sldMk cId="721318003" sldId="355"/>
            <ac:graphicFrameMk id="7" creationId="{7EA47EA6-8ADF-918C-38C0-E1919BD5169A}"/>
          </ac:graphicFrameMkLst>
        </pc:graphicFrameChg>
      </pc:sldChg>
      <pc:sldChg chg="modSp mod modNotesTx">
        <pc:chgData name="Aida Hasan" userId="45ba74cb-bf8c-482e-b880-22396a6ed24b" providerId="ADAL" clId="{DFE6A53B-D353-F443-A669-73B11AA8B682}" dt="2024-05-11T03:52:32.883" v="2924" actId="20577"/>
        <pc:sldMkLst>
          <pc:docMk/>
          <pc:sldMk cId="81601212" sldId="356"/>
        </pc:sldMkLst>
        <pc:spChg chg="mod">
          <ac:chgData name="Aida Hasan" userId="45ba74cb-bf8c-482e-b880-22396a6ed24b" providerId="ADAL" clId="{DFE6A53B-D353-F443-A669-73B11AA8B682}" dt="2024-05-11T03:48:38.571" v="2811" actId="1038"/>
          <ac:spMkLst>
            <pc:docMk/>
            <pc:sldMk cId="81601212" sldId="356"/>
            <ac:spMk id="6" creationId="{58CD0FA6-7B77-7A19-7C98-8566A1BACA20}"/>
          </ac:spMkLst>
        </pc:spChg>
      </pc:sldChg>
      <pc:sldChg chg="modNotesTx">
        <pc:chgData name="Aida Hasan" userId="45ba74cb-bf8c-482e-b880-22396a6ed24b" providerId="ADAL" clId="{DFE6A53B-D353-F443-A669-73B11AA8B682}" dt="2024-05-11T03:06:55.923" v="2328" actId="113"/>
        <pc:sldMkLst>
          <pc:docMk/>
          <pc:sldMk cId="3422546705" sldId="357"/>
        </pc:sldMkLst>
      </pc:sldChg>
      <pc:sldChg chg="modNotesTx">
        <pc:chgData name="Aida Hasan" userId="45ba74cb-bf8c-482e-b880-22396a6ed24b" providerId="ADAL" clId="{DFE6A53B-D353-F443-A669-73B11AA8B682}" dt="2024-05-11T03:23:26.026" v="2572" actId="113"/>
        <pc:sldMkLst>
          <pc:docMk/>
          <pc:sldMk cId="3437933620" sldId="359"/>
        </pc:sldMkLst>
      </pc:sldChg>
      <pc:sldChg chg="modSp mod modNotesTx">
        <pc:chgData name="Aida Hasan" userId="45ba74cb-bf8c-482e-b880-22396a6ed24b" providerId="ADAL" clId="{DFE6A53B-D353-F443-A669-73B11AA8B682}" dt="2024-05-11T03:22:16.154" v="2534" actId="113"/>
        <pc:sldMkLst>
          <pc:docMk/>
          <pc:sldMk cId="3156751577" sldId="360"/>
        </pc:sldMkLst>
        <pc:spChg chg="mod">
          <ac:chgData name="Aida Hasan" userId="45ba74cb-bf8c-482e-b880-22396a6ed24b" providerId="ADAL" clId="{DFE6A53B-D353-F443-A669-73B11AA8B682}" dt="2024-05-11T03:13:07.437" v="2457" actId="1038"/>
          <ac:spMkLst>
            <pc:docMk/>
            <pc:sldMk cId="3156751577" sldId="360"/>
            <ac:spMk id="6" creationId="{423AE8F9-2D85-940B-104B-10727420A370}"/>
          </ac:spMkLst>
        </pc:spChg>
      </pc:sldChg>
      <pc:sldChg chg="modNotesTx">
        <pc:chgData name="Aida Hasan" userId="45ba74cb-bf8c-482e-b880-22396a6ed24b" providerId="ADAL" clId="{DFE6A53B-D353-F443-A669-73B11AA8B682}" dt="2024-05-11T03:09:25.354" v="2366" actId="113"/>
        <pc:sldMkLst>
          <pc:docMk/>
          <pc:sldMk cId="2156176677" sldId="362"/>
        </pc:sldMkLst>
      </pc:sldChg>
      <pc:sldChg chg="modNotesTx">
        <pc:chgData name="Aida Hasan" userId="45ba74cb-bf8c-482e-b880-22396a6ed24b" providerId="ADAL" clId="{DFE6A53B-D353-F443-A669-73B11AA8B682}" dt="2024-05-11T03:43:57.621" v="2646" actId="20577"/>
        <pc:sldMkLst>
          <pc:docMk/>
          <pc:sldMk cId="1577242679" sldId="363"/>
        </pc:sldMkLst>
      </pc:sldChg>
      <pc:sldChg chg="modNotesTx">
        <pc:chgData name="Aida Hasan" userId="45ba74cb-bf8c-482e-b880-22396a6ed24b" providerId="ADAL" clId="{DFE6A53B-D353-F443-A669-73B11AA8B682}" dt="2024-05-11T04:00:54.442" v="3109" actId="113"/>
        <pc:sldMkLst>
          <pc:docMk/>
          <pc:sldMk cId="1427792936" sldId="366"/>
        </pc:sldMkLst>
      </pc:sldChg>
      <pc:sldChg chg="modSp mod modNotesTx">
        <pc:chgData name="Aida Hasan" userId="45ba74cb-bf8c-482e-b880-22396a6ed24b" providerId="ADAL" clId="{DFE6A53B-D353-F443-A669-73B11AA8B682}" dt="2024-05-11T04:02:46.914" v="3151" actId="20577"/>
        <pc:sldMkLst>
          <pc:docMk/>
          <pc:sldMk cId="679093202" sldId="367"/>
        </pc:sldMkLst>
        <pc:spChg chg="mod">
          <ac:chgData name="Aida Hasan" userId="45ba74cb-bf8c-482e-b880-22396a6ed24b" providerId="ADAL" clId="{DFE6A53B-D353-F443-A669-73B11AA8B682}" dt="2024-05-11T04:01:52.802" v="3124" actId="255"/>
          <ac:spMkLst>
            <pc:docMk/>
            <pc:sldMk cId="679093202" sldId="367"/>
            <ac:spMk id="6" creationId="{6D41863B-3B91-5753-FBC7-D8AFFF175CD3}"/>
          </ac:spMkLst>
        </pc:spChg>
      </pc:sldChg>
      <pc:sldChg chg="modSp mod modNotesTx">
        <pc:chgData name="Aida Hasan" userId="45ba74cb-bf8c-482e-b880-22396a6ed24b" providerId="ADAL" clId="{DFE6A53B-D353-F443-A669-73B11AA8B682}" dt="2024-05-11T04:05:36.774" v="3199" actId="12"/>
        <pc:sldMkLst>
          <pc:docMk/>
          <pc:sldMk cId="3374167380" sldId="374"/>
        </pc:sldMkLst>
        <pc:spChg chg="mod">
          <ac:chgData name="Aida Hasan" userId="45ba74cb-bf8c-482e-b880-22396a6ed24b" providerId="ADAL" clId="{DFE6A53B-D353-F443-A669-73B11AA8B682}" dt="2024-05-11T04:04:42.346" v="3176" actId="255"/>
          <ac:spMkLst>
            <pc:docMk/>
            <pc:sldMk cId="3374167380" sldId="374"/>
            <ac:spMk id="6" creationId="{C8CF6B89-2ED5-6084-8DE5-FB50E9CD0AD0}"/>
          </ac:spMkLst>
        </pc:spChg>
      </pc:sldChg>
      <pc:sldChg chg="modSp mod modNotesTx">
        <pc:chgData name="Aida Hasan" userId="45ba74cb-bf8c-482e-b880-22396a6ed24b" providerId="ADAL" clId="{DFE6A53B-D353-F443-A669-73B11AA8B682}" dt="2024-05-11T04:11:04.028" v="3293" actId="12"/>
        <pc:sldMkLst>
          <pc:docMk/>
          <pc:sldMk cId="3481068951" sldId="375"/>
        </pc:sldMkLst>
        <pc:picChg chg="mod">
          <ac:chgData name="Aida Hasan" userId="45ba74cb-bf8c-482e-b880-22396a6ed24b" providerId="ADAL" clId="{DFE6A53B-D353-F443-A669-73B11AA8B682}" dt="2024-05-11T04:06:13.806" v="3226" actId="1037"/>
          <ac:picMkLst>
            <pc:docMk/>
            <pc:sldMk cId="3481068951" sldId="375"/>
            <ac:picMk id="6" creationId="{F003AEB0-A646-7051-A66A-BFFF1C3AECE0}"/>
          </ac:picMkLst>
        </pc:picChg>
      </pc:sldChg>
      <pc:sldChg chg="modNotesTx">
        <pc:chgData name="Aida Hasan" userId="45ba74cb-bf8c-482e-b880-22396a6ed24b" providerId="ADAL" clId="{DFE6A53B-D353-F443-A669-73B11AA8B682}" dt="2024-05-11T04:12:12.816" v="3364" actId="20577"/>
        <pc:sldMkLst>
          <pc:docMk/>
          <pc:sldMk cId="174588601" sldId="377"/>
        </pc:sldMkLst>
      </pc:sldChg>
      <pc:sldChg chg="modSp mod modNotesTx">
        <pc:chgData name="Aida Hasan" userId="45ba74cb-bf8c-482e-b880-22396a6ed24b" providerId="ADAL" clId="{DFE6A53B-D353-F443-A669-73B11AA8B682}" dt="2024-05-11T04:26:26.536" v="3477" actId="1076"/>
        <pc:sldMkLst>
          <pc:docMk/>
          <pc:sldMk cId="1501994362" sldId="379"/>
        </pc:sldMkLst>
        <pc:spChg chg="mod">
          <ac:chgData name="Aida Hasan" userId="45ba74cb-bf8c-482e-b880-22396a6ed24b" providerId="ADAL" clId="{DFE6A53B-D353-F443-A669-73B11AA8B682}" dt="2024-05-11T04:26:26.536" v="3477" actId="1076"/>
          <ac:spMkLst>
            <pc:docMk/>
            <pc:sldMk cId="1501994362" sldId="379"/>
            <ac:spMk id="2" creationId="{A2E624B0-913B-74D4-BC43-247276EF9E5B}"/>
          </ac:spMkLst>
        </pc:spChg>
      </pc:sldChg>
      <pc:sldChg chg="modSp mod modNotesTx">
        <pc:chgData name="Aida Hasan" userId="45ba74cb-bf8c-482e-b880-22396a6ed24b" providerId="ADAL" clId="{DFE6A53B-D353-F443-A669-73B11AA8B682}" dt="2024-05-11T04:25:33.764" v="3474" actId="27636"/>
        <pc:sldMkLst>
          <pc:docMk/>
          <pc:sldMk cId="705608513" sldId="380"/>
        </pc:sldMkLst>
        <pc:spChg chg="mod">
          <ac:chgData name="Aida Hasan" userId="45ba74cb-bf8c-482e-b880-22396a6ed24b" providerId="ADAL" clId="{DFE6A53B-D353-F443-A669-73B11AA8B682}" dt="2024-05-11T04:25:33.764" v="3474" actId="27636"/>
          <ac:spMkLst>
            <pc:docMk/>
            <pc:sldMk cId="705608513" sldId="380"/>
            <ac:spMk id="6" creationId="{B6392CA1-AD82-1783-E07E-EC3E9B16F80F}"/>
          </ac:spMkLst>
        </pc:spChg>
        <pc:graphicFrameChg chg="mod">
          <ac:chgData name="Aida Hasan" userId="45ba74cb-bf8c-482e-b880-22396a6ed24b" providerId="ADAL" clId="{DFE6A53B-D353-F443-A669-73B11AA8B682}" dt="2024-05-11T04:25:24.154" v="3472" actId="1036"/>
          <ac:graphicFrameMkLst>
            <pc:docMk/>
            <pc:sldMk cId="705608513" sldId="380"/>
            <ac:graphicFrameMk id="7" creationId="{3F0D0F7C-5DA5-3BD3-66DC-5DABD1604FD8}"/>
          </ac:graphicFrameMkLst>
        </pc:graphicFrameChg>
      </pc:sldChg>
      <pc:sldChg chg="modNotesTx">
        <pc:chgData name="Aida Hasan" userId="45ba74cb-bf8c-482e-b880-22396a6ed24b" providerId="ADAL" clId="{DFE6A53B-D353-F443-A669-73B11AA8B682}" dt="2024-05-11T04:37:27.490" v="3607" actId="12"/>
        <pc:sldMkLst>
          <pc:docMk/>
          <pc:sldMk cId="1578582115" sldId="381"/>
        </pc:sldMkLst>
      </pc:sldChg>
      <pc:sldChg chg="modNotesTx">
        <pc:chgData name="Aida Hasan" userId="45ba74cb-bf8c-482e-b880-22396a6ed24b" providerId="ADAL" clId="{DFE6A53B-D353-F443-A669-73B11AA8B682}" dt="2024-05-11T04:27:23.589" v="3502" actId="113"/>
        <pc:sldMkLst>
          <pc:docMk/>
          <pc:sldMk cId="2820894735" sldId="382"/>
        </pc:sldMkLst>
      </pc:sldChg>
      <pc:sldChg chg="modSp mod modNotesTx">
        <pc:chgData name="Aida Hasan" userId="45ba74cb-bf8c-482e-b880-22396a6ed24b" providerId="ADAL" clId="{DFE6A53B-D353-F443-A669-73B11AA8B682}" dt="2024-05-11T04:33:28.708" v="3583" actId="27636"/>
        <pc:sldMkLst>
          <pc:docMk/>
          <pc:sldMk cId="1028438240" sldId="384"/>
        </pc:sldMkLst>
        <pc:spChg chg="mod">
          <ac:chgData name="Aida Hasan" userId="45ba74cb-bf8c-482e-b880-22396a6ed24b" providerId="ADAL" clId="{DFE6A53B-D353-F443-A669-73B11AA8B682}" dt="2024-05-11T04:33:28.708" v="3583" actId="27636"/>
          <ac:spMkLst>
            <pc:docMk/>
            <pc:sldMk cId="1028438240" sldId="384"/>
            <ac:spMk id="6" creationId="{C29D48C0-35BF-EEB5-07CC-2FF08082C673}"/>
          </ac:spMkLst>
        </pc:spChg>
      </pc:sldChg>
      <pc:sldChg chg="modSp mod modNotesTx">
        <pc:chgData name="Aida Hasan" userId="45ba74cb-bf8c-482e-b880-22396a6ed24b" providerId="ADAL" clId="{DFE6A53B-D353-F443-A669-73B11AA8B682}" dt="2024-05-11T04:34:30.485" v="3592" actId="113"/>
        <pc:sldMkLst>
          <pc:docMk/>
          <pc:sldMk cId="2325164683" sldId="385"/>
        </pc:sldMkLst>
        <pc:spChg chg="mod">
          <ac:chgData name="Aida Hasan" userId="45ba74cb-bf8c-482e-b880-22396a6ed24b" providerId="ADAL" clId="{DFE6A53B-D353-F443-A669-73B11AA8B682}" dt="2024-05-11T04:34:03.249" v="3591" actId="1038"/>
          <ac:spMkLst>
            <pc:docMk/>
            <pc:sldMk cId="2325164683" sldId="385"/>
            <ac:spMk id="6" creationId="{55F2B7BC-F2F0-E96A-6A38-D24F5A3749F0}"/>
          </ac:spMkLst>
        </pc:spChg>
      </pc:sldChg>
      <pc:sldChg chg="modSp mod modNotesTx">
        <pc:chgData name="Aida Hasan" userId="45ba74cb-bf8c-482e-b880-22396a6ed24b" providerId="ADAL" clId="{DFE6A53B-D353-F443-A669-73B11AA8B682}" dt="2024-05-11T04:40:05.973" v="3692" actId="1038"/>
        <pc:sldMkLst>
          <pc:docMk/>
          <pc:sldMk cId="653131670" sldId="386"/>
        </pc:sldMkLst>
        <pc:spChg chg="mod">
          <ac:chgData name="Aida Hasan" userId="45ba74cb-bf8c-482e-b880-22396a6ed24b" providerId="ADAL" clId="{DFE6A53B-D353-F443-A669-73B11AA8B682}" dt="2024-05-11T04:40:05.973" v="3692" actId="1038"/>
          <ac:spMkLst>
            <pc:docMk/>
            <pc:sldMk cId="653131670" sldId="386"/>
            <ac:spMk id="6" creationId="{80EA6465-352A-9D6E-1068-D185277D844A}"/>
          </ac:spMkLst>
        </pc:spChg>
      </pc:sldChg>
      <pc:sldChg chg="modSp mod modNotesTx">
        <pc:chgData name="Aida Hasan" userId="45ba74cb-bf8c-482e-b880-22396a6ed24b" providerId="ADAL" clId="{DFE6A53B-D353-F443-A669-73B11AA8B682}" dt="2024-05-11T04:41:41.616" v="3782" actId="113"/>
        <pc:sldMkLst>
          <pc:docMk/>
          <pc:sldMk cId="1246242557" sldId="387"/>
        </pc:sldMkLst>
        <pc:spChg chg="mod">
          <ac:chgData name="Aida Hasan" userId="45ba74cb-bf8c-482e-b880-22396a6ed24b" providerId="ADAL" clId="{DFE6A53B-D353-F443-A669-73B11AA8B682}" dt="2024-05-11T04:40:25.744" v="3703" actId="1038"/>
          <ac:spMkLst>
            <pc:docMk/>
            <pc:sldMk cId="1246242557" sldId="387"/>
            <ac:spMk id="6" creationId="{BDE51558-D8E4-78A7-A8D4-7E0E8363D939}"/>
          </ac:spMkLst>
        </pc:spChg>
      </pc:sldChg>
      <pc:sldChg chg="modSp mod modNotesTx">
        <pc:chgData name="Aida Hasan" userId="45ba74cb-bf8c-482e-b880-22396a6ed24b" providerId="ADAL" clId="{DFE6A53B-D353-F443-A669-73B11AA8B682}" dt="2024-05-11T04:38:38.435" v="3624" actId="1038"/>
        <pc:sldMkLst>
          <pc:docMk/>
          <pc:sldMk cId="4160776574" sldId="389"/>
        </pc:sldMkLst>
        <pc:spChg chg="mod">
          <ac:chgData name="Aida Hasan" userId="45ba74cb-bf8c-482e-b880-22396a6ed24b" providerId="ADAL" clId="{DFE6A53B-D353-F443-A669-73B11AA8B682}" dt="2024-05-11T04:38:38.435" v="3624" actId="1038"/>
          <ac:spMkLst>
            <pc:docMk/>
            <pc:sldMk cId="4160776574" sldId="389"/>
            <ac:spMk id="6" creationId="{55F2B7BC-F2F0-E96A-6A38-D24F5A3749F0}"/>
          </ac:spMkLst>
        </pc:spChg>
      </pc:sldChg>
      <pc:sldChg chg="modNotesTx">
        <pc:chgData name="Aida Hasan" userId="45ba74cb-bf8c-482e-b880-22396a6ed24b" providerId="ADAL" clId="{DFE6A53B-D353-F443-A669-73B11AA8B682}" dt="2024-05-11T04:42:31.706" v="3823" actId="113"/>
        <pc:sldMkLst>
          <pc:docMk/>
          <pc:sldMk cId="2055773245" sldId="390"/>
        </pc:sldMkLst>
      </pc:sldChg>
      <pc:sldChg chg="modNotesTx">
        <pc:chgData name="Aida Hasan" userId="45ba74cb-bf8c-482e-b880-22396a6ed24b" providerId="ADAL" clId="{DFE6A53B-D353-F443-A669-73B11AA8B682}" dt="2024-05-11T03:55:02.026" v="2973" actId="12"/>
        <pc:sldMkLst>
          <pc:docMk/>
          <pc:sldMk cId="1680578422" sldId="391"/>
        </pc:sldMkLst>
      </pc:sldChg>
      <pc:sldChg chg="modNotesTx">
        <pc:chgData name="Aida Hasan" userId="45ba74cb-bf8c-482e-b880-22396a6ed24b" providerId="ADAL" clId="{DFE6A53B-D353-F443-A669-73B11AA8B682}" dt="2024-05-11T03:56:30.510" v="3013" actId="20577"/>
        <pc:sldMkLst>
          <pc:docMk/>
          <pc:sldMk cId="2695852383" sldId="392"/>
        </pc:sldMkLst>
      </pc:sldChg>
      <pc:sldChg chg="modSp mod modNotesTx">
        <pc:chgData name="Aida Hasan" userId="45ba74cb-bf8c-482e-b880-22396a6ed24b" providerId="ADAL" clId="{DFE6A53B-D353-F443-A669-73B11AA8B682}" dt="2024-05-11T04:04:24.540" v="3175" actId="1036"/>
        <pc:sldMkLst>
          <pc:docMk/>
          <pc:sldMk cId="2779134890" sldId="393"/>
        </pc:sldMkLst>
        <pc:graphicFrameChg chg="mod">
          <ac:chgData name="Aida Hasan" userId="45ba74cb-bf8c-482e-b880-22396a6ed24b" providerId="ADAL" clId="{DFE6A53B-D353-F443-A669-73B11AA8B682}" dt="2024-05-11T04:04:24.540" v="3175" actId="1036"/>
          <ac:graphicFrameMkLst>
            <pc:docMk/>
            <pc:sldMk cId="2779134890" sldId="393"/>
            <ac:graphicFrameMk id="9" creationId="{2F389447-920E-4763-395A-4DC1EF9A3BB9}"/>
          </ac:graphicFrameMkLst>
        </pc:graphicFrameChg>
      </pc:sldChg>
      <pc:sldChg chg="modNotesTx">
        <pc:chgData name="Aida Hasan" userId="45ba74cb-bf8c-482e-b880-22396a6ed24b" providerId="ADAL" clId="{DFE6A53B-D353-F443-A669-73B11AA8B682}" dt="2024-05-11T03:57:31.670" v="3056" actId="20577"/>
        <pc:sldMkLst>
          <pc:docMk/>
          <pc:sldMk cId="3482125286" sldId="394"/>
        </pc:sldMkLst>
      </pc:sldChg>
    </pc:docChg>
  </pc:docChgLst>
  <pc:docChgLst>
    <pc:chgData name="John Sparks" userId="S::jsparks@comptia.org::dcf6e6d0-e01b-49f1-aab6-b105dd3b4cba" providerId="AD" clId="Web-{943EEAE5-F88A-73DA-068D-258CA4EA1F02}"/>
    <pc:docChg chg="modSld">
      <pc:chgData name="John Sparks" userId="S::jsparks@comptia.org::dcf6e6d0-e01b-49f1-aab6-b105dd3b4cba" providerId="AD" clId="Web-{943EEAE5-F88A-73DA-068D-258CA4EA1F02}" dt="2024-08-07T22:01:13.052" v="1" actId="1076"/>
      <pc:docMkLst>
        <pc:docMk/>
      </pc:docMkLst>
      <pc:sldChg chg="modSp">
        <pc:chgData name="John Sparks" userId="S::jsparks@comptia.org::dcf6e6d0-e01b-49f1-aab6-b105dd3b4cba" providerId="AD" clId="Web-{943EEAE5-F88A-73DA-068D-258CA4EA1F02}" dt="2024-08-07T22:01:13.052" v="1" actId="1076"/>
        <pc:sldMkLst>
          <pc:docMk/>
          <pc:sldMk cId="2695852383" sldId="392"/>
        </pc:sldMkLst>
        <pc:spChg chg="mod">
          <ac:chgData name="John Sparks" userId="S::jsparks@comptia.org::dcf6e6d0-e01b-49f1-aab6-b105dd3b4cba" providerId="AD" clId="Web-{943EEAE5-F88A-73DA-068D-258CA4EA1F02}" dt="2024-08-07T22:01:13.052" v="1" actId="1076"/>
          <ac:spMkLst>
            <pc:docMk/>
            <pc:sldMk cId="2695852383" sldId="392"/>
            <ac:spMk id="6" creationId="{8F5EEF3D-5609-3084-8291-CCD8133A191C}"/>
          </ac:spMkLst>
        </pc:spChg>
      </pc:sldChg>
    </pc:docChg>
  </pc:docChgLst>
  <pc:docChgLst>
    <pc:chgData name="Amanda Kissinger" userId="S::akissinger@comptia.global::0440470d-4bd8-4812-9337-f95059fb652d" providerId="AD" clId="Web-{73EAB804-AAA5-F374-8B41-07A7319482A1}"/>
    <pc:docChg chg="modSld">
      <pc:chgData name="Amanda Kissinger" userId="S::akissinger@comptia.global::0440470d-4bd8-4812-9337-f95059fb652d" providerId="AD" clId="Web-{73EAB804-AAA5-F374-8B41-07A7319482A1}" dt="2024-08-16T19:52:14.193" v="39"/>
      <pc:docMkLst>
        <pc:docMk/>
      </pc:docMkLst>
      <pc:sldChg chg="modNotes">
        <pc:chgData name="Amanda Kissinger" userId="S::akissinger@comptia.global::0440470d-4bd8-4812-9337-f95059fb652d" providerId="AD" clId="Web-{73EAB804-AAA5-F374-8B41-07A7319482A1}" dt="2024-08-16T19:46:12.766" v="0"/>
        <pc:sldMkLst>
          <pc:docMk/>
          <pc:sldMk cId="2553449239" sldId="305"/>
        </pc:sldMkLst>
      </pc:sldChg>
      <pc:sldChg chg="modNotes">
        <pc:chgData name="Amanda Kissinger" userId="S::akissinger@comptia.global::0440470d-4bd8-4812-9337-f95059fb652d" providerId="AD" clId="Web-{73EAB804-AAA5-F374-8B41-07A7319482A1}" dt="2024-08-16T19:46:42.923" v="1"/>
        <pc:sldMkLst>
          <pc:docMk/>
          <pc:sldMk cId="1188309322" sldId="311"/>
        </pc:sldMkLst>
      </pc:sldChg>
      <pc:sldChg chg="modNotes">
        <pc:chgData name="Amanda Kissinger" userId="S::akissinger@comptia.global::0440470d-4bd8-4812-9337-f95059fb652d" providerId="AD" clId="Web-{73EAB804-AAA5-F374-8B41-07A7319482A1}" dt="2024-08-16T19:48:06.565" v="6"/>
        <pc:sldMkLst>
          <pc:docMk/>
          <pc:sldMk cId="81601212" sldId="356"/>
        </pc:sldMkLst>
      </pc:sldChg>
      <pc:sldChg chg="modNotes">
        <pc:chgData name="Amanda Kissinger" userId="S::akissinger@comptia.global::0440470d-4bd8-4812-9337-f95059fb652d" providerId="AD" clId="Web-{73EAB804-AAA5-F374-8B41-07A7319482A1}" dt="2024-08-16T19:47:14.767" v="2"/>
        <pc:sldMkLst>
          <pc:docMk/>
          <pc:sldMk cId="3422546705" sldId="357"/>
        </pc:sldMkLst>
      </pc:sldChg>
      <pc:sldChg chg="modNotes">
        <pc:chgData name="Amanda Kissinger" userId="S::akissinger@comptia.global::0440470d-4bd8-4812-9337-f95059fb652d" providerId="AD" clId="Web-{73EAB804-AAA5-F374-8B41-07A7319482A1}" dt="2024-08-16T19:47:39.142" v="4"/>
        <pc:sldMkLst>
          <pc:docMk/>
          <pc:sldMk cId="3156751577" sldId="360"/>
        </pc:sldMkLst>
      </pc:sldChg>
      <pc:sldChg chg="modNotes">
        <pc:chgData name="Amanda Kissinger" userId="S::akissinger@comptia.global::0440470d-4bd8-4812-9337-f95059fb652d" providerId="AD" clId="Web-{73EAB804-AAA5-F374-8B41-07A7319482A1}" dt="2024-08-16T19:49:08.831" v="9"/>
        <pc:sldMkLst>
          <pc:docMk/>
          <pc:sldMk cId="1028438240" sldId="384"/>
        </pc:sldMkLst>
      </pc:sldChg>
      <pc:sldChg chg="modNotes">
        <pc:chgData name="Amanda Kissinger" userId="S::akissinger@comptia.global::0440470d-4bd8-4812-9337-f95059fb652d" providerId="AD" clId="Web-{73EAB804-AAA5-F374-8B41-07A7319482A1}" dt="2024-08-16T19:49:46.019" v="12"/>
        <pc:sldMkLst>
          <pc:docMk/>
          <pc:sldMk cId="2325164683" sldId="385"/>
        </pc:sldMkLst>
      </pc:sldChg>
      <pc:sldChg chg="modNotes">
        <pc:chgData name="Amanda Kissinger" userId="S::akissinger@comptia.global::0440470d-4bd8-4812-9337-f95059fb652d" providerId="AD" clId="Web-{73EAB804-AAA5-F374-8B41-07A7319482A1}" dt="2024-08-16T19:52:14.193" v="39"/>
        <pc:sldMkLst>
          <pc:docMk/>
          <pc:sldMk cId="653131670" sldId="386"/>
        </pc:sldMkLst>
      </pc:sldChg>
      <pc:sldChg chg="modNotes">
        <pc:chgData name="Amanda Kissinger" userId="S::akissinger@comptia.global::0440470d-4bd8-4812-9337-f95059fb652d" providerId="AD" clId="Web-{73EAB804-AAA5-F374-8B41-07A7319482A1}" dt="2024-08-16T19:51:53.427" v="37"/>
        <pc:sldMkLst>
          <pc:docMk/>
          <pc:sldMk cId="4160776574" sldId="389"/>
        </pc:sldMkLst>
      </pc:sldChg>
      <pc:sldChg chg="modNotes">
        <pc:chgData name="Amanda Kissinger" userId="S::akissinger@comptia.global::0440470d-4bd8-4812-9337-f95059fb652d" providerId="AD" clId="Web-{73EAB804-AAA5-F374-8B41-07A7319482A1}" dt="2024-08-16T19:47:28.095" v="3"/>
        <pc:sldMkLst>
          <pc:docMk/>
          <pc:sldMk cId="1148331202" sldId="396"/>
        </pc:sldMkLst>
      </pc:sldChg>
    </pc:docChg>
  </pc:docChgLst>
  <pc:docChgLst>
    <pc:chgData name="Amanda Kissinger" userId="S::akissinger@comptia.global::0440470d-4bd8-4812-9337-f95059fb652d" providerId="AD" clId="Web-{5544171D-8872-9BD6-FED3-C7B9CB1AED3F}"/>
    <pc:docChg chg="modSld">
      <pc:chgData name="Amanda Kissinger" userId="S::akissinger@comptia.global::0440470d-4bd8-4812-9337-f95059fb652d" providerId="AD" clId="Web-{5544171D-8872-9BD6-FED3-C7B9CB1AED3F}" dt="2024-08-30T14:00:18.988" v="0"/>
      <pc:docMkLst>
        <pc:docMk/>
      </pc:docMkLst>
      <pc:sldChg chg="modSp">
        <pc:chgData name="Amanda Kissinger" userId="S::akissinger@comptia.global::0440470d-4bd8-4812-9337-f95059fb652d" providerId="AD" clId="Web-{5544171D-8872-9BD6-FED3-C7B9CB1AED3F}" dt="2024-08-30T14:00:18.988" v="0"/>
        <pc:sldMkLst>
          <pc:docMk/>
          <pc:sldMk cId="2820102218" sldId="309"/>
        </pc:sldMkLst>
        <pc:picChg chg="mod">
          <ac:chgData name="Amanda Kissinger" userId="S::akissinger@comptia.global::0440470d-4bd8-4812-9337-f95059fb652d" providerId="AD" clId="Web-{5544171D-8872-9BD6-FED3-C7B9CB1AED3F}" dt="2024-08-30T14:00:18.988" v="0"/>
          <ac:picMkLst>
            <pc:docMk/>
            <pc:sldMk cId="2820102218" sldId="309"/>
            <ac:picMk id="22" creationId="{C09F73A5-C36E-CE3B-4AD5-1DE1E9199B96}"/>
          </ac:picMkLst>
        </pc:picChg>
      </pc:sldChg>
    </pc:docChg>
  </pc:docChgLst>
  <pc:docChgLst>
    <pc:chgData name="Amy Glidewell" userId="095a4851-014c-47ed-bf1b-0c4b57406e94" providerId="ADAL" clId="{D09899BF-B4C0-45CB-BFB5-343984ED5BDE}"/>
    <pc:docChg chg="undo custSel modSld sldOrd">
      <pc:chgData name="Amy Glidewell" userId="095a4851-014c-47ed-bf1b-0c4b57406e94" providerId="ADAL" clId="{D09899BF-B4C0-45CB-BFB5-343984ED5BDE}" dt="2024-08-01T16:26:55.075" v="252" actId="732"/>
      <pc:docMkLst>
        <pc:docMk/>
      </pc:docMkLst>
      <pc:sldChg chg="modSp mod">
        <pc:chgData name="Amy Glidewell" userId="095a4851-014c-47ed-bf1b-0c4b57406e94" providerId="ADAL" clId="{D09899BF-B4C0-45CB-BFB5-343984ED5BDE}" dt="2024-08-01T15:53:08.071" v="38" actId="207"/>
        <pc:sldMkLst>
          <pc:docMk/>
          <pc:sldMk cId="2847251408" sldId="286"/>
        </pc:sldMkLst>
        <pc:spChg chg="mod">
          <ac:chgData name="Amy Glidewell" userId="095a4851-014c-47ed-bf1b-0c4b57406e94" providerId="ADAL" clId="{D09899BF-B4C0-45CB-BFB5-343984ED5BDE}" dt="2024-08-01T15:53:08.071" v="38" actId="207"/>
          <ac:spMkLst>
            <pc:docMk/>
            <pc:sldMk cId="2847251408" sldId="286"/>
            <ac:spMk id="3" creationId="{5DB95E24-0428-7F0C-7111-2EA41624D33F}"/>
          </ac:spMkLst>
        </pc:spChg>
        <pc:spChg chg="mod">
          <ac:chgData name="Amy Glidewell" userId="095a4851-014c-47ed-bf1b-0c4b57406e94" providerId="ADAL" clId="{D09899BF-B4C0-45CB-BFB5-343984ED5BDE}" dt="2024-08-01T15:53:05.234" v="37" actId="207"/>
          <ac:spMkLst>
            <pc:docMk/>
            <pc:sldMk cId="2847251408" sldId="286"/>
            <ac:spMk id="4" creationId="{902A8AAF-0D4F-D710-5F8B-63544FF1CBE7}"/>
          </ac:spMkLst>
        </pc:spChg>
      </pc:sldChg>
      <pc:sldChg chg="addSp delSp modSp mod">
        <pc:chgData name="Amy Glidewell" userId="095a4851-014c-47ed-bf1b-0c4b57406e94" providerId="ADAL" clId="{D09899BF-B4C0-45CB-BFB5-343984ED5BDE}" dt="2024-08-01T15:54:18.382" v="47" actId="255"/>
        <pc:sldMkLst>
          <pc:docMk/>
          <pc:sldMk cId="1117096729" sldId="302"/>
        </pc:sldMkLst>
        <pc:spChg chg="mod">
          <ac:chgData name="Amy Glidewell" userId="095a4851-014c-47ed-bf1b-0c4b57406e94" providerId="ADAL" clId="{D09899BF-B4C0-45CB-BFB5-343984ED5BDE}" dt="2024-08-01T15:54:18.382" v="47" actId="255"/>
          <ac:spMkLst>
            <pc:docMk/>
            <pc:sldMk cId="1117096729" sldId="302"/>
            <ac:spMk id="3" creationId="{3EE64B88-9583-276E-1483-E2A5839DDF2B}"/>
          </ac:spMkLst>
        </pc:spChg>
        <pc:spChg chg="mod">
          <ac:chgData name="Amy Glidewell" userId="095a4851-014c-47ed-bf1b-0c4b57406e94" providerId="ADAL" clId="{D09899BF-B4C0-45CB-BFB5-343984ED5BDE}" dt="2024-08-01T15:54:18.382" v="47" actId="255"/>
          <ac:spMkLst>
            <pc:docMk/>
            <pc:sldMk cId="1117096729" sldId="302"/>
            <ac:spMk id="4" creationId="{BC2E8FCC-D64B-DBE2-7016-60E364F70EC0}"/>
          </ac:spMkLst>
        </pc:spChg>
        <pc:graphicFrameChg chg="mod">
          <ac:chgData name="Amy Glidewell" userId="095a4851-014c-47ed-bf1b-0c4b57406e94" providerId="ADAL" clId="{D09899BF-B4C0-45CB-BFB5-343984ED5BDE}" dt="2024-08-01T15:43:41.076" v="12" actId="20577"/>
          <ac:graphicFrameMkLst>
            <pc:docMk/>
            <pc:sldMk cId="1117096729" sldId="302"/>
            <ac:graphicFrameMk id="7" creationId="{19560C00-7BD7-4DB6-7B9F-0B7FCC9AAA11}"/>
          </ac:graphicFrameMkLst>
        </pc:graphicFrameChg>
        <pc:picChg chg="add del">
          <ac:chgData name="Amy Glidewell" userId="095a4851-014c-47ed-bf1b-0c4b57406e94" providerId="ADAL" clId="{D09899BF-B4C0-45CB-BFB5-343984ED5BDE}" dt="2024-08-01T15:54:08.685" v="45" actId="478"/>
          <ac:picMkLst>
            <pc:docMk/>
            <pc:sldMk cId="1117096729" sldId="302"/>
            <ac:picMk id="5" creationId="{4A1D0CA8-BE0F-62A7-213A-95089FC5E8E0}"/>
          </ac:picMkLst>
        </pc:picChg>
      </pc:sldChg>
      <pc:sldChg chg="modSp mod">
        <pc:chgData name="Amy Glidewell" userId="095a4851-014c-47ed-bf1b-0c4b57406e94" providerId="ADAL" clId="{D09899BF-B4C0-45CB-BFB5-343984ED5BDE}" dt="2024-08-01T15:53:49.454" v="42" actId="207"/>
        <pc:sldMkLst>
          <pc:docMk/>
          <pc:sldMk cId="456784020" sldId="303"/>
        </pc:sldMkLst>
        <pc:spChg chg="mod">
          <ac:chgData name="Amy Glidewell" userId="095a4851-014c-47ed-bf1b-0c4b57406e94" providerId="ADAL" clId="{D09899BF-B4C0-45CB-BFB5-343984ED5BDE}" dt="2024-08-01T15:53:43.381" v="41" actId="207"/>
          <ac:spMkLst>
            <pc:docMk/>
            <pc:sldMk cId="456784020" sldId="303"/>
            <ac:spMk id="4" creationId="{DB22ACBE-72AF-A1E3-8817-B5F7B6A92899}"/>
          </ac:spMkLst>
        </pc:spChg>
        <pc:spChg chg="mod">
          <ac:chgData name="Amy Glidewell" userId="095a4851-014c-47ed-bf1b-0c4b57406e94" providerId="ADAL" clId="{D09899BF-B4C0-45CB-BFB5-343984ED5BDE}" dt="2024-08-01T15:53:49.454" v="42" actId="207"/>
          <ac:spMkLst>
            <pc:docMk/>
            <pc:sldMk cId="456784020" sldId="303"/>
            <ac:spMk id="5" creationId="{26066F7B-CEA2-A4A1-24CF-BF7F4C0BFAA1}"/>
          </ac:spMkLst>
        </pc:spChg>
      </pc:sldChg>
      <pc:sldChg chg="modSp mod">
        <pc:chgData name="Amy Glidewell" userId="095a4851-014c-47ed-bf1b-0c4b57406e94" providerId="ADAL" clId="{D09899BF-B4C0-45CB-BFB5-343984ED5BDE}" dt="2024-08-01T15:56:15.943" v="51" actId="255"/>
        <pc:sldMkLst>
          <pc:docMk/>
          <pc:sldMk cId="335944748" sldId="304"/>
        </pc:sldMkLst>
        <pc:spChg chg="mod">
          <ac:chgData name="Amy Glidewell" userId="095a4851-014c-47ed-bf1b-0c4b57406e94" providerId="ADAL" clId="{D09899BF-B4C0-45CB-BFB5-343984ED5BDE}" dt="2024-08-01T15:56:15.943" v="51" actId="255"/>
          <ac:spMkLst>
            <pc:docMk/>
            <pc:sldMk cId="335944748" sldId="304"/>
            <ac:spMk id="2" creationId="{1A83E4FB-6528-83F7-9FF2-97EAB0AFFBAC}"/>
          </ac:spMkLst>
        </pc:spChg>
        <pc:spChg chg="mod">
          <ac:chgData name="Amy Glidewell" userId="095a4851-014c-47ed-bf1b-0c4b57406e94" providerId="ADAL" clId="{D09899BF-B4C0-45CB-BFB5-343984ED5BDE}" dt="2024-08-01T15:55:28.295" v="49" actId="207"/>
          <ac:spMkLst>
            <pc:docMk/>
            <pc:sldMk cId="335944748" sldId="304"/>
            <ac:spMk id="5" creationId="{15D2E496-56E1-80B2-5DA8-4BD6C3D335F3}"/>
          </ac:spMkLst>
        </pc:spChg>
        <pc:spChg chg="mod">
          <ac:chgData name="Amy Glidewell" userId="095a4851-014c-47ed-bf1b-0c4b57406e94" providerId="ADAL" clId="{D09899BF-B4C0-45CB-BFB5-343984ED5BDE}" dt="2024-08-01T15:55:28.295" v="49" actId="207"/>
          <ac:spMkLst>
            <pc:docMk/>
            <pc:sldMk cId="335944748" sldId="304"/>
            <ac:spMk id="6" creationId="{F4ED4DEC-FEF3-B152-B2CC-C4D1482B426F}"/>
          </ac:spMkLst>
        </pc:spChg>
      </pc:sldChg>
      <pc:sldChg chg="modSp mod">
        <pc:chgData name="Amy Glidewell" userId="095a4851-014c-47ed-bf1b-0c4b57406e94" providerId="ADAL" clId="{D09899BF-B4C0-45CB-BFB5-343984ED5BDE}" dt="2024-08-01T15:56:48.602" v="55" actId="207"/>
        <pc:sldMkLst>
          <pc:docMk/>
          <pc:sldMk cId="2553449239" sldId="305"/>
        </pc:sldMkLst>
        <pc:spChg chg="mod">
          <ac:chgData name="Amy Glidewell" userId="095a4851-014c-47ed-bf1b-0c4b57406e94" providerId="ADAL" clId="{D09899BF-B4C0-45CB-BFB5-343984ED5BDE}" dt="2024-08-01T15:55:54.826" v="50" actId="1076"/>
          <ac:spMkLst>
            <pc:docMk/>
            <pc:sldMk cId="2553449239" sldId="305"/>
            <ac:spMk id="2" creationId="{8D6296B2-4CE4-5D29-C1A7-17107280F3F1}"/>
          </ac:spMkLst>
        </pc:spChg>
        <pc:spChg chg="mod">
          <ac:chgData name="Amy Glidewell" userId="095a4851-014c-47ed-bf1b-0c4b57406e94" providerId="ADAL" clId="{D09899BF-B4C0-45CB-BFB5-343984ED5BDE}" dt="2024-08-01T15:56:48.602" v="55" actId="207"/>
          <ac:spMkLst>
            <pc:docMk/>
            <pc:sldMk cId="2553449239" sldId="305"/>
            <ac:spMk id="3" creationId="{42601D21-6E17-0A12-ADDE-E464CA7066A0}"/>
          </ac:spMkLst>
        </pc:spChg>
        <pc:spChg chg="mod">
          <ac:chgData name="Amy Glidewell" userId="095a4851-014c-47ed-bf1b-0c4b57406e94" providerId="ADAL" clId="{D09899BF-B4C0-45CB-BFB5-343984ED5BDE}" dt="2024-08-01T15:56:48.602" v="55" actId="207"/>
          <ac:spMkLst>
            <pc:docMk/>
            <pc:sldMk cId="2553449239" sldId="305"/>
            <ac:spMk id="5" creationId="{A96806C1-9016-71EE-38FF-3E2CAC84D876}"/>
          </ac:spMkLst>
        </pc:spChg>
      </pc:sldChg>
      <pc:sldChg chg="modSp mod">
        <pc:chgData name="Amy Glidewell" userId="095a4851-014c-47ed-bf1b-0c4b57406e94" providerId="ADAL" clId="{D09899BF-B4C0-45CB-BFB5-343984ED5BDE}" dt="2024-08-01T15:57:09.900" v="59" actId="207"/>
        <pc:sldMkLst>
          <pc:docMk/>
          <pc:sldMk cId="2989468001" sldId="306"/>
        </pc:sldMkLst>
        <pc:spChg chg="mod">
          <ac:chgData name="Amy Glidewell" userId="095a4851-014c-47ed-bf1b-0c4b57406e94" providerId="ADAL" clId="{D09899BF-B4C0-45CB-BFB5-343984ED5BDE}" dt="2024-08-01T15:57:09.900" v="59" actId="207"/>
          <ac:spMkLst>
            <pc:docMk/>
            <pc:sldMk cId="2989468001" sldId="306"/>
            <ac:spMk id="4" creationId="{A1149A32-4F5B-0D33-B64F-8DFC3A91FE46}"/>
          </ac:spMkLst>
        </pc:spChg>
        <pc:spChg chg="mod">
          <ac:chgData name="Amy Glidewell" userId="095a4851-014c-47ed-bf1b-0c4b57406e94" providerId="ADAL" clId="{D09899BF-B4C0-45CB-BFB5-343984ED5BDE}" dt="2024-08-01T15:57:09.900" v="59" actId="207"/>
          <ac:spMkLst>
            <pc:docMk/>
            <pc:sldMk cId="2989468001" sldId="306"/>
            <ac:spMk id="5" creationId="{9FDBCC94-E7E5-F80B-260E-10F7E54A4C0D}"/>
          </ac:spMkLst>
        </pc:spChg>
      </pc:sldChg>
      <pc:sldChg chg="modSp mod">
        <pc:chgData name="Amy Glidewell" userId="095a4851-014c-47ed-bf1b-0c4b57406e94" providerId="ADAL" clId="{D09899BF-B4C0-45CB-BFB5-343984ED5BDE}" dt="2024-08-01T15:58:41.284" v="69" actId="207"/>
        <pc:sldMkLst>
          <pc:docMk/>
          <pc:sldMk cId="2820102218" sldId="309"/>
        </pc:sldMkLst>
        <pc:spChg chg="mod">
          <ac:chgData name="Amy Glidewell" userId="095a4851-014c-47ed-bf1b-0c4b57406e94" providerId="ADAL" clId="{D09899BF-B4C0-45CB-BFB5-343984ED5BDE}" dt="2024-08-01T15:58:41.284" v="69" actId="207"/>
          <ac:spMkLst>
            <pc:docMk/>
            <pc:sldMk cId="2820102218" sldId="309"/>
            <ac:spMk id="3" creationId="{88A5397B-AA5E-A979-0FB4-4B27B506705B}"/>
          </ac:spMkLst>
        </pc:spChg>
        <pc:spChg chg="mod">
          <ac:chgData name="Amy Glidewell" userId="095a4851-014c-47ed-bf1b-0c4b57406e94" providerId="ADAL" clId="{D09899BF-B4C0-45CB-BFB5-343984ED5BDE}" dt="2024-08-01T15:58:38.628" v="68" actId="207"/>
          <ac:spMkLst>
            <pc:docMk/>
            <pc:sldMk cId="2820102218" sldId="309"/>
            <ac:spMk id="6" creationId="{9AD94688-83D3-B8CB-013E-93B4DEEBFDB8}"/>
          </ac:spMkLst>
        </pc:spChg>
      </pc:sldChg>
      <pc:sldChg chg="modSp mod ord">
        <pc:chgData name="Amy Glidewell" userId="095a4851-014c-47ed-bf1b-0c4b57406e94" providerId="ADAL" clId="{D09899BF-B4C0-45CB-BFB5-343984ED5BDE}" dt="2024-08-01T15:54:00.547" v="44" actId="207"/>
        <pc:sldMkLst>
          <pc:docMk/>
          <pc:sldMk cId="3015136318" sldId="310"/>
        </pc:sldMkLst>
        <pc:spChg chg="mod">
          <ac:chgData name="Amy Glidewell" userId="095a4851-014c-47ed-bf1b-0c4b57406e94" providerId="ADAL" clId="{D09899BF-B4C0-45CB-BFB5-343984ED5BDE}" dt="2024-08-01T15:54:00.547" v="44" actId="207"/>
          <ac:spMkLst>
            <pc:docMk/>
            <pc:sldMk cId="3015136318" sldId="310"/>
            <ac:spMk id="4" creationId="{D9370A64-C01F-1850-5D34-EFEDED8F41FC}"/>
          </ac:spMkLst>
        </pc:spChg>
        <pc:spChg chg="mod">
          <ac:chgData name="Amy Glidewell" userId="095a4851-014c-47ed-bf1b-0c4b57406e94" providerId="ADAL" clId="{D09899BF-B4C0-45CB-BFB5-343984ED5BDE}" dt="2024-08-01T15:54:00.547" v="44" actId="207"/>
          <ac:spMkLst>
            <pc:docMk/>
            <pc:sldMk cId="3015136318" sldId="310"/>
            <ac:spMk id="5" creationId="{2FFFF0BB-6058-A3C7-0285-9E0437F53A6D}"/>
          </ac:spMkLst>
        </pc:spChg>
      </pc:sldChg>
      <pc:sldChg chg="modSp mod">
        <pc:chgData name="Amy Glidewell" userId="095a4851-014c-47ed-bf1b-0c4b57406e94" providerId="ADAL" clId="{D09899BF-B4C0-45CB-BFB5-343984ED5BDE}" dt="2024-08-01T15:59:19.319" v="71" actId="207"/>
        <pc:sldMkLst>
          <pc:docMk/>
          <pc:sldMk cId="1188309322" sldId="311"/>
        </pc:sldMkLst>
        <pc:spChg chg="mod">
          <ac:chgData name="Amy Glidewell" userId="095a4851-014c-47ed-bf1b-0c4b57406e94" providerId="ADAL" clId="{D09899BF-B4C0-45CB-BFB5-343984ED5BDE}" dt="2024-08-01T15:59:19.319" v="71" actId="207"/>
          <ac:spMkLst>
            <pc:docMk/>
            <pc:sldMk cId="1188309322" sldId="311"/>
            <ac:spMk id="4" creationId="{12243DA8-539D-6C34-1439-4D77753C3D00}"/>
          </ac:spMkLst>
        </pc:spChg>
        <pc:spChg chg="mod">
          <ac:chgData name="Amy Glidewell" userId="095a4851-014c-47ed-bf1b-0c4b57406e94" providerId="ADAL" clId="{D09899BF-B4C0-45CB-BFB5-343984ED5BDE}" dt="2024-08-01T15:59:19.319" v="71" actId="207"/>
          <ac:spMkLst>
            <pc:docMk/>
            <pc:sldMk cId="1188309322" sldId="311"/>
            <ac:spMk id="5" creationId="{ED2D0EAC-F1C5-4461-04C3-34A823C82243}"/>
          </ac:spMkLst>
        </pc:spChg>
      </pc:sldChg>
      <pc:sldChg chg="modSp mod">
        <pc:chgData name="Amy Glidewell" userId="095a4851-014c-47ed-bf1b-0c4b57406e94" providerId="ADAL" clId="{D09899BF-B4C0-45CB-BFB5-343984ED5BDE}" dt="2024-08-01T15:59:35.958" v="73" actId="255"/>
        <pc:sldMkLst>
          <pc:docMk/>
          <pc:sldMk cId="3922796479" sldId="312"/>
        </pc:sldMkLst>
        <pc:spChg chg="mod">
          <ac:chgData name="Amy Glidewell" userId="095a4851-014c-47ed-bf1b-0c4b57406e94" providerId="ADAL" clId="{D09899BF-B4C0-45CB-BFB5-343984ED5BDE}" dt="2024-08-01T15:59:35.958" v="73" actId="255"/>
          <ac:spMkLst>
            <pc:docMk/>
            <pc:sldMk cId="3922796479" sldId="312"/>
            <ac:spMk id="3" creationId="{2196709E-7947-477B-1D8E-EDCA34C47F1C}"/>
          </ac:spMkLst>
        </pc:spChg>
        <pc:spChg chg="mod">
          <ac:chgData name="Amy Glidewell" userId="095a4851-014c-47ed-bf1b-0c4b57406e94" providerId="ADAL" clId="{D09899BF-B4C0-45CB-BFB5-343984ED5BDE}" dt="2024-08-01T15:59:35.958" v="73" actId="255"/>
          <ac:spMkLst>
            <pc:docMk/>
            <pc:sldMk cId="3922796479" sldId="312"/>
            <ac:spMk id="5" creationId="{D880101C-4997-4755-BC29-276DC54CC0A8}"/>
          </ac:spMkLst>
        </pc:spChg>
      </pc:sldChg>
      <pc:sldChg chg="delSp modSp mod">
        <pc:chgData name="Amy Glidewell" userId="095a4851-014c-47ed-bf1b-0c4b57406e94" providerId="ADAL" clId="{D09899BF-B4C0-45CB-BFB5-343984ED5BDE}" dt="2024-08-01T15:59:52.960" v="76" actId="207"/>
        <pc:sldMkLst>
          <pc:docMk/>
          <pc:sldMk cId="167352425" sldId="313"/>
        </pc:sldMkLst>
        <pc:spChg chg="mod">
          <ac:chgData name="Amy Glidewell" userId="095a4851-014c-47ed-bf1b-0c4b57406e94" providerId="ADAL" clId="{D09899BF-B4C0-45CB-BFB5-343984ED5BDE}" dt="2024-08-01T15:59:52.960" v="76" actId="207"/>
          <ac:spMkLst>
            <pc:docMk/>
            <pc:sldMk cId="167352425" sldId="313"/>
            <ac:spMk id="4" creationId="{F8149C0B-5725-7024-8D93-272B1BE03536}"/>
          </ac:spMkLst>
        </pc:spChg>
        <pc:spChg chg="mod">
          <ac:chgData name="Amy Glidewell" userId="095a4851-014c-47ed-bf1b-0c4b57406e94" providerId="ADAL" clId="{D09899BF-B4C0-45CB-BFB5-343984ED5BDE}" dt="2024-08-01T15:59:52.960" v="76" actId="207"/>
          <ac:spMkLst>
            <pc:docMk/>
            <pc:sldMk cId="167352425" sldId="313"/>
            <ac:spMk id="6" creationId="{11C79F6B-C155-3779-B20F-218E8390E74A}"/>
          </ac:spMkLst>
        </pc:spChg>
        <pc:picChg chg="del">
          <ac:chgData name="Amy Glidewell" userId="095a4851-014c-47ed-bf1b-0c4b57406e94" providerId="ADAL" clId="{D09899BF-B4C0-45CB-BFB5-343984ED5BDE}" dt="2024-08-01T15:59:44.379" v="74" actId="478"/>
          <ac:picMkLst>
            <pc:docMk/>
            <pc:sldMk cId="167352425" sldId="313"/>
            <ac:picMk id="5" creationId="{817478BA-2026-110F-0891-874D7F7FB529}"/>
          </ac:picMkLst>
        </pc:picChg>
      </pc:sldChg>
      <pc:sldChg chg="modSp mod">
        <pc:chgData name="Amy Glidewell" userId="095a4851-014c-47ed-bf1b-0c4b57406e94" providerId="ADAL" clId="{D09899BF-B4C0-45CB-BFB5-343984ED5BDE}" dt="2024-08-01T16:26:55.075" v="252" actId="732"/>
        <pc:sldMkLst>
          <pc:docMk/>
          <pc:sldMk cId="1468088889" sldId="314"/>
        </pc:sldMkLst>
        <pc:spChg chg="mod">
          <ac:chgData name="Amy Glidewell" userId="095a4851-014c-47ed-bf1b-0c4b57406e94" providerId="ADAL" clId="{D09899BF-B4C0-45CB-BFB5-343984ED5BDE}" dt="2024-08-01T16:00:04.755" v="78" actId="255"/>
          <ac:spMkLst>
            <pc:docMk/>
            <pc:sldMk cId="1468088889" sldId="314"/>
            <ac:spMk id="4" creationId="{A65843AF-B7A3-95B6-B580-D0ADD37856D3}"/>
          </ac:spMkLst>
        </pc:spChg>
        <pc:spChg chg="mod">
          <ac:chgData name="Amy Glidewell" userId="095a4851-014c-47ed-bf1b-0c4b57406e94" providerId="ADAL" clId="{D09899BF-B4C0-45CB-BFB5-343984ED5BDE}" dt="2024-08-01T16:00:04.755" v="78" actId="255"/>
          <ac:spMkLst>
            <pc:docMk/>
            <pc:sldMk cId="1468088889" sldId="314"/>
            <ac:spMk id="6" creationId="{E184CB39-A04D-627B-8EA6-32E508BE13CB}"/>
          </ac:spMkLst>
        </pc:spChg>
        <pc:picChg chg="mod modCrop">
          <ac:chgData name="Amy Glidewell" userId="095a4851-014c-47ed-bf1b-0c4b57406e94" providerId="ADAL" clId="{D09899BF-B4C0-45CB-BFB5-343984ED5BDE}" dt="2024-08-01T16:26:55.075" v="252" actId="732"/>
          <ac:picMkLst>
            <pc:docMk/>
            <pc:sldMk cId="1468088889" sldId="314"/>
            <ac:picMk id="5" creationId="{CFAF9D45-FC3A-DCFD-D538-F7060A9F2DEA}"/>
          </ac:picMkLst>
        </pc:picChg>
      </pc:sldChg>
      <pc:sldChg chg="modSp mod">
        <pc:chgData name="Amy Glidewell" userId="095a4851-014c-47ed-bf1b-0c4b57406e94" providerId="ADAL" clId="{D09899BF-B4C0-45CB-BFB5-343984ED5BDE}" dt="2024-08-01T16:01:29.480" v="85" actId="207"/>
        <pc:sldMkLst>
          <pc:docMk/>
          <pc:sldMk cId="3347326988" sldId="315"/>
        </pc:sldMkLst>
        <pc:spChg chg="mod">
          <ac:chgData name="Amy Glidewell" userId="095a4851-014c-47ed-bf1b-0c4b57406e94" providerId="ADAL" clId="{D09899BF-B4C0-45CB-BFB5-343984ED5BDE}" dt="2024-08-01T16:01:29.480" v="85" actId="207"/>
          <ac:spMkLst>
            <pc:docMk/>
            <pc:sldMk cId="3347326988" sldId="315"/>
            <ac:spMk id="4" creationId="{F8A0C592-EDB1-E217-0B0E-CC40D27E9DC2}"/>
          </ac:spMkLst>
        </pc:spChg>
        <pc:spChg chg="mod">
          <ac:chgData name="Amy Glidewell" userId="095a4851-014c-47ed-bf1b-0c4b57406e94" providerId="ADAL" clId="{D09899BF-B4C0-45CB-BFB5-343984ED5BDE}" dt="2024-08-01T16:01:29.480" v="85" actId="207"/>
          <ac:spMkLst>
            <pc:docMk/>
            <pc:sldMk cId="3347326988" sldId="315"/>
            <ac:spMk id="5" creationId="{0A961606-E27C-47A7-F7EF-2DCC9B67B30E}"/>
          </ac:spMkLst>
        </pc:spChg>
      </pc:sldChg>
      <pc:sldChg chg="delSp modSp mod">
        <pc:chgData name="Amy Glidewell" userId="095a4851-014c-47ed-bf1b-0c4b57406e94" providerId="ADAL" clId="{D09899BF-B4C0-45CB-BFB5-343984ED5BDE}" dt="2024-08-01T15:57:31.529" v="63" actId="207"/>
        <pc:sldMkLst>
          <pc:docMk/>
          <pc:sldMk cId="1926509927" sldId="336"/>
        </pc:sldMkLst>
        <pc:spChg chg="mod">
          <ac:chgData name="Amy Glidewell" userId="095a4851-014c-47ed-bf1b-0c4b57406e94" providerId="ADAL" clId="{D09899BF-B4C0-45CB-BFB5-343984ED5BDE}" dt="2024-08-01T15:57:31.529" v="63" actId="207"/>
          <ac:spMkLst>
            <pc:docMk/>
            <pc:sldMk cId="1926509927" sldId="336"/>
            <ac:spMk id="3" creationId="{51C93260-7278-8EF2-81F5-AEF78D400117}"/>
          </ac:spMkLst>
        </pc:spChg>
        <pc:spChg chg="mod">
          <ac:chgData name="Amy Glidewell" userId="095a4851-014c-47ed-bf1b-0c4b57406e94" providerId="ADAL" clId="{D09899BF-B4C0-45CB-BFB5-343984ED5BDE}" dt="2024-08-01T15:57:31.529" v="63" actId="207"/>
          <ac:spMkLst>
            <pc:docMk/>
            <pc:sldMk cId="1926509927" sldId="336"/>
            <ac:spMk id="5" creationId="{7B63BC32-6AF4-D7FD-25A8-BDDFF6BF2FC5}"/>
          </ac:spMkLst>
        </pc:spChg>
        <pc:spChg chg="mod">
          <ac:chgData name="Amy Glidewell" userId="095a4851-014c-47ed-bf1b-0c4b57406e94" providerId="ADAL" clId="{D09899BF-B4C0-45CB-BFB5-343984ED5BDE}" dt="2024-08-01T15:57:21.437" v="61" actId="14100"/>
          <ac:spMkLst>
            <pc:docMk/>
            <pc:sldMk cId="1926509927" sldId="336"/>
            <ac:spMk id="9" creationId="{CD993FC0-0F8C-D257-51DF-5034CF4BBF57}"/>
          </ac:spMkLst>
        </pc:spChg>
        <pc:picChg chg="del">
          <ac:chgData name="Amy Glidewell" userId="095a4851-014c-47ed-bf1b-0c4b57406e94" providerId="ADAL" clId="{D09899BF-B4C0-45CB-BFB5-343984ED5BDE}" dt="2024-08-01T15:57:16.016" v="60" actId="478"/>
          <ac:picMkLst>
            <pc:docMk/>
            <pc:sldMk cId="1926509927" sldId="336"/>
            <ac:picMk id="6" creationId="{AEA45175-861E-2F1E-DDD2-467F602085AE}"/>
          </ac:picMkLst>
        </pc:picChg>
      </pc:sldChg>
      <pc:sldChg chg="modSp mod">
        <pc:chgData name="Amy Glidewell" userId="095a4851-014c-47ed-bf1b-0c4b57406e94" providerId="ADAL" clId="{D09899BF-B4C0-45CB-BFB5-343984ED5BDE}" dt="2024-08-01T16:26:05.469" v="251" actId="255"/>
        <pc:sldMkLst>
          <pc:docMk/>
          <pc:sldMk cId="98456676" sldId="345"/>
        </pc:sldMkLst>
        <pc:spChg chg="mod">
          <ac:chgData name="Amy Glidewell" userId="095a4851-014c-47ed-bf1b-0c4b57406e94" providerId="ADAL" clId="{D09899BF-B4C0-45CB-BFB5-343984ED5BDE}" dt="2024-08-01T16:26:05.469" v="251" actId="255"/>
          <ac:spMkLst>
            <pc:docMk/>
            <pc:sldMk cId="98456676" sldId="345"/>
            <ac:spMk id="4" creationId="{96805506-FB1E-E4C7-C00C-A14C49C9462E}"/>
          </ac:spMkLst>
        </pc:spChg>
        <pc:spChg chg="mod">
          <ac:chgData name="Amy Glidewell" userId="095a4851-014c-47ed-bf1b-0c4b57406e94" providerId="ADAL" clId="{D09899BF-B4C0-45CB-BFB5-343984ED5BDE}" dt="2024-08-01T16:26:05.469" v="251" actId="255"/>
          <ac:spMkLst>
            <pc:docMk/>
            <pc:sldMk cId="98456676" sldId="345"/>
            <ac:spMk id="5" creationId="{F3EDDF9A-7923-BE82-ABAA-438C550391D3}"/>
          </ac:spMkLst>
        </pc:spChg>
      </pc:sldChg>
      <pc:sldChg chg="modSp mod">
        <pc:chgData name="Amy Glidewell" userId="095a4851-014c-47ed-bf1b-0c4b57406e94" providerId="ADAL" clId="{D09899BF-B4C0-45CB-BFB5-343984ED5BDE}" dt="2024-08-01T15:56:58.758" v="57" actId="207"/>
        <pc:sldMkLst>
          <pc:docMk/>
          <pc:sldMk cId="559562271" sldId="348"/>
        </pc:sldMkLst>
        <pc:spChg chg="mod">
          <ac:chgData name="Amy Glidewell" userId="095a4851-014c-47ed-bf1b-0c4b57406e94" providerId="ADAL" clId="{D09899BF-B4C0-45CB-BFB5-343984ED5BDE}" dt="2024-08-01T15:56:58.758" v="57" actId="207"/>
          <ac:spMkLst>
            <pc:docMk/>
            <pc:sldMk cId="559562271" sldId="348"/>
            <ac:spMk id="4" creationId="{F8A0C592-EDB1-E217-0B0E-CC40D27E9DC2}"/>
          </ac:spMkLst>
        </pc:spChg>
        <pc:spChg chg="mod">
          <ac:chgData name="Amy Glidewell" userId="095a4851-014c-47ed-bf1b-0c4b57406e94" providerId="ADAL" clId="{D09899BF-B4C0-45CB-BFB5-343984ED5BDE}" dt="2024-08-01T15:56:58.758" v="57" actId="207"/>
          <ac:spMkLst>
            <pc:docMk/>
            <pc:sldMk cId="559562271" sldId="348"/>
            <ac:spMk id="6" creationId="{4A83C7A9-E156-0591-0004-0908B482DEA3}"/>
          </ac:spMkLst>
        </pc:spChg>
        <pc:picChg chg="mod">
          <ac:chgData name="Amy Glidewell" userId="095a4851-014c-47ed-bf1b-0c4b57406e94" providerId="ADAL" clId="{D09899BF-B4C0-45CB-BFB5-343984ED5BDE}" dt="2024-08-01T15:56:36.101" v="53" actId="1076"/>
          <ac:picMkLst>
            <pc:docMk/>
            <pc:sldMk cId="559562271" sldId="348"/>
            <ac:picMk id="5" creationId="{371AD9E4-D73C-CBEC-A3CF-F1251AE39323}"/>
          </ac:picMkLst>
        </pc:picChg>
      </pc:sldChg>
      <pc:sldChg chg="modSp mod">
        <pc:chgData name="Amy Glidewell" userId="095a4851-014c-47ed-bf1b-0c4b57406e94" providerId="ADAL" clId="{D09899BF-B4C0-45CB-BFB5-343984ED5BDE}" dt="2024-08-01T15:58:21.501" v="65" actId="207"/>
        <pc:sldMkLst>
          <pc:docMk/>
          <pc:sldMk cId="361004249" sldId="350"/>
        </pc:sldMkLst>
        <pc:spChg chg="mod">
          <ac:chgData name="Amy Glidewell" userId="095a4851-014c-47ed-bf1b-0c4b57406e94" providerId="ADAL" clId="{D09899BF-B4C0-45CB-BFB5-343984ED5BDE}" dt="2024-08-01T15:58:21.501" v="65" actId="207"/>
          <ac:spMkLst>
            <pc:docMk/>
            <pc:sldMk cId="361004249" sldId="350"/>
            <ac:spMk id="4" creationId="{D9370A64-C01F-1850-5D34-EFEDED8F41FC}"/>
          </ac:spMkLst>
        </pc:spChg>
        <pc:spChg chg="mod">
          <ac:chgData name="Amy Glidewell" userId="095a4851-014c-47ed-bf1b-0c4b57406e94" providerId="ADAL" clId="{D09899BF-B4C0-45CB-BFB5-343984ED5BDE}" dt="2024-08-01T15:58:21.501" v="65" actId="207"/>
          <ac:spMkLst>
            <pc:docMk/>
            <pc:sldMk cId="361004249" sldId="350"/>
            <ac:spMk id="5" creationId="{A55D2D3A-F20A-5C25-0C54-FEC50B43AE50}"/>
          </ac:spMkLst>
        </pc:spChg>
      </pc:sldChg>
      <pc:sldChg chg="delSp modSp mod">
        <pc:chgData name="Amy Glidewell" userId="095a4851-014c-47ed-bf1b-0c4b57406e94" providerId="ADAL" clId="{D09899BF-B4C0-45CB-BFB5-343984ED5BDE}" dt="2024-08-01T16:00:50.153" v="83" actId="1076"/>
        <pc:sldMkLst>
          <pc:docMk/>
          <pc:sldMk cId="1643517338" sldId="351"/>
        </pc:sldMkLst>
        <pc:spChg chg="mod">
          <ac:chgData name="Amy Glidewell" userId="095a4851-014c-47ed-bf1b-0c4b57406e94" providerId="ADAL" clId="{D09899BF-B4C0-45CB-BFB5-343984ED5BDE}" dt="2024-08-01T16:00:50.153" v="83" actId="1076"/>
          <ac:spMkLst>
            <pc:docMk/>
            <pc:sldMk cId="1643517338" sldId="351"/>
            <ac:spMk id="3" creationId="{0F9F636D-C546-AA17-2387-E6297159EFDC}"/>
          </ac:spMkLst>
        </pc:spChg>
        <pc:spChg chg="mod">
          <ac:chgData name="Amy Glidewell" userId="095a4851-014c-47ed-bf1b-0c4b57406e94" providerId="ADAL" clId="{D09899BF-B4C0-45CB-BFB5-343984ED5BDE}" dt="2024-08-01T16:00:18.970" v="80" actId="207"/>
          <ac:spMkLst>
            <pc:docMk/>
            <pc:sldMk cId="1643517338" sldId="351"/>
            <ac:spMk id="4" creationId="{F8A0C592-EDB1-E217-0B0E-CC40D27E9DC2}"/>
          </ac:spMkLst>
        </pc:spChg>
        <pc:spChg chg="mod">
          <ac:chgData name="Amy Glidewell" userId="095a4851-014c-47ed-bf1b-0c4b57406e94" providerId="ADAL" clId="{D09899BF-B4C0-45CB-BFB5-343984ED5BDE}" dt="2024-08-01T16:00:18.970" v="80" actId="207"/>
          <ac:spMkLst>
            <pc:docMk/>
            <pc:sldMk cId="1643517338" sldId="351"/>
            <ac:spMk id="6" creationId="{C8483F63-9F34-34FC-A3A9-65AC003A7F2A}"/>
          </ac:spMkLst>
        </pc:spChg>
        <pc:picChg chg="del">
          <ac:chgData name="Amy Glidewell" userId="095a4851-014c-47ed-bf1b-0c4b57406e94" providerId="ADAL" clId="{D09899BF-B4C0-45CB-BFB5-343984ED5BDE}" dt="2024-08-01T16:00:12.112" v="79" actId="478"/>
          <ac:picMkLst>
            <pc:docMk/>
            <pc:sldMk cId="1643517338" sldId="351"/>
            <ac:picMk id="5" creationId="{B76D1E10-74B1-0F86-3B76-81D33FD2AC29}"/>
          </ac:picMkLst>
        </pc:picChg>
      </pc:sldChg>
      <pc:sldChg chg="modSp mod">
        <pc:chgData name="Amy Glidewell" userId="095a4851-014c-47ed-bf1b-0c4b57406e94" providerId="ADAL" clId="{D09899BF-B4C0-45CB-BFB5-343984ED5BDE}" dt="2024-08-01T16:01:06.310" v="84" actId="207"/>
        <pc:sldMkLst>
          <pc:docMk/>
          <pc:sldMk cId="617626877" sldId="352"/>
        </pc:sldMkLst>
        <pc:spChg chg="mod">
          <ac:chgData name="Amy Glidewell" userId="095a4851-014c-47ed-bf1b-0c4b57406e94" providerId="ADAL" clId="{D09899BF-B4C0-45CB-BFB5-343984ED5BDE}" dt="2024-08-01T16:01:06.310" v="84" actId="207"/>
          <ac:spMkLst>
            <pc:docMk/>
            <pc:sldMk cId="617626877" sldId="352"/>
            <ac:spMk id="4" creationId="{D9370A64-C01F-1850-5D34-EFEDED8F41FC}"/>
          </ac:spMkLst>
        </pc:spChg>
        <pc:spChg chg="mod">
          <ac:chgData name="Amy Glidewell" userId="095a4851-014c-47ed-bf1b-0c4b57406e94" providerId="ADAL" clId="{D09899BF-B4C0-45CB-BFB5-343984ED5BDE}" dt="2024-08-01T16:01:06.310" v="84" actId="207"/>
          <ac:spMkLst>
            <pc:docMk/>
            <pc:sldMk cId="617626877" sldId="352"/>
            <ac:spMk id="5" creationId="{A55D2D3A-F20A-5C25-0C54-FEC50B43AE50}"/>
          </ac:spMkLst>
        </pc:spChg>
      </pc:sldChg>
      <pc:sldChg chg="modSp mod">
        <pc:chgData name="Amy Glidewell" userId="095a4851-014c-47ed-bf1b-0c4b57406e94" providerId="ADAL" clId="{D09899BF-B4C0-45CB-BFB5-343984ED5BDE}" dt="2024-08-01T16:01:38.396" v="86" actId="207"/>
        <pc:sldMkLst>
          <pc:docMk/>
          <pc:sldMk cId="157069127" sldId="353"/>
        </pc:sldMkLst>
        <pc:spChg chg="mod">
          <ac:chgData name="Amy Glidewell" userId="095a4851-014c-47ed-bf1b-0c4b57406e94" providerId="ADAL" clId="{D09899BF-B4C0-45CB-BFB5-343984ED5BDE}" dt="2024-08-01T16:01:38.396" v="86" actId="207"/>
          <ac:spMkLst>
            <pc:docMk/>
            <pc:sldMk cId="157069127" sldId="353"/>
            <ac:spMk id="4" creationId="{968ADEC1-6200-28A3-2365-4D2686C3FC2F}"/>
          </ac:spMkLst>
        </pc:spChg>
        <pc:spChg chg="mod">
          <ac:chgData name="Amy Glidewell" userId="095a4851-014c-47ed-bf1b-0c4b57406e94" providerId="ADAL" clId="{D09899BF-B4C0-45CB-BFB5-343984ED5BDE}" dt="2024-08-01T16:01:38.396" v="86" actId="207"/>
          <ac:spMkLst>
            <pc:docMk/>
            <pc:sldMk cId="157069127" sldId="353"/>
            <ac:spMk id="5" creationId="{D7EFE4D5-A136-F422-3D6F-FB25667542E7}"/>
          </ac:spMkLst>
        </pc:spChg>
      </pc:sldChg>
      <pc:sldChg chg="modSp mod">
        <pc:chgData name="Amy Glidewell" userId="095a4851-014c-47ed-bf1b-0c4b57406e94" providerId="ADAL" clId="{D09899BF-B4C0-45CB-BFB5-343984ED5BDE}" dt="2024-08-01T16:01:50.951" v="87" actId="207"/>
        <pc:sldMkLst>
          <pc:docMk/>
          <pc:sldMk cId="4164609472" sldId="354"/>
        </pc:sldMkLst>
        <pc:spChg chg="mod">
          <ac:chgData name="Amy Glidewell" userId="095a4851-014c-47ed-bf1b-0c4b57406e94" providerId="ADAL" clId="{D09899BF-B4C0-45CB-BFB5-343984ED5BDE}" dt="2024-08-01T16:01:50.951" v="87" actId="207"/>
          <ac:spMkLst>
            <pc:docMk/>
            <pc:sldMk cId="4164609472" sldId="354"/>
            <ac:spMk id="4" creationId="{4821598B-7F8E-758D-7374-7A73BA66F12E}"/>
          </ac:spMkLst>
        </pc:spChg>
        <pc:spChg chg="mod">
          <ac:chgData name="Amy Glidewell" userId="095a4851-014c-47ed-bf1b-0c4b57406e94" providerId="ADAL" clId="{D09899BF-B4C0-45CB-BFB5-343984ED5BDE}" dt="2024-08-01T16:01:50.951" v="87" actId="207"/>
          <ac:spMkLst>
            <pc:docMk/>
            <pc:sldMk cId="4164609472" sldId="354"/>
            <ac:spMk id="5" creationId="{4263FEDE-A2BB-D2FC-AB7B-41B34EE6721B}"/>
          </ac:spMkLst>
        </pc:spChg>
      </pc:sldChg>
      <pc:sldChg chg="modSp mod">
        <pc:chgData name="Amy Glidewell" userId="095a4851-014c-47ed-bf1b-0c4b57406e94" providerId="ADAL" clId="{D09899BF-B4C0-45CB-BFB5-343984ED5BDE}" dt="2024-08-01T16:13:44.446" v="95" actId="207"/>
        <pc:sldMkLst>
          <pc:docMk/>
          <pc:sldMk cId="721318003" sldId="355"/>
        </pc:sldMkLst>
        <pc:spChg chg="mod">
          <ac:chgData name="Amy Glidewell" userId="095a4851-014c-47ed-bf1b-0c4b57406e94" providerId="ADAL" clId="{D09899BF-B4C0-45CB-BFB5-343984ED5BDE}" dt="2024-08-01T16:13:44.446" v="95" actId="207"/>
          <ac:spMkLst>
            <pc:docMk/>
            <pc:sldMk cId="721318003" sldId="355"/>
            <ac:spMk id="4" creationId="{4821598B-7F8E-758D-7374-7A73BA66F12E}"/>
          </ac:spMkLst>
        </pc:spChg>
        <pc:spChg chg="mod">
          <ac:chgData name="Amy Glidewell" userId="095a4851-014c-47ed-bf1b-0c4b57406e94" providerId="ADAL" clId="{D09899BF-B4C0-45CB-BFB5-343984ED5BDE}" dt="2024-08-01T16:13:44.446" v="95" actId="207"/>
          <ac:spMkLst>
            <pc:docMk/>
            <pc:sldMk cId="721318003" sldId="355"/>
            <ac:spMk id="5" creationId="{4263FEDE-A2BB-D2FC-AB7B-41B34EE6721B}"/>
          </ac:spMkLst>
        </pc:spChg>
      </pc:sldChg>
      <pc:sldChg chg="modSp mod">
        <pc:chgData name="Amy Glidewell" userId="095a4851-014c-47ed-bf1b-0c4b57406e94" providerId="ADAL" clId="{D09899BF-B4C0-45CB-BFB5-343984ED5BDE}" dt="2024-08-01T16:13:54.246" v="97" actId="207"/>
        <pc:sldMkLst>
          <pc:docMk/>
          <pc:sldMk cId="81601212" sldId="356"/>
        </pc:sldMkLst>
        <pc:spChg chg="mod">
          <ac:chgData name="Amy Glidewell" userId="095a4851-014c-47ed-bf1b-0c4b57406e94" providerId="ADAL" clId="{D09899BF-B4C0-45CB-BFB5-343984ED5BDE}" dt="2024-08-01T16:13:54.246" v="97" actId="207"/>
          <ac:spMkLst>
            <pc:docMk/>
            <pc:sldMk cId="81601212" sldId="356"/>
            <ac:spMk id="4" creationId="{4821598B-7F8E-758D-7374-7A73BA66F12E}"/>
          </ac:spMkLst>
        </pc:spChg>
        <pc:spChg chg="mod">
          <ac:chgData name="Amy Glidewell" userId="095a4851-014c-47ed-bf1b-0c4b57406e94" providerId="ADAL" clId="{D09899BF-B4C0-45CB-BFB5-343984ED5BDE}" dt="2024-08-01T16:13:54.246" v="97" actId="207"/>
          <ac:spMkLst>
            <pc:docMk/>
            <pc:sldMk cId="81601212" sldId="356"/>
            <ac:spMk id="5" creationId="{4263FEDE-A2BB-D2FC-AB7B-41B34EE6721B}"/>
          </ac:spMkLst>
        </pc:spChg>
      </pc:sldChg>
      <pc:sldChg chg="delSp modSp mod">
        <pc:chgData name="Amy Glidewell" userId="095a4851-014c-47ed-bf1b-0c4b57406e94" providerId="ADAL" clId="{D09899BF-B4C0-45CB-BFB5-343984ED5BDE}" dt="2024-08-01T15:52:09.547" v="30" actId="1076"/>
        <pc:sldMkLst>
          <pc:docMk/>
          <pc:sldMk cId="3422546705" sldId="357"/>
        </pc:sldMkLst>
        <pc:spChg chg="mod">
          <ac:chgData name="Amy Glidewell" userId="095a4851-014c-47ed-bf1b-0c4b57406e94" providerId="ADAL" clId="{D09899BF-B4C0-45CB-BFB5-343984ED5BDE}" dt="2024-08-01T15:52:00.423" v="29" actId="207"/>
          <ac:spMkLst>
            <pc:docMk/>
            <pc:sldMk cId="3422546705" sldId="357"/>
            <ac:spMk id="4" creationId="{4821598B-7F8E-758D-7374-7A73BA66F12E}"/>
          </ac:spMkLst>
        </pc:spChg>
        <pc:spChg chg="mod">
          <ac:chgData name="Amy Glidewell" userId="095a4851-014c-47ed-bf1b-0c4b57406e94" providerId="ADAL" clId="{D09899BF-B4C0-45CB-BFB5-343984ED5BDE}" dt="2024-08-01T15:52:00.423" v="29" actId="207"/>
          <ac:spMkLst>
            <pc:docMk/>
            <pc:sldMk cId="3422546705" sldId="357"/>
            <ac:spMk id="5" creationId="{4263FEDE-A2BB-D2FC-AB7B-41B34EE6721B}"/>
          </ac:spMkLst>
        </pc:spChg>
        <pc:graphicFrameChg chg="mod">
          <ac:chgData name="Amy Glidewell" userId="095a4851-014c-47ed-bf1b-0c4b57406e94" providerId="ADAL" clId="{D09899BF-B4C0-45CB-BFB5-343984ED5BDE}" dt="2024-08-01T15:52:09.547" v="30" actId="1076"/>
          <ac:graphicFrameMkLst>
            <pc:docMk/>
            <pc:sldMk cId="3422546705" sldId="357"/>
            <ac:graphicFrameMk id="8" creationId="{7C67A4DB-7B3A-94BB-229F-046F6E390FD8}"/>
          </ac:graphicFrameMkLst>
        </pc:graphicFrameChg>
        <pc:picChg chg="del">
          <ac:chgData name="Amy Glidewell" userId="095a4851-014c-47ed-bf1b-0c4b57406e94" providerId="ADAL" clId="{D09899BF-B4C0-45CB-BFB5-343984ED5BDE}" dt="2024-08-01T15:51:19.683" v="27" actId="478"/>
          <ac:picMkLst>
            <pc:docMk/>
            <pc:sldMk cId="3422546705" sldId="357"/>
            <ac:picMk id="7" creationId="{0082CAF1-26A2-358E-AB4D-774CE715610A}"/>
          </ac:picMkLst>
        </pc:picChg>
      </pc:sldChg>
      <pc:sldChg chg="modSp mod">
        <pc:chgData name="Amy Glidewell" userId="095a4851-014c-47ed-bf1b-0c4b57406e94" providerId="ADAL" clId="{D09899BF-B4C0-45CB-BFB5-343984ED5BDE}" dt="2024-08-01T16:02:36.976" v="91" actId="255"/>
        <pc:sldMkLst>
          <pc:docMk/>
          <pc:sldMk cId="3437933620" sldId="359"/>
        </pc:sldMkLst>
        <pc:spChg chg="mod">
          <ac:chgData name="Amy Glidewell" userId="095a4851-014c-47ed-bf1b-0c4b57406e94" providerId="ADAL" clId="{D09899BF-B4C0-45CB-BFB5-343984ED5BDE}" dt="2024-08-01T16:02:36.976" v="91" actId="255"/>
          <ac:spMkLst>
            <pc:docMk/>
            <pc:sldMk cId="3437933620" sldId="359"/>
            <ac:spMk id="4" creationId="{4821598B-7F8E-758D-7374-7A73BA66F12E}"/>
          </ac:spMkLst>
        </pc:spChg>
        <pc:spChg chg="mod">
          <ac:chgData name="Amy Glidewell" userId="095a4851-014c-47ed-bf1b-0c4b57406e94" providerId="ADAL" clId="{D09899BF-B4C0-45CB-BFB5-343984ED5BDE}" dt="2024-08-01T16:02:36.976" v="91" actId="255"/>
          <ac:spMkLst>
            <pc:docMk/>
            <pc:sldMk cId="3437933620" sldId="359"/>
            <ac:spMk id="5" creationId="{4263FEDE-A2BB-D2FC-AB7B-41B34EE6721B}"/>
          </ac:spMkLst>
        </pc:spChg>
      </pc:sldChg>
      <pc:sldChg chg="modSp mod">
        <pc:chgData name="Amy Glidewell" userId="095a4851-014c-47ed-bf1b-0c4b57406e94" providerId="ADAL" clId="{D09899BF-B4C0-45CB-BFB5-343984ED5BDE}" dt="2024-08-01T16:02:12.294" v="89" actId="255"/>
        <pc:sldMkLst>
          <pc:docMk/>
          <pc:sldMk cId="3156751577" sldId="360"/>
        </pc:sldMkLst>
        <pc:spChg chg="mod">
          <ac:chgData name="Amy Glidewell" userId="095a4851-014c-47ed-bf1b-0c4b57406e94" providerId="ADAL" clId="{D09899BF-B4C0-45CB-BFB5-343984ED5BDE}" dt="2024-08-01T16:02:12.294" v="89" actId="255"/>
          <ac:spMkLst>
            <pc:docMk/>
            <pc:sldMk cId="3156751577" sldId="360"/>
            <ac:spMk id="4" creationId="{4821598B-7F8E-758D-7374-7A73BA66F12E}"/>
          </ac:spMkLst>
        </pc:spChg>
        <pc:spChg chg="mod">
          <ac:chgData name="Amy Glidewell" userId="095a4851-014c-47ed-bf1b-0c4b57406e94" providerId="ADAL" clId="{D09899BF-B4C0-45CB-BFB5-343984ED5BDE}" dt="2024-08-01T16:02:12.294" v="89" actId="255"/>
          <ac:spMkLst>
            <pc:docMk/>
            <pc:sldMk cId="3156751577" sldId="360"/>
            <ac:spMk id="5" creationId="{4263FEDE-A2BB-D2FC-AB7B-41B34EE6721B}"/>
          </ac:spMkLst>
        </pc:spChg>
      </pc:sldChg>
      <pc:sldChg chg="modSp mod">
        <pc:chgData name="Amy Glidewell" userId="095a4851-014c-47ed-bf1b-0c4b57406e94" providerId="ADAL" clId="{D09899BF-B4C0-45CB-BFB5-343984ED5BDE}" dt="2024-08-01T15:52:49.861" v="35" actId="207"/>
        <pc:sldMkLst>
          <pc:docMk/>
          <pc:sldMk cId="2156176677" sldId="362"/>
        </pc:sldMkLst>
        <pc:spChg chg="mod">
          <ac:chgData name="Amy Glidewell" userId="095a4851-014c-47ed-bf1b-0c4b57406e94" providerId="ADAL" clId="{D09899BF-B4C0-45CB-BFB5-343984ED5BDE}" dt="2024-08-01T15:52:49.861" v="35" actId="207"/>
          <ac:spMkLst>
            <pc:docMk/>
            <pc:sldMk cId="2156176677" sldId="362"/>
            <ac:spMk id="4" creationId="{4821598B-7F8E-758D-7374-7A73BA66F12E}"/>
          </ac:spMkLst>
        </pc:spChg>
        <pc:spChg chg="mod">
          <ac:chgData name="Amy Glidewell" userId="095a4851-014c-47ed-bf1b-0c4b57406e94" providerId="ADAL" clId="{D09899BF-B4C0-45CB-BFB5-343984ED5BDE}" dt="2024-08-01T15:52:47.127" v="34" actId="207"/>
          <ac:spMkLst>
            <pc:docMk/>
            <pc:sldMk cId="2156176677" sldId="362"/>
            <ac:spMk id="5" creationId="{4263FEDE-A2BB-D2FC-AB7B-41B34EE6721B}"/>
          </ac:spMkLst>
        </pc:spChg>
        <pc:graphicFrameChg chg="mod">
          <ac:chgData name="Amy Glidewell" userId="095a4851-014c-47ed-bf1b-0c4b57406e94" providerId="ADAL" clId="{D09899BF-B4C0-45CB-BFB5-343984ED5BDE}" dt="2024-08-01T15:52:39.804" v="33" actId="1076"/>
          <ac:graphicFrameMkLst>
            <pc:docMk/>
            <pc:sldMk cId="2156176677" sldId="362"/>
            <ac:graphicFrameMk id="6" creationId="{86C5CB0D-0506-A56E-63F3-35F1187AFBE5}"/>
          </ac:graphicFrameMkLst>
        </pc:graphicFrameChg>
      </pc:sldChg>
      <pc:sldChg chg="modSp mod">
        <pc:chgData name="Amy Glidewell" userId="095a4851-014c-47ed-bf1b-0c4b57406e94" providerId="ADAL" clId="{D09899BF-B4C0-45CB-BFB5-343984ED5BDE}" dt="2024-08-01T16:13:25.367" v="93" actId="207"/>
        <pc:sldMkLst>
          <pc:docMk/>
          <pc:sldMk cId="1577242679" sldId="363"/>
        </pc:sldMkLst>
        <pc:spChg chg="mod">
          <ac:chgData name="Amy Glidewell" userId="095a4851-014c-47ed-bf1b-0c4b57406e94" providerId="ADAL" clId="{D09899BF-B4C0-45CB-BFB5-343984ED5BDE}" dt="2024-08-01T16:13:25.367" v="93" actId="207"/>
          <ac:spMkLst>
            <pc:docMk/>
            <pc:sldMk cId="1577242679" sldId="363"/>
            <ac:spMk id="4" creationId="{D9370A64-C01F-1850-5D34-EFEDED8F41FC}"/>
          </ac:spMkLst>
        </pc:spChg>
        <pc:spChg chg="mod">
          <ac:chgData name="Amy Glidewell" userId="095a4851-014c-47ed-bf1b-0c4b57406e94" providerId="ADAL" clId="{D09899BF-B4C0-45CB-BFB5-343984ED5BDE}" dt="2024-08-01T16:13:25.367" v="93" actId="207"/>
          <ac:spMkLst>
            <pc:docMk/>
            <pc:sldMk cId="1577242679" sldId="363"/>
            <ac:spMk id="5" creationId="{A55D2D3A-F20A-5C25-0C54-FEC50B43AE50}"/>
          </ac:spMkLst>
        </pc:spChg>
      </pc:sldChg>
      <pc:sldChg chg="delSp modSp mod">
        <pc:chgData name="Amy Glidewell" userId="095a4851-014c-47ed-bf1b-0c4b57406e94" providerId="ADAL" clId="{D09899BF-B4C0-45CB-BFB5-343984ED5BDE}" dt="2024-08-01T16:15:30.829" v="154" actId="1037"/>
        <pc:sldMkLst>
          <pc:docMk/>
          <pc:sldMk cId="1427792936" sldId="366"/>
        </pc:sldMkLst>
        <pc:spChg chg="mod">
          <ac:chgData name="Amy Glidewell" userId="095a4851-014c-47ed-bf1b-0c4b57406e94" providerId="ADAL" clId="{D09899BF-B4C0-45CB-BFB5-343984ED5BDE}" dt="2024-08-01T16:15:16.972" v="131" actId="207"/>
          <ac:spMkLst>
            <pc:docMk/>
            <pc:sldMk cId="1427792936" sldId="366"/>
            <ac:spMk id="4" creationId="{D65DDBA1-2149-4C0F-5891-758C885E69EA}"/>
          </ac:spMkLst>
        </pc:spChg>
        <pc:spChg chg="mod">
          <ac:chgData name="Amy Glidewell" userId="095a4851-014c-47ed-bf1b-0c4b57406e94" providerId="ADAL" clId="{D09899BF-B4C0-45CB-BFB5-343984ED5BDE}" dt="2024-08-01T16:15:16.972" v="131" actId="207"/>
          <ac:spMkLst>
            <pc:docMk/>
            <pc:sldMk cId="1427792936" sldId="366"/>
            <ac:spMk id="5" creationId="{CA03E419-2F41-4541-EB2E-034C67BCA788}"/>
          </ac:spMkLst>
        </pc:spChg>
        <pc:graphicFrameChg chg="mod">
          <ac:chgData name="Amy Glidewell" userId="095a4851-014c-47ed-bf1b-0c4b57406e94" providerId="ADAL" clId="{D09899BF-B4C0-45CB-BFB5-343984ED5BDE}" dt="2024-08-01T16:15:30.829" v="154" actId="1037"/>
          <ac:graphicFrameMkLst>
            <pc:docMk/>
            <pc:sldMk cId="1427792936" sldId="366"/>
            <ac:graphicFrameMk id="8" creationId="{BE626D1F-78F5-FF87-81EB-8D6124C1C447}"/>
          </ac:graphicFrameMkLst>
        </pc:graphicFrameChg>
        <pc:picChg chg="del">
          <ac:chgData name="Amy Glidewell" userId="095a4851-014c-47ed-bf1b-0c4b57406e94" providerId="ADAL" clId="{D09899BF-B4C0-45CB-BFB5-343984ED5BDE}" dt="2024-08-01T16:15:10.455" v="129" actId="478"/>
          <ac:picMkLst>
            <pc:docMk/>
            <pc:sldMk cId="1427792936" sldId="366"/>
            <ac:picMk id="7" creationId="{5E100FE0-A033-6078-CD47-2F4504F3ADAE}"/>
          </ac:picMkLst>
        </pc:picChg>
      </pc:sldChg>
      <pc:sldChg chg="delSp modSp mod">
        <pc:chgData name="Amy Glidewell" userId="095a4851-014c-47ed-bf1b-0c4b57406e94" providerId="ADAL" clId="{D09899BF-B4C0-45CB-BFB5-343984ED5BDE}" dt="2024-08-01T16:16:09.014" v="166" actId="1037"/>
        <pc:sldMkLst>
          <pc:docMk/>
          <pc:sldMk cId="679093202" sldId="367"/>
        </pc:sldMkLst>
        <pc:spChg chg="mod">
          <ac:chgData name="Amy Glidewell" userId="095a4851-014c-47ed-bf1b-0c4b57406e94" providerId="ADAL" clId="{D09899BF-B4C0-45CB-BFB5-343984ED5BDE}" dt="2024-08-01T16:15:54.222" v="158" actId="255"/>
          <ac:spMkLst>
            <pc:docMk/>
            <pc:sldMk cId="679093202" sldId="367"/>
            <ac:spMk id="4" creationId="{B4E980F8-9A76-E473-2888-577F8A0B749E}"/>
          </ac:spMkLst>
        </pc:spChg>
        <pc:spChg chg="mod">
          <ac:chgData name="Amy Glidewell" userId="095a4851-014c-47ed-bf1b-0c4b57406e94" providerId="ADAL" clId="{D09899BF-B4C0-45CB-BFB5-343984ED5BDE}" dt="2024-08-01T16:15:54.222" v="158" actId="255"/>
          <ac:spMkLst>
            <pc:docMk/>
            <pc:sldMk cId="679093202" sldId="367"/>
            <ac:spMk id="5" creationId="{91882601-9E61-9031-3454-B5E523CC6A78}"/>
          </ac:spMkLst>
        </pc:spChg>
        <pc:graphicFrameChg chg="mod">
          <ac:chgData name="Amy Glidewell" userId="095a4851-014c-47ed-bf1b-0c4b57406e94" providerId="ADAL" clId="{D09899BF-B4C0-45CB-BFB5-343984ED5BDE}" dt="2024-08-01T16:16:09.014" v="166" actId="1037"/>
          <ac:graphicFrameMkLst>
            <pc:docMk/>
            <pc:sldMk cId="679093202" sldId="367"/>
            <ac:graphicFrameMk id="8" creationId="{9043D63F-61D5-6109-970E-E194290F0FD5}"/>
          </ac:graphicFrameMkLst>
        </pc:graphicFrameChg>
        <pc:picChg chg="del mod">
          <ac:chgData name="Amy Glidewell" userId="095a4851-014c-47ed-bf1b-0c4b57406e94" providerId="ADAL" clId="{D09899BF-B4C0-45CB-BFB5-343984ED5BDE}" dt="2024-08-01T16:16:01.543" v="159" actId="478"/>
          <ac:picMkLst>
            <pc:docMk/>
            <pc:sldMk cId="679093202" sldId="367"/>
            <ac:picMk id="7" creationId="{3013EB4F-4666-BA4A-2C02-BD70D2068BF0}"/>
          </ac:picMkLst>
        </pc:picChg>
      </pc:sldChg>
      <pc:sldChg chg="modSp mod">
        <pc:chgData name="Amy Glidewell" userId="095a4851-014c-47ed-bf1b-0c4b57406e94" providerId="ADAL" clId="{D09899BF-B4C0-45CB-BFB5-343984ED5BDE}" dt="2024-08-01T16:15:05.245" v="128" actId="255"/>
        <pc:sldMkLst>
          <pc:docMk/>
          <pc:sldMk cId="3117420794" sldId="371"/>
        </pc:sldMkLst>
        <pc:spChg chg="mod">
          <ac:chgData name="Amy Glidewell" userId="095a4851-014c-47ed-bf1b-0c4b57406e94" providerId="ADAL" clId="{D09899BF-B4C0-45CB-BFB5-343984ED5BDE}" dt="2024-08-01T16:15:05.245" v="128" actId="255"/>
          <ac:spMkLst>
            <pc:docMk/>
            <pc:sldMk cId="3117420794" sldId="371"/>
            <ac:spMk id="4" creationId="{D9370A64-C01F-1850-5D34-EFEDED8F41FC}"/>
          </ac:spMkLst>
        </pc:spChg>
        <pc:spChg chg="mod">
          <ac:chgData name="Amy Glidewell" userId="095a4851-014c-47ed-bf1b-0c4b57406e94" providerId="ADAL" clId="{D09899BF-B4C0-45CB-BFB5-343984ED5BDE}" dt="2024-08-01T16:15:05.245" v="128" actId="255"/>
          <ac:spMkLst>
            <pc:docMk/>
            <pc:sldMk cId="3117420794" sldId="371"/>
            <ac:spMk id="5" creationId="{A55D2D3A-F20A-5C25-0C54-FEC50B43AE50}"/>
          </ac:spMkLst>
        </pc:spChg>
      </pc:sldChg>
      <pc:sldChg chg="delSp modSp mod">
        <pc:chgData name="Amy Glidewell" userId="095a4851-014c-47ed-bf1b-0c4b57406e94" providerId="ADAL" clId="{D09899BF-B4C0-45CB-BFB5-343984ED5BDE}" dt="2024-08-01T16:17:15.154" v="176" actId="255"/>
        <pc:sldMkLst>
          <pc:docMk/>
          <pc:sldMk cId="3374167380" sldId="374"/>
        </pc:sldMkLst>
        <pc:spChg chg="mod">
          <ac:chgData name="Amy Glidewell" userId="095a4851-014c-47ed-bf1b-0c4b57406e94" providerId="ADAL" clId="{D09899BF-B4C0-45CB-BFB5-343984ED5BDE}" dt="2024-08-01T16:17:15.154" v="176" actId="255"/>
          <ac:spMkLst>
            <pc:docMk/>
            <pc:sldMk cId="3374167380" sldId="374"/>
            <ac:spMk id="4" creationId="{DA926129-2587-DE76-A3D1-615FEBA26423}"/>
          </ac:spMkLst>
        </pc:spChg>
        <pc:spChg chg="mod">
          <ac:chgData name="Amy Glidewell" userId="095a4851-014c-47ed-bf1b-0c4b57406e94" providerId="ADAL" clId="{D09899BF-B4C0-45CB-BFB5-343984ED5BDE}" dt="2024-08-01T16:17:15.154" v="176" actId="255"/>
          <ac:spMkLst>
            <pc:docMk/>
            <pc:sldMk cId="3374167380" sldId="374"/>
            <ac:spMk id="5" creationId="{F0E950A3-2366-F99E-ECB6-73AA530EF02A}"/>
          </ac:spMkLst>
        </pc:spChg>
        <pc:picChg chg="del">
          <ac:chgData name="Amy Glidewell" userId="095a4851-014c-47ed-bf1b-0c4b57406e94" providerId="ADAL" clId="{D09899BF-B4C0-45CB-BFB5-343984ED5BDE}" dt="2024-08-01T16:17:07.242" v="174" actId="478"/>
          <ac:picMkLst>
            <pc:docMk/>
            <pc:sldMk cId="3374167380" sldId="374"/>
            <ac:picMk id="7" creationId="{83F6FFC9-77C0-C762-28CA-6FF9652A5799}"/>
          </ac:picMkLst>
        </pc:picChg>
      </pc:sldChg>
      <pc:sldChg chg="addSp delSp modSp mod">
        <pc:chgData name="Amy Glidewell" userId="095a4851-014c-47ed-bf1b-0c4b57406e94" providerId="ADAL" clId="{D09899BF-B4C0-45CB-BFB5-343984ED5BDE}" dt="2024-08-01T16:18:47.953" v="189" actId="20577"/>
        <pc:sldMkLst>
          <pc:docMk/>
          <pc:sldMk cId="3481068951" sldId="375"/>
        </pc:sldMkLst>
        <pc:spChg chg="mod">
          <ac:chgData name="Amy Glidewell" userId="095a4851-014c-47ed-bf1b-0c4b57406e94" providerId="ADAL" clId="{D09899BF-B4C0-45CB-BFB5-343984ED5BDE}" dt="2024-08-01T16:18:03.741" v="184" actId="207"/>
          <ac:spMkLst>
            <pc:docMk/>
            <pc:sldMk cId="3481068951" sldId="375"/>
            <ac:spMk id="4" creationId="{F5904927-F92D-685D-6C3B-2E8E9CBDA504}"/>
          </ac:spMkLst>
        </pc:spChg>
        <pc:spChg chg="mod">
          <ac:chgData name="Amy Glidewell" userId="095a4851-014c-47ed-bf1b-0c4b57406e94" providerId="ADAL" clId="{D09899BF-B4C0-45CB-BFB5-343984ED5BDE}" dt="2024-08-01T16:18:03.741" v="184" actId="207"/>
          <ac:spMkLst>
            <pc:docMk/>
            <pc:sldMk cId="3481068951" sldId="375"/>
            <ac:spMk id="5" creationId="{74659686-8BFB-B45C-7559-A5717ED42DD6}"/>
          </ac:spMkLst>
        </pc:spChg>
        <pc:spChg chg="add del mod">
          <ac:chgData name="Amy Glidewell" userId="095a4851-014c-47ed-bf1b-0c4b57406e94" providerId="ADAL" clId="{D09899BF-B4C0-45CB-BFB5-343984ED5BDE}" dt="2024-08-01T16:17:25.060" v="178" actId="478"/>
          <ac:spMkLst>
            <pc:docMk/>
            <pc:sldMk cId="3481068951" sldId="375"/>
            <ac:spMk id="8" creationId="{7E838883-F1E4-C7EF-FC96-492D89F017E2}"/>
          </ac:spMkLst>
        </pc:spChg>
        <pc:graphicFrameChg chg="mod modGraphic">
          <ac:chgData name="Amy Glidewell" userId="095a4851-014c-47ed-bf1b-0c4b57406e94" providerId="ADAL" clId="{D09899BF-B4C0-45CB-BFB5-343984ED5BDE}" dt="2024-08-01T16:18:47.953" v="189" actId="20577"/>
          <ac:graphicFrameMkLst>
            <pc:docMk/>
            <pc:sldMk cId="3481068951" sldId="375"/>
            <ac:graphicFrameMk id="7" creationId="{9CB04BDC-69AE-C91F-E4C9-6CC3C8AD0F6B}"/>
          </ac:graphicFrameMkLst>
        </pc:graphicFrameChg>
        <pc:picChg chg="del">
          <ac:chgData name="Amy Glidewell" userId="095a4851-014c-47ed-bf1b-0c4b57406e94" providerId="ADAL" clId="{D09899BF-B4C0-45CB-BFB5-343984ED5BDE}" dt="2024-08-01T16:17:20.406" v="177" actId="478"/>
          <ac:picMkLst>
            <pc:docMk/>
            <pc:sldMk cId="3481068951" sldId="375"/>
            <ac:picMk id="6" creationId="{F003AEB0-A646-7051-A66A-BFFF1C3AECE0}"/>
          </ac:picMkLst>
        </pc:picChg>
      </pc:sldChg>
      <pc:sldChg chg="modSp mod">
        <pc:chgData name="Amy Glidewell" userId="095a4851-014c-47ed-bf1b-0c4b57406e94" providerId="ADAL" clId="{D09899BF-B4C0-45CB-BFB5-343984ED5BDE}" dt="2024-08-01T16:18:14.150" v="186" actId="255"/>
        <pc:sldMkLst>
          <pc:docMk/>
          <pc:sldMk cId="174588601" sldId="377"/>
        </pc:sldMkLst>
        <pc:spChg chg="mod">
          <ac:chgData name="Amy Glidewell" userId="095a4851-014c-47ed-bf1b-0c4b57406e94" providerId="ADAL" clId="{D09899BF-B4C0-45CB-BFB5-343984ED5BDE}" dt="2024-08-01T16:18:14.150" v="186" actId="255"/>
          <ac:spMkLst>
            <pc:docMk/>
            <pc:sldMk cId="174588601" sldId="377"/>
            <ac:spMk id="4" creationId="{D9370A64-C01F-1850-5D34-EFEDED8F41FC}"/>
          </ac:spMkLst>
        </pc:spChg>
        <pc:spChg chg="mod">
          <ac:chgData name="Amy Glidewell" userId="095a4851-014c-47ed-bf1b-0c4b57406e94" providerId="ADAL" clId="{D09899BF-B4C0-45CB-BFB5-343984ED5BDE}" dt="2024-08-01T16:18:14.150" v="186" actId="255"/>
          <ac:spMkLst>
            <pc:docMk/>
            <pc:sldMk cId="174588601" sldId="377"/>
            <ac:spMk id="5" creationId="{A55D2D3A-F20A-5C25-0C54-FEC50B43AE50}"/>
          </ac:spMkLst>
        </pc:spChg>
      </pc:sldChg>
      <pc:sldChg chg="modSp mod">
        <pc:chgData name="Amy Glidewell" userId="095a4851-014c-47ed-bf1b-0c4b57406e94" providerId="ADAL" clId="{D09899BF-B4C0-45CB-BFB5-343984ED5BDE}" dt="2024-08-01T16:19:15.231" v="191" actId="207"/>
        <pc:sldMkLst>
          <pc:docMk/>
          <pc:sldMk cId="1501994362" sldId="379"/>
        </pc:sldMkLst>
        <pc:spChg chg="mod">
          <ac:chgData name="Amy Glidewell" userId="095a4851-014c-47ed-bf1b-0c4b57406e94" providerId="ADAL" clId="{D09899BF-B4C0-45CB-BFB5-343984ED5BDE}" dt="2024-08-01T16:19:15.231" v="191" actId="207"/>
          <ac:spMkLst>
            <pc:docMk/>
            <pc:sldMk cId="1501994362" sldId="379"/>
            <ac:spMk id="4" creationId="{E1BC7EDD-21CF-BF82-D8D0-90D839842BE2}"/>
          </ac:spMkLst>
        </pc:spChg>
        <pc:spChg chg="mod">
          <ac:chgData name="Amy Glidewell" userId="095a4851-014c-47ed-bf1b-0c4b57406e94" providerId="ADAL" clId="{D09899BF-B4C0-45CB-BFB5-343984ED5BDE}" dt="2024-08-01T16:19:15.231" v="191" actId="207"/>
          <ac:spMkLst>
            <pc:docMk/>
            <pc:sldMk cId="1501994362" sldId="379"/>
            <ac:spMk id="5" creationId="{06337505-C4CD-10A6-9624-367F8CA4F847}"/>
          </ac:spMkLst>
        </pc:spChg>
      </pc:sldChg>
      <pc:sldChg chg="modSp mod">
        <pc:chgData name="Amy Glidewell" userId="095a4851-014c-47ed-bf1b-0c4b57406e94" providerId="ADAL" clId="{D09899BF-B4C0-45CB-BFB5-343984ED5BDE}" dt="2024-08-01T16:19:22.914" v="193" actId="255"/>
        <pc:sldMkLst>
          <pc:docMk/>
          <pc:sldMk cId="705608513" sldId="380"/>
        </pc:sldMkLst>
        <pc:spChg chg="mod">
          <ac:chgData name="Amy Glidewell" userId="095a4851-014c-47ed-bf1b-0c4b57406e94" providerId="ADAL" clId="{D09899BF-B4C0-45CB-BFB5-343984ED5BDE}" dt="2024-08-01T16:19:22.914" v="193" actId="255"/>
          <ac:spMkLst>
            <pc:docMk/>
            <pc:sldMk cId="705608513" sldId="380"/>
            <ac:spMk id="4" creationId="{812AE994-58C1-1313-719F-87359439A568}"/>
          </ac:spMkLst>
        </pc:spChg>
        <pc:spChg chg="mod">
          <ac:chgData name="Amy Glidewell" userId="095a4851-014c-47ed-bf1b-0c4b57406e94" providerId="ADAL" clId="{D09899BF-B4C0-45CB-BFB5-343984ED5BDE}" dt="2024-08-01T16:19:22.914" v="193" actId="255"/>
          <ac:spMkLst>
            <pc:docMk/>
            <pc:sldMk cId="705608513" sldId="380"/>
            <ac:spMk id="5" creationId="{2142D940-896A-DC54-C0DA-8D3CDAB90704}"/>
          </ac:spMkLst>
        </pc:spChg>
      </pc:sldChg>
      <pc:sldChg chg="delSp modSp mod">
        <pc:chgData name="Amy Glidewell" userId="095a4851-014c-47ed-bf1b-0c4b57406e94" providerId="ADAL" clId="{D09899BF-B4C0-45CB-BFB5-343984ED5BDE}" dt="2024-08-01T16:21:23.368" v="224" actId="255"/>
        <pc:sldMkLst>
          <pc:docMk/>
          <pc:sldMk cId="1578582115" sldId="381"/>
        </pc:sldMkLst>
        <pc:spChg chg="mod">
          <ac:chgData name="Amy Glidewell" userId="095a4851-014c-47ed-bf1b-0c4b57406e94" providerId="ADAL" clId="{D09899BF-B4C0-45CB-BFB5-343984ED5BDE}" dt="2024-08-01T16:21:23.368" v="224" actId="255"/>
          <ac:spMkLst>
            <pc:docMk/>
            <pc:sldMk cId="1578582115" sldId="381"/>
            <ac:spMk id="4" creationId="{DBE67527-A012-FE65-9B49-EEB1BD631F3D}"/>
          </ac:spMkLst>
        </pc:spChg>
        <pc:spChg chg="mod">
          <ac:chgData name="Amy Glidewell" userId="095a4851-014c-47ed-bf1b-0c4b57406e94" providerId="ADAL" clId="{D09899BF-B4C0-45CB-BFB5-343984ED5BDE}" dt="2024-08-01T16:21:23.368" v="224" actId="255"/>
          <ac:spMkLst>
            <pc:docMk/>
            <pc:sldMk cId="1578582115" sldId="381"/>
            <ac:spMk id="5" creationId="{59D19585-246C-04E7-75F3-20D281F7E130}"/>
          </ac:spMkLst>
        </pc:spChg>
        <pc:graphicFrameChg chg="mod">
          <ac:chgData name="Amy Glidewell" userId="095a4851-014c-47ed-bf1b-0c4b57406e94" providerId="ADAL" clId="{D09899BF-B4C0-45CB-BFB5-343984ED5BDE}" dt="2024-08-01T16:21:11.074" v="222" actId="1038"/>
          <ac:graphicFrameMkLst>
            <pc:docMk/>
            <pc:sldMk cId="1578582115" sldId="381"/>
            <ac:graphicFrameMk id="7" creationId="{90DE5943-8EA6-EF17-91BA-AB528A8F980E}"/>
          </ac:graphicFrameMkLst>
        </pc:graphicFrameChg>
        <pc:picChg chg="del mod">
          <ac:chgData name="Amy Glidewell" userId="095a4851-014c-47ed-bf1b-0c4b57406e94" providerId="ADAL" clId="{D09899BF-B4C0-45CB-BFB5-343984ED5BDE}" dt="2024-08-01T16:21:01.285" v="205" actId="478"/>
          <ac:picMkLst>
            <pc:docMk/>
            <pc:sldMk cId="1578582115" sldId="381"/>
            <ac:picMk id="2" creationId="{701BB34F-0E6E-EDDE-A3A1-0818FA5F9627}"/>
          </ac:picMkLst>
        </pc:picChg>
      </pc:sldChg>
      <pc:sldChg chg="modSp mod">
        <pc:chgData name="Amy Glidewell" userId="095a4851-014c-47ed-bf1b-0c4b57406e94" providerId="ADAL" clId="{D09899BF-B4C0-45CB-BFB5-343984ED5BDE}" dt="2024-08-01T16:20:07.377" v="195" actId="207"/>
        <pc:sldMkLst>
          <pc:docMk/>
          <pc:sldMk cId="2820894735" sldId="382"/>
        </pc:sldMkLst>
        <pc:spChg chg="mod">
          <ac:chgData name="Amy Glidewell" userId="095a4851-014c-47ed-bf1b-0c4b57406e94" providerId="ADAL" clId="{D09899BF-B4C0-45CB-BFB5-343984ED5BDE}" dt="2024-08-01T16:20:07.377" v="195" actId="207"/>
          <ac:spMkLst>
            <pc:docMk/>
            <pc:sldMk cId="2820894735" sldId="382"/>
            <ac:spMk id="4" creationId="{05D33E60-ACFD-6C1D-659F-F453D06A9240}"/>
          </ac:spMkLst>
        </pc:spChg>
        <pc:spChg chg="mod">
          <ac:chgData name="Amy Glidewell" userId="095a4851-014c-47ed-bf1b-0c4b57406e94" providerId="ADAL" clId="{D09899BF-B4C0-45CB-BFB5-343984ED5BDE}" dt="2024-08-01T16:20:07.377" v="195" actId="207"/>
          <ac:spMkLst>
            <pc:docMk/>
            <pc:sldMk cId="2820894735" sldId="382"/>
            <ac:spMk id="5" creationId="{32E7BEC6-0E50-7554-3822-DDB638115448}"/>
          </ac:spMkLst>
        </pc:spChg>
      </pc:sldChg>
      <pc:sldChg chg="modSp mod">
        <pc:chgData name="Amy Glidewell" userId="095a4851-014c-47ed-bf1b-0c4b57406e94" providerId="ADAL" clId="{D09899BF-B4C0-45CB-BFB5-343984ED5BDE}" dt="2024-08-01T16:20:29.671" v="199" actId="1076"/>
        <pc:sldMkLst>
          <pc:docMk/>
          <pc:sldMk cId="246195298" sldId="383"/>
        </pc:sldMkLst>
        <pc:spChg chg="mod">
          <ac:chgData name="Amy Glidewell" userId="095a4851-014c-47ed-bf1b-0c4b57406e94" providerId="ADAL" clId="{D09899BF-B4C0-45CB-BFB5-343984ED5BDE}" dt="2024-08-01T16:20:23.337" v="198" actId="255"/>
          <ac:spMkLst>
            <pc:docMk/>
            <pc:sldMk cId="246195298" sldId="383"/>
            <ac:spMk id="4" creationId="{05D33E60-ACFD-6C1D-659F-F453D06A9240}"/>
          </ac:spMkLst>
        </pc:spChg>
        <pc:spChg chg="mod">
          <ac:chgData name="Amy Glidewell" userId="095a4851-014c-47ed-bf1b-0c4b57406e94" providerId="ADAL" clId="{D09899BF-B4C0-45CB-BFB5-343984ED5BDE}" dt="2024-08-01T16:20:23.337" v="198" actId="255"/>
          <ac:spMkLst>
            <pc:docMk/>
            <pc:sldMk cId="246195298" sldId="383"/>
            <ac:spMk id="5" creationId="{32E7BEC6-0E50-7554-3822-DDB638115448}"/>
          </ac:spMkLst>
        </pc:spChg>
        <pc:graphicFrameChg chg="mod">
          <ac:chgData name="Amy Glidewell" userId="095a4851-014c-47ed-bf1b-0c4b57406e94" providerId="ADAL" clId="{D09899BF-B4C0-45CB-BFB5-343984ED5BDE}" dt="2024-08-01T16:20:29.671" v="199" actId="1076"/>
          <ac:graphicFrameMkLst>
            <pc:docMk/>
            <pc:sldMk cId="246195298" sldId="383"/>
            <ac:graphicFrameMk id="3" creationId="{0EB14A8A-C5DC-A5E5-074A-CB788F7162A2}"/>
          </ac:graphicFrameMkLst>
        </pc:graphicFrameChg>
      </pc:sldChg>
      <pc:sldChg chg="modSp mod">
        <pc:chgData name="Amy Glidewell" userId="095a4851-014c-47ed-bf1b-0c4b57406e94" providerId="ADAL" clId="{D09899BF-B4C0-45CB-BFB5-343984ED5BDE}" dt="2024-08-01T16:21:34.105" v="226" actId="255"/>
        <pc:sldMkLst>
          <pc:docMk/>
          <pc:sldMk cId="1028438240" sldId="384"/>
        </pc:sldMkLst>
        <pc:spChg chg="mod">
          <ac:chgData name="Amy Glidewell" userId="095a4851-014c-47ed-bf1b-0c4b57406e94" providerId="ADAL" clId="{D09899BF-B4C0-45CB-BFB5-343984ED5BDE}" dt="2024-08-01T16:21:34.105" v="226" actId="255"/>
          <ac:spMkLst>
            <pc:docMk/>
            <pc:sldMk cId="1028438240" sldId="384"/>
            <ac:spMk id="4" creationId="{F86E8D34-3FD3-49A4-987B-081E709840A3}"/>
          </ac:spMkLst>
        </pc:spChg>
        <pc:spChg chg="mod">
          <ac:chgData name="Amy Glidewell" userId="095a4851-014c-47ed-bf1b-0c4b57406e94" providerId="ADAL" clId="{D09899BF-B4C0-45CB-BFB5-343984ED5BDE}" dt="2024-08-01T16:21:34.105" v="226" actId="255"/>
          <ac:spMkLst>
            <pc:docMk/>
            <pc:sldMk cId="1028438240" sldId="384"/>
            <ac:spMk id="5" creationId="{025F2A42-CAE5-1144-CBFA-F1C6FE27E083}"/>
          </ac:spMkLst>
        </pc:spChg>
      </pc:sldChg>
      <pc:sldChg chg="modSp mod">
        <pc:chgData name="Amy Glidewell" userId="095a4851-014c-47ed-bf1b-0c4b57406e94" providerId="ADAL" clId="{D09899BF-B4C0-45CB-BFB5-343984ED5BDE}" dt="2024-08-01T16:22:06.898" v="230" actId="255"/>
        <pc:sldMkLst>
          <pc:docMk/>
          <pc:sldMk cId="2325164683" sldId="385"/>
        </pc:sldMkLst>
        <pc:spChg chg="mod">
          <ac:chgData name="Amy Glidewell" userId="095a4851-014c-47ed-bf1b-0c4b57406e94" providerId="ADAL" clId="{D09899BF-B4C0-45CB-BFB5-343984ED5BDE}" dt="2024-08-01T16:22:06.898" v="230" actId="255"/>
          <ac:spMkLst>
            <pc:docMk/>
            <pc:sldMk cId="2325164683" sldId="385"/>
            <ac:spMk id="4" creationId="{6BFC528E-CB0B-D60E-1C85-346F9AA949AE}"/>
          </ac:spMkLst>
        </pc:spChg>
        <pc:spChg chg="mod">
          <ac:chgData name="Amy Glidewell" userId="095a4851-014c-47ed-bf1b-0c4b57406e94" providerId="ADAL" clId="{D09899BF-B4C0-45CB-BFB5-343984ED5BDE}" dt="2024-08-01T16:22:06.898" v="230" actId="255"/>
          <ac:spMkLst>
            <pc:docMk/>
            <pc:sldMk cId="2325164683" sldId="385"/>
            <ac:spMk id="5" creationId="{1D64AA6E-B2DE-1FEC-CBEA-E8212BDE57D4}"/>
          </ac:spMkLst>
        </pc:spChg>
        <pc:spChg chg="mod">
          <ac:chgData name="Amy Glidewell" userId="095a4851-014c-47ed-bf1b-0c4b57406e94" providerId="ADAL" clId="{D09899BF-B4C0-45CB-BFB5-343984ED5BDE}" dt="2024-08-01T16:21:57.448" v="228" actId="207"/>
          <ac:spMkLst>
            <pc:docMk/>
            <pc:sldMk cId="2325164683" sldId="385"/>
            <ac:spMk id="7" creationId="{19F01E72-105F-693A-7A6E-B575BE76DB07}"/>
          </ac:spMkLst>
        </pc:spChg>
      </pc:sldChg>
      <pc:sldChg chg="modSp mod">
        <pc:chgData name="Amy Glidewell" userId="095a4851-014c-47ed-bf1b-0c4b57406e94" providerId="ADAL" clId="{D09899BF-B4C0-45CB-BFB5-343984ED5BDE}" dt="2024-08-01T16:23:03.248" v="239" actId="207"/>
        <pc:sldMkLst>
          <pc:docMk/>
          <pc:sldMk cId="653131670" sldId="386"/>
        </pc:sldMkLst>
        <pc:spChg chg="mod">
          <ac:chgData name="Amy Glidewell" userId="095a4851-014c-47ed-bf1b-0c4b57406e94" providerId="ADAL" clId="{D09899BF-B4C0-45CB-BFB5-343984ED5BDE}" dt="2024-08-01T16:22:27.010" v="234" actId="255"/>
          <ac:spMkLst>
            <pc:docMk/>
            <pc:sldMk cId="653131670" sldId="386"/>
            <ac:spMk id="4" creationId="{FB0B8EE1-BDAD-96CE-197F-76BB13BAF854}"/>
          </ac:spMkLst>
        </pc:spChg>
        <pc:spChg chg="mod">
          <ac:chgData name="Amy Glidewell" userId="095a4851-014c-47ed-bf1b-0c4b57406e94" providerId="ADAL" clId="{D09899BF-B4C0-45CB-BFB5-343984ED5BDE}" dt="2024-08-01T16:22:27.010" v="234" actId="255"/>
          <ac:spMkLst>
            <pc:docMk/>
            <pc:sldMk cId="653131670" sldId="386"/>
            <ac:spMk id="5" creationId="{1709F666-6A32-799B-A72A-3B51DF8FB4F1}"/>
          </ac:spMkLst>
        </pc:spChg>
        <pc:spChg chg="mod">
          <ac:chgData name="Amy Glidewell" userId="095a4851-014c-47ed-bf1b-0c4b57406e94" providerId="ADAL" clId="{D09899BF-B4C0-45CB-BFB5-343984ED5BDE}" dt="2024-08-01T16:23:03.248" v="239" actId="207"/>
          <ac:spMkLst>
            <pc:docMk/>
            <pc:sldMk cId="653131670" sldId="386"/>
            <ac:spMk id="9" creationId="{3CBFD89C-3BE9-79B5-FF02-EC8847F24CCF}"/>
          </ac:spMkLst>
        </pc:spChg>
      </pc:sldChg>
      <pc:sldChg chg="delSp modSp mod">
        <pc:chgData name="Amy Glidewell" userId="095a4851-014c-47ed-bf1b-0c4b57406e94" providerId="ADAL" clId="{D09899BF-B4C0-45CB-BFB5-343984ED5BDE}" dt="2024-08-01T16:25:30.241" v="243" actId="255"/>
        <pc:sldMkLst>
          <pc:docMk/>
          <pc:sldMk cId="1246242557" sldId="387"/>
        </pc:sldMkLst>
        <pc:spChg chg="mod">
          <ac:chgData name="Amy Glidewell" userId="095a4851-014c-47ed-bf1b-0c4b57406e94" providerId="ADAL" clId="{D09899BF-B4C0-45CB-BFB5-343984ED5BDE}" dt="2024-08-01T16:25:30.241" v="243" actId="255"/>
          <ac:spMkLst>
            <pc:docMk/>
            <pc:sldMk cId="1246242557" sldId="387"/>
            <ac:spMk id="4" creationId="{9664E9B6-698D-6897-32EA-EB2D334C71B5}"/>
          </ac:spMkLst>
        </pc:spChg>
        <pc:spChg chg="mod">
          <ac:chgData name="Amy Glidewell" userId="095a4851-014c-47ed-bf1b-0c4b57406e94" providerId="ADAL" clId="{D09899BF-B4C0-45CB-BFB5-343984ED5BDE}" dt="2024-08-01T16:25:30.241" v="243" actId="255"/>
          <ac:spMkLst>
            <pc:docMk/>
            <pc:sldMk cId="1246242557" sldId="387"/>
            <ac:spMk id="5" creationId="{5A39117B-01B5-B272-447B-05E68241BB07}"/>
          </ac:spMkLst>
        </pc:spChg>
        <pc:graphicFrameChg chg="mod">
          <ac:chgData name="Amy Glidewell" userId="095a4851-014c-47ed-bf1b-0c4b57406e94" providerId="ADAL" clId="{D09899BF-B4C0-45CB-BFB5-343984ED5BDE}" dt="2024-08-01T16:25:19.834" v="241" actId="1076"/>
          <ac:graphicFrameMkLst>
            <pc:docMk/>
            <pc:sldMk cId="1246242557" sldId="387"/>
            <ac:graphicFrameMk id="8" creationId="{D440823A-5D48-52DE-0D00-D5624E2AA48B}"/>
          </ac:graphicFrameMkLst>
        </pc:graphicFrameChg>
        <pc:picChg chg="del">
          <ac:chgData name="Amy Glidewell" userId="095a4851-014c-47ed-bf1b-0c4b57406e94" providerId="ADAL" clId="{D09899BF-B4C0-45CB-BFB5-343984ED5BDE}" dt="2024-08-01T16:23:17.030" v="240" actId="478"/>
          <ac:picMkLst>
            <pc:docMk/>
            <pc:sldMk cId="1246242557" sldId="387"/>
            <ac:picMk id="2" creationId="{7B9F3DCC-A92A-0ECF-96DC-E54A3F1EF9AD}"/>
          </ac:picMkLst>
        </pc:picChg>
      </pc:sldChg>
      <pc:sldChg chg="modSp mod">
        <pc:chgData name="Amy Glidewell" userId="095a4851-014c-47ed-bf1b-0c4b57406e94" providerId="ADAL" clId="{D09899BF-B4C0-45CB-BFB5-343984ED5BDE}" dt="2024-08-01T16:22:48.016" v="237" actId="1076"/>
        <pc:sldMkLst>
          <pc:docMk/>
          <pc:sldMk cId="4160776574" sldId="389"/>
        </pc:sldMkLst>
        <pc:spChg chg="mod">
          <ac:chgData name="Amy Glidewell" userId="095a4851-014c-47ed-bf1b-0c4b57406e94" providerId="ADAL" clId="{D09899BF-B4C0-45CB-BFB5-343984ED5BDE}" dt="2024-08-01T16:22:16.539" v="232" actId="255"/>
          <ac:spMkLst>
            <pc:docMk/>
            <pc:sldMk cId="4160776574" sldId="389"/>
            <ac:spMk id="4" creationId="{6BFC528E-CB0B-D60E-1C85-346F9AA949AE}"/>
          </ac:spMkLst>
        </pc:spChg>
        <pc:spChg chg="mod">
          <ac:chgData name="Amy Glidewell" userId="095a4851-014c-47ed-bf1b-0c4b57406e94" providerId="ADAL" clId="{D09899BF-B4C0-45CB-BFB5-343984ED5BDE}" dt="2024-08-01T16:22:16.539" v="232" actId="255"/>
          <ac:spMkLst>
            <pc:docMk/>
            <pc:sldMk cId="4160776574" sldId="389"/>
            <ac:spMk id="5" creationId="{1D64AA6E-B2DE-1FEC-CBEA-E8212BDE57D4}"/>
          </ac:spMkLst>
        </pc:spChg>
        <pc:spChg chg="mod">
          <ac:chgData name="Amy Glidewell" userId="095a4851-014c-47ed-bf1b-0c4b57406e94" providerId="ADAL" clId="{D09899BF-B4C0-45CB-BFB5-343984ED5BDE}" dt="2024-08-01T16:22:48.016" v="237" actId="1076"/>
          <ac:spMkLst>
            <pc:docMk/>
            <pc:sldMk cId="4160776574" sldId="389"/>
            <ac:spMk id="7" creationId="{19F01E72-105F-693A-7A6E-B575BE76DB07}"/>
          </ac:spMkLst>
        </pc:spChg>
      </pc:sldChg>
      <pc:sldChg chg="addSp delSp modSp mod">
        <pc:chgData name="Amy Glidewell" userId="095a4851-014c-47ed-bf1b-0c4b57406e94" providerId="ADAL" clId="{D09899BF-B4C0-45CB-BFB5-343984ED5BDE}" dt="2024-08-01T16:25:55.207" v="249" actId="255"/>
        <pc:sldMkLst>
          <pc:docMk/>
          <pc:sldMk cId="2055773245" sldId="390"/>
        </pc:sldMkLst>
        <pc:spChg chg="mod">
          <ac:chgData name="Amy Glidewell" userId="095a4851-014c-47ed-bf1b-0c4b57406e94" providerId="ADAL" clId="{D09899BF-B4C0-45CB-BFB5-343984ED5BDE}" dt="2024-08-01T16:25:55.207" v="249" actId="255"/>
          <ac:spMkLst>
            <pc:docMk/>
            <pc:sldMk cId="2055773245" sldId="390"/>
            <ac:spMk id="4" creationId="{F5904927-F92D-685D-6C3B-2E8E9CBDA504}"/>
          </ac:spMkLst>
        </pc:spChg>
        <pc:spChg chg="mod">
          <ac:chgData name="Amy Glidewell" userId="095a4851-014c-47ed-bf1b-0c4b57406e94" providerId="ADAL" clId="{D09899BF-B4C0-45CB-BFB5-343984ED5BDE}" dt="2024-08-01T16:25:55.207" v="249" actId="255"/>
          <ac:spMkLst>
            <pc:docMk/>
            <pc:sldMk cId="2055773245" sldId="390"/>
            <ac:spMk id="5" creationId="{74659686-8BFB-B45C-7559-A5717ED42DD6}"/>
          </ac:spMkLst>
        </pc:spChg>
        <pc:spChg chg="add del mod">
          <ac:chgData name="Amy Glidewell" userId="095a4851-014c-47ed-bf1b-0c4b57406e94" providerId="ADAL" clId="{D09899BF-B4C0-45CB-BFB5-343984ED5BDE}" dt="2024-08-01T16:25:38.727" v="245" actId="478"/>
          <ac:spMkLst>
            <pc:docMk/>
            <pc:sldMk cId="2055773245" sldId="390"/>
            <ac:spMk id="6" creationId="{35B51882-9CD6-D574-8D9B-1CD042BD42E6}"/>
          </ac:spMkLst>
        </pc:spChg>
        <pc:spChg chg="mod">
          <ac:chgData name="Amy Glidewell" userId="095a4851-014c-47ed-bf1b-0c4b57406e94" providerId="ADAL" clId="{D09899BF-B4C0-45CB-BFB5-343984ED5BDE}" dt="2024-08-01T16:25:47.942" v="247" actId="1076"/>
          <ac:spMkLst>
            <pc:docMk/>
            <pc:sldMk cId="2055773245" sldId="390"/>
            <ac:spMk id="11" creationId="{E1930D1D-AC2D-6D6E-DCE3-9670B39C3E4B}"/>
          </ac:spMkLst>
        </pc:spChg>
        <pc:picChg chg="del">
          <ac:chgData name="Amy Glidewell" userId="095a4851-014c-47ed-bf1b-0c4b57406e94" providerId="ADAL" clId="{D09899BF-B4C0-45CB-BFB5-343984ED5BDE}" dt="2024-08-01T16:25:34.686" v="244" actId="478"/>
          <ac:picMkLst>
            <pc:docMk/>
            <pc:sldMk cId="2055773245" sldId="390"/>
            <ac:picMk id="9" creationId="{287A709D-E23D-F274-52E8-2F7A3BEA7EF8}"/>
          </ac:picMkLst>
        </pc:picChg>
      </pc:sldChg>
      <pc:sldChg chg="modSp mod">
        <pc:chgData name="Amy Glidewell" userId="095a4851-014c-47ed-bf1b-0c4b57406e94" providerId="ADAL" clId="{D09899BF-B4C0-45CB-BFB5-343984ED5BDE}" dt="2024-08-01T16:14:02.637" v="99" actId="255"/>
        <pc:sldMkLst>
          <pc:docMk/>
          <pc:sldMk cId="1680578422" sldId="391"/>
        </pc:sldMkLst>
        <pc:spChg chg="mod">
          <ac:chgData name="Amy Glidewell" userId="095a4851-014c-47ed-bf1b-0c4b57406e94" providerId="ADAL" clId="{D09899BF-B4C0-45CB-BFB5-343984ED5BDE}" dt="2024-08-01T16:14:02.637" v="99" actId="255"/>
          <ac:spMkLst>
            <pc:docMk/>
            <pc:sldMk cId="1680578422" sldId="391"/>
            <ac:spMk id="4" creationId="{BC7CDFD8-745F-39F3-FEF7-EFCE08A952F1}"/>
          </ac:spMkLst>
        </pc:spChg>
        <pc:spChg chg="mod">
          <ac:chgData name="Amy Glidewell" userId="095a4851-014c-47ed-bf1b-0c4b57406e94" providerId="ADAL" clId="{D09899BF-B4C0-45CB-BFB5-343984ED5BDE}" dt="2024-08-01T16:14:02.637" v="99" actId="255"/>
          <ac:spMkLst>
            <pc:docMk/>
            <pc:sldMk cId="1680578422" sldId="391"/>
            <ac:spMk id="5" creationId="{A1716ACF-F75F-7DF8-F6B2-A21EEEBBDA75}"/>
          </ac:spMkLst>
        </pc:spChg>
      </pc:sldChg>
      <pc:sldChg chg="modSp mod">
        <pc:chgData name="Amy Glidewell" userId="095a4851-014c-47ed-bf1b-0c4b57406e94" providerId="ADAL" clId="{D09899BF-B4C0-45CB-BFB5-343984ED5BDE}" dt="2024-08-01T16:14:12.684" v="101" actId="255"/>
        <pc:sldMkLst>
          <pc:docMk/>
          <pc:sldMk cId="2695852383" sldId="392"/>
        </pc:sldMkLst>
        <pc:spChg chg="mod">
          <ac:chgData name="Amy Glidewell" userId="095a4851-014c-47ed-bf1b-0c4b57406e94" providerId="ADAL" clId="{D09899BF-B4C0-45CB-BFB5-343984ED5BDE}" dt="2024-08-01T16:14:12.684" v="101" actId="255"/>
          <ac:spMkLst>
            <pc:docMk/>
            <pc:sldMk cId="2695852383" sldId="392"/>
            <ac:spMk id="4" creationId="{3C1E0A1F-BDF7-D6DA-F443-18C220DE8869}"/>
          </ac:spMkLst>
        </pc:spChg>
        <pc:spChg chg="mod">
          <ac:chgData name="Amy Glidewell" userId="095a4851-014c-47ed-bf1b-0c4b57406e94" providerId="ADAL" clId="{D09899BF-B4C0-45CB-BFB5-343984ED5BDE}" dt="2024-08-01T16:14:12.684" v="101" actId="255"/>
          <ac:spMkLst>
            <pc:docMk/>
            <pc:sldMk cId="2695852383" sldId="392"/>
            <ac:spMk id="5" creationId="{1D30B7EE-F451-053A-6E92-D16E38095262}"/>
          </ac:spMkLst>
        </pc:spChg>
      </pc:sldChg>
      <pc:sldChg chg="delSp modSp mod">
        <pc:chgData name="Amy Glidewell" userId="095a4851-014c-47ed-bf1b-0c4b57406e94" providerId="ADAL" clId="{D09899BF-B4C0-45CB-BFB5-343984ED5BDE}" dt="2024-08-01T16:16:51.726" v="173" actId="207"/>
        <pc:sldMkLst>
          <pc:docMk/>
          <pc:sldMk cId="2779134890" sldId="393"/>
        </pc:sldMkLst>
        <pc:spChg chg="mod">
          <ac:chgData name="Amy Glidewell" userId="095a4851-014c-47ed-bf1b-0c4b57406e94" providerId="ADAL" clId="{D09899BF-B4C0-45CB-BFB5-343984ED5BDE}" dt="2024-08-01T16:16:21.408" v="168" actId="207"/>
          <ac:spMkLst>
            <pc:docMk/>
            <pc:sldMk cId="2779134890" sldId="393"/>
            <ac:spMk id="3" creationId="{9D9C3D57-B4F9-8D0C-F236-3C3CF6685BBD}"/>
          </ac:spMkLst>
        </pc:spChg>
        <pc:spChg chg="mod">
          <ac:chgData name="Amy Glidewell" userId="095a4851-014c-47ed-bf1b-0c4b57406e94" providerId="ADAL" clId="{D09899BF-B4C0-45CB-BFB5-343984ED5BDE}" dt="2024-08-01T16:16:29.739" v="169" actId="207"/>
          <ac:spMkLst>
            <pc:docMk/>
            <pc:sldMk cId="2779134890" sldId="393"/>
            <ac:spMk id="4" creationId="{3C1E0A1F-BDF7-D6DA-F443-18C220DE8869}"/>
          </ac:spMkLst>
        </pc:spChg>
        <pc:spChg chg="mod">
          <ac:chgData name="Amy Glidewell" userId="095a4851-014c-47ed-bf1b-0c4b57406e94" providerId="ADAL" clId="{D09899BF-B4C0-45CB-BFB5-343984ED5BDE}" dt="2024-08-01T16:16:51.726" v="173" actId="207"/>
          <ac:spMkLst>
            <pc:docMk/>
            <pc:sldMk cId="2779134890" sldId="393"/>
            <ac:spMk id="5" creationId="{1D30B7EE-F451-053A-6E92-D16E38095262}"/>
          </ac:spMkLst>
        </pc:spChg>
        <pc:spChg chg="del mod">
          <ac:chgData name="Amy Glidewell" userId="095a4851-014c-47ed-bf1b-0c4b57406e94" providerId="ADAL" clId="{D09899BF-B4C0-45CB-BFB5-343984ED5BDE}" dt="2024-08-01T16:16:37.060" v="171" actId="478"/>
          <ac:spMkLst>
            <pc:docMk/>
            <pc:sldMk cId="2779134890" sldId="393"/>
            <ac:spMk id="6" creationId="{A9F6210C-D7BD-D218-7539-6EAE9E8CD407}"/>
          </ac:spMkLst>
        </pc:spChg>
      </pc:sldChg>
      <pc:sldChg chg="delSp modSp mod">
        <pc:chgData name="Amy Glidewell" userId="095a4851-014c-47ed-bf1b-0c4b57406e94" providerId="ADAL" clId="{D09899BF-B4C0-45CB-BFB5-343984ED5BDE}" dt="2024-08-01T16:14:51.936" v="126" actId="1038"/>
        <pc:sldMkLst>
          <pc:docMk/>
          <pc:sldMk cId="3482125286" sldId="394"/>
        </pc:sldMkLst>
        <pc:spChg chg="mod">
          <ac:chgData name="Amy Glidewell" userId="095a4851-014c-47ed-bf1b-0c4b57406e94" providerId="ADAL" clId="{D09899BF-B4C0-45CB-BFB5-343984ED5BDE}" dt="2024-08-01T16:14:35.010" v="103" actId="255"/>
          <ac:spMkLst>
            <pc:docMk/>
            <pc:sldMk cId="3482125286" sldId="394"/>
            <ac:spMk id="4" creationId="{3C1E0A1F-BDF7-D6DA-F443-18C220DE8869}"/>
          </ac:spMkLst>
        </pc:spChg>
        <pc:spChg chg="mod">
          <ac:chgData name="Amy Glidewell" userId="095a4851-014c-47ed-bf1b-0c4b57406e94" providerId="ADAL" clId="{D09899BF-B4C0-45CB-BFB5-343984ED5BDE}" dt="2024-08-01T16:14:35.010" v="103" actId="255"/>
          <ac:spMkLst>
            <pc:docMk/>
            <pc:sldMk cId="3482125286" sldId="394"/>
            <ac:spMk id="5" creationId="{1D30B7EE-F451-053A-6E92-D16E38095262}"/>
          </ac:spMkLst>
        </pc:spChg>
        <pc:graphicFrameChg chg="mod">
          <ac:chgData name="Amy Glidewell" userId="095a4851-014c-47ed-bf1b-0c4b57406e94" providerId="ADAL" clId="{D09899BF-B4C0-45CB-BFB5-343984ED5BDE}" dt="2024-08-01T16:14:51.936" v="126" actId="1038"/>
          <ac:graphicFrameMkLst>
            <pc:docMk/>
            <pc:sldMk cId="3482125286" sldId="394"/>
            <ac:graphicFrameMk id="6" creationId="{7E20B97D-470B-DE06-C492-0CC0A462F13B}"/>
          </ac:graphicFrameMkLst>
        </pc:graphicFrameChg>
        <pc:picChg chg="del mod">
          <ac:chgData name="Amy Glidewell" userId="095a4851-014c-47ed-bf1b-0c4b57406e94" providerId="ADAL" clId="{D09899BF-B4C0-45CB-BFB5-343984ED5BDE}" dt="2024-08-01T16:14:40.628" v="105" actId="478"/>
          <ac:picMkLst>
            <pc:docMk/>
            <pc:sldMk cId="3482125286" sldId="394"/>
            <ac:picMk id="3" creationId="{F0FA0010-2054-FC57-B000-ED0F41232C59}"/>
          </ac:picMkLst>
        </pc:picChg>
      </pc:sldChg>
    </pc:docChg>
  </pc:docChgLst>
  <pc:docChgLst>
    <pc:chgData name="Amanda Kissinger" userId="0440470d-4bd8-4812-9337-f95059fb652d" providerId="ADAL" clId="{6566C93D-BE54-9444-9E0F-6C751C8A9803}"/>
    <pc:docChg chg="undo custSel modSld">
      <pc:chgData name="Amanda Kissinger" userId="0440470d-4bd8-4812-9337-f95059fb652d" providerId="ADAL" clId="{6566C93D-BE54-9444-9E0F-6C751C8A9803}" dt="2024-08-30T16:30:32.169" v="187" actId="208"/>
      <pc:docMkLst>
        <pc:docMk/>
      </pc:docMkLst>
      <pc:sldChg chg="modSp mod">
        <pc:chgData name="Amanda Kissinger" userId="0440470d-4bd8-4812-9337-f95059fb652d" providerId="ADAL" clId="{6566C93D-BE54-9444-9E0F-6C751C8A9803}" dt="2024-08-30T16:27:33.272" v="172"/>
        <pc:sldMkLst>
          <pc:docMk/>
          <pc:sldMk cId="335944748" sldId="304"/>
        </pc:sldMkLst>
        <pc:spChg chg="mod">
          <ac:chgData name="Amanda Kissinger" userId="0440470d-4bd8-4812-9337-f95059fb652d" providerId="ADAL" clId="{6566C93D-BE54-9444-9E0F-6C751C8A9803}" dt="2024-08-30T13:03:47.853" v="5" actId="207"/>
          <ac:spMkLst>
            <pc:docMk/>
            <pc:sldMk cId="335944748" sldId="304"/>
            <ac:spMk id="3" creationId="{970323E0-C738-0F75-A30E-B235F774F50C}"/>
          </ac:spMkLst>
        </pc:spChg>
        <pc:graphicFrameChg chg="mod modGraphic">
          <ac:chgData name="Amanda Kissinger" userId="0440470d-4bd8-4812-9337-f95059fb652d" providerId="ADAL" clId="{6566C93D-BE54-9444-9E0F-6C751C8A9803}" dt="2024-08-30T16:27:33.272" v="172"/>
          <ac:graphicFrameMkLst>
            <pc:docMk/>
            <pc:sldMk cId="335944748" sldId="304"/>
            <ac:graphicFrameMk id="8" creationId="{E84EA8F8-4ABC-C3B4-7EFD-F104B843920C}"/>
          </ac:graphicFrameMkLst>
        </pc:graphicFrameChg>
      </pc:sldChg>
      <pc:sldChg chg="modSp mod">
        <pc:chgData name="Amanda Kissinger" userId="0440470d-4bd8-4812-9337-f95059fb652d" providerId="ADAL" clId="{6566C93D-BE54-9444-9E0F-6C751C8A9803}" dt="2024-08-30T13:36:11.028" v="166" actId="1582"/>
        <pc:sldMkLst>
          <pc:docMk/>
          <pc:sldMk cId="2553449239" sldId="305"/>
        </pc:sldMkLst>
        <pc:graphicFrameChg chg="mod modGraphic">
          <ac:chgData name="Amanda Kissinger" userId="0440470d-4bd8-4812-9337-f95059fb652d" providerId="ADAL" clId="{6566C93D-BE54-9444-9E0F-6C751C8A9803}" dt="2024-08-30T13:36:11.028" v="166" actId="1582"/>
          <ac:graphicFrameMkLst>
            <pc:docMk/>
            <pc:sldMk cId="2553449239" sldId="305"/>
            <ac:graphicFrameMk id="7" creationId="{97AC11F5-F9E1-6AD6-BE2C-654B7D6EE27A}"/>
          </ac:graphicFrameMkLst>
        </pc:graphicFrameChg>
      </pc:sldChg>
      <pc:sldChg chg="modSp mod">
        <pc:chgData name="Amanda Kissinger" userId="0440470d-4bd8-4812-9337-f95059fb652d" providerId="ADAL" clId="{6566C93D-BE54-9444-9E0F-6C751C8A9803}" dt="2024-08-30T16:27:18.105" v="170"/>
        <pc:sldMkLst>
          <pc:docMk/>
          <pc:sldMk cId="2989468001" sldId="306"/>
        </pc:sldMkLst>
        <pc:graphicFrameChg chg="mod modGraphic">
          <ac:chgData name="Amanda Kissinger" userId="0440470d-4bd8-4812-9337-f95059fb652d" providerId="ADAL" clId="{6566C93D-BE54-9444-9E0F-6C751C8A9803}" dt="2024-08-30T16:27:18.105" v="170"/>
          <ac:graphicFrameMkLst>
            <pc:docMk/>
            <pc:sldMk cId="2989468001" sldId="306"/>
            <ac:graphicFrameMk id="7" creationId="{F95FD1C9-E259-DCDC-5F5B-9B2FF4B6806C}"/>
          </ac:graphicFrameMkLst>
        </pc:graphicFrameChg>
      </pc:sldChg>
      <pc:sldChg chg="modSp mod">
        <pc:chgData name="Amanda Kissinger" userId="0440470d-4bd8-4812-9337-f95059fb652d" providerId="ADAL" clId="{6566C93D-BE54-9444-9E0F-6C751C8A9803}" dt="2024-08-30T13:14:58.019" v="56" actId="1582"/>
        <pc:sldMkLst>
          <pc:docMk/>
          <pc:sldMk cId="2820102218" sldId="309"/>
        </pc:sldMkLst>
        <pc:graphicFrameChg chg="mod modGraphic">
          <ac:chgData name="Amanda Kissinger" userId="0440470d-4bd8-4812-9337-f95059fb652d" providerId="ADAL" clId="{6566C93D-BE54-9444-9E0F-6C751C8A9803}" dt="2024-08-30T13:14:58.019" v="56" actId="1582"/>
          <ac:graphicFrameMkLst>
            <pc:docMk/>
            <pc:sldMk cId="2820102218" sldId="309"/>
            <ac:graphicFrameMk id="21" creationId="{08297D0C-39B2-EC11-AEB6-8FABB9B5EA47}"/>
          </ac:graphicFrameMkLst>
        </pc:graphicFrameChg>
      </pc:sldChg>
      <pc:sldChg chg="modSp mod">
        <pc:chgData name="Amanda Kissinger" userId="0440470d-4bd8-4812-9337-f95059fb652d" providerId="ADAL" clId="{6566C93D-BE54-9444-9E0F-6C751C8A9803}" dt="2024-08-30T13:36:25.464" v="167" actId="208"/>
        <pc:sldMkLst>
          <pc:docMk/>
          <pc:sldMk cId="1188309322" sldId="311"/>
        </pc:sldMkLst>
        <pc:graphicFrameChg chg="mod modGraphic">
          <ac:chgData name="Amanda Kissinger" userId="0440470d-4bd8-4812-9337-f95059fb652d" providerId="ADAL" clId="{6566C93D-BE54-9444-9E0F-6C751C8A9803}" dt="2024-08-30T13:36:25.464" v="167" actId="208"/>
          <ac:graphicFrameMkLst>
            <pc:docMk/>
            <pc:sldMk cId="1188309322" sldId="311"/>
            <ac:graphicFrameMk id="7" creationId="{32F72D72-A648-259D-2140-1C5842F7C091}"/>
          </ac:graphicFrameMkLst>
        </pc:graphicFrameChg>
      </pc:sldChg>
      <pc:sldChg chg="modSp mod">
        <pc:chgData name="Amanda Kissinger" userId="0440470d-4bd8-4812-9337-f95059fb652d" providerId="ADAL" clId="{6566C93D-BE54-9444-9E0F-6C751C8A9803}" dt="2024-08-30T13:09:57.683" v="27" actId="207"/>
        <pc:sldMkLst>
          <pc:docMk/>
          <pc:sldMk cId="3922796479" sldId="312"/>
        </pc:sldMkLst>
        <pc:graphicFrameChg chg="mod modGraphic">
          <ac:chgData name="Amanda Kissinger" userId="0440470d-4bd8-4812-9337-f95059fb652d" providerId="ADAL" clId="{6566C93D-BE54-9444-9E0F-6C751C8A9803}" dt="2024-08-30T13:09:57.683" v="27" actId="207"/>
          <ac:graphicFrameMkLst>
            <pc:docMk/>
            <pc:sldMk cId="3922796479" sldId="312"/>
            <ac:graphicFrameMk id="9" creationId="{DC8E5B1E-2720-0938-9ACB-1C430BC47EF2}"/>
          </ac:graphicFrameMkLst>
        </pc:graphicFrameChg>
      </pc:sldChg>
      <pc:sldChg chg="addSp delSp modSp mod modClrScheme chgLayout">
        <pc:chgData name="Amanda Kissinger" userId="0440470d-4bd8-4812-9337-f95059fb652d" providerId="ADAL" clId="{6566C93D-BE54-9444-9E0F-6C751C8A9803}" dt="2024-08-30T16:28:14.129" v="173" actId="1582"/>
        <pc:sldMkLst>
          <pc:docMk/>
          <pc:sldMk cId="167352425" sldId="313"/>
        </pc:sldMkLst>
        <pc:spChg chg="mod ord">
          <ac:chgData name="Amanda Kissinger" userId="0440470d-4bd8-4812-9337-f95059fb652d" providerId="ADAL" clId="{6566C93D-BE54-9444-9E0F-6C751C8A9803}" dt="2024-08-30T13:10:33.833" v="32" actId="700"/>
          <ac:spMkLst>
            <pc:docMk/>
            <pc:sldMk cId="167352425" sldId="313"/>
            <ac:spMk id="2" creationId="{1D31285D-FD2C-C3A4-B35E-86CA1DED994D}"/>
          </ac:spMkLst>
        </pc:spChg>
        <pc:spChg chg="add del mod">
          <ac:chgData name="Amanda Kissinger" userId="0440470d-4bd8-4812-9337-f95059fb652d" providerId="ADAL" clId="{6566C93D-BE54-9444-9E0F-6C751C8A9803}" dt="2024-08-30T13:10:30.219" v="31" actId="6264"/>
          <ac:spMkLst>
            <pc:docMk/>
            <pc:sldMk cId="167352425" sldId="313"/>
            <ac:spMk id="3" creationId="{0F9560D7-0284-1B80-B2BA-F465374EF61F}"/>
          </ac:spMkLst>
        </pc:spChg>
        <pc:spChg chg="add del mod">
          <ac:chgData name="Amanda Kissinger" userId="0440470d-4bd8-4812-9337-f95059fb652d" providerId="ADAL" clId="{6566C93D-BE54-9444-9E0F-6C751C8A9803}" dt="2024-08-30T13:10:30.219" v="31" actId="6264"/>
          <ac:spMkLst>
            <pc:docMk/>
            <pc:sldMk cId="167352425" sldId="313"/>
            <ac:spMk id="4" creationId="{34B9AC45-D55A-7ADF-77E1-6C3F5853E21A}"/>
          </ac:spMkLst>
        </pc:spChg>
        <pc:spChg chg="mod ord">
          <ac:chgData name="Amanda Kissinger" userId="0440470d-4bd8-4812-9337-f95059fb652d" providerId="ADAL" clId="{6566C93D-BE54-9444-9E0F-6C751C8A9803}" dt="2024-08-30T13:10:33.833" v="32" actId="700"/>
          <ac:spMkLst>
            <pc:docMk/>
            <pc:sldMk cId="167352425" sldId="313"/>
            <ac:spMk id="5" creationId="{FE2FF58E-5839-48D9-A347-8BCD0689631D}"/>
          </ac:spMkLst>
        </pc:spChg>
        <pc:spChg chg="mod ord">
          <ac:chgData name="Amanda Kissinger" userId="0440470d-4bd8-4812-9337-f95059fb652d" providerId="ADAL" clId="{6566C93D-BE54-9444-9E0F-6C751C8A9803}" dt="2024-08-30T13:10:33.833" v="32" actId="700"/>
          <ac:spMkLst>
            <pc:docMk/>
            <pc:sldMk cId="167352425" sldId="313"/>
            <ac:spMk id="6" creationId="{11C79F6B-C155-3779-B20F-218E8390E74A}"/>
          </ac:spMkLst>
        </pc:spChg>
        <pc:spChg chg="add del mod">
          <ac:chgData name="Amanda Kissinger" userId="0440470d-4bd8-4812-9337-f95059fb652d" providerId="ADAL" clId="{6566C93D-BE54-9444-9E0F-6C751C8A9803}" dt="2024-08-30T13:10:30.219" v="31" actId="6264"/>
          <ac:spMkLst>
            <pc:docMk/>
            <pc:sldMk cId="167352425" sldId="313"/>
            <ac:spMk id="8" creationId="{E2FF93F4-C38E-65A1-4E46-1AB81E6E1323}"/>
          </ac:spMkLst>
        </pc:spChg>
        <pc:spChg chg="add del mod">
          <ac:chgData name="Amanda Kissinger" userId="0440470d-4bd8-4812-9337-f95059fb652d" providerId="ADAL" clId="{6566C93D-BE54-9444-9E0F-6C751C8A9803}" dt="2024-08-30T13:10:30.219" v="31" actId="6264"/>
          <ac:spMkLst>
            <pc:docMk/>
            <pc:sldMk cId="167352425" sldId="313"/>
            <ac:spMk id="9" creationId="{35E6E9AC-65B1-2159-1DB1-CEE5FBF2B6B5}"/>
          </ac:spMkLst>
        </pc:spChg>
        <pc:spChg chg="add del mod ord">
          <ac:chgData name="Amanda Kissinger" userId="0440470d-4bd8-4812-9337-f95059fb652d" providerId="ADAL" clId="{6566C93D-BE54-9444-9E0F-6C751C8A9803}" dt="2024-08-30T13:10:33.833" v="32" actId="700"/>
          <ac:spMkLst>
            <pc:docMk/>
            <pc:sldMk cId="167352425" sldId="313"/>
            <ac:spMk id="10" creationId="{102B0812-F318-6D65-211D-058A8E01865E}"/>
          </ac:spMkLst>
        </pc:spChg>
        <pc:graphicFrameChg chg="mod ord modGraphic">
          <ac:chgData name="Amanda Kissinger" userId="0440470d-4bd8-4812-9337-f95059fb652d" providerId="ADAL" clId="{6566C93D-BE54-9444-9E0F-6C751C8A9803}" dt="2024-08-30T16:28:14.129" v="173" actId="1582"/>
          <ac:graphicFrameMkLst>
            <pc:docMk/>
            <pc:sldMk cId="167352425" sldId="313"/>
            <ac:graphicFrameMk id="7" creationId="{F17B289E-B130-5F52-C6D3-D2B7471800E9}"/>
          </ac:graphicFrameMkLst>
        </pc:graphicFrameChg>
      </pc:sldChg>
      <pc:sldChg chg="modSp mod">
        <pc:chgData name="Amanda Kissinger" userId="0440470d-4bd8-4812-9337-f95059fb652d" providerId="ADAL" clId="{6566C93D-BE54-9444-9E0F-6C751C8A9803}" dt="2024-08-30T13:12:32.191" v="43" actId="113"/>
        <pc:sldMkLst>
          <pc:docMk/>
          <pc:sldMk cId="1468088889" sldId="314"/>
        </pc:sldMkLst>
        <pc:graphicFrameChg chg="mod modGraphic">
          <ac:chgData name="Amanda Kissinger" userId="0440470d-4bd8-4812-9337-f95059fb652d" providerId="ADAL" clId="{6566C93D-BE54-9444-9E0F-6C751C8A9803}" dt="2024-08-30T13:12:32.191" v="43" actId="113"/>
          <ac:graphicFrameMkLst>
            <pc:docMk/>
            <pc:sldMk cId="1468088889" sldId="314"/>
            <ac:graphicFrameMk id="9" creationId="{9ECC3B50-B6D7-FD4C-CC6C-6E1B59B4811B}"/>
          </ac:graphicFrameMkLst>
        </pc:graphicFrameChg>
      </pc:sldChg>
      <pc:sldChg chg="modSp mod">
        <pc:chgData name="Amanda Kissinger" userId="0440470d-4bd8-4812-9337-f95059fb652d" providerId="ADAL" clId="{6566C93D-BE54-9444-9E0F-6C751C8A9803}" dt="2024-08-30T13:13:51.600" v="51" actId="207"/>
        <pc:sldMkLst>
          <pc:docMk/>
          <pc:sldMk cId="3347326988" sldId="315"/>
        </pc:sldMkLst>
        <pc:spChg chg="mod">
          <ac:chgData name="Amanda Kissinger" userId="0440470d-4bd8-4812-9337-f95059fb652d" providerId="ADAL" clId="{6566C93D-BE54-9444-9E0F-6C751C8A9803}" dt="2024-08-30T13:13:51.600" v="51" actId="207"/>
          <ac:spMkLst>
            <pc:docMk/>
            <pc:sldMk cId="3347326988" sldId="315"/>
            <ac:spMk id="7" creationId="{3391CB70-D6C1-0EE1-52A6-A9F5FFA8523F}"/>
          </ac:spMkLst>
        </pc:spChg>
      </pc:sldChg>
      <pc:sldChg chg="modSp mod">
        <pc:chgData name="Amanda Kissinger" userId="0440470d-4bd8-4812-9337-f95059fb652d" providerId="ADAL" clId="{6566C93D-BE54-9444-9E0F-6C751C8A9803}" dt="2024-08-30T16:29:13.506" v="184" actId="20577"/>
        <pc:sldMkLst>
          <pc:docMk/>
          <pc:sldMk cId="1643517338" sldId="351"/>
        </pc:sldMkLst>
        <pc:spChg chg="mod">
          <ac:chgData name="Amanda Kissinger" userId="0440470d-4bd8-4812-9337-f95059fb652d" providerId="ADAL" clId="{6566C93D-BE54-9444-9E0F-6C751C8A9803}" dt="2024-08-30T16:28:51.559" v="181" actId="14100"/>
          <ac:spMkLst>
            <pc:docMk/>
            <pc:sldMk cId="1643517338" sldId="351"/>
            <ac:spMk id="3" creationId="{0F9F636D-C546-AA17-2387-E6297159EFDC}"/>
          </ac:spMkLst>
        </pc:spChg>
        <pc:graphicFrameChg chg="mod modGraphic">
          <ac:chgData name="Amanda Kissinger" userId="0440470d-4bd8-4812-9337-f95059fb652d" providerId="ADAL" clId="{6566C93D-BE54-9444-9E0F-6C751C8A9803}" dt="2024-08-30T16:29:13.506" v="184" actId="20577"/>
          <ac:graphicFrameMkLst>
            <pc:docMk/>
            <pc:sldMk cId="1643517338" sldId="351"/>
            <ac:graphicFrameMk id="12" creationId="{A40E29D9-E55F-E1F7-A875-756070DAF76D}"/>
          </ac:graphicFrameMkLst>
        </pc:graphicFrameChg>
      </pc:sldChg>
      <pc:sldChg chg="modSp mod">
        <pc:chgData name="Amanda Kissinger" userId="0440470d-4bd8-4812-9337-f95059fb652d" providerId="ADAL" clId="{6566C93D-BE54-9444-9E0F-6C751C8A9803}" dt="2024-08-30T13:14:02.218" v="52" actId="14100"/>
        <pc:sldMkLst>
          <pc:docMk/>
          <pc:sldMk cId="4164609472" sldId="354"/>
        </pc:sldMkLst>
        <pc:spChg chg="mod">
          <ac:chgData name="Amanda Kissinger" userId="0440470d-4bd8-4812-9337-f95059fb652d" providerId="ADAL" clId="{6566C93D-BE54-9444-9E0F-6C751C8A9803}" dt="2024-08-30T13:14:02.218" v="52" actId="14100"/>
          <ac:spMkLst>
            <pc:docMk/>
            <pc:sldMk cId="4164609472" sldId="354"/>
            <ac:spMk id="2" creationId="{74231C36-36FD-CE3E-D578-A93E093D974E}"/>
          </ac:spMkLst>
        </pc:spChg>
      </pc:sldChg>
      <pc:sldChg chg="modSp mod">
        <pc:chgData name="Amanda Kissinger" userId="0440470d-4bd8-4812-9337-f95059fb652d" providerId="ADAL" clId="{6566C93D-BE54-9444-9E0F-6C751C8A9803}" dt="2024-08-30T13:18:42.218" v="71" actId="14100"/>
        <pc:sldMkLst>
          <pc:docMk/>
          <pc:sldMk cId="721318003" sldId="355"/>
        </pc:sldMkLst>
        <pc:graphicFrameChg chg="mod modGraphic">
          <ac:chgData name="Amanda Kissinger" userId="0440470d-4bd8-4812-9337-f95059fb652d" providerId="ADAL" clId="{6566C93D-BE54-9444-9E0F-6C751C8A9803}" dt="2024-08-30T13:18:42.218" v="71" actId="14100"/>
          <ac:graphicFrameMkLst>
            <pc:docMk/>
            <pc:sldMk cId="721318003" sldId="355"/>
            <ac:graphicFrameMk id="10" creationId="{82A1E794-C5A8-E146-277E-FF92A54D40C9}"/>
          </ac:graphicFrameMkLst>
        </pc:graphicFrameChg>
      </pc:sldChg>
      <pc:sldChg chg="modSp mod">
        <pc:chgData name="Amanda Kissinger" userId="0440470d-4bd8-4812-9337-f95059fb652d" providerId="ADAL" clId="{6566C93D-BE54-9444-9E0F-6C751C8A9803}" dt="2024-08-30T13:19:14.879" v="75" actId="207"/>
        <pc:sldMkLst>
          <pc:docMk/>
          <pc:sldMk cId="81601212" sldId="356"/>
        </pc:sldMkLst>
        <pc:graphicFrameChg chg="mod modGraphic">
          <ac:chgData name="Amanda Kissinger" userId="0440470d-4bd8-4812-9337-f95059fb652d" providerId="ADAL" clId="{6566C93D-BE54-9444-9E0F-6C751C8A9803}" dt="2024-08-30T13:19:14.879" v="75" actId="207"/>
          <ac:graphicFrameMkLst>
            <pc:docMk/>
            <pc:sldMk cId="81601212" sldId="356"/>
            <ac:graphicFrameMk id="10" creationId="{A06A0628-BB03-E53C-0888-44759D846A39}"/>
          </ac:graphicFrameMkLst>
        </pc:graphicFrameChg>
      </pc:sldChg>
      <pc:sldChg chg="modSp">
        <pc:chgData name="Amanda Kissinger" userId="0440470d-4bd8-4812-9337-f95059fb652d" providerId="ADAL" clId="{6566C93D-BE54-9444-9E0F-6C751C8A9803}" dt="2024-08-30T13:14:34.759" v="55" actId="1582"/>
        <pc:sldMkLst>
          <pc:docMk/>
          <pc:sldMk cId="3422546705" sldId="357"/>
        </pc:sldMkLst>
        <pc:graphicFrameChg chg="mod">
          <ac:chgData name="Amanda Kissinger" userId="0440470d-4bd8-4812-9337-f95059fb652d" providerId="ADAL" clId="{6566C93D-BE54-9444-9E0F-6C751C8A9803}" dt="2024-08-30T13:14:34.759" v="55" actId="1582"/>
          <ac:graphicFrameMkLst>
            <pc:docMk/>
            <pc:sldMk cId="3422546705" sldId="357"/>
            <ac:graphicFrameMk id="11" creationId="{08324D76-35E7-7F57-8ACF-D061328FFDF6}"/>
          </ac:graphicFrameMkLst>
        </pc:graphicFrameChg>
      </pc:sldChg>
      <pc:sldChg chg="modSp mod">
        <pc:chgData name="Amanda Kissinger" userId="0440470d-4bd8-4812-9337-f95059fb652d" providerId="ADAL" clId="{6566C93D-BE54-9444-9E0F-6C751C8A9803}" dt="2024-08-30T13:17:58.018" v="67" actId="207"/>
        <pc:sldMkLst>
          <pc:docMk/>
          <pc:sldMk cId="3156751577" sldId="360"/>
        </pc:sldMkLst>
        <pc:graphicFrameChg chg="mod modGraphic">
          <ac:chgData name="Amanda Kissinger" userId="0440470d-4bd8-4812-9337-f95059fb652d" providerId="ADAL" clId="{6566C93D-BE54-9444-9E0F-6C751C8A9803}" dt="2024-08-30T13:17:58.018" v="67" actId="207"/>
          <ac:graphicFrameMkLst>
            <pc:docMk/>
            <pc:sldMk cId="3156751577" sldId="360"/>
            <ac:graphicFrameMk id="9" creationId="{CD33D7ED-2900-636C-7546-1C5C11C381C8}"/>
          </ac:graphicFrameMkLst>
        </pc:graphicFrameChg>
      </pc:sldChg>
      <pc:sldChg chg="modSp">
        <pc:chgData name="Amanda Kissinger" userId="0440470d-4bd8-4812-9337-f95059fb652d" providerId="ADAL" clId="{6566C93D-BE54-9444-9E0F-6C751C8A9803}" dt="2024-08-30T13:16:09.532" v="59" actId="207"/>
        <pc:sldMkLst>
          <pc:docMk/>
          <pc:sldMk cId="2156176677" sldId="362"/>
        </pc:sldMkLst>
        <pc:graphicFrameChg chg="mod">
          <ac:chgData name="Amanda Kissinger" userId="0440470d-4bd8-4812-9337-f95059fb652d" providerId="ADAL" clId="{6566C93D-BE54-9444-9E0F-6C751C8A9803}" dt="2024-08-30T13:16:09.532" v="59" actId="207"/>
          <ac:graphicFrameMkLst>
            <pc:docMk/>
            <pc:sldMk cId="2156176677" sldId="362"/>
            <ac:graphicFrameMk id="6" creationId="{86C5CB0D-0506-A56E-63F3-35F1187AFBE5}"/>
          </ac:graphicFrameMkLst>
        </pc:graphicFrameChg>
      </pc:sldChg>
      <pc:sldChg chg="modSp mod">
        <pc:chgData name="Amanda Kissinger" userId="0440470d-4bd8-4812-9337-f95059fb652d" providerId="ADAL" clId="{6566C93D-BE54-9444-9E0F-6C751C8A9803}" dt="2024-08-30T13:24:49.921" v="99" actId="1582"/>
        <pc:sldMkLst>
          <pc:docMk/>
          <pc:sldMk cId="1427792936" sldId="366"/>
        </pc:sldMkLst>
        <pc:graphicFrameChg chg="mod modGraphic">
          <ac:chgData name="Amanda Kissinger" userId="0440470d-4bd8-4812-9337-f95059fb652d" providerId="ADAL" clId="{6566C93D-BE54-9444-9E0F-6C751C8A9803}" dt="2024-08-30T13:24:49.921" v="99" actId="1582"/>
          <ac:graphicFrameMkLst>
            <pc:docMk/>
            <pc:sldMk cId="1427792936" sldId="366"/>
            <ac:graphicFrameMk id="7" creationId="{4777B727-C11A-2693-B706-8B9CF8FD52B2}"/>
          </ac:graphicFrameMkLst>
        </pc:graphicFrameChg>
      </pc:sldChg>
      <pc:sldChg chg="modSp mod">
        <pc:chgData name="Amanda Kissinger" userId="0440470d-4bd8-4812-9337-f95059fb652d" providerId="ADAL" clId="{6566C93D-BE54-9444-9E0F-6C751C8A9803}" dt="2024-08-30T13:25:41.561" v="102" actId="1582"/>
        <pc:sldMkLst>
          <pc:docMk/>
          <pc:sldMk cId="679093202" sldId="367"/>
        </pc:sldMkLst>
        <pc:graphicFrameChg chg="mod modGraphic">
          <ac:chgData name="Amanda Kissinger" userId="0440470d-4bd8-4812-9337-f95059fb652d" providerId="ADAL" clId="{6566C93D-BE54-9444-9E0F-6C751C8A9803}" dt="2024-08-30T13:25:41.561" v="102" actId="1582"/>
          <ac:graphicFrameMkLst>
            <pc:docMk/>
            <pc:sldMk cId="679093202" sldId="367"/>
            <ac:graphicFrameMk id="5" creationId="{4C567338-9805-B4C1-9C7C-1155EA528D28}"/>
          </ac:graphicFrameMkLst>
        </pc:graphicFrameChg>
      </pc:sldChg>
      <pc:sldChg chg="modSp mod">
        <pc:chgData name="Amanda Kissinger" userId="0440470d-4bd8-4812-9337-f95059fb652d" providerId="ADAL" clId="{6566C93D-BE54-9444-9E0F-6C751C8A9803}" dt="2024-08-30T16:30:32.169" v="187" actId="208"/>
        <pc:sldMkLst>
          <pc:docMk/>
          <pc:sldMk cId="3374167380" sldId="374"/>
        </pc:sldMkLst>
        <pc:graphicFrameChg chg="mod modGraphic">
          <ac:chgData name="Amanda Kissinger" userId="0440470d-4bd8-4812-9337-f95059fb652d" providerId="ADAL" clId="{6566C93D-BE54-9444-9E0F-6C751C8A9803}" dt="2024-08-30T16:30:32.169" v="187" actId="208"/>
          <ac:graphicFrameMkLst>
            <pc:docMk/>
            <pc:sldMk cId="3374167380" sldId="374"/>
            <ac:graphicFrameMk id="10" creationId="{91180F11-3B35-599E-D07A-9ED41D1278F2}"/>
          </ac:graphicFrameMkLst>
        </pc:graphicFrameChg>
      </pc:sldChg>
      <pc:sldChg chg="modSp mod">
        <pc:chgData name="Amanda Kissinger" userId="0440470d-4bd8-4812-9337-f95059fb652d" providerId="ADAL" clId="{6566C93D-BE54-9444-9E0F-6C751C8A9803}" dt="2024-08-30T13:26:47.807" v="110" actId="20577"/>
        <pc:sldMkLst>
          <pc:docMk/>
          <pc:sldMk cId="3481068951" sldId="375"/>
        </pc:sldMkLst>
        <pc:graphicFrameChg chg="mod modGraphic">
          <ac:chgData name="Amanda Kissinger" userId="0440470d-4bd8-4812-9337-f95059fb652d" providerId="ADAL" clId="{6566C93D-BE54-9444-9E0F-6C751C8A9803}" dt="2024-08-30T13:26:47.807" v="110" actId="20577"/>
          <ac:graphicFrameMkLst>
            <pc:docMk/>
            <pc:sldMk cId="3481068951" sldId="375"/>
            <ac:graphicFrameMk id="7" creationId="{9CB04BDC-69AE-C91F-E4C9-6CC3C8AD0F6B}"/>
          </ac:graphicFrameMkLst>
        </pc:graphicFrameChg>
      </pc:sldChg>
      <pc:sldChg chg="modSp">
        <pc:chgData name="Amanda Kissinger" userId="0440470d-4bd8-4812-9337-f95059fb652d" providerId="ADAL" clId="{6566C93D-BE54-9444-9E0F-6C751C8A9803}" dt="2024-08-30T13:28:50.263" v="123" actId="207"/>
        <pc:sldMkLst>
          <pc:docMk/>
          <pc:sldMk cId="1578582115" sldId="381"/>
        </pc:sldMkLst>
        <pc:graphicFrameChg chg="mod">
          <ac:chgData name="Amanda Kissinger" userId="0440470d-4bd8-4812-9337-f95059fb652d" providerId="ADAL" clId="{6566C93D-BE54-9444-9E0F-6C751C8A9803}" dt="2024-08-30T13:28:50.263" v="123" actId="207"/>
          <ac:graphicFrameMkLst>
            <pc:docMk/>
            <pc:sldMk cId="1578582115" sldId="381"/>
            <ac:graphicFrameMk id="5" creationId="{35CD8A86-32B3-0955-6B0C-E6FFAA8D258E}"/>
          </ac:graphicFrameMkLst>
        </pc:graphicFrameChg>
      </pc:sldChg>
      <pc:sldChg chg="modSp">
        <pc:chgData name="Amanda Kissinger" userId="0440470d-4bd8-4812-9337-f95059fb652d" providerId="ADAL" clId="{6566C93D-BE54-9444-9E0F-6C751C8A9803}" dt="2024-08-30T13:36:55.942" v="168" actId="208"/>
        <pc:sldMkLst>
          <pc:docMk/>
          <pc:sldMk cId="246195298" sldId="383"/>
        </pc:sldMkLst>
        <pc:graphicFrameChg chg="mod">
          <ac:chgData name="Amanda Kissinger" userId="0440470d-4bd8-4812-9337-f95059fb652d" providerId="ADAL" clId="{6566C93D-BE54-9444-9E0F-6C751C8A9803}" dt="2024-08-30T13:36:55.942" v="168" actId="208"/>
          <ac:graphicFrameMkLst>
            <pc:docMk/>
            <pc:sldMk cId="246195298" sldId="383"/>
            <ac:graphicFrameMk id="3" creationId="{0EB14A8A-C5DC-A5E5-074A-CB788F7162A2}"/>
          </ac:graphicFrameMkLst>
        </pc:graphicFrameChg>
      </pc:sldChg>
      <pc:sldChg chg="modSp mod">
        <pc:chgData name="Amanda Kissinger" userId="0440470d-4bd8-4812-9337-f95059fb652d" providerId="ADAL" clId="{6566C93D-BE54-9444-9E0F-6C751C8A9803}" dt="2024-08-30T13:29:39.643" v="127" actId="207"/>
        <pc:sldMkLst>
          <pc:docMk/>
          <pc:sldMk cId="1028438240" sldId="384"/>
        </pc:sldMkLst>
        <pc:graphicFrameChg chg="mod modGraphic">
          <ac:chgData name="Amanda Kissinger" userId="0440470d-4bd8-4812-9337-f95059fb652d" providerId="ADAL" clId="{6566C93D-BE54-9444-9E0F-6C751C8A9803}" dt="2024-08-30T13:29:39.643" v="127" actId="207"/>
          <ac:graphicFrameMkLst>
            <pc:docMk/>
            <pc:sldMk cId="1028438240" sldId="384"/>
            <ac:graphicFrameMk id="5" creationId="{037D3BF3-FAC9-FB40-6860-6B3D02B0D494}"/>
          </ac:graphicFrameMkLst>
        </pc:graphicFrameChg>
      </pc:sldChg>
      <pc:sldChg chg="modSp mod">
        <pc:chgData name="Amanda Kissinger" userId="0440470d-4bd8-4812-9337-f95059fb652d" providerId="ADAL" clId="{6566C93D-BE54-9444-9E0F-6C751C8A9803}" dt="2024-08-30T13:29:58.896" v="130" actId="207"/>
        <pc:sldMkLst>
          <pc:docMk/>
          <pc:sldMk cId="2325164683" sldId="385"/>
        </pc:sldMkLst>
        <pc:graphicFrameChg chg="modGraphic">
          <ac:chgData name="Amanda Kissinger" userId="0440470d-4bd8-4812-9337-f95059fb652d" providerId="ADAL" clId="{6566C93D-BE54-9444-9E0F-6C751C8A9803}" dt="2024-08-30T13:29:58.896" v="130" actId="207"/>
          <ac:graphicFrameMkLst>
            <pc:docMk/>
            <pc:sldMk cId="2325164683" sldId="385"/>
            <ac:graphicFrameMk id="5" creationId="{B9FC3417-CD0D-8784-DCC2-FE14747F9323}"/>
          </ac:graphicFrameMkLst>
        </pc:graphicFrameChg>
      </pc:sldChg>
      <pc:sldChg chg="addSp delSp modSp mod modClrScheme chgLayout">
        <pc:chgData name="Amanda Kissinger" userId="0440470d-4bd8-4812-9337-f95059fb652d" providerId="ADAL" clId="{6566C93D-BE54-9444-9E0F-6C751C8A9803}" dt="2024-08-30T13:33:00.666" v="158" actId="113"/>
        <pc:sldMkLst>
          <pc:docMk/>
          <pc:sldMk cId="653131670" sldId="386"/>
        </pc:sldMkLst>
        <pc:spChg chg="mod ord">
          <ac:chgData name="Amanda Kissinger" userId="0440470d-4bd8-4812-9337-f95059fb652d" providerId="ADAL" clId="{6566C93D-BE54-9444-9E0F-6C751C8A9803}" dt="2024-08-30T13:30:41.013" v="133" actId="700"/>
          <ac:spMkLst>
            <pc:docMk/>
            <pc:sldMk cId="653131670" sldId="386"/>
            <ac:spMk id="2" creationId="{55A23F6F-DD4E-0417-ECB6-433B84FA5769}"/>
          </ac:spMkLst>
        </pc:spChg>
        <pc:spChg chg="mod ord">
          <ac:chgData name="Amanda Kissinger" userId="0440470d-4bd8-4812-9337-f95059fb652d" providerId="ADAL" clId="{6566C93D-BE54-9444-9E0F-6C751C8A9803}" dt="2024-08-30T13:30:41.013" v="133" actId="700"/>
          <ac:spMkLst>
            <pc:docMk/>
            <pc:sldMk cId="653131670" sldId="386"/>
            <ac:spMk id="4" creationId="{FB0B8EE1-BDAD-96CE-197F-76BB13BAF854}"/>
          </ac:spMkLst>
        </pc:spChg>
        <pc:spChg chg="add mod">
          <ac:chgData name="Amanda Kissinger" userId="0440470d-4bd8-4812-9337-f95059fb652d" providerId="ADAL" clId="{6566C93D-BE54-9444-9E0F-6C751C8A9803}" dt="2024-08-30T13:32:04.892" v="152" actId="404"/>
          <ac:spMkLst>
            <pc:docMk/>
            <pc:sldMk cId="653131670" sldId="386"/>
            <ac:spMk id="7" creationId="{1271BB4C-79BD-58F5-1C4C-45CE1BB53D5B}"/>
          </ac:spMkLst>
        </pc:spChg>
        <pc:spChg chg="mod ord">
          <ac:chgData name="Amanda Kissinger" userId="0440470d-4bd8-4812-9337-f95059fb652d" providerId="ADAL" clId="{6566C93D-BE54-9444-9E0F-6C751C8A9803}" dt="2024-08-30T13:30:41.013" v="133" actId="700"/>
          <ac:spMkLst>
            <pc:docMk/>
            <pc:sldMk cId="653131670" sldId="386"/>
            <ac:spMk id="10" creationId="{14197858-0250-6875-1036-CBD7F422FCC6}"/>
          </ac:spMkLst>
        </pc:spChg>
        <pc:spChg chg="del mod ord">
          <ac:chgData name="Amanda Kissinger" userId="0440470d-4bd8-4812-9337-f95059fb652d" providerId="ADAL" clId="{6566C93D-BE54-9444-9E0F-6C751C8A9803}" dt="2024-08-30T13:31:16.211" v="141"/>
          <ac:spMkLst>
            <pc:docMk/>
            <pc:sldMk cId="653131670" sldId="386"/>
            <ac:spMk id="11" creationId="{17729B77-5E25-C97A-2495-202E86BB4246}"/>
          </ac:spMkLst>
        </pc:spChg>
        <pc:graphicFrameChg chg="add del mod">
          <ac:chgData name="Amanda Kissinger" userId="0440470d-4bd8-4812-9337-f95059fb652d" providerId="ADAL" clId="{6566C93D-BE54-9444-9E0F-6C751C8A9803}" dt="2024-08-30T13:31:11.394" v="140" actId="21"/>
          <ac:graphicFrameMkLst>
            <pc:docMk/>
            <pc:sldMk cId="653131670" sldId="386"/>
            <ac:graphicFrameMk id="3" creationId="{A9AA1086-9174-951D-5687-6A73C7C37366}"/>
          </ac:graphicFrameMkLst>
        </pc:graphicFrameChg>
        <pc:graphicFrameChg chg="del mod ord">
          <ac:chgData name="Amanda Kissinger" userId="0440470d-4bd8-4812-9337-f95059fb652d" providerId="ADAL" clId="{6566C93D-BE54-9444-9E0F-6C751C8A9803}" dt="2024-08-30T13:30:45.285" v="134" actId="21"/>
          <ac:graphicFrameMkLst>
            <pc:docMk/>
            <pc:sldMk cId="653131670" sldId="386"/>
            <ac:graphicFrameMk id="5" creationId="{713B134E-8FCE-B2D0-7B08-6D37EE337A27}"/>
          </ac:graphicFrameMkLst>
        </pc:graphicFrameChg>
        <pc:graphicFrameChg chg="add mod modGraphic">
          <ac:chgData name="Amanda Kissinger" userId="0440470d-4bd8-4812-9337-f95059fb652d" providerId="ADAL" clId="{6566C93D-BE54-9444-9E0F-6C751C8A9803}" dt="2024-08-30T13:33:00.666" v="158" actId="113"/>
          <ac:graphicFrameMkLst>
            <pc:docMk/>
            <pc:sldMk cId="653131670" sldId="386"/>
            <ac:graphicFrameMk id="8" creationId="{6904A38F-8FB0-223D-13E5-C5DFB13B1BD1}"/>
          </ac:graphicFrameMkLst>
        </pc:graphicFrameChg>
      </pc:sldChg>
      <pc:sldChg chg="modSp mod">
        <pc:chgData name="Amanda Kissinger" userId="0440470d-4bd8-4812-9337-f95059fb652d" providerId="ADAL" clId="{6566C93D-BE54-9444-9E0F-6C751C8A9803}" dt="2024-08-30T13:33:16.685" v="160" actId="14100"/>
        <pc:sldMkLst>
          <pc:docMk/>
          <pc:sldMk cId="1246242557" sldId="387"/>
        </pc:sldMkLst>
        <pc:graphicFrameChg chg="mod">
          <ac:chgData name="Amanda Kissinger" userId="0440470d-4bd8-4812-9337-f95059fb652d" providerId="ADAL" clId="{6566C93D-BE54-9444-9E0F-6C751C8A9803}" dt="2024-08-30T13:33:16.685" v="160" actId="14100"/>
          <ac:graphicFrameMkLst>
            <pc:docMk/>
            <pc:sldMk cId="1246242557" sldId="387"/>
            <ac:graphicFrameMk id="5" creationId="{DEA34C20-D73F-E73A-07C9-B64FE890DDF8}"/>
          </ac:graphicFrameMkLst>
        </pc:graphicFrameChg>
      </pc:sldChg>
      <pc:sldChg chg="modSp mod">
        <pc:chgData name="Amanda Kissinger" userId="0440470d-4bd8-4812-9337-f95059fb652d" providerId="ADAL" clId="{6566C93D-BE54-9444-9E0F-6C751C8A9803}" dt="2024-08-30T13:30:19.013" v="132" actId="207"/>
        <pc:sldMkLst>
          <pc:docMk/>
          <pc:sldMk cId="4160776574" sldId="389"/>
        </pc:sldMkLst>
        <pc:graphicFrameChg chg="modGraphic">
          <ac:chgData name="Amanda Kissinger" userId="0440470d-4bd8-4812-9337-f95059fb652d" providerId="ADAL" clId="{6566C93D-BE54-9444-9E0F-6C751C8A9803}" dt="2024-08-30T13:30:19.013" v="132" actId="207"/>
          <ac:graphicFrameMkLst>
            <pc:docMk/>
            <pc:sldMk cId="4160776574" sldId="389"/>
            <ac:graphicFrameMk id="5" creationId="{D78CA4A9-6F3B-C721-AA99-B03758CD2231}"/>
          </ac:graphicFrameMkLst>
        </pc:graphicFrameChg>
      </pc:sldChg>
      <pc:sldChg chg="addSp delSp modSp mod modClrScheme chgLayout">
        <pc:chgData name="Amanda Kissinger" userId="0440470d-4bd8-4812-9337-f95059fb652d" providerId="ADAL" clId="{6566C93D-BE54-9444-9E0F-6C751C8A9803}" dt="2024-08-30T13:35:31.866" v="164" actId="196"/>
        <pc:sldMkLst>
          <pc:docMk/>
          <pc:sldMk cId="2055773245" sldId="390"/>
        </pc:sldMkLst>
        <pc:spChg chg="mod ord">
          <ac:chgData name="Amanda Kissinger" userId="0440470d-4bd8-4812-9337-f95059fb652d" providerId="ADAL" clId="{6566C93D-BE54-9444-9E0F-6C751C8A9803}" dt="2024-08-30T13:33:38.119" v="161" actId="700"/>
          <ac:spMkLst>
            <pc:docMk/>
            <pc:sldMk cId="2055773245" sldId="390"/>
            <ac:spMk id="2" creationId="{473B0A4F-A9AA-9D24-6FFB-E5A692F6D605}"/>
          </ac:spMkLst>
        </pc:spChg>
        <pc:spChg chg="mod ord">
          <ac:chgData name="Amanda Kissinger" userId="0440470d-4bd8-4812-9337-f95059fb652d" providerId="ADAL" clId="{6566C93D-BE54-9444-9E0F-6C751C8A9803}" dt="2024-08-30T13:33:38.119" v="161" actId="700"/>
          <ac:spMkLst>
            <pc:docMk/>
            <pc:sldMk cId="2055773245" sldId="390"/>
            <ac:spMk id="3" creationId="{E010B7F7-94DE-847F-5096-F494D03C8ECE}"/>
          </ac:spMkLst>
        </pc:spChg>
        <pc:spChg chg="mod ord">
          <ac:chgData name="Amanda Kissinger" userId="0440470d-4bd8-4812-9337-f95059fb652d" providerId="ADAL" clId="{6566C93D-BE54-9444-9E0F-6C751C8A9803}" dt="2024-08-30T13:33:38.119" v="161" actId="700"/>
          <ac:spMkLst>
            <pc:docMk/>
            <pc:sldMk cId="2055773245" sldId="390"/>
            <ac:spMk id="4" creationId="{F5904927-F92D-685D-6C3B-2E8E9CBDA504}"/>
          </ac:spMkLst>
        </pc:spChg>
        <pc:spChg chg="add del mod ord">
          <ac:chgData name="Amanda Kissinger" userId="0440470d-4bd8-4812-9337-f95059fb652d" providerId="ADAL" clId="{6566C93D-BE54-9444-9E0F-6C751C8A9803}" dt="2024-08-30T13:34:41.276" v="163"/>
          <ac:spMkLst>
            <pc:docMk/>
            <pc:sldMk cId="2055773245" sldId="390"/>
            <ac:spMk id="5" creationId="{BCA092B8-A80E-5BAF-AD38-4D59D26C4846}"/>
          </ac:spMkLst>
        </pc:spChg>
        <pc:spChg chg="mod ord">
          <ac:chgData name="Amanda Kissinger" userId="0440470d-4bd8-4812-9337-f95059fb652d" providerId="ADAL" clId="{6566C93D-BE54-9444-9E0F-6C751C8A9803}" dt="2024-08-30T13:33:40.356" v="162" actId="12"/>
          <ac:spMkLst>
            <pc:docMk/>
            <pc:sldMk cId="2055773245" sldId="390"/>
            <ac:spMk id="11" creationId="{E1930D1D-AC2D-6D6E-DCE3-9670B39C3E4B}"/>
          </ac:spMkLst>
        </pc:spChg>
        <pc:picChg chg="add mod">
          <ac:chgData name="Amanda Kissinger" userId="0440470d-4bd8-4812-9337-f95059fb652d" providerId="ADAL" clId="{6566C93D-BE54-9444-9E0F-6C751C8A9803}" dt="2024-08-30T13:35:31.866" v="164" actId="196"/>
          <ac:picMkLst>
            <pc:docMk/>
            <pc:sldMk cId="2055773245" sldId="390"/>
            <ac:picMk id="6" creationId="{41CA7A4E-E608-34C2-B63C-2F2873EC4D62}"/>
          </ac:picMkLst>
        </pc:picChg>
      </pc:sldChg>
      <pc:sldChg chg="modSp mod">
        <pc:chgData name="Amanda Kissinger" userId="0440470d-4bd8-4812-9337-f95059fb652d" providerId="ADAL" clId="{6566C93D-BE54-9444-9E0F-6C751C8A9803}" dt="2024-08-30T16:30:04.333" v="186"/>
        <pc:sldMkLst>
          <pc:docMk/>
          <pc:sldMk cId="1680578422" sldId="391"/>
        </pc:sldMkLst>
        <pc:graphicFrameChg chg="mod modGraphic">
          <ac:chgData name="Amanda Kissinger" userId="0440470d-4bd8-4812-9337-f95059fb652d" providerId="ADAL" clId="{6566C93D-BE54-9444-9E0F-6C751C8A9803}" dt="2024-08-30T16:30:04.333" v="186"/>
          <ac:graphicFrameMkLst>
            <pc:docMk/>
            <pc:sldMk cId="1680578422" sldId="391"/>
            <ac:graphicFrameMk id="7" creationId="{35B75A73-74FF-373C-A9F9-F7E132F9BA6E}"/>
          </ac:graphicFrameMkLst>
        </pc:graphicFrameChg>
      </pc:sldChg>
      <pc:sldChg chg="modSp mod">
        <pc:chgData name="Amanda Kissinger" userId="0440470d-4bd8-4812-9337-f95059fb652d" providerId="ADAL" clId="{6566C93D-BE54-9444-9E0F-6C751C8A9803}" dt="2024-08-30T13:25:20.375" v="101" actId="208"/>
        <pc:sldMkLst>
          <pc:docMk/>
          <pc:sldMk cId="2695852383" sldId="392"/>
        </pc:sldMkLst>
        <pc:spChg chg="mod">
          <ac:chgData name="Amanda Kissinger" userId="0440470d-4bd8-4812-9337-f95059fb652d" providerId="ADAL" clId="{6566C93D-BE54-9444-9E0F-6C751C8A9803}" dt="2024-08-30T13:20:19.656" v="81" actId="14100"/>
          <ac:spMkLst>
            <pc:docMk/>
            <pc:sldMk cId="2695852383" sldId="392"/>
            <ac:spMk id="6" creationId="{8F5EEF3D-5609-3084-8291-CCD8133A191C}"/>
          </ac:spMkLst>
        </pc:spChg>
        <pc:spChg chg="mod">
          <ac:chgData name="Amanda Kissinger" userId="0440470d-4bd8-4812-9337-f95059fb652d" providerId="ADAL" clId="{6566C93D-BE54-9444-9E0F-6C751C8A9803}" dt="2024-08-30T13:20:52.674" v="85" actId="207"/>
          <ac:spMkLst>
            <pc:docMk/>
            <pc:sldMk cId="2695852383" sldId="392"/>
            <ac:spMk id="8" creationId="{DDD29621-2061-90BD-360C-33A041934220}"/>
          </ac:spMkLst>
        </pc:spChg>
        <pc:graphicFrameChg chg="mod modGraphic">
          <ac:chgData name="Amanda Kissinger" userId="0440470d-4bd8-4812-9337-f95059fb652d" providerId="ADAL" clId="{6566C93D-BE54-9444-9E0F-6C751C8A9803}" dt="2024-08-30T13:25:20.375" v="101" actId="208"/>
          <ac:graphicFrameMkLst>
            <pc:docMk/>
            <pc:sldMk cId="2695852383" sldId="392"/>
            <ac:graphicFrameMk id="5" creationId="{6B562C4E-FD34-63C7-1B78-86680AAE26EB}"/>
          </ac:graphicFrameMkLst>
        </pc:graphicFrameChg>
      </pc:sldChg>
      <pc:sldChg chg="modSp mod">
        <pc:chgData name="Amanda Kissinger" userId="0440470d-4bd8-4812-9337-f95059fb652d" providerId="ADAL" clId="{6566C93D-BE54-9444-9E0F-6C751C8A9803}" dt="2024-08-30T13:24:34.653" v="98" actId="1582"/>
        <pc:sldMkLst>
          <pc:docMk/>
          <pc:sldMk cId="2779134890" sldId="393"/>
        </pc:sldMkLst>
        <pc:graphicFrameChg chg="mod modGraphic">
          <ac:chgData name="Amanda Kissinger" userId="0440470d-4bd8-4812-9337-f95059fb652d" providerId="ADAL" clId="{6566C93D-BE54-9444-9E0F-6C751C8A9803}" dt="2024-08-30T13:24:34.653" v="98" actId="1582"/>
          <ac:graphicFrameMkLst>
            <pc:docMk/>
            <pc:sldMk cId="2779134890" sldId="393"/>
            <ac:graphicFrameMk id="12" creationId="{86564597-0A05-CB8A-6535-187DF35B51FB}"/>
          </ac:graphicFrameMkLst>
        </pc:graphicFrameChg>
      </pc:sldChg>
      <pc:sldChg chg="modSp mod">
        <pc:chgData name="Amanda Kissinger" userId="0440470d-4bd8-4812-9337-f95059fb652d" providerId="ADAL" clId="{6566C93D-BE54-9444-9E0F-6C751C8A9803}" dt="2024-08-30T13:27:12.045" v="114" actId="207"/>
        <pc:sldMkLst>
          <pc:docMk/>
          <pc:sldMk cId="3669445526" sldId="397"/>
        </pc:sldMkLst>
        <pc:graphicFrameChg chg="mod modGraphic">
          <ac:chgData name="Amanda Kissinger" userId="0440470d-4bd8-4812-9337-f95059fb652d" providerId="ADAL" clId="{6566C93D-BE54-9444-9E0F-6C751C8A9803}" dt="2024-08-30T13:27:12.045" v="114" actId="207"/>
          <ac:graphicFrameMkLst>
            <pc:docMk/>
            <pc:sldMk cId="3669445526" sldId="397"/>
            <ac:graphicFrameMk id="10" creationId="{1CBD16DC-4F09-C4B0-84C1-8D7BEA5B34BD}"/>
          </ac:graphicFrameMkLst>
        </pc:graphicFrameChg>
      </pc:sldChg>
      <pc:sldChg chg="modSp mod chgLayout">
        <pc:chgData name="Amanda Kissinger" userId="0440470d-4bd8-4812-9337-f95059fb652d" providerId="ADAL" clId="{6566C93D-BE54-9444-9E0F-6C751C8A9803}" dt="2024-08-30T13:27:59.296" v="119" actId="700"/>
        <pc:sldMkLst>
          <pc:docMk/>
          <pc:sldMk cId="267461942" sldId="398"/>
        </pc:sldMkLst>
        <pc:spChg chg="mod ord">
          <ac:chgData name="Amanda Kissinger" userId="0440470d-4bd8-4812-9337-f95059fb652d" providerId="ADAL" clId="{6566C93D-BE54-9444-9E0F-6C751C8A9803}" dt="2024-08-30T13:27:59.296" v="119" actId="700"/>
          <ac:spMkLst>
            <pc:docMk/>
            <pc:sldMk cId="267461942" sldId="398"/>
            <ac:spMk id="2" creationId="{5006B7AA-24CF-66FA-F0C2-6E0E51BF8740}"/>
          </ac:spMkLst>
        </pc:spChg>
        <pc:spChg chg="mod ord">
          <ac:chgData name="Amanda Kissinger" userId="0440470d-4bd8-4812-9337-f95059fb652d" providerId="ADAL" clId="{6566C93D-BE54-9444-9E0F-6C751C8A9803}" dt="2024-08-30T13:27:59.296" v="119" actId="700"/>
          <ac:spMkLst>
            <pc:docMk/>
            <pc:sldMk cId="267461942" sldId="398"/>
            <ac:spMk id="4" creationId="{812AE994-58C1-1313-719F-87359439A568}"/>
          </ac:spMkLst>
        </pc:spChg>
        <pc:spChg chg="mod ord">
          <ac:chgData name="Amanda Kissinger" userId="0440470d-4bd8-4812-9337-f95059fb652d" providerId="ADAL" clId="{6566C93D-BE54-9444-9E0F-6C751C8A9803}" dt="2024-08-30T13:27:59.296" v="119" actId="700"/>
          <ac:spMkLst>
            <pc:docMk/>
            <pc:sldMk cId="267461942" sldId="398"/>
            <ac:spMk id="9" creationId="{36D6672D-5481-B7DF-54DA-C0F6EFE56542}"/>
          </ac:spMkLst>
        </pc:spChg>
        <pc:graphicFrameChg chg="mod ord modGraphic">
          <ac:chgData name="Amanda Kissinger" userId="0440470d-4bd8-4812-9337-f95059fb652d" providerId="ADAL" clId="{6566C93D-BE54-9444-9E0F-6C751C8A9803}" dt="2024-08-30T13:27:59.296" v="119" actId="700"/>
          <ac:graphicFrameMkLst>
            <pc:docMk/>
            <pc:sldMk cId="267461942" sldId="398"/>
            <ac:graphicFrameMk id="5" creationId="{8FC864C5-0020-9BA4-2698-AEF4AB04B787}"/>
          </ac:graphicFrameMkLst>
        </pc:graphicFrameChg>
      </pc:sldChg>
    </pc:docChg>
  </pc:docChgLst>
  <pc:docChgLst>
    <pc:chgData name="Amy Glidewell" userId="095a4851-014c-47ed-bf1b-0c4b57406e94" providerId="ADAL" clId="{CF0F6D7F-65D3-4653-825B-643A94EFA79A}"/>
    <pc:docChg chg="modSld">
      <pc:chgData name="Amy Glidewell" userId="095a4851-014c-47ed-bf1b-0c4b57406e94" providerId="ADAL" clId="{CF0F6D7F-65D3-4653-825B-643A94EFA79A}" dt="2024-06-06T22:53:26.711" v="31" actId="208"/>
      <pc:docMkLst>
        <pc:docMk/>
      </pc:docMkLst>
      <pc:sldChg chg="modSp mod">
        <pc:chgData name="Amy Glidewell" userId="095a4851-014c-47ed-bf1b-0c4b57406e94" providerId="ADAL" clId="{CF0F6D7F-65D3-4653-825B-643A94EFA79A}" dt="2024-05-17T20:36:16.082" v="4" actId="207"/>
        <pc:sldMkLst>
          <pc:docMk/>
          <pc:sldMk cId="1117096729" sldId="302"/>
        </pc:sldMkLst>
        <pc:spChg chg="mod">
          <ac:chgData name="Amy Glidewell" userId="095a4851-014c-47ed-bf1b-0c4b57406e94" providerId="ADAL" clId="{CF0F6D7F-65D3-4653-825B-643A94EFA79A}" dt="2024-05-17T20:36:09.752" v="3" actId="207"/>
          <ac:spMkLst>
            <pc:docMk/>
            <pc:sldMk cId="1117096729" sldId="302"/>
            <ac:spMk id="3" creationId="{3EE64B88-9583-276E-1483-E2A5839DDF2B}"/>
          </ac:spMkLst>
        </pc:spChg>
        <pc:spChg chg="mod ord">
          <ac:chgData name="Amy Glidewell" userId="095a4851-014c-47ed-bf1b-0c4b57406e94" providerId="ADAL" clId="{CF0F6D7F-65D3-4653-825B-643A94EFA79A}" dt="2024-05-17T20:36:16.082" v="4" actId="207"/>
          <ac:spMkLst>
            <pc:docMk/>
            <pc:sldMk cId="1117096729" sldId="302"/>
            <ac:spMk id="4" creationId="{BC2E8FCC-D64B-DBE2-7016-60E364F70EC0}"/>
          </ac:spMkLst>
        </pc:spChg>
        <pc:picChg chg="mod">
          <ac:chgData name="Amy Glidewell" userId="095a4851-014c-47ed-bf1b-0c4b57406e94" providerId="ADAL" clId="{CF0F6D7F-65D3-4653-825B-643A94EFA79A}" dt="2024-05-17T20:35:56.316" v="2" actId="1076"/>
          <ac:picMkLst>
            <pc:docMk/>
            <pc:sldMk cId="1117096729" sldId="302"/>
            <ac:picMk id="5" creationId="{4A1D0CA8-BE0F-62A7-213A-95089FC5E8E0}"/>
          </ac:picMkLst>
        </pc:picChg>
      </pc:sldChg>
      <pc:sldChg chg="modSp">
        <pc:chgData name="Amy Glidewell" userId="095a4851-014c-47ed-bf1b-0c4b57406e94" providerId="ADAL" clId="{CF0F6D7F-65D3-4653-825B-643A94EFA79A}" dt="2024-06-06T22:49:02.937" v="26" actId="208"/>
        <pc:sldMkLst>
          <pc:docMk/>
          <pc:sldMk cId="2820102218" sldId="309"/>
        </pc:sldMkLst>
        <pc:graphicFrameChg chg="mod">
          <ac:chgData name="Amy Glidewell" userId="095a4851-014c-47ed-bf1b-0c4b57406e94" providerId="ADAL" clId="{CF0F6D7F-65D3-4653-825B-643A94EFA79A}" dt="2024-06-06T22:49:02.937" v="26" actId="208"/>
          <ac:graphicFrameMkLst>
            <pc:docMk/>
            <pc:sldMk cId="2820102218" sldId="309"/>
            <ac:graphicFrameMk id="7" creationId="{17D1967A-8688-0B1F-61B8-53711B7E69A6}"/>
          </ac:graphicFrameMkLst>
        </pc:graphicFrameChg>
      </pc:sldChg>
      <pc:sldChg chg="modSp">
        <pc:chgData name="Amy Glidewell" userId="095a4851-014c-47ed-bf1b-0c4b57406e94" providerId="ADAL" clId="{CF0F6D7F-65D3-4653-825B-643A94EFA79A}" dt="2024-06-06T22:49:56.514" v="27" actId="208"/>
        <pc:sldMkLst>
          <pc:docMk/>
          <pc:sldMk cId="1188309322" sldId="311"/>
        </pc:sldMkLst>
        <pc:graphicFrameChg chg="mod">
          <ac:chgData name="Amy Glidewell" userId="095a4851-014c-47ed-bf1b-0c4b57406e94" providerId="ADAL" clId="{CF0F6D7F-65D3-4653-825B-643A94EFA79A}" dt="2024-06-06T22:49:56.514" v="27" actId="208"/>
          <ac:graphicFrameMkLst>
            <pc:docMk/>
            <pc:sldMk cId="1188309322" sldId="311"/>
            <ac:graphicFrameMk id="3" creationId="{A193BC5F-A365-4029-2E09-E45EBABCB2E4}"/>
          </ac:graphicFrameMkLst>
        </pc:graphicFrameChg>
      </pc:sldChg>
      <pc:sldChg chg="modSp mod">
        <pc:chgData name="Amy Glidewell" userId="095a4851-014c-47ed-bf1b-0c4b57406e94" providerId="ADAL" clId="{CF0F6D7F-65D3-4653-825B-643A94EFA79A}" dt="2024-05-20T04:11:15.217" v="23" actId="1076"/>
        <pc:sldMkLst>
          <pc:docMk/>
          <pc:sldMk cId="1643517338" sldId="351"/>
        </pc:sldMkLst>
        <pc:picChg chg="mod">
          <ac:chgData name="Amy Glidewell" userId="095a4851-014c-47ed-bf1b-0c4b57406e94" providerId="ADAL" clId="{CF0F6D7F-65D3-4653-825B-643A94EFA79A}" dt="2024-05-20T04:11:15.217" v="23" actId="1076"/>
          <ac:picMkLst>
            <pc:docMk/>
            <pc:sldMk cId="1643517338" sldId="351"/>
            <ac:picMk id="5" creationId="{B76D1E10-74B1-0F86-3B76-81D33FD2AC29}"/>
          </ac:picMkLst>
        </pc:picChg>
      </pc:sldChg>
      <pc:sldChg chg="modNotesTx">
        <pc:chgData name="Amy Glidewell" userId="095a4851-014c-47ed-bf1b-0c4b57406e94" providerId="ADAL" clId="{CF0F6D7F-65D3-4653-825B-643A94EFA79A}" dt="2024-05-17T20:37:07.044" v="5" actId="20577"/>
        <pc:sldMkLst>
          <pc:docMk/>
          <pc:sldMk cId="617626877" sldId="352"/>
        </pc:sldMkLst>
      </pc:sldChg>
      <pc:sldChg chg="modSp">
        <pc:chgData name="Amy Glidewell" userId="095a4851-014c-47ed-bf1b-0c4b57406e94" providerId="ADAL" clId="{CF0F6D7F-65D3-4653-825B-643A94EFA79A}" dt="2024-05-20T04:12:41.579" v="25" actId="1582"/>
        <pc:sldMkLst>
          <pc:docMk/>
          <pc:sldMk cId="721318003" sldId="355"/>
        </pc:sldMkLst>
        <pc:graphicFrameChg chg="mod">
          <ac:chgData name="Amy Glidewell" userId="095a4851-014c-47ed-bf1b-0c4b57406e94" providerId="ADAL" clId="{CF0F6D7F-65D3-4653-825B-643A94EFA79A}" dt="2024-05-20T04:12:41.579" v="25" actId="1582"/>
          <ac:graphicFrameMkLst>
            <pc:docMk/>
            <pc:sldMk cId="721318003" sldId="355"/>
            <ac:graphicFrameMk id="7" creationId="{7EA47EA6-8ADF-918C-38C0-E1919BD5169A}"/>
          </ac:graphicFrameMkLst>
        </pc:graphicFrameChg>
      </pc:sldChg>
      <pc:sldChg chg="modSp mod">
        <pc:chgData name="Amy Glidewell" userId="095a4851-014c-47ed-bf1b-0c4b57406e94" providerId="ADAL" clId="{CF0F6D7F-65D3-4653-825B-643A94EFA79A}" dt="2024-05-17T20:38:20.877" v="13" actId="1076"/>
        <pc:sldMkLst>
          <pc:docMk/>
          <pc:sldMk cId="3422546705" sldId="357"/>
        </pc:sldMkLst>
        <pc:spChg chg="mod ord">
          <ac:chgData name="Amy Glidewell" userId="095a4851-014c-47ed-bf1b-0c4b57406e94" providerId="ADAL" clId="{CF0F6D7F-65D3-4653-825B-643A94EFA79A}" dt="2024-05-17T20:38:02.997" v="11" actId="166"/>
          <ac:spMkLst>
            <pc:docMk/>
            <pc:sldMk cId="3422546705" sldId="357"/>
            <ac:spMk id="4" creationId="{4821598B-7F8E-758D-7374-7A73BA66F12E}"/>
          </ac:spMkLst>
        </pc:spChg>
        <pc:spChg chg="mod ord">
          <ac:chgData name="Amy Glidewell" userId="095a4851-014c-47ed-bf1b-0c4b57406e94" providerId="ADAL" clId="{CF0F6D7F-65D3-4653-825B-643A94EFA79A}" dt="2024-05-17T20:37:57.212" v="10" actId="166"/>
          <ac:spMkLst>
            <pc:docMk/>
            <pc:sldMk cId="3422546705" sldId="357"/>
            <ac:spMk id="5" creationId="{4263FEDE-A2BB-D2FC-AB7B-41B34EE6721B}"/>
          </ac:spMkLst>
        </pc:spChg>
        <pc:picChg chg="mod">
          <ac:chgData name="Amy Glidewell" userId="095a4851-014c-47ed-bf1b-0c4b57406e94" providerId="ADAL" clId="{CF0F6D7F-65D3-4653-825B-643A94EFA79A}" dt="2024-05-17T20:38:20.877" v="13" actId="1076"/>
          <ac:picMkLst>
            <pc:docMk/>
            <pc:sldMk cId="3422546705" sldId="357"/>
            <ac:picMk id="7" creationId="{0082CAF1-26A2-358E-AB4D-774CE715610A}"/>
          </ac:picMkLst>
        </pc:picChg>
      </pc:sldChg>
      <pc:sldChg chg="modSp">
        <pc:chgData name="Amy Glidewell" userId="095a4851-014c-47ed-bf1b-0c4b57406e94" providerId="ADAL" clId="{CF0F6D7F-65D3-4653-825B-643A94EFA79A}" dt="2024-06-06T22:52:37.715" v="29" actId="208"/>
        <pc:sldMkLst>
          <pc:docMk/>
          <pc:sldMk cId="3156751577" sldId="360"/>
        </pc:sldMkLst>
        <pc:graphicFrameChg chg="mod">
          <ac:chgData name="Amy Glidewell" userId="095a4851-014c-47ed-bf1b-0c4b57406e94" providerId="ADAL" clId="{CF0F6D7F-65D3-4653-825B-643A94EFA79A}" dt="2024-06-06T22:52:37.715" v="29" actId="208"/>
          <ac:graphicFrameMkLst>
            <pc:docMk/>
            <pc:sldMk cId="3156751577" sldId="360"/>
            <ac:graphicFrameMk id="7" creationId="{76240C1F-B174-07E2-DA33-15C3D19B3DB7}"/>
          </ac:graphicFrameMkLst>
        </pc:graphicFrameChg>
      </pc:sldChg>
      <pc:sldChg chg="modSp">
        <pc:chgData name="Amy Glidewell" userId="095a4851-014c-47ed-bf1b-0c4b57406e94" providerId="ADAL" clId="{CF0F6D7F-65D3-4653-825B-643A94EFA79A}" dt="2024-06-06T22:52:04.892" v="28" actId="208"/>
        <pc:sldMkLst>
          <pc:docMk/>
          <pc:sldMk cId="2156176677" sldId="362"/>
        </pc:sldMkLst>
        <pc:graphicFrameChg chg="mod">
          <ac:chgData name="Amy Glidewell" userId="095a4851-014c-47ed-bf1b-0c4b57406e94" providerId="ADAL" clId="{CF0F6D7F-65D3-4653-825B-643A94EFA79A}" dt="2024-06-06T22:52:04.892" v="28" actId="208"/>
          <ac:graphicFrameMkLst>
            <pc:docMk/>
            <pc:sldMk cId="2156176677" sldId="362"/>
            <ac:graphicFrameMk id="6" creationId="{86C5CB0D-0506-A56E-63F3-35F1187AFBE5}"/>
          </ac:graphicFrameMkLst>
        </pc:graphicFrameChg>
      </pc:sldChg>
      <pc:sldChg chg="modSp">
        <pc:chgData name="Amy Glidewell" userId="095a4851-014c-47ed-bf1b-0c4b57406e94" providerId="ADAL" clId="{CF0F6D7F-65D3-4653-825B-643A94EFA79A}" dt="2024-06-06T22:53:01.262" v="30" actId="208"/>
        <pc:sldMkLst>
          <pc:docMk/>
          <pc:sldMk cId="1427792936" sldId="366"/>
        </pc:sldMkLst>
        <pc:graphicFrameChg chg="mod">
          <ac:chgData name="Amy Glidewell" userId="095a4851-014c-47ed-bf1b-0c4b57406e94" providerId="ADAL" clId="{CF0F6D7F-65D3-4653-825B-643A94EFA79A}" dt="2024-06-06T22:53:01.262" v="30" actId="208"/>
          <ac:graphicFrameMkLst>
            <pc:docMk/>
            <pc:sldMk cId="1427792936" sldId="366"/>
            <ac:graphicFrameMk id="8" creationId="{BE626D1F-78F5-FF87-81EB-8D6124C1C447}"/>
          </ac:graphicFrameMkLst>
        </pc:graphicFrameChg>
      </pc:sldChg>
      <pc:sldChg chg="modSp mod">
        <pc:chgData name="Amy Glidewell" userId="095a4851-014c-47ed-bf1b-0c4b57406e94" providerId="ADAL" clId="{CF0F6D7F-65D3-4653-825B-643A94EFA79A}" dt="2024-05-17T20:40:28.586" v="20" actId="1076"/>
        <pc:sldMkLst>
          <pc:docMk/>
          <pc:sldMk cId="3374167380" sldId="374"/>
        </pc:sldMkLst>
        <pc:spChg chg="ord">
          <ac:chgData name="Amy Glidewell" userId="095a4851-014c-47ed-bf1b-0c4b57406e94" providerId="ADAL" clId="{CF0F6D7F-65D3-4653-825B-643A94EFA79A}" dt="2024-05-17T20:40:09.826" v="17" actId="166"/>
          <ac:spMkLst>
            <pc:docMk/>
            <pc:sldMk cId="3374167380" sldId="374"/>
            <ac:spMk id="4" creationId="{DA926129-2587-DE76-A3D1-615FEBA26423}"/>
          </ac:spMkLst>
        </pc:spChg>
        <pc:picChg chg="mod">
          <ac:chgData name="Amy Glidewell" userId="095a4851-014c-47ed-bf1b-0c4b57406e94" providerId="ADAL" clId="{CF0F6D7F-65D3-4653-825B-643A94EFA79A}" dt="2024-05-17T20:40:28.586" v="20" actId="1076"/>
          <ac:picMkLst>
            <pc:docMk/>
            <pc:sldMk cId="3374167380" sldId="374"/>
            <ac:picMk id="7" creationId="{83F6FFC9-77C0-C762-28CA-6FF9652A5799}"/>
          </ac:picMkLst>
        </pc:picChg>
      </pc:sldChg>
      <pc:sldChg chg="modSp">
        <pc:chgData name="Amy Glidewell" userId="095a4851-014c-47ed-bf1b-0c4b57406e94" providerId="ADAL" clId="{CF0F6D7F-65D3-4653-825B-643A94EFA79A}" dt="2024-06-06T22:53:26.711" v="31" actId="208"/>
        <pc:sldMkLst>
          <pc:docMk/>
          <pc:sldMk cId="1578582115" sldId="381"/>
        </pc:sldMkLst>
        <pc:graphicFrameChg chg="mod">
          <ac:chgData name="Amy Glidewell" userId="095a4851-014c-47ed-bf1b-0c4b57406e94" providerId="ADAL" clId="{CF0F6D7F-65D3-4653-825B-643A94EFA79A}" dt="2024-06-06T22:53:26.711" v="31" actId="208"/>
          <ac:graphicFrameMkLst>
            <pc:docMk/>
            <pc:sldMk cId="1578582115" sldId="381"/>
            <ac:graphicFrameMk id="7" creationId="{90DE5943-8EA6-EF17-91BA-AB528A8F980E}"/>
          </ac:graphicFrameMkLst>
        </pc:graphicFrameChg>
      </pc:sldChg>
      <pc:sldChg chg="modNotesTx">
        <pc:chgData name="Amy Glidewell" userId="095a4851-014c-47ed-bf1b-0c4b57406e94" providerId="ADAL" clId="{CF0F6D7F-65D3-4653-825B-643A94EFA79A}" dt="2024-05-17T20:39:45.280" v="14" actId="113"/>
        <pc:sldMkLst>
          <pc:docMk/>
          <pc:sldMk cId="2779134890" sldId="393"/>
        </pc:sldMkLst>
      </pc:sldChg>
    </pc:docChg>
  </pc:docChgLst>
  <pc:docChgLst>
    <pc:chgData name="John Sparks" userId="S::jsparks@comptia.org::dcf6e6d0-e01b-49f1-aab6-b105dd3b4cba" providerId="AD" clId="Web-{E2307F83-B6FC-21D8-4E2B-02348B75F060}"/>
    <pc:docChg chg="mod">
      <pc:chgData name="John Sparks" userId="S::jsparks@comptia.org::dcf6e6d0-e01b-49f1-aab6-b105dd3b4cba" providerId="AD" clId="Web-{E2307F83-B6FC-21D8-4E2B-02348B75F060}" dt="2024-08-07T17:38:12.891" v="0"/>
      <pc:docMkLst>
        <pc:docMk/>
      </pc:docMkLst>
    </pc:docChg>
  </pc:docChgLst>
  <pc:docChgLst>
    <pc:chgData name="Amy Glidewell" userId="S::aglidewell@comptia.org::095a4851-014c-47ed-bf1b-0c4b57406e94" providerId="AD" clId="Web-{D1A6F2E4-9D11-C5BC-9571-FEDAFCFB2627}"/>
    <pc:docChg chg="modSld">
      <pc:chgData name="Amy Glidewell" userId="S::aglidewell@comptia.org::095a4851-014c-47ed-bf1b-0c4b57406e94" providerId="AD" clId="Web-{D1A6F2E4-9D11-C5BC-9571-FEDAFCFB2627}" dt="2025-01-06T18:06:10.324" v="0"/>
      <pc:docMkLst>
        <pc:docMk/>
      </pc:docMkLst>
      <pc:sldChg chg="modNotes">
        <pc:chgData name="Amy Glidewell" userId="S::aglidewell@comptia.org::095a4851-014c-47ed-bf1b-0c4b57406e94" providerId="AD" clId="Web-{D1A6F2E4-9D11-C5BC-9571-FEDAFCFB2627}" dt="2025-01-06T18:06:10.324" v="0"/>
        <pc:sldMkLst>
          <pc:docMk/>
          <pc:sldMk cId="3422546705" sldId="357"/>
        </pc:sldMkLst>
      </pc:sldChg>
    </pc:docChg>
  </pc:docChgLst>
  <pc:docChgLst>
    <pc:chgData name="Yvette Delim" userId="1eb1221e-2905-468b-b6ca-e1e332e3c4b6" providerId="ADAL" clId="{1801C47B-DFD9-4886-9586-56FA3CDA08C3}"/>
    <pc:docChg chg="undo custSel modSld modMainMaster">
      <pc:chgData name="Yvette Delim" userId="1eb1221e-2905-468b-b6ca-e1e332e3c4b6" providerId="ADAL" clId="{1801C47B-DFD9-4886-9586-56FA3CDA08C3}" dt="2024-08-02T20:54:00.916" v="209" actId="20577"/>
      <pc:docMkLst>
        <pc:docMk/>
      </pc:docMkLst>
      <pc:sldChg chg="addSp delSp modSp mod chgLayout">
        <pc:chgData name="Yvette Delim" userId="1eb1221e-2905-468b-b6ca-e1e332e3c4b6" providerId="ADAL" clId="{1801C47B-DFD9-4886-9586-56FA3CDA08C3}" dt="2024-08-02T18:57:01.761" v="19" actId="6264"/>
        <pc:sldMkLst>
          <pc:docMk/>
          <pc:sldMk cId="2847251408" sldId="286"/>
        </pc:sldMkLst>
        <pc:spChg chg="mod ord">
          <ac:chgData name="Yvette Delim" userId="1eb1221e-2905-468b-b6ca-e1e332e3c4b6" providerId="ADAL" clId="{1801C47B-DFD9-4886-9586-56FA3CDA08C3}" dt="2024-08-02T18:57:01.761" v="19" actId="6264"/>
          <ac:spMkLst>
            <pc:docMk/>
            <pc:sldMk cId="2847251408" sldId="286"/>
            <ac:spMk id="2" creationId="{4E52F3BC-D347-48A7-8850-F194A742FBD5}"/>
          </ac:spMkLst>
        </pc:spChg>
        <pc:spChg chg="del mod ord">
          <ac:chgData name="Yvette Delim" userId="1eb1221e-2905-468b-b6ca-e1e332e3c4b6" providerId="ADAL" clId="{1801C47B-DFD9-4886-9586-56FA3CDA08C3}" dt="2024-08-02T18:56:58.003" v="16" actId="478"/>
          <ac:spMkLst>
            <pc:docMk/>
            <pc:sldMk cId="2847251408" sldId="286"/>
            <ac:spMk id="3" creationId="{5DB95E24-0428-7F0C-7111-2EA41624D33F}"/>
          </ac:spMkLst>
        </pc:spChg>
        <pc:spChg chg="mod ord">
          <ac:chgData name="Yvette Delim" userId="1eb1221e-2905-468b-b6ca-e1e332e3c4b6" providerId="ADAL" clId="{1801C47B-DFD9-4886-9586-56FA3CDA08C3}" dt="2024-08-02T18:54:34.215" v="13" actId="700"/>
          <ac:spMkLst>
            <pc:docMk/>
            <pc:sldMk cId="2847251408" sldId="286"/>
            <ac:spMk id="4" creationId="{902A8AAF-0D4F-D710-5F8B-63544FF1CBE7}"/>
          </ac:spMkLst>
        </pc:spChg>
        <pc:spChg chg="add del mod">
          <ac:chgData name="Yvette Delim" userId="1eb1221e-2905-468b-b6ca-e1e332e3c4b6" providerId="ADAL" clId="{1801C47B-DFD9-4886-9586-56FA3CDA08C3}" dt="2024-08-02T18:54:29.123" v="11" actId="6264"/>
          <ac:spMkLst>
            <pc:docMk/>
            <pc:sldMk cId="2847251408" sldId="286"/>
            <ac:spMk id="5" creationId="{0B657A7A-5B0D-959E-8404-C695792FC8B4}"/>
          </ac:spMkLst>
        </pc:spChg>
        <pc:spChg chg="add del mod">
          <ac:chgData name="Yvette Delim" userId="1eb1221e-2905-468b-b6ca-e1e332e3c4b6" providerId="ADAL" clId="{1801C47B-DFD9-4886-9586-56FA3CDA08C3}" dt="2024-08-02T18:54:29.123" v="11" actId="6264"/>
          <ac:spMkLst>
            <pc:docMk/>
            <pc:sldMk cId="2847251408" sldId="286"/>
            <ac:spMk id="6" creationId="{063A04A2-38D9-3DF6-4434-AC2D8B799150}"/>
          </ac:spMkLst>
        </pc:spChg>
        <pc:spChg chg="add del mod">
          <ac:chgData name="Yvette Delim" userId="1eb1221e-2905-468b-b6ca-e1e332e3c4b6" providerId="ADAL" clId="{1801C47B-DFD9-4886-9586-56FA3CDA08C3}" dt="2024-08-02T18:54:29.123" v="11" actId="6264"/>
          <ac:spMkLst>
            <pc:docMk/>
            <pc:sldMk cId="2847251408" sldId="286"/>
            <ac:spMk id="7" creationId="{7310C87A-5E7A-3809-774D-E9D76263BD5E}"/>
          </ac:spMkLst>
        </pc:spChg>
        <pc:spChg chg="add del mod">
          <ac:chgData name="Yvette Delim" userId="1eb1221e-2905-468b-b6ca-e1e332e3c4b6" providerId="ADAL" clId="{1801C47B-DFD9-4886-9586-56FA3CDA08C3}" dt="2024-08-02T18:54:30.854" v="12" actId="6264"/>
          <ac:spMkLst>
            <pc:docMk/>
            <pc:sldMk cId="2847251408" sldId="286"/>
            <ac:spMk id="8" creationId="{BFB7DE2C-4A22-31B2-01B8-190B0D09244B}"/>
          </ac:spMkLst>
        </pc:spChg>
        <pc:spChg chg="mod ord">
          <ac:chgData name="Yvette Delim" userId="1eb1221e-2905-468b-b6ca-e1e332e3c4b6" providerId="ADAL" clId="{1801C47B-DFD9-4886-9586-56FA3CDA08C3}" dt="2024-08-02T18:57:01.761" v="19" actId="6264"/>
          <ac:spMkLst>
            <pc:docMk/>
            <pc:sldMk cId="2847251408" sldId="286"/>
            <ac:spMk id="9" creationId="{D63358E7-0213-9FB6-3B08-E3D4DDBCFFA3}"/>
          </ac:spMkLst>
        </pc:spChg>
        <pc:spChg chg="add del mod">
          <ac:chgData name="Yvette Delim" userId="1eb1221e-2905-468b-b6ca-e1e332e3c4b6" providerId="ADAL" clId="{1801C47B-DFD9-4886-9586-56FA3CDA08C3}" dt="2024-08-02T18:54:30.854" v="12" actId="6264"/>
          <ac:spMkLst>
            <pc:docMk/>
            <pc:sldMk cId="2847251408" sldId="286"/>
            <ac:spMk id="10" creationId="{25771E2F-E8A8-587C-16D3-21F0FA08780D}"/>
          </ac:spMkLst>
        </pc:spChg>
        <pc:spChg chg="add del mod">
          <ac:chgData name="Yvette Delim" userId="1eb1221e-2905-468b-b6ca-e1e332e3c4b6" providerId="ADAL" clId="{1801C47B-DFD9-4886-9586-56FA3CDA08C3}" dt="2024-08-02T18:54:30.854" v="12" actId="6264"/>
          <ac:spMkLst>
            <pc:docMk/>
            <pc:sldMk cId="2847251408" sldId="286"/>
            <ac:spMk id="11" creationId="{AE9A67EB-AE5E-0E63-5318-F7FD4218E099}"/>
          </ac:spMkLst>
        </pc:spChg>
        <pc:spChg chg="del">
          <ac:chgData name="Yvette Delim" userId="1eb1221e-2905-468b-b6ca-e1e332e3c4b6" providerId="ADAL" clId="{1801C47B-DFD9-4886-9586-56FA3CDA08C3}" dt="2024-08-02T18:56:54.940" v="15" actId="478"/>
          <ac:spMkLst>
            <pc:docMk/>
            <pc:sldMk cId="2847251408" sldId="286"/>
            <ac:spMk id="12" creationId="{9005DCEC-C072-0606-B02C-83F218773B03}"/>
          </ac:spMkLst>
        </pc:spChg>
        <pc:spChg chg="add del mod">
          <ac:chgData name="Yvette Delim" userId="1eb1221e-2905-468b-b6ca-e1e332e3c4b6" providerId="ADAL" clId="{1801C47B-DFD9-4886-9586-56FA3CDA08C3}" dt="2024-08-02T18:57:00.085" v="17" actId="6264"/>
          <ac:spMkLst>
            <pc:docMk/>
            <pc:sldMk cId="2847251408" sldId="286"/>
            <ac:spMk id="13" creationId="{5C0C1389-450D-6C91-6B94-4670CE47FE45}"/>
          </ac:spMkLst>
        </pc:spChg>
        <pc:spChg chg="add del mod">
          <ac:chgData name="Yvette Delim" userId="1eb1221e-2905-468b-b6ca-e1e332e3c4b6" providerId="ADAL" clId="{1801C47B-DFD9-4886-9586-56FA3CDA08C3}" dt="2024-08-02T18:57:00.085" v="17" actId="6264"/>
          <ac:spMkLst>
            <pc:docMk/>
            <pc:sldMk cId="2847251408" sldId="286"/>
            <ac:spMk id="14" creationId="{8A5A03E7-E8E9-CDEB-30C2-D30E3F5B714F}"/>
          </ac:spMkLst>
        </pc:spChg>
        <pc:spChg chg="add del mod">
          <ac:chgData name="Yvette Delim" userId="1eb1221e-2905-468b-b6ca-e1e332e3c4b6" providerId="ADAL" clId="{1801C47B-DFD9-4886-9586-56FA3CDA08C3}" dt="2024-08-02T18:57:01.072" v="18" actId="6264"/>
          <ac:spMkLst>
            <pc:docMk/>
            <pc:sldMk cId="2847251408" sldId="286"/>
            <ac:spMk id="15" creationId="{ED2EF409-AD3A-1510-D687-E954DA046492}"/>
          </ac:spMkLst>
        </pc:spChg>
        <pc:spChg chg="add del mod">
          <ac:chgData name="Yvette Delim" userId="1eb1221e-2905-468b-b6ca-e1e332e3c4b6" providerId="ADAL" clId="{1801C47B-DFD9-4886-9586-56FA3CDA08C3}" dt="2024-08-02T18:57:01.072" v="18" actId="6264"/>
          <ac:spMkLst>
            <pc:docMk/>
            <pc:sldMk cId="2847251408" sldId="286"/>
            <ac:spMk id="16" creationId="{EB9672ED-CE55-013C-6FE2-BE43E09C48FD}"/>
          </ac:spMkLst>
        </pc:spChg>
        <pc:spChg chg="add del mod">
          <ac:chgData name="Yvette Delim" userId="1eb1221e-2905-468b-b6ca-e1e332e3c4b6" providerId="ADAL" clId="{1801C47B-DFD9-4886-9586-56FA3CDA08C3}" dt="2024-08-02T18:57:01.761" v="19" actId="6264"/>
          <ac:spMkLst>
            <pc:docMk/>
            <pc:sldMk cId="2847251408" sldId="286"/>
            <ac:spMk id="17" creationId="{3AEBE73E-9868-9B39-03EB-1F53B3A8F65D}"/>
          </ac:spMkLst>
        </pc:spChg>
        <pc:spChg chg="add del mod">
          <ac:chgData name="Yvette Delim" userId="1eb1221e-2905-468b-b6ca-e1e332e3c4b6" providerId="ADAL" clId="{1801C47B-DFD9-4886-9586-56FA3CDA08C3}" dt="2024-08-02T18:57:01.761" v="19" actId="6264"/>
          <ac:spMkLst>
            <pc:docMk/>
            <pc:sldMk cId="2847251408" sldId="286"/>
            <ac:spMk id="18" creationId="{8EBD2B59-B613-1729-1C5C-89EDAC24CBBA}"/>
          </ac:spMkLst>
        </pc:spChg>
      </pc:sldChg>
      <pc:sldChg chg="addSp delSp modSp mod chgLayout">
        <pc:chgData name="Yvette Delim" userId="1eb1221e-2905-468b-b6ca-e1e332e3c4b6" providerId="ADAL" clId="{1801C47B-DFD9-4886-9586-56FA3CDA08C3}" dt="2024-08-02T18:57:29.725" v="22" actId="6264"/>
        <pc:sldMkLst>
          <pc:docMk/>
          <pc:sldMk cId="1117096729" sldId="302"/>
        </pc:sldMkLst>
        <pc:spChg chg="mod ord">
          <ac:chgData name="Yvette Delim" userId="1eb1221e-2905-468b-b6ca-e1e332e3c4b6" providerId="ADAL" clId="{1801C47B-DFD9-4886-9586-56FA3CDA08C3}" dt="2024-08-02T18:57:29.725" v="22" actId="6264"/>
          <ac:spMkLst>
            <pc:docMk/>
            <pc:sldMk cId="1117096729" sldId="302"/>
            <ac:spMk id="2" creationId="{DCD7457F-BF1F-2729-1E70-B446094964F3}"/>
          </ac:spMkLst>
        </pc:spChg>
        <pc:spChg chg="mod">
          <ac:chgData name="Yvette Delim" userId="1eb1221e-2905-468b-b6ca-e1e332e3c4b6" providerId="ADAL" clId="{1801C47B-DFD9-4886-9586-56FA3CDA08C3}" dt="2024-08-02T18:52:07.492" v="0"/>
          <ac:spMkLst>
            <pc:docMk/>
            <pc:sldMk cId="1117096729" sldId="302"/>
            <ac:spMk id="3" creationId="{3EE64B88-9583-276E-1483-E2A5839DDF2B}"/>
          </ac:spMkLst>
        </pc:spChg>
        <pc:spChg chg="mod ord">
          <ac:chgData name="Yvette Delim" userId="1eb1221e-2905-468b-b6ca-e1e332e3c4b6" providerId="ADAL" clId="{1801C47B-DFD9-4886-9586-56FA3CDA08C3}" dt="2024-08-02T18:57:29.725" v="22" actId="6264"/>
          <ac:spMkLst>
            <pc:docMk/>
            <pc:sldMk cId="1117096729" sldId="302"/>
            <ac:spMk id="4" creationId="{BC2E8FCC-D64B-DBE2-7016-60E364F70EC0}"/>
          </ac:spMkLst>
        </pc:spChg>
        <pc:spChg chg="mod ord">
          <ac:chgData name="Yvette Delim" userId="1eb1221e-2905-468b-b6ca-e1e332e3c4b6" providerId="ADAL" clId="{1801C47B-DFD9-4886-9586-56FA3CDA08C3}" dt="2024-08-02T18:57:29.725" v="22" actId="6264"/>
          <ac:spMkLst>
            <pc:docMk/>
            <pc:sldMk cId="1117096729" sldId="302"/>
            <ac:spMk id="5" creationId="{9520907D-5353-AF61-F032-5AD3A9E9D74A}"/>
          </ac:spMkLst>
        </pc:spChg>
        <pc:spChg chg="add del mod">
          <ac:chgData name="Yvette Delim" userId="1eb1221e-2905-468b-b6ca-e1e332e3c4b6" providerId="ADAL" clId="{1801C47B-DFD9-4886-9586-56FA3CDA08C3}" dt="2024-08-02T18:57:29.725" v="22" actId="6264"/>
          <ac:spMkLst>
            <pc:docMk/>
            <pc:sldMk cId="1117096729" sldId="302"/>
            <ac:spMk id="6" creationId="{4CB1D94A-407B-FD98-DDC4-9A6DACBFCCDB}"/>
          </ac:spMkLst>
        </pc:spChg>
        <pc:spChg chg="add del mod">
          <ac:chgData name="Yvette Delim" userId="1eb1221e-2905-468b-b6ca-e1e332e3c4b6" providerId="ADAL" clId="{1801C47B-DFD9-4886-9586-56FA3CDA08C3}" dt="2024-08-02T18:57:29.725" v="22" actId="6264"/>
          <ac:spMkLst>
            <pc:docMk/>
            <pc:sldMk cId="1117096729" sldId="302"/>
            <ac:spMk id="8" creationId="{F724B263-7BCB-6B3E-57EB-8D99D2EF4294}"/>
          </ac:spMkLst>
        </pc:spChg>
        <pc:spChg chg="add del mod">
          <ac:chgData name="Yvette Delim" userId="1eb1221e-2905-468b-b6ca-e1e332e3c4b6" providerId="ADAL" clId="{1801C47B-DFD9-4886-9586-56FA3CDA08C3}" dt="2024-08-02T18:57:29.725" v="22" actId="6264"/>
          <ac:spMkLst>
            <pc:docMk/>
            <pc:sldMk cId="1117096729" sldId="302"/>
            <ac:spMk id="9" creationId="{27B9631D-1EF9-878C-A0CD-DB6B3F302740}"/>
          </ac:spMkLst>
        </pc:spChg>
      </pc:sldChg>
      <pc:sldChg chg="addSp delSp modSp mod chgLayout">
        <pc:chgData name="Yvette Delim" userId="1eb1221e-2905-468b-b6ca-e1e332e3c4b6" providerId="ADAL" clId="{1801C47B-DFD9-4886-9586-56FA3CDA08C3}" dt="2024-08-02T20:54:00.916" v="209" actId="20577"/>
        <pc:sldMkLst>
          <pc:docMk/>
          <pc:sldMk cId="456784020" sldId="303"/>
        </pc:sldMkLst>
        <pc:spChg chg="mod ord">
          <ac:chgData name="Yvette Delim" userId="1eb1221e-2905-468b-b6ca-e1e332e3c4b6" providerId="ADAL" clId="{1801C47B-DFD9-4886-9586-56FA3CDA08C3}" dt="2024-08-02T20:54:00.916" v="209" actId="20577"/>
          <ac:spMkLst>
            <pc:docMk/>
            <pc:sldMk cId="456784020" sldId="303"/>
            <ac:spMk id="2" creationId="{693C18DF-222B-4060-1637-B7A41743E470}"/>
          </ac:spMkLst>
        </pc:spChg>
        <pc:spChg chg="mod ord">
          <ac:chgData name="Yvette Delim" userId="1eb1221e-2905-468b-b6ca-e1e332e3c4b6" providerId="ADAL" clId="{1801C47B-DFD9-4886-9586-56FA3CDA08C3}" dt="2024-08-02T18:57:23.379" v="20" actId="6264"/>
          <ac:spMkLst>
            <pc:docMk/>
            <pc:sldMk cId="456784020" sldId="303"/>
            <ac:spMk id="3" creationId="{ED85CB01-734E-D1AF-CC68-1737ADEF8EEB}"/>
          </ac:spMkLst>
        </pc:spChg>
        <pc:spChg chg="mod">
          <ac:chgData name="Yvette Delim" userId="1eb1221e-2905-468b-b6ca-e1e332e3c4b6" providerId="ADAL" clId="{1801C47B-DFD9-4886-9586-56FA3CDA08C3}" dt="2024-08-02T18:52:07.492" v="0"/>
          <ac:spMkLst>
            <pc:docMk/>
            <pc:sldMk cId="456784020" sldId="303"/>
            <ac:spMk id="4" creationId="{DB22ACBE-72AF-A1E3-8817-B5F7B6A92899}"/>
          </ac:spMkLst>
        </pc:spChg>
        <pc:spChg chg="mod ord">
          <ac:chgData name="Yvette Delim" userId="1eb1221e-2905-468b-b6ca-e1e332e3c4b6" providerId="ADAL" clId="{1801C47B-DFD9-4886-9586-56FA3CDA08C3}" dt="2024-08-02T18:57:23.379" v="20" actId="6264"/>
          <ac:spMkLst>
            <pc:docMk/>
            <pc:sldMk cId="456784020" sldId="303"/>
            <ac:spMk id="5" creationId="{26066F7B-CEA2-A4A1-24CF-BF7F4C0BFAA1}"/>
          </ac:spMkLst>
        </pc:spChg>
        <pc:spChg chg="mod ord">
          <ac:chgData name="Yvette Delim" userId="1eb1221e-2905-468b-b6ca-e1e332e3c4b6" providerId="ADAL" clId="{1801C47B-DFD9-4886-9586-56FA3CDA08C3}" dt="2024-08-02T18:57:23.379" v="20" actId="6264"/>
          <ac:spMkLst>
            <pc:docMk/>
            <pc:sldMk cId="456784020" sldId="303"/>
            <ac:spMk id="6" creationId="{81875F3F-41DF-9687-F67C-5BDBC6268685}"/>
          </ac:spMkLst>
        </pc:spChg>
        <pc:spChg chg="add del mod">
          <ac:chgData name="Yvette Delim" userId="1eb1221e-2905-468b-b6ca-e1e332e3c4b6" providerId="ADAL" clId="{1801C47B-DFD9-4886-9586-56FA3CDA08C3}" dt="2024-08-02T18:57:23.379" v="20" actId="6264"/>
          <ac:spMkLst>
            <pc:docMk/>
            <pc:sldMk cId="456784020" sldId="303"/>
            <ac:spMk id="7" creationId="{D91C299C-9098-CC19-60AA-57368DF0FF99}"/>
          </ac:spMkLst>
        </pc:spChg>
        <pc:spChg chg="add del mod">
          <ac:chgData name="Yvette Delim" userId="1eb1221e-2905-468b-b6ca-e1e332e3c4b6" providerId="ADAL" clId="{1801C47B-DFD9-4886-9586-56FA3CDA08C3}" dt="2024-08-02T18:57:23.379" v="20" actId="6264"/>
          <ac:spMkLst>
            <pc:docMk/>
            <pc:sldMk cId="456784020" sldId="303"/>
            <ac:spMk id="8" creationId="{B57381BB-1E79-F846-AB69-DAB7AA31AECB}"/>
          </ac:spMkLst>
        </pc:spChg>
        <pc:spChg chg="add del mod">
          <ac:chgData name="Yvette Delim" userId="1eb1221e-2905-468b-b6ca-e1e332e3c4b6" providerId="ADAL" clId="{1801C47B-DFD9-4886-9586-56FA3CDA08C3}" dt="2024-08-02T18:57:23.379" v="20" actId="6264"/>
          <ac:spMkLst>
            <pc:docMk/>
            <pc:sldMk cId="456784020" sldId="303"/>
            <ac:spMk id="9" creationId="{898317CE-1FEF-8C8E-1E44-B160FD32BED1}"/>
          </ac:spMkLst>
        </pc:spChg>
        <pc:spChg chg="add del mod">
          <ac:chgData name="Yvette Delim" userId="1eb1221e-2905-468b-b6ca-e1e332e3c4b6" providerId="ADAL" clId="{1801C47B-DFD9-4886-9586-56FA3CDA08C3}" dt="2024-08-02T18:57:23.379" v="20" actId="6264"/>
          <ac:spMkLst>
            <pc:docMk/>
            <pc:sldMk cId="456784020" sldId="303"/>
            <ac:spMk id="10" creationId="{523D8248-C3CD-3539-F586-9C12330390CE}"/>
          </ac:spMkLst>
        </pc:spChg>
      </pc:sldChg>
      <pc:sldChg chg="addSp delSp modSp mod chgLayout">
        <pc:chgData name="Yvette Delim" userId="1eb1221e-2905-468b-b6ca-e1e332e3c4b6" providerId="ADAL" clId="{1801C47B-DFD9-4886-9586-56FA3CDA08C3}" dt="2024-08-02T18:57:37.788" v="24" actId="6264"/>
        <pc:sldMkLst>
          <pc:docMk/>
          <pc:sldMk cId="335944748" sldId="304"/>
        </pc:sldMkLst>
        <pc:spChg chg="mod ord">
          <ac:chgData name="Yvette Delim" userId="1eb1221e-2905-468b-b6ca-e1e332e3c4b6" providerId="ADAL" clId="{1801C47B-DFD9-4886-9586-56FA3CDA08C3}" dt="2024-08-02T18:57:37.788" v="24" actId="6264"/>
          <ac:spMkLst>
            <pc:docMk/>
            <pc:sldMk cId="335944748" sldId="304"/>
            <ac:spMk id="2" creationId="{1A83E4FB-6528-83F7-9FF2-97EAB0AFFBAC}"/>
          </ac:spMkLst>
        </pc:spChg>
        <pc:spChg chg="mod">
          <ac:chgData name="Yvette Delim" userId="1eb1221e-2905-468b-b6ca-e1e332e3c4b6" providerId="ADAL" clId="{1801C47B-DFD9-4886-9586-56FA3CDA08C3}" dt="2024-08-02T18:52:07.492" v="0"/>
          <ac:spMkLst>
            <pc:docMk/>
            <pc:sldMk cId="335944748" sldId="304"/>
            <ac:spMk id="5" creationId="{15D2E496-56E1-80B2-5DA8-4BD6C3D335F3}"/>
          </ac:spMkLst>
        </pc:spChg>
        <pc:spChg chg="mod ord">
          <ac:chgData name="Yvette Delim" userId="1eb1221e-2905-468b-b6ca-e1e332e3c4b6" providerId="ADAL" clId="{1801C47B-DFD9-4886-9586-56FA3CDA08C3}" dt="2024-08-02T18:57:37.788" v="24" actId="6264"/>
          <ac:spMkLst>
            <pc:docMk/>
            <pc:sldMk cId="335944748" sldId="304"/>
            <ac:spMk id="6" creationId="{F4ED4DEC-FEF3-B152-B2CC-C4D1482B426F}"/>
          </ac:spMkLst>
        </pc:spChg>
        <pc:spChg chg="mod ord">
          <ac:chgData name="Yvette Delim" userId="1eb1221e-2905-468b-b6ca-e1e332e3c4b6" providerId="ADAL" clId="{1801C47B-DFD9-4886-9586-56FA3CDA08C3}" dt="2024-08-02T18:57:37.788" v="24" actId="6264"/>
          <ac:spMkLst>
            <pc:docMk/>
            <pc:sldMk cId="335944748" sldId="304"/>
            <ac:spMk id="7" creationId="{1F6CF827-564D-6D28-9E36-597B5453226F}"/>
          </ac:spMkLst>
        </pc:spChg>
        <pc:spChg chg="add del mod">
          <ac:chgData name="Yvette Delim" userId="1eb1221e-2905-468b-b6ca-e1e332e3c4b6" providerId="ADAL" clId="{1801C47B-DFD9-4886-9586-56FA3CDA08C3}" dt="2024-08-02T18:57:35.930" v="23" actId="6264"/>
          <ac:spMkLst>
            <pc:docMk/>
            <pc:sldMk cId="335944748" sldId="304"/>
            <ac:spMk id="8" creationId="{BBA4D4BF-85B8-9918-5EF3-B86BD7319AEF}"/>
          </ac:spMkLst>
        </pc:spChg>
        <pc:spChg chg="add del mod">
          <ac:chgData name="Yvette Delim" userId="1eb1221e-2905-468b-b6ca-e1e332e3c4b6" providerId="ADAL" clId="{1801C47B-DFD9-4886-9586-56FA3CDA08C3}" dt="2024-08-02T18:57:35.930" v="23" actId="6264"/>
          <ac:spMkLst>
            <pc:docMk/>
            <pc:sldMk cId="335944748" sldId="304"/>
            <ac:spMk id="9" creationId="{65283CF2-5C1C-13A9-0BC6-B10BDAABD038}"/>
          </ac:spMkLst>
        </pc:spChg>
        <pc:spChg chg="add del mod">
          <ac:chgData name="Yvette Delim" userId="1eb1221e-2905-468b-b6ca-e1e332e3c4b6" providerId="ADAL" clId="{1801C47B-DFD9-4886-9586-56FA3CDA08C3}" dt="2024-08-02T18:57:35.930" v="23" actId="6264"/>
          <ac:spMkLst>
            <pc:docMk/>
            <pc:sldMk cId="335944748" sldId="304"/>
            <ac:spMk id="10" creationId="{1E28A10A-DDD5-C340-A049-69E3F7567681}"/>
          </ac:spMkLst>
        </pc:spChg>
        <pc:spChg chg="add del mod">
          <ac:chgData name="Yvette Delim" userId="1eb1221e-2905-468b-b6ca-e1e332e3c4b6" providerId="ADAL" clId="{1801C47B-DFD9-4886-9586-56FA3CDA08C3}" dt="2024-08-02T18:57:37.788" v="24" actId="6264"/>
          <ac:spMkLst>
            <pc:docMk/>
            <pc:sldMk cId="335944748" sldId="304"/>
            <ac:spMk id="11" creationId="{AAF6B92D-054E-E733-D6A9-630AFC56ADAF}"/>
          </ac:spMkLst>
        </pc:spChg>
        <pc:spChg chg="add del mod">
          <ac:chgData name="Yvette Delim" userId="1eb1221e-2905-468b-b6ca-e1e332e3c4b6" providerId="ADAL" clId="{1801C47B-DFD9-4886-9586-56FA3CDA08C3}" dt="2024-08-02T18:57:37.788" v="24" actId="6264"/>
          <ac:spMkLst>
            <pc:docMk/>
            <pc:sldMk cId="335944748" sldId="304"/>
            <ac:spMk id="12" creationId="{03301A62-8F89-F3BC-26CA-6E850BCA8C65}"/>
          </ac:spMkLst>
        </pc:spChg>
        <pc:spChg chg="add del mod">
          <ac:chgData name="Yvette Delim" userId="1eb1221e-2905-468b-b6ca-e1e332e3c4b6" providerId="ADAL" clId="{1801C47B-DFD9-4886-9586-56FA3CDA08C3}" dt="2024-08-02T18:57:37.788" v="24" actId="6264"/>
          <ac:spMkLst>
            <pc:docMk/>
            <pc:sldMk cId="335944748" sldId="304"/>
            <ac:spMk id="13" creationId="{97A0308E-18D3-3DF0-1CB4-C77242AC2049}"/>
          </ac:spMkLst>
        </pc:spChg>
      </pc:sldChg>
      <pc:sldChg chg="addSp delSp modSp mod chgLayout">
        <pc:chgData name="Yvette Delim" userId="1eb1221e-2905-468b-b6ca-e1e332e3c4b6" providerId="ADAL" clId="{1801C47B-DFD9-4886-9586-56FA3CDA08C3}" dt="2024-08-02T18:57:41.093" v="25" actId="6264"/>
        <pc:sldMkLst>
          <pc:docMk/>
          <pc:sldMk cId="2553449239" sldId="305"/>
        </pc:sldMkLst>
        <pc:spChg chg="mod ord">
          <ac:chgData name="Yvette Delim" userId="1eb1221e-2905-468b-b6ca-e1e332e3c4b6" providerId="ADAL" clId="{1801C47B-DFD9-4886-9586-56FA3CDA08C3}" dt="2024-08-02T18:57:41.093" v="25" actId="6264"/>
          <ac:spMkLst>
            <pc:docMk/>
            <pc:sldMk cId="2553449239" sldId="305"/>
            <ac:spMk id="2" creationId="{8D6296B2-4CE4-5D29-C1A7-17107280F3F1}"/>
          </ac:spMkLst>
        </pc:spChg>
        <pc:spChg chg="mod">
          <ac:chgData name="Yvette Delim" userId="1eb1221e-2905-468b-b6ca-e1e332e3c4b6" providerId="ADAL" clId="{1801C47B-DFD9-4886-9586-56FA3CDA08C3}" dt="2024-08-02T18:52:07.492" v="0"/>
          <ac:spMkLst>
            <pc:docMk/>
            <pc:sldMk cId="2553449239" sldId="305"/>
            <ac:spMk id="3" creationId="{42601D21-6E17-0A12-ADDE-E464CA7066A0}"/>
          </ac:spMkLst>
        </pc:spChg>
        <pc:spChg chg="mod ord">
          <ac:chgData name="Yvette Delim" userId="1eb1221e-2905-468b-b6ca-e1e332e3c4b6" providerId="ADAL" clId="{1801C47B-DFD9-4886-9586-56FA3CDA08C3}" dt="2024-08-02T18:57:41.093" v="25" actId="6264"/>
          <ac:spMkLst>
            <pc:docMk/>
            <pc:sldMk cId="2553449239" sldId="305"/>
            <ac:spMk id="5" creationId="{A96806C1-9016-71EE-38FF-3E2CAC84D876}"/>
          </ac:spMkLst>
        </pc:spChg>
        <pc:spChg chg="mod ord">
          <ac:chgData name="Yvette Delim" userId="1eb1221e-2905-468b-b6ca-e1e332e3c4b6" providerId="ADAL" clId="{1801C47B-DFD9-4886-9586-56FA3CDA08C3}" dt="2024-08-02T18:57:41.093" v="25" actId="6264"/>
          <ac:spMkLst>
            <pc:docMk/>
            <pc:sldMk cId="2553449239" sldId="305"/>
            <ac:spMk id="6" creationId="{41A4E007-CC2B-B17E-D2A9-66D58A46285F}"/>
          </ac:spMkLst>
        </pc:spChg>
        <pc:spChg chg="add del mod">
          <ac:chgData name="Yvette Delim" userId="1eb1221e-2905-468b-b6ca-e1e332e3c4b6" providerId="ADAL" clId="{1801C47B-DFD9-4886-9586-56FA3CDA08C3}" dt="2024-08-02T18:57:41.093" v="25" actId="6264"/>
          <ac:spMkLst>
            <pc:docMk/>
            <pc:sldMk cId="2553449239" sldId="305"/>
            <ac:spMk id="7" creationId="{9DFF16E3-C6B3-EC6E-B351-873BEC6AF15A}"/>
          </ac:spMkLst>
        </pc:spChg>
        <pc:spChg chg="add del mod">
          <ac:chgData name="Yvette Delim" userId="1eb1221e-2905-468b-b6ca-e1e332e3c4b6" providerId="ADAL" clId="{1801C47B-DFD9-4886-9586-56FA3CDA08C3}" dt="2024-08-02T18:57:41.093" v="25" actId="6264"/>
          <ac:spMkLst>
            <pc:docMk/>
            <pc:sldMk cId="2553449239" sldId="305"/>
            <ac:spMk id="8" creationId="{F03FA7FF-C134-7E58-B427-F59DCACB1651}"/>
          </ac:spMkLst>
        </pc:spChg>
        <pc:spChg chg="add del mod">
          <ac:chgData name="Yvette Delim" userId="1eb1221e-2905-468b-b6ca-e1e332e3c4b6" providerId="ADAL" clId="{1801C47B-DFD9-4886-9586-56FA3CDA08C3}" dt="2024-08-02T18:57:41.093" v="25" actId="6264"/>
          <ac:spMkLst>
            <pc:docMk/>
            <pc:sldMk cId="2553449239" sldId="305"/>
            <ac:spMk id="9" creationId="{0FAC217E-B2E6-4BFF-9B69-5FA96774BF22}"/>
          </ac:spMkLst>
        </pc:spChg>
      </pc:sldChg>
      <pc:sldChg chg="addSp delSp modSp mod chgLayout">
        <pc:chgData name="Yvette Delim" userId="1eb1221e-2905-468b-b6ca-e1e332e3c4b6" providerId="ADAL" clId="{1801C47B-DFD9-4886-9586-56FA3CDA08C3}" dt="2024-08-02T18:57:49.972" v="28" actId="6264"/>
        <pc:sldMkLst>
          <pc:docMk/>
          <pc:sldMk cId="2989468001" sldId="306"/>
        </pc:sldMkLst>
        <pc:spChg chg="mod ord">
          <ac:chgData name="Yvette Delim" userId="1eb1221e-2905-468b-b6ca-e1e332e3c4b6" providerId="ADAL" clId="{1801C47B-DFD9-4886-9586-56FA3CDA08C3}" dt="2024-08-02T18:57:49.972" v="28" actId="6264"/>
          <ac:spMkLst>
            <pc:docMk/>
            <pc:sldMk cId="2989468001" sldId="306"/>
            <ac:spMk id="2" creationId="{8CC9D805-019B-9F3A-9B64-1A47FB9B1611}"/>
          </ac:spMkLst>
        </pc:spChg>
        <pc:spChg chg="mod">
          <ac:chgData name="Yvette Delim" userId="1eb1221e-2905-468b-b6ca-e1e332e3c4b6" providerId="ADAL" clId="{1801C47B-DFD9-4886-9586-56FA3CDA08C3}" dt="2024-08-02T18:52:07.492" v="0"/>
          <ac:spMkLst>
            <pc:docMk/>
            <pc:sldMk cId="2989468001" sldId="306"/>
            <ac:spMk id="4" creationId="{A1149A32-4F5B-0D33-B64F-8DFC3A91FE46}"/>
          </ac:spMkLst>
        </pc:spChg>
        <pc:spChg chg="mod ord">
          <ac:chgData name="Yvette Delim" userId="1eb1221e-2905-468b-b6ca-e1e332e3c4b6" providerId="ADAL" clId="{1801C47B-DFD9-4886-9586-56FA3CDA08C3}" dt="2024-08-02T18:57:49.972" v="28" actId="6264"/>
          <ac:spMkLst>
            <pc:docMk/>
            <pc:sldMk cId="2989468001" sldId="306"/>
            <ac:spMk id="5" creationId="{9FDBCC94-E7E5-F80B-260E-10F7E54A4C0D}"/>
          </ac:spMkLst>
        </pc:spChg>
        <pc:spChg chg="mod ord">
          <ac:chgData name="Yvette Delim" userId="1eb1221e-2905-468b-b6ca-e1e332e3c4b6" providerId="ADAL" clId="{1801C47B-DFD9-4886-9586-56FA3CDA08C3}" dt="2024-08-02T18:57:49.972" v="28" actId="6264"/>
          <ac:spMkLst>
            <pc:docMk/>
            <pc:sldMk cId="2989468001" sldId="306"/>
            <ac:spMk id="6" creationId="{C660A6E8-15B9-AD7B-AB34-FDB412052C2D}"/>
          </ac:spMkLst>
        </pc:spChg>
        <pc:spChg chg="add del mod">
          <ac:chgData name="Yvette Delim" userId="1eb1221e-2905-468b-b6ca-e1e332e3c4b6" providerId="ADAL" clId="{1801C47B-DFD9-4886-9586-56FA3CDA08C3}" dt="2024-08-02T18:57:49.972" v="28" actId="6264"/>
          <ac:spMkLst>
            <pc:docMk/>
            <pc:sldMk cId="2989468001" sldId="306"/>
            <ac:spMk id="7" creationId="{32329AC5-D9A4-A4B6-15A2-5F0F6C3B8B4F}"/>
          </ac:spMkLst>
        </pc:spChg>
        <pc:spChg chg="add del mod">
          <ac:chgData name="Yvette Delim" userId="1eb1221e-2905-468b-b6ca-e1e332e3c4b6" providerId="ADAL" clId="{1801C47B-DFD9-4886-9586-56FA3CDA08C3}" dt="2024-08-02T18:57:49.972" v="28" actId="6264"/>
          <ac:spMkLst>
            <pc:docMk/>
            <pc:sldMk cId="2989468001" sldId="306"/>
            <ac:spMk id="8" creationId="{4FB704E2-ED52-8281-10DE-900A2DBDF328}"/>
          </ac:spMkLst>
        </pc:spChg>
        <pc:spChg chg="add del mod">
          <ac:chgData name="Yvette Delim" userId="1eb1221e-2905-468b-b6ca-e1e332e3c4b6" providerId="ADAL" clId="{1801C47B-DFD9-4886-9586-56FA3CDA08C3}" dt="2024-08-02T18:57:49.972" v="28" actId="6264"/>
          <ac:spMkLst>
            <pc:docMk/>
            <pc:sldMk cId="2989468001" sldId="306"/>
            <ac:spMk id="9" creationId="{7B46F969-B92C-087B-901B-05DE3DCCCB1A}"/>
          </ac:spMkLst>
        </pc:spChg>
      </pc:sldChg>
      <pc:sldChg chg="addSp delSp modSp mod chgLayout">
        <pc:chgData name="Yvette Delim" userId="1eb1221e-2905-468b-b6ca-e1e332e3c4b6" providerId="ADAL" clId="{1801C47B-DFD9-4886-9586-56FA3CDA08C3}" dt="2024-08-02T18:58:14.251" v="33" actId="6264"/>
        <pc:sldMkLst>
          <pc:docMk/>
          <pc:sldMk cId="2820102218" sldId="309"/>
        </pc:sldMkLst>
        <pc:spChg chg="mod ord">
          <ac:chgData name="Yvette Delim" userId="1eb1221e-2905-468b-b6ca-e1e332e3c4b6" providerId="ADAL" clId="{1801C47B-DFD9-4886-9586-56FA3CDA08C3}" dt="2024-08-02T18:58:14.251" v="33" actId="6264"/>
          <ac:spMkLst>
            <pc:docMk/>
            <pc:sldMk cId="2820102218" sldId="309"/>
            <ac:spMk id="2" creationId="{582C00A5-B39C-C569-7E86-F5DE0DB7BA3C}"/>
          </ac:spMkLst>
        </pc:spChg>
        <pc:spChg chg="mod">
          <ac:chgData name="Yvette Delim" userId="1eb1221e-2905-468b-b6ca-e1e332e3c4b6" providerId="ADAL" clId="{1801C47B-DFD9-4886-9586-56FA3CDA08C3}" dt="2024-08-02T18:52:07.492" v="0"/>
          <ac:spMkLst>
            <pc:docMk/>
            <pc:sldMk cId="2820102218" sldId="309"/>
            <ac:spMk id="3" creationId="{88A5397B-AA5E-A979-0FB4-4B27B506705B}"/>
          </ac:spMkLst>
        </pc:spChg>
        <pc:spChg chg="mod ord">
          <ac:chgData name="Yvette Delim" userId="1eb1221e-2905-468b-b6ca-e1e332e3c4b6" providerId="ADAL" clId="{1801C47B-DFD9-4886-9586-56FA3CDA08C3}" dt="2024-08-02T18:58:14.251" v="33" actId="6264"/>
          <ac:spMkLst>
            <pc:docMk/>
            <pc:sldMk cId="2820102218" sldId="309"/>
            <ac:spMk id="6" creationId="{9AD94688-83D3-B8CB-013E-93B4DEEBFDB8}"/>
          </ac:spMkLst>
        </pc:spChg>
        <pc:spChg chg="mod ord">
          <ac:chgData name="Yvette Delim" userId="1eb1221e-2905-468b-b6ca-e1e332e3c4b6" providerId="ADAL" clId="{1801C47B-DFD9-4886-9586-56FA3CDA08C3}" dt="2024-08-02T18:58:14.251" v="33" actId="6264"/>
          <ac:spMkLst>
            <pc:docMk/>
            <pc:sldMk cId="2820102218" sldId="309"/>
            <ac:spMk id="8" creationId="{7E21734D-31BC-DAC7-B82F-31508BE68E70}"/>
          </ac:spMkLst>
        </pc:spChg>
        <pc:spChg chg="add del mod">
          <ac:chgData name="Yvette Delim" userId="1eb1221e-2905-468b-b6ca-e1e332e3c4b6" providerId="ADAL" clId="{1801C47B-DFD9-4886-9586-56FA3CDA08C3}" dt="2024-08-02T18:58:14.251" v="33" actId="6264"/>
          <ac:spMkLst>
            <pc:docMk/>
            <pc:sldMk cId="2820102218" sldId="309"/>
            <ac:spMk id="9" creationId="{583B03FB-9C54-D068-7CC1-379C0ED84C4D}"/>
          </ac:spMkLst>
        </pc:spChg>
        <pc:spChg chg="add del mod">
          <ac:chgData name="Yvette Delim" userId="1eb1221e-2905-468b-b6ca-e1e332e3c4b6" providerId="ADAL" clId="{1801C47B-DFD9-4886-9586-56FA3CDA08C3}" dt="2024-08-02T18:58:14.251" v="33" actId="6264"/>
          <ac:spMkLst>
            <pc:docMk/>
            <pc:sldMk cId="2820102218" sldId="309"/>
            <ac:spMk id="10" creationId="{28FAE690-1008-C29E-07D7-456D84E03219}"/>
          </ac:spMkLst>
        </pc:spChg>
        <pc:spChg chg="add del mod">
          <ac:chgData name="Yvette Delim" userId="1eb1221e-2905-468b-b6ca-e1e332e3c4b6" providerId="ADAL" clId="{1801C47B-DFD9-4886-9586-56FA3CDA08C3}" dt="2024-08-02T18:58:14.251" v="33" actId="6264"/>
          <ac:spMkLst>
            <pc:docMk/>
            <pc:sldMk cId="2820102218" sldId="309"/>
            <ac:spMk id="11" creationId="{139B1559-84AB-42A0-4A56-48E6A9EE4089}"/>
          </ac:spMkLst>
        </pc:spChg>
      </pc:sldChg>
      <pc:sldChg chg="addSp delSp modSp mod chgLayout">
        <pc:chgData name="Yvette Delim" userId="1eb1221e-2905-468b-b6ca-e1e332e3c4b6" providerId="ADAL" clId="{1801C47B-DFD9-4886-9586-56FA3CDA08C3}" dt="2024-08-02T18:57:25.663" v="21" actId="6264"/>
        <pc:sldMkLst>
          <pc:docMk/>
          <pc:sldMk cId="3015136318" sldId="310"/>
        </pc:sldMkLst>
        <pc:spChg chg="mod ord">
          <ac:chgData name="Yvette Delim" userId="1eb1221e-2905-468b-b6ca-e1e332e3c4b6" providerId="ADAL" clId="{1801C47B-DFD9-4886-9586-56FA3CDA08C3}" dt="2024-08-02T18:57:25.663" v="21" actId="6264"/>
          <ac:spMkLst>
            <pc:docMk/>
            <pc:sldMk cId="3015136318" sldId="310"/>
            <ac:spMk id="2" creationId="{4E52F3BC-D347-48A7-8850-F194A742FBD5}"/>
          </ac:spMkLst>
        </pc:spChg>
        <pc:spChg chg="mod ord">
          <ac:chgData name="Yvette Delim" userId="1eb1221e-2905-468b-b6ca-e1e332e3c4b6" providerId="ADAL" clId="{1801C47B-DFD9-4886-9586-56FA3CDA08C3}" dt="2024-08-02T18:57:25.663" v="21" actId="6264"/>
          <ac:spMkLst>
            <pc:docMk/>
            <pc:sldMk cId="3015136318" sldId="310"/>
            <ac:spMk id="3" creationId="{757F8B1A-ABEE-9019-B206-45E1AD81DADE}"/>
          </ac:spMkLst>
        </pc:spChg>
        <pc:spChg chg="mod">
          <ac:chgData name="Yvette Delim" userId="1eb1221e-2905-468b-b6ca-e1e332e3c4b6" providerId="ADAL" clId="{1801C47B-DFD9-4886-9586-56FA3CDA08C3}" dt="2024-08-02T18:52:07.492" v="0"/>
          <ac:spMkLst>
            <pc:docMk/>
            <pc:sldMk cId="3015136318" sldId="310"/>
            <ac:spMk id="4" creationId="{D9370A64-C01F-1850-5D34-EFEDED8F41FC}"/>
          </ac:spMkLst>
        </pc:spChg>
        <pc:spChg chg="mod ord">
          <ac:chgData name="Yvette Delim" userId="1eb1221e-2905-468b-b6ca-e1e332e3c4b6" providerId="ADAL" clId="{1801C47B-DFD9-4886-9586-56FA3CDA08C3}" dt="2024-08-02T18:57:25.663" v="21" actId="6264"/>
          <ac:spMkLst>
            <pc:docMk/>
            <pc:sldMk cId="3015136318" sldId="310"/>
            <ac:spMk id="5" creationId="{2FFFF0BB-6058-A3C7-0285-9E0437F53A6D}"/>
          </ac:spMkLst>
        </pc:spChg>
        <pc:spChg chg="mod ord">
          <ac:chgData name="Yvette Delim" userId="1eb1221e-2905-468b-b6ca-e1e332e3c4b6" providerId="ADAL" clId="{1801C47B-DFD9-4886-9586-56FA3CDA08C3}" dt="2024-08-02T18:57:25.663" v="21" actId="6264"/>
          <ac:spMkLst>
            <pc:docMk/>
            <pc:sldMk cId="3015136318" sldId="310"/>
            <ac:spMk id="6" creationId="{C5875C09-FF2C-9A42-FE20-1070951C21BD}"/>
          </ac:spMkLst>
        </pc:spChg>
        <pc:spChg chg="add del mod">
          <ac:chgData name="Yvette Delim" userId="1eb1221e-2905-468b-b6ca-e1e332e3c4b6" providerId="ADAL" clId="{1801C47B-DFD9-4886-9586-56FA3CDA08C3}" dt="2024-08-02T18:57:25.663" v="21" actId="6264"/>
          <ac:spMkLst>
            <pc:docMk/>
            <pc:sldMk cId="3015136318" sldId="310"/>
            <ac:spMk id="7" creationId="{C0EAB43F-6966-39B7-F934-F98528CEB030}"/>
          </ac:spMkLst>
        </pc:spChg>
        <pc:spChg chg="add del mod">
          <ac:chgData name="Yvette Delim" userId="1eb1221e-2905-468b-b6ca-e1e332e3c4b6" providerId="ADAL" clId="{1801C47B-DFD9-4886-9586-56FA3CDA08C3}" dt="2024-08-02T18:57:25.663" v="21" actId="6264"/>
          <ac:spMkLst>
            <pc:docMk/>
            <pc:sldMk cId="3015136318" sldId="310"/>
            <ac:spMk id="8" creationId="{5C67E662-D571-4B4D-48E1-26EABDC9B54C}"/>
          </ac:spMkLst>
        </pc:spChg>
        <pc:spChg chg="add del mod">
          <ac:chgData name="Yvette Delim" userId="1eb1221e-2905-468b-b6ca-e1e332e3c4b6" providerId="ADAL" clId="{1801C47B-DFD9-4886-9586-56FA3CDA08C3}" dt="2024-08-02T18:57:25.663" v="21" actId="6264"/>
          <ac:spMkLst>
            <pc:docMk/>
            <pc:sldMk cId="3015136318" sldId="310"/>
            <ac:spMk id="9" creationId="{104C53BC-0FC7-471A-FE35-03B3254717BF}"/>
          </ac:spMkLst>
        </pc:spChg>
        <pc:spChg chg="add del mod">
          <ac:chgData name="Yvette Delim" userId="1eb1221e-2905-468b-b6ca-e1e332e3c4b6" providerId="ADAL" clId="{1801C47B-DFD9-4886-9586-56FA3CDA08C3}" dt="2024-08-02T18:57:25.663" v="21" actId="6264"/>
          <ac:spMkLst>
            <pc:docMk/>
            <pc:sldMk cId="3015136318" sldId="310"/>
            <ac:spMk id="10" creationId="{AB6C1080-E06B-7159-2807-3DB229DE3815}"/>
          </ac:spMkLst>
        </pc:spChg>
      </pc:sldChg>
      <pc:sldChg chg="addSp delSp modSp mod chgLayout">
        <pc:chgData name="Yvette Delim" userId="1eb1221e-2905-468b-b6ca-e1e332e3c4b6" providerId="ADAL" clId="{1801C47B-DFD9-4886-9586-56FA3CDA08C3}" dt="2024-08-02T18:58:24.961" v="34" actId="6264"/>
        <pc:sldMkLst>
          <pc:docMk/>
          <pc:sldMk cId="1188309322" sldId="311"/>
        </pc:sldMkLst>
        <pc:spChg chg="mod ord">
          <ac:chgData name="Yvette Delim" userId="1eb1221e-2905-468b-b6ca-e1e332e3c4b6" providerId="ADAL" clId="{1801C47B-DFD9-4886-9586-56FA3CDA08C3}" dt="2024-08-02T18:58:24.961" v="34" actId="6264"/>
          <ac:spMkLst>
            <pc:docMk/>
            <pc:sldMk cId="1188309322" sldId="311"/>
            <ac:spMk id="2" creationId="{B0D7B696-5972-79F3-EA3F-3857BA9E4BB6}"/>
          </ac:spMkLst>
        </pc:spChg>
        <pc:spChg chg="mod">
          <ac:chgData name="Yvette Delim" userId="1eb1221e-2905-468b-b6ca-e1e332e3c4b6" providerId="ADAL" clId="{1801C47B-DFD9-4886-9586-56FA3CDA08C3}" dt="2024-08-02T18:52:07.492" v="0"/>
          <ac:spMkLst>
            <pc:docMk/>
            <pc:sldMk cId="1188309322" sldId="311"/>
            <ac:spMk id="4" creationId="{12243DA8-539D-6C34-1439-4D77753C3D00}"/>
          </ac:spMkLst>
        </pc:spChg>
        <pc:spChg chg="mod ord">
          <ac:chgData name="Yvette Delim" userId="1eb1221e-2905-468b-b6ca-e1e332e3c4b6" providerId="ADAL" clId="{1801C47B-DFD9-4886-9586-56FA3CDA08C3}" dt="2024-08-02T18:58:24.961" v="34" actId="6264"/>
          <ac:spMkLst>
            <pc:docMk/>
            <pc:sldMk cId="1188309322" sldId="311"/>
            <ac:spMk id="5" creationId="{ED2D0EAC-F1C5-4461-04C3-34A823C82243}"/>
          </ac:spMkLst>
        </pc:spChg>
        <pc:spChg chg="mod ord">
          <ac:chgData name="Yvette Delim" userId="1eb1221e-2905-468b-b6ca-e1e332e3c4b6" providerId="ADAL" clId="{1801C47B-DFD9-4886-9586-56FA3CDA08C3}" dt="2024-08-02T18:58:24.961" v="34" actId="6264"/>
          <ac:spMkLst>
            <pc:docMk/>
            <pc:sldMk cId="1188309322" sldId="311"/>
            <ac:spMk id="6" creationId="{6B968E3A-7026-4695-BCC4-5354929267A4}"/>
          </ac:spMkLst>
        </pc:spChg>
        <pc:spChg chg="add del mod">
          <ac:chgData name="Yvette Delim" userId="1eb1221e-2905-468b-b6ca-e1e332e3c4b6" providerId="ADAL" clId="{1801C47B-DFD9-4886-9586-56FA3CDA08C3}" dt="2024-08-02T18:58:24.961" v="34" actId="6264"/>
          <ac:spMkLst>
            <pc:docMk/>
            <pc:sldMk cId="1188309322" sldId="311"/>
            <ac:spMk id="7" creationId="{50DC8CB4-0381-9F35-6FDD-9EF9D003E154}"/>
          </ac:spMkLst>
        </pc:spChg>
        <pc:spChg chg="add del mod">
          <ac:chgData name="Yvette Delim" userId="1eb1221e-2905-468b-b6ca-e1e332e3c4b6" providerId="ADAL" clId="{1801C47B-DFD9-4886-9586-56FA3CDA08C3}" dt="2024-08-02T18:58:24.961" v="34" actId="6264"/>
          <ac:spMkLst>
            <pc:docMk/>
            <pc:sldMk cId="1188309322" sldId="311"/>
            <ac:spMk id="8" creationId="{72E494CE-C405-41BA-25B7-E170C374E068}"/>
          </ac:spMkLst>
        </pc:spChg>
        <pc:spChg chg="add del mod">
          <ac:chgData name="Yvette Delim" userId="1eb1221e-2905-468b-b6ca-e1e332e3c4b6" providerId="ADAL" clId="{1801C47B-DFD9-4886-9586-56FA3CDA08C3}" dt="2024-08-02T18:58:24.961" v="34" actId="6264"/>
          <ac:spMkLst>
            <pc:docMk/>
            <pc:sldMk cId="1188309322" sldId="311"/>
            <ac:spMk id="9" creationId="{0D66E6D6-33CE-EC34-E3D5-1BB2574A89F3}"/>
          </ac:spMkLst>
        </pc:spChg>
      </pc:sldChg>
      <pc:sldChg chg="addSp delSp modSp mod chgLayout">
        <pc:chgData name="Yvette Delim" userId="1eb1221e-2905-468b-b6ca-e1e332e3c4b6" providerId="ADAL" clId="{1801C47B-DFD9-4886-9586-56FA3CDA08C3}" dt="2024-08-02T18:58:29.014" v="35" actId="6264"/>
        <pc:sldMkLst>
          <pc:docMk/>
          <pc:sldMk cId="3922796479" sldId="312"/>
        </pc:sldMkLst>
        <pc:spChg chg="mod ord">
          <ac:chgData name="Yvette Delim" userId="1eb1221e-2905-468b-b6ca-e1e332e3c4b6" providerId="ADAL" clId="{1801C47B-DFD9-4886-9586-56FA3CDA08C3}" dt="2024-08-02T18:58:29.014" v="35" actId="6264"/>
          <ac:spMkLst>
            <pc:docMk/>
            <pc:sldMk cId="3922796479" sldId="312"/>
            <ac:spMk id="2" creationId="{C9657DB6-D3AC-3CB2-322E-6AED7D18EF86}"/>
          </ac:spMkLst>
        </pc:spChg>
        <pc:spChg chg="mod">
          <ac:chgData name="Yvette Delim" userId="1eb1221e-2905-468b-b6ca-e1e332e3c4b6" providerId="ADAL" clId="{1801C47B-DFD9-4886-9586-56FA3CDA08C3}" dt="2024-08-02T18:52:07.492" v="0"/>
          <ac:spMkLst>
            <pc:docMk/>
            <pc:sldMk cId="3922796479" sldId="312"/>
            <ac:spMk id="3" creationId="{2196709E-7947-477B-1D8E-EDCA34C47F1C}"/>
          </ac:spMkLst>
        </pc:spChg>
        <pc:spChg chg="mod ord">
          <ac:chgData name="Yvette Delim" userId="1eb1221e-2905-468b-b6ca-e1e332e3c4b6" providerId="ADAL" clId="{1801C47B-DFD9-4886-9586-56FA3CDA08C3}" dt="2024-08-02T18:58:29.014" v="35" actId="6264"/>
          <ac:spMkLst>
            <pc:docMk/>
            <pc:sldMk cId="3922796479" sldId="312"/>
            <ac:spMk id="5" creationId="{D880101C-4997-4755-BC29-276DC54CC0A8}"/>
          </ac:spMkLst>
        </pc:spChg>
        <pc:spChg chg="mod ord">
          <ac:chgData name="Yvette Delim" userId="1eb1221e-2905-468b-b6ca-e1e332e3c4b6" providerId="ADAL" clId="{1801C47B-DFD9-4886-9586-56FA3CDA08C3}" dt="2024-08-02T18:58:29.014" v="35" actId="6264"/>
          <ac:spMkLst>
            <pc:docMk/>
            <pc:sldMk cId="3922796479" sldId="312"/>
            <ac:spMk id="7" creationId="{75A57216-C32A-7284-F4D8-4DF00ECB8390}"/>
          </ac:spMkLst>
        </pc:spChg>
        <pc:spChg chg="add del mod">
          <ac:chgData name="Yvette Delim" userId="1eb1221e-2905-468b-b6ca-e1e332e3c4b6" providerId="ADAL" clId="{1801C47B-DFD9-4886-9586-56FA3CDA08C3}" dt="2024-08-02T18:58:29.014" v="35" actId="6264"/>
          <ac:spMkLst>
            <pc:docMk/>
            <pc:sldMk cId="3922796479" sldId="312"/>
            <ac:spMk id="9" creationId="{49260553-C496-119A-EF92-C4D7CD5130C7}"/>
          </ac:spMkLst>
        </pc:spChg>
        <pc:spChg chg="add del mod">
          <ac:chgData name="Yvette Delim" userId="1eb1221e-2905-468b-b6ca-e1e332e3c4b6" providerId="ADAL" clId="{1801C47B-DFD9-4886-9586-56FA3CDA08C3}" dt="2024-08-02T18:58:29.014" v="35" actId="6264"/>
          <ac:spMkLst>
            <pc:docMk/>
            <pc:sldMk cId="3922796479" sldId="312"/>
            <ac:spMk id="10" creationId="{84C6F3F8-3013-DB8F-EFDC-147FCD097779}"/>
          </ac:spMkLst>
        </pc:spChg>
        <pc:spChg chg="add del mod">
          <ac:chgData name="Yvette Delim" userId="1eb1221e-2905-468b-b6ca-e1e332e3c4b6" providerId="ADAL" clId="{1801C47B-DFD9-4886-9586-56FA3CDA08C3}" dt="2024-08-02T18:58:29.014" v="35" actId="6264"/>
          <ac:spMkLst>
            <pc:docMk/>
            <pc:sldMk cId="3922796479" sldId="312"/>
            <ac:spMk id="11" creationId="{2D135D87-4303-D035-5A3A-6B698EF7234D}"/>
          </ac:spMkLst>
        </pc:spChg>
      </pc:sldChg>
      <pc:sldChg chg="addSp delSp modSp mod chgLayout">
        <pc:chgData name="Yvette Delim" userId="1eb1221e-2905-468b-b6ca-e1e332e3c4b6" providerId="ADAL" clId="{1801C47B-DFD9-4886-9586-56FA3CDA08C3}" dt="2024-08-02T18:58:32.248" v="36" actId="6264"/>
        <pc:sldMkLst>
          <pc:docMk/>
          <pc:sldMk cId="167352425" sldId="313"/>
        </pc:sldMkLst>
        <pc:spChg chg="mod ord">
          <ac:chgData name="Yvette Delim" userId="1eb1221e-2905-468b-b6ca-e1e332e3c4b6" providerId="ADAL" clId="{1801C47B-DFD9-4886-9586-56FA3CDA08C3}" dt="2024-08-02T18:58:32.248" v="36" actId="6264"/>
          <ac:spMkLst>
            <pc:docMk/>
            <pc:sldMk cId="167352425" sldId="313"/>
            <ac:spMk id="2" creationId="{1D31285D-FD2C-C3A4-B35E-86CA1DED994D}"/>
          </ac:spMkLst>
        </pc:spChg>
        <pc:spChg chg="mod">
          <ac:chgData name="Yvette Delim" userId="1eb1221e-2905-468b-b6ca-e1e332e3c4b6" providerId="ADAL" clId="{1801C47B-DFD9-4886-9586-56FA3CDA08C3}" dt="2024-08-02T18:52:07.492" v="0"/>
          <ac:spMkLst>
            <pc:docMk/>
            <pc:sldMk cId="167352425" sldId="313"/>
            <ac:spMk id="4" creationId="{F8149C0B-5725-7024-8D93-272B1BE03536}"/>
          </ac:spMkLst>
        </pc:spChg>
        <pc:spChg chg="mod ord">
          <ac:chgData name="Yvette Delim" userId="1eb1221e-2905-468b-b6ca-e1e332e3c4b6" providerId="ADAL" clId="{1801C47B-DFD9-4886-9586-56FA3CDA08C3}" dt="2024-08-02T18:58:32.248" v="36" actId="6264"/>
          <ac:spMkLst>
            <pc:docMk/>
            <pc:sldMk cId="167352425" sldId="313"/>
            <ac:spMk id="5" creationId="{FE2FF58E-5839-48D9-A347-8BCD0689631D}"/>
          </ac:spMkLst>
        </pc:spChg>
        <pc:spChg chg="mod ord">
          <ac:chgData name="Yvette Delim" userId="1eb1221e-2905-468b-b6ca-e1e332e3c4b6" providerId="ADAL" clId="{1801C47B-DFD9-4886-9586-56FA3CDA08C3}" dt="2024-08-02T18:58:32.248" v="36" actId="6264"/>
          <ac:spMkLst>
            <pc:docMk/>
            <pc:sldMk cId="167352425" sldId="313"/>
            <ac:spMk id="6" creationId="{11C79F6B-C155-3779-B20F-218E8390E74A}"/>
          </ac:spMkLst>
        </pc:spChg>
        <pc:spChg chg="add del mod">
          <ac:chgData name="Yvette Delim" userId="1eb1221e-2905-468b-b6ca-e1e332e3c4b6" providerId="ADAL" clId="{1801C47B-DFD9-4886-9586-56FA3CDA08C3}" dt="2024-08-02T18:58:32.248" v="36" actId="6264"/>
          <ac:spMkLst>
            <pc:docMk/>
            <pc:sldMk cId="167352425" sldId="313"/>
            <ac:spMk id="7" creationId="{FB154D76-1261-E57A-3451-38A9813682EC}"/>
          </ac:spMkLst>
        </pc:spChg>
        <pc:spChg chg="add del mod">
          <ac:chgData name="Yvette Delim" userId="1eb1221e-2905-468b-b6ca-e1e332e3c4b6" providerId="ADAL" clId="{1801C47B-DFD9-4886-9586-56FA3CDA08C3}" dt="2024-08-02T18:58:32.248" v="36" actId="6264"/>
          <ac:spMkLst>
            <pc:docMk/>
            <pc:sldMk cId="167352425" sldId="313"/>
            <ac:spMk id="8" creationId="{256E2958-2077-F0E6-B835-8604CE8EF67E}"/>
          </ac:spMkLst>
        </pc:spChg>
        <pc:spChg chg="add del mod">
          <ac:chgData name="Yvette Delim" userId="1eb1221e-2905-468b-b6ca-e1e332e3c4b6" providerId="ADAL" clId="{1801C47B-DFD9-4886-9586-56FA3CDA08C3}" dt="2024-08-02T18:58:32.248" v="36" actId="6264"/>
          <ac:spMkLst>
            <pc:docMk/>
            <pc:sldMk cId="167352425" sldId="313"/>
            <ac:spMk id="9" creationId="{57988107-CCDD-1231-A28F-619CA906E770}"/>
          </ac:spMkLst>
        </pc:spChg>
      </pc:sldChg>
      <pc:sldChg chg="addSp delSp modSp mod chgLayout">
        <pc:chgData name="Yvette Delim" userId="1eb1221e-2905-468b-b6ca-e1e332e3c4b6" providerId="ADAL" clId="{1801C47B-DFD9-4886-9586-56FA3CDA08C3}" dt="2024-08-02T18:58:35.656" v="37" actId="6264"/>
        <pc:sldMkLst>
          <pc:docMk/>
          <pc:sldMk cId="1468088889" sldId="314"/>
        </pc:sldMkLst>
        <pc:spChg chg="mod ord">
          <ac:chgData name="Yvette Delim" userId="1eb1221e-2905-468b-b6ca-e1e332e3c4b6" providerId="ADAL" clId="{1801C47B-DFD9-4886-9586-56FA3CDA08C3}" dt="2024-08-02T18:58:35.656" v="37" actId="6264"/>
          <ac:spMkLst>
            <pc:docMk/>
            <pc:sldMk cId="1468088889" sldId="314"/>
            <ac:spMk id="2" creationId="{35382096-BAFA-CDCA-F675-14C2072371D1}"/>
          </ac:spMkLst>
        </pc:spChg>
        <pc:spChg chg="mod">
          <ac:chgData name="Yvette Delim" userId="1eb1221e-2905-468b-b6ca-e1e332e3c4b6" providerId="ADAL" clId="{1801C47B-DFD9-4886-9586-56FA3CDA08C3}" dt="2024-08-02T18:52:07.492" v="0"/>
          <ac:spMkLst>
            <pc:docMk/>
            <pc:sldMk cId="1468088889" sldId="314"/>
            <ac:spMk id="4" creationId="{A65843AF-B7A3-95B6-B580-D0ADD37856D3}"/>
          </ac:spMkLst>
        </pc:spChg>
        <pc:spChg chg="mod ord">
          <ac:chgData name="Yvette Delim" userId="1eb1221e-2905-468b-b6ca-e1e332e3c4b6" providerId="ADAL" clId="{1801C47B-DFD9-4886-9586-56FA3CDA08C3}" dt="2024-08-02T18:58:35.656" v="37" actId="6264"/>
          <ac:spMkLst>
            <pc:docMk/>
            <pc:sldMk cId="1468088889" sldId="314"/>
            <ac:spMk id="6" creationId="{E184CB39-A04D-627B-8EA6-32E508BE13CB}"/>
          </ac:spMkLst>
        </pc:spChg>
        <pc:spChg chg="mod ord">
          <ac:chgData name="Yvette Delim" userId="1eb1221e-2905-468b-b6ca-e1e332e3c4b6" providerId="ADAL" clId="{1801C47B-DFD9-4886-9586-56FA3CDA08C3}" dt="2024-08-02T18:58:35.656" v="37" actId="6264"/>
          <ac:spMkLst>
            <pc:docMk/>
            <pc:sldMk cId="1468088889" sldId="314"/>
            <ac:spMk id="8" creationId="{7284D663-0F86-DC55-13C0-19D836024A36}"/>
          </ac:spMkLst>
        </pc:spChg>
        <pc:spChg chg="add del mod">
          <ac:chgData name="Yvette Delim" userId="1eb1221e-2905-468b-b6ca-e1e332e3c4b6" providerId="ADAL" clId="{1801C47B-DFD9-4886-9586-56FA3CDA08C3}" dt="2024-08-02T18:58:35.656" v="37" actId="6264"/>
          <ac:spMkLst>
            <pc:docMk/>
            <pc:sldMk cId="1468088889" sldId="314"/>
            <ac:spMk id="9" creationId="{3A062744-EDEA-6C51-A702-1AF374CF5121}"/>
          </ac:spMkLst>
        </pc:spChg>
        <pc:spChg chg="add del mod">
          <ac:chgData name="Yvette Delim" userId="1eb1221e-2905-468b-b6ca-e1e332e3c4b6" providerId="ADAL" clId="{1801C47B-DFD9-4886-9586-56FA3CDA08C3}" dt="2024-08-02T18:58:35.656" v="37" actId="6264"/>
          <ac:spMkLst>
            <pc:docMk/>
            <pc:sldMk cId="1468088889" sldId="314"/>
            <ac:spMk id="10" creationId="{8739DACE-B530-C940-40F0-EB7C1FB69337}"/>
          </ac:spMkLst>
        </pc:spChg>
        <pc:spChg chg="add del mod">
          <ac:chgData name="Yvette Delim" userId="1eb1221e-2905-468b-b6ca-e1e332e3c4b6" providerId="ADAL" clId="{1801C47B-DFD9-4886-9586-56FA3CDA08C3}" dt="2024-08-02T18:58:35.656" v="37" actId="6264"/>
          <ac:spMkLst>
            <pc:docMk/>
            <pc:sldMk cId="1468088889" sldId="314"/>
            <ac:spMk id="11" creationId="{91E830AC-F3F4-E0C2-BE5B-03FD137888A3}"/>
          </ac:spMkLst>
        </pc:spChg>
      </pc:sldChg>
      <pc:sldChg chg="addSp delSp modSp mod chgLayout">
        <pc:chgData name="Yvette Delim" userId="1eb1221e-2905-468b-b6ca-e1e332e3c4b6" providerId="ADAL" clId="{1801C47B-DFD9-4886-9586-56FA3CDA08C3}" dt="2024-08-02T18:59:01.846" v="45" actId="6264"/>
        <pc:sldMkLst>
          <pc:docMk/>
          <pc:sldMk cId="3347326988" sldId="315"/>
        </pc:sldMkLst>
        <pc:spChg chg="mod ord">
          <ac:chgData name="Yvette Delim" userId="1eb1221e-2905-468b-b6ca-e1e332e3c4b6" providerId="ADAL" clId="{1801C47B-DFD9-4886-9586-56FA3CDA08C3}" dt="2024-08-02T18:59:01.846" v="45" actId="6264"/>
          <ac:spMkLst>
            <pc:docMk/>
            <pc:sldMk cId="3347326988" sldId="315"/>
            <ac:spMk id="2" creationId="{3425D250-0432-F944-CEA5-9F79F4234BF9}"/>
          </ac:spMkLst>
        </pc:spChg>
        <pc:spChg chg="mod ord">
          <ac:chgData name="Yvette Delim" userId="1eb1221e-2905-468b-b6ca-e1e332e3c4b6" providerId="ADAL" clId="{1801C47B-DFD9-4886-9586-56FA3CDA08C3}" dt="2024-08-02T18:59:01.846" v="45" actId="6264"/>
          <ac:spMkLst>
            <pc:docMk/>
            <pc:sldMk cId="3347326988" sldId="315"/>
            <ac:spMk id="3" creationId="{6ED1E0CB-0E2C-A29C-A82A-D6BA4177F139}"/>
          </ac:spMkLst>
        </pc:spChg>
        <pc:spChg chg="mod">
          <ac:chgData name="Yvette Delim" userId="1eb1221e-2905-468b-b6ca-e1e332e3c4b6" providerId="ADAL" clId="{1801C47B-DFD9-4886-9586-56FA3CDA08C3}" dt="2024-08-02T18:52:07.492" v="0"/>
          <ac:spMkLst>
            <pc:docMk/>
            <pc:sldMk cId="3347326988" sldId="315"/>
            <ac:spMk id="4" creationId="{F8A0C592-EDB1-E217-0B0E-CC40D27E9DC2}"/>
          </ac:spMkLst>
        </pc:spChg>
        <pc:spChg chg="mod ord">
          <ac:chgData name="Yvette Delim" userId="1eb1221e-2905-468b-b6ca-e1e332e3c4b6" providerId="ADAL" clId="{1801C47B-DFD9-4886-9586-56FA3CDA08C3}" dt="2024-08-02T18:59:01.846" v="45" actId="6264"/>
          <ac:spMkLst>
            <pc:docMk/>
            <pc:sldMk cId="3347326988" sldId="315"/>
            <ac:spMk id="5" creationId="{0A961606-E27C-47A7-F7EF-2DCC9B67B30E}"/>
          </ac:spMkLst>
        </pc:spChg>
        <pc:spChg chg="add del mod">
          <ac:chgData name="Yvette Delim" userId="1eb1221e-2905-468b-b6ca-e1e332e3c4b6" providerId="ADAL" clId="{1801C47B-DFD9-4886-9586-56FA3CDA08C3}" dt="2024-08-02T18:59:01.846" v="45" actId="6264"/>
          <ac:spMkLst>
            <pc:docMk/>
            <pc:sldMk cId="3347326988" sldId="315"/>
            <ac:spMk id="8" creationId="{524C9DE3-FCFD-E1C5-8338-E133A49E564C}"/>
          </ac:spMkLst>
        </pc:spChg>
        <pc:spChg chg="add del mod">
          <ac:chgData name="Yvette Delim" userId="1eb1221e-2905-468b-b6ca-e1e332e3c4b6" providerId="ADAL" clId="{1801C47B-DFD9-4886-9586-56FA3CDA08C3}" dt="2024-08-02T18:59:01.846" v="45" actId="6264"/>
          <ac:spMkLst>
            <pc:docMk/>
            <pc:sldMk cId="3347326988" sldId="315"/>
            <ac:spMk id="9" creationId="{55D4963D-415A-8EF0-39A2-1ECA7E6C5802}"/>
          </ac:spMkLst>
        </pc:spChg>
        <pc:spChg chg="add del mod">
          <ac:chgData name="Yvette Delim" userId="1eb1221e-2905-468b-b6ca-e1e332e3c4b6" providerId="ADAL" clId="{1801C47B-DFD9-4886-9586-56FA3CDA08C3}" dt="2024-08-02T18:59:01.846" v="45" actId="6264"/>
          <ac:spMkLst>
            <pc:docMk/>
            <pc:sldMk cId="3347326988" sldId="315"/>
            <ac:spMk id="10" creationId="{B5BFEBE2-3E7E-4566-5B3F-BE0AFA73803A}"/>
          </ac:spMkLst>
        </pc:spChg>
        <pc:spChg chg="add del mod">
          <ac:chgData name="Yvette Delim" userId="1eb1221e-2905-468b-b6ca-e1e332e3c4b6" providerId="ADAL" clId="{1801C47B-DFD9-4886-9586-56FA3CDA08C3}" dt="2024-08-02T18:59:01.846" v="45" actId="6264"/>
          <ac:spMkLst>
            <pc:docMk/>
            <pc:sldMk cId="3347326988" sldId="315"/>
            <ac:spMk id="11" creationId="{85725C5F-A521-1235-8134-8C578C659679}"/>
          </ac:spMkLst>
        </pc:spChg>
        <pc:graphicFrameChg chg="mod ord">
          <ac:chgData name="Yvette Delim" userId="1eb1221e-2905-468b-b6ca-e1e332e3c4b6" providerId="ADAL" clId="{1801C47B-DFD9-4886-9586-56FA3CDA08C3}" dt="2024-08-02T18:59:01.846" v="45" actId="6264"/>
          <ac:graphicFrameMkLst>
            <pc:docMk/>
            <pc:sldMk cId="3347326988" sldId="315"/>
            <ac:graphicFrameMk id="6" creationId="{E1500C24-0BDC-BDD0-2656-3C8F897EEF9E}"/>
          </ac:graphicFrameMkLst>
        </pc:graphicFrameChg>
      </pc:sldChg>
      <pc:sldChg chg="addSp delSp modSp mod modClrScheme chgLayout">
        <pc:chgData name="Yvette Delim" userId="1eb1221e-2905-468b-b6ca-e1e332e3c4b6" providerId="ADAL" clId="{1801C47B-DFD9-4886-9586-56FA3CDA08C3}" dt="2024-08-02T18:58:03.794" v="31" actId="700"/>
        <pc:sldMkLst>
          <pc:docMk/>
          <pc:sldMk cId="1926509927" sldId="336"/>
        </pc:sldMkLst>
        <pc:spChg chg="mod ord">
          <ac:chgData name="Yvette Delim" userId="1eb1221e-2905-468b-b6ca-e1e332e3c4b6" providerId="ADAL" clId="{1801C47B-DFD9-4886-9586-56FA3CDA08C3}" dt="2024-08-02T18:58:03.794" v="31" actId="700"/>
          <ac:spMkLst>
            <pc:docMk/>
            <pc:sldMk cId="1926509927" sldId="336"/>
            <ac:spMk id="2" creationId="{983A7A25-4EEB-A0C0-B290-1FEAC36DFCED}"/>
          </ac:spMkLst>
        </pc:spChg>
        <pc:spChg chg="mod">
          <ac:chgData name="Yvette Delim" userId="1eb1221e-2905-468b-b6ca-e1e332e3c4b6" providerId="ADAL" clId="{1801C47B-DFD9-4886-9586-56FA3CDA08C3}" dt="2024-08-02T18:52:07.656" v="2" actId="27636"/>
          <ac:spMkLst>
            <pc:docMk/>
            <pc:sldMk cId="1926509927" sldId="336"/>
            <ac:spMk id="3" creationId="{51C93260-7278-8EF2-81F5-AEF78D400117}"/>
          </ac:spMkLst>
        </pc:spChg>
        <pc:spChg chg="mod ord">
          <ac:chgData name="Yvette Delim" userId="1eb1221e-2905-468b-b6ca-e1e332e3c4b6" providerId="ADAL" clId="{1801C47B-DFD9-4886-9586-56FA3CDA08C3}" dt="2024-08-02T18:58:03.794" v="31" actId="700"/>
          <ac:spMkLst>
            <pc:docMk/>
            <pc:sldMk cId="1926509927" sldId="336"/>
            <ac:spMk id="4" creationId="{D6A34D46-FA5E-6E62-8312-5545EA47BDFF}"/>
          </ac:spMkLst>
        </pc:spChg>
        <pc:spChg chg="mod ord">
          <ac:chgData name="Yvette Delim" userId="1eb1221e-2905-468b-b6ca-e1e332e3c4b6" providerId="ADAL" clId="{1801C47B-DFD9-4886-9586-56FA3CDA08C3}" dt="2024-08-02T18:58:03.794" v="31" actId="700"/>
          <ac:spMkLst>
            <pc:docMk/>
            <pc:sldMk cId="1926509927" sldId="336"/>
            <ac:spMk id="5" creationId="{7B63BC32-6AF4-D7FD-25A8-BDDFF6BF2FC5}"/>
          </ac:spMkLst>
        </pc:spChg>
        <pc:spChg chg="add del mod">
          <ac:chgData name="Yvette Delim" userId="1eb1221e-2905-468b-b6ca-e1e332e3c4b6" providerId="ADAL" clId="{1801C47B-DFD9-4886-9586-56FA3CDA08C3}" dt="2024-08-02T18:57:54.873" v="29" actId="6264"/>
          <ac:spMkLst>
            <pc:docMk/>
            <pc:sldMk cId="1926509927" sldId="336"/>
            <ac:spMk id="6" creationId="{F63AD23C-2F8D-C715-B023-2625C5698451}"/>
          </ac:spMkLst>
        </pc:spChg>
        <pc:spChg chg="add del mod">
          <ac:chgData name="Yvette Delim" userId="1eb1221e-2905-468b-b6ca-e1e332e3c4b6" providerId="ADAL" clId="{1801C47B-DFD9-4886-9586-56FA3CDA08C3}" dt="2024-08-02T18:57:54.873" v="29" actId="6264"/>
          <ac:spMkLst>
            <pc:docMk/>
            <pc:sldMk cId="1926509927" sldId="336"/>
            <ac:spMk id="7" creationId="{8312B647-EC07-678A-87B0-0925E8AFA52F}"/>
          </ac:spMkLst>
        </pc:spChg>
        <pc:spChg chg="add del mod">
          <ac:chgData name="Yvette Delim" userId="1eb1221e-2905-468b-b6ca-e1e332e3c4b6" providerId="ADAL" clId="{1801C47B-DFD9-4886-9586-56FA3CDA08C3}" dt="2024-08-02T18:57:54.873" v="29" actId="6264"/>
          <ac:spMkLst>
            <pc:docMk/>
            <pc:sldMk cId="1926509927" sldId="336"/>
            <ac:spMk id="8" creationId="{5B560F4F-3F92-22FA-576E-F20819DD4D43}"/>
          </ac:spMkLst>
        </pc:spChg>
        <pc:spChg chg="mod ord">
          <ac:chgData name="Yvette Delim" userId="1eb1221e-2905-468b-b6ca-e1e332e3c4b6" providerId="ADAL" clId="{1801C47B-DFD9-4886-9586-56FA3CDA08C3}" dt="2024-08-02T18:58:03.794" v="31" actId="700"/>
          <ac:spMkLst>
            <pc:docMk/>
            <pc:sldMk cId="1926509927" sldId="336"/>
            <ac:spMk id="9" creationId="{CD993FC0-0F8C-D257-51DF-5034CF4BBF57}"/>
          </ac:spMkLst>
        </pc:spChg>
        <pc:spChg chg="add del mod">
          <ac:chgData name="Yvette Delim" userId="1eb1221e-2905-468b-b6ca-e1e332e3c4b6" providerId="ADAL" clId="{1801C47B-DFD9-4886-9586-56FA3CDA08C3}" dt="2024-08-02T18:57:54.873" v="29" actId="6264"/>
          <ac:spMkLst>
            <pc:docMk/>
            <pc:sldMk cId="1926509927" sldId="336"/>
            <ac:spMk id="10" creationId="{4A566596-EEF9-7549-6A10-ED995543222B}"/>
          </ac:spMkLst>
        </pc:spChg>
        <pc:spChg chg="add del mod ord">
          <ac:chgData name="Yvette Delim" userId="1eb1221e-2905-468b-b6ca-e1e332e3c4b6" providerId="ADAL" clId="{1801C47B-DFD9-4886-9586-56FA3CDA08C3}" dt="2024-08-02T18:58:03.794" v="31" actId="700"/>
          <ac:spMkLst>
            <pc:docMk/>
            <pc:sldMk cId="1926509927" sldId="336"/>
            <ac:spMk id="11" creationId="{FE0F4CE9-A554-475E-97F8-906DF60108AC}"/>
          </ac:spMkLst>
        </pc:spChg>
      </pc:sldChg>
      <pc:sldChg chg="addSp delSp modSp mod chgLayout modNotesTx">
        <pc:chgData name="Yvette Delim" userId="1eb1221e-2905-468b-b6ca-e1e332e3c4b6" providerId="ADAL" clId="{1801C47B-DFD9-4886-9586-56FA3CDA08C3}" dt="2024-08-02T20:22:41.138" v="203" actId="20577"/>
        <pc:sldMkLst>
          <pc:docMk/>
          <pc:sldMk cId="98456676" sldId="345"/>
        </pc:sldMkLst>
        <pc:spChg chg="mod ord">
          <ac:chgData name="Yvette Delim" userId="1eb1221e-2905-468b-b6ca-e1e332e3c4b6" providerId="ADAL" clId="{1801C47B-DFD9-4886-9586-56FA3CDA08C3}" dt="2024-08-02T19:07:44.871" v="180" actId="6264"/>
          <ac:spMkLst>
            <pc:docMk/>
            <pc:sldMk cId="98456676" sldId="345"/>
            <ac:spMk id="2" creationId="{5D267E3B-31C2-35D2-5527-9365308F6DFB}"/>
          </ac:spMkLst>
        </pc:spChg>
        <pc:spChg chg="mod ord">
          <ac:chgData name="Yvette Delim" userId="1eb1221e-2905-468b-b6ca-e1e332e3c4b6" providerId="ADAL" clId="{1801C47B-DFD9-4886-9586-56FA3CDA08C3}" dt="2024-08-02T20:22:41.138" v="203" actId="20577"/>
          <ac:spMkLst>
            <pc:docMk/>
            <pc:sldMk cId="98456676" sldId="345"/>
            <ac:spMk id="3" creationId="{95D2A0BA-D28A-0B52-2159-525C86DF1E8A}"/>
          </ac:spMkLst>
        </pc:spChg>
        <pc:spChg chg="mod">
          <ac:chgData name="Yvette Delim" userId="1eb1221e-2905-468b-b6ca-e1e332e3c4b6" providerId="ADAL" clId="{1801C47B-DFD9-4886-9586-56FA3CDA08C3}" dt="2024-08-02T18:52:07.492" v="0"/>
          <ac:spMkLst>
            <pc:docMk/>
            <pc:sldMk cId="98456676" sldId="345"/>
            <ac:spMk id="4" creationId="{96805506-FB1E-E4C7-C00C-A14C49C9462E}"/>
          </ac:spMkLst>
        </pc:spChg>
        <pc:spChg chg="mod ord">
          <ac:chgData name="Yvette Delim" userId="1eb1221e-2905-468b-b6ca-e1e332e3c4b6" providerId="ADAL" clId="{1801C47B-DFD9-4886-9586-56FA3CDA08C3}" dt="2024-08-02T19:07:44.871" v="180" actId="6264"/>
          <ac:spMkLst>
            <pc:docMk/>
            <pc:sldMk cId="98456676" sldId="345"/>
            <ac:spMk id="5" creationId="{F3EDDF9A-7923-BE82-ABAA-438C550391D3}"/>
          </ac:spMkLst>
        </pc:spChg>
        <pc:spChg chg="mod ord">
          <ac:chgData name="Yvette Delim" userId="1eb1221e-2905-468b-b6ca-e1e332e3c4b6" providerId="ADAL" clId="{1801C47B-DFD9-4886-9586-56FA3CDA08C3}" dt="2024-08-02T19:07:44.871" v="180" actId="6264"/>
          <ac:spMkLst>
            <pc:docMk/>
            <pc:sldMk cId="98456676" sldId="345"/>
            <ac:spMk id="6" creationId="{63F6A226-DD45-C1FD-3F29-7EB4D1F74B03}"/>
          </ac:spMkLst>
        </pc:spChg>
        <pc:spChg chg="add del mod">
          <ac:chgData name="Yvette Delim" userId="1eb1221e-2905-468b-b6ca-e1e332e3c4b6" providerId="ADAL" clId="{1801C47B-DFD9-4886-9586-56FA3CDA08C3}" dt="2024-08-02T19:07:44.871" v="180" actId="6264"/>
          <ac:spMkLst>
            <pc:docMk/>
            <pc:sldMk cId="98456676" sldId="345"/>
            <ac:spMk id="7" creationId="{C341292F-1CD7-AEEF-C887-93D7C4783D87}"/>
          </ac:spMkLst>
        </pc:spChg>
        <pc:spChg chg="add del mod">
          <ac:chgData name="Yvette Delim" userId="1eb1221e-2905-468b-b6ca-e1e332e3c4b6" providerId="ADAL" clId="{1801C47B-DFD9-4886-9586-56FA3CDA08C3}" dt="2024-08-02T19:07:44.871" v="180" actId="6264"/>
          <ac:spMkLst>
            <pc:docMk/>
            <pc:sldMk cId="98456676" sldId="345"/>
            <ac:spMk id="8" creationId="{33833D42-5E66-2009-EE4B-4D0E0305DA86}"/>
          </ac:spMkLst>
        </pc:spChg>
        <pc:spChg chg="add del mod">
          <ac:chgData name="Yvette Delim" userId="1eb1221e-2905-468b-b6ca-e1e332e3c4b6" providerId="ADAL" clId="{1801C47B-DFD9-4886-9586-56FA3CDA08C3}" dt="2024-08-02T19:07:44.871" v="180" actId="6264"/>
          <ac:spMkLst>
            <pc:docMk/>
            <pc:sldMk cId="98456676" sldId="345"/>
            <ac:spMk id="9" creationId="{67161DBA-1444-F3F9-51DC-D510FA8FB4A4}"/>
          </ac:spMkLst>
        </pc:spChg>
        <pc:spChg chg="add del mod">
          <ac:chgData name="Yvette Delim" userId="1eb1221e-2905-468b-b6ca-e1e332e3c4b6" providerId="ADAL" clId="{1801C47B-DFD9-4886-9586-56FA3CDA08C3}" dt="2024-08-02T19:07:44.871" v="180" actId="6264"/>
          <ac:spMkLst>
            <pc:docMk/>
            <pc:sldMk cId="98456676" sldId="345"/>
            <ac:spMk id="10" creationId="{D82C96E5-DF15-FA31-BBA5-4973CE2C1821}"/>
          </ac:spMkLst>
        </pc:spChg>
      </pc:sldChg>
      <pc:sldChg chg="modSp mod modNotesTx">
        <pc:chgData name="Yvette Delim" userId="1eb1221e-2905-468b-b6ca-e1e332e3c4b6" providerId="ADAL" clId="{1801C47B-DFD9-4886-9586-56FA3CDA08C3}" dt="2024-08-02T20:22:03.504" v="199" actId="12"/>
        <pc:sldMkLst>
          <pc:docMk/>
          <pc:sldMk cId="1940928441" sldId="346"/>
        </pc:sldMkLst>
        <pc:spChg chg="mod">
          <ac:chgData name="Yvette Delim" userId="1eb1221e-2905-468b-b6ca-e1e332e3c4b6" providerId="ADAL" clId="{1801C47B-DFD9-4886-9586-56FA3CDA08C3}" dt="2024-08-02T20:21:09.185" v="189" actId="27636"/>
          <ac:spMkLst>
            <pc:docMk/>
            <pc:sldMk cId="1940928441" sldId="346"/>
            <ac:spMk id="3" creationId="{37F4092C-34AC-1128-EC89-05BCF335B867}"/>
          </ac:spMkLst>
        </pc:spChg>
      </pc:sldChg>
      <pc:sldChg chg="addSp delSp modSp mod chgLayout">
        <pc:chgData name="Yvette Delim" userId="1eb1221e-2905-468b-b6ca-e1e332e3c4b6" providerId="ADAL" clId="{1801C47B-DFD9-4886-9586-56FA3CDA08C3}" dt="2024-08-02T18:57:45.099" v="27" actId="27636"/>
        <pc:sldMkLst>
          <pc:docMk/>
          <pc:sldMk cId="559562271" sldId="348"/>
        </pc:sldMkLst>
        <pc:spChg chg="mod ord">
          <ac:chgData name="Yvette Delim" userId="1eb1221e-2905-468b-b6ca-e1e332e3c4b6" providerId="ADAL" clId="{1801C47B-DFD9-4886-9586-56FA3CDA08C3}" dt="2024-08-02T18:57:45.099" v="27" actId="27636"/>
          <ac:spMkLst>
            <pc:docMk/>
            <pc:sldMk cId="559562271" sldId="348"/>
            <ac:spMk id="2" creationId="{3425D250-0432-F944-CEA5-9F79F4234BF9}"/>
          </ac:spMkLst>
        </pc:spChg>
        <pc:spChg chg="mod ord">
          <ac:chgData name="Yvette Delim" userId="1eb1221e-2905-468b-b6ca-e1e332e3c4b6" providerId="ADAL" clId="{1801C47B-DFD9-4886-9586-56FA3CDA08C3}" dt="2024-08-02T18:57:45.060" v="26" actId="6264"/>
          <ac:spMkLst>
            <pc:docMk/>
            <pc:sldMk cId="559562271" sldId="348"/>
            <ac:spMk id="3" creationId="{8F19264E-028B-B357-3AF8-98650CC62B12}"/>
          </ac:spMkLst>
        </pc:spChg>
        <pc:spChg chg="mod">
          <ac:chgData name="Yvette Delim" userId="1eb1221e-2905-468b-b6ca-e1e332e3c4b6" providerId="ADAL" clId="{1801C47B-DFD9-4886-9586-56FA3CDA08C3}" dt="2024-08-02T18:52:07.647" v="1" actId="27636"/>
          <ac:spMkLst>
            <pc:docMk/>
            <pc:sldMk cId="559562271" sldId="348"/>
            <ac:spMk id="4" creationId="{F8A0C592-EDB1-E217-0B0E-CC40D27E9DC2}"/>
          </ac:spMkLst>
        </pc:spChg>
        <pc:spChg chg="mod ord">
          <ac:chgData name="Yvette Delim" userId="1eb1221e-2905-468b-b6ca-e1e332e3c4b6" providerId="ADAL" clId="{1801C47B-DFD9-4886-9586-56FA3CDA08C3}" dt="2024-08-02T18:57:45.060" v="26" actId="6264"/>
          <ac:spMkLst>
            <pc:docMk/>
            <pc:sldMk cId="559562271" sldId="348"/>
            <ac:spMk id="6" creationId="{4A83C7A9-E156-0591-0004-0908B482DEA3}"/>
          </ac:spMkLst>
        </pc:spChg>
        <pc:spChg chg="add del mod">
          <ac:chgData name="Yvette Delim" userId="1eb1221e-2905-468b-b6ca-e1e332e3c4b6" providerId="ADAL" clId="{1801C47B-DFD9-4886-9586-56FA3CDA08C3}" dt="2024-08-02T18:57:45.060" v="26" actId="6264"/>
          <ac:spMkLst>
            <pc:docMk/>
            <pc:sldMk cId="559562271" sldId="348"/>
            <ac:spMk id="7" creationId="{9F32B7F0-E4D8-52FA-C2FA-D4530A9EAB55}"/>
          </ac:spMkLst>
        </pc:spChg>
        <pc:spChg chg="add del mod">
          <ac:chgData name="Yvette Delim" userId="1eb1221e-2905-468b-b6ca-e1e332e3c4b6" providerId="ADAL" clId="{1801C47B-DFD9-4886-9586-56FA3CDA08C3}" dt="2024-08-02T18:57:45.060" v="26" actId="6264"/>
          <ac:spMkLst>
            <pc:docMk/>
            <pc:sldMk cId="559562271" sldId="348"/>
            <ac:spMk id="8" creationId="{38100A7B-9A6F-2519-A0E8-123B5B6D4863}"/>
          </ac:spMkLst>
        </pc:spChg>
        <pc:spChg chg="add del mod">
          <ac:chgData name="Yvette Delim" userId="1eb1221e-2905-468b-b6ca-e1e332e3c4b6" providerId="ADAL" clId="{1801C47B-DFD9-4886-9586-56FA3CDA08C3}" dt="2024-08-02T18:57:45.060" v="26" actId="6264"/>
          <ac:spMkLst>
            <pc:docMk/>
            <pc:sldMk cId="559562271" sldId="348"/>
            <ac:spMk id="9" creationId="{A024B14F-63F2-A003-A053-594B947D3687}"/>
          </ac:spMkLst>
        </pc:spChg>
        <pc:spChg chg="add del mod">
          <ac:chgData name="Yvette Delim" userId="1eb1221e-2905-468b-b6ca-e1e332e3c4b6" providerId="ADAL" clId="{1801C47B-DFD9-4886-9586-56FA3CDA08C3}" dt="2024-08-02T18:57:45.060" v="26" actId="6264"/>
          <ac:spMkLst>
            <pc:docMk/>
            <pc:sldMk cId="559562271" sldId="348"/>
            <ac:spMk id="10" creationId="{7E5AF545-C39F-B875-57F0-05559989C436}"/>
          </ac:spMkLst>
        </pc:spChg>
        <pc:picChg chg="mod ord">
          <ac:chgData name="Yvette Delim" userId="1eb1221e-2905-468b-b6ca-e1e332e3c4b6" providerId="ADAL" clId="{1801C47B-DFD9-4886-9586-56FA3CDA08C3}" dt="2024-08-02T18:57:45.060" v="26" actId="6264"/>
          <ac:picMkLst>
            <pc:docMk/>
            <pc:sldMk cId="559562271" sldId="348"/>
            <ac:picMk id="5" creationId="{371AD9E4-D73C-CBEC-A3CF-F1251AE39323}"/>
          </ac:picMkLst>
        </pc:picChg>
      </pc:sldChg>
      <pc:sldChg chg="addSp delSp modSp mod chgLayout">
        <pc:chgData name="Yvette Delim" userId="1eb1221e-2905-468b-b6ca-e1e332e3c4b6" providerId="ADAL" clId="{1801C47B-DFD9-4886-9586-56FA3CDA08C3}" dt="2024-08-02T18:58:09.832" v="32" actId="6264"/>
        <pc:sldMkLst>
          <pc:docMk/>
          <pc:sldMk cId="361004249" sldId="350"/>
        </pc:sldMkLst>
        <pc:spChg chg="mod ord">
          <ac:chgData name="Yvette Delim" userId="1eb1221e-2905-468b-b6ca-e1e332e3c4b6" providerId="ADAL" clId="{1801C47B-DFD9-4886-9586-56FA3CDA08C3}" dt="2024-08-02T18:58:09.832" v="32" actId="6264"/>
          <ac:spMkLst>
            <pc:docMk/>
            <pc:sldMk cId="361004249" sldId="350"/>
            <ac:spMk id="2" creationId="{4E52F3BC-D347-48A7-8850-F194A742FBD5}"/>
          </ac:spMkLst>
        </pc:spChg>
        <pc:spChg chg="mod ord">
          <ac:chgData name="Yvette Delim" userId="1eb1221e-2905-468b-b6ca-e1e332e3c4b6" providerId="ADAL" clId="{1801C47B-DFD9-4886-9586-56FA3CDA08C3}" dt="2024-08-02T18:58:09.832" v="32" actId="6264"/>
          <ac:spMkLst>
            <pc:docMk/>
            <pc:sldMk cId="361004249" sldId="350"/>
            <ac:spMk id="3" creationId="{757F8B1A-ABEE-9019-B206-45E1AD81DADE}"/>
          </ac:spMkLst>
        </pc:spChg>
        <pc:spChg chg="mod">
          <ac:chgData name="Yvette Delim" userId="1eb1221e-2905-468b-b6ca-e1e332e3c4b6" providerId="ADAL" clId="{1801C47B-DFD9-4886-9586-56FA3CDA08C3}" dt="2024-08-02T18:52:07.492" v="0"/>
          <ac:spMkLst>
            <pc:docMk/>
            <pc:sldMk cId="361004249" sldId="350"/>
            <ac:spMk id="4" creationId="{D9370A64-C01F-1850-5D34-EFEDED8F41FC}"/>
          </ac:spMkLst>
        </pc:spChg>
        <pc:spChg chg="mod ord">
          <ac:chgData name="Yvette Delim" userId="1eb1221e-2905-468b-b6ca-e1e332e3c4b6" providerId="ADAL" clId="{1801C47B-DFD9-4886-9586-56FA3CDA08C3}" dt="2024-08-02T18:58:09.832" v="32" actId="6264"/>
          <ac:spMkLst>
            <pc:docMk/>
            <pc:sldMk cId="361004249" sldId="350"/>
            <ac:spMk id="5" creationId="{A55D2D3A-F20A-5C25-0C54-FEC50B43AE50}"/>
          </ac:spMkLst>
        </pc:spChg>
        <pc:spChg chg="mod ord">
          <ac:chgData name="Yvette Delim" userId="1eb1221e-2905-468b-b6ca-e1e332e3c4b6" providerId="ADAL" clId="{1801C47B-DFD9-4886-9586-56FA3CDA08C3}" dt="2024-08-02T18:58:09.832" v="32" actId="6264"/>
          <ac:spMkLst>
            <pc:docMk/>
            <pc:sldMk cId="361004249" sldId="350"/>
            <ac:spMk id="6" creationId="{1D94EC25-1CB1-484B-6D71-6AE9F6FAD05D}"/>
          </ac:spMkLst>
        </pc:spChg>
        <pc:spChg chg="add del mod">
          <ac:chgData name="Yvette Delim" userId="1eb1221e-2905-468b-b6ca-e1e332e3c4b6" providerId="ADAL" clId="{1801C47B-DFD9-4886-9586-56FA3CDA08C3}" dt="2024-08-02T18:58:09.832" v="32" actId="6264"/>
          <ac:spMkLst>
            <pc:docMk/>
            <pc:sldMk cId="361004249" sldId="350"/>
            <ac:spMk id="7" creationId="{27F7B531-987E-A19E-89C1-3780145E9C21}"/>
          </ac:spMkLst>
        </pc:spChg>
        <pc:spChg chg="add del mod">
          <ac:chgData name="Yvette Delim" userId="1eb1221e-2905-468b-b6ca-e1e332e3c4b6" providerId="ADAL" clId="{1801C47B-DFD9-4886-9586-56FA3CDA08C3}" dt="2024-08-02T18:58:09.832" v="32" actId="6264"/>
          <ac:spMkLst>
            <pc:docMk/>
            <pc:sldMk cId="361004249" sldId="350"/>
            <ac:spMk id="8" creationId="{097ADAD4-6EAE-5D6F-2EE3-51A7577D741E}"/>
          </ac:spMkLst>
        </pc:spChg>
        <pc:spChg chg="add del mod">
          <ac:chgData name="Yvette Delim" userId="1eb1221e-2905-468b-b6ca-e1e332e3c4b6" providerId="ADAL" clId="{1801C47B-DFD9-4886-9586-56FA3CDA08C3}" dt="2024-08-02T18:58:09.832" v="32" actId="6264"/>
          <ac:spMkLst>
            <pc:docMk/>
            <pc:sldMk cId="361004249" sldId="350"/>
            <ac:spMk id="9" creationId="{0C6E016C-914E-4F87-400C-E7085C659D53}"/>
          </ac:spMkLst>
        </pc:spChg>
        <pc:spChg chg="add del mod">
          <ac:chgData name="Yvette Delim" userId="1eb1221e-2905-468b-b6ca-e1e332e3c4b6" providerId="ADAL" clId="{1801C47B-DFD9-4886-9586-56FA3CDA08C3}" dt="2024-08-02T18:58:09.832" v="32" actId="6264"/>
          <ac:spMkLst>
            <pc:docMk/>
            <pc:sldMk cId="361004249" sldId="350"/>
            <ac:spMk id="10" creationId="{283E4185-C0F4-8618-23B6-C0672367991B}"/>
          </ac:spMkLst>
        </pc:spChg>
      </pc:sldChg>
      <pc:sldChg chg="addSp delSp modSp mod modClrScheme chgLayout">
        <pc:chgData name="Yvette Delim" userId="1eb1221e-2905-468b-b6ca-e1e332e3c4b6" providerId="ADAL" clId="{1801C47B-DFD9-4886-9586-56FA3CDA08C3}" dt="2024-08-02T18:58:47.679" v="43" actId="27636"/>
        <pc:sldMkLst>
          <pc:docMk/>
          <pc:sldMk cId="1643517338" sldId="351"/>
        </pc:sldMkLst>
        <pc:spChg chg="mod ord">
          <ac:chgData name="Yvette Delim" userId="1eb1221e-2905-468b-b6ca-e1e332e3c4b6" providerId="ADAL" clId="{1801C47B-DFD9-4886-9586-56FA3CDA08C3}" dt="2024-08-02T18:58:47.492" v="42" actId="700"/>
          <ac:spMkLst>
            <pc:docMk/>
            <pc:sldMk cId="1643517338" sldId="351"/>
            <ac:spMk id="2" creationId="{3425D250-0432-F944-CEA5-9F79F4234BF9}"/>
          </ac:spMkLst>
        </pc:spChg>
        <pc:spChg chg="mod ord">
          <ac:chgData name="Yvette Delim" userId="1eb1221e-2905-468b-b6ca-e1e332e3c4b6" providerId="ADAL" clId="{1801C47B-DFD9-4886-9586-56FA3CDA08C3}" dt="2024-08-02T18:58:47.679" v="43" actId="27636"/>
          <ac:spMkLst>
            <pc:docMk/>
            <pc:sldMk cId="1643517338" sldId="351"/>
            <ac:spMk id="3" creationId="{0F9F636D-C546-AA17-2387-E6297159EFDC}"/>
          </ac:spMkLst>
        </pc:spChg>
        <pc:spChg chg="mod">
          <ac:chgData name="Yvette Delim" userId="1eb1221e-2905-468b-b6ca-e1e332e3c4b6" providerId="ADAL" clId="{1801C47B-DFD9-4886-9586-56FA3CDA08C3}" dt="2024-08-02T18:52:07.667" v="3" actId="27636"/>
          <ac:spMkLst>
            <pc:docMk/>
            <pc:sldMk cId="1643517338" sldId="351"/>
            <ac:spMk id="4" creationId="{F8A0C592-EDB1-E217-0B0E-CC40D27E9DC2}"/>
          </ac:spMkLst>
        </pc:spChg>
        <pc:spChg chg="mod ord">
          <ac:chgData name="Yvette Delim" userId="1eb1221e-2905-468b-b6ca-e1e332e3c4b6" providerId="ADAL" clId="{1801C47B-DFD9-4886-9586-56FA3CDA08C3}" dt="2024-08-02T18:58:47.492" v="42" actId="700"/>
          <ac:spMkLst>
            <pc:docMk/>
            <pc:sldMk cId="1643517338" sldId="351"/>
            <ac:spMk id="5" creationId="{851BB452-41D0-3ECA-5A37-29D6AF411A17}"/>
          </ac:spMkLst>
        </pc:spChg>
        <pc:spChg chg="mod ord">
          <ac:chgData name="Yvette Delim" userId="1eb1221e-2905-468b-b6ca-e1e332e3c4b6" providerId="ADAL" clId="{1801C47B-DFD9-4886-9586-56FA3CDA08C3}" dt="2024-08-02T18:58:47.492" v="42" actId="700"/>
          <ac:spMkLst>
            <pc:docMk/>
            <pc:sldMk cId="1643517338" sldId="351"/>
            <ac:spMk id="6" creationId="{C8483F63-9F34-34FC-A3A9-65AC003A7F2A}"/>
          </ac:spMkLst>
        </pc:spChg>
        <pc:spChg chg="add del mod">
          <ac:chgData name="Yvette Delim" userId="1eb1221e-2905-468b-b6ca-e1e332e3c4b6" providerId="ADAL" clId="{1801C47B-DFD9-4886-9586-56FA3CDA08C3}" dt="2024-08-02T18:58:39.812" v="38" actId="6264"/>
          <ac:spMkLst>
            <pc:docMk/>
            <pc:sldMk cId="1643517338" sldId="351"/>
            <ac:spMk id="7" creationId="{37AA545E-B95D-78D6-8DA3-F20F95479FEF}"/>
          </ac:spMkLst>
        </pc:spChg>
        <pc:spChg chg="add del mod">
          <ac:chgData name="Yvette Delim" userId="1eb1221e-2905-468b-b6ca-e1e332e3c4b6" providerId="ADAL" clId="{1801C47B-DFD9-4886-9586-56FA3CDA08C3}" dt="2024-08-02T18:58:39.812" v="38" actId="6264"/>
          <ac:spMkLst>
            <pc:docMk/>
            <pc:sldMk cId="1643517338" sldId="351"/>
            <ac:spMk id="8" creationId="{E8246880-0A6F-C3F4-F4B4-953C9F2F76E7}"/>
          </ac:spMkLst>
        </pc:spChg>
        <pc:spChg chg="add del mod">
          <ac:chgData name="Yvette Delim" userId="1eb1221e-2905-468b-b6ca-e1e332e3c4b6" providerId="ADAL" clId="{1801C47B-DFD9-4886-9586-56FA3CDA08C3}" dt="2024-08-02T18:58:39.812" v="38" actId="6264"/>
          <ac:spMkLst>
            <pc:docMk/>
            <pc:sldMk cId="1643517338" sldId="351"/>
            <ac:spMk id="9" creationId="{E5F59801-AD5B-73DA-2837-F662B677915D}"/>
          </ac:spMkLst>
        </pc:spChg>
        <pc:spChg chg="add del mod">
          <ac:chgData name="Yvette Delim" userId="1eb1221e-2905-468b-b6ca-e1e332e3c4b6" providerId="ADAL" clId="{1801C47B-DFD9-4886-9586-56FA3CDA08C3}" dt="2024-08-02T18:58:39.812" v="38" actId="6264"/>
          <ac:spMkLst>
            <pc:docMk/>
            <pc:sldMk cId="1643517338" sldId="351"/>
            <ac:spMk id="10" creationId="{200D3E47-D35E-122C-96DF-0BC85D0BC03B}"/>
          </ac:spMkLst>
        </pc:spChg>
        <pc:spChg chg="add del mod ord">
          <ac:chgData name="Yvette Delim" userId="1eb1221e-2905-468b-b6ca-e1e332e3c4b6" providerId="ADAL" clId="{1801C47B-DFD9-4886-9586-56FA3CDA08C3}" dt="2024-08-02T18:58:47.492" v="42" actId="700"/>
          <ac:spMkLst>
            <pc:docMk/>
            <pc:sldMk cId="1643517338" sldId="351"/>
            <ac:spMk id="11" creationId="{3A49634F-2DAB-4A01-429C-F3DC7108F9CA}"/>
          </ac:spMkLst>
        </pc:spChg>
      </pc:sldChg>
      <pc:sldChg chg="addSp delSp modSp mod chgLayout">
        <pc:chgData name="Yvette Delim" userId="1eb1221e-2905-468b-b6ca-e1e332e3c4b6" providerId="ADAL" clId="{1801C47B-DFD9-4886-9586-56FA3CDA08C3}" dt="2024-08-02T18:58:58.156" v="44" actId="6264"/>
        <pc:sldMkLst>
          <pc:docMk/>
          <pc:sldMk cId="617626877" sldId="352"/>
        </pc:sldMkLst>
        <pc:spChg chg="mod ord">
          <ac:chgData name="Yvette Delim" userId="1eb1221e-2905-468b-b6ca-e1e332e3c4b6" providerId="ADAL" clId="{1801C47B-DFD9-4886-9586-56FA3CDA08C3}" dt="2024-08-02T18:58:58.156" v="44" actId="6264"/>
          <ac:spMkLst>
            <pc:docMk/>
            <pc:sldMk cId="617626877" sldId="352"/>
            <ac:spMk id="2" creationId="{4E52F3BC-D347-48A7-8850-F194A742FBD5}"/>
          </ac:spMkLst>
        </pc:spChg>
        <pc:spChg chg="mod ord">
          <ac:chgData name="Yvette Delim" userId="1eb1221e-2905-468b-b6ca-e1e332e3c4b6" providerId="ADAL" clId="{1801C47B-DFD9-4886-9586-56FA3CDA08C3}" dt="2024-08-02T18:58:58.156" v="44" actId="6264"/>
          <ac:spMkLst>
            <pc:docMk/>
            <pc:sldMk cId="617626877" sldId="352"/>
            <ac:spMk id="3" creationId="{757F8B1A-ABEE-9019-B206-45E1AD81DADE}"/>
          </ac:spMkLst>
        </pc:spChg>
        <pc:spChg chg="mod">
          <ac:chgData name="Yvette Delim" userId="1eb1221e-2905-468b-b6ca-e1e332e3c4b6" providerId="ADAL" clId="{1801C47B-DFD9-4886-9586-56FA3CDA08C3}" dt="2024-08-02T18:52:07.492" v="0"/>
          <ac:spMkLst>
            <pc:docMk/>
            <pc:sldMk cId="617626877" sldId="352"/>
            <ac:spMk id="4" creationId="{D9370A64-C01F-1850-5D34-EFEDED8F41FC}"/>
          </ac:spMkLst>
        </pc:spChg>
        <pc:spChg chg="mod ord">
          <ac:chgData name="Yvette Delim" userId="1eb1221e-2905-468b-b6ca-e1e332e3c4b6" providerId="ADAL" clId="{1801C47B-DFD9-4886-9586-56FA3CDA08C3}" dt="2024-08-02T18:58:58.156" v="44" actId="6264"/>
          <ac:spMkLst>
            <pc:docMk/>
            <pc:sldMk cId="617626877" sldId="352"/>
            <ac:spMk id="5" creationId="{A55D2D3A-F20A-5C25-0C54-FEC50B43AE50}"/>
          </ac:spMkLst>
        </pc:spChg>
        <pc:spChg chg="mod ord">
          <ac:chgData name="Yvette Delim" userId="1eb1221e-2905-468b-b6ca-e1e332e3c4b6" providerId="ADAL" clId="{1801C47B-DFD9-4886-9586-56FA3CDA08C3}" dt="2024-08-02T18:58:58.156" v="44" actId="6264"/>
          <ac:spMkLst>
            <pc:docMk/>
            <pc:sldMk cId="617626877" sldId="352"/>
            <ac:spMk id="6" creationId="{AB007F7E-CE38-A4B8-09DA-069CE7559C69}"/>
          </ac:spMkLst>
        </pc:spChg>
        <pc:spChg chg="add del mod">
          <ac:chgData name="Yvette Delim" userId="1eb1221e-2905-468b-b6ca-e1e332e3c4b6" providerId="ADAL" clId="{1801C47B-DFD9-4886-9586-56FA3CDA08C3}" dt="2024-08-02T18:58:58.156" v="44" actId="6264"/>
          <ac:spMkLst>
            <pc:docMk/>
            <pc:sldMk cId="617626877" sldId="352"/>
            <ac:spMk id="7" creationId="{C91BB77B-12F1-25B2-C160-DBC668817CD9}"/>
          </ac:spMkLst>
        </pc:spChg>
        <pc:spChg chg="add del mod">
          <ac:chgData name="Yvette Delim" userId="1eb1221e-2905-468b-b6ca-e1e332e3c4b6" providerId="ADAL" clId="{1801C47B-DFD9-4886-9586-56FA3CDA08C3}" dt="2024-08-02T18:58:58.156" v="44" actId="6264"/>
          <ac:spMkLst>
            <pc:docMk/>
            <pc:sldMk cId="617626877" sldId="352"/>
            <ac:spMk id="8" creationId="{47BF6BB4-F165-E4D4-D57D-0D949F0919E0}"/>
          </ac:spMkLst>
        </pc:spChg>
        <pc:spChg chg="add del mod">
          <ac:chgData name="Yvette Delim" userId="1eb1221e-2905-468b-b6ca-e1e332e3c4b6" providerId="ADAL" clId="{1801C47B-DFD9-4886-9586-56FA3CDA08C3}" dt="2024-08-02T18:58:58.156" v="44" actId="6264"/>
          <ac:spMkLst>
            <pc:docMk/>
            <pc:sldMk cId="617626877" sldId="352"/>
            <ac:spMk id="9" creationId="{C70293E9-D617-5A42-6199-D5B5DC49868E}"/>
          </ac:spMkLst>
        </pc:spChg>
        <pc:spChg chg="add del mod">
          <ac:chgData name="Yvette Delim" userId="1eb1221e-2905-468b-b6ca-e1e332e3c4b6" providerId="ADAL" clId="{1801C47B-DFD9-4886-9586-56FA3CDA08C3}" dt="2024-08-02T18:58:58.156" v="44" actId="6264"/>
          <ac:spMkLst>
            <pc:docMk/>
            <pc:sldMk cId="617626877" sldId="352"/>
            <ac:spMk id="10" creationId="{4394936E-E7F2-1390-C4FD-1DEF3A246E72}"/>
          </ac:spMkLst>
        </pc:spChg>
      </pc:sldChg>
      <pc:sldChg chg="addSp delSp modSp mod chgLayout">
        <pc:chgData name="Yvette Delim" userId="1eb1221e-2905-468b-b6ca-e1e332e3c4b6" providerId="ADAL" clId="{1801C47B-DFD9-4886-9586-56FA3CDA08C3}" dt="2024-08-02T18:59:16.648" v="47" actId="27636"/>
        <pc:sldMkLst>
          <pc:docMk/>
          <pc:sldMk cId="157069127" sldId="353"/>
        </pc:sldMkLst>
        <pc:spChg chg="mod ord">
          <ac:chgData name="Yvette Delim" userId="1eb1221e-2905-468b-b6ca-e1e332e3c4b6" providerId="ADAL" clId="{1801C47B-DFD9-4886-9586-56FA3CDA08C3}" dt="2024-08-02T18:59:16.648" v="47" actId="27636"/>
          <ac:spMkLst>
            <pc:docMk/>
            <pc:sldMk cId="157069127" sldId="353"/>
            <ac:spMk id="2" creationId="{3E19B5CB-8BB4-D6BA-DE9F-059619A20FB3}"/>
          </ac:spMkLst>
        </pc:spChg>
        <pc:spChg chg="mod ord">
          <ac:chgData name="Yvette Delim" userId="1eb1221e-2905-468b-b6ca-e1e332e3c4b6" providerId="ADAL" clId="{1801C47B-DFD9-4886-9586-56FA3CDA08C3}" dt="2024-08-02T18:59:16.603" v="46" actId="6264"/>
          <ac:spMkLst>
            <pc:docMk/>
            <pc:sldMk cId="157069127" sldId="353"/>
            <ac:spMk id="3" creationId="{AB1EF4DB-FC71-4C82-1293-E0E8692313B5}"/>
          </ac:spMkLst>
        </pc:spChg>
        <pc:spChg chg="mod ord">
          <ac:chgData name="Yvette Delim" userId="1eb1221e-2905-468b-b6ca-e1e332e3c4b6" providerId="ADAL" clId="{1801C47B-DFD9-4886-9586-56FA3CDA08C3}" dt="2024-08-02T18:59:16.603" v="46" actId="6264"/>
          <ac:spMkLst>
            <pc:docMk/>
            <pc:sldMk cId="157069127" sldId="353"/>
            <ac:spMk id="4" creationId="{968ADEC1-6200-28A3-2365-4D2686C3FC2F}"/>
          </ac:spMkLst>
        </pc:spChg>
        <pc:spChg chg="mod">
          <ac:chgData name="Yvette Delim" userId="1eb1221e-2905-468b-b6ca-e1e332e3c4b6" providerId="ADAL" clId="{1801C47B-DFD9-4886-9586-56FA3CDA08C3}" dt="2024-08-02T18:52:07.676" v="4" actId="27636"/>
          <ac:spMkLst>
            <pc:docMk/>
            <pc:sldMk cId="157069127" sldId="353"/>
            <ac:spMk id="5" creationId="{D7EFE4D5-A136-F422-3D6F-FB25667542E7}"/>
          </ac:spMkLst>
        </pc:spChg>
        <pc:spChg chg="add del mod">
          <ac:chgData name="Yvette Delim" userId="1eb1221e-2905-468b-b6ca-e1e332e3c4b6" providerId="ADAL" clId="{1801C47B-DFD9-4886-9586-56FA3CDA08C3}" dt="2024-08-02T18:59:16.603" v="46" actId="6264"/>
          <ac:spMkLst>
            <pc:docMk/>
            <pc:sldMk cId="157069127" sldId="353"/>
            <ac:spMk id="7" creationId="{80051455-D3BF-0806-7B39-3F3B0B880934}"/>
          </ac:spMkLst>
        </pc:spChg>
        <pc:spChg chg="add del mod">
          <ac:chgData name="Yvette Delim" userId="1eb1221e-2905-468b-b6ca-e1e332e3c4b6" providerId="ADAL" clId="{1801C47B-DFD9-4886-9586-56FA3CDA08C3}" dt="2024-08-02T18:59:16.603" v="46" actId="6264"/>
          <ac:spMkLst>
            <pc:docMk/>
            <pc:sldMk cId="157069127" sldId="353"/>
            <ac:spMk id="8" creationId="{4F52A76A-80DE-BC1A-6241-228A8E07D15D}"/>
          </ac:spMkLst>
        </pc:spChg>
        <pc:spChg chg="add del mod">
          <ac:chgData name="Yvette Delim" userId="1eb1221e-2905-468b-b6ca-e1e332e3c4b6" providerId="ADAL" clId="{1801C47B-DFD9-4886-9586-56FA3CDA08C3}" dt="2024-08-02T18:59:16.603" v="46" actId="6264"/>
          <ac:spMkLst>
            <pc:docMk/>
            <pc:sldMk cId="157069127" sldId="353"/>
            <ac:spMk id="9" creationId="{F3013245-FC1E-673D-04ED-83C27497DADC}"/>
          </ac:spMkLst>
        </pc:spChg>
        <pc:spChg chg="add del mod">
          <ac:chgData name="Yvette Delim" userId="1eb1221e-2905-468b-b6ca-e1e332e3c4b6" providerId="ADAL" clId="{1801C47B-DFD9-4886-9586-56FA3CDA08C3}" dt="2024-08-02T18:59:16.603" v="46" actId="6264"/>
          <ac:spMkLst>
            <pc:docMk/>
            <pc:sldMk cId="157069127" sldId="353"/>
            <ac:spMk id="10" creationId="{8EB6743F-39DB-D205-4514-72D9BC534637}"/>
          </ac:spMkLst>
        </pc:spChg>
        <pc:picChg chg="mod ord">
          <ac:chgData name="Yvette Delim" userId="1eb1221e-2905-468b-b6ca-e1e332e3c4b6" providerId="ADAL" clId="{1801C47B-DFD9-4886-9586-56FA3CDA08C3}" dt="2024-08-02T18:59:16.603" v="46" actId="6264"/>
          <ac:picMkLst>
            <pc:docMk/>
            <pc:sldMk cId="157069127" sldId="353"/>
            <ac:picMk id="6" creationId="{F8B888A1-CC13-61FC-1C48-8824FF04A21A}"/>
          </ac:picMkLst>
        </pc:picChg>
      </pc:sldChg>
      <pc:sldChg chg="addSp delSp modSp mod modClrScheme chgLayout">
        <pc:chgData name="Yvette Delim" userId="1eb1221e-2905-468b-b6ca-e1e332e3c4b6" providerId="ADAL" clId="{1801C47B-DFD9-4886-9586-56FA3CDA08C3}" dt="2024-08-02T18:59:39.970" v="50" actId="700"/>
        <pc:sldMkLst>
          <pc:docMk/>
          <pc:sldMk cId="4164609472" sldId="354"/>
        </pc:sldMkLst>
        <pc:spChg chg="mod ord">
          <ac:chgData name="Yvette Delim" userId="1eb1221e-2905-468b-b6ca-e1e332e3c4b6" providerId="ADAL" clId="{1801C47B-DFD9-4886-9586-56FA3CDA08C3}" dt="2024-08-02T18:59:39.970" v="50" actId="700"/>
          <ac:spMkLst>
            <pc:docMk/>
            <pc:sldMk cId="4164609472" sldId="354"/>
            <ac:spMk id="2" creationId="{74231C36-36FD-CE3E-D578-A93E093D974E}"/>
          </ac:spMkLst>
        </pc:spChg>
        <pc:spChg chg="mod ord">
          <ac:chgData name="Yvette Delim" userId="1eb1221e-2905-468b-b6ca-e1e332e3c4b6" providerId="ADAL" clId="{1801C47B-DFD9-4886-9586-56FA3CDA08C3}" dt="2024-08-02T18:59:39.970" v="50" actId="700"/>
          <ac:spMkLst>
            <pc:docMk/>
            <pc:sldMk cId="4164609472" sldId="354"/>
            <ac:spMk id="3" creationId="{224E7491-9B13-40DC-0F63-BCE9826E321C}"/>
          </ac:spMkLst>
        </pc:spChg>
        <pc:spChg chg="mod ord">
          <ac:chgData name="Yvette Delim" userId="1eb1221e-2905-468b-b6ca-e1e332e3c4b6" providerId="ADAL" clId="{1801C47B-DFD9-4886-9586-56FA3CDA08C3}" dt="2024-08-02T18:59:39.970" v="50" actId="700"/>
          <ac:spMkLst>
            <pc:docMk/>
            <pc:sldMk cId="4164609472" sldId="354"/>
            <ac:spMk id="4" creationId="{4821598B-7F8E-758D-7374-7A73BA66F12E}"/>
          </ac:spMkLst>
        </pc:spChg>
        <pc:spChg chg="mod">
          <ac:chgData name="Yvette Delim" userId="1eb1221e-2905-468b-b6ca-e1e332e3c4b6" providerId="ADAL" clId="{1801C47B-DFD9-4886-9586-56FA3CDA08C3}" dt="2024-08-02T18:52:07.688" v="5" actId="27636"/>
          <ac:spMkLst>
            <pc:docMk/>
            <pc:sldMk cId="4164609472" sldId="354"/>
            <ac:spMk id="5" creationId="{4263FEDE-A2BB-D2FC-AB7B-41B34EE6721B}"/>
          </ac:spMkLst>
        </pc:spChg>
        <pc:spChg chg="add del mod">
          <ac:chgData name="Yvette Delim" userId="1eb1221e-2905-468b-b6ca-e1e332e3c4b6" providerId="ADAL" clId="{1801C47B-DFD9-4886-9586-56FA3CDA08C3}" dt="2024-08-02T18:59:20.685" v="48" actId="6264"/>
          <ac:spMkLst>
            <pc:docMk/>
            <pc:sldMk cId="4164609472" sldId="354"/>
            <ac:spMk id="7" creationId="{EBBFEB9E-2644-49F5-FAD1-8DD7DACC3AE3}"/>
          </ac:spMkLst>
        </pc:spChg>
        <pc:spChg chg="add del mod">
          <ac:chgData name="Yvette Delim" userId="1eb1221e-2905-468b-b6ca-e1e332e3c4b6" providerId="ADAL" clId="{1801C47B-DFD9-4886-9586-56FA3CDA08C3}" dt="2024-08-02T18:59:20.685" v="48" actId="6264"/>
          <ac:spMkLst>
            <pc:docMk/>
            <pc:sldMk cId="4164609472" sldId="354"/>
            <ac:spMk id="8" creationId="{2B3443C9-0140-FF30-C500-344D117376C2}"/>
          </ac:spMkLst>
        </pc:spChg>
        <pc:spChg chg="add del mod">
          <ac:chgData name="Yvette Delim" userId="1eb1221e-2905-468b-b6ca-e1e332e3c4b6" providerId="ADAL" clId="{1801C47B-DFD9-4886-9586-56FA3CDA08C3}" dt="2024-08-02T18:59:20.685" v="48" actId="6264"/>
          <ac:spMkLst>
            <pc:docMk/>
            <pc:sldMk cId="4164609472" sldId="354"/>
            <ac:spMk id="9" creationId="{2A2EE349-3483-4097-F5F7-9C79F28C5A0F}"/>
          </ac:spMkLst>
        </pc:spChg>
        <pc:spChg chg="add del mod">
          <ac:chgData name="Yvette Delim" userId="1eb1221e-2905-468b-b6ca-e1e332e3c4b6" providerId="ADAL" clId="{1801C47B-DFD9-4886-9586-56FA3CDA08C3}" dt="2024-08-02T18:59:20.685" v="48" actId="6264"/>
          <ac:spMkLst>
            <pc:docMk/>
            <pc:sldMk cId="4164609472" sldId="354"/>
            <ac:spMk id="10" creationId="{2BAFE2C3-8A4E-411F-C76D-F4F14A7CA278}"/>
          </ac:spMkLst>
        </pc:spChg>
        <pc:spChg chg="add del mod ord">
          <ac:chgData name="Yvette Delim" userId="1eb1221e-2905-468b-b6ca-e1e332e3c4b6" providerId="ADAL" clId="{1801C47B-DFD9-4886-9586-56FA3CDA08C3}" dt="2024-08-02T18:59:39.970" v="50" actId="700"/>
          <ac:spMkLst>
            <pc:docMk/>
            <pc:sldMk cId="4164609472" sldId="354"/>
            <ac:spMk id="11" creationId="{B78365AC-3CAD-2828-0C4F-C4148218D6B2}"/>
          </ac:spMkLst>
        </pc:spChg>
        <pc:picChg chg="mod ord">
          <ac:chgData name="Yvette Delim" userId="1eb1221e-2905-468b-b6ca-e1e332e3c4b6" providerId="ADAL" clId="{1801C47B-DFD9-4886-9586-56FA3CDA08C3}" dt="2024-08-02T18:59:39.970" v="50" actId="700"/>
          <ac:picMkLst>
            <pc:docMk/>
            <pc:sldMk cId="4164609472" sldId="354"/>
            <ac:picMk id="6" creationId="{5E34144D-F97C-0BF0-88D9-4F99E254B16F}"/>
          </ac:picMkLst>
        </pc:picChg>
      </pc:sldChg>
      <pc:sldChg chg="addSp delSp modSp mod chgLayout">
        <pc:chgData name="Yvette Delim" userId="1eb1221e-2905-468b-b6ca-e1e332e3c4b6" providerId="ADAL" clId="{1801C47B-DFD9-4886-9586-56FA3CDA08C3}" dt="2024-08-02T19:01:12.427" v="71" actId="478"/>
        <pc:sldMkLst>
          <pc:docMk/>
          <pc:sldMk cId="721318003" sldId="355"/>
        </pc:sldMkLst>
        <pc:spChg chg="mod ord">
          <ac:chgData name="Yvette Delim" userId="1eb1221e-2905-468b-b6ca-e1e332e3c4b6" providerId="ADAL" clId="{1801C47B-DFD9-4886-9586-56FA3CDA08C3}" dt="2024-08-02T19:00:53.416" v="66" actId="6264"/>
          <ac:spMkLst>
            <pc:docMk/>
            <pc:sldMk cId="721318003" sldId="355"/>
            <ac:spMk id="2" creationId="{0E4EE88B-C46B-A3DB-57A2-E4796D287F4C}"/>
          </ac:spMkLst>
        </pc:spChg>
        <pc:spChg chg="add del mod">
          <ac:chgData name="Yvette Delim" userId="1eb1221e-2905-468b-b6ca-e1e332e3c4b6" providerId="ADAL" clId="{1801C47B-DFD9-4886-9586-56FA3CDA08C3}" dt="2024-08-02T19:00:53.416" v="66" actId="6264"/>
          <ac:spMkLst>
            <pc:docMk/>
            <pc:sldMk cId="721318003" sldId="355"/>
            <ac:spMk id="3" creationId="{B126578B-0E55-195A-8695-4FBCDAC00E0A}"/>
          </ac:spMkLst>
        </pc:spChg>
        <pc:spChg chg="mod ord">
          <ac:chgData name="Yvette Delim" userId="1eb1221e-2905-468b-b6ca-e1e332e3c4b6" providerId="ADAL" clId="{1801C47B-DFD9-4886-9586-56FA3CDA08C3}" dt="2024-08-02T19:00:53.416" v="66" actId="6264"/>
          <ac:spMkLst>
            <pc:docMk/>
            <pc:sldMk cId="721318003" sldId="355"/>
            <ac:spMk id="4" creationId="{4821598B-7F8E-758D-7374-7A73BA66F12E}"/>
          </ac:spMkLst>
        </pc:spChg>
        <pc:spChg chg="mod">
          <ac:chgData name="Yvette Delim" userId="1eb1221e-2905-468b-b6ca-e1e332e3c4b6" providerId="ADAL" clId="{1801C47B-DFD9-4886-9586-56FA3CDA08C3}" dt="2024-08-02T18:52:07.492" v="0"/>
          <ac:spMkLst>
            <pc:docMk/>
            <pc:sldMk cId="721318003" sldId="355"/>
            <ac:spMk id="5" creationId="{4263FEDE-A2BB-D2FC-AB7B-41B34EE6721B}"/>
          </ac:spMkLst>
        </pc:spChg>
        <pc:spChg chg="del mod">
          <ac:chgData name="Yvette Delim" userId="1eb1221e-2905-468b-b6ca-e1e332e3c4b6" providerId="ADAL" clId="{1801C47B-DFD9-4886-9586-56FA3CDA08C3}" dt="2024-08-02T19:01:02.666" v="69" actId="478"/>
          <ac:spMkLst>
            <pc:docMk/>
            <pc:sldMk cId="721318003" sldId="355"/>
            <ac:spMk id="6" creationId="{1BB8C142-BE1E-201D-6DA0-D3410610BA67}"/>
          </ac:spMkLst>
        </pc:spChg>
        <pc:spChg chg="add del mod">
          <ac:chgData name="Yvette Delim" userId="1eb1221e-2905-468b-b6ca-e1e332e3c4b6" providerId="ADAL" clId="{1801C47B-DFD9-4886-9586-56FA3CDA08C3}" dt="2024-08-02T19:00:53.416" v="66" actId="6264"/>
          <ac:spMkLst>
            <pc:docMk/>
            <pc:sldMk cId="721318003" sldId="355"/>
            <ac:spMk id="8" creationId="{8CB23DC3-805F-080D-2D27-0EAA1261E967}"/>
          </ac:spMkLst>
        </pc:spChg>
        <pc:spChg chg="add mod ord">
          <ac:chgData name="Yvette Delim" userId="1eb1221e-2905-468b-b6ca-e1e332e3c4b6" providerId="ADAL" clId="{1801C47B-DFD9-4886-9586-56FA3CDA08C3}" dt="2024-08-02T19:01:05.175" v="70"/>
          <ac:spMkLst>
            <pc:docMk/>
            <pc:sldMk cId="721318003" sldId="355"/>
            <ac:spMk id="9" creationId="{6DF757CB-D922-45B4-FC83-2DB37712B65B}"/>
          </ac:spMkLst>
        </pc:spChg>
        <pc:spChg chg="add del mod ord">
          <ac:chgData name="Yvette Delim" userId="1eb1221e-2905-468b-b6ca-e1e332e3c4b6" providerId="ADAL" clId="{1801C47B-DFD9-4886-9586-56FA3CDA08C3}" dt="2024-08-02T19:01:12.427" v="71" actId="478"/>
          <ac:spMkLst>
            <pc:docMk/>
            <pc:sldMk cId="721318003" sldId="355"/>
            <ac:spMk id="10" creationId="{4AFB6F2E-F681-7511-34F9-4529FAC09657}"/>
          </ac:spMkLst>
        </pc:spChg>
      </pc:sldChg>
      <pc:sldChg chg="addSp delSp modSp mod chgLayout">
        <pc:chgData name="Yvette Delim" userId="1eb1221e-2905-468b-b6ca-e1e332e3c4b6" providerId="ADAL" clId="{1801C47B-DFD9-4886-9586-56FA3CDA08C3}" dt="2024-08-02T19:01:52.492" v="77" actId="478"/>
        <pc:sldMkLst>
          <pc:docMk/>
          <pc:sldMk cId="81601212" sldId="356"/>
        </pc:sldMkLst>
        <pc:spChg chg="mod ord">
          <ac:chgData name="Yvette Delim" userId="1eb1221e-2905-468b-b6ca-e1e332e3c4b6" providerId="ADAL" clId="{1801C47B-DFD9-4886-9586-56FA3CDA08C3}" dt="2024-08-02T19:01:19.045" v="72" actId="6264"/>
          <ac:spMkLst>
            <pc:docMk/>
            <pc:sldMk cId="81601212" sldId="356"/>
            <ac:spMk id="2" creationId="{0E5FD600-FE48-10B0-8854-EED9EBE74BF9}"/>
          </ac:spMkLst>
        </pc:spChg>
        <pc:spChg chg="add del mod">
          <ac:chgData name="Yvette Delim" userId="1eb1221e-2905-468b-b6ca-e1e332e3c4b6" providerId="ADAL" clId="{1801C47B-DFD9-4886-9586-56FA3CDA08C3}" dt="2024-08-02T19:01:19.045" v="72" actId="6264"/>
          <ac:spMkLst>
            <pc:docMk/>
            <pc:sldMk cId="81601212" sldId="356"/>
            <ac:spMk id="3" creationId="{6F0FF513-A5CC-9921-FA48-D317195A0B10}"/>
          </ac:spMkLst>
        </pc:spChg>
        <pc:spChg chg="mod ord">
          <ac:chgData name="Yvette Delim" userId="1eb1221e-2905-468b-b6ca-e1e332e3c4b6" providerId="ADAL" clId="{1801C47B-DFD9-4886-9586-56FA3CDA08C3}" dt="2024-08-02T19:01:19.045" v="72" actId="6264"/>
          <ac:spMkLst>
            <pc:docMk/>
            <pc:sldMk cId="81601212" sldId="356"/>
            <ac:spMk id="4" creationId="{4821598B-7F8E-758D-7374-7A73BA66F12E}"/>
          </ac:spMkLst>
        </pc:spChg>
        <pc:spChg chg="mod">
          <ac:chgData name="Yvette Delim" userId="1eb1221e-2905-468b-b6ca-e1e332e3c4b6" providerId="ADAL" clId="{1801C47B-DFD9-4886-9586-56FA3CDA08C3}" dt="2024-08-02T18:52:07.492" v="0"/>
          <ac:spMkLst>
            <pc:docMk/>
            <pc:sldMk cId="81601212" sldId="356"/>
            <ac:spMk id="5" creationId="{4263FEDE-A2BB-D2FC-AB7B-41B34EE6721B}"/>
          </ac:spMkLst>
        </pc:spChg>
        <pc:spChg chg="del mod">
          <ac:chgData name="Yvette Delim" userId="1eb1221e-2905-468b-b6ca-e1e332e3c4b6" providerId="ADAL" clId="{1801C47B-DFD9-4886-9586-56FA3CDA08C3}" dt="2024-08-02T19:01:44.977" v="75" actId="478"/>
          <ac:spMkLst>
            <pc:docMk/>
            <pc:sldMk cId="81601212" sldId="356"/>
            <ac:spMk id="6" creationId="{58CD0FA6-7B77-7A19-7C98-8566A1BACA20}"/>
          </ac:spMkLst>
        </pc:spChg>
        <pc:spChg chg="add del mod">
          <ac:chgData name="Yvette Delim" userId="1eb1221e-2905-468b-b6ca-e1e332e3c4b6" providerId="ADAL" clId="{1801C47B-DFD9-4886-9586-56FA3CDA08C3}" dt="2024-08-02T19:01:19.045" v="72" actId="6264"/>
          <ac:spMkLst>
            <pc:docMk/>
            <pc:sldMk cId="81601212" sldId="356"/>
            <ac:spMk id="8" creationId="{90FAB860-7200-D505-8B4E-F4AF0653B06F}"/>
          </ac:spMkLst>
        </pc:spChg>
        <pc:spChg chg="add mod ord">
          <ac:chgData name="Yvette Delim" userId="1eb1221e-2905-468b-b6ca-e1e332e3c4b6" providerId="ADAL" clId="{1801C47B-DFD9-4886-9586-56FA3CDA08C3}" dt="2024-08-02T19:01:47.687" v="76"/>
          <ac:spMkLst>
            <pc:docMk/>
            <pc:sldMk cId="81601212" sldId="356"/>
            <ac:spMk id="9" creationId="{FC2B6D2F-381B-3940-FF66-871B9826DA86}"/>
          </ac:spMkLst>
        </pc:spChg>
        <pc:spChg chg="add del mod ord">
          <ac:chgData name="Yvette Delim" userId="1eb1221e-2905-468b-b6ca-e1e332e3c4b6" providerId="ADAL" clId="{1801C47B-DFD9-4886-9586-56FA3CDA08C3}" dt="2024-08-02T19:01:52.492" v="77" actId="478"/>
          <ac:spMkLst>
            <pc:docMk/>
            <pc:sldMk cId="81601212" sldId="356"/>
            <ac:spMk id="10" creationId="{24B945DE-90C4-9DFB-F2BF-BF0A46BA4265}"/>
          </ac:spMkLst>
        </pc:spChg>
      </pc:sldChg>
      <pc:sldChg chg="addSp delSp modSp mod chgLayout">
        <pc:chgData name="Yvette Delim" userId="1eb1221e-2905-468b-b6ca-e1e332e3c4b6" providerId="ADAL" clId="{1801C47B-DFD9-4886-9586-56FA3CDA08C3}" dt="2024-08-02T18:59:53.204" v="52" actId="478"/>
        <pc:sldMkLst>
          <pc:docMk/>
          <pc:sldMk cId="3422546705" sldId="357"/>
        </pc:sldMkLst>
        <pc:spChg chg="mod ord">
          <ac:chgData name="Yvette Delim" userId="1eb1221e-2905-468b-b6ca-e1e332e3c4b6" providerId="ADAL" clId="{1801C47B-DFD9-4886-9586-56FA3CDA08C3}" dt="2024-08-02T18:59:48.819" v="51" actId="6264"/>
          <ac:spMkLst>
            <pc:docMk/>
            <pc:sldMk cId="3422546705" sldId="357"/>
            <ac:spMk id="2" creationId="{74231C36-36FD-CE3E-D578-A93E093D974E}"/>
          </ac:spMkLst>
        </pc:spChg>
        <pc:spChg chg="mod ord">
          <ac:chgData name="Yvette Delim" userId="1eb1221e-2905-468b-b6ca-e1e332e3c4b6" providerId="ADAL" clId="{1801C47B-DFD9-4886-9586-56FA3CDA08C3}" dt="2024-08-02T18:59:48.819" v="51" actId="6264"/>
          <ac:spMkLst>
            <pc:docMk/>
            <pc:sldMk cId="3422546705" sldId="357"/>
            <ac:spMk id="3" creationId="{30FC8F40-0EB2-0975-513D-D94828257255}"/>
          </ac:spMkLst>
        </pc:spChg>
        <pc:spChg chg="mod ord">
          <ac:chgData name="Yvette Delim" userId="1eb1221e-2905-468b-b6ca-e1e332e3c4b6" providerId="ADAL" clId="{1801C47B-DFD9-4886-9586-56FA3CDA08C3}" dt="2024-08-02T18:59:48.819" v="51" actId="6264"/>
          <ac:spMkLst>
            <pc:docMk/>
            <pc:sldMk cId="3422546705" sldId="357"/>
            <ac:spMk id="4" creationId="{4821598B-7F8E-758D-7374-7A73BA66F12E}"/>
          </ac:spMkLst>
        </pc:spChg>
        <pc:spChg chg="mod">
          <ac:chgData name="Yvette Delim" userId="1eb1221e-2905-468b-b6ca-e1e332e3c4b6" providerId="ADAL" clId="{1801C47B-DFD9-4886-9586-56FA3CDA08C3}" dt="2024-08-02T18:52:07.492" v="0"/>
          <ac:spMkLst>
            <pc:docMk/>
            <pc:sldMk cId="3422546705" sldId="357"/>
            <ac:spMk id="5" creationId="{4263FEDE-A2BB-D2FC-AB7B-41B34EE6721B}"/>
          </ac:spMkLst>
        </pc:spChg>
        <pc:spChg chg="add del mod">
          <ac:chgData name="Yvette Delim" userId="1eb1221e-2905-468b-b6ca-e1e332e3c4b6" providerId="ADAL" clId="{1801C47B-DFD9-4886-9586-56FA3CDA08C3}" dt="2024-08-02T18:59:48.819" v="51" actId="6264"/>
          <ac:spMkLst>
            <pc:docMk/>
            <pc:sldMk cId="3422546705" sldId="357"/>
            <ac:spMk id="7" creationId="{F9426DF4-F46F-AA5E-1F03-F7CD6F707FF1}"/>
          </ac:spMkLst>
        </pc:spChg>
        <pc:spChg chg="add del mod">
          <ac:chgData name="Yvette Delim" userId="1eb1221e-2905-468b-b6ca-e1e332e3c4b6" providerId="ADAL" clId="{1801C47B-DFD9-4886-9586-56FA3CDA08C3}" dt="2024-08-02T18:59:48.819" v="51" actId="6264"/>
          <ac:spMkLst>
            <pc:docMk/>
            <pc:sldMk cId="3422546705" sldId="357"/>
            <ac:spMk id="9" creationId="{04650981-5CA4-4BC1-DA55-F9920BFD15FA}"/>
          </ac:spMkLst>
        </pc:spChg>
        <pc:spChg chg="add del mod">
          <ac:chgData name="Yvette Delim" userId="1eb1221e-2905-468b-b6ca-e1e332e3c4b6" providerId="ADAL" clId="{1801C47B-DFD9-4886-9586-56FA3CDA08C3}" dt="2024-08-02T18:59:48.819" v="51" actId="6264"/>
          <ac:spMkLst>
            <pc:docMk/>
            <pc:sldMk cId="3422546705" sldId="357"/>
            <ac:spMk id="10" creationId="{1FB1E7B7-F014-A1BE-3EFC-3BE0D4DBFCB4}"/>
          </ac:spMkLst>
        </pc:spChg>
        <pc:spChg chg="add del mod ord">
          <ac:chgData name="Yvette Delim" userId="1eb1221e-2905-468b-b6ca-e1e332e3c4b6" providerId="ADAL" clId="{1801C47B-DFD9-4886-9586-56FA3CDA08C3}" dt="2024-08-02T18:59:53.204" v="52" actId="478"/>
          <ac:spMkLst>
            <pc:docMk/>
            <pc:sldMk cId="3422546705" sldId="357"/>
            <ac:spMk id="11" creationId="{C5C4ED30-DB65-E09F-43A7-5519C3A1C4E0}"/>
          </ac:spMkLst>
        </pc:spChg>
      </pc:sldChg>
      <pc:sldChg chg="addSp delSp modSp mod chgLayout">
        <pc:chgData name="Yvette Delim" userId="1eb1221e-2905-468b-b6ca-e1e332e3c4b6" providerId="ADAL" clId="{1801C47B-DFD9-4886-9586-56FA3CDA08C3}" dt="2024-08-02T19:00:45.080" v="64" actId="6264"/>
        <pc:sldMkLst>
          <pc:docMk/>
          <pc:sldMk cId="3437933620" sldId="359"/>
        </pc:sldMkLst>
        <pc:spChg chg="mod ord">
          <ac:chgData name="Yvette Delim" userId="1eb1221e-2905-468b-b6ca-e1e332e3c4b6" providerId="ADAL" clId="{1801C47B-DFD9-4886-9586-56FA3CDA08C3}" dt="2024-08-02T19:00:45.080" v="64" actId="6264"/>
          <ac:spMkLst>
            <pc:docMk/>
            <pc:sldMk cId="3437933620" sldId="359"/>
            <ac:spMk id="2" creationId="{74231C36-36FD-CE3E-D578-A93E093D974E}"/>
          </ac:spMkLst>
        </pc:spChg>
        <pc:spChg chg="mod ord">
          <ac:chgData name="Yvette Delim" userId="1eb1221e-2905-468b-b6ca-e1e332e3c4b6" providerId="ADAL" clId="{1801C47B-DFD9-4886-9586-56FA3CDA08C3}" dt="2024-08-02T19:00:45.080" v="64" actId="6264"/>
          <ac:spMkLst>
            <pc:docMk/>
            <pc:sldMk cId="3437933620" sldId="359"/>
            <ac:spMk id="3" creationId="{0A292A64-94F1-06DF-E31F-D2013E5EF32C}"/>
          </ac:spMkLst>
        </pc:spChg>
        <pc:spChg chg="mod ord">
          <ac:chgData name="Yvette Delim" userId="1eb1221e-2905-468b-b6ca-e1e332e3c4b6" providerId="ADAL" clId="{1801C47B-DFD9-4886-9586-56FA3CDA08C3}" dt="2024-08-02T19:00:45.080" v="64" actId="6264"/>
          <ac:spMkLst>
            <pc:docMk/>
            <pc:sldMk cId="3437933620" sldId="359"/>
            <ac:spMk id="4" creationId="{4821598B-7F8E-758D-7374-7A73BA66F12E}"/>
          </ac:spMkLst>
        </pc:spChg>
        <pc:spChg chg="mod">
          <ac:chgData name="Yvette Delim" userId="1eb1221e-2905-468b-b6ca-e1e332e3c4b6" providerId="ADAL" clId="{1801C47B-DFD9-4886-9586-56FA3CDA08C3}" dt="2024-08-02T18:52:07.492" v="0"/>
          <ac:spMkLst>
            <pc:docMk/>
            <pc:sldMk cId="3437933620" sldId="359"/>
            <ac:spMk id="5" creationId="{4263FEDE-A2BB-D2FC-AB7B-41B34EE6721B}"/>
          </ac:spMkLst>
        </pc:spChg>
        <pc:spChg chg="add del mod">
          <ac:chgData name="Yvette Delim" userId="1eb1221e-2905-468b-b6ca-e1e332e3c4b6" providerId="ADAL" clId="{1801C47B-DFD9-4886-9586-56FA3CDA08C3}" dt="2024-08-02T19:00:45.080" v="64" actId="6264"/>
          <ac:spMkLst>
            <pc:docMk/>
            <pc:sldMk cId="3437933620" sldId="359"/>
            <ac:spMk id="6" creationId="{81624638-4E20-22E6-E63C-4097A1469D49}"/>
          </ac:spMkLst>
        </pc:spChg>
        <pc:spChg chg="add del mod">
          <ac:chgData name="Yvette Delim" userId="1eb1221e-2905-468b-b6ca-e1e332e3c4b6" providerId="ADAL" clId="{1801C47B-DFD9-4886-9586-56FA3CDA08C3}" dt="2024-08-02T19:00:45.080" v="64" actId="6264"/>
          <ac:spMkLst>
            <pc:docMk/>
            <pc:sldMk cId="3437933620" sldId="359"/>
            <ac:spMk id="7" creationId="{07F97A9A-970D-25BD-6C01-2896EEE16AA1}"/>
          </ac:spMkLst>
        </pc:spChg>
        <pc:spChg chg="add del mod">
          <ac:chgData name="Yvette Delim" userId="1eb1221e-2905-468b-b6ca-e1e332e3c4b6" providerId="ADAL" clId="{1801C47B-DFD9-4886-9586-56FA3CDA08C3}" dt="2024-08-02T19:00:45.080" v="64" actId="6264"/>
          <ac:spMkLst>
            <pc:docMk/>
            <pc:sldMk cId="3437933620" sldId="359"/>
            <ac:spMk id="8" creationId="{346FB3A2-F8F3-A69E-9DC6-9B95E6DAB81A}"/>
          </ac:spMkLst>
        </pc:spChg>
        <pc:spChg chg="add del mod">
          <ac:chgData name="Yvette Delim" userId="1eb1221e-2905-468b-b6ca-e1e332e3c4b6" providerId="ADAL" clId="{1801C47B-DFD9-4886-9586-56FA3CDA08C3}" dt="2024-08-02T19:00:45.080" v="64" actId="6264"/>
          <ac:spMkLst>
            <pc:docMk/>
            <pc:sldMk cId="3437933620" sldId="359"/>
            <ac:spMk id="10" creationId="{DF0818D8-99FF-7A5B-7A73-CE446DDEF3BE}"/>
          </ac:spMkLst>
        </pc:spChg>
        <pc:graphicFrameChg chg="mod ord">
          <ac:chgData name="Yvette Delim" userId="1eb1221e-2905-468b-b6ca-e1e332e3c4b6" providerId="ADAL" clId="{1801C47B-DFD9-4886-9586-56FA3CDA08C3}" dt="2024-08-02T19:00:45.080" v="64" actId="6264"/>
          <ac:graphicFrameMkLst>
            <pc:docMk/>
            <pc:sldMk cId="3437933620" sldId="359"/>
            <ac:graphicFrameMk id="9" creationId="{91ECC3AB-A5A5-7CD5-7BC3-AAAB568A5B48}"/>
          </ac:graphicFrameMkLst>
        </pc:graphicFrameChg>
      </pc:sldChg>
      <pc:sldChg chg="addSp delSp modSp mod chgLayout">
        <pc:chgData name="Yvette Delim" userId="1eb1221e-2905-468b-b6ca-e1e332e3c4b6" providerId="ADAL" clId="{1801C47B-DFD9-4886-9586-56FA3CDA08C3}" dt="2024-08-02T19:00:38.964" v="63" actId="478"/>
        <pc:sldMkLst>
          <pc:docMk/>
          <pc:sldMk cId="3156751577" sldId="360"/>
        </pc:sldMkLst>
        <pc:spChg chg="mod ord">
          <ac:chgData name="Yvette Delim" userId="1eb1221e-2905-468b-b6ca-e1e332e3c4b6" providerId="ADAL" clId="{1801C47B-DFD9-4886-9586-56FA3CDA08C3}" dt="2024-08-02T19:00:15.742" v="57" actId="700"/>
          <ac:spMkLst>
            <pc:docMk/>
            <pc:sldMk cId="3156751577" sldId="360"/>
            <ac:spMk id="2" creationId="{45D9A235-A06E-3CA7-0777-A468C37EFC51}"/>
          </ac:spMkLst>
        </pc:spChg>
        <pc:spChg chg="add del mod">
          <ac:chgData name="Yvette Delim" userId="1eb1221e-2905-468b-b6ca-e1e332e3c4b6" providerId="ADAL" clId="{1801C47B-DFD9-4886-9586-56FA3CDA08C3}" dt="2024-08-02T19:00:05.830" v="55" actId="6264"/>
          <ac:spMkLst>
            <pc:docMk/>
            <pc:sldMk cId="3156751577" sldId="360"/>
            <ac:spMk id="3" creationId="{AEC85753-C46C-4560-776B-0E96E708E8D2}"/>
          </ac:spMkLst>
        </pc:spChg>
        <pc:spChg chg="mod ord">
          <ac:chgData name="Yvette Delim" userId="1eb1221e-2905-468b-b6ca-e1e332e3c4b6" providerId="ADAL" clId="{1801C47B-DFD9-4886-9586-56FA3CDA08C3}" dt="2024-08-02T19:00:15.742" v="57" actId="700"/>
          <ac:spMkLst>
            <pc:docMk/>
            <pc:sldMk cId="3156751577" sldId="360"/>
            <ac:spMk id="4" creationId="{4821598B-7F8E-758D-7374-7A73BA66F12E}"/>
          </ac:spMkLst>
        </pc:spChg>
        <pc:spChg chg="mod">
          <ac:chgData name="Yvette Delim" userId="1eb1221e-2905-468b-b6ca-e1e332e3c4b6" providerId="ADAL" clId="{1801C47B-DFD9-4886-9586-56FA3CDA08C3}" dt="2024-08-02T18:52:07.492" v="0"/>
          <ac:spMkLst>
            <pc:docMk/>
            <pc:sldMk cId="3156751577" sldId="360"/>
            <ac:spMk id="5" creationId="{4263FEDE-A2BB-D2FC-AB7B-41B34EE6721B}"/>
          </ac:spMkLst>
        </pc:spChg>
        <pc:spChg chg="del mod">
          <ac:chgData name="Yvette Delim" userId="1eb1221e-2905-468b-b6ca-e1e332e3c4b6" providerId="ADAL" clId="{1801C47B-DFD9-4886-9586-56FA3CDA08C3}" dt="2024-08-02T19:00:28.523" v="60" actId="478"/>
          <ac:spMkLst>
            <pc:docMk/>
            <pc:sldMk cId="3156751577" sldId="360"/>
            <ac:spMk id="6" creationId="{423AE8F9-2D85-940B-104B-10727420A370}"/>
          </ac:spMkLst>
        </pc:spChg>
        <pc:spChg chg="add del mod">
          <ac:chgData name="Yvette Delim" userId="1eb1221e-2905-468b-b6ca-e1e332e3c4b6" providerId="ADAL" clId="{1801C47B-DFD9-4886-9586-56FA3CDA08C3}" dt="2024-08-02T19:00:05.830" v="55" actId="6264"/>
          <ac:spMkLst>
            <pc:docMk/>
            <pc:sldMk cId="3156751577" sldId="360"/>
            <ac:spMk id="8" creationId="{35548DED-0C88-3991-A25A-217094E4AFEF}"/>
          </ac:spMkLst>
        </pc:spChg>
        <pc:spChg chg="add del mod ord">
          <ac:chgData name="Yvette Delim" userId="1eb1221e-2905-468b-b6ca-e1e332e3c4b6" providerId="ADAL" clId="{1801C47B-DFD9-4886-9586-56FA3CDA08C3}" dt="2024-08-02T19:00:15.742" v="57" actId="700"/>
          <ac:spMkLst>
            <pc:docMk/>
            <pc:sldMk cId="3156751577" sldId="360"/>
            <ac:spMk id="9" creationId="{F6CAB401-5181-1A0C-EDCD-F0BFCDA65583}"/>
          </ac:spMkLst>
        </pc:spChg>
        <pc:spChg chg="add del mod ord">
          <ac:chgData name="Yvette Delim" userId="1eb1221e-2905-468b-b6ca-e1e332e3c4b6" providerId="ADAL" clId="{1801C47B-DFD9-4886-9586-56FA3CDA08C3}" dt="2024-08-02T19:00:15.742" v="57" actId="700"/>
          <ac:spMkLst>
            <pc:docMk/>
            <pc:sldMk cId="3156751577" sldId="360"/>
            <ac:spMk id="10" creationId="{E5B9BA15-2005-5F66-4BEB-3163ED65B2F3}"/>
          </ac:spMkLst>
        </pc:spChg>
        <pc:spChg chg="add mod ord">
          <ac:chgData name="Yvette Delim" userId="1eb1221e-2905-468b-b6ca-e1e332e3c4b6" providerId="ADAL" clId="{1801C47B-DFD9-4886-9586-56FA3CDA08C3}" dt="2024-08-02T19:00:33.460" v="62" actId="20577"/>
          <ac:spMkLst>
            <pc:docMk/>
            <pc:sldMk cId="3156751577" sldId="360"/>
            <ac:spMk id="11" creationId="{125FA027-9B1A-3429-D350-846BA51C4565}"/>
          </ac:spMkLst>
        </pc:spChg>
        <pc:spChg chg="add del mod ord">
          <ac:chgData name="Yvette Delim" userId="1eb1221e-2905-468b-b6ca-e1e332e3c4b6" providerId="ADAL" clId="{1801C47B-DFD9-4886-9586-56FA3CDA08C3}" dt="2024-08-02T19:00:38.964" v="63" actId="478"/>
          <ac:spMkLst>
            <pc:docMk/>
            <pc:sldMk cId="3156751577" sldId="360"/>
            <ac:spMk id="12" creationId="{A92A0CBC-4242-2203-ACEE-CCB45FA5BEC3}"/>
          </ac:spMkLst>
        </pc:spChg>
      </pc:sldChg>
      <pc:sldChg chg="addSp delSp modSp mod chgLayout">
        <pc:chgData name="Yvette Delim" userId="1eb1221e-2905-468b-b6ca-e1e332e3c4b6" providerId="ADAL" clId="{1801C47B-DFD9-4886-9586-56FA3CDA08C3}" dt="2024-08-02T18:59:59.030" v="54" actId="6264"/>
        <pc:sldMkLst>
          <pc:docMk/>
          <pc:sldMk cId="2156176677" sldId="362"/>
        </pc:sldMkLst>
        <pc:spChg chg="mod ord">
          <ac:chgData name="Yvette Delim" userId="1eb1221e-2905-468b-b6ca-e1e332e3c4b6" providerId="ADAL" clId="{1801C47B-DFD9-4886-9586-56FA3CDA08C3}" dt="2024-08-02T18:59:59.030" v="54" actId="6264"/>
          <ac:spMkLst>
            <pc:docMk/>
            <pc:sldMk cId="2156176677" sldId="362"/>
            <ac:spMk id="2" creationId="{74231C36-36FD-CE3E-D578-A93E093D974E}"/>
          </ac:spMkLst>
        </pc:spChg>
        <pc:spChg chg="mod ord">
          <ac:chgData name="Yvette Delim" userId="1eb1221e-2905-468b-b6ca-e1e332e3c4b6" providerId="ADAL" clId="{1801C47B-DFD9-4886-9586-56FA3CDA08C3}" dt="2024-08-02T18:59:59.030" v="54" actId="6264"/>
          <ac:spMkLst>
            <pc:docMk/>
            <pc:sldMk cId="2156176677" sldId="362"/>
            <ac:spMk id="3" creationId="{DB9EF5CC-2614-482C-24D6-B5596DF967C8}"/>
          </ac:spMkLst>
        </pc:spChg>
        <pc:spChg chg="mod ord">
          <ac:chgData name="Yvette Delim" userId="1eb1221e-2905-468b-b6ca-e1e332e3c4b6" providerId="ADAL" clId="{1801C47B-DFD9-4886-9586-56FA3CDA08C3}" dt="2024-08-02T18:59:59.030" v="54" actId="6264"/>
          <ac:spMkLst>
            <pc:docMk/>
            <pc:sldMk cId="2156176677" sldId="362"/>
            <ac:spMk id="4" creationId="{4821598B-7F8E-758D-7374-7A73BA66F12E}"/>
          </ac:spMkLst>
        </pc:spChg>
        <pc:spChg chg="mod">
          <ac:chgData name="Yvette Delim" userId="1eb1221e-2905-468b-b6ca-e1e332e3c4b6" providerId="ADAL" clId="{1801C47B-DFD9-4886-9586-56FA3CDA08C3}" dt="2024-08-02T18:52:07.492" v="0"/>
          <ac:spMkLst>
            <pc:docMk/>
            <pc:sldMk cId="2156176677" sldId="362"/>
            <ac:spMk id="5" creationId="{4263FEDE-A2BB-D2FC-AB7B-41B34EE6721B}"/>
          </ac:spMkLst>
        </pc:spChg>
        <pc:spChg chg="add del mod">
          <ac:chgData name="Yvette Delim" userId="1eb1221e-2905-468b-b6ca-e1e332e3c4b6" providerId="ADAL" clId="{1801C47B-DFD9-4886-9586-56FA3CDA08C3}" dt="2024-08-02T18:59:56.921" v="53" actId="6264"/>
          <ac:spMkLst>
            <pc:docMk/>
            <pc:sldMk cId="2156176677" sldId="362"/>
            <ac:spMk id="7" creationId="{17C240EC-BEA3-BDC8-5D20-030BAC586A6B}"/>
          </ac:spMkLst>
        </pc:spChg>
        <pc:spChg chg="add del mod">
          <ac:chgData name="Yvette Delim" userId="1eb1221e-2905-468b-b6ca-e1e332e3c4b6" providerId="ADAL" clId="{1801C47B-DFD9-4886-9586-56FA3CDA08C3}" dt="2024-08-02T18:59:56.921" v="53" actId="6264"/>
          <ac:spMkLst>
            <pc:docMk/>
            <pc:sldMk cId="2156176677" sldId="362"/>
            <ac:spMk id="8" creationId="{72C7D5B4-2B89-7C20-1185-FE8EE434256F}"/>
          </ac:spMkLst>
        </pc:spChg>
        <pc:spChg chg="add del mod">
          <ac:chgData name="Yvette Delim" userId="1eb1221e-2905-468b-b6ca-e1e332e3c4b6" providerId="ADAL" clId="{1801C47B-DFD9-4886-9586-56FA3CDA08C3}" dt="2024-08-02T18:59:56.921" v="53" actId="6264"/>
          <ac:spMkLst>
            <pc:docMk/>
            <pc:sldMk cId="2156176677" sldId="362"/>
            <ac:spMk id="9" creationId="{30717977-1FAE-6E00-B534-22B282667F86}"/>
          </ac:spMkLst>
        </pc:spChg>
        <pc:spChg chg="add del mod">
          <ac:chgData name="Yvette Delim" userId="1eb1221e-2905-468b-b6ca-e1e332e3c4b6" providerId="ADAL" clId="{1801C47B-DFD9-4886-9586-56FA3CDA08C3}" dt="2024-08-02T18:59:56.921" v="53" actId="6264"/>
          <ac:spMkLst>
            <pc:docMk/>
            <pc:sldMk cId="2156176677" sldId="362"/>
            <ac:spMk id="10" creationId="{A6E72A0E-FFCC-D3F1-3A8E-C3E72A27BF9B}"/>
          </ac:spMkLst>
        </pc:spChg>
        <pc:spChg chg="add del mod">
          <ac:chgData name="Yvette Delim" userId="1eb1221e-2905-468b-b6ca-e1e332e3c4b6" providerId="ADAL" clId="{1801C47B-DFD9-4886-9586-56FA3CDA08C3}" dt="2024-08-02T18:59:59.030" v="54" actId="6264"/>
          <ac:spMkLst>
            <pc:docMk/>
            <pc:sldMk cId="2156176677" sldId="362"/>
            <ac:spMk id="11" creationId="{1D4FDBED-1CC7-71FE-3A13-4CF2CE014627}"/>
          </ac:spMkLst>
        </pc:spChg>
        <pc:spChg chg="add del mod">
          <ac:chgData name="Yvette Delim" userId="1eb1221e-2905-468b-b6ca-e1e332e3c4b6" providerId="ADAL" clId="{1801C47B-DFD9-4886-9586-56FA3CDA08C3}" dt="2024-08-02T18:59:59.030" v="54" actId="6264"/>
          <ac:spMkLst>
            <pc:docMk/>
            <pc:sldMk cId="2156176677" sldId="362"/>
            <ac:spMk id="12" creationId="{937E84F6-8D80-3D7C-5D34-471064DBB7CE}"/>
          </ac:spMkLst>
        </pc:spChg>
        <pc:spChg chg="add del mod">
          <ac:chgData name="Yvette Delim" userId="1eb1221e-2905-468b-b6ca-e1e332e3c4b6" providerId="ADAL" clId="{1801C47B-DFD9-4886-9586-56FA3CDA08C3}" dt="2024-08-02T18:59:59.030" v="54" actId="6264"/>
          <ac:spMkLst>
            <pc:docMk/>
            <pc:sldMk cId="2156176677" sldId="362"/>
            <ac:spMk id="13" creationId="{A84C236E-2118-2929-C0DE-E5DB2365821C}"/>
          </ac:spMkLst>
        </pc:spChg>
        <pc:spChg chg="add del mod">
          <ac:chgData name="Yvette Delim" userId="1eb1221e-2905-468b-b6ca-e1e332e3c4b6" providerId="ADAL" clId="{1801C47B-DFD9-4886-9586-56FA3CDA08C3}" dt="2024-08-02T18:59:59.030" v="54" actId="6264"/>
          <ac:spMkLst>
            <pc:docMk/>
            <pc:sldMk cId="2156176677" sldId="362"/>
            <ac:spMk id="14" creationId="{76F9D89B-DB00-D0C4-EF2D-CD9F71E3FFA1}"/>
          </ac:spMkLst>
        </pc:spChg>
        <pc:graphicFrameChg chg="mod ord">
          <ac:chgData name="Yvette Delim" userId="1eb1221e-2905-468b-b6ca-e1e332e3c4b6" providerId="ADAL" clId="{1801C47B-DFD9-4886-9586-56FA3CDA08C3}" dt="2024-08-02T18:59:59.030" v="54" actId="6264"/>
          <ac:graphicFrameMkLst>
            <pc:docMk/>
            <pc:sldMk cId="2156176677" sldId="362"/>
            <ac:graphicFrameMk id="6" creationId="{86C5CB0D-0506-A56E-63F3-35F1187AFBE5}"/>
          </ac:graphicFrameMkLst>
        </pc:graphicFrameChg>
      </pc:sldChg>
      <pc:sldChg chg="addSp delSp modSp mod chgLayout">
        <pc:chgData name="Yvette Delim" userId="1eb1221e-2905-468b-b6ca-e1e332e3c4b6" providerId="ADAL" clId="{1801C47B-DFD9-4886-9586-56FA3CDA08C3}" dt="2024-08-02T19:00:49.309" v="65" actId="6264"/>
        <pc:sldMkLst>
          <pc:docMk/>
          <pc:sldMk cId="1577242679" sldId="363"/>
        </pc:sldMkLst>
        <pc:spChg chg="mod ord">
          <ac:chgData name="Yvette Delim" userId="1eb1221e-2905-468b-b6ca-e1e332e3c4b6" providerId="ADAL" clId="{1801C47B-DFD9-4886-9586-56FA3CDA08C3}" dt="2024-08-02T19:00:49.309" v="65" actId="6264"/>
          <ac:spMkLst>
            <pc:docMk/>
            <pc:sldMk cId="1577242679" sldId="363"/>
            <ac:spMk id="2" creationId="{4E52F3BC-D347-48A7-8850-F194A742FBD5}"/>
          </ac:spMkLst>
        </pc:spChg>
        <pc:spChg chg="mod ord">
          <ac:chgData name="Yvette Delim" userId="1eb1221e-2905-468b-b6ca-e1e332e3c4b6" providerId="ADAL" clId="{1801C47B-DFD9-4886-9586-56FA3CDA08C3}" dt="2024-08-02T19:00:49.309" v="65" actId="6264"/>
          <ac:spMkLst>
            <pc:docMk/>
            <pc:sldMk cId="1577242679" sldId="363"/>
            <ac:spMk id="3" creationId="{757F8B1A-ABEE-9019-B206-45E1AD81DADE}"/>
          </ac:spMkLst>
        </pc:spChg>
        <pc:spChg chg="mod">
          <ac:chgData name="Yvette Delim" userId="1eb1221e-2905-468b-b6ca-e1e332e3c4b6" providerId="ADAL" clId="{1801C47B-DFD9-4886-9586-56FA3CDA08C3}" dt="2024-08-02T18:52:07.492" v="0"/>
          <ac:spMkLst>
            <pc:docMk/>
            <pc:sldMk cId="1577242679" sldId="363"/>
            <ac:spMk id="4" creationId="{D9370A64-C01F-1850-5D34-EFEDED8F41FC}"/>
          </ac:spMkLst>
        </pc:spChg>
        <pc:spChg chg="mod ord">
          <ac:chgData name="Yvette Delim" userId="1eb1221e-2905-468b-b6ca-e1e332e3c4b6" providerId="ADAL" clId="{1801C47B-DFD9-4886-9586-56FA3CDA08C3}" dt="2024-08-02T19:00:49.309" v="65" actId="6264"/>
          <ac:spMkLst>
            <pc:docMk/>
            <pc:sldMk cId="1577242679" sldId="363"/>
            <ac:spMk id="5" creationId="{A55D2D3A-F20A-5C25-0C54-FEC50B43AE50}"/>
          </ac:spMkLst>
        </pc:spChg>
        <pc:spChg chg="mod ord">
          <ac:chgData name="Yvette Delim" userId="1eb1221e-2905-468b-b6ca-e1e332e3c4b6" providerId="ADAL" clId="{1801C47B-DFD9-4886-9586-56FA3CDA08C3}" dt="2024-08-02T19:00:49.309" v="65" actId="6264"/>
          <ac:spMkLst>
            <pc:docMk/>
            <pc:sldMk cId="1577242679" sldId="363"/>
            <ac:spMk id="6" creationId="{52713378-6C6C-6862-F704-8E30E81F347B}"/>
          </ac:spMkLst>
        </pc:spChg>
        <pc:spChg chg="add del mod">
          <ac:chgData name="Yvette Delim" userId="1eb1221e-2905-468b-b6ca-e1e332e3c4b6" providerId="ADAL" clId="{1801C47B-DFD9-4886-9586-56FA3CDA08C3}" dt="2024-08-02T19:00:49.309" v="65" actId="6264"/>
          <ac:spMkLst>
            <pc:docMk/>
            <pc:sldMk cId="1577242679" sldId="363"/>
            <ac:spMk id="7" creationId="{69E1B607-A856-8B4F-5205-ACE4963B850B}"/>
          </ac:spMkLst>
        </pc:spChg>
        <pc:spChg chg="add del mod">
          <ac:chgData name="Yvette Delim" userId="1eb1221e-2905-468b-b6ca-e1e332e3c4b6" providerId="ADAL" clId="{1801C47B-DFD9-4886-9586-56FA3CDA08C3}" dt="2024-08-02T19:00:49.309" v="65" actId="6264"/>
          <ac:spMkLst>
            <pc:docMk/>
            <pc:sldMk cId="1577242679" sldId="363"/>
            <ac:spMk id="8" creationId="{4216D9D1-DC12-DE2E-0BAD-E2FB685B9B8B}"/>
          </ac:spMkLst>
        </pc:spChg>
        <pc:spChg chg="add del mod">
          <ac:chgData name="Yvette Delim" userId="1eb1221e-2905-468b-b6ca-e1e332e3c4b6" providerId="ADAL" clId="{1801C47B-DFD9-4886-9586-56FA3CDA08C3}" dt="2024-08-02T19:00:49.309" v="65" actId="6264"/>
          <ac:spMkLst>
            <pc:docMk/>
            <pc:sldMk cId="1577242679" sldId="363"/>
            <ac:spMk id="9" creationId="{678EED72-44B7-9A26-718A-68B23D559E30}"/>
          </ac:spMkLst>
        </pc:spChg>
        <pc:spChg chg="add del mod">
          <ac:chgData name="Yvette Delim" userId="1eb1221e-2905-468b-b6ca-e1e332e3c4b6" providerId="ADAL" clId="{1801C47B-DFD9-4886-9586-56FA3CDA08C3}" dt="2024-08-02T19:00:49.309" v="65" actId="6264"/>
          <ac:spMkLst>
            <pc:docMk/>
            <pc:sldMk cId="1577242679" sldId="363"/>
            <ac:spMk id="10" creationId="{EB494E06-C80C-DC12-9367-D4BBDDE06502}"/>
          </ac:spMkLst>
        </pc:spChg>
      </pc:sldChg>
      <pc:sldChg chg="addSp delSp modSp mod chgLayout">
        <pc:chgData name="Yvette Delim" userId="1eb1221e-2905-468b-b6ca-e1e332e3c4b6" providerId="ADAL" clId="{1801C47B-DFD9-4886-9586-56FA3CDA08C3}" dt="2024-08-02T19:03:03.539" v="88" actId="478"/>
        <pc:sldMkLst>
          <pc:docMk/>
          <pc:sldMk cId="1427792936" sldId="366"/>
        </pc:sldMkLst>
        <pc:spChg chg="mod ord">
          <ac:chgData name="Yvette Delim" userId="1eb1221e-2905-468b-b6ca-e1e332e3c4b6" providerId="ADAL" clId="{1801C47B-DFD9-4886-9586-56FA3CDA08C3}" dt="2024-08-02T19:02:57.780" v="87" actId="6264"/>
          <ac:spMkLst>
            <pc:docMk/>
            <pc:sldMk cId="1427792936" sldId="366"/>
            <ac:spMk id="2" creationId="{3D7CFA7A-5A83-1E21-AC17-F7831B3AFB3E}"/>
          </ac:spMkLst>
        </pc:spChg>
        <pc:spChg chg="mod ord">
          <ac:chgData name="Yvette Delim" userId="1eb1221e-2905-468b-b6ca-e1e332e3c4b6" providerId="ADAL" clId="{1801C47B-DFD9-4886-9586-56FA3CDA08C3}" dt="2024-08-02T19:02:57.780" v="87" actId="6264"/>
          <ac:spMkLst>
            <pc:docMk/>
            <pc:sldMk cId="1427792936" sldId="366"/>
            <ac:spMk id="3" creationId="{0086605A-029A-A667-BC91-263F290BE269}"/>
          </ac:spMkLst>
        </pc:spChg>
        <pc:spChg chg="mod ord">
          <ac:chgData name="Yvette Delim" userId="1eb1221e-2905-468b-b6ca-e1e332e3c4b6" providerId="ADAL" clId="{1801C47B-DFD9-4886-9586-56FA3CDA08C3}" dt="2024-08-02T19:02:57.780" v="87" actId="6264"/>
          <ac:spMkLst>
            <pc:docMk/>
            <pc:sldMk cId="1427792936" sldId="366"/>
            <ac:spMk id="4" creationId="{D65DDBA1-2149-4C0F-5891-758C885E69EA}"/>
          </ac:spMkLst>
        </pc:spChg>
        <pc:spChg chg="mod">
          <ac:chgData name="Yvette Delim" userId="1eb1221e-2905-468b-b6ca-e1e332e3c4b6" providerId="ADAL" clId="{1801C47B-DFD9-4886-9586-56FA3CDA08C3}" dt="2024-08-02T18:52:07.492" v="0"/>
          <ac:spMkLst>
            <pc:docMk/>
            <pc:sldMk cId="1427792936" sldId="366"/>
            <ac:spMk id="5" creationId="{CA03E419-2F41-4541-EB2E-034C67BCA788}"/>
          </ac:spMkLst>
        </pc:spChg>
        <pc:spChg chg="add del mod">
          <ac:chgData name="Yvette Delim" userId="1eb1221e-2905-468b-b6ca-e1e332e3c4b6" providerId="ADAL" clId="{1801C47B-DFD9-4886-9586-56FA3CDA08C3}" dt="2024-08-02T19:02:57.780" v="87" actId="6264"/>
          <ac:spMkLst>
            <pc:docMk/>
            <pc:sldMk cId="1427792936" sldId="366"/>
            <ac:spMk id="7" creationId="{8E17D240-035D-8375-43C9-8B526926FBF7}"/>
          </ac:spMkLst>
        </pc:spChg>
        <pc:spChg chg="add del mod">
          <ac:chgData name="Yvette Delim" userId="1eb1221e-2905-468b-b6ca-e1e332e3c4b6" providerId="ADAL" clId="{1801C47B-DFD9-4886-9586-56FA3CDA08C3}" dt="2024-08-02T19:02:57.780" v="87" actId="6264"/>
          <ac:spMkLst>
            <pc:docMk/>
            <pc:sldMk cId="1427792936" sldId="366"/>
            <ac:spMk id="9" creationId="{9E566068-1711-9C3A-DCAF-1D6C7A0B7D71}"/>
          </ac:spMkLst>
        </pc:spChg>
        <pc:spChg chg="add del mod">
          <ac:chgData name="Yvette Delim" userId="1eb1221e-2905-468b-b6ca-e1e332e3c4b6" providerId="ADAL" clId="{1801C47B-DFD9-4886-9586-56FA3CDA08C3}" dt="2024-08-02T19:02:57.780" v="87" actId="6264"/>
          <ac:spMkLst>
            <pc:docMk/>
            <pc:sldMk cId="1427792936" sldId="366"/>
            <ac:spMk id="10" creationId="{71728332-431B-253E-7345-32DF50185BB2}"/>
          </ac:spMkLst>
        </pc:spChg>
        <pc:spChg chg="add del mod ord">
          <ac:chgData name="Yvette Delim" userId="1eb1221e-2905-468b-b6ca-e1e332e3c4b6" providerId="ADAL" clId="{1801C47B-DFD9-4886-9586-56FA3CDA08C3}" dt="2024-08-02T19:03:03.539" v="88" actId="478"/>
          <ac:spMkLst>
            <pc:docMk/>
            <pc:sldMk cId="1427792936" sldId="366"/>
            <ac:spMk id="11" creationId="{E48BAF56-02B0-BDEB-095F-76751D8BEA6A}"/>
          </ac:spMkLst>
        </pc:spChg>
      </pc:sldChg>
      <pc:sldChg chg="addSp delSp modSp mod chgLayout">
        <pc:chgData name="Yvette Delim" userId="1eb1221e-2905-468b-b6ca-e1e332e3c4b6" providerId="ADAL" clId="{1801C47B-DFD9-4886-9586-56FA3CDA08C3}" dt="2024-08-02T19:03:25.267" v="94" actId="478"/>
        <pc:sldMkLst>
          <pc:docMk/>
          <pc:sldMk cId="679093202" sldId="367"/>
        </pc:sldMkLst>
        <pc:spChg chg="mod ord">
          <ac:chgData name="Yvette Delim" userId="1eb1221e-2905-468b-b6ca-e1e332e3c4b6" providerId="ADAL" clId="{1801C47B-DFD9-4886-9586-56FA3CDA08C3}" dt="2024-08-02T19:03:07.140" v="89" actId="6264"/>
          <ac:spMkLst>
            <pc:docMk/>
            <pc:sldMk cId="679093202" sldId="367"/>
            <ac:spMk id="2" creationId="{5706F074-5CB6-1277-F135-3B1922462B0C}"/>
          </ac:spMkLst>
        </pc:spChg>
        <pc:spChg chg="add del mod">
          <ac:chgData name="Yvette Delim" userId="1eb1221e-2905-468b-b6ca-e1e332e3c4b6" providerId="ADAL" clId="{1801C47B-DFD9-4886-9586-56FA3CDA08C3}" dt="2024-08-02T19:03:07.140" v="89" actId="6264"/>
          <ac:spMkLst>
            <pc:docMk/>
            <pc:sldMk cId="679093202" sldId="367"/>
            <ac:spMk id="3" creationId="{5FEB98A2-950B-B209-4A69-9BCA36F774C5}"/>
          </ac:spMkLst>
        </pc:spChg>
        <pc:spChg chg="mod ord">
          <ac:chgData name="Yvette Delim" userId="1eb1221e-2905-468b-b6ca-e1e332e3c4b6" providerId="ADAL" clId="{1801C47B-DFD9-4886-9586-56FA3CDA08C3}" dt="2024-08-02T19:03:07.140" v="89" actId="6264"/>
          <ac:spMkLst>
            <pc:docMk/>
            <pc:sldMk cId="679093202" sldId="367"/>
            <ac:spMk id="4" creationId="{B4E980F8-9A76-E473-2888-577F8A0B749E}"/>
          </ac:spMkLst>
        </pc:spChg>
        <pc:spChg chg="mod">
          <ac:chgData name="Yvette Delim" userId="1eb1221e-2905-468b-b6ca-e1e332e3c4b6" providerId="ADAL" clId="{1801C47B-DFD9-4886-9586-56FA3CDA08C3}" dt="2024-08-02T18:52:07.492" v="0"/>
          <ac:spMkLst>
            <pc:docMk/>
            <pc:sldMk cId="679093202" sldId="367"/>
            <ac:spMk id="5" creationId="{91882601-9E61-9031-3454-B5E523CC6A78}"/>
          </ac:spMkLst>
        </pc:spChg>
        <pc:spChg chg="del mod">
          <ac:chgData name="Yvette Delim" userId="1eb1221e-2905-468b-b6ca-e1e332e3c4b6" providerId="ADAL" clId="{1801C47B-DFD9-4886-9586-56FA3CDA08C3}" dt="2024-08-02T19:03:18.626" v="92" actId="478"/>
          <ac:spMkLst>
            <pc:docMk/>
            <pc:sldMk cId="679093202" sldId="367"/>
            <ac:spMk id="6" creationId="{6D41863B-3B91-5753-FBC7-D8AFFF175CD3}"/>
          </ac:spMkLst>
        </pc:spChg>
        <pc:spChg chg="add del mod">
          <ac:chgData name="Yvette Delim" userId="1eb1221e-2905-468b-b6ca-e1e332e3c4b6" providerId="ADAL" clId="{1801C47B-DFD9-4886-9586-56FA3CDA08C3}" dt="2024-08-02T19:03:07.140" v="89" actId="6264"/>
          <ac:spMkLst>
            <pc:docMk/>
            <pc:sldMk cId="679093202" sldId="367"/>
            <ac:spMk id="7" creationId="{FCA22963-D181-7A85-38E1-88B547C65249}"/>
          </ac:spMkLst>
        </pc:spChg>
        <pc:spChg chg="add mod ord">
          <ac:chgData name="Yvette Delim" userId="1eb1221e-2905-468b-b6ca-e1e332e3c4b6" providerId="ADAL" clId="{1801C47B-DFD9-4886-9586-56FA3CDA08C3}" dt="2024-08-02T19:03:21.508" v="93"/>
          <ac:spMkLst>
            <pc:docMk/>
            <pc:sldMk cId="679093202" sldId="367"/>
            <ac:spMk id="9" creationId="{A934F52E-BB89-041E-69BA-4A04EC43E1AE}"/>
          </ac:spMkLst>
        </pc:spChg>
        <pc:spChg chg="add del mod ord">
          <ac:chgData name="Yvette Delim" userId="1eb1221e-2905-468b-b6ca-e1e332e3c4b6" providerId="ADAL" clId="{1801C47B-DFD9-4886-9586-56FA3CDA08C3}" dt="2024-08-02T19:03:25.267" v="94" actId="478"/>
          <ac:spMkLst>
            <pc:docMk/>
            <pc:sldMk cId="679093202" sldId="367"/>
            <ac:spMk id="10" creationId="{EE03F4AC-F8CD-9321-05D8-7D2CDB8B8A7E}"/>
          </ac:spMkLst>
        </pc:spChg>
      </pc:sldChg>
      <pc:sldChg chg="addSp delSp modSp mod chgLayout">
        <pc:chgData name="Yvette Delim" userId="1eb1221e-2905-468b-b6ca-e1e332e3c4b6" providerId="ADAL" clId="{1801C47B-DFD9-4886-9586-56FA3CDA08C3}" dt="2024-08-02T19:02:53.516" v="86" actId="6264"/>
        <pc:sldMkLst>
          <pc:docMk/>
          <pc:sldMk cId="3117420794" sldId="371"/>
        </pc:sldMkLst>
        <pc:spChg chg="mod ord">
          <ac:chgData name="Yvette Delim" userId="1eb1221e-2905-468b-b6ca-e1e332e3c4b6" providerId="ADAL" clId="{1801C47B-DFD9-4886-9586-56FA3CDA08C3}" dt="2024-08-02T19:02:53.516" v="86" actId="6264"/>
          <ac:spMkLst>
            <pc:docMk/>
            <pc:sldMk cId="3117420794" sldId="371"/>
            <ac:spMk id="2" creationId="{4E52F3BC-D347-48A7-8850-F194A742FBD5}"/>
          </ac:spMkLst>
        </pc:spChg>
        <pc:spChg chg="mod ord">
          <ac:chgData name="Yvette Delim" userId="1eb1221e-2905-468b-b6ca-e1e332e3c4b6" providerId="ADAL" clId="{1801C47B-DFD9-4886-9586-56FA3CDA08C3}" dt="2024-08-02T19:02:53.516" v="86" actId="6264"/>
          <ac:spMkLst>
            <pc:docMk/>
            <pc:sldMk cId="3117420794" sldId="371"/>
            <ac:spMk id="3" creationId="{757F8B1A-ABEE-9019-B206-45E1AD81DADE}"/>
          </ac:spMkLst>
        </pc:spChg>
        <pc:spChg chg="mod">
          <ac:chgData name="Yvette Delim" userId="1eb1221e-2905-468b-b6ca-e1e332e3c4b6" providerId="ADAL" clId="{1801C47B-DFD9-4886-9586-56FA3CDA08C3}" dt="2024-08-02T18:52:07.492" v="0"/>
          <ac:spMkLst>
            <pc:docMk/>
            <pc:sldMk cId="3117420794" sldId="371"/>
            <ac:spMk id="4" creationId="{D9370A64-C01F-1850-5D34-EFEDED8F41FC}"/>
          </ac:spMkLst>
        </pc:spChg>
        <pc:spChg chg="mod ord">
          <ac:chgData name="Yvette Delim" userId="1eb1221e-2905-468b-b6ca-e1e332e3c4b6" providerId="ADAL" clId="{1801C47B-DFD9-4886-9586-56FA3CDA08C3}" dt="2024-08-02T19:02:53.516" v="86" actId="6264"/>
          <ac:spMkLst>
            <pc:docMk/>
            <pc:sldMk cId="3117420794" sldId="371"/>
            <ac:spMk id="5" creationId="{A55D2D3A-F20A-5C25-0C54-FEC50B43AE50}"/>
          </ac:spMkLst>
        </pc:spChg>
        <pc:spChg chg="mod ord">
          <ac:chgData name="Yvette Delim" userId="1eb1221e-2905-468b-b6ca-e1e332e3c4b6" providerId="ADAL" clId="{1801C47B-DFD9-4886-9586-56FA3CDA08C3}" dt="2024-08-02T19:02:53.516" v="86" actId="6264"/>
          <ac:spMkLst>
            <pc:docMk/>
            <pc:sldMk cId="3117420794" sldId="371"/>
            <ac:spMk id="6" creationId="{D3BBC9B1-6FAF-B744-42E0-D4B62AF27DED}"/>
          </ac:spMkLst>
        </pc:spChg>
        <pc:spChg chg="add del mod">
          <ac:chgData name="Yvette Delim" userId="1eb1221e-2905-468b-b6ca-e1e332e3c4b6" providerId="ADAL" clId="{1801C47B-DFD9-4886-9586-56FA3CDA08C3}" dt="2024-08-02T19:02:53.516" v="86" actId="6264"/>
          <ac:spMkLst>
            <pc:docMk/>
            <pc:sldMk cId="3117420794" sldId="371"/>
            <ac:spMk id="7" creationId="{FC419F16-8E5E-E63A-BB67-D88A8F71AADE}"/>
          </ac:spMkLst>
        </pc:spChg>
        <pc:spChg chg="add del mod">
          <ac:chgData name="Yvette Delim" userId="1eb1221e-2905-468b-b6ca-e1e332e3c4b6" providerId="ADAL" clId="{1801C47B-DFD9-4886-9586-56FA3CDA08C3}" dt="2024-08-02T19:02:53.516" v="86" actId="6264"/>
          <ac:spMkLst>
            <pc:docMk/>
            <pc:sldMk cId="3117420794" sldId="371"/>
            <ac:spMk id="8" creationId="{CE886E7C-208E-0AA6-8157-6EA6DB3A3E82}"/>
          </ac:spMkLst>
        </pc:spChg>
        <pc:spChg chg="add del mod">
          <ac:chgData name="Yvette Delim" userId="1eb1221e-2905-468b-b6ca-e1e332e3c4b6" providerId="ADAL" clId="{1801C47B-DFD9-4886-9586-56FA3CDA08C3}" dt="2024-08-02T19:02:53.516" v="86" actId="6264"/>
          <ac:spMkLst>
            <pc:docMk/>
            <pc:sldMk cId="3117420794" sldId="371"/>
            <ac:spMk id="9" creationId="{63033DCD-376C-5E2C-D3EB-06296ABE8708}"/>
          </ac:spMkLst>
        </pc:spChg>
        <pc:spChg chg="add del mod">
          <ac:chgData name="Yvette Delim" userId="1eb1221e-2905-468b-b6ca-e1e332e3c4b6" providerId="ADAL" clId="{1801C47B-DFD9-4886-9586-56FA3CDA08C3}" dt="2024-08-02T19:02:53.516" v="86" actId="6264"/>
          <ac:spMkLst>
            <pc:docMk/>
            <pc:sldMk cId="3117420794" sldId="371"/>
            <ac:spMk id="10" creationId="{53AEA223-0EDF-19DB-1A3B-E0765D6328EF}"/>
          </ac:spMkLst>
        </pc:spChg>
      </pc:sldChg>
      <pc:sldChg chg="addSp delSp modSp mod chgLayout">
        <pc:chgData name="Yvette Delim" userId="1eb1221e-2905-468b-b6ca-e1e332e3c4b6" providerId="ADAL" clId="{1801C47B-DFD9-4886-9586-56FA3CDA08C3}" dt="2024-08-02T19:03:49.884" v="102" actId="478"/>
        <pc:sldMkLst>
          <pc:docMk/>
          <pc:sldMk cId="3374167380" sldId="374"/>
        </pc:sldMkLst>
        <pc:spChg chg="mod ord">
          <ac:chgData name="Yvette Delim" userId="1eb1221e-2905-468b-b6ca-e1e332e3c4b6" providerId="ADAL" clId="{1801C47B-DFD9-4886-9586-56FA3CDA08C3}" dt="2024-08-02T19:03:37.013" v="97" actId="6264"/>
          <ac:spMkLst>
            <pc:docMk/>
            <pc:sldMk cId="3374167380" sldId="374"/>
            <ac:spMk id="2" creationId="{B1D14A29-A222-8020-D3DE-DFC419C308DB}"/>
          </ac:spMkLst>
        </pc:spChg>
        <pc:spChg chg="add del mod">
          <ac:chgData name="Yvette Delim" userId="1eb1221e-2905-468b-b6ca-e1e332e3c4b6" providerId="ADAL" clId="{1801C47B-DFD9-4886-9586-56FA3CDA08C3}" dt="2024-08-02T19:03:37.013" v="97" actId="6264"/>
          <ac:spMkLst>
            <pc:docMk/>
            <pc:sldMk cId="3374167380" sldId="374"/>
            <ac:spMk id="3" creationId="{FCF41E3D-F1EA-F51A-5161-A16E1D1258FC}"/>
          </ac:spMkLst>
        </pc:spChg>
        <pc:spChg chg="mod ord">
          <ac:chgData name="Yvette Delim" userId="1eb1221e-2905-468b-b6ca-e1e332e3c4b6" providerId="ADAL" clId="{1801C47B-DFD9-4886-9586-56FA3CDA08C3}" dt="2024-08-02T19:03:37.013" v="97" actId="6264"/>
          <ac:spMkLst>
            <pc:docMk/>
            <pc:sldMk cId="3374167380" sldId="374"/>
            <ac:spMk id="4" creationId="{DA926129-2587-DE76-A3D1-615FEBA26423}"/>
          </ac:spMkLst>
        </pc:spChg>
        <pc:spChg chg="mod">
          <ac:chgData name="Yvette Delim" userId="1eb1221e-2905-468b-b6ca-e1e332e3c4b6" providerId="ADAL" clId="{1801C47B-DFD9-4886-9586-56FA3CDA08C3}" dt="2024-08-02T18:52:07.492" v="0"/>
          <ac:spMkLst>
            <pc:docMk/>
            <pc:sldMk cId="3374167380" sldId="374"/>
            <ac:spMk id="5" creationId="{F0E950A3-2366-F99E-ECB6-73AA530EF02A}"/>
          </ac:spMkLst>
        </pc:spChg>
        <pc:spChg chg="del mod">
          <ac:chgData name="Yvette Delim" userId="1eb1221e-2905-468b-b6ca-e1e332e3c4b6" providerId="ADAL" clId="{1801C47B-DFD9-4886-9586-56FA3CDA08C3}" dt="2024-08-02T19:03:45.449" v="100" actId="478"/>
          <ac:spMkLst>
            <pc:docMk/>
            <pc:sldMk cId="3374167380" sldId="374"/>
            <ac:spMk id="6" creationId="{C8CF6B89-2ED5-6084-8DE5-FB50E9CD0AD0}"/>
          </ac:spMkLst>
        </pc:spChg>
        <pc:spChg chg="add del mod">
          <ac:chgData name="Yvette Delim" userId="1eb1221e-2905-468b-b6ca-e1e332e3c4b6" providerId="ADAL" clId="{1801C47B-DFD9-4886-9586-56FA3CDA08C3}" dt="2024-08-02T19:03:37.013" v="97" actId="6264"/>
          <ac:spMkLst>
            <pc:docMk/>
            <pc:sldMk cId="3374167380" sldId="374"/>
            <ac:spMk id="7" creationId="{92B134B3-4D15-09B7-FAD7-6399E4F71294}"/>
          </ac:spMkLst>
        </pc:spChg>
        <pc:spChg chg="add mod ord">
          <ac:chgData name="Yvette Delim" userId="1eb1221e-2905-468b-b6ca-e1e332e3c4b6" providerId="ADAL" clId="{1801C47B-DFD9-4886-9586-56FA3CDA08C3}" dt="2024-08-02T19:03:47.738" v="101"/>
          <ac:spMkLst>
            <pc:docMk/>
            <pc:sldMk cId="3374167380" sldId="374"/>
            <ac:spMk id="9" creationId="{DAB0520A-2BF2-4186-FFBF-89ABBFCD5F74}"/>
          </ac:spMkLst>
        </pc:spChg>
        <pc:spChg chg="add del mod ord">
          <ac:chgData name="Yvette Delim" userId="1eb1221e-2905-468b-b6ca-e1e332e3c4b6" providerId="ADAL" clId="{1801C47B-DFD9-4886-9586-56FA3CDA08C3}" dt="2024-08-02T19:03:49.884" v="102" actId="478"/>
          <ac:spMkLst>
            <pc:docMk/>
            <pc:sldMk cId="3374167380" sldId="374"/>
            <ac:spMk id="10" creationId="{84BC1E31-F120-2189-6594-E6D92FE4CCF3}"/>
          </ac:spMkLst>
        </pc:spChg>
      </pc:sldChg>
      <pc:sldChg chg="addSp delSp modSp mod modClrScheme chgLayout">
        <pc:chgData name="Yvette Delim" userId="1eb1221e-2905-468b-b6ca-e1e332e3c4b6" providerId="ADAL" clId="{1801C47B-DFD9-4886-9586-56FA3CDA08C3}" dt="2024-08-02T19:03:58.641" v="105" actId="700"/>
        <pc:sldMkLst>
          <pc:docMk/>
          <pc:sldMk cId="3481068951" sldId="375"/>
        </pc:sldMkLst>
        <pc:spChg chg="mod ord">
          <ac:chgData name="Yvette Delim" userId="1eb1221e-2905-468b-b6ca-e1e332e3c4b6" providerId="ADAL" clId="{1801C47B-DFD9-4886-9586-56FA3CDA08C3}" dt="2024-08-02T19:03:58.641" v="105" actId="700"/>
          <ac:spMkLst>
            <pc:docMk/>
            <pc:sldMk cId="3481068951" sldId="375"/>
            <ac:spMk id="2" creationId="{473B0A4F-A9AA-9D24-6FFB-E5A692F6D605}"/>
          </ac:spMkLst>
        </pc:spChg>
        <pc:spChg chg="mod ord">
          <ac:chgData name="Yvette Delim" userId="1eb1221e-2905-468b-b6ca-e1e332e3c4b6" providerId="ADAL" clId="{1801C47B-DFD9-4886-9586-56FA3CDA08C3}" dt="2024-08-02T19:03:58.641" v="105" actId="700"/>
          <ac:spMkLst>
            <pc:docMk/>
            <pc:sldMk cId="3481068951" sldId="375"/>
            <ac:spMk id="3" creationId="{FA518DAE-9FA6-CBA8-BE00-94EA8ABBFFE0}"/>
          </ac:spMkLst>
        </pc:spChg>
        <pc:spChg chg="mod ord">
          <ac:chgData name="Yvette Delim" userId="1eb1221e-2905-468b-b6ca-e1e332e3c4b6" providerId="ADAL" clId="{1801C47B-DFD9-4886-9586-56FA3CDA08C3}" dt="2024-08-02T19:03:58.641" v="105" actId="700"/>
          <ac:spMkLst>
            <pc:docMk/>
            <pc:sldMk cId="3481068951" sldId="375"/>
            <ac:spMk id="4" creationId="{F5904927-F92D-685D-6C3B-2E8E9CBDA504}"/>
          </ac:spMkLst>
        </pc:spChg>
        <pc:spChg chg="mod">
          <ac:chgData name="Yvette Delim" userId="1eb1221e-2905-468b-b6ca-e1e332e3c4b6" providerId="ADAL" clId="{1801C47B-DFD9-4886-9586-56FA3CDA08C3}" dt="2024-08-02T18:52:07.705" v="6" actId="27636"/>
          <ac:spMkLst>
            <pc:docMk/>
            <pc:sldMk cId="3481068951" sldId="375"/>
            <ac:spMk id="5" creationId="{74659686-8BFB-B45C-7559-A5717ED42DD6}"/>
          </ac:spMkLst>
        </pc:spChg>
        <pc:spChg chg="add del mod">
          <ac:chgData name="Yvette Delim" userId="1eb1221e-2905-468b-b6ca-e1e332e3c4b6" providerId="ADAL" clId="{1801C47B-DFD9-4886-9586-56FA3CDA08C3}" dt="2024-08-02T19:03:53.683" v="103" actId="6264"/>
          <ac:spMkLst>
            <pc:docMk/>
            <pc:sldMk cId="3481068951" sldId="375"/>
            <ac:spMk id="6" creationId="{AC41824E-FF49-8B38-7D87-5B43F8C964F5}"/>
          </ac:spMkLst>
        </pc:spChg>
        <pc:spChg chg="add del mod">
          <ac:chgData name="Yvette Delim" userId="1eb1221e-2905-468b-b6ca-e1e332e3c4b6" providerId="ADAL" clId="{1801C47B-DFD9-4886-9586-56FA3CDA08C3}" dt="2024-08-02T19:03:53.683" v="103" actId="6264"/>
          <ac:spMkLst>
            <pc:docMk/>
            <pc:sldMk cId="3481068951" sldId="375"/>
            <ac:spMk id="8" creationId="{8108E435-0CEF-4084-9C09-2F9B105424F5}"/>
          </ac:spMkLst>
        </pc:spChg>
        <pc:spChg chg="add del mod">
          <ac:chgData name="Yvette Delim" userId="1eb1221e-2905-468b-b6ca-e1e332e3c4b6" providerId="ADAL" clId="{1801C47B-DFD9-4886-9586-56FA3CDA08C3}" dt="2024-08-02T19:03:53.683" v="103" actId="6264"/>
          <ac:spMkLst>
            <pc:docMk/>
            <pc:sldMk cId="3481068951" sldId="375"/>
            <ac:spMk id="9" creationId="{671A625B-D106-68CF-8C83-E730B2AE71B0}"/>
          </ac:spMkLst>
        </pc:spChg>
        <pc:spChg chg="add del mod">
          <ac:chgData name="Yvette Delim" userId="1eb1221e-2905-468b-b6ca-e1e332e3c4b6" providerId="ADAL" clId="{1801C47B-DFD9-4886-9586-56FA3CDA08C3}" dt="2024-08-02T19:03:53.683" v="103" actId="6264"/>
          <ac:spMkLst>
            <pc:docMk/>
            <pc:sldMk cId="3481068951" sldId="375"/>
            <ac:spMk id="10" creationId="{26D424D5-0EF6-8004-3052-DE1D0483A91A}"/>
          </ac:spMkLst>
        </pc:spChg>
        <pc:spChg chg="add del mod ord">
          <ac:chgData name="Yvette Delim" userId="1eb1221e-2905-468b-b6ca-e1e332e3c4b6" providerId="ADAL" clId="{1801C47B-DFD9-4886-9586-56FA3CDA08C3}" dt="2024-08-02T19:03:58.641" v="105" actId="700"/>
          <ac:spMkLst>
            <pc:docMk/>
            <pc:sldMk cId="3481068951" sldId="375"/>
            <ac:spMk id="11" creationId="{941123B2-5D49-5489-4508-12214A84C487}"/>
          </ac:spMkLst>
        </pc:spChg>
        <pc:graphicFrameChg chg="mod ord">
          <ac:chgData name="Yvette Delim" userId="1eb1221e-2905-468b-b6ca-e1e332e3c4b6" providerId="ADAL" clId="{1801C47B-DFD9-4886-9586-56FA3CDA08C3}" dt="2024-08-02T19:03:58.641" v="105" actId="700"/>
          <ac:graphicFrameMkLst>
            <pc:docMk/>
            <pc:sldMk cId="3481068951" sldId="375"/>
            <ac:graphicFrameMk id="7" creationId="{9CB04BDC-69AE-C91F-E4C9-6CC3C8AD0F6B}"/>
          </ac:graphicFrameMkLst>
        </pc:graphicFrameChg>
      </pc:sldChg>
      <pc:sldChg chg="addSp delSp modSp mod chgLayout">
        <pc:chgData name="Yvette Delim" userId="1eb1221e-2905-468b-b6ca-e1e332e3c4b6" providerId="ADAL" clId="{1801C47B-DFD9-4886-9586-56FA3CDA08C3}" dt="2024-08-02T19:04:07.002" v="106" actId="6264"/>
        <pc:sldMkLst>
          <pc:docMk/>
          <pc:sldMk cId="174588601" sldId="377"/>
        </pc:sldMkLst>
        <pc:spChg chg="mod ord">
          <ac:chgData name="Yvette Delim" userId="1eb1221e-2905-468b-b6ca-e1e332e3c4b6" providerId="ADAL" clId="{1801C47B-DFD9-4886-9586-56FA3CDA08C3}" dt="2024-08-02T19:04:07.002" v="106" actId="6264"/>
          <ac:spMkLst>
            <pc:docMk/>
            <pc:sldMk cId="174588601" sldId="377"/>
            <ac:spMk id="2" creationId="{4E52F3BC-D347-48A7-8850-F194A742FBD5}"/>
          </ac:spMkLst>
        </pc:spChg>
        <pc:spChg chg="mod ord">
          <ac:chgData name="Yvette Delim" userId="1eb1221e-2905-468b-b6ca-e1e332e3c4b6" providerId="ADAL" clId="{1801C47B-DFD9-4886-9586-56FA3CDA08C3}" dt="2024-08-02T19:04:07.002" v="106" actId="6264"/>
          <ac:spMkLst>
            <pc:docMk/>
            <pc:sldMk cId="174588601" sldId="377"/>
            <ac:spMk id="3" creationId="{757F8B1A-ABEE-9019-B206-45E1AD81DADE}"/>
          </ac:spMkLst>
        </pc:spChg>
        <pc:spChg chg="mod">
          <ac:chgData name="Yvette Delim" userId="1eb1221e-2905-468b-b6ca-e1e332e3c4b6" providerId="ADAL" clId="{1801C47B-DFD9-4886-9586-56FA3CDA08C3}" dt="2024-08-02T18:52:07.492" v="0"/>
          <ac:spMkLst>
            <pc:docMk/>
            <pc:sldMk cId="174588601" sldId="377"/>
            <ac:spMk id="4" creationId="{D9370A64-C01F-1850-5D34-EFEDED8F41FC}"/>
          </ac:spMkLst>
        </pc:spChg>
        <pc:spChg chg="mod ord">
          <ac:chgData name="Yvette Delim" userId="1eb1221e-2905-468b-b6ca-e1e332e3c4b6" providerId="ADAL" clId="{1801C47B-DFD9-4886-9586-56FA3CDA08C3}" dt="2024-08-02T19:04:07.002" v="106" actId="6264"/>
          <ac:spMkLst>
            <pc:docMk/>
            <pc:sldMk cId="174588601" sldId="377"/>
            <ac:spMk id="5" creationId="{A55D2D3A-F20A-5C25-0C54-FEC50B43AE50}"/>
          </ac:spMkLst>
        </pc:spChg>
        <pc:spChg chg="mod ord">
          <ac:chgData name="Yvette Delim" userId="1eb1221e-2905-468b-b6ca-e1e332e3c4b6" providerId="ADAL" clId="{1801C47B-DFD9-4886-9586-56FA3CDA08C3}" dt="2024-08-02T19:04:07.002" v="106" actId="6264"/>
          <ac:spMkLst>
            <pc:docMk/>
            <pc:sldMk cId="174588601" sldId="377"/>
            <ac:spMk id="6" creationId="{62E0B133-C46D-1145-F774-05B1F8434D1D}"/>
          </ac:spMkLst>
        </pc:spChg>
        <pc:spChg chg="add del mod">
          <ac:chgData name="Yvette Delim" userId="1eb1221e-2905-468b-b6ca-e1e332e3c4b6" providerId="ADAL" clId="{1801C47B-DFD9-4886-9586-56FA3CDA08C3}" dt="2024-08-02T19:04:07.002" v="106" actId="6264"/>
          <ac:spMkLst>
            <pc:docMk/>
            <pc:sldMk cId="174588601" sldId="377"/>
            <ac:spMk id="7" creationId="{D7158FDE-20E5-4941-CEC6-AE49E3A70EE1}"/>
          </ac:spMkLst>
        </pc:spChg>
        <pc:spChg chg="add del mod">
          <ac:chgData name="Yvette Delim" userId="1eb1221e-2905-468b-b6ca-e1e332e3c4b6" providerId="ADAL" clId="{1801C47B-DFD9-4886-9586-56FA3CDA08C3}" dt="2024-08-02T19:04:07.002" v="106" actId="6264"/>
          <ac:spMkLst>
            <pc:docMk/>
            <pc:sldMk cId="174588601" sldId="377"/>
            <ac:spMk id="8" creationId="{0A8EA19B-B1C9-EB55-A3DC-872EDB0C97CA}"/>
          </ac:spMkLst>
        </pc:spChg>
        <pc:spChg chg="add del mod">
          <ac:chgData name="Yvette Delim" userId="1eb1221e-2905-468b-b6ca-e1e332e3c4b6" providerId="ADAL" clId="{1801C47B-DFD9-4886-9586-56FA3CDA08C3}" dt="2024-08-02T19:04:07.002" v="106" actId="6264"/>
          <ac:spMkLst>
            <pc:docMk/>
            <pc:sldMk cId="174588601" sldId="377"/>
            <ac:spMk id="9" creationId="{88D75606-1AA8-948C-7368-352D62ED70A7}"/>
          </ac:spMkLst>
        </pc:spChg>
        <pc:spChg chg="add del mod">
          <ac:chgData name="Yvette Delim" userId="1eb1221e-2905-468b-b6ca-e1e332e3c4b6" providerId="ADAL" clId="{1801C47B-DFD9-4886-9586-56FA3CDA08C3}" dt="2024-08-02T19:04:07.002" v="106" actId="6264"/>
          <ac:spMkLst>
            <pc:docMk/>
            <pc:sldMk cId="174588601" sldId="377"/>
            <ac:spMk id="10" creationId="{7628EF4F-9BEE-E0FE-C94A-3C7509955346}"/>
          </ac:spMkLst>
        </pc:spChg>
      </pc:sldChg>
      <pc:sldChg chg="addSp delSp modSp mod chgLayout">
        <pc:chgData name="Yvette Delim" userId="1eb1221e-2905-468b-b6ca-e1e332e3c4b6" providerId="ADAL" clId="{1801C47B-DFD9-4886-9586-56FA3CDA08C3}" dt="2024-08-02T19:04:14.137" v="108" actId="478"/>
        <pc:sldMkLst>
          <pc:docMk/>
          <pc:sldMk cId="1501994362" sldId="379"/>
        </pc:sldMkLst>
        <pc:spChg chg="mod ord">
          <ac:chgData name="Yvette Delim" userId="1eb1221e-2905-468b-b6ca-e1e332e3c4b6" providerId="ADAL" clId="{1801C47B-DFD9-4886-9586-56FA3CDA08C3}" dt="2024-08-02T19:04:10.290" v="107" actId="6264"/>
          <ac:spMkLst>
            <pc:docMk/>
            <pc:sldMk cId="1501994362" sldId="379"/>
            <ac:spMk id="2" creationId="{A2E624B0-913B-74D4-BC43-247276EF9E5B}"/>
          </ac:spMkLst>
        </pc:spChg>
        <pc:spChg chg="mod ord">
          <ac:chgData name="Yvette Delim" userId="1eb1221e-2905-468b-b6ca-e1e332e3c4b6" providerId="ADAL" clId="{1801C47B-DFD9-4886-9586-56FA3CDA08C3}" dt="2024-08-02T19:04:10.290" v="107" actId="6264"/>
          <ac:spMkLst>
            <pc:docMk/>
            <pc:sldMk cId="1501994362" sldId="379"/>
            <ac:spMk id="3" creationId="{A35E37A4-2347-4B06-9A81-8BA2E21B5611}"/>
          </ac:spMkLst>
        </pc:spChg>
        <pc:spChg chg="mod ord">
          <ac:chgData name="Yvette Delim" userId="1eb1221e-2905-468b-b6ca-e1e332e3c4b6" providerId="ADAL" clId="{1801C47B-DFD9-4886-9586-56FA3CDA08C3}" dt="2024-08-02T19:04:10.290" v="107" actId="6264"/>
          <ac:spMkLst>
            <pc:docMk/>
            <pc:sldMk cId="1501994362" sldId="379"/>
            <ac:spMk id="4" creationId="{E1BC7EDD-21CF-BF82-D8D0-90D839842BE2}"/>
          </ac:spMkLst>
        </pc:spChg>
        <pc:spChg chg="mod">
          <ac:chgData name="Yvette Delim" userId="1eb1221e-2905-468b-b6ca-e1e332e3c4b6" providerId="ADAL" clId="{1801C47B-DFD9-4886-9586-56FA3CDA08C3}" dt="2024-08-02T18:52:07.492" v="0"/>
          <ac:spMkLst>
            <pc:docMk/>
            <pc:sldMk cId="1501994362" sldId="379"/>
            <ac:spMk id="5" creationId="{06337505-C4CD-10A6-9624-367F8CA4F847}"/>
          </ac:spMkLst>
        </pc:spChg>
        <pc:spChg chg="add del mod">
          <ac:chgData name="Yvette Delim" userId="1eb1221e-2905-468b-b6ca-e1e332e3c4b6" providerId="ADAL" clId="{1801C47B-DFD9-4886-9586-56FA3CDA08C3}" dt="2024-08-02T19:04:10.290" v="107" actId="6264"/>
          <ac:spMkLst>
            <pc:docMk/>
            <pc:sldMk cId="1501994362" sldId="379"/>
            <ac:spMk id="6" creationId="{6ECDE013-4C58-BADB-640F-3007EE92FE84}"/>
          </ac:spMkLst>
        </pc:spChg>
        <pc:spChg chg="add del mod">
          <ac:chgData name="Yvette Delim" userId="1eb1221e-2905-468b-b6ca-e1e332e3c4b6" providerId="ADAL" clId="{1801C47B-DFD9-4886-9586-56FA3CDA08C3}" dt="2024-08-02T19:04:10.290" v="107" actId="6264"/>
          <ac:spMkLst>
            <pc:docMk/>
            <pc:sldMk cId="1501994362" sldId="379"/>
            <ac:spMk id="8" creationId="{6F7F848D-7D31-D936-DFD5-2E673990FA0C}"/>
          </ac:spMkLst>
        </pc:spChg>
        <pc:spChg chg="add del mod">
          <ac:chgData name="Yvette Delim" userId="1eb1221e-2905-468b-b6ca-e1e332e3c4b6" providerId="ADAL" clId="{1801C47B-DFD9-4886-9586-56FA3CDA08C3}" dt="2024-08-02T19:04:10.290" v="107" actId="6264"/>
          <ac:spMkLst>
            <pc:docMk/>
            <pc:sldMk cId="1501994362" sldId="379"/>
            <ac:spMk id="9" creationId="{97C0BF31-A587-E416-3CA9-8011ADE1DCD6}"/>
          </ac:spMkLst>
        </pc:spChg>
        <pc:spChg chg="add del mod ord">
          <ac:chgData name="Yvette Delim" userId="1eb1221e-2905-468b-b6ca-e1e332e3c4b6" providerId="ADAL" clId="{1801C47B-DFD9-4886-9586-56FA3CDA08C3}" dt="2024-08-02T19:04:14.137" v="108" actId="478"/>
          <ac:spMkLst>
            <pc:docMk/>
            <pc:sldMk cId="1501994362" sldId="379"/>
            <ac:spMk id="10" creationId="{CDD71321-31AE-807B-219E-0D32378DA2BE}"/>
          </ac:spMkLst>
        </pc:spChg>
      </pc:sldChg>
      <pc:sldChg chg="addSp delSp modSp mod chgLayout">
        <pc:chgData name="Yvette Delim" userId="1eb1221e-2905-468b-b6ca-e1e332e3c4b6" providerId="ADAL" clId="{1801C47B-DFD9-4886-9586-56FA3CDA08C3}" dt="2024-08-02T19:04:33.969" v="115" actId="478"/>
        <pc:sldMkLst>
          <pc:docMk/>
          <pc:sldMk cId="705608513" sldId="380"/>
        </pc:sldMkLst>
        <pc:spChg chg="mod ord">
          <ac:chgData name="Yvette Delim" userId="1eb1221e-2905-468b-b6ca-e1e332e3c4b6" providerId="ADAL" clId="{1801C47B-DFD9-4886-9586-56FA3CDA08C3}" dt="2024-08-02T19:04:17.473" v="109" actId="6264"/>
          <ac:spMkLst>
            <pc:docMk/>
            <pc:sldMk cId="705608513" sldId="380"/>
            <ac:spMk id="2" creationId="{5006B7AA-24CF-66FA-F0C2-6E0E51BF8740}"/>
          </ac:spMkLst>
        </pc:spChg>
        <pc:spChg chg="add del mod">
          <ac:chgData name="Yvette Delim" userId="1eb1221e-2905-468b-b6ca-e1e332e3c4b6" providerId="ADAL" clId="{1801C47B-DFD9-4886-9586-56FA3CDA08C3}" dt="2024-08-02T19:04:17.473" v="109" actId="6264"/>
          <ac:spMkLst>
            <pc:docMk/>
            <pc:sldMk cId="705608513" sldId="380"/>
            <ac:spMk id="3" creationId="{53624D2B-49DB-8E34-BC21-708632302B78}"/>
          </ac:spMkLst>
        </pc:spChg>
        <pc:spChg chg="mod ord">
          <ac:chgData name="Yvette Delim" userId="1eb1221e-2905-468b-b6ca-e1e332e3c4b6" providerId="ADAL" clId="{1801C47B-DFD9-4886-9586-56FA3CDA08C3}" dt="2024-08-02T19:04:17.473" v="109" actId="6264"/>
          <ac:spMkLst>
            <pc:docMk/>
            <pc:sldMk cId="705608513" sldId="380"/>
            <ac:spMk id="4" creationId="{812AE994-58C1-1313-719F-87359439A568}"/>
          </ac:spMkLst>
        </pc:spChg>
        <pc:spChg chg="mod">
          <ac:chgData name="Yvette Delim" userId="1eb1221e-2905-468b-b6ca-e1e332e3c4b6" providerId="ADAL" clId="{1801C47B-DFD9-4886-9586-56FA3CDA08C3}" dt="2024-08-02T18:52:07.492" v="0"/>
          <ac:spMkLst>
            <pc:docMk/>
            <pc:sldMk cId="705608513" sldId="380"/>
            <ac:spMk id="5" creationId="{2142D940-896A-DC54-C0DA-8D3CDAB90704}"/>
          </ac:spMkLst>
        </pc:spChg>
        <pc:spChg chg="del mod">
          <ac:chgData name="Yvette Delim" userId="1eb1221e-2905-468b-b6ca-e1e332e3c4b6" providerId="ADAL" clId="{1801C47B-DFD9-4886-9586-56FA3CDA08C3}" dt="2024-08-02T19:04:27.257" v="112" actId="478"/>
          <ac:spMkLst>
            <pc:docMk/>
            <pc:sldMk cId="705608513" sldId="380"/>
            <ac:spMk id="6" creationId="{B6392CA1-AD82-1783-E07E-EC3E9B16F80F}"/>
          </ac:spMkLst>
        </pc:spChg>
        <pc:spChg chg="add del mod">
          <ac:chgData name="Yvette Delim" userId="1eb1221e-2905-468b-b6ca-e1e332e3c4b6" providerId="ADAL" clId="{1801C47B-DFD9-4886-9586-56FA3CDA08C3}" dt="2024-08-02T19:04:17.473" v="109" actId="6264"/>
          <ac:spMkLst>
            <pc:docMk/>
            <pc:sldMk cId="705608513" sldId="380"/>
            <ac:spMk id="8" creationId="{FB6D5203-B1CB-76D1-9999-8280AEAC5417}"/>
          </ac:spMkLst>
        </pc:spChg>
        <pc:spChg chg="add mod ord">
          <ac:chgData name="Yvette Delim" userId="1eb1221e-2905-468b-b6ca-e1e332e3c4b6" providerId="ADAL" clId="{1801C47B-DFD9-4886-9586-56FA3CDA08C3}" dt="2024-08-02T19:04:30.796" v="114" actId="20577"/>
          <ac:spMkLst>
            <pc:docMk/>
            <pc:sldMk cId="705608513" sldId="380"/>
            <ac:spMk id="9" creationId="{36D6672D-5481-B7DF-54DA-C0F6EFE56542}"/>
          </ac:spMkLst>
        </pc:spChg>
        <pc:spChg chg="add del mod ord">
          <ac:chgData name="Yvette Delim" userId="1eb1221e-2905-468b-b6ca-e1e332e3c4b6" providerId="ADAL" clId="{1801C47B-DFD9-4886-9586-56FA3CDA08C3}" dt="2024-08-02T19:04:33.969" v="115" actId="478"/>
          <ac:spMkLst>
            <pc:docMk/>
            <pc:sldMk cId="705608513" sldId="380"/>
            <ac:spMk id="10" creationId="{E16729CE-7B9D-CA52-FD30-ADE1E9FD9B9A}"/>
          </ac:spMkLst>
        </pc:spChg>
      </pc:sldChg>
      <pc:sldChg chg="addSp delSp modSp mod chgLayout">
        <pc:chgData name="Yvette Delim" userId="1eb1221e-2905-468b-b6ca-e1e332e3c4b6" providerId="ADAL" clId="{1801C47B-DFD9-4886-9586-56FA3CDA08C3}" dt="2024-08-02T19:05:03.729" v="125" actId="478"/>
        <pc:sldMkLst>
          <pc:docMk/>
          <pc:sldMk cId="1578582115" sldId="381"/>
        </pc:sldMkLst>
        <pc:spChg chg="mod ord">
          <ac:chgData name="Yvette Delim" userId="1eb1221e-2905-468b-b6ca-e1e332e3c4b6" providerId="ADAL" clId="{1801C47B-DFD9-4886-9586-56FA3CDA08C3}" dt="2024-08-02T19:04:47.013" v="119" actId="6264"/>
          <ac:spMkLst>
            <pc:docMk/>
            <pc:sldMk cId="1578582115" sldId="381"/>
            <ac:spMk id="2" creationId="{51C6B947-BCAA-1B0E-62BA-4B608E12D045}"/>
          </ac:spMkLst>
        </pc:spChg>
        <pc:spChg chg="add del mod">
          <ac:chgData name="Yvette Delim" userId="1eb1221e-2905-468b-b6ca-e1e332e3c4b6" providerId="ADAL" clId="{1801C47B-DFD9-4886-9586-56FA3CDA08C3}" dt="2024-08-02T19:04:47.013" v="119" actId="6264"/>
          <ac:spMkLst>
            <pc:docMk/>
            <pc:sldMk cId="1578582115" sldId="381"/>
            <ac:spMk id="3" creationId="{15541706-20BF-1B62-221E-FB2638E1913F}"/>
          </ac:spMkLst>
        </pc:spChg>
        <pc:spChg chg="mod ord">
          <ac:chgData name="Yvette Delim" userId="1eb1221e-2905-468b-b6ca-e1e332e3c4b6" providerId="ADAL" clId="{1801C47B-DFD9-4886-9586-56FA3CDA08C3}" dt="2024-08-02T19:04:47.013" v="119" actId="6264"/>
          <ac:spMkLst>
            <pc:docMk/>
            <pc:sldMk cId="1578582115" sldId="381"/>
            <ac:spMk id="4" creationId="{DBE67527-A012-FE65-9B49-EEB1BD631F3D}"/>
          </ac:spMkLst>
        </pc:spChg>
        <pc:spChg chg="mod">
          <ac:chgData name="Yvette Delim" userId="1eb1221e-2905-468b-b6ca-e1e332e3c4b6" providerId="ADAL" clId="{1801C47B-DFD9-4886-9586-56FA3CDA08C3}" dt="2024-08-02T18:52:07.492" v="0"/>
          <ac:spMkLst>
            <pc:docMk/>
            <pc:sldMk cId="1578582115" sldId="381"/>
            <ac:spMk id="5" creationId="{59D19585-246C-04E7-75F3-20D281F7E130}"/>
          </ac:spMkLst>
        </pc:spChg>
        <pc:spChg chg="del mod">
          <ac:chgData name="Yvette Delim" userId="1eb1221e-2905-468b-b6ca-e1e332e3c4b6" providerId="ADAL" clId="{1801C47B-DFD9-4886-9586-56FA3CDA08C3}" dt="2024-08-02T19:04:57.656" v="122" actId="478"/>
          <ac:spMkLst>
            <pc:docMk/>
            <pc:sldMk cId="1578582115" sldId="381"/>
            <ac:spMk id="6" creationId="{370D7AFC-F12D-5980-604B-A400C641A28F}"/>
          </ac:spMkLst>
        </pc:spChg>
        <pc:spChg chg="add del mod">
          <ac:chgData name="Yvette Delim" userId="1eb1221e-2905-468b-b6ca-e1e332e3c4b6" providerId="ADAL" clId="{1801C47B-DFD9-4886-9586-56FA3CDA08C3}" dt="2024-08-02T19:04:47.013" v="119" actId="6264"/>
          <ac:spMkLst>
            <pc:docMk/>
            <pc:sldMk cId="1578582115" sldId="381"/>
            <ac:spMk id="8" creationId="{9052A0AA-2378-C149-9A5B-76749F1B691A}"/>
          </ac:spMkLst>
        </pc:spChg>
        <pc:spChg chg="add mod ord">
          <ac:chgData name="Yvette Delim" userId="1eb1221e-2905-468b-b6ca-e1e332e3c4b6" providerId="ADAL" clId="{1801C47B-DFD9-4886-9586-56FA3CDA08C3}" dt="2024-08-02T19:05:01.341" v="124" actId="20577"/>
          <ac:spMkLst>
            <pc:docMk/>
            <pc:sldMk cId="1578582115" sldId="381"/>
            <ac:spMk id="9" creationId="{6F8F73BD-AE3B-6554-C4F6-0609AF515463}"/>
          </ac:spMkLst>
        </pc:spChg>
        <pc:spChg chg="add del mod ord">
          <ac:chgData name="Yvette Delim" userId="1eb1221e-2905-468b-b6ca-e1e332e3c4b6" providerId="ADAL" clId="{1801C47B-DFD9-4886-9586-56FA3CDA08C3}" dt="2024-08-02T19:05:03.729" v="125" actId="478"/>
          <ac:spMkLst>
            <pc:docMk/>
            <pc:sldMk cId="1578582115" sldId="381"/>
            <ac:spMk id="10" creationId="{EDC56388-6DEB-41FD-C447-AEC7ED6D5CB5}"/>
          </ac:spMkLst>
        </pc:spChg>
      </pc:sldChg>
      <pc:sldChg chg="addSp delSp modSp mod chgLayout">
        <pc:chgData name="Yvette Delim" userId="1eb1221e-2905-468b-b6ca-e1e332e3c4b6" providerId="ADAL" clId="{1801C47B-DFD9-4886-9586-56FA3CDA08C3}" dt="2024-08-02T19:04:39.545" v="117" actId="6264"/>
        <pc:sldMkLst>
          <pc:docMk/>
          <pc:sldMk cId="2820894735" sldId="382"/>
        </pc:sldMkLst>
        <pc:spChg chg="mod ord">
          <ac:chgData name="Yvette Delim" userId="1eb1221e-2905-468b-b6ca-e1e332e3c4b6" providerId="ADAL" clId="{1801C47B-DFD9-4886-9586-56FA3CDA08C3}" dt="2024-08-02T19:04:39.545" v="117" actId="6264"/>
          <ac:spMkLst>
            <pc:docMk/>
            <pc:sldMk cId="2820894735" sldId="382"/>
            <ac:spMk id="2" creationId="{16F2B946-932A-342E-F150-3CE09306B510}"/>
          </ac:spMkLst>
        </pc:spChg>
        <pc:spChg chg="mod ord">
          <ac:chgData name="Yvette Delim" userId="1eb1221e-2905-468b-b6ca-e1e332e3c4b6" providerId="ADAL" clId="{1801C47B-DFD9-4886-9586-56FA3CDA08C3}" dt="2024-08-02T19:04:39.545" v="117" actId="6264"/>
          <ac:spMkLst>
            <pc:docMk/>
            <pc:sldMk cId="2820894735" sldId="382"/>
            <ac:spMk id="3" creationId="{41BF08B4-AF31-3134-4294-DB3E0173AEFC}"/>
          </ac:spMkLst>
        </pc:spChg>
        <pc:spChg chg="mod ord">
          <ac:chgData name="Yvette Delim" userId="1eb1221e-2905-468b-b6ca-e1e332e3c4b6" providerId="ADAL" clId="{1801C47B-DFD9-4886-9586-56FA3CDA08C3}" dt="2024-08-02T19:04:39.545" v="117" actId="6264"/>
          <ac:spMkLst>
            <pc:docMk/>
            <pc:sldMk cId="2820894735" sldId="382"/>
            <ac:spMk id="4" creationId="{05D33E60-ACFD-6C1D-659F-F453D06A9240}"/>
          </ac:spMkLst>
        </pc:spChg>
        <pc:spChg chg="mod">
          <ac:chgData name="Yvette Delim" userId="1eb1221e-2905-468b-b6ca-e1e332e3c4b6" providerId="ADAL" clId="{1801C47B-DFD9-4886-9586-56FA3CDA08C3}" dt="2024-08-02T18:52:07.492" v="0"/>
          <ac:spMkLst>
            <pc:docMk/>
            <pc:sldMk cId="2820894735" sldId="382"/>
            <ac:spMk id="5" creationId="{32E7BEC6-0E50-7554-3822-DDB638115448}"/>
          </ac:spMkLst>
        </pc:spChg>
        <pc:spChg chg="add del mod">
          <ac:chgData name="Yvette Delim" userId="1eb1221e-2905-468b-b6ca-e1e332e3c4b6" providerId="ADAL" clId="{1801C47B-DFD9-4886-9586-56FA3CDA08C3}" dt="2024-08-02T19:04:38.145" v="116" actId="6264"/>
          <ac:spMkLst>
            <pc:docMk/>
            <pc:sldMk cId="2820894735" sldId="382"/>
            <ac:spMk id="7" creationId="{2781CF43-C977-C270-91B6-E56CFF1E2F32}"/>
          </ac:spMkLst>
        </pc:spChg>
        <pc:spChg chg="add del mod">
          <ac:chgData name="Yvette Delim" userId="1eb1221e-2905-468b-b6ca-e1e332e3c4b6" providerId="ADAL" clId="{1801C47B-DFD9-4886-9586-56FA3CDA08C3}" dt="2024-08-02T19:04:38.145" v="116" actId="6264"/>
          <ac:spMkLst>
            <pc:docMk/>
            <pc:sldMk cId="2820894735" sldId="382"/>
            <ac:spMk id="8" creationId="{0BB801A9-82E5-770A-9925-69CDB97952AF}"/>
          </ac:spMkLst>
        </pc:spChg>
        <pc:spChg chg="add del mod">
          <ac:chgData name="Yvette Delim" userId="1eb1221e-2905-468b-b6ca-e1e332e3c4b6" providerId="ADAL" clId="{1801C47B-DFD9-4886-9586-56FA3CDA08C3}" dt="2024-08-02T19:04:38.145" v="116" actId="6264"/>
          <ac:spMkLst>
            <pc:docMk/>
            <pc:sldMk cId="2820894735" sldId="382"/>
            <ac:spMk id="9" creationId="{2CBEC3ED-24FB-EC5D-E534-8D4CD11718D1}"/>
          </ac:spMkLst>
        </pc:spChg>
        <pc:spChg chg="add del mod">
          <ac:chgData name="Yvette Delim" userId="1eb1221e-2905-468b-b6ca-e1e332e3c4b6" providerId="ADAL" clId="{1801C47B-DFD9-4886-9586-56FA3CDA08C3}" dt="2024-08-02T19:04:38.145" v="116" actId="6264"/>
          <ac:spMkLst>
            <pc:docMk/>
            <pc:sldMk cId="2820894735" sldId="382"/>
            <ac:spMk id="10" creationId="{F8027A1B-1630-0789-A311-2CC73F46F0B1}"/>
          </ac:spMkLst>
        </pc:spChg>
        <pc:spChg chg="add del mod">
          <ac:chgData name="Yvette Delim" userId="1eb1221e-2905-468b-b6ca-e1e332e3c4b6" providerId="ADAL" clId="{1801C47B-DFD9-4886-9586-56FA3CDA08C3}" dt="2024-08-02T19:04:39.545" v="117" actId="6264"/>
          <ac:spMkLst>
            <pc:docMk/>
            <pc:sldMk cId="2820894735" sldId="382"/>
            <ac:spMk id="11" creationId="{04B6E4BF-137D-4A84-83E1-64AA11C7A278}"/>
          </ac:spMkLst>
        </pc:spChg>
        <pc:spChg chg="add del mod">
          <ac:chgData name="Yvette Delim" userId="1eb1221e-2905-468b-b6ca-e1e332e3c4b6" providerId="ADAL" clId="{1801C47B-DFD9-4886-9586-56FA3CDA08C3}" dt="2024-08-02T19:04:39.545" v="117" actId="6264"/>
          <ac:spMkLst>
            <pc:docMk/>
            <pc:sldMk cId="2820894735" sldId="382"/>
            <ac:spMk id="12" creationId="{E1AE84F2-FFF6-8077-EABE-25B9ADB9DD6E}"/>
          </ac:spMkLst>
        </pc:spChg>
        <pc:spChg chg="add del mod">
          <ac:chgData name="Yvette Delim" userId="1eb1221e-2905-468b-b6ca-e1e332e3c4b6" providerId="ADAL" clId="{1801C47B-DFD9-4886-9586-56FA3CDA08C3}" dt="2024-08-02T19:04:39.545" v="117" actId="6264"/>
          <ac:spMkLst>
            <pc:docMk/>
            <pc:sldMk cId="2820894735" sldId="382"/>
            <ac:spMk id="13" creationId="{1E97C9A8-001F-7490-2B7B-0707C27235CD}"/>
          </ac:spMkLst>
        </pc:spChg>
        <pc:spChg chg="add del mod">
          <ac:chgData name="Yvette Delim" userId="1eb1221e-2905-468b-b6ca-e1e332e3c4b6" providerId="ADAL" clId="{1801C47B-DFD9-4886-9586-56FA3CDA08C3}" dt="2024-08-02T19:04:39.545" v="117" actId="6264"/>
          <ac:spMkLst>
            <pc:docMk/>
            <pc:sldMk cId="2820894735" sldId="382"/>
            <ac:spMk id="14" creationId="{22E70DBE-67BC-F3DE-24C4-6EFE854C0009}"/>
          </ac:spMkLst>
        </pc:spChg>
        <pc:graphicFrameChg chg="mod ord">
          <ac:chgData name="Yvette Delim" userId="1eb1221e-2905-468b-b6ca-e1e332e3c4b6" providerId="ADAL" clId="{1801C47B-DFD9-4886-9586-56FA3CDA08C3}" dt="2024-08-02T19:04:39.545" v="117" actId="6264"/>
          <ac:graphicFrameMkLst>
            <pc:docMk/>
            <pc:sldMk cId="2820894735" sldId="382"/>
            <ac:graphicFrameMk id="6" creationId="{7ED3EAE9-A0C0-01B1-36D0-0B80C16AA312}"/>
          </ac:graphicFrameMkLst>
        </pc:graphicFrameChg>
      </pc:sldChg>
      <pc:sldChg chg="addSp delSp modSp mod chgLayout">
        <pc:chgData name="Yvette Delim" userId="1eb1221e-2905-468b-b6ca-e1e332e3c4b6" providerId="ADAL" clId="{1801C47B-DFD9-4886-9586-56FA3CDA08C3}" dt="2024-08-02T19:04:43.882" v="118" actId="6264"/>
        <pc:sldMkLst>
          <pc:docMk/>
          <pc:sldMk cId="246195298" sldId="383"/>
        </pc:sldMkLst>
        <pc:spChg chg="mod ord">
          <ac:chgData name="Yvette Delim" userId="1eb1221e-2905-468b-b6ca-e1e332e3c4b6" providerId="ADAL" clId="{1801C47B-DFD9-4886-9586-56FA3CDA08C3}" dt="2024-08-02T19:04:43.882" v="118" actId="6264"/>
          <ac:spMkLst>
            <pc:docMk/>
            <pc:sldMk cId="246195298" sldId="383"/>
            <ac:spMk id="2" creationId="{16F2B946-932A-342E-F150-3CE09306B510}"/>
          </ac:spMkLst>
        </pc:spChg>
        <pc:spChg chg="mod ord">
          <ac:chgData name="Yvette Delim" userId="1eb1221e-2905-468b-b6ca-e1e332e3c4b6" providerId="ADAL" clId="{1801C47B-DFD9-4886-9586-56FA3CDA08C3}" dt="2024-08-02T19:04:43.882" v="118" actId="6264"/>
          <ac:spMkLst>
            <pc:docMk/>
            <pc:sldMk cId="246195298" sldId="383"/>
            <ac:spMk id="4" creationId="{05D33E60-ACFD-6C1D-659F-F453D06A9240}"/>
          </ac:spMkLst>
        </pc:spChg>
        <pc:spChg chg="mod">
          <ac:chgData name="Yvette Delim" userId="1eb1221e-2905-468b-b6ca-e1e332e3c4b6" providerId="ADAL" clId="{1801C47B-DFD9-4886-9586-56FA3CDA08C3}" dt="2024-08-02T18:52:07.492" v="0"/>
          <ac:spMkLst>
            <pc:docMk/>
            <pc:sldMk cId="246195298" sldId="383"/>
            <ac:spMk id="5" creationId="{32E7BEC6-0E50-7554-3822-DDB638115448}"/>
          </ac:spMkLst>
        </pc:spChg>
        <pc:spChg chg="mod ord">
          <ac:chgData name="Yvette Delim" userId="1eb1221e-2905-468b-b6ca-e1e332e3c4b6" providerId="ADAL" clId="{1801C47B-DFD9-4886-9586-56FA3CDA08C3}" dt="2024-08-02T19:04:43.882" v="118" actId="6264"/>
          <ac:spMkLst>
            <pc:docMk/>
            <pc:sldMk cId="246195298" sldId="383"/>
            <ac:spMk id="7" creationId="{9F47CAA3-367A-FD78-A104-34A51D46BB1A}"/>
          </ac:spMkLst>
        </pc:spChg>
        <pc:spChg chg="add del mod">
          <ac:chgData name="Yvette Delim" userId="1eb1221e-2905-468b-b6ca-e1e332e3c4b6" providerId="ADAL" clId="{1801C47B-DFD9-4886-9586-56FA3CDA08C3}" dt="2024-08-02T19:04:43.882" v="118" actId="6264"/>
          <ac:spMkLst>
            <pc:docMk/>
            <pc:sldMk cId="246195298" sldId="383"/>
            <ac:spMk id="8" creationId="{124C4D42-7441-2A2E-DAA1-8CA6A77F4C4F}"/>
          </ac:spMkLst>
        </pc:spChg>
        <pc:spChg chg="add del mod">
          <ac:chgData name="Yvette Delim" userId="1eb1221e-2905-468b-b6ca-e1e332e3c4b6" providerId="ADAL" clId="{1801C47B-DFD9-4886-9586-56FA3CDA08C3}" dt="2024-08-02T19:04:43.882" v="118" actId="6264"/>
          <ac:spMkLst>
            <pc:docMk/>
            <pc:sldMk cId="246195298" sldId="383"/>
            <ac:spMk id="9" creationId="{6CB99E11-30EB-4110-2834-BAFDE9DA8BAC}"/>
          </ac:spMkLst>
        </pc:spChg>
        <pc:spChg chg="add del mod">
          <ac:chgData name="Yvette Delim" userId="1eb1221e-2905-468b-b6ca-e1e332e3c4b6" providerId="ADAL" clId="{1801C47B-DFD9-4886-9586-56FA3CDA08C3}" dt="2024-08-02T19:04:43.882" v="118" actId="6264"/>
          <ac:spMkLst>
            <pc:docMk/>
            <pc:sldMk cId="246195298" sldId="383"/>
            <ac:spMk id="10" creationId="{2A20EEDC-2820-0DA4-8F0F-873C6A741CA7}"/>
          </ac:spMkLst>
        </pc:spChg>
        <pc:spChg chg="add del mod">
          <ac:chgData name="Yvette Delim" userId="1eb1221e-2905-468b-b6ca-e1e332e3c4b6" providerId="ADAL" clId="{1801C47B-DFD9-4886-9586-56FA3CDA08C3}" dt="2024-08-02T19:04:43.882" v="118" actId="6264"/>
          <ac:spMkLst>
            <pc:docMk/>
            <pc:sldMk cId="246195298" sldId="383"/>
            <ac:spMk id="11" creationId="{2524AEB4-BDB7-4A0C-3FEF-A7751947AE9B}"/>
          </ac:spMkLst>
        </pc:spChg>
        <pc:graphicFrameChg chg="mod ord">
          <ac:chgData name="Yvette Delim" userId="1eb1221e-2905-468b-b6ca-e1e332e3c4b6" providerId="ADAL" clId="{1801C47B-DFD9-4886-9586-56FA3CDA08C3}" dt="2024-08-02T19:04:43.882" v="118" actId="6264"/>
          <ac:graphicFrameMkLst>
            <pc:docMk/>
            <pc:sldMk cId="246195298" sldId="383"/>
            <ac:graphicFrameMk id="6" creationId="{7ED3EAE9-A0C0-01B1-36D0-0B80C16AA312}"/>
          </ac:graphicFrameMkLst>
        </pc:graphicFrameChg>
      </pc:sldChg>
      <pc:sldChg chg="addSp delSp modSp mod chgLayout">
        <pc:chgData name="Yvette Delim" userId="1eb1221e-2905-468b-b6ca-e1e332e3c4b6" providerId="ADAL" clId="{1801C47B-DFD9-4886-9586-56FA3CDA08C3}" dt="2024-08-02T19:05:27.810" v="132" actId="478"/>
        <pc:sldMkLst>
          <pc:docMk/>
          <pc:sldMk cId="1028438240" sldId="384"/>
        </pc:sldMkLst>
        <pc:spChg chg="mod ord">
          <ac:chgData name="Yvette Delim" userId="1eb1221e-2905-468b-b6ca-e1e332e3c4b6" providerId="ADAL" clId="{1801C47B-DFD9-4886-9586-56FA3CDA08C3}" dt="2024-08-02T19:05:12.089" v="126" actId="6264"/>
          <ac:spMkLst>
            <pc:docMk/>
            <pc:sldMk cId="1028438240" sldId="384"/>
            <ac:spMk id="2" creationId="{28A1B9F9-17C7-4913-C5A5-338EF64EF2C6}"/>
          </ac:spMkLst>
        </pc:spChg>
        <pc:spChg chg="add del mod">
          <ac:chgData name="Yvette Delim" userId="1eb1221e-2905-468b-b6ca-e1e332e3c4b6" providerId="ADAL" clId="{1801C47B-DFD9-4886-9586-56FA3CDA08C3}" dt="2024-08-02T19:05:12.089" v="126" actId="6264"/>
          <ac:spMkLst>
            <pc:docMk/>
            <pc:sldMk cId="1028438240" sldId="384"/>
            <ac:spMk id="3" creationId="{7EFB1C03-1A4C-7ED0-22E7-D2423A50D382}"/>
          </ac:spMkLst>
        </pc:spChg>
        <pc:spChg chg="mod ord">
          <ac:chgData name="Yvette Delim" userId="1eb1221e-2905-468b-b6ca-e1e332e3c4b6" providerId="ADAL" clId="{1801C47B-DFD9-4886-9586-56FA3CDA08C3}" dt="2024-08-02T19:05:12.089" v="126" actId="6264"/>
          <ac:spMkLst>
            <pc:docMk/>
            <pc:sldMk cId="1028438240" sldId="384"/>
            <ac:spMk id="4" creationId="{F86E8D34-3FD3-49A4-987B-081E709840A3}"/>
          </ac:spMkLst>
        </pc:spChg>
        <pc:spChg chg="mod">
          <ac:chgData name="Yvette Delim" userId="1eb1221e-2905-468b-b6ca-e1e332e3c4b6" providerId="ADAL" clId="{1801C47B-DFD9-4886-9586-56FA3CDA08C3}" dt="2024-08-02T18:52:07.492" v="0"/>
          <ac:spMkLst>
            <pc:docMk/>
            <pc:sldMk cId="1028438240" sldId="384"/>
            <ac:spMk id="5" creationId="{025F2A42-CAE5-1144-CBFA-F1C6FE27E083}"/>
          </ac:spMkLst>
        </pc:spChg>
        <pc:spChg chg="del mod">
          <ac:chgData name="Yvette Delim" userId="1eb1221e-2905-468b-b6ca-e1e332e3c4b6" providerId="ADAL" clId="{1801C47B-DFD9-4886-9586-56FA3CDA08C3}" dt="2024-08-02T19:05:20.105" v="129" actId="478"/>
          <ac:spMkLst>
            <pc:docMk/>
            <pc:sldMk cId="1028438240" sldId="384"/>
            <ac:spMk id="6" creationId="{C29D48C0-35BF-EEB5-07CC-2FF08082C673}"/>
          </ac:spMkLst>
        </pc:spChg>
        <pc:spChg chg="add del mod">
          <ac:chgData name="Yvette Delim" userId="1eb1221e-2905-468b-b6ca-e1e332e3c4b6" providerId="ADAL" clId="{1801C47B-DFD9-4886-9586-56FA3CDA08C3}" dt="2024-08-02T19:05:12.089" v="126" actId="6264"/>
          <ac:spMkLst>
            <pc:docMk/>
            <pc:sldMk cId="1028438240" sldId="384"/>
            <ac:spMk id="8" creationId="{13E63EF5-5FDD-661D-14A4-9972A8BD8C5E}"/>
          </ac:spMkLst>
        </pc:spChg>
        <pc:spChg chg="add mod ord">
          <ac:chgData name="Yvette Delim" userId="1eb1221e-2905-468b-b6ca-e1e332e3c4b6" providerId="ADAL" clId="{1801C47B-DFD9-4886-9586-56FA3CDA08C3}" dt="2024-08-02T19:05:23.695" v="131" actId="20577"/>
          <ac:spMkLst>
            <pc:docMk/>
            <pc:sldMk cId="1028438240" sldId="384"/>
            <ac:spMk id="9" creationId="{FC2DE6FB-CD52-5CDF-FC27-198B60D26164}"/>
          </ac:spMkLst>
        </pc:spChg>
        <pc:spChg chg="add del mod ord">
          <ac:chgData name="Yvette Delim" userId="1eb1221e-2905-468b-b6ca-e1e332e3c4b6" providerId="ADAL" clId="{1801C47B-DFD9-4886-9586-56FA3CDA08C3}" dt="2024-08-02T19:05:27.810" v="132" actId="478"/>
          <ac:spMkLst>
            <pc:docMk/>
            <pc:sldMk cId="1028438240" sldId="384"/>
            <ac:spMk id="10" creationId="{273BC868-B1CB-D222-948B-17F7DB5CE373}"/>
          </ac:spMkLst>
        </pc:spChg>
      </pc:sldChg>
      <pc:sldChg chg="addSp delSp modSp mod chgLayout">
        <pc:chgData name="Yvette Delim" userId="1eb1221e-2905-468b-b6ca-e1e332e3c4b6" providerId="ADAL" clId="{1801C47B-DFD9-4886-9586-56FA3CDA08C3}" dt="2024-08-02T19:06:00.185" v="144" actId="5793"/>
        <pc:sldMkLst>
          <pc:docMk/>
          <pc:sldMk cId="2325164683" sldId="385"/>
        </pc:sldMkLst>
        <pc:spChg chg="mod ord">
          <ac:chgData name="Yvette Delim" userId="1eb1221e-2905-468b-b6ca-e1e332e3c4b6" providerId="ADAL" clId="{1801C47B-DFD9-4886-9586-56FA3CDA08C3}" dt="2024-08-02T19:05:33.717" v="133" actId="6264"/>
          <ac:spMkLst>
            <pc:docMk/>
            <pc:sldMk cId="2325164683" sldId="385"/>
            <ac:spMk id="2" creationId="{467F27E0-ED84-76D6-55D8-9245C5A63247}"/>
          </ac:spMkLst>
        </pc:spChg>
        <pc:spChg chg="add del mod">
          <ac:chgData name="Yvette Delim" userId="1eb1221e-2905-468b-b6ca-e1e332e3c4b6" providerId="ADAL" clId="{1801C47B-DFD9-4886-9586-56FA3CDA08C3}" dt="2024-08-02T19:05:33.717" v="133" actId="6264"/>
          <ac:spMkLst>
            <pc:docMk/>
            <pc:sldMk cId="2325164683" sldId="385"/>
            <ac:spMk id="3" creationId="{2A653EA3-E237-9390-9BC6-CC1CB7F5DAAE}"/>
          </ac:spMkLst>
        </pc:spChg>
        <pc:spChg chg="mod ord">
          <ac:chgData name="Yvette Delim" userId="1eb1221e-2905-468b-b6ca-e1e332e3c4b6" providerId="ADAL" clId="{1801C47B-DFD9-4886-9586-56FA3CDA08C3}" dt="2024-08-02T19:05:33.717" v="133" actId="6264"/>
          <ac:spMkLst>
            <pc:docMk/>
            <pc:sldMk cId="2325164683" sldId="385"/>
            <ac:spMk id="4" creationId="{6BFC528E-CB0B-D60E-1C85-346F9AA949AE}"/>
          </ac:spMkLst>
        </pc:spChg>
        <pc:spChg chg="mod">
          <ac:chgData name="Yvette Delim" userId="1eb1221e-2905-468b-b6ca-e1e332e3c4b6" providerId="ADAL" clId="{1801C47B-DFD9-4886-9586-56FA3CDA08C3}" dt="2024-08-02T18:52:07.492" v="0"/>
          <ac:spMkLst>
            <pc:docMk/>
            <pc:sldMk cId="2325164683" sldId="385"/>
            <ac:spMk id="5" creationId="{1D64AA6E-B2DE-1FEC-CBEA-E8212BDE57D4}"/>
          </ac:spMkLst>
        </pc:spChg>
        <pc:spChg chg="del mod">
          <ac:chgData name="Yvette Delim" userId="1eb1221e-2905-468b-b6ca-e1e332e3c4b6" providerId="ADAL" clId="{1801C47B-DFD9-4886-9586-56FA3CDA08C3}" dt="2024-08-02T19:05:40.953" v="136" actId="478"/>
          <ac:spMkLst>
            <pc:docMk/>
            <pc:sldMk cId="2325164683" sldId="385"/>
            <ac:spMk id="6" creationId="{55F2B7BC-F2F0-E96A-6A38-D24F5A3749F0}"/>
          </ac:spMkLst>
        </pc:spChg>
        <pc:spChg chg="del mod">
          <ac:chgData name="Yvette Delim" userId="1eb1221e-2905-468b-b6ca-e1e332e3c4b6" providerId="ADAL" clId="{1801C47B-DFD9-4886-9586-56FA3CDA08C3}" dt="2024-08-02T19:05:52.896" v="140" actId="478"/>
          <ac:spMkLst>
            <pc:docMk/>
            <pc:sldMk cId="2325164683" sldId="385"/>
            <ac:spMk id="7" creationId="{19F01E72-105F-693A-7A6E-B575BE76DB07}"/>
          </ac:spMkLst>
        </pc:spChg>
        <pc:spChg chg="add del mod">
          <ac:chgData name="Yvette Delim" userId="1eb1221e-2905-468b-b6ca-e1e332e3c4b6" providerId="ADAL" clId="{1801C47B-DFD9-4886-9586-56FA3CDA08C3}" dt="2024-08-02T19:05:33.717" v="133" actId="6264"/>
          <ac:spMkLst>
            <pc:docMk/>
            <pc:sldMk cId="2325164683" sldId="385"/>
            <ac:spMk id="9" creationId="{02305DBE-739D-EA91-630C-435C80E49BE2}"/>
          </ac:spMkLst>
        </pc:spChg>
        <pc:spChg chg="add mod ord">
          <ac:chgData name="Yvette Delim" userId="1eb1221e-2905-468b-b6ca-e1e332e3c4b6" providerId="ADAL" clId="{1801C47B-DFD9-4886-9586-56FA3CDA08C3}" dt="2024-08-02T19:05:45.851" v="138" actId="20577"/>
          <ac:spMkLst>
            <pc:docMk/>
            <pc:sldMk cId="2325164683" sldId="385"/>
            <ac:spMk id="10" creationId="{BD30F4E8-ABEC-1038-0BB8-25E141CB2658}"/>
          </ac:spMkLst>
        </pc:spChg>
        <pc:spChg chg="add mod ord">
          <ac:chgData name="Yvette Delim" userId="1eb1221e-2905-468b-b6ca-e1e332e3c4b6" providerId="ADAL" clId="{1801C47B-DFD9-4886-9586-56FA3CDA08C3}" dt="2024-08-02T19:06:00.185" v="144" actId="5793"/>
          <ac:spMkLst>
            <pc:docMk/>
            <pc:sldMk cId="2325164683" sldId="385"/>
            <ac:spMk id="11" creationId="{BE6536AA-263D-894B-D935-CEA40F8C3C30}"/>
          </ac:spMkLst>
        </pc:spChg>
      </pc:sldChg>
      <pc:sldChg chg="addSp delSp modSp mod chgLayout">
        <pc:chgData name="Yvette Delim" userId="1eb1221e-2905-468b-b6ca-e1e332e3c4b6" providerId="ADAL" clId="{1801C47B-DFD9-4886-9586-56FA3CDA08C3}" dt="2024-08-02T19:07:08.857" v="167" actId="5793"/>
        <pc:sldMkLst>
          <pc:docMk/>
          <pc:sldMk cId="653131670" sldId="386"/>
        </pc:sldMkLst>
        <pc:spChg chg="mod ord">
          <ac:chgData name="Yvette Delim" userId="1eb1221e-2905-468b-b6ca-e1e332e3c4b6" providerId="ADAL" clId="{1801C47B-DFD9-4886-9586-56FA3CDA08C3}" dt="2024-08-02T19:06:46.063" v="157" actId="6264"/>
          <ac:spMkLst>
            <pc:docMk/>
            <pc:sldMk cId="653131670" sldId="386"/>
            <ac:spMk id="2" creationId="{55A23F6F-DD4E-0417-ECB6-433B84FA5769}"/>
          </ac:spMkLst>
        </pc:spChg>
        <pc:spChg chg="add del mod">
          <ac:chgData name="Yvette Delim" userId="1eb1221e-2905-468b-b6ca-e1e332e3c4b6" providerId="ADAL" clId="{1801C47B-DFD9-4886-9586-56FA3CDA08C3}" dt="2024-08-02T19:06:46.063" v="157" actId="6264"/>
          <ac:spMkLst>
            <pc:docMk/>
            <pc:sldMk cId="653131670" sldId="386"/>
            <ac:spMk id="3" creationId="{B97E4D72-FDCC-06DD-60FB-CDFB5AE9B624}"/>
          </ac:spMkLst>
        </pc:spChg>
        <pc:spChg chg="mod ord">
          <ac:chgData name="Yvette Delim" userId="1eb1221e-2905-468b-b6ca-e1e332e3c4b6" providerId="ADAL" clId="{1801C47B-DFD9-4886-9586-56FA3CDA08C3}" dt="2024-08-02T19:06:46.063" v="157" actId="6264"/>
          <ac:spMkLst>
            <pc:docMk/>
            <pc:sldMk cId="653131670" sldId="386"/>
            <ac:spMk id="4" creationId="{FB0B8EE1-BDAD-96CE-197F-76BB13BAF854}"/>
          </ac:spMkLst>
        </pc:spChg>
        <pc:spChg chg="mod">
          <ac:chgData name="Yvette Delim" userId="1eb1221e-2905-468b-b6ca-e1e332e3c4b6" providerId="ADAL" clId="{1801C47B-DFD9-4886-9586-56FA3CDA08C3}" dt="2024-08-02T18:52:07.492" v="0"/>
          <ac:spMkLst>
            <pc:docMk/>
            <pc:sldMk cId="653131670" sldId="386"/>
            <ac:spMk id="5" creationId="{1709F666-6A32-799B-A72A-3B51DF8FB4F1}"/>
          </ac:spMkLst>
        </pc:spChg>
        <pc:spChg chg="del mod">
          <ac:chgData name="Yvette Delim" userId="1eb1221e-2905-468b-b6ca-e1e332e3c4b6" providerId="ADAL" clId="{1801C47B-DFD9-4886-9586-56FA3CDA08C3}" dt="2024-08-02T19:06:52.084" v="160" actId="478"/>
          <ac:spMkLst>
            <pc:docMk/>
            <pc:sldMk cId="653131670" sldId="386"/>
            <ac:spMk id="6" creationId="{80EA6465-352A-9D6E-1068-D185277D844A}"/>
          </ac:spMkLst>
        </pc:spChg>
        <pc:spChg chg="add del mod">
          <ac:chgData name="Yvette Delim" userId="1eb1221e-2905-468b-b6ca-e1e332e3c4b6" providerId="ADAL" clId="{1801C47B-DFD9-4886-9586-56FA3CDA08C3}" dt="2024-08-02T19:06:46.063" v="157" actId="6264"/>
          <ac:spMkLst>
            <pc:docMk/>
            <pc:sldMk cId="653131670" sldId="386"/>
            <ac:spMk id="7" creationId="{91CFC3C7-E9C5-5E1E-DC1B-28CEBBDDCA07}"/>
          </ac:spMkLst>
        </pc:spChg>
        <pc:spChg chg="del mod">
          <ac:chgData name="Yvette Delim" userId="1eb1221e-2905-468b-b6ca-e1e332e3c4b6" providerId="ADAL" clId="{1801C47B-DFD9-4886-9586-56FA3CDA08C3}" dt="2024-08-02T19:07:03.761" v="164" actId="478"/>
          <ac:spMkLst>
            <pc:docMk/>
            <pc:sldMk cId="653131670" sldId="386"/>
            <ac:spMk id="9" creationId="{3CBFD89C-3BE9-79B5-FF02-EC8847F24CCF}"/>
          </ac:spMkLst>
        </pc:spChg>
        <pc:spChg chg="add mod ord">
          <ac:chgData name="Yvette Delim" userId="1eb1221e-2905-468b-b6ca-e1e332e3c4b6" providerId="ADAL" clId="{1801C47B-DFD9-4886-9586-56FA3CDA08C3}" dt="2024-08-02T19:06:56.087" v="162" actId="20577"/>
          <ac:spMkLst>
            <pc:docMk/>
            <pc:sldMk cId="653131670" sldId="386"/>
            <ac:spMk id="10" creationId="{14197858-0250-6875-1036-CBD7F422FCC6}"/>
          </ac:spMkLst>
        </pc:spChg>
        <pc:spChg chg="add mod ord">
          <ac:chgData name="Yvette Delim" userId="1eb1221e-2905-468b-b6ca-e1e332e3c4b6" providerId="ADAL" clId="{1801C47B-DFD9-4886-9586-56FA3CDA08C3}" dt="2024-08-02T19:07:08.857" v="167" actId="5793"/>
          <ac:spMkLst>
            <pc:docMk/>
            <pc:sldMk cId="653131670" sldId="386"/>
            <ac:spMk id="11" creationId="{17729B77-5E25-C97A-2495-202E86BB4246}"/>
          </ac:spMkLst>
        </pc:spChg>
      </pc:sldChg>
      <pc:sldChg chg="addSp delSp modSp mod chgLayout">
        <pc:chgData name="Yvette Delim" userId="1eb1221e-2905-468b-b6ca-e1e332e3c4b6" providerId="ADAL" clId="{1801C47B-DFD9-4886-9586-56FA3CDA08C3}" dt="2024-08-02T19:07:26.049" v="174" actId="478"/>
        <pc:sldMkLst>
          <pc:docMk/>
          <pc:sldMk cId="1246242557" sldId="387"/>
        </pc:sldMkLst>
        <pc:spChg chg="mod ord">
          <ac:chgData name="Yvette Delim" userId="1eb1221e-2905-468b-b6ca-e1e332e3c4b6" providerId="ADAL" clId="{1801C47B-DFD9-4886-9586-56FA3CDA08C3}" dt="2024-08-02T19:07:13.176" v="168" actId="6264"/>
          <ac:spMkLst>
            <pc:docMk/>
            <pc:sldMk cId="1246242557" sldId="387"/>
            <ac:spMk id="2" creationId="{28BD4797-2669-8EA8-09F2-DFAAD7B4990C}"/>
          </ac:spMkLst>
        </pc:spChg>
        <pc:spChg chg="add del mod">
          <ac:chgData name="Yvette Delim" userId="1eb1221e-2905-468b-b6ca-e1e332e3c4b6" providerId="ADAL" clId="{1801C47B-DFD9-4886-9586-56FA3CDA08C3}" dt="2024-08-02T19:07:13.176" v="168" actId="6264"/>
          <ac:spMkLst>
            <pc:docMk/>
            <pc:sldMk cId="1246242557" sldId="387"/>
            <ac:spMk id="3" creationId="{7CD57FC8-FD29-C3B4-0359-8BA3C85EFDA2}"/>
          </ac:spMkLst>
        </pc:spChg>
        <pc:spChg chg="mod ord">
          <ac:chgData name="Yvette Delim" userId="1eb1221e-2905-468b-b6ca-e1e332e3c4b6" providerId="ADAL" clId="{1801C47B-DFD9-4886-9586-56FA3CDA08C3}" dt="2024-08-02T19:07:13.176" v="168" actId="6264"/>
          <ac:spMkLst>
            <pc:docMk/>
            <pc:sldMk cId="1246242557" sldId="387"/>
            <ac:spMk id="4" creationId="{9664E9B6-698D-6897-32EA-EB2D334C71B5}"/>
          </ac:spMkLst>
        </pc:spChg>
        <pc:spChg chg="mod">
          <ac:chgData name="Yvette Delim" userId="1eb1221e-2905-468b-b6ca-e1e332e3c4b6" providerId="ADAL" clId="{1801C47B-DFD9-4886-9586-56FA3CDA08C3}" dt="2024-08-02T18:52:07.492" v="0"/>
          <ac:spMkLst>
            <pc:docMk/>
            <pc:sldMk cId="1246242557" sldId="387"/>
            <ac:spMk id="5" creationId="{5A39117B-01B5-B272-447B-05E68241BB07}"/>
          </ac:spMkLst>
        </pc:spChg>
        <pc:spChg chg="del mod">
          <ac:chgData name="Yvette Delim" userId="1eb1221e-2905-468b-b6ca-e1e332e3c4b6" providerId="ADAL" clId="{1801C47B-DFD9-4886-9586-56FA3CDA08C3}" dt="2024-08-02T19:07:19.729" v="171" actId="478"/>
          <ac:spMkLst>
            <pc:docMk/>
            <pc:sldMk cId="1246242557" sldId="387"/>
            <ac:spMk id="6" creationId="{BDE51558-D8E4-78A7-A8D4-7E0E8363D939}"/>
          </ac:spMkLst>
        </pc:spChg>
        <pc:spChg chg="add del mod">
          <ac:chgData name="Yvette Delim" userId="1eb1221e-2905-468b-b6ca-e1e332e3c4b6" providerId="ADAL" clId="{1801C47B-DFD9-4886-9586-56FA3CDA08C3}" dt="2024-08-02T19:07:13.176" v="168" actId="6264"/>
          <ac:spMkLst>
            <pc:docMk/>
            <pc:sldMk cId="1246242557" sldId="387"/>
            <ac:spMk id="7" creationId="{FECE6766-9074-2DA1-3E65-D9EC0406E0B5}"/>
          </ac:spMkLst>
        </pc:spChg>
        <pc:spChg chg="add mod ord">
          <ac:chgData name="Yvette Delim" userId="1eb1221e-2905-468b-b6ca-e1e332e3c4b6" providerId="ADAL" clId="{1801C47B-DFD9-4886-9586-56FA3CDA08C3}" dt="2024-08-02T19:07:23.404" v="173" actId="20577"/>
          <ac:spMkLst>
            <pc:docMk/>
            <pc:sldMk cId="1246242557" sldId="387"/>
            <ac:spMk id="9" creationId="{7C73F1E4-3BD3-E941-C427-E048B2CA5AD0}"/>
          </ac:spMkLst>
        </pc:spChg>
        <pc:spChg chg="add del mod ord">
          <ac:chgData name="Yvette Delim" userId="1eb1221e-2905-468b-b6ca-e1e332e3c4b6" providerId="ADAL" clId="{1801C47B-DFD9-4886-9586-56FA3CDA08C3}" dt="2024-08-02T19:07:26.049" v="174" actId="478"/>
          <ac:spMkLst>
            <pc:docMk/>
            <pc:sldMk cId="1246242557" sldId="387"/>
            <ac:spMk id="10" creationId="{044EA637-61FA-EB86-0ECC-A38D4E02E589}"/>
          </ac:spMkLst>
        </pc:spChg>
      </pc:sldChg>
      <pc:sldChg chg="addSp delSp modSp mod chgLayout">
        <pc:chgData name="Yvette Delim" userId="1eb1221e-2905-468b-b6ca-e1e332e3c4b6" providerId="ADAL" clId="{1801C47B-DFD9-4886-9586-56FA3CDA08C3}" dt="2024-08-02T19:06:39.811" v="156" actId="5793"/>
        <pc:sldMkLst>
          <pc:docMk/>
          <pc:sldMk cId="4160776574" sldId="389"/>
        </pc:sldMkLst>
        <pc:spChg chg="mod ord">
          <ac:chgData name="Yvette Delim" userId="1eb1221e-2905-468b-b6ca-e1e332e3c4b6" providerId="ADAL" clId="{1801C47B-DFD9-4886-9586-56FA3CDA08C3}" dt="2024-08-02T19:06:07.884" v="145" actId="6264"/>
          <ac:spMkLst>
            <pc:docMk/>
            <pc:sldMk cId="4160776574" sldId="389"/>
            <ac:spMk id="2" creationId="{FD85FAE5-33DB-2ED7-A2AF-4E5897FBCE55}"/>
          </ac:spMkLst>
        </pc:spChg>
        <pc:spChg chg="add del mod">
          <ac:chgData name="Yvette Delim" userId="1eb1221e-2905-468b-b6ca-e1e332e3c4b6" providerId="ADAL" clId="{1801C47B-DFD9-4886-9586-56FA3CDA08C3}" dt="2024-08-02T19:06:07.884" v="145" actId="6264"/>
          <ac:spMkLst>
            <pc:docMk/>
            <pc:sldMk cId="4160776574" sldId="389"/>
            <ac:spMk id="3" creationId="{244BE3C5-0E26-2998-BFEE-63032EF4C9D5}"/>
          </ac:spMkLst>
        </pc:spChg>
        <pc:spChg chg="mod ord">
          <ac:chgData name="Yvette Delim" userId="1eb1221e-2905-468b-b6ca-e1e332e3c4b6" providerId="ADAL" clId="{1801C47B-DFD9-4886-9586-56FA3CDA08C3}" dt="2024-08-02T19:06:07.884" v="145" actId="6264"/>
          <ac:spMkLst>
            <pc:docMk/>
            <pc:sldMk cId="4160776574" sldId="389"/>
            <ac:spMk id="4" creationId="{6BFC528E-CB0B-D60E-1C85-346F9AA949AE}"/>
          </ac:spMkLst>
        </pc:spChg>
        <pc:spChg chg="mod">
          <ac:chgData name="Yvette Delim" userId="1eb1221e-2905-468b-b6ca-e1e332e3c4b6" providerId="ADAL" clId="{1801C47B-DFD9-4886-9586-56FA3CDA08C3}" dt="2024-08-02T18:52:07.492" v="0"/>
          <ac:spMkLst>
            <pc:docMk/>
            <pc:sldMk cId="4160776574" sldId="389"/>
            <ac:spMk id="5" creationId="{1D64AA6E-B2DE-1FEC-CBEA-E8212BDE57D4}"/>
          </ac:spMkLst>
        </pc:spChg>
        <pc:spChg chg="del mod">
          <ac:chgData name="Yvette Delim" userId="1eb1221e-2905-468b-b6ca-e1e332e3c4b6" providerId="ADAL" clId="{1801C47B-DFD9-4886-9586-56FA3CDA08C3}" dt="2024-08-02T19:06:16.169" v="148" actId="478"/>
          <ac:spMkLst>
            <pc:docMk/>
            <pc:sldMk cId="4160776574" sldId="389"/>
            <ac:spMk id="6" creationId="{55F2B7BC-F2F0-E96A-6A38-D24F5A3749F0}"/>
          </ac:spMkLst>
        </pc:spChg>
        <pc:spChg chg="del mod">
          <ac:chgData name="Yvette Delim" userId="1eb1221e-2905-468b-b6ca-e1e332e3c4b6" providerId="ADAL" clId="{1801C47B-DFD9-4886-9586-56FA3CDA08C3}" dt="2024-08-02T19:06:29.401" v="152" actId="478"/>
          <ac:spMkLst>
            <pc:docMk/>
            <pc:sldMk cId="4160776574" sldId="389"/>
            <ac:spMk id="7" creationId="{19F01E72-105F-693A-7A6E-B575BE76DB07}"/>
          </ac:spMkLst>
        </pc:spChg>
        <pc:spChg chg="add del mod">
          <ac:chgData name="Yvette Delim" userId="1eb1221e-2905-468b-b6ca-e1e332e3c4b6" providerId="ADAL" clId="{1801C47B-DFD9-4886-9586-56FA3CDA08C3}" dt="2024-08-02T19:06:07.884" v="145" actId="6264"/>
          <ac:spMkLst>
            <pc:docMk/>
            <pc:sldMk cId="4160776574" sldId="389"/>
            <ac:spMk id="9" creationId="{55D13143-DFAE-4F7D-F684-934F69ABCCFE}"/>
          </ac:spMkLst>
        </pc:spChg>
        <pc:spChg chg="add mod ord">
          <ac:chgData name="Yvette Delim" userId="1eb1221e-2905-468b-b6ca-e1e332e3c4b6" providerId="ADAL" clId="{1801C47B-DFD9-4886-9586-56FA3CDA08C3}" dt="2024-08-02T19:06:19.583" v="150" actId="20577"/>
          <ac:spMkLst>
            <pc:docMk/>
            <pc:sldMk cId="4160776574" sldId="389"/>
            <ac:spMk id="10" creationId="{DF73EC75-54B5-5544-8149-15B9699459C3}"/>
          </ac:spMkLst>
        </pc:spChg>
        <pc:spChg chg="add mod ord">
          <ac:chgData name="Yvette Delim" userId="1eb1221e-2905-468b-b6ca-e1e332e3c4b6" providerId="ADAL" clId="{1801C47B-DFD9-4886-9586-56FA3CDA08C3}" dt="2024-08-02T19:06:39.811" v="156" actId="5793"/>
          <ac:spMkLst>
            <pc:docMk/>
            <pc:sldMk cId="4160776574" sldId="389"/>
            <ac:spMk id="11" creationId="{8CEFC1EE-7248-CCC2-9DFF-FCE456D4EBAB}"/>
          </ac:spMkLst>
        </pc:spChg>
      </pc:sldChg>
      <pc:sldChg chg="addSp delSp modSp mod modClrScheme chgLayout">
        <pc:chgData name="Yvette Delim" userId="1eb1221e-2905-468b-b6ca-e1e332e3c4b6" providerId="ADAL" clId="{1801C47B-DFD9-4886-9586-56FA3CDA08C3}" dt="2024-08-02T19:07:39.706" v="179" actId="6549"/>
        <pc:sldMkLst>
          <pc:docMk/>
          <pc:sldMk cId="2055773245" sldId="390"/>
        </pc:sldMkLst>
        <pc:spChg chg="mod ord">
          <ac:chgData name="Yvette Delim" userId="1eb1221e-2905-468b-b6ca-e1e332e3c4b6" providerId="ADAL" clId="{1801C47B-DFD9-4886-9586-56FA3CDA08C3}" dt="2024-08-02T19:07:36.371" v="177" actId="700"/>
          <ac:spMkLst>
            <pc:docMk/>
            <pc:sldMk cId="2055773245" sldId="390"/>
            <ac:spMk id="2" creationId="{473B0A4F-A9AA-9D24-6FFB-E5A692F6D605}"/>
          </ac:spMkLst>
        </pc:spChg>
        <pc:spChg chg="mod ord">
          <ac:chgData name="Yvette Delim" userId="1eb1221e-2905-468b-b6ca-e1e332e3c4b6" providerId="ADAL" clId="{1801C47B-DFD9-4886-9586-56FA3CDA08C3}" dt="2024-08-02T19:07:36.371" v="177" actId="700"/>
          <ac:spMkLst>
            <pc:docMk/>
            <pc:sldMk cId="2055773245" sldId="390"/>
            <ac:spMk id="3" creationId="{E010B7F7-94DE-847F-5096-F494D03C8ECE}"/>
          </ac:spMkLst>
        </pc:spChg>
        <pc:spChg chg="mod ord">
          <ac:chgData name="Yvette Delim" userId="1eb1221e-2905-468b-b6ca-e1e332e3c4b6" providerId="ADAL" clId="{1801C47B-DFD9-4886-9586-56FA3CDA08C3}" dt="2024-08-02T19:07:36.371" v="177" actId="700"/>
          <ac:spMkLst>
            <pc:docMk/>
            <pc:sldMk cId="2055773245" sldId="390"/>
            <ac:spMk id="4" creationId="{F5904927-F92D-685D-6C3B-2E8E9CBDA504}"/>
          </ac:spMkLst>
        </pc:spChg>
        <pc:spChg chg="mod">
          <ac:chgData name="Yvette Delim" userId="1eb1221e-2905-468b-b6ca-e1e332e3c4b6" providerId="ADAL" clId="{1801C47B-DFD9-4886-9586-56FA3CDA08C3}" dt="2024-08-02T18:52:07.724" v="7" actId="27636"/>
          <ac:spMkLst>
            <pc:docMk/>
            <pc:sldMk cId="2055773245" sldId="390"/>
            <ac:spMk id="5" creationId="{74659686-8BFB-B45C-7559-A5717ED42DD6}"/>
          </ac:spMkLst>
        </pc:spChg>
        <pc:spChg chg="add del mod">
          <ac:chgData name="Yvette Delim" userId="1eb1221e-2905-468b-b6ca-e1e332e3c4b6" providerId="ADAL" clId="{1801C47B-DFD9-4886-9586-56FA3CDA08C3}" dt="2024-08-02T19:07:29.530" v="175" actId="6264"/>
          <ac:spMkLst>
            <pc:docMk/>
            <pc:sldMk cId="2055773245" sldId="390"/>
            <ac:spMk id="6" creationId="{8478F7E9-5743-34CB-7530-4F2A09110186}"/>
          </ac:spMkLst>
        </pc:spChg>
        <pc:spChg chg="add del mod">
          <ac:chgData name="Yvette Delim" userId="1eb1221e-2905-468b-b6ca-e1e332e3c4b6" providerId="ADAL" clId="{1801C47B-DFD9-4886-9586-56FA3CDA08C3}" dt="2024-08-02T19:07:29.530" v="175" actId="6264"/>
          <ac:spMkLst>
            <pc:docMk/>
            <pc:sldMk cId="2055773245" sldId="390"/>
            <ac:spMk id="7" creationId="{FE797184-DEC2-E4A9-5177-4989E8AE32E7}"/>
          </ac:spMkLst>
        </pc:spChg>
        <pc:spChg chg="add del mod">
          <ac:chgData name="Yvette Delim" userId="1eb1221e-2905-468b-b6ca-e1e332e3c4b6" providerId="ADAL" clId="{1801C47B-DFD9-4886-9586-56FA3CDA08C3}" dt="2024-08-02T19:07:29.530" v="175" actId="6264"/>
          <ac:spMkLst>
            <pc:docMk/>
            <pc:sldMk cId="2055773245" sldId="390"/>
            <ac:spMk id="8" creationId="{B90DF45E-E4A5-0607-6A29-E6290545DEF3}"/>
          </ac:spMkLst>
        </pc:spChg>
        <pc:spChg chg="add del mod">
          <ac:chgData name="Yvette Delim" userId="1eb1221e-2905-468b-b6ca-e1e332e3c4b6" providerId="ADAL" clId="{1801C47B-DFD9-4886-9586-56FA3CDA08C3}" dt="2024-08-02T19:07:29.530" v="175" actId="6264"/>
          <ac:spMkLst>
            <pc:docMk/>
            <pc:sldMk cId="2055773245" sldId="390"/>
            <ac:spMk id="9" creationId="{091B667B-2DF2-2FA9-BFFB-8F1068F3AF8F}"/>
          </ac:spMkLst>
        </pc:spChg>
        <pc:spChg chg="add del mod ord">
          <ac:chgData name="Yvette Delim" userId="1eb1221e-2905-468b-b6ca-e1e332e3c4b6" providerId="ADAL" clId="{1801C47B-DFD9-4886-9586-56FA3CDA08C3}" dt="2024-08-02T19:07:36.371" v="177" actId="700"/>
          <ac:spMkLst>
            <pc:docMk/>
            <pc:sldMk cId="2055773245" sldId="390"/>
            <ac:spMk id="10" creationId="{D65720D5-4F5C-6C82-0250-56FDB0FB7EB4}"/>
          </ac:spMkLst>
        </pc:spChg>
        <pc:spChg chg="mod ord">
          <ac:chgData name="Yvette Delim" userId="1eb1221e-2905-468b-b6ca-e1e332e3c4b6" providerId="ADAL" clId="{1801C47B-DFD9-4886-9586-56FA3CDA08C3}" dt="2024-08-02T19:07:39.706" v="179" actId="6549"/>
          <ac:spMkLst>
            <pc:docMk/>
            <pc:sldMk cId="2055773245" sldId="390"/>
            <ac:spMk id="11" creationId="{E1930D1D-AC2D-6D6E-DCE3-9670B39C3E4B}"/>
          </ac:spMkLst>
        </pc:spChg>
      </pc:sldChg>
      <pc:sldChg chg="addSp delSp modSp mod chgLayout">
        <pc:chgData name="Yvette Delim" userId="1eb1221e-2905-468b-b6ca-e1e332e3c4b6" providerId="ADAL" clId="{1801C47B-DFD9-4886-9586-56FA3CDA08C3}" dt="2024-08-02T19:02:20.617" v="80" actId="478"/>
        <pc:sldMkLst>
          <pc:docMk/>
          <pc:sldMk cId="1680578422" sldId="391"/>
        </pc:sldMkLst>
        <pc:spChg chg="mod ord">
          <ac:chgData name="Yvette Delim" userId="1eb1221e-2905-468b-b6ca-e1e332e3c4b6" providerId="ADAL" clId="{1801C47B-DFD9-4886-9586-56FA3CDA08C3}" dt="2024-08-02T19:01:59.616" v="78" actId="6264"/>
          <ac:spMkLst>
            <pc:docMk/>
            <pc:sldMk cId="1680578422" sldId="391"/>
            <ac:spMk id="2" creationId="{B1ABAF72-3A65-11E5-50BA-CAF2D2DD6A22}"/>
          </ac:spMkLst>
        </pc:spChg>
        <pc:spChg chg="add del mod">
          <ac:chgData name="Yvette Delim" userId="1eb1221e-2905-468b-b6ca-e1e332e3c4b6" providerId="ADAL" clId="{1801C47B-DFD9-4886-9586-56FA3CDA08C3}" dt="2024-08-02T19:01:59.616" v="78" actId="6264"/>
          <ac:spMkLst>
            <pc:docMk/>
            <pc:sldMk cId="1680578422" sldId="391"/>
            <ac:spMk id="3" creationId="{5593BCDD-A682-5073-4949-170194BCE179}"/>
          </ac:spMkLst>
        </pc:spChg>
        <pc:spChg chg="mod ord">
          <ac:chgData name="Yvette Delim" userId="1eb1221e-2905-468b-b6ca-e1e332e3c4b6" providerId="ADAL" clId="{1801C47B-DFD9-4886-9586-56FA3CDA08C3}" dt="2024-08-02T19:01:59.616" v="78" actId="6264"/>
          <ac:spMkLst>
            <pc:docMk/>
            <pc:sldMk cId="1680578422" sldId="391"/>
            <ac:spMk id="4" creationId="{BC7CDFD8-745F-39F3-FEF7-EFCE08A952F1}"/>
          </ac:spMkLst>
        </pc:spChg>
        <pc:spChg chg="mod">
          <ac:chgData name="Yvette Delim" userId="1eb1221e-2905-468b-b6ca-e1e332e3c4b6" providerId="ADAL" clId="{1801C47B-DFD9-4886-9586-56FA3CDA08C3}" dt="2024-08-02T18:52:07.492" v="0"/>
          <ac:spMkLst>
            <pc:docMk/>
            <pc:sldMk cId="1680578422" sldId="391"/>
            <ac:spMk id="5" creationId="{A1716ACF-F75F-7DF8-F6B2-A21EEEBBDA75}"/>
          </ac:spMkLst>
        </pc:spChg>
        <pc:spChg chg="mod ord">
          <ac:chgData name="Yvette Delim" userId="1eb1221e-2905-468b-b6ca-e1e332e3c4b6" providerId="ADAL" clId="{1801C47B-DFD9-4886-9586-56FA3CDA08C3}" dt="2024-08-02T19:01:59.685" v="79" actId="27636"/>
          <ac:spMkLst>
            <pc:docMk/>
            <pc:sldMk cId="1680578422" sldId="391"/>
            <ac:spMk id="6" creationId="{78049019-A64E-A589-3EAF-D85766B2921D}"/>
          </ac:spMkLst>
        </pc:spChg>
        <pc:spChg chg="add del mod">
          <ac:chgData name="Yvette Delim" userId="1eb1221e-2905-468b-b6ca-e1e332e3c4b6" providerId="ADAL" clId="{1801C47B-DFD9-4886-9586-56FA3CDA08C3}" dt="2024-08-02T19:01:59.616" v="78" actId="6264"/>
          <ac:spMkLst>
            <pc:docMk/>
            <pc:sldMk cId="1680578422" sldId="391"/>
            <ac:spMk id="11" creationId="{182AECF0-74E2-CA96-9D24-9B88B37848D0}"/>
          </ac:spMkLst>
        </pc:spChg>
        <pc:spChg chg="add del mod">
          <ac:chgData name="Yvette Delim" userId="1eb1221e-2905-468b-b6ca-e1e332e3c4b6" providerId="ADAL" clId="{1801C47B-DFD9-4886-9586-56FA3CDA08C3}" dt="2024-08-02T19:01:59.616" v="78" actId="6264"/>
          <ac:spMkLst>
            <pc:docMk/>
            <pc:sldMk cId="1680578422" sldId="391"/>
            <ac:spMk id="12" creationId="{AAAB7875-7F54-2082-13C3-7BBC626724D7}"/>
          </ac:spMkLst>
        </pc:spChg>
        <pc:spChg chg="add del mod ord">
          <ac:chgData name="Yvette Delim" userId="1eb1221e-2905-468b-b6ca-e1e332e3c4b6" providerId="ADAL" clId="{1801C47B-DFD9-4886-9586-56FA3CDA08C3}" dt="2024-08-02T19:02:20.617" v="80" actId="478"/>
          <ac:spMkLst>
            <pc:docMk/>
            <pc:sldMk cId="1680578422" sldId="391"/>
            <ac:spMk id="13" creationId="{6D812EE7-AFE2-4218-6011-810DAE241779}"/>
          </ac:spMkLst>
        </pc:spChg>
      </pc:sldChg>
      <pc:sldChg chg="addSp delSp modSp mod modClrScheme chgLayout">
        <pc:chgData name="Yvette Delim" userId="1eb1221e-2905-468b-b6ca-e1e332e3c4b6" providerId="ADAL" clId="{1801C47B-DFD9-4886-9586-56FA3CDA08C3}" dt="2024-08-02T19:02:36.240" v="82" actId="700"/>
        <pc:sldMkLst>
          <pc:docMk/>
          <pc:sldMk cId="2695852383" sldId="392"/>
        </pc:sldMkLst>
        <pc:spChg chg="mod ord">
          <ac:chgData name="Yvette Delim" userId="1eb1221e-2905-468b-b6ca-e1e332e3c4b6" providerId="ADAL" clId="{1801C47B-DFD9-4886-9586-56FA3CDA08C3}" dt="2024-08-02T19:02:36.240" v="82" actId="700"/>
          <ac:spMkLst>
            <pc:docMk/>
            <pc:sldMk cId="2695852383" sldId="392"/>
            <ac:spMk id="2" creationId="{293C8ADD-2815-FFF2-0266-DB5AA63F3CAD}"/>
          </ac:spMkLst>
        </pc:spChg>
        <pc:spChg chg="add del mod">
          <ac:chgData name="Yvette Delim" userId="1eb1221e-2905-468b-b6ca-e1e332e3c4b6" providerId="ADAL" clId="{1801C47B-DFD9-4886-9586-56FA3CDA08C3}" dt="2024-08-02T19:02:28.251" v="81" actId="6264"/>
          <ac:spMkLst>
            <pc:docMk/>
            <pc:sldMk cId="2695852383" sldId="392"/>
            <ac:spMk id="3" creationId="{0F83E4DD-62FF-62BF-C7B0-FB14FB458D1A}"/>
          </ac:spMkLst>
        </pc:spChg>
        <pc:spChg chg="mod ord">
          <ac:chgData name="Yvette Delim" userId="1eb1221e-2905-468b-b6ca-e1e332e3c4b6" providerId="ADAL" clId="{1801C47B-DFD9-4886-9586-56FA3CDA08C3}" dt="2024-08-02T19:02:36.240" v="82" actId="700"/>
          <ac:spMkLst>
            <pc:docMk/>
            <pc:sldMk cId="2695852383" sldId="392"/>
            <ac:spMk id="4" creationId="{3C1E0A1F-BDF7-D6DA-F443-18C220DE8869}"/>
          </ac:spMkLst>
        </pc:spChg>
        <pc:spChg chg="mod">
          <ac:chgData name="Yvette Delim" userId="1eb1221e-2905-468b-b6ca-e1e332e3c4b6" providerId="ADAL" clId="{1801C47B-DFD9-4886-9586-56FA3CDA08C3}" dt="2024-08-02T18:52:07.492" v="0"/>
          <ac:spMkLst>
            <pc:docMk/>
            <pc:sldMk cId="2695852383" sldId="392"/>
            <ac:spMk id="5" creationId="{1D30B7EE-F451-053A-6E92-D16E38095262}"/>
          </ac:spMkLst>
        </pc:spChg>
        <pc:spChg chg="mod ord">
          <ac:chgData name="Yvette Delim" userId="1eb1221e-2905-468b-b6ca-e1e332e3c4b6" providerId="ADAL" clId="{1801C47B-DFD9-4886-9586-56FA3CDA08C3}" dt="2024-08-02T19:02:36.240" v="82" actId="700"/>
          <ac:spMkLst>
            <pc:docMk/>
            <pc:sldMk cId="2695852383" sldId="392"/>
            <ac:spMk id="6" creationId="{8F5EEF3D-5609-3084-8291-CCD8133A191C}"/>
          </ac:spMkLst>
        </pc:spChg>
        <pc:spChg chg="add del mod">
          <ac:chgData name="Yvette Delim" userId="1eb1221e-2905-468b-b6ca-e1e332e3c4b6" providerId="ADAL" clId="{1801C47B-DFD9-4886-9586-56FA3CDA08C3}" dt="2024-08-02T19:02:28.251" v="81" actId="6264"/>
          <ac:spMkLst>
            <pc:docMk/>
            <pc:sldMk cId="2695852383" sldId="392"/>
            <ac:spMk id="9" creationId="{85A8F8A0-2266-A3D7-C3E2-4A4B00F482E1}"/>
          </ac:spMkLst>
        </pc:spChg>
        <pc:spChg chg="add del mod">
          <ac:chgData name="Yvette Delim" userId="1eb1221e-2905-468b-b6ca-e1e332e3c4b6" providerId="ADAL" clId="{1801C47B-DFD9-4886-9586-56FA3CDA08C3}" dt="2024-08-02T19:02:28.251" v="81" actId="6264"/>
          <ac:spMkLst>
            <pc:docMk/>
            <pc:sldMk cId="2695852383" sldId="392"/>
            <ac:spMk id="10" creationId="{DF4AD255-36F7-8110-31B1-F0C17E97F23D}"/>
          </ac:spMkLst>
        </pc:spChg>
        <pc:spChg chg="add del mod ord">
          <ac:chgData name="Yvette Delim" userId="1eb1221e-2905-468b-b6ca-e1e332e3c4b6" providerId="ADAL" clId="{1801C47B-DFD9-4886-9586-56FA3CDA08C3}" dt="2024-08-02T19:02:36.240" v="82" actId="700"/>
          <ac:spMkLst>
            <pc:docMk/>
            <pc:sldMk cId="2695852383" sldId="392"/>
            <ac:spMk id="11" creationId="{6BFA5912-0DFC-489F-4A21-B89B84589998}"/>
          </ac:spMkLst>
        </pc:spChg>
      </pc:sldChg>
      <pc:sldChg chg="addSp delSp modSp mod chgLayout">
        <pc:chgData name="Yvette Delim" userId="1eb1221e-2905-468b-b6ca-e1e332e3c4b6" providerId="ADAL" clId="{1801C47B-DFD9-4886-9586-56FA3CDA08C3}" dt="2024-08-02T19:03:33.260" v="96" actId="478"/>
        <pc:sldMkLst>
          <pc:docMk/>
          <pc:sldMk cId="2779134890" sldId="393"/>
        </pc:sldMkLst>
        <pc:spChg chg="mod ord">
          <ac:chgData name="Yvette Delim" userId="1eb1221e-2905-468b-b6ca-e1e332e3c4b6" providerId="ADAL" clId="{1801C47B-DFD9-4886-9586-56FA3CDA08C3}" dt="2024-08-02T19:03:30.532" v="95" actId="6264"/>
          <ac:spMkLst>
            <pc:docMk/>
            <pc:sldMk cId="2779134890" sldId="393"/>
            <ac:spMk id="2" creationId="{0E5D6A73-1625-05D1-A0F9-B16191F23CB6}"/>
          </ac:spMkLst>
        </pc:spChg>
        <pc:spChg chg="mod ord">
          <ac:chgData name="Yvette Delim" userId="1eb1221e-2905-468b-b6ca-e1e332e3c4b6" providerId="ADAL" clId="{1801C47B-DFD9-4886-9586-56FA3CDA08C3}" dt="2024-08-02T19:03:30.532" v="95" actId="6264"/>
          <ac:spMkLst>
            <pc:docMk/>
            <pc:sldMk cId="2779134890" sldId="393"/>
            <ac:spMk id="4" creationId="{3C1E0A1F-BDF7-D6DA-F443-18C220DE8869}"/>
          </ac:spMkLst>
        </pc:spChg>
        <pc:spChg chg="mod">
          <ac:chgData name="Yvette Delim" userId="1eb1221e-2905-468b-b6ca-e1e332e3c4b6" providerId="ADAL" clId="{1801C47B-DFD9-4886-9586-56FA3CDA08C3}" dt="2024-08-02T18:52:07.492" v="0"/>
          <ac:spMkLst>
            <pc:docMk/>
            <pc:sldMk cId="2779134890" sldId="393"/>
            <ac:spMk id="5" creationId="{1D30B7EE-F451-053A-6E92-D16E38095262}"/>
          </ac:spMkLst>
        </pc:spChg>
        <pc:spChg chg="mod ord">
          <ac:chgData name="Yvette Delim" userId="1eb1221e-2905-468b-b6ca-e1e332e3c4b6" providerId="ADAL" clId="{1801C47B-DFD9-4886-9586-56FA3CDA08C3}" dt="2024-08-02T19:03:30.532" v="95" actId="6264"/>
          <ac:spMkLst>
            <pc:docMk/>
            <pc:sldMk cId="2779134890" sldId="393"/>
            <ac:spMk id="6" creationId="{D5E29710-D3C4-D4D7-A386-A26EFC34CCC3}"/>
          </ac:spMkLst>
        </pc:spChg>
        <pc:spChg chg="add del mod">
          <ac:chgData name="Yvette Delim" userId="1eb1221e-2905-468b-b6ca-e1e332e3c4b6" providerId="ADAL" clId="{1801C47B-DFD9-4886-9586-56FA3CDA08C3}" dt="2024-08-02T19:03:30.532" v="95" actId="6264"/>
          <ac:spMkLst>
            <pc:docMk/>
            <pc:sldMk cId="2779134890" sldId="393"/>
            <ac:spMk id="8" creationId="{FDCB8A20-10EE-F069-D511-8914C299E0F9}"/>
          </ac:spMkLst>
        </pc:spChg>
        <pc:spChg chg="add del mod">
          <ac:chgData name="Yvette Delim" userId="1eb1221e-2905-468b-b6ca-e1e332e3c4b6" providerId="ADAL" clId="{1801C47B-DFD9-4886-9586-56FA3CDA08C3}" dt="2024-08-02T19:03:30.532" v="95" actId="6264"/>
          <ac:spMkLst>
            <pc:docMk/>
            <pc:sldMk cId="2779134890" sldId="393"/>
            <ac:spMk id="10" creationId="{3AA32521-7BAB-E991-6CD8-A806B3EFCFE4}"/>
          </ac:spMkLst>
        </pc:spChg>
        <pc:spChg chg="add del mod">
          <ac:chgData name="Yvette Delim" userId="1eb1221e-2905-468b-b6ca-e1e332e3c4b6" providerId="ADAL" clId="{1801C47B-DFD9-4886-9586-56FA3CDA08C3}" dt="2024-08-02T19:03:30.532" v="95" actId="6264"/>
          <ac:spMkLst>
            <pc:docMk/>
            <pc:sldMk cId="2779134890" sldId="393"/>
            <ac:spMk id="11" creationId="{23E4B452-45B3-5068-7AFD-FAC229FC0DC8}"/>
          </ac:spMkLst>
        </pc:spChg>
        <pc:spChg chg="add del mod ord">
          <ac:chgData name="Yvette Delim" userId="1eb1221e-2905-468b-b6ca-e1e332e3c4b6" providerId="ADAL" clId="{1801C47B-DFD9-4886-9586-56FA3CDA08C3}" dt="2024-08-02T19:03:33.260" v="96" actId="478"/>
          <ac:spMkLst>
            <pc:docMk/>
            <pc:sldMk cId="2779134890" sldId="393"/>
            <ac:spMk id="12" creationId="{75D704CE-3280-7E22-37C8-C952577E59BE}"/>
          </ac:spMkLst>
        </pc:spChg>
      </pc:sldChg>
      <pc:sldChg chg="addSp delSp modSp mod chgLayout">
        <pc:chgData name="Yvette Delim" userId="1eb1221e-2905-468b-b6ca-e1e332e3c4b6" providerId="ADAL" clId="{1801C47B-DFD9-4886-9586-56FA3CDA08C3}" dt="2024-08-02T19:02:49.484" v="85" actId="478"/>
        <pc:sldMkLst>
          <pc:docMk/>
          <pc:sldMk cId="3482125286" sldId="394"/>
        </pc:sldMkLst>
        <pc:spChg chg="mod ord">
          <ac:chgData name="Yvette Delim" userId="1eb1221e-2905-468b-b6ca-e1e332e3c4b6" providerId="ADAL" clId="{1801C47B-DFD9-4886-9586-56FA3CDA08C3}" dt="2024-08-02T19:02:44.380" v="84" actId="27636"/>
          <ac:spMkLst>
            <pc:docMk/>
            <pc:sldMk cId="3482125286" sldId="394"/>
            <ac:spMk id="2" creationId="{4FB33F4F-1166-94C8-4B87-2C13EFBE8B12}"/>
          </ac:spMkLst>
        </pc:spChg>
        <pc:spChg chg="mod ord">
          <ac:chgData name="Yvette Delim" userId="1eb1221e-2905-468b-b6ca-e1e332e3c4b6" providerId="ADAL" clId="{1801C47B-DFD9-4886-9586-56FA3CDA08C3}" dt="2024-08-02T19:02:44.310" v="83" actId="6264"/>
          <ac:spMkLst>
            <pc:docMk/>
            <pc:sldMk cId="3482125286" sldId="394"/>
            <ac:spMk id="3" creationId="{0ED743A4-C4CD-7A8A-A538-A909E4140654}"/>
          </ac:spMkLst>
        </pc:spChg>
        <pc:spChg chg="mod ord">
          <ac:chgData name="Yvette Delim" userId="1eb1221e-2905-468b-b6ca-e1e332e3c4b6" providerId="ADAL" clId="{1801C47B-DFD9-4886-9586-56FA3CDA08C3}" dt="2024-08-02T19:02:44.310" v="83" actId="6264"/>
          <ac:spMkLst>
            <pc:docMk/>
            <pc:sldMk cId="3482125286" sldId="394"/>
            <ac:spMk id="4" creationId="{3C1E0A1F-BDF7-D6DA-F443-18C220DE8869}"/>
          </ac:spMkLst>
        </pc:spChg>
        <pc:spChg chg="mod">
          <ac:chgData name="Yvette Delim" userId="1eb1221e-2905-468b-b6ca-e1e332e3c4b6" providerId="ADAL" clId="{1801C47B-DFD9-4886-9586-56FA3CDA08C3}" dt="2024-08-02T18:52:07.492" v="0"/>
          <ac:spMkLst>
            <pc:docMk/>
            <pc:sldMk cId="3482125286" sldId="394"/>
            <ac:spMk id="5" creationId="{1D30B7EE-F451-053A-6E92-D16E38095262}"/>
          </ac:spMkLst>
        </pc:spChg>
        <pc:spChg chg="add del mod">
          <ac:chgData name="Yvette Delim" userId="1eb1221e-2905-468b-b6ca-e1e332e3c4b6" providerId="ADAL" clId="{1801C47B-DFD9-4886-9586-56FA3CDA08C3}" dt="2024-08-02T19:02:44.310" v="83" actId="6264"/>
          <ac:spMkLst>
            <pc:docMk/>
            <pc:sldMk cId="3482125286" sldId="394"/>
            <ac:spMk id="7" creationId="{2563BC0E-E472-138D-43DC-3EF10F16A41B}"/>
          </ac:spMkLst>
        </pc:spChg>
        <pc:spChg chg="add del mod">
          <ac:chgData name="Yvette Delim" userId="1eb1221e-2905-468b-b6ca-e1e332e3c4b6" providerId="ADAL" clId="{1801C47B-DFD9-4886-9586-56FA3CDA08C3}" dt="2024-08-02T19:02:44.310" v="83" actId="6264"/>
          <ac:spMkLst>
            <pc:docMk/>
            <pc:sldMk cId="3482125286" sldId="394"/>
            <ac:spMk id="8" creationId="{F7244511-E520-D0A1-59B9-AB72798EE908}"/>
          </ac:spMkLst>
        </pc:spChg>
        <pc:spChg chg="add del mod">
          <ac:chgData name="Yvette Delim" userId="1eb1221e-2905-468b-b6ca-e1e332e3c4b6" providerId="ADAL" clId="{1801C47B-DFD9-4886-9586-56FA3CDA08C3}" dt="2024-08-02T19:02:44.310" v="83" actId="6264"/>
          <ac:spMkLst>
            <pc:docMk/>
            <pc:sldMk cId="3482125286" sldId="394"/>
            <ac:spMk id="9" creationId="{B29BA87D-1898-5297-4A9B-E6AB8F1CD872}"/>
          </ac:spMkLst>
        </pc:spChg>
        <pc:spChg chg="add del mod ord">
          <ac:chgData name="Yvette Delim" userId="1eb1221e-2905-468b-b6ca-e1e332e3c4b6" providerId="ADAL" clId="{1801C47B-DFD9-4886-9586-56FA3CDA08C3}" dt="2024-08-02T19:02:49.484" v="85" actId="478"/>
          <ac:spMkLst>
            <pc:docMk/>
            <pc:sldMk cId="3482125286" sldId="394"/>
            <ac:spMk id="10" creationId="{EC8B8B5A-1A44-9F38-06D5-9A5057EA9191}"/>
          </ac:spMkLst>
        </pc:spChg>
      </pc:sldChg>
      <pc:sldMasterChg chg="mod modSldLayout">
        <pc:chgData name="Yvette Delim" userId="1eb1221e-2905-468b-b6ca-e1e332e3c4b6" providerId="ADAL" clId="{1801C47B-DFD9-4886-9586-56FA3CDA08C3}" dt="2024-08-02T18:53:22.413" v="8" actId="6013"/>
        <pc:sldMasterMkLst>
          <pc:docMk/>
          <pc:sldMasterMk cId="3908604556" sldId="2147483662"/>
        </pc:sldMasterMkLst>
        <pc:sldLayoutChg chg="modSp">
          <pc:chgData name="Yvette Delim" userId="1eb1221e-2905-468b-b6ca-e1e332e3c4b6" providerId="ADAL" clId="{1801C47B-DFD9-4886-9586-56FA3CDA08C3}" dt="2024-08-02T18:52:07.492" v="0"/>
          <pc:sldLayoutMkLst>
            <pc:docMk/>
            <pc:sldMasterMk cId="950062303" sldId="2147483671"/>
            <pc:sldLayoutMk cId="2582433835" sldId="2147483661"/>
          </pc:sldLayoutMkLst>
          <pc:spChg chg="mod">
            <ac:chgData name="Yvette Delim" userId="1eb1221e-2905-468b-b6ca-e1e332e3c4b6" providerId="ADAL" clId="{1801C47B-DFD9-4886-9586-56FA3CDA08C3}" dt="2024-08-02T18:52:07.492" v="0"/>
            <ac:spMkLst>
              <pc:docMk/>
              <pc:sldMasterMk cId="950062303" sldId="2147483671"/>
              <pc:sldLayoutMk cId="2582433835" sldId="2147483661"/>
              <ac:spMk id="4" creationId="{C3E11D80-49D1-6ED9-6D8D-02DC6ACDDAE5}"/>
            </ac:spMkLst>
          </pc:spChg>
        </pc:sldLayoutChg>
      </pc:sldMasterChg>
    </pc:docChg>
  </pc:docChgLst>
  <pc:docChgLst>
    <pc:chgData name="Amy Glidewell" userId="095a4851-014c-47ed-bf1b-0c4b57406e94" providerId="ADAL" clId="{C629C570-7CC9-47B2-8988-15932A90F68F}"/>
    <pc:docChg chg="custSel modSld">
      <pc:chgData name="Amy Glidewell" userId="095a4851-014c-47ed-bf1b-0c4b57406e94" providerId="ADAL" clId="{C629C570-7CC9-47B2-8988-15932A90F68F}" dt="2024-05-13T19:50:04.847" v="77" actId="27636"/>
      <pc:docMkLst>
        <pc:docMk/>
      </pc:docMkLst>
      <pc:sldChg chg="modSp mod">
        <pc:chgData name="Amy Glidewell" userId="095a4851-014c-47ed-bf1b-0c4b57406e94" providerId="ADAL" clId="{C629C570-7CC9-47B2-8988-15932A90F68F}" dt="2024-05-13T19:10:13.280" v="2" actId="1076"/>
        <pc:sldMkLst>
          <pc:docMk/>
          <pc:sldMk cId="335944748" sldId="304"/>
        </pc:sldMkLst>
        <pc:spChg chg="mod">
          <ac:chgData name="Amy Glidewell" userId="095a4851-014c-47ed-bf1b-0c4b57406e94" providerId="ADAL" clId="{C629C570-7CC9-47B2-8988-15932A90F68F}" dt="2024-05-13T19:10:13.280" v="2" actId="1076"/>
          <ac:spMkLst>
            <pc:docMk/>
            <pc:sldMk cId="335944748" sldId="304"/>
            <ac:spMk id="3" creationId="{970323E0-C738-0F75-A30E-B235F774F50C}"/>
          </ac:spMkLst>
        </pc:spChg>
        <pc:graphicFrameChg chg="mod">
          <ac:chgData name="Amy Glidewell" userId="095a4851-014c-47ed-bf1b-0c4b57406e94" providerId="ADAL" clId="{C629C570-7CC9-47B2-8988-15932A90F68F}" dt="2024-05-13T19:10:10.594" v="1" actId="1076"/>
          <ac:graphicFrameMkLst>
            <pc:docMk/>
            <pc:sldMk cId="335944748" sldId="304"/>
            <ac:graphicFrameMk id="4" creationId="{BBD8BDE1-0990-DE5B-8EEA-D13CB2DE52CD}"/>
          </ac:graphicFrameMkLst>
        </pc:graphicFrameChg>
      </pc:sldChg>
      <pc:sldChg chg="modSp mod">
        <pc:chgData name="Amy Glidewell" userId="095a4851-014c-47ed-bf1b-0c4b57406e94" providerId="ADAL" clId="{C629C570-7CC9-47B2-8988-15932A90F68F}" dt="2024-05-13T19:11:27.817" v="4" actId="1076"/>
        <pc:sldMkLst>
          <pc:docMk/>
          <pc:sldMk cId="2820102218" sldId="309"/>
        </pc:sldMkLst>
        <pc:graphicFrameChg chg="mod">
          <ac:chgData name="Amy Glidewell" userId="095a4851-014c-47ed-bf1b-0c4b57406e94" providerId="ADAL" clId="{C629C570-7CC9-47B2-8988-15932A90F68F}" dt="2024-05-13T19:11:27.817" v="4" actId="1076"/>
          <ac:graphicFrameMkLst>
            <pc:docMk/>
            <pc:sldMk cId="2820102218" sldId="309"/>
            <ac:graphicFrameMk id="7" creationId="{17D1967A-8688-0B1F-61B8-53711B7E69A6}"/>
          </ac:graphicFrameMkLst>
        </pc:graphicFrameChg>
      </pc:sldChg>
      <pc:sldChg chg="modSp mod">
        <pc:chgData name="Amy Glidewell" userId="095a4851-014c-47ed-bf1b-0c4b57406e94" providerId="ADAL" clId="{C629C570-7CC9-47B2-8988-15932A90F68F}" dt="2024-05-13T19:11:47.239" v="5" actId="1076"/>
        <pc:sldMkLst>
          <pc:docMk/>
          <pc:sldMk cId="1188309322" sldId="311"/>
        </pc:sldMkLst>
        <pc:graphicFrameChg chg="mod">
          <ac:chgData name="Amy Glidewell" userId="095a4851-014c-47ed-bf1b-0c4b57406e94" providerId="ADAL" clId="{C629C570-7CC9-47B2-8988-15932A90F68F}" dt="2024-05-13T19:11:47.239" v="5" actId="1076"/>
          <ac:graphicFrameMkLst>
            <pc:docMk/>
            <pc:sldMk cId="1188309322" sldId="311"/>
            <ac:graphicFrameMk id="3" creationId="{A193BC5F-A365-4029-2E09-E45EBABCB2E4}"/>
          </ac:graphicFrameMkLst>
        </pc:graphicFrameChg>
      </pc:sldChg>
      <pc:sldChg chg="modSp mod">
        <pc:chgData name="Amy Glidewell" userId="095a4851-014c-47ed-bf1b-0c4b57406e94" providerId="ADAL" clId="{C629C570-7CC9-47B2-8988-15932A90F68F}" dt="2024-05-13T19:13:17.386" v="16" actId="1076"/>
        <pc:sldMkLst>
          <pc:docMk/>
          <pc:sldMk cId="3347326988" sldId="315"/>
        </pc:sldMkLst>
        <pc:spChg chg="mod">
          <ac:chgData name="Amy Glidewell" userId="095a4851-014c-47ed-bf1b-0c4b57406e94" providerId="ADAL" clId="{C629C570-7CC9-47B2-8988-15932A90F68F}" dt="2024-05-13T19:12:13.369" v="6" actId="1076"/>
          <ac:spMkLst>
            <pc:docMk/>
            <pc:sldMk cId="3347326988" sldId="315"/>
            <ac:spMk id="7" creationId="{3391CB70-D6C1-0EE1-52A6-A9F5FFA8523F}"/>
          </ac:spMkLst>
        </pc:spChg>
        <pc:graphicFrameChg chg="mod">
          <ac:chgData name="Amy Glidewell" userId="095a4851-014c-47ed-bf1b-0c4b57406e94" providerId="ADAL" clId="{C629C570-7CC9-47B2-8988-15932A90F68F}" dt="2024-05-13T19:13:17.386" v="16" actId="1076"/>
          <ac:graphicFrameMkLst>
            <pc:docMk/>
            <pc:sldMk cId="3347326988" sldId="315"/>
            <ac:graphicFrameMk id="6" creationId="{E1500C24-0BDC-BDD0-2656-3C8F897EEF9E}"/>
          </ac:graphicFrameMkLst>
        </pc:graphicFrameChg>
      </pc:sldChg>
      <pc:sldChg chg="addSp delSp modSp mod">
        <pc:chgData name="Amy Glidewell" userId="095a4851-014c-47ed-bf1b-0c4b57406e94" providerId="ADAL" clId="{C629C570-7CC9-47B2-8988-15932A90F68F}" dt="2024-05-13T19:27:42.903" v="36" actId="1076"/>
        <pc:sldMkLst>
          <pc:docMk/>
          <pc:sldMk cId="1926509927" sldId="336"/>
        </pc:sldMkLst>
        <pc:spChg chg="mod">
          <ac:chgData name="Amy Glidewell" userId="095a4851-014c-47ed-bf1b-0c4b57406e94" providerId="ADAL" clId="{C629C570-7CC9-47B2-8988-15932A90F68F}" dt="2024-05-13T19:27:35.032" v="35" actId="14100"/>
          <ac:spMkLst>
            <pc:docMk/>
            <pc:sldMk cId="1926509927" sldId="336"/>
            <ac:spMk id="9" creationId="{CD993FC0-0F8C-D257-51DF-5034CF4BBF57}"/>
          </ac:spMkLst>
        </pc:spChg>
        <pc:picChg chg="del mod">
          <ac:chgData name="Amy Glidewell" userId="095a4851-014c-47ed-bf1b-0c4b57406e94" providerId="ADAL" clId="{C629C570-7CC9-47B2-8988-15932A90F68F}" dt="2024-05-13T19:26:25.120" v="26" actId="478"/>
          <ac:picMkLst>
            <pc:docMk/>
            <pc:sldMk cId="1926509927" sldId="336"/>
            <ac:picMk id="4" creationId="{8D6E4265-8187-DB01-4920-191D8E2FF64D}"/>
          </ac:picMkLst>
        </pc:picChg>
        <pc:picChg chg="add mod ord">
          <ac:chgData name="Amy Glidewell" userId="095a4851-014c-47ed-bf1b-0c4b57406e94" providerId="ADAL" clId="{C629C570-7CC9-47B2-8988-15932A90F68F}" dt="2024-05-13T19:27:42.903" v="36" actId="1076"/>
          <ac:picMkLst>
            <pc:docMk/>
            <pc:sldMk cId="1926509927" sldId="336"/>
            <ac:picMk id="6" creationId="{AEA45175-861E-2F1E-DDD2-467F602085AE}"/>
          </ac:picMkLst>
        </pc:picChg>
      </pc:sldChg>
      <pc:sldChg chg="modSp mod">
        <pc:chgData name="Amy Glidewell" userId="095a4851-014c-47ed-bf1b-0c4b57406e94" providerId="ADAL" clId="{C629C570-7CC9-47B2-8988-15932A90F68F}" dt="2024-05-13T19:50:04.847" v="77" actId="27636"/>
        <pc:sldMkLst>
          <pc:docMk/>
          <pc:sldMk cId="98456676" sldId="345"/>
        </pc:sldMkLst>
        <pc:spChg chg="mod">
          <ac:chgData name="Amy Glidewell" userId="095a4851-014c-47ed-bf1b-0c4b57406e94" providerId="ADAL" clId="{C629C570-7CC9-47B2-8988-15932A90F68F}" dt="2024-05-13T19:50:04.847" v="77" actId="27636"/>
          <ac:spMkLst>
            <pc:docMk/>
            <pc:sldMk cId="98456676" sldId="345"/>
            <ac:spMk id="3" creationId="{95D2A0BA-D28A-0B52-2159-525C86DF1E8A}"/>
          </ac:spMkLst>
        </pc:spChg>
      </pc:sldChg>
      <pc:sldChg chg="modSp mod">
        <pc:chgData name="Amy Glidewell" userId="095a4851-014c-47ed-bf1b-0c4b57406e94" providerId="ADAL" clId="{C629C570-7CC9-47B2-8988-15932A90F68F}" dt="2024-05-13T19:43:22.788" v="37" actId="1076"/>
        <pc:sldMkLst>
          <pc:docMk/>
          <pc:sldMk cId="721318003" sldId="355"/>
        </pc:sldMkLst>
        <pc:graphicFrameChg chg="mod">
          <ac:chgData name="Amy Glidewell" userId="095a4851-014c-47ed-bf1b-0c4b57406e94" providerId="ADAL" clId="{C629C570-7CC9-47B2-8988-15932A90F68F}" dt="2024-05-13T19:43:22.788" v="37" actId="1076"/>
          <ac:graphicFrameMkLst>
            <pc:docMk/>
            <pc:sldMk cId="721318003" sldId="355"/>
            <ac:graphicFrameMk id="7" creationId="{7EA47EA6-8ADF-918C-38C0-E1919BD5169A}"/>
          </ac:graphicFrameMkLst>
        </pc:graphicFrameChg>
      </pc:sldChg>
      <pc:sldChg chg="modSp mod">
        <pc:chgData name="Amy Glidewell" userId="095a4851-014c-47ed-bf1b-0c4b57406e94" providerId="ADAL" clId="{C629C570-7CC9-47B2-8988-15932A90F68F}" dt="2024-05-13T19:45:50.148" v="54" actId="1076"/>
        <pc:sldMkLst>
          <pc:docMk/>
          <pc:sldMk cId="679093202" sldId="367"/>
        </pc:sldMkLst>
        <pc:graphicFrameChg chg="mod">
          <ac:chgData name="Amy Glidewell" userId="095a4851-014c-47ed-bf1b-0c4b57406e94" providerId="ADAL" clId="{C629C570-7CC9-47B2-8988-15932A90F68F}" dt="2024-05-13T19:45:10.850" v="47" actId="1076"/>
          <ac:graphicFrameMkLst>
            <pc:docMk/>
            <pc:sldMk cId="679093202" sldId="367"/>
            <ac:graphicFrameMk id="8" creationId="{9043D63F-61D5-6109-970E-E194290F0FD5}"/>
          </ac:graphicFrameMkLst>
        </pc:graphicFrameChg>
        <pc:picChg chg="mod">
          <ac:chgData name="Amy Glidewell" userId="095a4851-014c-47ed-bf1b-0c4b57406e94" providerId="ADAL" clId="{C629C570-7CC9-47B2-8988-15932A90F68F}" dt="2024-05-13T19:45:50.148" v="54" actId="1076"/>
          <ac:picMkLst>
            <pc:docMk/>
            <pc:sldMk cId="679093202" sldId="367"/>
            <ac:picMk id="7" creationId="{3013EB4F-4666-BA4A-2C02-BD70D2068BF0}"/>
          </ac:picMkLst>
        </pc:picChg>
      </pc:sldChg>
      <pc:sldChg chg="addSp delSp modSp mod modNotesTx">
        <pc:chgData name="Amy Glidewell" userId="095a4851-014c-47ed-bf1b-0c4b57406e94" providerId="ADAL" clId="{C629C570-7CC9-47B2-8988-15932A90F68F}" dt="2024-05-13T19:48:47.799" v="67" actId="6549"/>
        <pc:sldMkLst>
          <pc:docMk/>
          <pc:sldMk cId="1578582115" sldId="381"/>
        </pc:sldMkLst>
        <pc:picChg chg="add mod ord">
          <ac:chgData name="Amy Glidewell" userId="095a4851-014c-47ed-bf1b-0c4b57406e94" providerId="ADAL" clId="{C629C570-7CC9-47B2-8988-15932A90F68F}" dt="2024-05-13T19:48:40.894" v="66" actId="1076"/>
          <ac:picMkLst>
            <pc:docMk/>
            <pc:sldMk cId="1578582115" sldId="381"/>
            <ac:picMk id="2" creationId="{701BB34F-0E6E-EDDE-A3A1-0818FA5F9627}"/>
          </ac:picMkLst>
        </pc:picChg>
        <pc:picChg chg="del">
          <ac:chgData name="Amy Glidewell" userId="095a4851-014c-47ed-bf1b-0c4b57406e94" providerId="ADAL" clId="{C629C570-7CC9-47B2-8988-15932A90F68F}" dt="2024-05-13T19:47:34.406" v="55" actId="478"/>
          <ac:picMkLst>
            <pc:docMk/>
            <pc:sldMk cId="1578582115" sldId="381"/>
            <ac:picMk id="8" creationId="{6EDE1A38-DE3D-9A5E-1BD5-B03D575FD452}"/>
          </ac:picMkLst>
        </pc:picChg>
      </pc:sldChg>
      <pc:sldChg chg="modSp mod">
        <pc:chgData name="Amy Glidewell" userId="095a4851-014c-47ed-bf1b-0c4b57406e94" providerId="ADAL" clId="{C629C570-7CC9-47B2-8988-15932A90F68F}" dt="2024-05-13T19:49:09.880" v="69" actId="1076"/>
        <pc:sldMkLst>
          <pc:docMk/>
          <pc:sldMk cId="2325164683" sldId="385"/>
        </pc:sldMkLst>
        <pc:spChg chg="mod">
          <ac:chgData name="Amy Glidewell" userId="095a4851-014c-47ed-bf1b-0c4b57406e94" providerId="ADAL" clId="{C629C570-7CC9-47B2-8988-15932A90F68F}" dt="2024-05-13T19:49:00.500" v="68" actId="1076"/>
          <ac:spMkLst>
            <pc:docMk/>
            <pc:sldMk cId="2325164683" sldId="385"/>
            <ac:spMk id="7" creationId="{19F01E72-105F-693A-7A6E-B575BE76DB07}"/>
          </ac:spMkLst>
        </pc:spChg>
        <pc:graphicFrameChg chg="mod">
          <ac:chgData name="Amy Glidewell" userId="095a4851-014c-47ed-bf1b-0c4b57406e94" providerId="ADAL" clId="{C629C570-7CC9-47B2-8988-15932A90F68F}" dt="2024-05-13T19:49:09.880" v="69" actId="1076"/>
          <ac:graphicFrameMkLst>
            <pc:docMk/>
            <pc:sldMk cId="2325164683" sldId="385"/>
            <ac:graphicFrameMk id="8" creationId="{B9185ADF-DCD8-C1B4-B47C-6C46DBE0B263}"/>
          </ac:graphicFrameMkLst>
        </pc:graphicFrameChg>
      </pc:sldChg>
      <pc:sldChg chg="addSp delSp modSp mod modNotesTx">
        <pc:chgData name="Amy Glidewell" userId="095a4851-014c-47ed-bf1b-0c4b57406e94" providerId="ADAL" clId="{C629C570-7CC9-47B2-8988-15932A90F68F}" dt="2024-05-13T19:26:09.948" v="25" actId="20577"/>
        <pc:sldMkLst>
          <pc:docMk/>
          <pc:sldMk cId="1246242557" sldId="387"/>
        </pc:sldMkLst>
        <pc:picChg chg="add mod ord">
          <ac:chgData name="Amy Glidewell" userId="095a4851-014c-47ed-bf1b-0c4b57406e94" providerId="ADAL" clId="{C629C570-7CC9-47B2-8988-15932A90F68F}" dt="2024-05-13T19:26:00.983" v="23" actId="1076"/>
          <ac:picMkLst>
            <pc:docMk/>
            <pc:sldMk cId="1246242557" sldId="387"/>
            <ac:picMk id="2" creationId="{7B9F3DCC-A92A-0ECF-96DC-E54A3F1EF9AD}"/>
          </ac:picMkLst>
        </pc:picChg>
        <pc:picChg chg="del mod">
          <ac:chgData name="Amy Glidewell" userId="095a4851-014c-47ed-bf1b-0c4b57406e94" providerId="ADAL" clId="{C629C570-7CC9-47B2-8988-15932A90F68F}" dt="2024-05-13T19:22:09.824" v="18" actId="478"/>
          <ac:picMkLst>
            <pc:docMk/>
            <pc:sldMk cId="1246242557" sldId="387"/>
            <ac:picMk id="7" creationId="{56E4D79C-F980-D1DC-BCE8-9B3067439E22}"/>
          </ac:picMkLst>
        </pc:picChg>
      </pc:sldChg>
      <pc:sldChg chg="modSp mod">
        <pc:chgData name="Amy Glidewell" userId="095a4851-014c-47ed-bf1b-0c4b57406e94" providerId="ADAL" clId="{C629C570-7CC9-47B2-8988-15932A90F68F}" dt="2024-05-13T19:49:47.505" v="73" actId="1076"/>
        <pc:sldMkLst>
          <pc:docMk/>
          <pc:sldMk cId="2055773245" sldId="390"/>
        </pc:sldMkLst>
        <pc:spChg chg="mod">
          <ac:chgData name="Amy Glidewell" userId="095a4851-014c-47ed-bf1b-0c4b57406e94" providerId="ADAL" clId="{C629C570-7CC9-47B2-8988-15932A90F68F}" dt="2024-05-13T19:49:47.505" v="73" actId="1076"/>
          <ac:spMkLst>
            <pc:docMk/>
            <pc:sldMk cId="2055773245" sldId="390"/>
            <ac:spMk id="11" creationId="{E1930D1D-AC2D-6D6E-DCE3-9670B39C3E4B}"/>
          </ac:spMkLst>
        </pc:spChg>
        <pc:picChg chg="mod ord">
          <ac:chgData name="Amy Glidewell" userId="095a4851-014c-47ed-bf1b-0c4b57406e94" providerId="ADAL" clId="{C629C570-7CC9-47B2-8988-15932A90F68F}" dt="2024-05-13T19:49:41.037" v="72" actId="1076"/>
          <ac:picMkLst>
            <pc:docMk/>
            <pc:sldMk cId="2055773245" sldId="390"/>
            <ac:picMk id="9" creationId="{287A709D-E23D-F274-52E8-2F7A3BEA7EF8}"/>
          </ac:picMkLst>
        </pc:picChg>
      </pc:sldChg>
      <pc:sldChg chg="modSp mod">
        <pc:chgData name="Amy Glidewell" userId="095a4851-014c-47ed-bf1b-0c4b57406e94" providerId="ADAL" clId="{C629C570-7CC9-47B2-8988-15932A90F68F}" dt="2024-05-13T19:43:53.406" v="40" actId="1076"/>
        <pc:sldMkLst>
          <pc:docMk/>
          <pc:sldMk cId="3482125286" sldId="394"/>
        </pc:sldMkLst>
        <pc:picChg chg="mod ord">
          <ac:chgData name="Amy Glidewell" userId="095a4851-014c-47ed-bf1b-0c4b57406e94" providerId="ADAL" clId="{C629C570-7CC9-47B2-8988-15932A90F68F}" dt="2024-05-13T19:43:53.406" v="40" actId="1076"/>
          <ac:picMkLst>
            <pc:docMk/>
            <pc:sldMk cId="3482125286" sldId="394"/>
            <ac:picMk id="3" creationId="{F0FA0010-2054-FC57-B000-ED0F41232C59}"/>
          </ac:picMkLst>
        </pc:picChg>
      </pc:sldChg>
    </pc:docChg>
  </pc:docChgLst>
</pc:chgInfo>
</file>

<file path=ppt/diagrams/_rels/data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 Id="rId4" Type="http://schemas.openxmlformats.org/officeDocument/2006/relationships/image" Target="../media/image15.jpeg"/></Relationships>
</file>

<file path=ppt/diagrams/_rels/data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 Id="rId4" Type="http://schemas.openxmlformats.org/officeDocument/2006/relationships/image" Target="../media/image19.jpeg"/></Relationships>
</file>

<file path=ppt/diagrams/_rels/drawing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 Id="rId4" Type="http://schemas.openxmlformats.org/officeDocument/2006/relationships/image" Target="../media/image15.jpeg"/></Relationships>
</file>

<file path=ppt/diagrams/_rels/drawing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 Id="rId4" Type="http://schemas.openxmlformats.org/officeDocument/2006/relationships/image" Target="../media/image19.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6C041D-3840-49A9-A091-EC933EC49EBD}"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EA3DC9DB-376B-43BF-B457-51120576C23F}">
      <dgm:prSet phldrT="[Text]"/>
      <dgm:spPr>
        <a:solidFill>
          <a:schemeClr val="bg1">
            <a:lumMod val="95000"/>
          </a:schemeClr>
        </a:solidFill>
        <a:ln w="9525">
          <a:solidFill>
            <a:schemeClr val="bg1">
              <a:lumMod val="85000"/>
            </a:schemeClr>
          </a:solidFill>
        </a:ln>
      </dgm:spPr>
      <dgm:t>
        <a:bodyPr/>
        <a:lstStyle/>
        <a:p>
          <a:r>
            <a:rPr lang="en-US" dirty="0">
              <a:solidFill>
                <a:srgbClr val="20282F"/>
              </a:solidFill>
            </a:rPr>
            <a:t>Purpose</a:t>
          </a:r>
        </a:p>
      </dgm:t>
    </dgm:pt>
    <dgm:pt modelId="{4BD90C3B-9A53-4A70-A9F4-D04AEADD927A}" type="parTrans" cxnId="{71736792-F3D2-4389-8532-339C75ED0209}">
      <dgm:prSet/>
      <dgm:spPr/>
      <dgm:t>
        <a:bodyPr/>
        <a:lstStyle/>
        <a:p>
          <a:endParaRPr lang="en-US"/>
        </a:p>
      </dgm:t>
    </dgm:pt>
    <dgm:pt modelId="{9D7665E0-C845-444E-AA6E-3131D8E3BDCE}" type="sibTrans" cxnId="{71736792-F3D2-4389-8532-339C75ED0209}">
      <dgm:prSet/>
      <dgm:spPr/>
      <dgm:t>
        <a:bodyPr/>
        <a:lstStyle/>
        <a:p>
          <a:endParaRPr lang="en-US"/>
        </a:p>
      </dgm:t>
    </dgm:pt>
    <dgm:pt modelId="{49AA4E5A-40BC-442C-99D9-280FAE1863D2}">
      <dgm:prSet/>
      <dgm:spPr>
        <a:solidFill>
          <a:schemeClr val="bg1">
            <a:lumMod val="95000"/>
          </a:schemeClr>
        </a:solidFill>
        <a:ln w="9525">
          <a:solidFill>
            <a:schemeClr val="bg1">
              <a:lumMod val="85000"/>
            </a:schemeClr>
          </a:solidFill>
        </a:ln>
      </dgm:spPr>
      <dgm:t>
        <a:bodyPr/>
        <a:lstStyle/>
        <a:p>
          <a:r>
            <a:rPr lang="en-US" dirty="0">
              <a:solidFill>
                <a:srgbClr val="20282F"/>
              </a:solidFill>
            </a:rPr>
            <a:t>Process</a:t>
          </a:r>
        </a:p>
      </dgm:t>
    </dgm:pt>
    <dgm:pt modelId="{37C045F4-E001-4FF9-ADFE-07C29FE59F1A}" type="parTrans" cxnId="{2536148C-B09E-414E-BE22-87EFB2028C4B}">
      <dgm:prSet/>
      <dgm:spPr/>
      <dgm:t>
        <a:bodyPr/>
        <a:lstStyle/>
        <a:p>
          <a:endParaRPr lang="en-US"/>
        </a:p>
      </dgm:t>
    </dgm:pt>
    <dgm:pt modelId="{3CF4F4E9-F49F-4F16-B21A-27BC720971A3}" type="sibTrans" cxnId="{2536148C-B09E-414E-BE22-87EFB2028C4B}">
      <dgm:prSet/>
      <dgm:spPr/>
      <dgm:t>
        <a:bodyPr/>
        <a:lstStyle/>
        <a:p>
          <a:endParaRPr lang="en-US"/>
        </a:p>
      </dgm:t>
    </dgm:pt>
    <dgm:pt modelId="{2F909568-5051-47DD-BF33-A5DF20C5A30C}">
      <dgm:prSet/>
      <dgm:spPr>
        <a:solidFill>
          <a:srgbClr val="004F71"/>
        </a:solidFill>
      </dgm:spPr>
      <dgm:t>
        <a:bodyPr/>
        <a:lstStyle/>
        <a:p>
          <a:r>
            <a:rPr lang="en-US" dirty="0"/>
            <a:t>Carrier Sense</a:t>
          </a:r>
        </a:p>
      </dgm:t>
    </dgm:pt>
    <dgm:pt modelId="{677AC62A-A53A-409B-9840-83F92FDF4BCA}" type="parTrans" cxnId="{7C3B72DF-8DC0-4103-94FD-2A97ECFEFC45}">
      <dgm:prSet/>
      <dgm:spPr/>
      <dgm:t>
        <a:bodyPr/>
        <a:lstStyle/>
        <a:p>
          <a:endParaRPr lang="en-US"/>
        </a:p>
      </dgm:t>
    </dgm:pt>
    <dgm:pt modelId="{DD2A70EF-5056-4CF6-A78B-89573AA24B54}" type="sibTrans" cxnId="{7C3B72DF-8DC0-4103-94FD-2A97ECFEFC45}">
      <dgm:prSet/>
      <dgm:spPr/>
      <dgm:t>
        <a:bodyPr/>
        <a:lstStyle/>
        <a:p>
          <a:endParaRPr lang="en-US"/>
        </a:p>
      </dgm:t>
    </dgm:pt>
    <dgm:pt modelId="{A8388897-DE95-4C07-99A0-5CA5BA69A834}">
      <dgm:prSet/>
      <dgm:spPr>
        <a:solidFill>
          <a:schemeClr val="bg1">
            <a:lumMod val="95000"/>
          </a:schemeClr>
        </a:solidFill>
        <a:ln w="9525">
          <a:solidFill>
            <a:schemeClr val="bg1">
              <a:lumMod val="85000"/>
            </a:schemeClr>
          </a:solidFill>
        </a:ln>
      </dgm:spPr>
      <dgm:t>
        <a:bodyPr/>
        <a:lstStyle/>
        <a:p>
          <a:r>
            <a:rPr lang="en-US" dirty="0">
              <a:solidFill>
                <a:srgbClr val="20282F"/>
              </a:solidFill>
            </a:rPr>
            <a:t>Collision Detection</a:t>
          </a:r>
        </a:p>
      </dgm:t>
    </dgm:pt>
    <dgm:pt modelId="{4EF576A4-2DCF-4660-84FC-6FAC93EA0A96}" type="parTrans" cxnId="{578E5176-7AF2-4536-83AF-721C22D4730F}">
      <dgm:prSet/>
      <dgm:spPr/>
      <dgm:t>
        <a:bodyPr/>
        <a:lstStyle/>
        <a:p>
          <a:endParaRPr lang="en-US"/>
        </a:p>
      </dgm:t>
    </dgm:pt>
    <dgm:pt modelId="{8D44588B-EA87-4436-90ED-1820342E3AA7}" type="sibTrans" cxnId="{578E5176-7AF2-4536-83AF-721C22D4730F}">
      <dgm:prSet/>
      <dgm:spPr/>
      <dgm:t>
        <a:bodyPr/>
        <a:lstStyle/>
        <a:p>
          <a:endParaRPr lang="en-US"/>
        </a:p>
      </dgm:t>
    </dgm:pt>
    <dgm:pt modelId="{2DEDB178-3C28-44DB-B00C-F917D5D74270}">
      <dgm:prSet/>
      <dgm:spPr>
        <a:solidFill>
          <a:schemeClr val="bg1">
            <a:lumMod val="95000"/>
          </a:schemeClr>
        </a:solidFill>
        <a:ln w="9525">
          <a:solidFill>
            <a:schemeClr val="bg1">
              <a:lumMod val="85000"/>
            </a:schemeClr>
          </a:solidFill>
        </a:ln>
      </dgm:spPr>
      <dgm:t>
        <a:bodyPr/>
        <a:lstStyle/>
        <a:p>
          <a:r>
            <a:rPr lang="en-US" dirty="0">
              <a:solidFill>
                <a:srgbClr val="20282F"/>
              </a:solidFill>
            </a:rPr>
            <a:t>Resolution</a:t>
          </a:r>
        </a:p>
      </dgm:t>
    </dgm:pt>
    <dgm:pt modelId="{56A4096A-7645-49BC-8E3B-7DCBC7B536E3}" type="parTrans" cxnId="{A1AAAAF0-7D52-406F-B616-028BBEFE199E}">
      <dgm:prSet/>
      <dgm:spPr/>
      <dgm:t>
        <a:bodyPr/>
        <a:lstStyle/>
        <a:p>
          <a:endParaRPr lang="en-US"/>
        </a:p>
      </dgm:t>
    </dgm:pt>
    <dgm:pt modelId="{302C35F5-6147-4D94-88F1-9B9FD817D1C6}" type="sibTrans" cxnId="{A1AAAAF0-7D52-406F-B616-028BBEFE199E}">
      <dgm:prSet/>
      <dgm:spPr/>
      <dgm:t>
        <a:bodyPr/>
        <a:lstStyle/>
        <a:p>
          <a:endParaRPr lang="en-US"/>
        </a:p>
      </dgm:t>
    </dgm:pt>
    <dgm:pt modelId="{651753F4-967D-4D25-A240-41A610AEAA21}">
      <dgm:prSet/>
      <dgm:spPr>
        <a:solidFill>
          <a:srgbClr val="004F71"/>
        </a:solidFill>
      </dgm:spPr>
      <dgm:t>
        <a:bodyPr/>
        <a:lstStyle/>
        <a:p>
          <a:r>
            <a:rPr lang="en-US" dirty="0"/>
            <a:t>Jam Signal</a:t>
          </a:r>
        </a:p>
      </dgm:t>
    </dgm:pt>
    <dgm:pt modelId="{2841BB50-95AA-4BA0-A8D2-BBD80EAA7722}" type="parTrans" cxnId="{605517E0-DC0D-4C8F-AF69-7B29DE855BF1}">
      <dgm:prSet/>
      <dgm:spPr/>
      <dgm:t>
        <a:bodyPr/>
        <a:lstStyle/>
        <a:p>
          <a:endParaRPr lang="en-US"/>
        </a:p>
      </dgm:t>
    </dgm:pt>
    <dgm:pt modelId="{0F05F804-627A-40E0-8458-BF70EDDFB5DD}" type="sibTrans" cxnId="{605517E0-DC0D-4C8F-AF69-7B29DE855BF1}">
      <dgm:prSet/>
      <dgm:spPr/>
      <dgm:t>
        <a:bodyPr/>
        <a:lstStyle/>
        <a:p>
          <a:endParaRPr lang="en-US"/>
        </a:p>
      </dgm:t>
    </dgm:pt>
    <dgm:pt modelId="{AB2D1AB5-1351-49A5-B294-FAC5EBC4A25C}">
      <dgm:prSet/>
      <dgm:spPr>
        <a:solidFill>
          <a:srgbClr val="004F71"/>
        </a:solidFill>
      </dgm:spPr>
      <dgm:t>
        <a:bodyPr/>
        <a:lstStyle/>
        <a:p>
          <a:r>
            <a:rPr lang="en-US" dirty="0"/>
            <a:t>Backoff Algorithm</a:t>
          </a:r>
        </a:p>
      </dgm:t>
    </dgm:pt>
    <dgm:pt modelId="{EA51DEFE-A31B-4244-A4DA-B1DDF2552391}" type="parTrans" cxnId="{1FD6954E-ABE0-452B-86EA-C029125EEDCD}">
      <dgm:prSet/>
      <dgm:spPr/>
      <dgm:t>
        <a:bodyPr/>
        <a:lstStyle/>
        <a:p>
          <a:endParaRPr lang="en-US"/>
        </a:p>
      </dgm:t>
    </dgm:pt>
    <dgm:pt modelId="{AB2A1832-432A-44A0-92B3-E377F286794A}" type="sibTrans" cxnId="{1FD6954E-ABE0-452B-86EA-C029125EEDCD}">
      <dgm:prSet/>
      <dgm:spPr/>
      <dgm:t>
        <a:bodyPr/>
        <a:lstStyle/>
        <a:p>
          <a:endParaRPr lang="en-US"/>
        </a:p>
      </dgm:t>
    </dgm:pt>
    <dgm:pt modelId="{EE89559B-5A61-4A9E-B5F2-AEF605DF09D4}">
      <dgm:prSet phldrT="[Text]" custT="1"/>
      <dgm:spPr>
        <a:solidFill>
          <a:srgbClr val="004F71"/>
        </a:solidFill>
      </dgm:spPr>
      <dgm:t>
        <a:bodyPr/>
        <a:lstStyle/>
        <a:p>
          <a:r>
            <a:rPr lang="en-US" sz="1400" dirty="0"/>
            <a:t>Regulates communication in networks with shared transmission mediums</a:t>
          </a:r>
        </a:p>
      </dgm:t>
    </dgm:pt>
    <dgm:pt modelId="{5745BF4A-5982-4144-B0E4-FC77F2827AD5}" type="parTrans" cxnId="{7571C3E4-376E-4BF9-8E88-D2D931114D5F}">
      <dgm:prSet/>
      <dgm:spPr/>
      <dgm:t>
        <a:bodyPr/>
        <a:lstStyle/>
        <a:p>
          <a:endParaRPr lang="en-US"/>
        </a:p>
      </dgm:t>
    </dgm:pt>
    <dgm:pt modelId="{B4DEB4DC-64A1-43C3-B9B8-FE2CF1AC1060}" type="sibTrans" cxnId="{7571C3E4-376E-4BF9-8E88-D2D931114D5F}">
      <dgm:prSet/>
      <dgm:spPr/>
      <dgm:t>
        <a:bodyPr/>
        <a:lstStyle/>
        <a:p>
          <a:endParaRPr lang="en-US"/>
        </a:p>
      </dgm:t>
    </dgm:pt>
    <dgm:pt modelId="{73929961-38A7-4D5B-A064-032472AD60C9}">
      <dgm:prSet/>
      <dgm:spPr>
        <a:solidFill>
          <a:srgbClr val="004F71"/>
        </a:solidFill>
      </dgm:spPr>
      <dgm:t>
        <a:bodyPr/>
        <a:lstStyle/>
        <a:p>
          <a:r>
            <a:rPr lang="en-US" dirty="0"/>
            <a:t>Multiple Access</a:t>
          </a:r>
        </a:p>
      </dgm:t>
    </dgm:pt>
    <dgm:pt modelId="{FAD83B5E-CE3F-4107-946F-E129D361C938}" type="parTrans" cxnId="{DD7088F7-23A1-4456-AEF5-4293218855CC}">
      <dgm:prSet/>
      <dgm:spPr/>
      <dgm:t>
        <a:bodyPr/>
        <a:lstStyle/>
        <a:p>
          <a:endParaRPr lang="en-US"/>
        </a:p>
      </dgm:t>
    </dgm:pt>
    <dgm:pt modelId="{FF8A882F-F04D-4905-8D31-F0EADDE1A4C5}" type="sibTrans" cxnId="{DD7088F7-23A1-4456-AEF5-4293218855CC}">
      <dgm:prSet/>
      <dgm:spPr/>
      <dgm:t>
        <a:bodyPr/>
        <a:lstStyle/>
        <a:p>
          <a:endParaRPr lang="en-US"/>
        </a:p>
      </dgm:t>
    </dgm:pt>
    <dgm:pt modelId="{BB8562DD-05FF-448F-B387-BDA7BEC02749}">
      <dgm:prSet/>
      <dgm:spPr>
        <a:solidFill>
          <a:srgbClr val="004F71"/>
        </a:solidFill>
      </dgm:spPr>
      <dgm:t>
        <a:bodyPr/>
        <a:lstStyle/>
        <a:p>
          <a:r>
            <a:rPr lang="en-US" dirty="0"/>
            <a:t>If two devices transmit simultaneously, a collision is detected.</a:t>
          </a:r>
        </a:p>
      </dgm:t>
    </dgm:pt>
    <dgm:pt modelId="{1FE96F85-45E5-4513-B626-CB1B8D2FAF02}" type="parTrans" cxnId="{041F6100-FCB5-4355-8C6A-26BF5A4EE364}">
      <dgm:prSet/>
      <dgm:spPr/>
      <dgm:t>
        <a:bodyPr/>
        <a:lstStyle/>
        <a:p>
          <a:endParaRPr lang="en-US"/>
        </a:p>
      </dgm:t>
    </dgm:pt>
    <dgm:pt modelId="{803D7657-7EA3-4AA9-932F-FFAB5C86C899}" type="sibTrans" cxnId="{041F6100-FCB5-4355-8C6A-26BF5A4EE364}">
      <dgm:prSet/>
      <dgm:spPr/>
      <dgm:t>
        <a:bodyPr/>
        <a:lstStyle/>
        <a:p>
          <a:endParaRPr lang="en-US"/>
        </a:p>
      </dgm:t>
    </dgm:pt>
    <dgm:pt modelId="{8E012628-CE4C-438B-8572-AE37D22ADD8A}" type="pres">
      <dgm:prSet presAssocID="{056C041D-3840-49A9-A091-EC933EC49EBD}" presName="theList" presStyleCnt="0">
        <dgm:presLayoutVars>
          <dgm:dir/>
          <dgm:animLvl val="lvl"/>
          <dgm:resizeHandles val="exact"/>
        </dgm:presLayoutVars>
      </dgm:prSet>
      <dgm:spPr/>
    </dgm:pt>
    <dgm:pt modelId="{9057FF15-63EC-492A-9349-A691C39654BD}" type="pres">
      <dgm:prSet presAssocID="{EA3DC9DB-376B-43BF-B457-51120576C23F}" presName="compNode" presStyleCnt="0"/>
      <dgm:spPr/>
    </dgm:pt>
    <dgm:pt modelId="{FAA39ED8-9CC7-4DF2-AF38-F2FF14718A2A}" type="pres">
      <dgm:prSet presAssocID="{EA3DC9DB-376B-43BF-B457-51120576C23F}" presName="aNode" presStyleLbl="bgShp" presStyleIdx="0" presStyleCnt="4" custLinFactNeighborY="-234"/>
      <dgm:spPr/>
    </dgm:pt>
    <dgm:pt modelId="{E56602F9-1A90-49FD-A779-1494ED53BA71}" type="pres">
      <dgm:prSet presAssocID="{EA3DC9DB-376B-43BF-B457-51120576C23F}" presName="textNode" presStyleLbl="bgShp" presStyleIdx="0" presStyleCnt="4"/>
      <dgm:spPr/>
    </dgm:pt>
    <dgm:pt modelId="{4F7341B3-5561-4F8B-8EDC-B56BC28EAD1A}" type="pres">
      <dgm:prSet presAssocID="{EA3DC9DB-376B-43BF-B457-51120576C23F}" presName="compChildNode" presStyleCnt="0"/>
      <dgm:spPr/>
    </dgm:pt>
    <dgm:pt modelId="{F9EEB763-9B43-43F5-A467-B3E5B493D75A}" type="pres">
      <dgm:prSet presAssocID="{EA3DC9DB-376B-43BF-B457-51120576C23F}" presName="theInnerList" presStyleCnt="0"/>
      <dgm:spPr/>
    </dgm:pt>
    <dgm:pt modelId="{A115BAF0-22EF-497E-AFBD-583A9E563772}" type="pres">
      <dgm:prSet presAssocID="{EE89559B-5A61-4A9E-B5F2-AEF605DF09D4}" presName="childNode" presStyleLbl="node1" presStyleIdx="0" presStyleCnt="6">
        <dgm:presLayoutVars>
          <dgm:bulletEnabled val="1"/>
        </dgm:presLayoutVars>
      </dgm:prSet>
      <dgm:spPr/>
    </dgm:pt>
    <dgm:pt modelId="{3F4FAB7A-A28B-4929-BECA-03635B561ED4}" type="pres">
      <dgm:prSet presAssocID="{EA3DC9DB-376B-43BF-B457-51120576C23F}" presName="aSpace" presStyleCnt="0"/>
      <dgm:spPr/>
    </dgm:pt>
    <dgm:pt modelId="{4699E2FE-775F-4601-8CD2-3EFC9EF0FAB7}" type="pres">
      <dgm:prSet presAssocID="{49AA4E5A-40BC-442C-99D9-280FAE1863D2}" presName="compNode" presStyleCnt="0"/>
      <dgm:spPr/>
    </dgm:pt>
    <dgm:pt modelId="{226BC424-068F-4A52-9C35-1E66E8B06E1F}" type="pres">
      <dgm:prSet presAssocID="{49AA4E5A-40BC-442C-99D9-280FAE1863D2}" presName="aNode" presStyleLbl="bgShp" presStyleIdx="1" presStyleCnt="4"/>
      <dgm:spPr/>
    </dgm:pt>
    <dgm:pt modelId="{2FBF3C5F-CDC8-4420-B495-F4C58CC7E5AF}" type="pres">
      <dgm:prSet presAssocID="{49AA4E5A-40BC-442C-99D9-280FAE1863D2}" presName="textNode" presStyleLbl="bgShp" presStyleIdx="1" presStyleCnt="4"/>
      <dgm:spPr/>
    </dgm:pt>
    <dgm:pt modelId="{EBE1EA37-267C-4186-B021-55A0F4ADB16F}" type="pres">
      <dgm:prSet presAssocID="{49AA4E5A-40BC-442C-99D9-280FAE1863D2}" presName="compChildNode" presStyleCnt="0"/>
      <dgm:spPr/>
    </dgm:pt>
    <dgm:pt modelId="{0C0BBD63-3A41-4E46-BDE7-4F37E0422667}" type="pres">
      <dgm:prSet presAssocID="{49AA4E5A-40BC-442C-99D9-280FAE1863D2}" presName="theInnerList" presStyleCnt="0"/>
      <dgm:spPr/>
    </dgm:pt>
    <dgm:pt modelId="{F87579E5-0C7A-4B06-8301-5F116A3C6966}" type="pres">
      <dgm:prSet presAssocID="{2F909568-5051-47DD-BF33-A5DF20C5A30C}" presName="childNode" presStyleLbl="node1" presStyleIdx="1" presStyleCnt="6">
        <dgm:presLayoutVars>
          <dgm:bulletEnabled val="1"/>
        </dgm:presLayoutVars>
      </dgm:prSet>
      <dgm:spPr/>
    </dgm:pt>
    <dgm:pt modelId="{1F9AD678-A102-431A-82FB-F69E8AC6D8B6}" type="pres">
      <dgm:prSet presAssocID="{2F909568-5051-47DD-BF33-A5DF20C5A30C}" presName="aSpace2" presStyleCnt="0"/>
      <dgm:spPr/>
    </dgm:pt>
    <dgm:pt modelId="{EDF11DAB-487F-4599-9240-9F31FC4A50E5}" type="pres">
      <dgm:prSet presAssocID="{73929961-38A7-4D5B-A064-032472AD60C9}" presName="childNode" presStyleLbl="node1" presStyleIdx="2" presStyleCnt="6">
        <dgm:presLayoutVars>
          <dgm:bulletEnabled val="1"/>
        </dgm:presLayoutVars>
      </dgm:prSet>
      <dgm:spPr/>
    </dgm:pt>
    <dgm:pt modelId="{36B61093-24AD-40E9-A951-C6D86CBED491}" type="pres">
      <dgm:prSet presAssocID="{49AA4E5A-40BC-442C-99D9-280FAE1863D2}" presName="aSpace" presStyleCnt="0"/>
      <dgm:spPr/>
    </dgm:pt>
    <dgm:pt modelId="{01152D01-5FAB-4283-BB80-D2BFC04695E8}" type="pres">
      <dgm:prSet presAssocID="{A8388897-DE95-4C07-99A0-5CA5BA69A834}" presName="compNode" presStyleCnt="0"/>
      <dgm:spPr/>
    </dgm:pt>
    <dgm:pt modelId="{8C0F207D-BF12-4C20-B455-3239255B9833}" type="pres">
      <dgm:prSet presAssocID="{A8388897-DE95-4C07-99A0-5CA5BA69A834}" presName="aNode" presStyleLbl="bgShp" presStyleIdx="2" presStyleCnt="4"/>
      <dgm:spPr/>
    </dgm:pt>
    <dgm:pt modelId="{53CA8D07-57D0-4D25-A4E4-26BB50F1458D}" type="pres">
      <dgm:prSet presAssocID="{A8388897-DE95-4C07-99A0-5CA5BA69A834}" presName="textNode" presStyleLbl="bgShp" presStyleIdx="2" presStyleCnt="4"/>
      <dgm:spPr/>
    </dgm:pt>
    <dgm:pt modelId="{BEB4A6E2-EC52-47CD-852B-DEAAD3A48FD6}" type="pres">
      <dgm:prSet presAssocID="{A8388897-DE95-4C07-99A0-5CA5BA69A834}" presName="compChildNode" presStyleCnt="0"/>
      <dgm:spPr/>
    </dgm:pt>
    <dgm:pt modelId="{217F8770-0689-4816-9B31-3FB55887C65C}" type="pres">
      <dgm:prSet presAssocID="{A8388897-DE95-4C07-99A0-5CA5BA69A834}" presName="theInnerList" presStyleCnt="0"/>
      <dgm:spPr/>
    </dgm:pt>
    <dgm:pt modelId="{1D3E9739-6122-4974-A283-7D48281AE6D8}" type="pres">
      <dgm:prSet presAssocID="{BB8562DD-05FF-448F-B387-BDA7BEC02749}" presName="childNode" presStyleLbl="node1" presStyleIdx="3" presStyleCnt="6">
        <dgm:presLayoutVars>
          <dgm:bulletEnabled val="1"/>
        </dgm:presLayoutVars>
      </dgm:prSet>
      <dgm:spPr/>
    </dgm:pt>
    <dgm:pt modelId="{A5495D37-22E3-409E-8778-3DCC70BC2413}" type="pres">
      <dgm:prSet presAssocID="{A8388897-DE95-4C07-99A0-5CA5BA69A834}" presName="aSpace" presStyleCnt="0"/>
      <dgm:spPr/>
    </dgm:pt>
    <dgm:pt modelId="{74EF191C-0FCD-4D8F-A9D6-058CA732BAEA}" type="pres">
      <dgm:prSet presAssocID="{2DEDB178-3C28-44DB-B00C-F917D5D74270}" presName="compNode" presStyleCnt="0"/>
      <dgm:spPr/>
    </dgm:pt>
    <dgm:pt modelId="{B3EC426C-0B1A-4028-97C8-9148544E680B}" type="pres">
      <dgm:prSet presAssocID="{2DEDB178-3C28-44DB-B00C-F917D5D74270}" presName="aNode" presStyleLbl="bgShp" presStyleIdx="3" presStyleCnt="4"/>
      <dgm:spPr/>
    </dgm:pt>
    <dgm:pt modelId="{36D93178-436F-4C0B-88D6-B27CA2EDB374}" type="pres">
      <dgm:prSet presAssocID="{2DEDB178-3C28-44DB-B00C-F917D5D74270}" presName="textNode" presStyleLbl="bgShp" presStyleIdx="3" presStyleCnt="4"/>
      <dgm:spPr/>
    </dgm:pt>
    <dgm:pt modelId="{7566D33B-83B4-4442-9D5C-7A0E315E8855}" type="pres">
      <dgm:prSet presAssocID="{2DEDB178-3C28-44DB-B00C-F917D5D74270}" presName="compChildNode" presStyleCnt="0"/>
      <dgm:spPr/>
    </dgm:pt>
    <dgm:pt modelId="{D974678C-59BB-47EB-8072-5AD2AAB471AE}" type="pres">
      <dgm:prSet presAssocID="{2DEDB178-3C28-44DB-B00C-F917D5D74270}" presName="theInnerList" presStyleCnt="0"/>
      <dgm:spPr/>
    </dgm:pt>
    <dgm:pt modelId="{2A2204A6-D934-442A-9BD9-7F889181F55E}" type="pres">
      <dgm:prSet presAssocID="{651753F4-967D-4D25-A240-41A610AEAA21}" presName="childNode" presStyleLbl="node1" presStyleIdx="4" presStyleCnt="6">
        <dgm:presLayoutVars>
          <dgm:bulletEnabled val="1"/>
        </dgm:presLayoutVars>
      </dgm:prSet>
      <dgm:spPr/>
    </dgm:pt>
    <dgm:pt modelId="{7600D5D3-6390-415C-A7B3-E180239F49B3}" type="pres">
      <dgm:prSet presAssocID="{651753F4-967D-4D25-A240-41A610AEAA21}" presName="aSpace2" presStyleCnt="0"/>
      <dgm:spPr/>
    </dgm:pt>
    <dgm:pt modelId="{833A0D4B-5187-4315-B1DE-2DC5407885CB}" type="pres">
      <dgm:prSet presAssocID="{AB2D1AB5-1351-49A5-B294-FAC5EBC4A25C}" presName="childNode" presStyleLbl="node1" presStyleIdx="5" presStyleCnt="6">
        <dgm:presLayoutVars>
          <dgm:bulletEnabled val="1"/>
        </dgm:presLayoutVars>
      </dgm:prSet>
      <dgm:spPr/>
    </dgm:pt>
  </dgm:ptLst>
  <dgm:cxnLst>
    <dgm:cxn modelId="{041F6100-FCB5-4355-8C6A-26BF5A4EE364}" srcId="{A8388897-DE95-4C07-99A0-5CA5BA69A834}" destId="{BB8562DD-05FF-448F-B387-BDA7BEC02749}" srcOrd="0" destOrd="0" parTransId="{1FE96F85-45E5-4513-B626-CB1B8D2FAF02}" sibTransId="{803D7657-7EA3-4AA9-932F-FFAB5C86C899}"/>
    <dgm:cxn modelId="{34425D05-B6BC-43EA-BBFD-F7FAE2690628}" type="presOf" srcId="{651753F4-967D-4D25-A240-41A610AEAA21}" destId="{2A2204A6-D934-442A-9BD9-7F889181F55E}" srcOrd="0" destOrd="0" presId="urn:microsoft.com/office/officeart/2005/8/layout/lProcess2"/>
    <dgm:cxn modelId="{A28CAF0A-50B3-4C8F-A229-A6AA06FC520B}" type="presOf" srcId="{EA3DC9DB-376B-43BF-B457-51120576C23F}" destId="{E56602F9-1A90-49FD-A779-1494ED53BA71}" srcOrd="1" destOrd="0" presId="urn:microsoft.com/office/officeart/2005/8/layout/lProcess2"/>
    <dgm:cxn modelId="{4F245D15-0F47-46DA-B373-A74D38698431}" type="presOf" srcId="{BB8562DD-05FF-448F-B387-BDA7BEC02749}" destId="{1D3E9739-6122-4974-A283-7D48281AE6D8}" srcOrd="0" destOrd="0" presId="urn:microsoft.com/office/officeart/2005/8/layout/lProcess2"/>
    <dgm:cxn modelId="{091D5D31-BD07-4384-89D0-FF6111F00E14}" type="presOf" srcId="{49AA4E5A-40BC-442C-99D9-280FAE1863D2}" destId="{226BC424-068F-4A52-9C35-1E66E8B06E1F}" srcOrd="0" destOrd="0" presId="urn:microsoft.com/office/officeart/2005/8/layout/lProcess2"/>
    <dgm:cxn modelId="{A8FD9F3C-5B3D-4FDB-A262-1BAA2935B0CF}" type="presOf" srcId="{EE89559B-5A61-4A9E-B5F2-AEF605DF09D4}" destId="{A115BAF0-22EF-497E-AFBD-583A9E563772}" srcOrd="0" destOrd="0" presId="urn:microsoft.com/office/officeart/2005/8/layout/lProcess2"/>
    <dgm:cxn modelId="{5C5E2D41-9A85-4F1A-AE61-C5F2730064E3}" type="presOf" srcId="{056C041D-3840-49A9-A091-EC933EC49EBD}" destId="{8E012628-CE4C-438B-8572-AE37D22ADD8A}" srcOrd="0" destOrd="0" presId="urn:microsoft.com/office/officeart/2005/8/layout/lProcess2"/>
    <dgm:cxn modelId="{79155868-4A50-4C20-929D-13101175C89E}" type="presOf" srcId="{A8388897-DE95-4C07-99A0-5CA5BA69A834}" destId="{53CA8D07-57D0-4D25-A4E4-26BB50F1458D}" srcOrd="1" destOrd="0" presId="urn:microsoft.com/office/officeart/2005/8/layout/lProcess2"/>
    <dgm:cxn modelId="{3172CC6B-696C-407B-9EDD-BF8188F5CE4F}" type="presOf" srcId="{A8388897-DE95-4C07-99A0-5CA5BA69A834}" destId="{8C0F207D-BF12-4C20-B455-3239255B9833}" srcOrd="0" destOrd="0" presId="urn:microsoft.com/office/officeart/2005/8/layout/lProcess2"/>
    <dgm:cxn modelId="{E119F44D-D122-4C72-9250-CCB07D8327EC}" type="presOf" srcId="{2F909568-5051-47DD-BF33-A5DF20C5A30C}" destId="{F87579E5-0C7A-4B06-8301-5F116A3C6966}" srcOrd="0" destOrd="0" presId="urn:microsoft.com/office/officeart/2005/8/layout/lProcess2"/>
    <dgm:cxn modelId="{1FD6954E-ABE0-452B-86EA-C029125EEDCD}" srcId="{2DEDB178-3C28-44DB-B00C-F917D5D74270}" destId="{AB2D1AB5-1351-49A5-B294-FAC5EBC4A25C}" srcOrd="1" destOrd="0" parTransId="{EA51DEFE-A31B-4244-A4DA-B1DDF2552391}" sibTransId="{AB2A1832-432A-44A0-92B3-E377F286794A}"/>
    <dgm:cxn modelId="{578E5176-7AF2-4536-83AF-721C22D4730F}" srcId="{056C041D-3840-49A9-A091-EC933EC49EBD}" destId="{A8388897-DE95-4C07-99A0-5CA5BA69A834}" srcOrd="2" destOrd="0" parTransId="{4EF576A4-2DCF-4660-84FC-6FAC93EA0A96}" sibTransId="{8D44588B-EA87-4436-90ED-1820342E3AA7}"/>
    <dgm:cxn modelId="{61963F7D-D2DC-494C-93F4-B1BB672B9D95}" type="presOf" srcId="{73929961-38A7-4D5B-A064-032472AD60C9}" destId="{EDF11DAB-487F-4599-9240-9F31FC4A50E5}" srcOrd="0" destOrd="0" presId="urn:microsoft.com/office/officeart/2005/8/layout/lProcess2"/>
    <dgm:cxn modelId="{9395AE85-1947-4D5D-BD27-7936B2498608}" type="presOf" srcId="{EA3DC9DB-376B-43BF-B457-51120576C23F}" destId="{FAA39ED8-9CC7-4DF2-AF38-F2FF14718A2A}" srcOrd="0" destOrd="0" presId="urn:microsoft.com/office/officeart/2005/8/layout/lProcess2"/>
    <dgm:cxn modelId="{2536148C-B09E-414E-BE22-87EFB2028C4B}" srcId="{056C041D-3840-49A9-A091-EC933EC49EBD}" destId="{49AA4E5A-40BC-442C-99D9-280FAE1863D2}" srcOrd="1" destOrd="0" parTransId="{37C045F4-E001-4FF9-ADFE-07C29FE59F1A}" sibTransId="{3CF4F4E9-F49F-4F16-B21A-27BC720971A3}"/>
    <dgm:cxn modelId="{71736792-F3D2-4389-8532-339C75ED0209}" srcId="{056C041D-3840-49A9-A091-EC933EC49EBD}" destId="{EA3DC9DB-376B-43BF-B457-51120576C23F}" srcOrd="0" destOrd="0" parTransId="{4BD90C3B-9A53-4A70-A9F4-D04AEADD927A}" sibTransId="{9D7665E0-C845-444E-AA6E-3131D8E3BDCE}"/>
    <dgm:cxn modelId="{3196DFA9-BB8C-4F08-9ABB-A32DA6CF4A6D}" type="presOf" srcId="{49AA4E5A-40BC-442C-99D9-280FAE1863D2}" destId="{2FBF3C5F-CDC8-4420-B495-F4C58CC7E5AF}" srcOrd="1" destOrd="0" presId="urn:microsoft.com/office/officeart/2005/8/layout/lProcess2"/>
    <dgm:cxn modelId="{0D554FB0-7022-44C9-871A-AEDCC0BC5E3C}" type="presOf" srcId="{AB2D1AB5-1351-49A5-B294-FAC5EBC4A25C}" destId="{833A0D4B-5187-4315-B1DE-2DC5407885CB}" srcOrd="0" destOrd="0" presId="urn:microsoft.com/office/officeart/2005/8/layout/lProcess2"/>
    <dgm:cxn modelId="{7C3B72DF-8DC0-4103-94FD-2A97ECFEFC45}" srcId="{49AA4E5A-40BC-442C-99D9-280FAE1863D2}" destId="{2F909568-5051-47DD-BF33-A5DF20C5A30C}" srcOrd="0" destOrd="0" parTransId="{677AC62A-A53A-409B-9840-83F92FDF4BCA}" sibTransId="{DD2A70EF-5056-4CF6-A78B-89573AA24B54}"/>
    <dgm:cxn modelId="{605517E0-DC0D-4C8F-AF69-7B29DE855BF1}" srcId="{2DEDB178-3C28-44DB-B00C-F917D5D74270}" destId="{651753F4-967D-4D25-A240-41A610AEAA21}" srcOrd="0" destOrd="0" parTransId="{2841BB50-95AA-4BA0-A8D2-BBD80EAA7722}" sibTransId="{0F05F804-627A-40E0-8458-BF70EDDFB5DD}"/>
    <dgm:cxn modelId="{7571C3E4-376E-4BF9-8E88-D2D931114D5F}" srcId="{EA3DC9DB-376B-43BF-B457-51120576C23F}" destId="{EE89559B-5A61-4A9E-B5F2-AEF605DF09D4}" srcOrd="0" destOrd="0" parTransId="{5745BF4A-5982-4144-B0E4-FC77F2827AD5}" sibTransId="{B4DEB4DC-64A1-43C3-B9B8-FE2CF1AC1060}"/>
    <dgm:cxn modelId="{A1AAAAF0-7D52-406F-B616-028BBEFE199E}" srcId="{056C041D-3840-49A9-A091-EC933EC49EBD}" destId="{2DEDB178-3C28-44DB-B00C-F917D5D74270}" srcOrd="3" destOrd="0" parTransId="{56A4096A-7645-49BC-8E3B-7DCBC7B536E3}" sibTransId="{302C35F5-6147-4D94-88F1-9B9FD817D1C6}"/>
    <dgm:cxn modelId="{AE181BF1-23BC-4D89-811B-DD9238124D24}" type="presOf" srcId="{2DEDB178-3C28-44DB-B00C-F917D5D74270}" destId="{36D93178-436F-4C0B-88D6-B27CA2EDB374}" srcOrd="1" destOrd="0" presId="urn:microsoft.com/office/officeart/2005/8/layout/lProcess2"/>
    <dgm:cxn modelId="{DD7088F7-23A1-4456-AEF5-4293218855CC}" srcId="{49AA4E5A-40BC-442C-99D9-280FAE1863D2}" destId="{73929961-38A7-4D5B-A064-032472AD60C9}" srcOrd="1" destOrd="0" parTransId="{FAD83B5E-CE3F-4107-946F-E129D361C938}" sibTransId="{FF8A882F-F04D-4905-8D31-F0EADDE1A4C5}"/>
    <dgm:cxn modelId="{1351D0FD-679F-4564-AA6F-57EF9B99192B}" type="presOf" srcId="{2DEDB178-3C28-44DB-B00C-F917D5D74270}" destId="{B3EC426C-0B1A-4028-97C8-9148544E680B}" srcOrd="0" destOrd="0" presId="urn:microsoft.com/office/officeart/2005/8/layout/lProcess2"/>
    <dgm:cxn modelId="{0E04EC1A-B665-42D1-9A4A-B79998BB0246}" type="presParOf" srcId="{8E012628-CE4C-438B-8572-AE37D22ADD8A}" destId="{9057FF15-63EC-492A-9349-A691C39654BD}" srcOrd="0" destOrd="0" presId="urn:microsoft.com/office/officeart/2005/8/layout/lProcess2"/>
    <dgm:cxn modelId="{7D3CD1D7-7157-4A08-BF12-DA5759AF5684}" type="presParOf" srcId="{9057FF15-63EC-492A-9349-A691C39654BD}" destId="{FAA39ED8-9CC7-4DF2-AF38-F2FF14718A2A}" srcOrd="0" destOrd="0" presId="urn:microsoft.com/office/officeart/2005/8/layout/lProcess2"/>
    <dgm:cxn modelId="{E89C5D51-EDC3-40B5-AF88-0F5BDCDA2A18}" type="presParOf" srcId="{9057FF15-63EC-492A-9349-A691C39654BD}" destId="{E56602F9-1A90-49FD-A779-1494ED53BA71}" srcOrd="1" destOrd="0" presId="urn:microsoft.com/office/officeart/2005/8/layout/lProcess2"/>
    <dgm:cxn modelId="{492C6A73-2E03-41DF-8A0B-2510CBF33F05}" type="presParOf" srcId="{9057FF15-63EC-492A-9349-A691C39654BD}" destId="{4F7341B3-5561-4F8B-8EDC-B56BC28EAD1A}" srcOrd="2" destOrd="0" presId="urn:microsoft.com/office/officeart/2005/8/layout/lProcess2"/>
    <dgm:cxn modelId="{1FF43715-854B-4916-B4D6-CED16BBA9CCF}" type="presParOf" srcId="{4F7341B3-5561-4F8B-8EDC-B56BC28EAD1A}" destId="{F9EEB763-9B43-43F5-A467-B3E5B493D75A}" srcOrd="0" destOrd="0" presId="urn:microsoft.com/office/officeart/2005/8/layout/lProcess2"/>
    <dgm:cxn modelId="{1DA5396D-BCD6-4495-A4C4-0011ABF1E37F}" type="presParOf" srcId="{F9EEB763-9B43-43F5-A467-B3E5B493D75A}" destId="{A115BAF0-22EF-497E-AFBD-583A9E563772}" srcOrd="0" destOrd="0" presId="urn:microsoft.com/office/officeart/2005/8/layout/lProcess2"/>
    <dgm:cxn modelId="{50FBCD3C-E407-4EA8-BCB3-736A1DB8B1E2}" type="presParOf" srcId="{8E012628-CE4C-438B-8572-AE37D22ADD8A}" destId="{3F4FAB7A-A28B-4929-BECA-03635B561ED4}" srcOrd="1" destOrd="0" presId="urn:microsoft.com/office/officeart/2005/8/layout/lProcess2"/>
    <dgm:cxn modelId="{337C2FF4-6086-405E-8DC9-4710E0625771}" type="presParOf" srcId="{8E012628-CE4C-438B-8572-AE37D22ADD8A}" destId="{4699E2FE-775F-4601-8CD2-3EFC9EF0FAB7}" srcOrd="2" destOrd="0" presId="urn:microsoft.com/office/officeart/2005/8/layout/lProcess2"/>
    <dgm:cxn modelId="{BB1E6D7A-42FD-4D79-B833-BBE0570B5776}" type="presParOf" srcId="{4699E2FE-775F-4601-8CD2-3EFC9EF0FAB7}" destId="{226BC424-068F-4A52-9C35-1E66E8B06E1F}" srcOrd="0" destOrd="0" presId="urn:microsoft.com/office/officeart/2005/8/layout/lProcess2"/>
    <dgm:cxn modelId="{113A7C62-24DE-429C-9F15-83C1C85F4A85}" type="presParOf" srcId="{4699E2FE-775F-4601-8CD2-3EFC9EF0FAB7}" destId="{2FBF3C5F-CDC8-4420-B495-F4C58CC7E5AF}" srcOrd="1" destOrd="0" presId="urn:microsoft.com/office/officeart/2005/8/layout/lProcess2"/>
    <dgm:cxn modelId="{F015F434-70A0-43EB-ACA1-17EB2819B2C5}" type="presParOf" srcId="{4699E2FE-775F-4601-8CD2-3EFC9EF0FAB7}" destId="{EBE1EA37-267C-4186-B021-55A0F4ADB16F}" srcOrd="2" destOrd="0" presId="urn:microsoft.com/office/officeart/2005/8/layout/lProcess2"/>
    <dgm:cxn modelId="{027EC2C3-C186-4E0E-A25E-5E79030F26DF}" type="presParOf" srcId="{EBE1EA37-267C-4186-B021-55A0F4ADB16F}" destId="{0C0BBD63-3A41-4E46-BDE7-4F37E0422667}" srcOrd="0" destOrd="0" presId="urn:microsoft.com/office/officeart/2005/8/layout/lProcess2"/>
    <dgm:cxn modelId="{02326E7D-AF6F-45FE-86DE-58CDECC10E1C}" type="presParOf" srcId="{0C0BBD63-3A41-4E46-BDE7-4F37E0422667}" destId="{F87579E5-0C7A-4B06-8301-5F116A3C6966}" srcOrd="0" destOrd="0" presId="urn:microsoft.com/office/officeart/2005/8/layout/lProcess2"/>
    <dgm:cxn modelId="{5C4AD916-6375-4DB7-AA31-FD786B3F1603}" type="presParOf" srcId="{0C0BBD63-3A41-4E46-BDE7-4F37E0422667}" destId="{1F9AD678-A102-431A-82FB-F69E8AC6D8B6}" srcOrd="1" destOrd="0" presId="urn:microsoft.com/office/officeart/2005/8/layout/lProcess2"/>
    <dgm:cxn modelId="{0B77B1E5-2204-43C9-B07A-2B3949D8344B}" type="presParOf" srcId="{0C0BBD63-3A41-4E46-BDE7-4F37E0422667}" destId="{EDF11DAB-487F-4599-9240-9F31FC4A50E5}" srcOrd="2" destOrd="0" presId="urn:microsoft.com/office/officeart/2005/8/layout/lProcess2"/>
    <dgm:cxn modelId="{772598BB-66AE-49C1-90B2-E43D96C362AE}" type="presParOf" srcId="{8E012628-CE4C-438B-8572-AE37D22ADD8A}" destId="{36B61093-24AD-40E9-A951-C6D86CBED491}" srcOrd="3" destOrd="0" presId="urn:microsoft.com/office/officeart/2005/8/layout/lProcess2"/>
    <dgm:cxn modelId="{C9015F54-92F8-49DD-997B-907E49BA2242}" type="presParOf" srcId="{8E012628-CE4C-438B-8572-AE37D22ADD8A}" destId="{01152D01-5FAB-4283-BB80-D2BFC04695E8}" srcOrd="4" destOrd="0" presId="urn:microsoft.com/office/officeart/2005/8/layout/lProcess2"/>
    <dgm:cxn modelId="{BBB445E5-BC6F-4ABF-8DE0-DE11A343136A}" type="presParOf" srcId="{01152D01-5FAB-4283-BB80-D2BFC04695E8}" destId="{8C0F207D-BF12-4C20-B455-3239255B9833}" srcOrd="0" destOrd="0" presId="urn:microsoft.com/office/officeart/2005/8/layout/lProcess2"/>
    <dgm:cxn modelId="{3AC1186D-D6C6-4263-B712-92F331E9BDA9}" type="presParOf" srcId="{01152D01-5FAB-4283-BB80-D2BFC04695E8}" destId="{53CA8D07-57D0-4D25-A4E4-26BB50F1458D}" srcOrd="1" destOrd="0" presId="urn:microsoft.com/office/officeart/2005/8/layout/lProcess2"/>
    <dgm:cxn modelId="{BD05C446-B95E-478A-A675-871945B7F4DB}" type="presParOf" srcId="{01152D01-5FAB-4283-BB80-D2BFC04695E8}" destId="{BEB4A6E2-EC52-47CD-852B-DEAAD3A48FD6}" srcOrd="2" destOrd="0" presId="urn:microsoft.com/office/officeart/2005/8/layout/lProcess2"/>
    <dgm:cxn modelId="{E5418604-3DE5-4A14-8CD4-6F65A46A320A}" type="presParOf" srcId="{BEB4A6E2-EC52-47CD-852B-DEAAD3A48FD6}" destId="{217F8770-0689-4816-9B31-3FB55887C65C}" srcOrd="0" destOrd="0" presId="urn:microsoft.com/office/officeart/2005/8/layout/lProcess2"/>
    <dgm:cxn modelId="{6A7A274F-D6EE-4671-ABC5-FB162DF5DE79}" type="presParOf" srcId="{217F8770-0689-4816-9B31-3FB55887C65C}" destId="{1D3E9739-6122-4974-A283-7D48281AE6D8}" srcOrd="0" destOrd="0" presId="urn:microsoft.com/office/officeart/2005/8/layout/lProcess2"/>
    <dgm:cxn modelId="{8F4AD202-D1B8-40EB-BEAE-AC5AE9162BBF}" type="presParOf" srcId="{8E012628-CE4C-438B-8572-AE37D22ADD8A}" destId="{A5495D37-22E3-409E-8778-3DCC70BC2413}" srcOrd="5" destOrd="0" presId="urn:microsoft.com/office/officeart/2005/8/layout/lProcess2"/>
    <dgm:cxn modelId="{93A27923-A810-4A82-B953-B66F35BFD2D7}" type="presParOf" srcId="{8E012628-CE4C-438B-8572-AE37D22ADD8A}" destId="{74EF191C-0FCD-4D8F-A9D6-058CA732BAEA}" srcOrd="6" destOrd="0" presId="urn:microsoft.com/office/officeart/2005/8/layout/lProcess2"/>
    <dgm:cxn modelId="{989D55EA-1AC7-4C50-96BC-3F7B74F58818}" type="presParOf" srcId="{74EF191C-0FCD-4D8F-A9D6-058CA732BAEA}" destId="{B3EC426C-0B1A-4028-97C8-9148544E680B}" srcOrd="0" destOrd="0" presId="urn:microsoft.com/office/officeart/2005/8/layout/lProcess2"/>
    <dgm:cxn modelId="{6E9F35D5-46CB-45EC-890A-B9D5A4696471}" type="presParOf" srcId="{74EF191C-0FCD-4D8F-A9D6-058CA732BAEA}" destId="{36D93178-436F-4C0B-88D6-B27CA2EDB374}" srcOrd="1" destOrd="0" presId="urn:microsoft.com/office/officeart/2005/8/layout/lProcess2"/>
    <dgm:cxn modelId="{E846D7B9-C499-48DE-9427-3DE19EC9B7F4}" type="presParOf" srcId="{74EF191C-0FCD-4D8F-A9D6-058CA732BAEA}" destId="{7566D33B-83B4-4442-9D5C-7A0E315E8855}" srcOrd="2" destOrd="0" presId="urn:microsoft.com/office/officeart/2005/8/layout/lProcess2"/>
    <dgm:cxn modelId="{45EF1973-A12B-491A-B7B9-0423B112A797}" type="presParOf" srcId="{7566D33B-83B4-4442-9D5C-7A0E315E8855}" destId="{D974678C-59BB-47EB-8072-5AD2AAB471AE}" srcOrd="0" destOrd="0" presId="urn:microsoft.com/office/officeart/2005/8/layout/lProcess2"/>
    <dgm:cxn modelId="{DFE5FD72-9B43-4FA7-88AE-F2539CAFEA10}" type="presParOf" srcId="{D974678C-59BB-47EB-8072-5AD2AAB471AE}" destId="{2A2204A6-D934-442A-9BD9-7F889181F55E}" srcOrd="0" destOrd="0" presId="urn:microsoft.com/office/officeart/2005/8/layout/lProcess2"/>
    <dgm:cxn modelId="{C8669D35-EAF1-46D7-AE8A-E82D5E0835EC}" type="presParOf" srcId="{D974678C-59BB-47EB-8072-5AD2AAB471AE}" destId="{7600D5D3-6390-415C-A7B3-E180239F49B3}" srcOrd="1" destOrd="0" presId="urn:microsoft.com/office/officeart/2005/8/layout/lProcess2"/>
    <dgm:cxn modelId="{35EA87AA-B3FA-49BD-A304-11C1E26A170D}" type="presParOf" srcId="{D974678C-59BB-47EB-8072-5AD2AAB471AE}" destId="{833A0D4B-5187-4315-B1DE-2DC5407885CB}"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DA67C4-C11B-439A-9861-F0D0355F15C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5A69D1C-49A2-41F1-9790-1D7B749E1B84}">
      <dgm:prSet custT="1"/>
      <dgm:spPr/>
      <dgm:t>
        <a:bodyPr/>
        <a:lstStyle/>
        <a:p>
          <a:r>
            <a:rPr lang="en-US" sz="1200" b="1" dirty="0"/>
            <a:t>Structure</a:t>
          </a:r>
        </a:p>
      </dgm:t>
    </dgm:pt>
    <dgm:pt modelId="{F2A7FFC7-434A-4382-946C-58F31D2FA71E}" type="parTrans" cxnId="{681654BA-C5D5-45BE-B07F-5A0B409AC7CA}">
      <dgm:prSet/>
      <dgm:spPr/>
      <dgm:t>
        <a:bodyPr/>
        <a:lstStyle/>
        <a:p>
          <a:endParaRPr lang="en-US"/>
        </a:p>
      </dgm:t>
    </dgm:pt>
    <dgm:pt modelId="{D7C58FE5-23D0-49D1-983D-BC70F396A4E7}" type="sibTrans" cxnId="{681654BA-C5D5-45BE-B07F-5A0B409AC7CA}">
      <dgm:prSet/>
      <dgm:spPr/>
      <dgm:t>
        <a:bodyPr/>
        <a:lstStyle/>
        <a:p>
          <a:endParaRPr lang="en-US"/>
        </a:p>
      </dgm:t>
    </dgm:pt>
    <dgm:pt modelId="{BA4B23B9-1A80-4C8F-BE3E-F34339B0AF9C}">
      <dgm:prSet custT="1"/>
      <dgm:spPr/>
      <dgm:t>
        <a:bodyPr/>
        <a:lstStyle/>
        <a:p>
          <a:r>
            <a:rPr lang="en-US" sz="1200" b="1" dirty="0"/>
            <a:t>Interference</a:t>
          </a:r>
        </a:p>
      </dgm:t>
    </dgm:pt>
    <dgm:pt modelId="{13C4202C-7160-4513-B22E-9362065AB5D4}" type="parTrans" cxnId="{FD34CC8D-9242-4D28-9BD6-353684D72324}">
      <dgm:prSet/>
      <dgm:spPr/>
      <dgm:t>
        <a:bodyPr/>
        <a:lstStyle/>
        <a:p>
          <a:endParaRPr lang="en-US"/>
        </a:p>
      </dgm:t>
    </dgm:pt>
    <dgm:pt modelId="{71736E8F-5030-43E1-AD1D-02060A6FA161}" type="sibTrans" cxnId="{FD34CC8D-9242-4D28-9BD6-353684D72324}">
      <dgm:prSet/>
      <dgm:spPr/>
      <dgm:t>
        <a:bodyPr/>
        <a:lstStyle/>
        <a:p>
          <a:endParaRPr lang="en-US"/>
        </a:p>
      </dgm:t>
    </dgm:pt>
    <dgm:pt modelId="{67867CC5-10EF-4F86-9275-BFBE74F93238}">
      <dgm:prSet custT="1"/>
      <dgm:spPr/>
      <dgm:t>
        <a:bodyPr/>
        <a:lstStyle/>
        <a:p>
          <a:r>
            <a:rPr lang="en-US" sz="1200" b="1" dirty="0"/>
            <a:t>Use</a:t>
          </a:r>
        </a:p>
      </dgm:t>
    </dgm:pt>
    <dgm:pt modelId="{7567A914-1B5C-4135-867F-8EE45DCB7C4C}" type="parTrans" cxnId="{8727B244-096A-4ED7-A2FA-03AE70BFEC61}">
      <dgm:prSet/>
      <dgm:spPr/>
      <dgm:t>
        <a:bodyPr/>
        <a:lstStyle/>
        <a:p>
          <a:endParaRPr lang="en-US"/>
        </a:p>
      </dgm:t>
    </dgm:pt>
    <dgm:pt modelId="{DD9A9318-F918-43DC-9506-3206B7010BF0}" type="sibTrans" cxnId="{8727B244-096A-4ED7-A2FA-03AE70BFEC61}">
      <dgm:prSet/>
      <dgm:spPr/>
      <dgm:t>
        <a:bodyPr/>
        <a:lstStyle/>
        <a:p>
          <a:endParaRPr lang="en-US"/>
        </a:p>
      </dgm:t>
    </dgm:pt>
    <dgm:pt modelId="{658D037B-349B-4BA5-98E9-B5BAB0ACCE41}">
      <dgm:prSet custT="1"/>
      <dgm:spPr/>
      <dgm:t>
        <a:bodyPr/>
        <a:lstStyle/>
        <a:p>
          <a:r>
            <a:rPr lang="en-US" sz="1200" b="1" dirty="0"/>
            <a:t>Categories</a:t>
          </a:r>
        </a:p>
      </dgm:t>
    </dgm:pt>
    <dgm:pt modelId="{783377F4-CCA1-45AC-A334-34FB60A512B0}" type="parTrans" cxnId="{BC003E44-8EE3-473C-B116-D7B7BA3D3554}">
      <dgm:prSet/>
      <dgm:spPr/>
      <dgm:t>
        <a:bodyPr/>
        <a:lstStyle/>
        <a:p>
          <a:endParaRPr lang="en-US"/>
        </a:p>
      </dgm:t>
    </dgm:pt>
    <dgm:pt modelId="{1F79C0CA-5BD0-4BC6-ADBD-6DAB0C17DDC6}" type="sibTrans" cxnId="{BC003E44-8EE3-473C-B116-D7B7BA3D3554}">
      <dgm:prSet/>
      <dgm:spPr/>
      <dgm:t>
        <a:bodyPr/>
        <a:lstStyle/>
        <a:p>
          <a:endParaRPr lang="en-US"/>
        </a:p>
      </dgm:t>
    </dgm:pt>
    <dgm:pt modelId="{EE865841-FCEE-4C1E-B92C-240357EE18BC}">
      <dgm:prSet custT="1"/>
      <dgm:spPr/>
      <dgm:t>
        <a:bodyPr/>
        <a:lstStyle/>
        <a:p>
          <a:r>
            <a:rPr lang="en-US" sz="1200" b="1" dirty="0"/>
            <a:t>Installation</a:t>
          </a:r>
        </a:p>
      </dgm:t>
    </dgm:pt>
    <dgm:pt modelId="{928635A5-4C3D-4ECD-A300-2EEC9A9AE073}" type="parTrans" cxnId="{6F0FBE50-7715-4B2E-A37A-7EE2A415EBD2}">
      <dgm:prSet/>
      <dgm:spPr/>
      <dgm:t>
        <a:bodyPr/>
        <a:lstStyle/>
        <a:p>
          <a:endParaRPr lang="en-US"/>
        </a:p>
      </dgm:t>
    </dgm:pt>
    <dgm:pt modelId="{B85DDFE7-CDE8-4370-BBF6-FF40C1413AF2}" type="sibTrans" cxnId="{6F0FBE50-7715-4B2E-A37A-7EE2A415EBD2}">
      <dgm:prSet/>
      <dgm:spPr/>
      <dgm:t>
        <a:bodyPr/>
        <a:lstStyle/>
        <a:p>
          <a:endParaRPr lang="en-US"/>
        </a:p>
      </dgm:t>
    </dgm:pt>
    <dgm:pt modelId="{815AB975-F353-46A3-9BD8-C4B1E841B070}">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Contains 2 to 8 pairs in a plastic jacket</a:t>
          </a:r>
        </a:p>
      </dgm:t>
    </dgm:pt>
    <dgm:pt modelId="{BD97C6E0-0A7D-411D-B2F5-1C671BF4B138}" type="parTrans" cxnId="{2D518B8C-5C67-4F7B-882A-45768446C77F}">
      <dgm:prSet/>
      <dgm:spPr/>
      <dgm:t>
        <a:bodyPr/>
        <a:lstStyle/>
        <a:p>
          <a:endParaRPr lang="en-US"/>
        </a:p>
      </dgm:t>
    </dgm:pt>
    <dgm:pt modelId="{19E554D2-B86C-4329-BC2F-7D9FBB4377BF}" type="sibTrans" cxnId="{2D518B8C-5C67-4F7B-882A-45768446C77F}">
      <dgm:prSet/>
      <dgm:spPr/>
      <dgm:t>
        <a:bodyPr/>
        <a:lstStyle/>
        <a:p>
          <a:endParaRPr lang="en-US"/>
        </a:p>
      </dgm:t>
    </dgm:pt>
    <dgm:pt modelId="{70D11597-F1E6-451C-84E9-D21F0EAD7D1B}">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Minimal EMI protection</a:t>
          </a:r>
        </a:p>
      </dgm:t>
    </dgm:pt>
    <dgm:pt modelId="{C70A9731-D4D4-48BB-9F34-43C3A85CEDCC}" type="parTrans" cxnId="{F0B269AB-ED78-434E-91B6-110B1356B76E}">
      <dgm:prSet/>
      <dgm:spPr/>
      <dgm:t>
        <a:bodyPr/>
        <a:lstStyle/>
        <a:p>
          <a:endParaRPr lang="en-US"/>
        </a:p>
      </dgm:t>
    </dgm:pt>
    <dgm:pt modelId="{727695A2-F44B-4897-A291-68548AE7C8A6}" type="sibTrans" cxnId="{F0B269AB-ED78-434E-91B6-110B1356B76E}">
      <dgm:prSet/>
      <dgm:spPr/>
      <dgm:t>
        <a:bodyPr/>
        <a:lstStyle/>
        <a:p>
          <a:endParaRPr lang="en-US"/>
        </a:p>
      </dgm:t>
    </dgm:pt>
    <dgm:pt modelId="{095B5E17-138E-46C0-89B7-FA5A5E6C6C1E}">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Popular for LANs because it is cost-effective</a:t>
          </a:r>
        </a:p>
      </dgm:t>
    </dgm:pt>
    <dgm:pt modelId="{AAB67A83-F0B6-4C67-84D3-72B5A8B9BE11}" type="parTrans" cxnId="{0E6EC2BF-CE28-4DCD-A34B-BE54430D6008}">
      <dgm:prSet/>
      <dgm:spPr/>
      <dgm:t>
        <a:bodyPr/>
        <a:lstStyle/>
        <a:p>
          <a:endParaRPr lang="en-US"/>
        </a:p>
      </dgm:t>
    </dgm:pt>
    <dgm:pt modelId="{2066FD4C-E53B-4BD6-84FF-8FB68100E50C}" type="sibTrans" cxnId="{0E6EC2BF-CE28-4DCD-A34B-BE54430D6008}">
      <dgm:prSet/>
      <dgm:spPr/>
      <dgm:t>
        <a:bodyPr/>
        <a:lstStyle/>
        <a:p>
          <a:endParaRPr lang="en-US"/>
        </a:p>
      </dgm:t>
    </dgm:pt>
    <dgm:pt modelId="{519F3498-B1A0-4C34-9ED9-FD32ACE704E9}">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Grades like Cat5e (1 Gbps) and Cat6a (10 Gbps)</a:t>
          </a:r>
        </a:p>
      </dgm:t>
    </dgm:pt>
    <dgm:pt modelId="{434374A8-076F-4F9A-8C3C-2A71DED6EDBA}" type="parTrans" cxnId="{C7715966-E9F8-4419-953D-CABF80E1DDF3}">
      <dgm:prSet/>
      <dgm:spPr/>
      <dgm:t>
        <a:bodyPr/>
        <a:lstStyle/>
        <a:p>
          <a:endParaRPr lang="en-US"/>
        </a:p>
      </dgm:t>
    </dgm:pt>
    <dgm:pt modelId="{EE5922A1-162A-41CD-8A98-B7C10AB379B2}" type="sibTrans" cxnId="{C7715966-E9F8-4419-953D-CABF80E1DDF3}">
      <dgm:prSet/>
      <dgm:spPr/>
      <dgm:t>
        <a:bodyPr/>
        <a:lstStyle/>
        <a:p>
          <a:endParaRPr lang="en-US"/>
        </a:p>
      </dgm:t>
    </dgm:pt>
    <dgm:pt modelId="{AB42F604-FC5F-46AC-A5F9-2E3AEB987CED}">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Avoid sharp bends, keep away from EMI sources</a:t>
          </a:r>
        </a:p>
      </dgm:t>
    </dgm:pt>
    <dgm:pt modelId="{D33B6D99-2CF4-4BAC-9859-F20FE3A8E57A}" type="parTrans" cxnId="{E26B7E5B-135C-4D6D-B089-7D39966F8DFE}">
      <dgm:prSet/>
      <dgm:spPr/>
      <dgm:t>
        <a:bodyPr/>
        <a:lstStyle/>
        <a:p>
          <a:endParaRPr lang="en-US"/>
        </a:p>
      </dgm:t>
    </dgm:pt>
    <dgm:pt modelId="{344D72B6-F436-431F-A8A4-246C7E7CD69B}" type="sibTrans" cxnId="{E26B7E5B-135C-4D6D-B089-7D39966F8DFE}">
      <dgm:prSet/>
      <dgm:spPr/>
      <dgm:t>
        <a:bodyPr/>
        <a:lstStyle/>
        <a:p>
          <a:endParaRPr lang="en-US"/>
        </a:p>
      </dgm:t>
    </dgm:pt>
    <dgm:pt modelId="{C957396A-F864-4897-B7B6-B5C8B2D76DBB}" type="pres">
      <dgm:prSet presAssocID="{FCDA67C4-C11B-439A-9861-F0D0355F15CF}" presName="linear" presStyleCnt="0">
        <dgm:presLayoutVars>
          <dgm:dir/>
          <dgm:animLvl val="lvl"/>
          <dgm:resizeHandles val="exact"/>
        </dgm:presLayoutVars>
      </dgm:prSet>
      <dgm:spPr/>
    </dgm:pt>
    <dgm:pt modelId="{49397ADB-6D09-4D79-B195-435366FA992E}" type="pres">
      <dgm:prSet presAssocID="{C5A69D1C-49A2-41F1-9790-1D7B749E1B84}" presName="parentLin" presStyleCnt="0"/>
      <dgm:spPr/>
    </dgm:pt>
    <dgm:pt modelId="{5696BB91-9206-4D61-A2F0-B3E611CA8B61}" type="pres">
      <dgm:prSet presAssocID="{C5A69D1C-49A2-41F1-9790-1D7B749E1B84}" presName="parentLeftMargin" presStyleLbl="node1" presStyleIdx="0" presStyleCnt="5"/>
      <dgm:spPr/>
    </dgm:pt>
    <dgm:pt modelId="{A466DA0B-EA69-44A3-A4B1-5FED131C9622}" type="pres">
      <dgm:prSet presAssocID="{C5A69D1C-49A2-41F1-9790-1D7B749E1B84}" presName="parentText" presStyleLbl="node1" presStyleIdx="0" presStyleCnt="5">
        <dgm:presLayoutVars>
          <dgm:chMax val="0"/>
          <dgm:bulletEnabled val="1"/>
        </dgm:presLayoutVars>
      </dgm:prSet>
      <dgm:spPr/>
    </dgm:pt>
    <dgm:pt modelId="{40993055-2F76-4130-BF0F-4CED5B76DE36}" type="pres">
      <dgm:prSet presAssocID="{C5A69D1C-49A2-41F1-9790-1D7B749E1B84}" presName="negativeSpace" presStyleCnt="0"/>
      <dgm:spPr/>
    </dgm:pt>
    <dgm:pt modelId="{0131F0A3-70DB-4C88-A911-71BA79807A9F}" type="pres">
      <dgm:prSet presAssocID="{C5A69D1C-49A2-41F1-9790-1D7B749E1B84}" presName="childText" presStyleLbl="conFgAcc1" presStyleIdx="0" presStyleCnt="5">
        <dgm:presLayoutVars>
          <dgm:bulletEnabled val="1"/>
        </dgm:presLayoutVars>
      </dgm:prSet>
      <dgm:spPr/>
    </dgm:pt>
    <dgm:pt modelId="{C50AEDFB-5DBE-40EB-BF90-721B02370381}" type="pres">
      <dgm:prSet presAssocID="{D7C58FE5-23D0-49D1-983D-BC70F396A4E7}" presName="spaceBetweenRectangles" presStyleCnt="0"/>
      <dgm:spPr/>
    </dgm:pt>
    <dgm:pt modelId="{21A181F2-81FE-4673-AD87-5F6FD15135E8}" type="pres">
      <dgm:prSet presAssocID="{BA4B23B9-1A80-4C8F-BE3E-F34339B0AF9C}" presName="parentLin" presStyleCnt="0"/>
      <dgm:spPr/>
    </dgm:pt>
    <dgm:pt modelId="{42FBA810-723D-4E9F-93D8-C7A4994239E2}" type="pres">
      <dgm:prSet presAssocID="{BA4B23B9-1A80-4C8F-BE3E-F34339B0AF9C}" presName="parentLeftMargin" presStyleLbl="node1" presStyleIdx="0" presStyleCnt="5"/>
      <dgm:spPr/>
    </dgm:pt>
    <dgm:pt modelId="{4D71563B-5463-4B9A-9948-BD0DF9043B3F}" type="pres">
      <dgm:prSet presAssocID="{BA4B23B9-1A80-4C8F-BE3E-F34339B0AF9C}" presName="parentText" presStyleLbl="node1" presStyleIdx="1" presStyleCnt="5">
        <dgm:presLayoutVars>
          <dgm:chMax val="0"/>
          <dgm:bulletEnabled val="1"/>
        </dgm:presLayoutVars>
      </dgm:prSet>
      <dgm:spPr/>
    </dgm:pt>
    <dgm:pt modelId="{5FB8A281-43CC-4619-A66F-89E5F267700E}" type="pres">
      <dgm:prSet presAssocID="{BA4B23B9-1A80-4C8F-BE3E-F34339B0AF9C}" presName="negativeSpace" presStyleCnt="0"/>
      <dgm:spPr/>
    </dgm:pt>
    <dgm:pt modelId="{624B3F83-9B23-43D4-A463-C55E42CE45D3}" type="pres">
      <dgm:prSet presAssocID="{BA4B23B9-1A80-4C8F-BE3E-F34339B0AF9C}" presName="childText" presStyleLbl="conFgAcc1" presStyleIdx="1" presStyleCnt="5">
        <dgm:presLayoutVars>
          <dgm:bulletEnabled val="1"/>
        </dgm:presLayoutVars>
      </dgm:prSet>
      <dgm:spPr/>
    </dgm:pt>
    <dgm:pt modelId="{B5BEA377-D1AD-4A7C-8B14-65FD36196A2C}" type="pres">
      <dgm:prSet presAssocID="{71736E8F-5030-43E1-AD1D-02060A6FA161}" presName="spaceBetweenRectangles" presStyleCnt="0"/>
      <dgm:spPr/>
    </dgm:pt>
    <dgm:pt modelId="{86914C67-46C7-4B27-8906-DDE3162DC5B4}" type="pres">
      <dgm:prSet presAssocID="{67867CC5-10EF-4F86-9275-BFBE74F93238}" presName="parentLin" presStyleCnt="0"/>
      <dgm:spPr/>
    </dgm:pt>
    <dgm:pt modelId="{55CA0495-52F6-4829-A4C2-2AA1C507326C}" type="pres">
      <dgm:prSet presAssocID="{67867CC5-10EF-4F86-9275-BFBE74F93238}" presName="parentLeftMargin" presStyleLbl="node1" presStyleIdx="1" presStyleCnt="5"/>
      <dgm:spPr/>
    </dgm:pt>
    <dgm:pt modelId="{F18DE470-19B5-427D-A649-E1027DDCA938}" type="pres">
      <dgm:prSet presAssocID="{67867CC5-10EF-4F86-9275-BFBE74F93238}" presName="parentText" presStyleLbl="node1" presStyleIdx="2" presStyleCnt="5">
        <dgm:presLayoutVars>
          <dgm:chMax val="0"/>
          <dgm:bulletEnabled val="1"/>
        </dgm:presLayoutVars>
      </dgm:prSet>
      <dgm:spPr/>
    </dgm:pt>
    <dgm:pt modelId="{199E5372-85C9-4A23-A49A-FE035BD325CF}" type="pres">
      <dgm:prSet presAssocID="{67867CC5-10EF-4F86-9275-BFBE74F93238}" presName="negativeSpace" presStyleCnt="0"/>
      <dgm:spPr/>
    </dgm:pt>
    <dgm:pt modelId="{A6652518-D150-4027-B329-84452C18459E}" type="pres">
      <dgm:prSet presAssocID="{67867CC5-10EF-4F86-9275-BFBE74F93238}" presName="childText" presStyleLbl="conFgAcc1" presStyleIdx="2" presStyleCnt="5">
        <dgm:presLayoutVars>
          <dgm:bulletEnabled val="1"/>
        </dgm:presLayoutVars>
      </dgm:prSet>
      <dgm:spPr/>
    </dgm:pt>
    <dgm:pt modelId="{FF664FD0-2A7C-47F2-A479-73CD3BBACD76}" type="pres">
      <dgm:prSet presAssocID="{DD9A9318-F918-43DC-9506-3206B7010BF0}" presName="spaceBetweenRectangles" presStyleCnt="0"/>
      <dgm:spPr/>
    </dgm:pt>
    <dgm:pt modelId="{65D4C010-03B3-4A25-BDE8-1D5FB43DD779}" type="pres">
      <dgm:prSet presAssocID="{658D037B-349B-4BA5-98E9-B5BAB0ACCE41}" presName="parentLin" presStyleCnt="0"/>
      <dgm:spPr/>
    </dgm:pt>
    <dgm:pt modelId="{3B5C9B6F-A168-4A08-97C0-88A0ADD9DE4A}" type="pres">
      <dgm:prSet presAssocID="{658D037B-349B-4BA5-98E9-B5BAB0ACCE41}" presName="parentLeftMargin" presStyleLbl="node1" presStyleIdx="2" presStyleCnt="5"/>
      <dgm:spPr/>
    </dgm:pt>
    <dgm:pt modelId="{1B79F088-3267-41A5-8E22-963DF9D6ECC8}" type="pres">
      <dgm:prSet presAssocID="{658D037B-349B-4BA5-98E9-B5BAB0ACCE41}" presName="parentText" presStyleLbl="node1" presStyleIdx="3" presStyleCnt="5">
        <dgm:presLayoutVars>
          <dgm:chMax val="0"/>
          <dgm:bulletEnabled val="1"/>
        </dgm:presLayoutVars>
      </dgm:prSet>
      <dgm:spPr/>
    </dgm:pt>
    <dgm:pt modelId="{A76D3944-1DEF-4172-813C-E2C40E87BCD5}" type="pres">
      <dgm:prSet presAssocID="{658D037B-349B-4BA5-98E9-B5BAB0ACCE41}" presName="negativeSpace" presStyleCnt="0"/>
      <dgm:spPr/>
    </dgm:pt>
    <dgm:pt modelId="{08F62367-CB24-4769-995E-F3E2DA81BC49}" type="pres">
      <dgm:prSet presAssocID="{658D037B-349B-4BA5-98E9-B5BAB0ACCE41}" presName="childText" presStyleLbl="conFgAcc1" presStyleIdx="3" presStyleCnt="5">
        <dgm:presLayoutVars>
          <dgm:bulletEnabled val="1"/>
        </dgm:presLayoutVars>
      </dgm:prSet>
      <dgm:spPr/>
    </dgm:pt>
    <dgm:pt modelId="{A65037DA-5F07-4A53-A71B-22E83135A33C}" type="pres">
      <dgm:prSet presAssocID="{1F79C0CA-5BD0-4BC6-ADBD-6DAB0C17DDC6}" presName="spaceBetweenRectangles" presStyleCnt="0"/>
      <dgm:spPr/>
    </dgm:pt>
    <dgm:pt modelId="{B9FD6AF1-0F8F-43AA-B07D-4E1D91685019}" type="pres">
      <dgm:prSet presAssocID="{EE865841-FCEE-4C1E-B92C-240357EE18BC}" presName="parentLin" presStyleCnt="0"/>
      <dgm:spPr/>
    </dgm:pt>
    <dgm:pt modelId="{D85B3AC4-479E-4CA4-8A2D-73897E6C25B0}" type="pres">
      <dgm:prSet presAssocID="{EE865841-FCEE-4C1E-B92C-240357EE18BC}" presName="parentLeftMargin" presStyleLbl="node1" presStyleIdx="3" presStyleCnt="5"/>
      <dgm:spPr/>
    </dgm:pt>
    <dgm:pt modelId="{F5CC6097-3380-48D0-9D31-C8A22A164D0A}" type="pres">
      <dgm:prSet presAssocID="{EE865841-FCEE-4C1E-B92C-240357EE18BC}" presName="parentText" presStyleLbl="node1" presStyleIdx="4" presStyleCnt="5">
        <dgm:presLayoutVars>
          <dgm:chMax val="0"/>
          <dgm:bulletEnabled val="1"/>
        </dgm:presLayoutVars>
      </dgm:prSet>
      <dgm:spPr/>
    </dgm:pt>
    <dgm:pt modelId="{D430FE55-1DB4-4C3B-9CFB-DDE77D36BF0C}" type="pres">
      <dgm:prSet presAssocID="{EE865841-FCEE-4C1E-B92C-240357EE18BC}" presName="negativeSpace" presStyleCnt="0"/>
      <dgm:spPr/>
    </dgm:pt>
    <dgm:pt modelId="{67914176-27EE-4BD0-AE21-27423FAB4521}" type="pres">
      <dgm:prSet presAssocID="{EE865841-FCEE-4C1E-B92C-240357EE18BC}" presName="childText" presStyleLbl="conFgAcc1" presStyleIdx="4" presStyleCnt="5">
        <dgm:presLayoutVars>
          <dgm:bulletEnabled val="1"/>
        </dgm:presLayoutVars>
      </dgm:prSet>
      <dgm:spPr/>
    </dgm:pt>
  </dgm:ptLst>
  <dgm:cxnLst>
    <dgm:cxn modelId="{1F650A01-C4D5-452F-8143-351FCA1C9834}" type="presOf" srcId="{658D037B-349B-4BA5-98E9-B5BAB0ACCE41}" destId="{3B5C9B6F-A168-4A08-97C0-88A0ADD9DE4A}" srcOrd="0" destOrd="0" presId="urn:microsoft.com/office/officeart/2005/8/layout/list1"/>
    <dgm:cxn modelId="{9C334605-635B-4E64-BABE-C3355EF8536E}" type="presOf" srcId="{BA4B23B9-1A80-4C8F-BE3E-F34339B0AF9C}" destId="{4D71563B-5463-4B9A-9948-BD0DF9043B3F}" srcOrd="1" destOrd="0" presId="urn:microsoft.com/office/officeart/2005/8/layout/list1"/>
    <dgm:cxn modelId="{E27BDE10-1D19-4FF9-A457-E28D13092B5A}" type="presOf" srcId="{67867CC5-10EF-4F86-9275-BFBE74F93238}" destId="{F18DE470-19B5-427D-A649-E1027DDCA938}" srcOrd="1" destOrd="0" presId="urn:microsoft.com/office/officeart/2005/8/layout/list1"/>
    <dgm:cxn modelId="{945E0A13-6AFD-4E42-89AA-F106F5B023F5}" type="presOf" srcId="{70D11597-F1E6-451C-84E9-D21F0EAD7D1B}" destId="{624B3F83-9B23-43D4-A463-C55E42CE45D3}" srcOrd="0" destOrd="0" presId="urn:microsoft.com/office/officeart/2005/8/layout/list1"/>
    <dgm:cxn modelId="{C209D51A-8E2A-4551-9881-3794E2222CAF}" type="presOf" srcId="{095B5E17-138E-46C0-89B7-FA5A5E6C6C1E}" destId="{A6652518-D150-4027-B329-84452C18459E}" srcOrd="0" destOrd="0" presId="urn:microsoft.com/office/officeart/2005/8/layout/list1"/>
    <dgm:cxn modelId="{25123024-B7CA-4234-A32B-B951938C2BD9}" type="presOf" srcId="{EE865841-FCEE-4C1E-B92C-240357EE18BC}" destId="{F5CC6097-3380-48D0-9D31-C8A22A164D0A}" srcOrd="1" destOrd="0" presId="urn:microsoft.com/office/officeart/2005/8/layout/list1"/>
    <dgm:cxn modelId="{8124382C-F8B1-4F12-AA1D-B6CCB3EB3470}" type="presOf" srcId="{C5A69D1C-49A2-41F1-9790-1D7B749E1B84}" destId="{5696BB91-9206-4D61-A2F0-B3E611CA8B61}" srcOrd="0" destOrd="0" presId="urn:microsoft.com/office/officeart/2005/8/layout/list1"/>
    <dgm:cxn modelId="{114CA03A-CD86-4D1D-8D61-6ABDCDDA58E6}" type="presOf" srcId="{BA4B23B9-1A80-4C8F-BE3E-F34339B0AF9C}" destId="{42FBA810-723D-4E9F-93D8-C7A4994239E2}" srcOrd="0" destOrd="0" presId="urn:microsoft.com/office/officeart/2005/8/layout/list1"/>
    <dgm:cxn modelId="{E26B7E5B-135C-4D6D-B089-7D39966F8DFE}" srcId="{EE865841-FCEE-4C1E-B92C-240357EE18BC}" destId="{AB42F604-FC5F-46AC-A5F9-2E3AEB987CED}" srcOrd="0" destOrd="0" parTransId="{D33B6D99-2CF4-4BAC-9859-F20FE3A8E57A}" sibTransId="{344D72B6-F436-431F-A8A4-246C7E7CD69B}"/>
    <dgm:cxn modelId="{BC003E44-8EE3-473C-B116-D7B7BA3D3554}" srcId="{FCDA67C4-C11B-439A-9861-F0D0355F15CF}" destId="{658D037B-349B-4BA5-98E9-B5BAB0ACCE41}" srcOrd="3" destOrd="0" parTransId="{783377F4-CCA1-45AC-A334-34FB60A512B0}" sibTransId="{1F79C0CA-5BD0-4BC6-ADBD-6DAB0C17DDC6}"/>
    <dgm:cxn modelId="{8727B244-096A-4ED7-A2FA-03AE70BFEC61}" srcId="{FCDA67C4-C11B-439A-9861-F0D0355F15CF}" destId="{67867CC5-10EF-4F86-9275-BFBE74F93238}" srcOrd="2" destOrd="0" parTransId="{7567A914-1B5C-4135-867F-8EE45DCB7C4C}" sibTransId="{DD9A9318-F918-43DC-9506-3206B7010BF0}"/>
    <dgm:cxn modelId="{C7715966-E9F8-4419-953D-CABF80E1DDF3}" srcId="{658D037B-349B-4BA5-98E9-B5BAB0ACCE41}" destId="{519F3498-B1A0-4C34-9ED9-FD32ACE704E9}" srcOrd="0" destOrd="0" parTransId="{434374A8-076F-4F9A-8C3C-2A71DED6EDBA}" sibTransId="{EE5922A1-162A-41CD-8A98-B7C10AB379B2}"/>
    <dgm:cxn modelId="{2802336A-EB38-405C-84EB-9596727DD04D}" type="presOf" srcId="{C5A69D1C-49A2-41F1-9790-1D7B749E1B84}" destId="{A466DA0B-EA69-44A3-A4B1-5FED131C9622}" srcOrd="1" destOrd="0" presId="urn:microsoft.com/office/officeart/2005/8/layout/list1"/>
    <dgm:cxn modelId="{BFDF344F-CD7B-494F-B500-9D18B743676C}" type="presOf" srcId="{519F3498-B1A0-4C34-9ED9-FD32ACE704E9}" destId="{08F62367-CB24-4769-995E-F3E2DA81BC49}" srcOrd="0" destOrd="0" presId="urn:microsoft.com/office/officeart/2005/8/layout/list1"/>
    <dgm:cxn modelId="{6F0FBE50-7715-4B2E-A37A-7EE2A415EBD2}" srcId="{FCDA67C4-C11B-439A-9861-F0D0355F15CF}" destId="{EE865841-FCEE-4C1E-B92C-240357EE18BC}" srcOrd="4" destOrd="0" parTransId="{928635A5-4C3D-4ECD-A300-2EEC9A9AE073}" sibTransId="{B85DDFE7-CDE8-4370-BBF6-FF40C1413AF2}"/>
    <dgm:cxn modelId="{6EEC987E-CAD3-458E-B5A1-66369679A609}" type="presOf" srcId="{FCDA67C4-C11B-439A-9861-F0D0355F15CF}" destId="{C957396A-F864-4897-B7B6-B5C8B2D76DBB}" srcOrd="0" destOrd="0" presId="urn:microsoft.com/office/officeart/2005/8/layout/list1"/>
    <dgm:cxn modelId="{2D518B8C-5C67-4F7B-882A-45768446C77F}" srcId="{C5A69D1C-49A2-41F1-9790-1D7B749E1B84}" destId="{815AB975-F353-46A3-9BD8-C4B1E841B070}" srcOrd="0" destOrd="0" parTransId="{BD97C6E0-0A7D-411D-B2F5-1C671BF4B138}" sibTransId="{19E554D2-B86C-4329-BC2F-7D9FBB4377BF}"/>
    <dgm:cxn modelId="{FD34CC8D-9242-4D28-9BD6-353684D72324}" srcId="{FCDA67C4-C11B-439A-9861-F0D0355F15CF}" destId="{BA4B23B9-1A80-4C8F-BE3E-F34339B0AF9C}" srcOrd="1" destOrd="0" parTransId="{13C4202C-7160-4513-B22E-9362065AB5D4}" sibTransId="{71736E8F-5030-43E1-AD1D-02060A6FA161}"/>
    <dgm:cxn modelId="{14CFE29A-80EE-4DC0-BDB0-C783CDE34F68}" type="presOf" srcId="{658D037B-349B-4BA5-98E9-B5BAB0ACCE41}" destId="{1B79F088-3267-41A5-8E22-963DF9D6ECC8}" srcOrd="1" destOrd="0" presId="urn:microsoft.com/office/officeart/2005/8/layout/list1"/>
    <dgm:cxn modelId="{054499A1-9026-496D-A6D7-89925FDFD1F0}" type="presOf" srcId="{AB42F604-FC5F-46AC-A5F9-2E3AEB987CED}" destId="{67914176-27EE-4BD0-AE21-27423FAB4521}" srcOrd="0" destOrd="0" presId="urn:microsoft.com/office/officeart/2005/8/layout/list1"/>
    <dgm:cxn modelId="{F0B269AB-ED78-434E-91B6-110B1356B76E}" srcId="{BA4B23B9-1A80-4C8F-BE3E-F34339B0AF9C}" destId="{70D11597-F1E6-451C-84E9-D21F0EAD7D1B}" srcOrd="0" destOrd="0" parTransId="{C70A9731-D4D4-48BB-9F34-43C3A85CEDCC}" sibTransId="{727695A2-F44B-4897-A291-68548AE7C8A6}"/>
    <dgm:cxn modelId="{681654BA-C5D5-45BE-B07F-5A0B409AC7CA}" srcId="{FCDA67C4-C11B-439A-9861-F0D0355F15CF}" destId="{C5A69D1C-49A2-41F1-9790-1D7B749E1B84}" srcOrd="0" destOrd="0" parTransId="{F2A7FFC7-434A-4382-946C-58F31D2FA71E}" sibTransId="{D7C58FE5-23D0-49D1-983D-BC70F396A4E7}"/>
    <dgm:cxn modelId="{0E6EC2BF-CE28-4DCD-A34B-BE54430D6008}" srcId="{67867CC5-10EF-4F86-9275-BFBE74F93238}" destId="{095B5E17-138E-46C0-89B7-FA5A5E6C6C1E}" srcOrd="0" destOrd="0" parTransId="{AAB67A83-F0B6-4C67-84D3-72B5A8B9BE11}" sibTransId="{2066FD4C-E53B-4BD6-84FF-8FB68100E50C}"/>
    <dgm:cxn modelId="{EDCAAACF-B963-42F9-976F-3ADA0BB5A7D7}" type="presOf" srcId="{67867CC5-10EF-4F86-9275-BFBE74F93238}" destId="{55CA0495-52F6-4829-A4C2-2AA1C507326C}" srcOrd="0" destOrd="0" presId="urn:microsoft.com/office/officeart/2005/8/layout/list1"/>
    <dgm:cxn modelId="{D84A51D3-72A0-44CC-95BA-CF84FF0E310C}" type="presOf" srcId="{815AB975-F353-46A3-9BD8-C4B1E841B070}" destId="{0131F0A3-70DB-4C88-A911-71BA79807A9F}" srcOrd="0" destOrd="0" presId="urn:microsoft.com/office/officeart/2005/8/layout/list1"/>
    <dgm:cxn modelId="{928339DE-269C-47A7-A2BF-F7035E084D94}" type="presOf" srcId="{EE865841-FCEE-4C1E-B92C-240357EE18BC}" destId="{D85B3AC4-479E-4CA4-8A2D-73897E6C25B0}" srcOrd="0" destOrd="0" presId="urn:microsoft.com/office/officeart/2005/8/layout/list1"/>
    <dgm:cxn modelId="{A5D2D5C2-2207-4270-AEE8-B7D27D69B979}" type="presParOf" srcId="{C957396A-F864-4897-B7B6-B5C8B2D76DBB}" destId="{49397ADB-6D09-4D79-B195-435366FA992E}" srcOrd="0" destOrd="0" presId="urn:microsoft.com/office/officeart/2005/8/layout/list1"/>
    <dgm:cxn modelId="{33172992-300E-44DA-9CBE-5190B91AFDFD}" type="presParOf" srcId="{49397ADB-6D09-4D79-B195-435366FA992E}" destId="{5696BB91-9206-4D61-A2F0-B3E611CA8B61}" srcOrd="0" destOrd="0" presId="urn:microsoft.com/office/officeart/2005/8/layout/list1"/>
    <dgm:cxn modelId="{D76472FE-1381-48F1-B6F3-44E74E07F8D1}" type="presParOf" srcId="{49397ADB-6D09-4D79-B195-435366FA992E}" destId="{A466DA0B-EA69-44A3-A4B1-5FED131C9622}" srcOrd="1" destOrd="0" presId="urn:microsoft.com/office/officeart/2005/8/layout/list1"/>
    <dgm:cxn modelId="{6B9C3220-FDE2-4025-8BA1-4E3BB1CA78B9}" type="presParOf" srcId="{C957396A-F864-4897-B7B6-B5C8B2D76DBB}" destId="{40993055-2F76-4130-BF0F-4CED5B76DE36}" srcOrd="1" destOrd="0" presId="urn:microsoft.com/office/officeart/2005/8/layout/list1"/>
    <dgm:cxn modelId="{DB3E86A2-CECF-4CE9-BC06-87E82EFF5278}" type="presParOf" srcId="{C957396A-F864-4897-B7B6-B5C8B2D76DBB}" destId="{0131F0A3-70DB-4C88-A911-71BA79807A9F}" srcOrd="2" destOrd="0" presId="urn:microsoft.com/office/officeart/2005/8/layout/list1"/>
    <dgm:cxn modelId="{C6CD8F65-DB5C-4F9D-983B-BD802C12E4E9}" type="presParOf" srcId="{C957396A-F864-4897-B7B6-B5C8B2D76DBB}" destId="{C50AEDFB-5DBE-40EB-BF90-721B02370381}" srcOrd="3" destOrd="0" presId="urn:microsoft.com/office/officeart/2005/8/layout/list1"/>
    <dgm:cxn modelId="{DC5E7BC9-8B4B-4DED-B5FB-9EF25CC4DDD2}" type="presParOf" srcId="{C957396A-F864-4897-B7B6-B5C8B2D76DBB}" destId="{21A181F2-81FE-4673-AD87-5F6FD15135E8}" srcOrd="4" destOrd="0" presId="urn:microsoft.com/office/officeart/2005/8/layout/list1"/>
    <dgm:cxn modelId="{FB111A34-50A8-440B-BA22-5DC13B5C9509}" type="presParOf" srcId="{21A181F2-81FE-4673-AD87-5F6FD15135E8}" destId="{42FBA810-723D-4E9F-93D8-C7A4994239E2}" srcOrd="0" destOrd="0" presId="urn:microsoft.com/office/officeart/2005/8/layout/list1"/>
    <dgm:cxn modelId="{126732E7-FD92-4A56-9943-D284E062B0BF}" type="presParOf" srcId="{21A181F2-81FE-4673-AD87-5F6FD15135E8}" destId="{4D71563B-5463-4B9A-9948-BD0DF9043B3F}" srcOrd="1" destOrd="0" presId="urn:microsoft.com/office/officeart/2005/8/layout/list1"/>
    <dgm:cxn modelId="{E5F3E256-2B37-4C62-BA96-6010ED086769}" type="presParOf" srcId="{C957396A-F864-4897-B7B6-B5C8B2D76DBB}" destId="{5FB8A281-43CC-4619-A66F-89E5F267700E}" srcOrd="5" destOrd="0" presId="urn:microsoft.com/office/officeart/2005/8/layout/list1"/>
    <dgm:cxn modelId="{F92C0F41-2DF6-45F1-AEA1-9126CB06743C}" type="presParOf" srcId="{C957396A-F864-4897-B7B6-B5C8B2D76DBB}" destId="{624B3F83-9B23-43D4-A463-C55E42CE45D3}" srcOrd="6" destOrd="0" presId="urn:microsoft.com/office/officeart/2005/8/layout/list1"/>
    <dgm:cxn modelId="{68B793A6-2F7B-48BC-8009-6AFC514DAF6B}" type="presParOf" srcId="{C957396A-F864-4897-B7B6-B5C8B2D76DBB}" destId="{B5BEA377-D1AD-4A7C-8B14-65FD36196A2C}" srcOrd="7" destOrd="0" presId="urn:microsoft.com/office/officeart/2005/8/layout/list1"/>
    <dgm:cxn modelId="{A9A15F51-386F-48D5-8CB2-F9B63BE22C16}" type="presParOf" srcId="{C957396A-F864-4897-B7B6-B5C8B2D76DBB}" destId="{86914C67-46C7-4B27-8906-DDE3162DC5B4}" srcOrd="8" destOrd="0" presId="urn:microsoft.com/office/officeart/2005/8/layout/list1"/>
    <dgm:cxn modelId="{5007BC5F-995D-4015-ACB9-FBC623B15D19}" type="presParOf" srcId="{86914C67-46C7-4B27-8906-DDE3162DC5B4}" destId="{55CA0495-52F6-4829-A4C2-2AA1C507326C}" srcOrd="0" destOrd="0" presId="urn:microsoft.com/office/officeart/2005/8/layout/list1"/>
    <dgm:cxn modelId="{D320E0B5-211F-4EB8-9F95-15FCC6EE2353}" type="presParOf" srcId="{86914C67-46C7-4B27-8906-DDE3162DC5B4}" destId="{F18DE470-19B5-427D-A649-E1027DDCA938}" srcOrd="1" destOrd="0" presId="urn:microsoft.com/office/officeart/2005/8/layout/list1"/>
    <dgm:cxn modelId="{398D8639-A783-4565-9259-8127C32CB3BA}" type="presParOf" srcId="{C957396A-F864-4897-B7B6-B5C8B2D76DBB}" destId="{199E5372-85C9-4A23-A49A-FE035BD325CF}" srcOrd="9" destOrd="0" presId="urn:microsoft.com/office/officeart/2005/8/layout/list1"/>
    <dgm:cxn modelId="{2B894946-C506-42EA-826D-63EA0FBA6ABC}" type="presParOf" srcId="{C957396A-F864-4897-B7B6-B5C8B2D76DBB}" destId="{A6652518-D150-4027-B329-84452C18459E}" srcOrd="10" destOrd="0" presId="urn:microsoft.com/office/officeart/2005/8/layout/list1"/>
    <dgm:cxn modelId="{DB2F9218-52A3-4F5D-A56B-940F8662EB86}" type="presParOf" srcId="{C957396A-F864-4897-B7B6-B5C8B2D76DBB}" destId="{FF664FD0-2A7C-47F2-A479-73CD3BBACD76}" srcOrd="11" destOrd="0" presId="urn:microsoft.com/office/officeart/2005/8/layout/list1"/>
    <dgm:cxn modelId="{2558A234-CBBF-4711-AF27-8B5DDDBA58D7}" type="presParOf" srcId="{C957396A-F864-4897-B7B6-B5C8B2D76DBB}" destId="{65D4C010-03B3-4A25-BDE8-1D5FB43DD779}" srcOrd="12" destOrd="0" presId="urn:microsoft.com/office/officeart/2005/8/layout/list1"/>
    <dgm:cxn modelId="{4C2E571C-174C-4F82-8952-33FE2332D5E5}" type="presParOf" srcId="{65D4C010-03B3-4A25-BDE8-1D5FB43DD779}" destId="{3B5C9B6F-A168-4A08-97C0-88A0ADD9DE4A}" srcOrd="0" destOrd="0" presId="urn:microsoft.com/office/officeart/2005/8/layout/list1"/>
    <dgm:cxn modelId="{D36AE4AA-429B-4E79-8F59-CDDA30ECAB93}" type="presParOf" srcId="{65D4C010-03B3-4A25-BDE8-1D5FB43DD779}" destId="{1B79F088-3267-41A5-8E22-963DF9D6ECC8}" srcOrd="1" destOrd="0" presId="urn:microsoft.com/office/officeart/2005/8/layout/list1"/>
    <dgm:cxn modelId="{E98D8C13-29ED-429A-BA44-9BFC44F90BF3}" type="presParOf" srcId="{C957396A-F864-4897-B7B6-B5C8B2D76DBB}" destId="{A76D3944-1DEF-4172-813C-E2C40E87BCD5}" srcOrd="13" destOrd="0" presId="urn:microsoft.com/office/officeart/2005/8/layout/list1"/>
    <dgm:cxn modelId="{6ED70D4E-6669-45AE-AFFA-2BF6569E0AD2}" type="presParOf" srcId="{C957396A-F864-4897-B7B6-B5C8B2D76DBB}" destId="{08F62367-CB24-4769-995E-F3E2DA81BC49}" srcOrd="14" destOrd="0" presId="urn:microsoft.com/office/officeart/2005/8/layout/list1"/>
    <dgm:cxn modelId="{B8C7810F-CB83-4D46-BB05-7A574403F576}" type="presParOf" srcId="{C957396A-F864-4897-B7B6-B5C8B2D76DBB}" destId="{A65037DA-5F07-4A53-A71B-22E83135A33C}" srcOrd="15" destOrd="0" presId="urn:microsoft.com/office/officeart/2005/8/layout/list1"/>
    <dgm:cxn modelId="{B31F1FF1-B974-4018-818A-315F44F3FD28}" type="presParOf" srcId="{C957396A-F864-4897-B7B6-B5C8B2D76DBB}" destId="{B9FD6AF1-0F8F-43AA-B07D-4E1D91685019}" srcOrd="16" destOrd="0" presId="urn:microsoft.com/office/officeart/2005/8/layout/list1"/>
    <dgm:cxn modelId="{C287AFB4-D07C-472D-A3BB-8E7D081687BE}" type="presParOf" srcId="{B9FD6AF1-0F8F-43AA-B07D-4E1D91685019}" destId="{D85B3AC4-479E-4CA4-8A2D-73897E6C25B0}" srcOrd="0" destOrd="0" presId="urn:microsoft.com/office/officeart/2005/8/layout/list1"/>
    <dgm:cxn modelId="{35E8439B-BC1A-4506-9508-10BAFAE89390}" type="presParOf" srcId="{B9FD6AF1-0F8F-43AA-B07D-4E1D91685019}" destId="{F5CC6097-3380-48D0-9D31-C8A22A164D0A}" srcOrd="1" destOrd="0" presId="urn:microsoft.com/office/officeart/2005/8/layout/list1"/>
    <dgm:cxn modelId="{DBA54B5D-EBA0-48D7-9076-00594B87ADFC}" type="presParOf" srcId="{C957396A-F864-4897-B7B6-B5C8B2D76DBB}" destId="{D430FE55-1DB4-4C3B-9CFB-DDE77D36BF0C}" srcOrd="17" destOrd="0" presId="urn:microsoft.com/office/officeart/2005/8/layout/list1"/>
    <dgm:cxn modelId="{7ECD03CE-04C7-4018-8C9C-58690DCE3B8B}" type="presParOf" srcId="{C957396A-F864-4897-B7B6-B5C8B2D76DBB}" destId="{67914176-27EE-4BD0-AE21-27423FAB4521}"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DA67C4-C11B-439A-9861-F0D0355F15C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C5A69D1C-49A2-41F1-9790-1D7B749E1B84}">
      <dgm:prSet/>
      <dgm:spPr>
        <a:solidFill>
          <a:schemeClr val="bg1">
            <a:lumMod val="95000"/>
          </a:schemeClr>
        </a:solidFill>
        <a:ln>
          <a:solidFill>
            <a:schemeClr val="bg1">
              <a:lumMod val="85000"/>
            </a:schemeClr>
          </a:solidFill>
        </a:ln>
      </dgm:spPr>
      <dgm:t>
        <a:bodyPr/>
        <a:lstStyle/>
        <a:p>
          <a:r>
            <a:rPr lang="en-US" dirty="0">
              <a:solidFill>
                <a:srgbClr val="20282F"/>
              </a:solidFill>
            </a:rPr>
            <a:t>Structure</a:t>
          </a:r>
        </a:p>
      </dgm:t>
    </dgm:pt>
    <dgm:pt modelId="{F2A7FFC7-434A-4382-946C-58F31D2FA71E}" type="parTrans" cxnId="{681654BA-C5D5-45BE-B07F-5A0B409AC7CA}">
      <dgm:prSet/>
      <dgm:spPr/>
      <dgm:t>
        <a:bodyPr/>
        <a:lstStyle/>
        <a:p>
          <a:endParaRPr lang="en-US"/>
        </a:p>
      </dgm:t>
    </dgm:pt>
    <dgm:pt modelId="{D7C58FE5-23D0-49D1-983D-BC70F396A4E7}" type="sibTrans" cxnId="{681654BA-C5D5-45BE-B07F-5A0B409AC7CA}">
      <dgm:prSet/>
      <dgm:spPr/>
      <dgm:t>
        <a:bodyPr/>
        <a:lstStyle/>
        <a:p>
          <a:endParaRPr lang="en-US"/>
        </a:p>
      </dgm:t>
    </dgm:pt>
    <dgm:pt modelId="{BA4B23B9-1A80-4C8F-BE3E-F34339B0AF9C}">
      <dgm:prSet/>
      <dgm:spPr>
        <a:solidFill>
          <a:schemeClr val="bg1">
            <a:lumMod val="95000"/>
          </a:schemeClr>
        </a:solidFill>
        <a:ln>
          <a:solidFill>
            <a:schemeClr val="bg1">
              <a:lumMod val="85000"/>
            </a:schemeClr>
          </a:solidFill>
        </a:ln>
      </dgm:spPr>
      <dgm:t>
        <a:bodyPr/>
        <a:lstStyle/>
        <a:p>
          <a:r>
            <a:rPr lang="en-US" dirty="0">
              <a:solidFill>
                <a:srgbClr val="20282F"/>
              </a:solidFill>
            </a:rPr>
            <a:t>Interference</a:t>
          </a:r>
        </a:p>
      </dgm:t>
    </dgm:pt>
    <dgm:pt modelId="{13C4202C-7160-4513-B22E-9362065AB5D4}" type="parTrans" cxnId="{FD34CC8D-9242-4D28-9BD6-353684D72324}">
      <dgm:prSet/>
      <dgm:spPr/>
      <dgm:t>
        <a:bodyPr/>
        <a:lstStyle/>
        <a:p>
          <a:endParaRPr lang="en-US"/>
        </a:p>
      </dgm:t>
    </dgm:pt>
    <dgm:pt modelId="{71736E8F-5030-43E1-AD1D-02060A6FA161}" type="sibTrans" cxnId="{FD34CC8D-9242-4D28-9BD6-353684D72324}">
      <dgm:prSet/>
      <dgm:spPr/>
      <dgm:t>
        <a:bodyPr/>
        <a:lstStyle/>
        <a:p>
          <a:endParaRPr lang="en-US"/>
        </a:p>
      </dgm:t>
    </dgm:pt>
    <dgm:pt modelId="{67867CC5-10EF-4F86-9275-BFBE74F93238}">
      <dgm:prSet/>
      <dgm:spPr>
        <a:solidFill>
          <a:schemeClr val="bg1">
            <a:lumMod val="95000"/>
          </a:schemeClr>
        </a:solidFill>
        <a:ln>
          <a:solidFill>
            <a:schemeClr val="bg1">
              <a:lumMod val="85000"/>
            </a:schemeClr>
          </a:solidFill>
        </a:ln>
      </dgm:spPr>
      <dgm:t>
        <a:bodyPr/>
        <a:lstStyle/>
        <a:p>
          <a:r>
            <a:rPr lang="en-US" dirty="0">
              <a:solidFill>
                <a:srgbClr val="20282F"/>
              </a:solidFill>
            </a:rPr>
            <a:t>Use</a:t>
          </a:r>
        </a:p>
      </dgm:t>
    </dgm:pt>
    <dgm:pt modelId="{7567A914-1B5C-4135-867F-8EE45DCB7C4C}" type="parTrans" cxnId="{8727B244-096A-4ED7-A2FA-03AE70BFEC61}">
      <dgm:prSet/>
      <dgm:spPr/>
      <dgm:t>
        <a:bodyPr/>
        <a:lstStyle/>
        <a:p>
          <a:endParaRPr lang="en-US"/>
        </a:p>
      </dgm:t>
    </dgm:pt>
    <dgm:pt modelId="{DD9A9318-F918-43DC-9506-3206B7010BF0}" type="sibTrans" cxnId="{8727B244-096A-4ED7-A2FA-03AE70BFEC61}">
      <dgm:prSet/>
      <dgm:spPr/>
      <dgm:t>
        <a:bodyPr/>
        <a:lstStyle/>
        <a:p>
          <a:endParaRPr lang="en-US"/>
        </a:p>
      </dgm:t>
    </dgm:pt>
    <dgm:pt modelId="{658D037B-349B-4BA5-98E9-B5BAB0ACCE41}">
      <dgm:prSet/>
      <dgm:spPr>
        <a:solidFill>
          <a:schemeClr val="bg1">
            <a:lumMod val="95000"/>
          </a:schemeClr>
        </a:solidFill>
        <a:ln>
          <a:solidFill>
            <a:schemeClr val="bg1">
              <a:lumMod val="85000"/>
            </a:schemeClr>
          </a:solidFill>
        </a:ln>
      </dgm:spPr>
      <dgm:t>
        <a:bodyPr/>
        <a:lstStyle/>
        <a:p>
          <a:r>
            <a:rPr lang="en-US" dirty="0">
              <a:solidFill>
                <a:srgbClr val="20282F"/>
              </a:solidFill>
            </a:rPr>
            <a:t>Categories</a:t>
          </a:r>
        </a:p>
      </dgm:t>
    </dgm:pt>
    <dgm:pt modelId="{783377F4-CCA1-45AC-A334-34FB60A512B0}" type="parTrans" cxnId="{BC003E44-8EE3-473C-B116-D7B7BA3D3554}">
      <dgm:prSet/>
      <dgm:spPr/>
      <dgm:t>
        <a:bodyPr/>
        <a:lstStyle/>
        <a:p>
          <a:endParaRPr lang="en-US"/>
        </a:p>
      </dgm:t>
    </dgm:pt>
    <dgm:pt modelId="{1F79C0CA-5BD0-4BC6-ADBD-6DAB0C17DDC6}" type="sibTrans" cxnId="{BC003E44-8EE3-473C-B116-D7B7BA3D3554}">
      <dgm:prSet/>
      <dgm:spPr/>
      <dgm:t>
        <a:bodyPr/>
        <a:lstStyle/>
        <a:p>
          <a:endParaRPr lang="en-US"/>
        </a:p>
      </dgm:t>
    </dgm:pt>
    <dgm:pt modelId="{EE865841-FCEE-4C1E-B92C-240357EE18BC}">
      <dgm:prSet/>
      <dgm:spPr>
        <a:solidFill>
          <a:schemeClr val="bg1">
            <a:lumMod val="95000"/>
          </a:schemeClr>
        </a:solidFill>
        <a:ln>
          <a:solidFill>
            <a:schemeClr val="bg1">
              <a:lumMod val="85000"/>
            </a:schemeClr>
          </a:solidFill>
        </a:ln>
      </dgm:spPr>
      <dgm:t>
        <a:bodyPr/>
        <a:lstStyle/>
        <a:p>
          <a:r>
            <a:rPr lang="en-US" dirty="0">
              <a:solidFill>
                <a:srgbClr val="20282F"/>
              </a:solidFill>
            </a:rPr>
            <a:t>Installation</a:t>
          </a:r>
        </a:p>
      </dgm:t>
    </dgm:pt>
    <dgm:pt modelId="{928635A5-4C3D-4ECD-A300-2EEC9A9AE073}" type="parTrans" cxnId="{6F0FBE50-7715-4B2E-A37A-7EE2A415EBD2}">
      <dgm:prSet/>
      <dgm:spPr/>
      <dgm:t>
        <a:bodyPr/>
        <a:lstStyle/>
        <a:p>
          <a:endParaRPr lang="en-US"/>
        </a:p>
      </dgm:t>
    </dgm:pt>
    <dgm:pt modelId="{B85DDFE7-CDE8-4370-BBF6-FF40C1413AF2}" type="sibTrans" cxnId="{6F0FBE50-7715-4B2E-A37A-7EE2A415EBD2}">
      <dgm:prSet/>
      <dgm:spPr/>
      <dgm:t>
        <a:bodyPr/>
        <a:lstStyle/>
        <a:p>
          <a:endParaRPr lang="en-US"/>
        </a:p>
      </dgm:t>
    </dgm:pt>
    <dgm:pt modelId="{B4392866-F44C-4E57-AF88-5E61A20CBEE2}">
      <dgm:prSet/>
      <dgm:spPr/>
      <dgm:t>
        <a:bodyPr/>
        <a:lstStyle/>
        <a:p>
          <a:r>
            <a:rPr lang="en-US" dirty="0"/>
            <a:t>Twisted copper wires </a:t>
          </a:r>
        </a:p>
      </dgm:t>
    </dgm:pt>
    <dgm:pt modelId="{04304142-A2A1-4FD4-98B1-F5A8AD992919}" type="parTrans" cxnId="{1CD93B1E-5BB1-443F-9FBF-07B02BE1729D}">
      <dgm:prSet/>
      <dgm:spPr/>
      <dgm:t>
        <a:bodyPr/>
        <a:lstStyle/>
        <a:p>
          <a:endParaRPr lang="en-US"/>
        </a:p>
      </dgm:t>
    </dgm:pt>
    <dgm:pt modelId="{7CA11044-1420-4F33-82E6-69C2611DAE09}" type="sibTrans" cxnId="{1CD93B1E-5BB1-443F-9FBF-07B02BE1729D}">
      <dgm:prSet/>
      <dgm:spPr/>
      <dgm:t>
        <a:bodyPr/>
        <a:lstStyle/>
        <a:p>
          <a:endParaRPr lang="en-US"/>
        </a:p>
      </dgm:t>
    </dgm:pt>
    <dgm:pt modelId="{797FA63D-C1C7-4BDF-BF4D-ABC42D4F3C0C}">
      <dgm:prSet/>
      <dgm:spPr/>
      <dgm:t>
        <a:bodyPr/>
        <a:lstStyle/>
        <a:p>
          <a:r>
            <a:rPr lang="en-US" dirty="0"/>
            <a:t>Conductive shielding</a:t>
          </a:r>
        </a:p>
      </dgm:t>
    </dgm:pt>
    <dgm:pt modelId="{78C71314-B402-42D7-AD7D-49B8DCC63E07}" type="parTrans" cxnId="{161D2A9B-1ED3-48A3-BCB7-F06B18F29338}">
      <dgm:prSet/>
      <dgm:spPr/>
      <dgm:t>
        <a:bodyPr/>
        <a:lstStyle/>
        <a:p>
          <a:endParaRPr lang="en-US"/>
        </a:p>
      </dgm:t>
    </dgm:pt>
    <dgm:pt modelId="{5A908C10-B3E2-447D-A903-57EDB88F484E}" type="sibTrans" cxnId="{161D2A9B-1ED3-48A3-BCB7-F06B18F29338}">
      <dgm:prSet/>
      <dgm:spPr/>
      <dgm:t>
        <a:bodyPr/>
        <a:lstStyle/>
        <a:p>
          <a:endParaRPr lang="en-US"/>
        </a:p>
      </dgm:t>
    </dgm:pt>
    <dgm:pt modelId="{8E57E98D-9286-4A8E-9437-442A7D6845D5}">
      <dgm:prSet/>
      <dgm:spPr/>
      <dgm:t>
        <a:bodyPr/>
        <a:lstStyle/>
        <a:p>
          <a:r>
            <a:rPr lang="en-US" dirty="0"/>
            <a:t>EMI protection</a:t>
          </a:r>
        </a:p>
      </dgm:t>
    </dgm:pt>
    <dgm:pt modelId="{3BA5FE4C-C4D9-48B2-BB9C-76334466BADE}" type="parTrans" cxnId="{60AB5DFE-748B-481B-913A-0C6F150B7C3B}">
      <dgm:prSet/>
      <dgm:spPr/>
      <dgm:t>
        <a:bodyPr/>
        <a:lstStyle/>
        <a:p>
          <a:endParaRPr lang="en-US"/>
        </a:p>
      </dgm:t>
    </dgm:pt>
    <dgm:pt modelId="{7523DFA8-7526-4A16-8E74-B258EDF0BC61}" type="sibTrans" cxnId="{60AB5DFE-748B-481B-913A-0C6F150B7C3B}">
      <dgm:prSet/>
      <dgm:spPr/>
      <dgm:t>
        <a:bodyPr/>
        <a:lstStyle/>
        <a:p>
          <a:endParaRPr lang="en-US"/>
        </a:p>
      </dgm:t>
    </dgm:pt>
    <dgm:pt modelId="{8E17F906-E2E4-45F4-B630-9CFC2E3F7395}">
      <dgm:prSet/>
      <dgm:spPr/>
      <dgm:t>
        <a:bodyPr/>
        <a:lstStyle/>
        <a:p>
          <a:r>
            <a:rPr lang="en-US" dirty="0"/>
            <a:t>Reduced crosstalk</a:t>
          </a:r>
        </a:p>
      </dgm:t>
    </dgm:pt>
    <dgm:pt modelId="{D268A31F-6864-4347-BC78-BD12C5FCC477}" type="parTrans" cxnId="{F504FF35-C79C-42C6-A371-9787E2C60B7D}">
      <dgm:prSet/>
      <dgm:spPr/>
      <dgm:t>
        <a:bodyPr/>
        <a:lstStyle/>
        <a:p>
          <a:endParaRPr lang="en-US"/>
        </a:p>
      </dgm:t>
    </dgm:pt>
    <dgm:pt modelId="{EB2A7D72-DDFE-466F-B956-22449FBA1847}" type="sibTrans" cxnId="{F504FF35-C79C-42C6-A371-9787E2C60B7D}">
      <dgm:prSet/>
      <dgm:spPr/>
      <dgm:t>
        <a:bodyPr/>
        <a:lstStyle/>
        <a:p>
          <a:endParaRPr lang="en-US"/>
        </a:p>
      </dgm:t>
    </dgm:pt>
    <dgm:pt modelId="{4E99B4CF-AC2C-4245-861F-817667A85189}">
      <dgm:prSet/>
      <dgm:spPr/>
      <dgm:t>
        <a:bodyPr/>
        <a:lstStyle/>
        <a:p>
          <a:r>
            <a:rPr lang="en-US" dirty="0"/>
            <a:t>High-interference areas</a:t>
          </a:r>
        </a:p>
      </dgm:t>
    </dgm:pt>
    <dgm:pt modelId="{FCD3AF97-EB3F-4DC9-9B66-8EF6B2FBFBC0}" type="parTrans" cxnId="{D6538677-7504-4CD5-A5B7-2918B0BCAE27}">
      <dgm:prSet/>
      <dgm:spPr/>
      <dgm:t>
        <a:bodyPr/>
        <a:lstStyle/>
        <a:p>
          <a:endParaRPr lang="en-US"/>
        </a:p>
      </dgm:t>
    </dgm:pt>
    <dgm:pt modelId="{BB0804DA-BE45-4E31-9DAC-0912B3DF3D6F}" type="sibTrans" cxnId="{D6538677-7504-4CD5-A5B7-2918B0BCAE27}">
      <dgm:prSet/>
      <dgm:spPr/>
      <dgm:t>
        <a:bodyPr/>
        <a:lstStyle/>
        <a:p>
          <a:endParaRPr lang="en-US"/>
        </a:p>
      </dgm:t>
    </dgm:pt>
    <dgm:pt modelId="{9CE90AAB-279A-441A-BE6D-35E50F43A146}">
      <dgm:prSet/>
      <dgm:spPr/>
      <dgm:t>
        <a:bodyPr/>
        <a:lstStyle/>
        <a:p>
          <a:r>
            <a:rPr lang="en-US" dirty="0"/>
            <a:t>Sensitive data transmission</a:t>
          </a:r>
        </a:p>
      </dgm:t>
    </dgm:pt>
    <dgm:pt modelId="{0B8E512E-43B9-4782-93F4-818938B7CE40}" type="parTrans" cxnId="{6D5B91A6-EA5E-41EF-986B-F9A5673F9A39}">
      <dgm:prSet/>
      <dgm:spPr/>
      <dgm:t>
        <a:bodyPr/>
        <a:lstStyle/>
        <a:p>
          <a:endParaRPr lang="en-US"/>
        </a:p>
      </dgm:t>
    </dgm:pt>
    <dgm:pt modelId="{43853D2E-97F8-457C-8FCA-C8D0E9D35463}" type="sibTrans" cxnId="{6D5B91A6-EA5E-41EF-986B-F9A5673F9A39}">
      <dgm:prSet/>
      <dgm:spPr/>
      <dgm:t>
        <a:bodyPr/>
        <a:lstStyle/>
        <a:p>
          <a:endParaRPr lang="en-US"/>
        </a:p>
      </dgm:t>
    </dgm:pt>
    <dgm:pt modelId="{61A14D3A-90B7-4BF3-80F1-887A4B7B602B}">
      <dgm:prSet/>
      <dgm:spPr/>
      <dgm:t>
        <a:bodyPr/>
        <a:lstStyle/>
        <a:p>
          <a:r>
            <a:rPr lang="en-US" dirty="0"/>
            <a:t>Grades such as Cat5e, 6, 7</a:t>
          </a:r>
        </a:p>
      </dgm:t>
    </dgm:pt>
    <dgm:pt modelId="{51BF0736-6D57-485A-9A9F-CBCBA6463728}" type="parTrans" cxnId="{4B948D38-E66D-465E-AB3D-CAB9DA3C3989}">
      <dgm:prSet/>
      <dgm:spPr/>
      <dgm:t>
        <a:bodyPr/>
        <a:lstStyle/>
        <a:p>
          <a:endParaRPr lang="en-US"/>
        </a:p>
      </dgm:t>
    </dgm:pt>
    <dgm:pt modelId="{490C41F4-8C70-4FA4-953A-83A71096B58F}" type="sibTrans" cxnId="{4B948D38-E66D-465E-AB3D-CAB9DA3C3989}">
      <dgm:prSet/>
      <dgm:spPr/>
      <dgm:t>
        <a:bodyPr/>
        <a:lstStyle/>
        <a:p>
          <a:endParaRPr lang="en-US"/>
        </a:p>
      </dgm:t>
    </dgm:pt>
    <dgm:pt modelId="{ED38E001-8E9B-41FF-B649-07C44C5692B8}">
      <dgm:prSet/>
      <dgm:spPr/>
      <dgm:t>
        <a:bodyPr/>
        <a:lstStyle/>
        <a:p>
          <a:r>
            <a:rPr lang="en-US" dirty="0"/>
            <a:t>Careful handling </a:t>
          </a:r>
        </a:p>
      </dgm:t>
    </dgm:pt>
    <dgm:pt modelId="{968C8720-3DB8-4E22-88B7-0A9E5C419747}" type="parTrans" cxnId="{C5A965E0-C634-4310-8E85-F9B9BD1BA9B4}">
      <dgm:prSet/>
      <dgm:spPr/>
      <dgm:t>
        <a:bodyPr/>
        <a:lstStyle/>
        <a:p>
          <a:endParaRPr lang="en-US"/>
        </a:p>
      </dgm:t>
    </dgm:pt>
    <dgm:pt modelId="{D651EF33-61DC-41FC-A870-5E89E9657365}" type="sibTrans" cxnId="{C5A965E0-C634-4310-8E85-F9B9BD1BA9B4}">
      <dgm:prSet/>
      <dgm:spPr/>
      <dgm:t>
        <a:bodyPr/>
        <a:lstStyle/>
        <a:p>
          <a:endParaRPr lang="en-US"/>
        </a:p>
      </dgm:t>
    </dgm:pt>
    <dgm:pt modelId="{814FFDEB-F098-4340-80A3-F2C0550C9E94}">
      <dgm:prSet/>
      <dgm:spPr/>
      <dgm:t>
        <a:bodyPr/>
        <a:lstStyle/>
        <a:p>
          <a:r>
            <a:rPr lang="en-US" dirty="0"/>
            <a:t>Avoid sharp bends</a:t>
          </a:r>
        </a:p>
      </dgm:t>
    </dgm:pt>
    <dgm:pt modelId="{123084BC-8E4E-4691-93B8-E1D65447A663}" type="parTrans" cxnId="{DAE8585B-788A-45CC-BD22-2FCCA7F2C8B2}">
      <dgm:prSet/>
      <dgm:spPr/>
      <dgm:t>
        <a:bodyPr/>
        <a:lstStyle/>
        <a:p>
          <a:endParaRPr lang="en-US"/>
        </a:p>
      </dgm:t>
    </dgm:pt>
    <dgm:pt modelId="{665D9396-664A-4193-9507-7B72099D3D75}" type="sibTrans" cxnId="{DAE8585B-788A-45CC-BD22-2FCCA7F2C8B2}">
      <dgm:prSet/>
      <dgm:spPr/>
      <dgm:t>
        <a:bodyPr/>
        <a:lstStyle/>
        <a:p>
          <a:endParaRPr lang="en-US"/>
        </a:p>
      </dgm:t>
    </dgm:pt>
    <dgm:pt modelId="{E24E155D-FAD8-BF4D-AA93-99B7D3930338}" type="pres">
      <dgm:prSet presAssocID="{FCDA67C4-C11B-439A-9861-F0D0355F15CF}" presName="theList" presStyleCnt="0">
        <dgm:presLayoutVars>
          <dgm:dir/>
          <dgm:animLvl val="lvl"/>
          <dgm:resizeHandles val="exact"/>
        </dgm:presLayoutVars>
      </dgm:prSet>
      <dgm:spPr/>
    </dgm:pt>
    <dgm:pt modelId="{54777801-076D-544D-B6E0-379F304751CB}" type="pres">
      <dgm:prSet presAssocID="{C5A69D1C-49A2-41F1-9790-1D7B749E1B84}" presName="compNode" presStyleCnt="0"/>
      <dgm:spPr/>
    </dgm:pt>
    <dgm:pt modelId="{34558FB1-B98D-374C-8E00-111080F37D76}" type="pres">
      <dgm:prSet presAssocID="{C5A69D1C-49A2-41F1-9790-1D7B749E1B84}" presName="aNode" presStyleLbl="bgShp" presStyleIdx="0" presStyleCnt="5"/>
      <dgm:spPr/>
    </dgm:pt>
    <dgm:pt modelId="{9F94A5E3-E333-5C44-88ED-6268A3D52C73}" type="pres">
      <dgm:prSet presAssocID="{C5A69D1C-49A2-41F1-9790-1D7B749E1B84}" presName="textNode" presStyleLbl="bgShp" presStyleIdx="0" presStyleCnt="5"/>
      <dgm:spPr/>
    </dgm:pt>
    <dgm:pt modelId="{E6F982AA-89DB-5F43-8F77-7B0A1B9112B9}" type="pres">
      <dgm:prSet presAssocID="{C5A69D1C-49A2-41F1-9790-1D7B749E1B84}" presName="compChildNode" presStyleCnt="0"/>
      <dgm:spPr/>
    </dgm:pt>
    <dgm:pt modelId="{CC12C468-B3A7-464F-B790-DD5E958A8288}" type="pres">
      <dgm:prSet presAssocID="{C5A69D1C-49A2-41F1-9790-1D7B749E1B84}" presName="theInnerList" presStyleCnt="0"/>
      <dgm:spPr/>
    </dgm:pt>
    <dgm:pt modelId="{45FEF0D3-A677-B947-8E37-387E6BE5D627}" type="pres">
      <dgm:prSet presAssocID="{B4392866-F44C-4E57-AF88-5E61A20CBEE2}" presName="childNode" presStyleLbl="node1" presStyleIdx="0" presStyleCnt="9">
        <dgm:presLayoutVars>
          <dgm:bulletEnabled val="1"/>
        </dgm:presLayoutVars>
      </dgm:prSet>
      <dgm:spPr/>
    </dgm:pt>
    <dgm:pt modelId="{702A77CE-C5F6-9B43-88C4-10C50EC836AA}" type="pres">
      <dgm:prSet presAssocID="{B4392866-F44C-4E57-AF88-5E61A20CBEE2}" presName="aSpace2" presStyleCnt="0"/>
      <dgm:spPr/>
    </dgm:pt>
    <dgm:pt modelId="{03904068-8C12-E243-B264-DDB1E4202858}" type="pres">
      <dgm:prSet presAssocID="{797FA63D-C1C7-4BDF-BF4D-ABC42D4F3C0C}" presName="childNode" presStyleLbl="node1" presStyleIdx="1" presStyleCnt="9">
        <dgm:presLayoutVars>
          <dgm:bulletEnabled val="1"/>
        </dgm:presLayoutVars>
      </dgm:prSet>
      <dgm:spPr/>
    </dgm:pt>
    <dgm:pt modelId="{4422E2F9-B746-6744-B6EB-7306F401E729}" type="pres">
      <dgm:prSet presAssocID="{C5A69D1C-49A2-41F1-9790-1D7B749E1B84}" presName="aSpace" presStyleCnt="0"/>
      <dgm:spPr/>
    </dgm:pt>
    <dgm:pt modelId="{7086CABE-A944-0F46-847D-F5D8CDA86515}" type="pres">
      <dgm:prSet presAssocID="{BA4B23B9-1A80-4C8F-BE3E-F34339B0AF9C}" presName="compNode" presStyleCnt="0"/>
      <dgm:spPr/>
    </dgm:pt>
    <dgm:pt modelId="{84F15A87-628D-254F-B2FD-E6E5C499F558}" type="pres">
      <dgm:prSet presAssocID="{BA4B23B9-1A80-4C8F-BE3E-F34339B0AF9C}" presName="aNode" presStyleLbl="bgShp" presStyleIdx="1" presStyleCnt="5"/>
      <dgm:spPr/>
    </dgm:pt>
    <dgm:pt modelId="{54024311-2D66-7D44-AFAB-816C53EA4A27}" type="pres">
      <dgm:prSet presAssocID="{BA4B23B9-1A80-4C8F-BE3E-F34339B0AF9C}" presName="textNode" presStyleLbl="bgShp" presStyleIdx="1" presStyleCnt="5"/>
      <dgm:spPr/>
    </dgm:pt>
    <dgm:pt modelId="{D56432F5-CB7A-334E-8E52-FC1DA806C588}" type="pres">
      <dgm:prSet presAssocID="{BA4B23B9-1A80-4C8F-BE3E-F34339B0AF9C}" presName="compChildNode" presStyleCnt="0"/>
      <dgm:spPr/>
    </dgm:pt>
    <dgm:pt modelId="{944BE234-B92B-8349-B417-211F71A3E742}" type="pres">
      <dgm:prSet presAssocID="{BA4B23B9-1A80-4C8F-BE3E-F34339B0AF9C}" presName="theInnerList" presStyleCnt="0"/>
      <dgm:spPr/>
    </dgm:pt>
    <dgm:pt modelId="{9856CDC7-52C0-114E-BCCA-1272E34DA3A7}" type="pres">
      <dgm:prSet presAssocID="{8E57E98D-9286-4A8E-9437-442A7D6845D5}" presName="childNode" presStyleLbl="node1" presStyleIdx="2" presStyleCnt="9">
        <dgm:presLayoutVars>
          <dgm:bulletEnabled val="1"/>
        </dgm:presLayoutVars>
      </dgm:prSet>
      <dgm:spPr/>
    </dgm:pt>
    <dgm:pt modelId="{B50CC8B2-D9FD-B644-BA2B-D13065245F8C}" type="pres">
      <dgm:prSet presAssocID="{8E57E98D-9286-4A8E-9437-442A7D6845D5}" presName="aSpace2" presStyleCnt="0"/>
      <dgm:spPr/>
    </dgm:pt>
    <dgm:pt modelId="{9FEC0628-3A02-F541-9F25-BF493ACBB828}" type="pres">
      <dgm:prSet presAssocID="{8E17F906-E2E4-45F4-B630-9CFC2E3F7395}" presName="childNode" presStyleLbl="node1" presStyleIdx="3" presStyleCnt="9">
        <dgm:presLayoutVars>
          <dgm:bulletEnabled val="1"/>
        </dgm:presLayoutVars>
      </dgm:prSet>
      <dgm:spPr/>
    </dgm:pt>
    <dgm:pt modelId="{8DD7A460-BCD9-FB4A-A894-ECE1E200D0DE}" type="pres">
      <dgm:prSet presAssocID="{BA4B23B9-1A80-4C8F-BE3E-F34339B0AF9C}" presName="aSpace" presStyleCnt="0"/>
      <dgm:spPr/>
    </dgm:pt>
    <dgm:pt modelId="{276AA974-8D90-184F-A498-B2729C480A68}" type="pres">
      <dgm:prSet presAssocID="{67867CC5-10EF-4F86-9275-BFBE74F93238}" presName="compNode" presStyleCnt="0"/>
      <dgm:spPr/>
    </dgm:pt>
    <dgm:pt modelId="{FB884CA0-4D11-DD4C-BC98-42C2F78C0D46}" type="pres">
      <dgm:prSet presAssocID="{67867CC5-10EF-4F86-9275-BFBE74F93238}" presName="aNode" presStyleLbl="bgShp" presStyleIdx="2" presStyleCnt="5"/>
      <dgm:spPr/>
    </dgm:pt>
    <dgm:pt modelId="{4CCFBA5C-975F-B845-8120-3A1B91B616B9}" type="pres">
      <dgm:prSet presAssocID="{67867CC5-10EF-4F86-9275-BFBE74F93238}" presName="textNode" presStyleLbl="bgShp" presStyleIdx="2" presStyleCnt="5"/>
      <dgm:spPr/>
    </dgm:pt>
    <dgm:pt modelId="{C2645668-6816-4A49-A8DB-3E5B01FEA761}" type="pres">
      <dgm:prSet presAssocID="{67867CC5-10EF-4F86-9275-BFBE74F93238}" presName="compChildNode" presStyleCnt="0"/>
      <dgm:spPr/>
    </dgm:pt>
    <dgm:pt modelId="{8996BA1C-8941-6E44-BEBB-BAF089988D9C}" type="pres">
      <dgm:prSet presAssocID="{67867CC5-10EF-4F86-9275-BFBE74F93238}" presName="theInnerList" presStyleCnt="0"/>
      <dgm:spPr/>
    </dgm:pt>
    <dgm:pt modelId="{825A3FC2-D369-0F4E-A8C5-F81862FBC95A}" type="pres">
      <dgm:prSet presAssocID="{4E99B4CF-AC2C-4245-861F-817667A85189}" presName="childNode" presStyleLbl="node1" presStyleIdx="4" presStyleCnt="9">
        <dgm:presLayoutVars>
          <dgm:bulletEnabled val="1"/>
        </dgm:presLayoutVars>
      </dgm:prSet>
      <dgm:spPr/>
    </dgm:pt>
    <dgm:pt modelId="{B6BD7F8F-E840-A54C-B202-9C392960A98E}" type="pres">
      <dgm:prSet presAssocID="{4E99B4CF-AC2C-4245-861F-817667A85189}" presName="aSpace2" presStyleCnt="0"/>
      <dgm:spPr/>
    </dgm:pt>
    <dgm:pt modelId="{36B46F4B-07DB-0C49-B68B-1D5C0EAB6B52}" type="pres">
      <dgm:prSet presAssocID="{9CE90AAB-279A-441A-BE6D-35E50F43A146}" presName="childNode" presStyleLbl="node1" presStyleIdx="5" presStyleCnt="9">
        <dgm:presLayoutVars>
          <dgm:bulletEnabled val="1"/>
        </dgm:presLayoutVars>
      </dgm:prSet>
      <dgm:spPr/>
    </dgm:pt>
    <dgm:pt modelId="{701BAA2C-88D5-4B4A-8E1F-160DBC0C6807}" type="pres">
      <dgm:prSet presAssocID="{67867CC5-10EF-4F86-9275-BFBE74F93238}" presName="aSpace" presStyleCnt="0"/>
      <dgm:spPr/>
    </dgm:pt>
    <dgm:pt modelId="{B1ADDA6E-6AF7-0E44-B081-3E848B56301D}" type="pres">
      <dgm:prSet presAssocID="{658D037B-349B-4BA5-98E9-B5BAB0ACCE41}" presName="compNode" presStyleCnt="0"/>
      <dgm:spPr/>
    </dgm:pt>
    <dgm:pt modelId="{0A8835EF-E2F4-4841-A8F8-0C0B708F0402}" type="pres">
      <dgm:prSet presAssocID="{658D037B-349B-4BA5-98E9-B5BAB0ACCE41}" presName="aNode" presStyleLbl="bgShp" presStyleIdx="3" presStyleCnt="5"/>
      <dgm:spPr/>
    </dgm:pt>
    <dgm:pt modelId="{F4A95984-594E-9C49-BBE1-7B1A7E7DE5DE}" type="pres">
      <dgm:prSet presAssocID="{658D037B-349B-4BA5-98E9-B5BAB0ACCE41}" presName="textNode" presStyleLbl="bgShp" presStyleIdx="3" presStyleCnt="5"/>
      <dgm:spPr/>
    </dgm:pt>
    <dgm:pt modelId="{11D0BEC5-8944-8847-969D-E9B356B319BC}" type="pres">
      <dgm:prSet presAssocID="{658D037B-349B-4BA5-98E9-B5BAB0ACCE41}" presName="compChildNode" presStyleCnt="0"/>
      <dgm:spPr/>
    </dgm:pt>
    <dgm:pt modelId="{34B2ADE5-4722-5A4F-AF57-227CE1253EDD}" type="pres">
      <dgm:prSet presAssocID="{658D037B-349B-4BA5-98E9-B5BAB0ACCE41}" presName="theInnerList" presStyleCnt="0"/>
      <dgm:spPr/>
    </dgm:pt>
    <dgm:pt modelId="{9B3C1E9F-AD2E-4948-8763-7982E9C742D2}" type="pres">
      <dgm:prSet presAssocID="{61A14D3A-90B7-4BF3-80F1-887A4B7B602B}" presName="childNode" presStyleLbl="node1" presStyleIdx="6" presStyleCnt="9">
        <dgm:presLayoutVars>
          <dgm:bulletEnabled val="1"/>
        </dgm:presLayoutVars>
      </dgm:prSet>
      <dgm:spPr/>
    </dgm:pt>
    <dgm:pt modelId="{00D9CD5F-4734-EF41-96A5-74C901A57536}" type="pres">
      <dgm:prSet presAssocID="{658D037B-349B-4BA5-98E9-B5BAB0ACCE41}" presName="aSpace" presStyleCnt="0"/>
      <dgm:spPr/>
    </dgm:pt>
    <dgm:pt modelId="{91C55F3A-564B-BA4D-8F14-7E0D4F3E2088}" type="pres">
      <dgm:prSet presAssocID="{EE865841-FCEE-4C1E-B92C-240357EE18BC}" presName="compNode" presStyleCnt="0"/>
      <dgm:spPr/>
    </dgm:pt>
    <dgm:pt modelId="{441C3A6F-5066-BE40-9920-9B60E89F2149}" type="pres">
      <dgm:prSet presAssocID="{EE865841-FCEE-4C1E-B92C-240357EE18BC}" presName="aNode" presStyleLbl="bgShp" presStyleIdx="4" presStyleCnt="5"/>
      <dgm:spPr/>
    </dgm:pt>
    <dgm:pt modelId="{72828FFF-3B09-754A-BBD5-AE20B6B9B813}" type="pres">
      <dgm:prSet presAssocID="{EE865841-FCEE-4C1E-B92C-240357EE18BC}" presName="textNode" presStyleLbl="bgShp" presStyleIdx="4" presStyleCnt="5"/>
      <dgm:spPr/>
    </dgm:pt>
    <dgm:pt modelId="{7548AE36-DE44-D348-9ACF-A9AC36678DB8}" type="pres">
      <dgm:prSet presAssocID="{EE865841-FCEE-4C1E-B92C-240357EE18BC}" presName="compChildNode" presStyleCnt="0"/>
      <dgm:spPr/>
    </dgm:pt>
    <dgm:pt modelId="{414E25F6-4C4B-074F-A09B-91B9684556C8}" type="pres">
      <dgm:prSet presAssocID="{EE865841-FCEE-4C1E-B92C-240357EE18BC}" presName="theInnerList" presStyleCnt="0"/>
      <dgm:spPr/>
    </dgm:pt>
    <dgm:pt modelId="{E6313D08-711B-FD4B-984C-1CAA9919ED9A}" type="pres">
      <dgm:prSet presAssocID="{ED38E001-8E9B-41FF-B649-07C44C5692B8}" presName="childNode" presStyleLbl="node1" presStyleIdx="7" presStyleCnt="9">
        <dgm:presLayoutVars>
          <dgm:bulletEnabled val="1"/>
        </dgm:presLayoutVars>
      </dgm:prSet>
      <dgm:spPr/>
    </dgm:pt>
    <dgm:pt modelId="{0C9F4B5A-F0A0-9D48-8462-DB94519721F4}" type="pres">
      <dgm:prSet presAssocID="{ED38E001-8E9B-41FF-B649-07C44C5692B8}" presName="aSpace2" presStyleCnt="0"/>
      <dgm:spPr/>
    </dgm:pt>
    <dgm:pt modelId="{F9B16054-CC83-5941-BDD9-F2A923354DCA}" type="pres">
      <dgm:prSet presAssocID="{814FFDEB-F098-4340-80A3-F2C0550C9E94}" presName="childNode" presStyleLbl="node1" presStyleIdx="8" presStyleCnt="9">
        <dgm:presLayoutVars>
          <dgm:bulletEnabled val="1"/>
        </dgm:presLayoutVars>
      </dgm:prSet>
      <dgm:spPr/>
    </dgm:pt>
  </dgm:ptLst>
  <dgm:cxnLst>
    <dgm:cxn modelId="{8A8A3402-4410-A544-80C2-F2B7C379F9BC}" type="presOf" srcId="{658D037B-349B-4BA5-98E9-B5BAB0ACCE41}" destId="{F4A95984-594E-9C49-BBE1-7B1A7E7DE5DE}" srcOrd="1" destOrd="0" presId="urn:microsoft.com/office/officeart/2005/8/layout/lProcess2"/>
    <dgm:cxn modelId="{7382D803-C8B6-0043-B141-1E820B35B89B}" type="presOf" srcId="{EE865841-FCEE-4C1E-B92C-240357EE18BC}" destId="{441C3A6F-5066-BE40-9920-9B60E89F2149}" srcOrd="0" destOrd="0" presId="urn:microsoft.com/office/officeart/2005/8/layout/lProcess2"/>
    <dgm:cxn modelId="{18257808-9427-3A47-BFF1-EA0827E8D481}" type="presOf" srcId="{BA4B23B9-1A80-4C8F-BE3E-F34339B0AF9C}" destId="{54024311-2D66-7D44-AFAB-816C53EA4A27}" srcOrd="1" destOrd="0" presId="urn:microsoft.com/office/officeart/2005/8/layout/lProcess2"/>
    <dgm:cxn modelId="{294B9616-6624-CE4B-A218-4EA876DF441E}" type="presOf" srcId="{814FFDEB-F098-4340-80A3-F2C0550C9E94}" destId="{F9B16054-CC83-5941-BDD9-F2A923354DCA}" srcOrd="0" destOrd="0" presId="urn:microsoft.com/office/officeart/2005/8/layout/lProcess2"/>
    <dgm:cxn modelId="{BEC1821C-CBE0-4F49-885A-9EB937DA1CFD}" type="presOf" srcId="{67867CC5-10EF-4F86-9275-BFBE74F93238}" destId="{FB884CA0-4D11-DD4C-BC98-42C2F78C0D46}" srcOrd="0" destOrd="0" presId="urn:microsoft.com/office/officeart/2005/8/layout/lProcess2"/>
    <dgm:cxn modelId="{1CD93B1E-5BB1-443F-9FBF-07B02BE1729D}" srcId="{C5A69D1C-49A2-41F1-9790-1D7B749E1B84}" destId="{B4392866-F44C-4E57-AF88-5E61A20CBEE2}" srcOrd="0" destOrd="0" parTransId="{04304142-A2A1-4FD4-98B1-F5A8AD992919}" sibTransId="{7CA11044-1420-4F33-82E6-69C2611DAE09}"/>
    <dgm:cxn modelId="{E60C2121-98D7-C34A-B949-92831DD3AEFD}" type="presOf" srcId="{67867CC5-10EF-4F86-9275-BFBE74F93238}" destId="{4CCFBA5C-975F-B845-8120-3A1B91B616B9}" srcOrd="1" destOrd="0" presId="urn:microsoft.com/office/officeart/2005/8/layout/lProcess2"/>
    <dgm:cxn modelId="{AA6B472A-C594-D444-94C7-E7296784344E}" type="presOf" srcId="{FCDA67C4-C11B-439A-9861-F0D0355F15CF}" destId="{E24E155D-FAD8-BF4D-AA93-99B7D3930338}" srcOrd="0" destOrd="0" presId="urn:microsoft.com/office/officeart/2005/8/layout/lProcess2"/>
    <dgm:cxn modelId="{C258282D-607D-2647-81C2-2F4A20236534}" type="presOf" srcId="{C5A69D1C-49A2-41F1-9790-1D7B749E1B84}" destId="{9F94A5E3-E333-5C44-88ED-6268A3D52C73}" srcOrd="1" destOrd="0" presId="urn:microsoft.com/office/officeart/2005/8/layout/lProcess2"/>
    <dgm:cxn modelId="{6C6B4035-FB38-2547-9EA7-2A1550C18A40}" type="presOf" srcId="{EE865841-FCEE-4C1E-B92C-240357EE18BC}" destId="{72828FFF-3B09-754A-BBD5-AE20B6B9B813}" srcOrd="1" destOrd="0" presId="urn:microsoft.com/office/officeart/2005/8/layout/lProcess2"/>
    <dgm:cxn modelId="{F504FF35-C79C-42C6-A371-9787E2C60B7D}" srcId="{BA4B23B9-1A80-4C8F-BE3E-F34339B0AF9C}" destId="{8E17F906-E2E4-45F4-B630-9CFC2E3F7395}" srcOrd="1" destOrd="0" parTransId="{D268A31F-6864-4347-BC78-BD12C5FCC477}" sibTransId="{EB2A7D72-DDFE-466F-B956-22449FBA1847}"/>
    <dgm:cxn modelId="{4B948D38-E66D-465E-AB3D-CAB9DA3C3989}" srcId="{658D037B-349B-4BA5-98E9-B5BAB0ACCE41}" destId="{61A14D3A-90B7-4BF3-80F1-887A4B7B602B}" srcOrd="0" destOrd="0" parTransId="{51BF0736-6D57-485A-9A9F-CBCBA6463728}" sibTransId="{490C41F4-8C70-4FA4-953A-83A71096B58F}"/>
    <dgm:cxn modelId="{DAE8585B-788A-45CC-BD22-2FCCA7F2C8B2}" srcId="{EE865841-FCEE-4C1E-B92C-240357EE18BC}" destId="{814FFDEB-F098-4340-80A3-F2C0550C9E94}" srcOrd="1" destOrd="0" parTransId="{123084BC-8E4E-4691-93B8-E1D65447A663}" sibTransId="{665D9396-664A-4193-9507-7B72099D3D75}"/>
    <dgm:cxn modelId="{3D7EDC43-8B53-AE40-BEC0-840B429AF855}" type="presOf" srcId="{9CE90AAB-279A-441A-BE6D-35E50F43A146}" destId="{36B46F4B-07DB-0C49-B68B-1D5C0EAB6B52}" srcOrd="0" destOrd="0" presId="urn:microsoft.com/office/officeart/2005/8/layout/lProcess2"/>
    <dgm:cxn modelId="{BC003E44-8EE3-473C-B116-D7B7BA3D3554}" srcId="{FCDA67C4-C11B-439A-9861-F0D0355F15CF}" destId="{658D037B-349B-4BA5-98E9-B5BAB0ACCE41}" srcOrd="3" destOrd="0" parTransId="{783377F4-CCA1-45AC-A334-34FB60A512B0}" sibTransId="{1F79C0CA-5BD0-4BC6-ADBD-6DAB0C17DDC6}"/>
    <dgm:cxn modelId="{8727B244-096A-4ED7-A2FA-03AE70BFEC61}" srcId="{FCDA67C4-C11B-439A-9861-F0D0355F15CF}" destId="{67867CC5-10EF-4F86-9275-BFBE74F93238}" srcOrd="2" destOrd="0" parTransId="{7567A914-1B5C-4135-867F-8EE45DCB7C4C}" sibTransId="{DD9A9318-F918-43DC-9506-3206B7010BF0}"/>
    <dgm:cxn modelId="{F6AF5569-DE7D-604B-9CAF-81FE83E502D0}" type="presOf" srcId="{4E99B4CF-AC2C-4245-861F-817667A85189}" destId="{825A3FC2-D369-0F4E-A8C5-F81862FBC95A}" srcOrd="0" destOrd="0" presId="urn:microsoft.com/office/officeart/2005/8/layout/lProcess2"/>
    <dgm:cxn modelId="{6F0FBE50-7715-4B2E-A37A-7EE2A415EBD2}" srcId="{FCDA67C4-C11B-439A-9861-F0D0355F15CF}" destId="{EE865841-FCEE-4C1E-B92C-240357EE18BC}" srcOrd="4" destOrd="0" parTransId="{928635A5-4C3D-4ECD-A300-2EEC9A9AE073}" sibTransId="{B85DDFE7-CDE8-4370-BBF6-FF40C1413AF2}"/>
    <dgm:cxn modelId="{7388CC73-2D41-8043-A6A9-608586FB4CA2}" type="presOf" srcId="{797FA63D-C1C7-4BDF-BF4D-ABC42D4F3C0C}" destId="{03904068-8C12-E243-B264-DDB1E4202858}" srcOrd="0" destOrd="0" presId="urn:microsoft.com/office/officeart/2005/8/layout/lProcess2"/>
    <dgm:cxn modelId="{E28D7475-1DEB-7D46-8315-3C28F1C6D540}" type="presOf" srcId="{ED38E001-8E9B-41FF-B649-07C44C5692B8}" destId="{E6313D08-711B-FD4B-984C-1CAA9919ED9A}" srcOrd="0" destOrd="0" presId="urn:microsoft.com/office/officeart/2005/8/layout/lProcess2"/>
    <dgm:cxn modelId="{D6538677-7504-4CD5-A5B7-2918B0BCAE27}" srcId="{67867CC5-10EF-4F86-9275-BFBE74F93238}" destId="{4E99B4CF-AC2C-4245-861F-817667A85189}" srcOrd="0" destOrd="0" parTransId="{FCD3AF97-EB3F-4DC9-9B66-8EF6B2FBFBC0}" sibTransId="{BB0804DA-BE45-4E31-9DAC-0912B3DF3D6F}"/>
    <dgm:cxn modelId="{568C638C-5399-064E-86CD-3051BC202D0E}" type="presOf" srcId="{8E17F906-E2E4-45F4-B630-9CFC2E3F7395}" destId="{9FEC0628-3A02-F541-9F25-BF493ACBB828}" srcOrd="0" destOrd="0" presId="urn:microsoft.com/office/officeart/2005/8/layout/lProcess2"/>
    <dgm:cxn modelId="{FD34CC8D-9242-4D28-9BD6-353684D72324}" srcId="{FCDA67C4-C11B-439A-9861-F0D0355F15CF}" destId="{BA4B23B9-1A80-4C8F-BE3E-F34339B0AF9C}" srcOrd="1" destOrd="0" parTransId="{13C4202C-7160-4513-B22E-9362065AB5D4}" sibTransId="{71736E8F-5030-43E1-AD1D-02060A6FA161}"/>
    <dgm:cxn modelId="{161D2A9B-1ED3-48A3-BCB7-F06B18F29338}" srcId="{C5A69D1C-49A2-41F1-9790-1D7B749E1B84}" destId="{797FA63D-C1C7-4BDF-BF4D-ABC42D4F3C0C}" srcOrd="1" destOrd="0" parTransId="{78C71314-B402-42D7-AD7D-49B8DCC63E07}" sibTransId="{5A908C10-B3E2-447D-A903-57EDB88F484E}"/>
    <dgm:cxn modelId="{20A74DA6-782E-9046-9D1A-F4A206732521}" type="presOf" srcId="{658D037B-349B-4BA5-98E9-B5BAB0ACCE41}" destId="{0A8835EF-E2F4-4841-A8F8-0C0B708F0402}" srcOrd="0" destOrd="0" presId="urn:microsoft.com/office/officeart/2005/8/layout/lProcess2"/>
    <dgm:cxn modelId="{6D5B91A6-EA5E-41EF-986B-F9A5673F9A39}" srcId="{67867CC5-10EF-4F86-9275-BFBE74F93238}" destId="{9CE90AAB-279A-441A-BE6D-35E50F43A146}" srcOrd="1" destOrd="0" parTransId="{0B8E512E-43B9-4782-93F4-818938B7CE40}" sibTransId="{43853D2E-97F8-457C-8FCA-C8D0E9D35463}"/>
    <dgm:cxn modelId="{22259DB6-8743-D34E-9731-4D9B013F6CF9}" type="presOf" srcId="{8E57E98D-9286-4A8E-9437-442A7D6845D5}" destId="{9856CDC7-52C0-114E-BCCA-1272E34DA3A7}" srcOrd="0" destOrd="0" presId="urn:microsoft.com/office/officeart/2005/8/layout/lProcess2"/>
    <dgm:cxn modelId="{681654BA-C5D5-45BE-B07F-5A0B409AC7CA}" srcId="{FCDA67C4-C11B-439A-9861-F0D0355F15CF}" destId="{C5A69D1C-49A2-41F1-9790-1D7B749E1B84}" srcOrd="0" destOrd="0" parTransId="{F2A7FFC7-434A-4382-946C-58F31D2FA71E}" sibTransId="{D7C58FE5-23D0-49D1-983D-BC70F396A4E7}"/>
    <dgm:cxn modelId="{18BBA4C5-A2FF-1849-853A-2B30AEB64E8F}" type="presOf" srcId="{BA4B23B9-1A80-4C8F-BE3E-F34339B0AF9C}" destId="{84F15A87-628D-254F-B2FD-E6E5C499F558}" srcOrd="0" destOrd="0" presId="urn:microsoft.com/office/officeart/2005/8/layout/lProcess2"/>
    <dgm:cxn modelId="{EE08D6CB-F5B3-6A47-80FE-535DAA8B459E}" type="presOf" srcId="{C5A69D1C-49A2-41F1-9790-1D7B749E1B84}" destId="{34558FB1-B98D-374C-8E00-111080F37D76}" srcOrd="0" destOrd="0" presId="urn:microsoft.com/office/officeart/2005/8/layout/lProcess2"/>
    <dgm:cxn modelId="{C5A965E0-C634-4310-8E85-F9B9BD1BA9B4}" srcId="{EE865841-FCEE-4C1E-B92C-240357EE18BC}" destId="{ED38E001-8E9B-41FF-B649-07C44C5692B8}" srcOrd="0" destOrd="0" parTransId="{968C8720-3DB8-4E22-88B7-0A9E5C419747}" sibTransId="{D651EF33-61DC-41FC-A870-5E89E9657365}"/>
    <dgm:cxn modelId="{273316E3-7EA8-1741-B9CD-56BB75D7E8E2}" type="presOf" srcId="{B4392866-F44C-4E57-AF88-5E61A20CBEE2}" destId="{45FEF0D3-A677-B947-8E37-387E6BE5D627}" srcOrd="0" destOrd="0" presId="urn:microsoft.com/office/officeart/2005/8/layout/lProcess2"/>
    <dgm:cxn modelId="{BBF21CE8-34E2-CC4C-B5FB-6C9E29435A18}" type="presOf" srcId="{61A14D3A-90B7-4BF3-80F1-887A4B7B602B}" destId="{9B3C1E9F-AD2E-4948-8763-7982E9C742D2}" srcOrd="0" destOrd="0" presId="urn:microsoft.com/office/officeart/2005/8/layout/lProcess2"/>
    <dgm:cxn modelId="{60AB5DFE-748B-481B-913A-0C6F150B7C3B}" srcId="{BA4B23B9-1A80-4C8F-BE3E-F34339B0AF9C}" destId="{8E57E98D-9286-4A8E-9437-442A7D6845D5}" srcOrd="0" destOrd="0" parTransId="{3BA5FE4C-C4D9-48B2-BB9C-76334466BADE}" sibTransId="{7523DFA8-7526-4A16-8E74-B258EDF0BC61}"/>
    <dgm:cxn modelId="{4B4DC2FF-3786-B842-9565-14609A713884}" type="presParOf" srcId="{E24E155D-FAD8-BF4D-AA93-99B7D3930338}" destId="{54777801-076D-544D-B6E0-379F304751CB}" srcOrd="0" destOrd="0" presId="urn:microsoft.com/office/officeart/2005/8/layout/lProcess2"/>
    <dgm:cxn modelId="{44CD3EF3-FE87-E849-8CDC-C076E0334184}" type="presParOf" srcId="{54777801-076D-544D-B6E0-379F304751CB}" destId="{34558FB1-B98D-374C-8E00-111080F37D76}" srcOrd="0" destOrd="0" presId="urn:microsoft.com/office/officeart/2005/8/layout/lProcess2"/>
    <dgm:cxn modelId="{2F4CC6F2-51DE-A143-8CB8-E6D095BEF3AA}" type="presParOf" srcId="{54777801-076D-544D-B6E0-379F304751CB}" destId="{9F94A5E3-E333-5C44-88ED-6268A3D52C73}" srcOrd="1" destOrd="0" presId="urn:microsoft.com/office/officeart/2005/8/layout/lProcess2"/>
    <dgm:cxn modelId="{96D05F52-D3F0-1445-A4C1-EB2D21602BB5}" type="presParOf" srcId="{54777801-076D-544D-B6E0-379F304751CB}" destId="{E6F982AA-89DB-5F43-8F77-7B0A1B9112B9}" srcOrd="2" destOrd="0" presId="urn:microsoft.com/office/officeart/2005/8/layout/lProcess2"/>
    <dgm:cxn modelId="{22D22D1A-B242-BF49-96B0-A8AC6BDD9C2C}" type="presParOf" srcId="{E6F982AA-89DB-5F43-8F77-7B0A1B9112B9}" destId="{CC12C468-B3A7-464F-B790-DD5E958A8288}" srcOrd="0" destOrd="0" presId="urn:microsoft.com/office/officeart/2005/8/layout/lProcess2"/>
    <dgm:cxn modelId="{9B8DF006-E4A9-3941-B83C-9C602E707ACE}" type="presParOf" srcId="{CC12C468-B3A7-464F-B790-DD5E958A8288}" destId="{45FEF0D3-A677-B947-8E37-387E6BE5D627}" srcOrd="0" destOrd="0" presId="urn:microsoft.com/office/officeart/2005/8/layout/lProcess2"/>
    <dgm:cxn modelId="{57277612-0E8B-3844-9E3D-F2326D9E0522}" type="presParOf" srcId="{CC12C468-B3A7-464F-B790-DD5E958A8288}" destId="{702A77CE-C5F6-9B43-88C4-10C50EC836AA}" srcOrd="1" destOrd="0" presId="urn:microsoft.com/office/officeart/2005/8/layout/lProcess2"/>
    <dgm:cxn modelId="{29805538-F230-4C48-BD2D-6F61423E315B}" type="presParOf" srcId="{CC12C468-B3A7-464F-B790-DD5E958A8288}" destId="{03904068-8C12-E243-B264-DDB1E4202858}" srcOrd="2" destOrd="0" presId="urn:microsoft.com/office/officeart/2005/8/layout/lProcess2"/>
    <dgm:cxn modelId="{4864AAF2-06F5-6848-86FE-E8F91E57B506}" type="presParOf" srcId="{E24E155D-FAD8-BF4D-AA93-99B7D3930338}" destId="{4422E2F9-B746-6744-B6EB-7306F401E729}" srcOrd="1" destOrd="0" presId="urn:microsoft.com/office/officeart/2005/8/layout/lProcess2"/>
    <dgm:cxn modelId="{B28A6428-3B93-1A4F-82EE-C8A55A8A2DD1}" type="presParOf" srcId="{E24E155D-FAD8-BF4D-AA93-99B7D3930338}" destId="{7086CABE-A944-0F46-847D-F5D8CDA86515}" srcOrd="2" destOrd="0" presId="urn:microsoft.com/office/officeart/2005/8/layout/lProcess2"/>
    <dgm:cxn modelId="{BE1667A7-77A5-8344-AAA1-CC6943947EEC}" type="presParOf" srcId="{7086CABE-A944-0F46-847D-F5D8CDA86515}" destId="{84F15A87-628D-254F-B2FD-E6E5C499F558}" srcOrd="0" destOrd="0" presId="urn:microsoft.com/office/officeart/2005/8/layout/lProcess2"/>
    <dgm:cxn modelId="{0AB92AFB-EE55-0F47-8929-0727F2149EE3}" type="presParOf" srcId="{7086CABE-A944-0F46-847D-F5D8CDA86515}" destId="{54024311-2D66-7D44-AFAB-816C53EA4A27}" srcOrd="1" destOrd="0" presId="urn:microsoft.com/office/officeart/2005/8/layout/lProcess2"/>
    <dgm:cxn modelId="{0B142CF6-3B0D-334A-8A7A-DD1902A7099B}" type="presParOf" srcId="{7086CABE-A944-0F46-847D-F5D8CDA86515}" destId="{D56432F5-CB7A-334E-8E52-FC1DA806C588}" srcOrd="2" destOrd="0" presId="urn:microsoft.com/office/officeart/2005/8/layout/lProcess2"/>
    <dgm:cxn modelId="{C923D222-F454-B64A-A72A-C64E8FFBA06C}" type="presParOf" srcId="{D56432F5-CB7A-334E-8E52-FC1DA806C588}" destId="{944BE234-B92B-8349-B417-211F71A3E742}" srcOrd="0" destOrd="0" presId="urn:microsoft.com/office/officeart/2005/8/layout/lProcess2"/>
    <dgm:cxn modelId="{A06CCF12-5028-A047-A5B6-03735B85E63A}" type="presParOf" srcId="{944BE234-B92B-8349-B417-211F71A3E742}" destId="{9856CDC7-52C0-114E-BCCA-1272E34DA3A7}" srcOrd="0" destOrd="0" presId="urn:microsoft.com/office/officeart/2005/8/layout/lProcess2"/>
    <dgm:cxn modelId="{C391A636-DA37-ED44-B88C-C08754EE5F28}" type="presParOf" srcId="{944BE234-B92B-8349-B417-211F71A3E742}" destId="{B50CC8B2-D9FD-B644-BA2B-D13065245F8C}" srcOrd="1" destOrd="0" presId="urn:microsoft.com/office/officeart/2005/8/layout/lProcess2"/>
    <dgm:cxn modelId="{F5279728-71EC-5B45-9EA9-0B90B79C3667}" type="presParOf" srcId="{944BE234-B92B-8349-B417-211F71A3E742}" destId="{9FEC0628-3A02-F541-9F25-BF493ACBB828}" srcOrd="2" destOrd="0" presId="urn:microsoft.com/office/officeart/2005/8/layout/lProcess2"/>
    <dgm:cxn modelId="{A411790F-FEEC-E54A-BC89-31A2E56CB3BC}" type="presParOf" srcId="{E24E155D-FAD8-BF4D-AA93-99B7D3930338}" destId="{8DD7A460-BCD9-FB4A-A894-ECE1E200D0DE}" srcOrd="3" destOrd="0" presId="urn:microsoft.com/office/officeart/2005/8/layout/lProcess2"/>
    <dgm:cxn modelId="{509138B5-8CEF-3848-BECA-F7DAEBE8DD13}" type="presParOf" srcId="{E24E155D-FAD8-BF4D-AA93-99B7D3930338}" destId="{276AA974-8D90-184F-A498-B2729C480A68}" srcOrd="4" destOrd="0" presId="urn:microsoft.com/office/officeart/2005/8/layout/lProcess2"/>
    <dgm:cxn modelId="{289EFF00-86B9-9341-A2FC-4930E8E04F1D}" type="presParOf" srcId="{276AA974-8D90-184F-A498-B2729C480A68}" destId="{FB884CA0-4D11-DD4C-BC98-42C2F78C0D46}" srcOrd="0" destOrd="0" presId="urn:microsoft.com/office/officeart/2005/8/layout/lProcess2"/>
    <dgm:cxn modelId="{9285E2FC-BEA8-FF47-8252-5A622E5E3FAE}" type="presParOf" srcId="{276AA974-8D90-184F-A498-B2729C480A68}" destId="{4CCFBA5C-975F-B845-8120-3A1B91B616B9}" srcOrd="1" destOrd="0" presId="urn:microsoft.com/office/officeart/2005/8/layout/lProcess2"/>
    <dgm:cxn modelId="{0702AE07-D721-AA47-8FDB-77D99E577DA5}" type="presParOf" srcId="{276AA974-8D90-184F-A498-B2729C480A68}" destId="{C2645668-6816-4A49-A8DB-3E5B01FEA761}" srcOrd="2" destOrd="0" presId="urn:microsoft.com/office/officeart/2005/8/layout/lProcess2"/>
    <dgm:cxn modelId="{E78E3902-59DA-D049-B3D2-EB71021C2FBD}" type="presParOf" srcId="{C2645668-6816-4A49-A8DB-3E5B01FEA761}" destId="{8996BA1C-8941-6E44-BEBB-BAF089988D9C}" srcOrd="0" destOrd="0" presId="urn:microsoft.com/office/officeart/2005/8/layout/lProcess2"/>
    <dgm:cxn modelId="{F3B77A2A-6591-734A-A4D0-74EEB4A1CF5A}" type="presParOf" srcId="{8996BA1C-8941-6E44-BEBB-BAF089988D9C}" destId="{825A3FC2-D369-0F4E-A8C5-F81862FBC95A}" srcOrd="0" destOrd="0" presId="urn:microsoft.com/office/officeart/2005/8/layout/lProcess2"/>
    <dgm:cxn modelId="{88753145-3F4E-484B-B35A-69371F2FE819}" type="presParOf" srcId="{8996BA1C-8941-6E44-BEBB-BAF089988D9C}" destId="{B6BD7F8F-E840-A54C-B202-9C392960A98E}" srcOrd="1" destOrd="0" presId="urn:microsoft.com/office/officeart/2005/8/layout/lProcess2"/>
    <dgm:cxn modelId="{C3637E7C-DC72-A647-B6D2-5895A58F4C8B}" type="presParOf" srcId="{8996BA1C-8941-6E44-BEBB-BAF089988D9C}" destId="{36B46F4B-07DB-0C49-B68B-1D5C0EAB6B52}" srcOrd="2" destOrd="0" presId="urn:microsoft.com/office/officeart/2005/8/layout/lProcess2"/>
    <dgm:cxn modelId="{D6F357C9-2FA5-7242-8553-9425BD615DFE}" type="presParOf" srcId="{E24E155D-FAD8-BF4D-AA93-99B7D3930338}" destId="{701BAA2C-88D5-4B4A-8E1F-160DBC0C6807}" srcOrd="5" destOrd="0" presId="urn:microsoft.com/office/officeart/2005/8/layout/lProcess2"/>
    <dgm:cxn modelId="{6C2B6790-4E4C-AA4A-AAE7-5B0C33E8AA6E}" type="presParOf" srcId="{E24E155D-FAD8-BF4D-AA93-99B7D3930338}" destId="{B1ADDA6E-6AF7-0E44-B081-3E848B56301D}" srcOrd="6" destOrd="0" presId="urn:microsoft.com/office/officeart/2005/8/layout/lProcess2"/>
    <dgm:cxn modelId="{491BA9D2-E547-6649-9425-EB45C0E9725C}" type="presParOf" srcId="{B1ADDA6E-6AF7-0E44-B081-3E848B56301D}" destId="{0A8835EF-E2F4-4841-A8F8-0C0B708F0402}" srcOrd="0" destOrd="0" presId="urn:microsoft.com/office/officeart/2005/8/layout/lProcess2"/>
    <dgm:cxn modelId="{EE641276-0A52-8243-A088-1DC82D147DFA}" type="presParOf" srcId="{B1ADDA6E-6AF7-0E44-B081-3E848B56301D}" destId="{F4A95984-594E-9C49-BBE1-7B1A7E7DE5DE}" srcOrd="1" destOrd="0" presId="urn:microsoft.com/office/officeart/2005/8/layout/lProcess2"/>
    <dgm:cxn modelId="{45BFE21A-BA20-CB49-9918-D917D21CF359}" type="presParOf" srcId="{B1ADDA6E-6AF7-0E44-B081-3E848B56301D}" destId="{11D0BEC5-8944-8847-969D-E9B356B319BC}" srcOrd="2" destOrd="0" presId="urn:microsoft.com/office/officeart/2005/8/layout/lProcess2"/>
    <dgm:cxn modelId="{4A578947-6F75-7647-B9AD-D0A098442868}" type="presParOf" srcId="{11D0BEC5-8944-8847-969D-E9B356B319BC}" destId="{34B2ADE5-4722-5A4F-AF57-227CE1253EDD}" srcOrd="0" destOrd="0" presId="urn:microsoft.com/office/officeart/2005/8/layout/lProcess2"/>
    <dgm:cxn modelId="{838A5B60-B766-814A-9A16-986829CCCC9A}" type="presParOf" srcId="{34B2ADE5-4722-5A4F-AF57-227CE1253EDD}" destId="{9B3C1E9F-AD2E-4948-8763-7982E9C742D2}" srcOrd="0" destOrd="0" presId="urn:microsoft.com/office/officeart/2005/8/layout/lProcess2"/>
    <dgm:cxn modelId="{69B7DAE1-1D2C-3243-A080-568557B1765F}" type="presParOf" srcId="{E24E155D-FAD8-BF4D-AA93-99B7D3930338}" destId="{00D9CD5F-4734-EF41-96A5-74C901A57536}" srcOrd="7" destOrd="0" presId="urn:microsoft.com/office/officeart/2005/8/layout/lProcess2"/>
    <dgm:cxn modelId="{866D8CC4-5CF4-A541-AF24-85E60C5592B4}" type="presParOf" srcId="{E24E155D-FAD8-BF4D-AA93-99B7D3930338}" destId="{91C55F3A-564B-BA4D-8F14-7E0D4F3E2088}" srcOrd="8" destOrd="0" presId="urn:microsoft.com/office/officeart/2005/8/layout/lProcess2"/>
    <dgm:cxn modelId="{2589B760-D22D-D74A-89B9-018839350EA0}" type="presParOf" srcId="{91C55F3A-564B-BA4D-8F14-7E0D4F3E2088}" destId="{441C3A6F-5066-BE40-9920-9B60E89F2149}" srcOrd="0" destOrd="0" presId="urn:microsoft.com/office/officeart/2005/8/layout/lProcess2"/>
    <dgm:cxn modelId="{B9A76842-0A1A-0C4D-81A7-40D12D44281E}" type="presParOf" srcId="{91C55F3A-564B-BA4D-8F14-7E0D4F3E2088}" destId="{72828FFF-3B09-754A-BBD5-AE20B6B9B813}" srcOrd="1" destOrd="0" presId="urn:microsoft.com/office/officeart/2005/8/layout/lProcess2"/>
    <dgm:cxn modelId="{65971050-B3A9-184F-872A-1D08687D45D9}" type="presParOf" srcId="{91C55F3A-564B-BA4D-8F14-7E0D4F3E2088}" destId="{7548AE36-DE44-D348-9ACF-A9AC36678DB8}" srcOrd="2" destOrd="0" presId="urn:microsoft.com/office/officeart/2005/8/layout/lProcess2"/>
    <dgm:cxn modelId="{E1C6F8D1-2EE2-0246-8FF0-778F9AFFEA56}" type="presParOf" srcId="{7548AE36-DE44-D348-9ACF-A9AC36678DB8}" destId="{414E25F6-4C4B-074F-A09B-91B9684556C8}" srcOrd="0" destOrd="0" presId="urn:microsoft.com/office/officeart/2005/8/layout/lProcess2"/>
    <dgm:cxn modelId="{190C4672-344B-D440-B69A-DB0891E6C6F1}" type="presParOf" srcId="{414E25F6-4C4B-074F-A09B-91B9684556C8}" destId="{E6313D08-711B-FD4B-984C-1CAA9919ED9A}" srcOrd="0" destOrd="0" presId="urn:microsoft.com/office/officeart/2005/8/layout/lProcess2"/>
    <dgm:cxn modelId="{CD496F33-C8E8-B244-87F2-C41CDE96FB46}" type="presParOf" srcId="{414E25F6-4C4B-074F-A09B-91B9684556C8}" destId="{0C9F4B5A-F0A0-9D48-8462-DB94519721F4}" srcOrd="1" destOrd="0" presId="urn:microsoft.com/office/officeart/2005/8/layout/lProcess2"/>
    <dgm:cxn modelId="{B87313A3-FD29-5442-AA93-1F2DC07C34BB}" type="presParOf" srcId="{414E25F6-4C4B-074F-A09B-91B9684556C8}" destId="{F9B16054-CC83-5941-BDD9-F2A923354DCA}"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096AA1E-8845-4226-BB1F-825F0F92955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3A0B431-56A4-40A5-8276-882B4CABBB9C}">
      <dgm:prSet phldrT="[Text]"/>
      <dgm:spPr/>
      <dgm:t>
        <a:bodyPr/>
        <a:lstStyle/>
        <a:p>
          <a:r>
            <a:rPr lang="en-US" dirty="0">
              <a:solidFill>
                <a:schemeClr val="bg1"/>
              </a:solidFill>
            </a:rPr>
            <a:t>Plenum-rated</a:t>
          </a:r>
        </a:p>
      </dgm:t>
    </dgm:pt>
    <dgm:pt modelId="{2CC1B49F-7F99-4BA2-A5AA-769DB5CB3823}" type="parTrans" cxnId="{240D41FD-6F23-480A-9E76-0BC970190F0B}">
      <dgm:prSet/>
      <dgm:spPr/>
      <dgm:t>
        <a:bodyPr/>
        <a:lstStyle/>
        <a:p>
          <a:endParaRPr lang="en-US">
            <a:solidFill>
              <a:srgbClr val="20282F"/>
            </a:solidFill>
          </a:endParaRPr>
        </a:p>
      </dgm:t>
    </dgm:pt>
    <dgm:pt modelId="{7A48CB7B-CF46-45F9-849A-9A5D4E635EA2}" type="sibTrans" cxnId="{240D41FD-6F23-480A-9E76-0BC970190F0B}">
      <dgm:prSet/>
      <dgm:spPr/>
      <dgm:t>
        <a:bodyPr/>
        <a:lstStyle/>
        <a:p>
          <a:endParaRPr lang="en-US">
            <a:solidFill>
              <a:srgbClr val="20282F"/>
            </a:solidFill>
          </a:endParaRPr>
        </a:p>
      </dgm:t>
    </dgm:pt>
    <dgm:pt modelId="{585AFA23-81C6-42CD-8BB3-0DBF15FE1B62}">
      <dgm:prSet phldrT="[Text]"/>
      <dgm:spPr/>
      <dgm:t>
        <a:bodyPr/>
        <a:lstStyle/>
        <a:p>
          <a:r>
            <a:rPr lang="en-US" dirty="0">
              <a:solidFill>
                <a:schemeClr val="bg1"/>
              </a:solidFill>
            </a:rPr>
            <a:t>Riser-rated</a:t>
          </a:r>
        </a:p>
      </dgm:t>
    </dgm:pt>
    <dgm:pt modelId="{66A386D2-00AA-4F45-81AC-5C3899414161}" type="parTrans" cxnId="{AAA17DF0-9D06-4743-B2BF-FFB2658C395F}">
      <dgm:prSet/>
      <dgm:spPr/>
      <dgm:t>
        <a:bodyPr/>
        <a:lstStyle/>
        <a:p>
          <a:endParaRPr lang="en-US">
            <a:solidFill>
              <a:srgbClr val="20282F"/>
            </a:solidFill>
          </a:endParaRPr>
        </a:p>
      </dgm:t>
    </dgm:pt>
    <dgm:pt modelId="{D11AAAD8-7A47-4484-9E0E-BA984F768992}" type="sibTrans" cxnId="{AAA17DF0-9D06-4743-B2BF-FFB2658C395F}">
      <dgm:prSet/>
      <dgm:spPr/>
      <dgm:t>
        <a:bodyPr/>
        <a:lstStyle/>
        <a:p>
          <a:endParaRPr lang="en-US">
            <a:solidFill>
              <a:srgbClr val="20282F"/>
            </a:solidFill>
          </a:endParaRPr>
        </a:p>
      </dgm:t>
    </dgm:pt>
    <dgm:pt modelId="{6C08401A-5B31-4C6B-A322-2802508BF2B8}">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Installed in plenum spaces</a:t>
          </a:r>
        </a:p>
      </dgm:t>
    </dgm:pt>
    <dgm:pt modelId="{9EB5BA55-C7E4-4D13-8A99-9F964C5CBA3E}" type="parTrans" cxnId="{F5F27DC7-A69C-4751-B4D5-49465C3700E8}">
      <dgm:prSet/>
      <dgm:spPr/>
      <dgm:t>
        <a:bodyPr/>
        <a:lstStyle/>
        <a:p>
          <a:endParaRPr lang="en-US">
            <a:solidFill>
              <a:srgbClr val="20282F"/>
            </a:solidFill>
          </a:endParaRPr>
        </a:p>
      </dgm:t>
    </dgm:pt>
    <dgm:pt modelId="{3D75963B-9C79-4810-819F-A1B7B2B4C3A3}" type="sibTrans" cxnId="{F5F27DC7-A69C-4751-B4D5-49465C3700E8}">
      <dgm:prSet/>
      <dgm:spPr/>
      <dgm:t>
        <a:bodyPr/>
        <a:lstStyle/>
        <a:p>
          <a:endParaRPr lang="en-US">
            <a:solidFill>
              <a:srgbClr val="20282F"/>
            </a:solidFill>
          </a:endParaRPr>
        </a:p>
      </dgm:t>
    </dgm:pt>
    <dgm:pt modelId="{F129C5CF-A804-4CEE-9876-3D3A3BEC48C2}">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Made of fire-resistant low toxic materials </a:t>
          </a:r>
        </a:p>
      </dgm:t>
    </dgm:pt>
    <dgm:pt modelId="{16DB8B8B-6B35-4DA7-8972-C7B11E223469}" type="parTrans" cxnId="{4E3924C8-1B73-4AAD-9E58-51010391415A}">
      <dgm:prSet/>
      <dgm:spPr/>
      <dgm:t>
        <a:bodyPr/>
        <a:lstStyle/>
        <a:p>
          <a:endParaRPr lang="en-US">
            <a:solidFill>
              <a:srgbClr val="20282F"/>
            </a:solidFill>
          </a:endParaRPr>
        </a:p>
      </dgm:t>
    </dgm:pt>
    <dgm:pt modelId="{3943BDB3-8ED2-4E65-AE2D-ECDD98CA9E89}" type="sibTrans" cxnId="{4E3924C8-1B73-4AAD-9E58-51010391415A}">
      <dgm:prSet/>
      <dgm:spPr/>
      <dgm:t>
        <a:bodyPr/>
        <a:lstStyle/>
        <a:p>
          <a:endParaRPr lang="en-US">
            <a:solidFill>
              <a:srgbClr val="20282F"/>
            </a:solidFill>
          </a:endParaRPr>
        </a:p>
      </dgm:t>
    </dgm:pt>
    <dgm:pt modelId="{A494E4FE-8219-401D-AEFC-56523475AE2D}">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Meets higher fire </a:t>
          </a:r>
          <a:br>
            <a:rPr lang="en-US" dirty="0">
              <a:solidFill>
                <a:srgbClr val="20282F"/>
              </a:solidFill>
            </a:rPr>
          </a:br>
          <a:r>
            <a:rPr lang="en-US" dirty="0">
              <a:solidFill>
                <a:srgbClr val="20282F"/>
              </a:solidFill>
            </a:rPr>
            <a:t>safety standards</a:t>
          </a:r>
        </a:p>
      </dgm:t>
    </dgm:pt>
    <dgm:pt modelId="{B954FE88-1C74-44F1-BE49-1DF89F4A85D4}" type="parTrans" cxnId="{83B0EF3E-132A-4B42-A382-14F88D6E020C}">
      <dgm:prSet/>
      <dgm:spPr/>
      <dgm:t>
        <a:bodyPr/>
        <a:lstStyle/>
        <a:p>
          <a:endParaRPr lang="en-US">
            <a:solidFill>
              <a:srgbClr val="20282F"/>
            </a:solidFill>
          </a:endParaRPr>
        </a:p>
      </dgm:t>
    </dgm:pt>
    <dgm:pt modelId="{C85C16E7-02E4-46BE-84F7-4DCFC0711B6B}" type="sibTrans" cxnId="{83B0EF3E-132A-4B42-A382-14F88D6E020C}">
      <dgm:prSet/>
      <dgm:spPr/>
      <dgm:t>
        <a:bodyPr/>
        <a:lstStyle/>
        <a:p>
          <a:endParaRPr lang="en-US">
            <a:solidFill>
              <a:srgbClr val="20282F"/>
            </a:solidFill>
          </a:endParaRPr>
        </a:p>
      </dgm:t>
    </dgm:pt>
    <dgm:pt modelId="{60CF7ACC-E084-4F7E-A6FF-0D6477565344}">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More expensive</a:t>
          </a:r>
        </a:p>
      </dgm:t>
    </dgm:pt>
    <dgm:pt modelId="{8E65C66E-6E5E-4D78-A642-BE59D072A7E1}" type="parTrans" cxnId="{53747739-5892-40A4-BC18-4B743DDE216B}">
      <dgm:prSet/>
      <dgm:spPr/>
      <dgm:t>
        <a:bodyPr/>
        <a:lstStyle/>
        <a:p>
          <a:endParaRPr lang="en-US">
            <a:solidFill>
              <a:srgbClr val="20282F"/>
            </a:solidFill>
          </a:endParaRPr>
        </a:p>
      </dgm:t>
    </dgm:pt>
    <dgm:pt modelId="{C688EC40-D6CA-405F-ABBD-3D0026143ACD}" type="sibTrans" cxnId="{53747739-5892-40A4-BC18-4B743DDE216B}">
      <dgm:prSet/>
      <dgm:spPr/>
      <dgm:t>
        <a:bodyPr/>
        <a:lstStyle/>
        <a:p>
          <a:endParaRPr lang="en-US">
            <a:solidFill>
              <a:srgbClr val="20282F"/>
            </a:solidFill>
          </a:endParaRPr>
        </a:p>
      </dgm:t>
    </dgm:pt>
    <dgm:pt modelId="{7EE9DE85-2BE0-49ED-8D5C-792925CAA484}">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Used in vertical spaces between floors </a:t>
          </a:r>
        </a:p>
      </dgm:t>
    </dgm:pt>
    <dgm:pt modelId="{C130876C-552F-4AF4-BFE9-321D6F70D3D3}" type="parTrans" cxnId="{1A52C94E-4F66-4C56-9B44-3F06FD84856A}">
      <dgm:prSet/>
      <dgm:spPr/>
      <dgm:t>
        <a:bodyPr/>
        <a:lstStyle/>
        <a:p>
          <a:endParaRPr lang="en-US">
            <a:solidFill>
              <a:srgbClr val="20282F"/>
            </a:solidFill>
          </a:endParaRPr>
        </a:p>
      </dgm:t>
    </dgm:pt>
    <dgm:pt modelId="{82E8E344-09CE-4062-B8B6-42F7BCBA7395}" type="sibTrans" cxnId="{1A52C94E-4F66-4C56-9B44-3F06FD84856A}">
      <dgm:prSet/>
      <dgm:spPr/>
      <dgm:t>
        <a:bodyPr/>
        <a:lstStyle/>
        <a:p>
          <a:endParaRPr lang="en-US">
            <a:solidFill>
              <a:srgbClr val="20282F"/>
            </a:solidFill>
          </a:endParaRPr>
        </a:p>
      </dgm:t>
    </dgm:pt>
    <dgm:pt modelId="{E402A56D-AEBA-470E-8B8B-78DCEAD4B529}">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Fire-resistant </a:t>
          </a:r>
        </a:p>
      </dgm:t>
    </dgm:pt>
    <dgm:pt modelId="{164B875F-1875-4CDB-89AF-0978C9D9A5E0}" type="parTrans" cxnId="{CB947E4D-B17A-4175-9E34-991DB6F00300}">
      <dgm:prSet/>
      <dgm:spPr/>
      <dgm:t>
        <a:bodyPr/>
        <a:lstStyle/>
        <a:p>
          <a:endParaRPr lang="en-US">
            <a:solidFill>
              <a:srgbClr val="20282F"/>
            </a:solidFill>
          </a:endParaRPr>
        </a:p>
      </dgm:t>
    </dgm:pt>
    <dgm:pt modelId="{0F3C906D-23FF-4E4C-A096-157663A59C6C}" type="sibTrans" cxnId="{CB947E4D-B17A-4175-9E34-991DB6F00300}">
      <dgm:prSet/>
      <dgm:spPr/>
      <dgm:t>
        <a:bodyPr/>
        <a:lstStyle/>
        <a:p>
          <a:endParaRPr lang="en-US">
            <a:solidFill>
              <a:srgbClr val="20282F"/>
            </a:solidFill>
          </a:endParaRPr>
        </a:p>
      </dgm:t>
    </dgm:pt>
    <dgm:pt modelId="{F4F6347E-FD81-4BF5-9998-80E575F17CC5}">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Prevent the spread of fire between floors</a:t>
          </a:r>
        </a:p>
      </dgm:t>
    </dgm:pt>
    <dgm:pt modelId="{53FB9D1F-1D99-478E-8118-6D329FCE796F}" type="parTrans" cxnId="{97BBB0DA-7990-42CB-B5DF-73536461788B}">
      <dgm:prSet/>
      <dgm:spPr/>
      <dgm:t>
        <a:bodyPr/>
        <a:lstStyle/>
        <a:p>
          <a:endParaRPr lang="en-US">
            <a:solidFill>
              <a:srgbClr val="20282F"/>
            </a:solidFill>
          </a:endParaRPr>
        </a:p>
      </dgm:t>
    </dgm:pt>
    <dgm:pt modelId="{EA54C05F-B3DD-4DD1-8A68-3C08AB469EAF}" type="sibTrans" cxnId="{97BBB0DA-7990-42CB-B5DF-73536461788B}">
      <dgm:prSet/>
      <dgm:spPr/>
      <dgm:t>
        <a:bodyPr/>
        <a:lstStyle/>
        <a:p>
          <a:endParaRPr lang="en-US">
            <a:solidFill>
              <a:srgbClr val="20282F"/>
            </a:solidFill>
          </a:endParaRPr>
        </a:p>
      </dgm:t>
    </dgm:pt>
    <dgm:pt modelId="{AB5282AB-D930-4755-B333-71D1FAD2A82B}">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More cost-effective</a:t>
          </a:r>
        </a:p>
      </dgm:t>
    </dgm:pt>
    <dgm:pt modelId="{70D196AD-3C91-46F5-A378-94B82C848C65}" type="parTrans" cxnId="{1C612748-9115-465E-91A8-19A46F0559BD}">
      <dgm:prSet/>
      <dgm:spPr/>
      <dgm:t>
        <a:bodyPr/>
        <a:lstStyle/>
        <a:p>
          <a:endParaRPr lang="en-US">
            <a:solidFill>
              <a:srgbClr val="20282F"/>
            </a:solidFill>
          </a:endParaRPr>
        </a:p>
      </dgm:t>
    </dgm:pt>
    <dgm:pt modelId="{0999816E-B604-4777-BDA8-E3146BDE67D7}" type="sibTrans" cxnId="{1C612748-9115-465E-91A8-19A46F0559BD}">
      <dgm:prSet/>
      <dgm:spPr/>
      <dgm:t>
        <a:bodyPr/>
        <a:lstStyle/>
        <a:p>
          <a:endParaRPr lang="en-US">
            <a:solidFill>
              <a:srgbClr val="20282F"/>
            </a:solidFill>
          </a:endParaRPr>
        </a:p>
      </dgm:t>
    </dgm:pt>
    <dgm:pt modelId="{D516A55C-672C-1C47-8FF2-A1D602A40A29}" type="pres">
      <dgm:prSet presAssocID="{A096AA1E-8845-4226-BB1F-825F0F929554}" presName="Name0" presStyleCnt="0">
        <dgm:presLayoutVars>
          <dgm:dir/>
          <dgm:animLvl val="lvl"/>
          <dgm:resizeHandles val="exact"/>
        </dgm:presLayoutVars>
      </dgm:prSet>
      <dgm:spPr/>
    </dgm:pt>
    <dgm:pt modelId="{B81CDC37-2A9E-B14E-BF11-CAB203CB1401}" type="pres">
      <dgm:prSet presAssocID="{B3A0B431-56A4-40A5-8276-882B4CABBB9C}" presName="composite" presStyleCnt="0"/>
      <dgm:spPr/>
    </dgm:pt>
    <dgm:pt modelId="{2375CB02-D617-BC48-8415-E6DACBAEFCDD}" type="pres">
      <dgm:prSet presAssocID="{B3A0B431-56A4-40A5-8276-882B4CABBB9C}" presName="parTx" presStyleLbl="alignNode1" presStyleIdx="0" presStyleCnt="2">
        <dgm:presLayoutVars>
          <dgm:chMax val="0"/>
          <dgm:chPref val="0"/>
          <dgm:bulletEnabled val="1"/>
        </dgm:presLayoutVars>
      </dgm:prSet>
      <dgm:spPr/>
    </dgm:pt>
    <dgm:pt modelId="{027F24D5-AA1A-BC43-93D0-EABA75A47ADE}" type="pres">
      <dgm:prSet presAssocID="{B3A0B431-56A4-40A5-8276-882B4CABBB9C}" presName="desTx" presStyleLbl="alignAccFollowNode1" presStyleIdx="0" presStyleCnt="2">
        <dgm:presLayoutVars>
          <dgm:bulletEnabled val="1"/>
        </dgm:presLayoutVars>
      </dgm:prSet>
      <dgm:spPr/>
    </dgm:pt>
    <dgm:pt modelId="{CFED24F8-6428-4742-A014-6C37429EDDBB}" type="pres">
      <dgm:prSet presAssocID="{7A48CB7B-CF46-45F9-849A-9A5D4E635EA2}" presName="space" presStyleCnt="0"/>
      <dgm:spPr/>
    </dgm:pt>
    <dgm:pt modelId="{23E7A617-D617-4549-8F80-923F58CEC830}" type="pres">
      <dgm:prSet presAssocID="{585AFA23-81C6-42CD-8BB3-0DBF15FE1B62}" presName="composite" presStyleCnt="0"/>
      <dgm:spPr/>
    </dgm:pt>
    <dgm:pt modelId="{721D9683-7194-AC4A-9216-CFAB7F972D28}" type="pres">
      <dgm:prSet presAssocID="{585AFA23-81C6-42CD-8BB3-0DBF15FE1B62}" presName="parTx" presStyleLbl="alignNode1" presStyleIdx="1" presStyleCnt="2">
        <dgm:presLayoutVars>
          <dgm:chMax val="0"/>
          <dgm:chPref val="0"/>
          <dgm:bulletEnabled val="1"/>
        </dgm:presLayoutVars>
      </dgm:prSet>
      <dgm:spPr/>
    </dgm:pt>
    <dgm:pt modelId="{38F4C5BF-4AA7-F34E-87BF-34CE1F980700}" type="pres">
      <dgm:prSet presAssocID="{585AFA23-81C6-42CD-8BB3-0DBF15FE1B62}" presName="desTx" presStyleLbl="alignAccFollowNode1" presStyleIdx="1" presStyleCnt="2">
        <dgm:presLayoutVars>
          <dgm:bulletEnabled val="1"/>
        </dgm:presLayoutVars>
      </dgm:prSet>
      <dgm:spPr/>
    </dgm:pt>
  </dgm:ptLst>
  <dgm:cxnLst>
    <dgm:cxn modelId="{98281603-F754-DB45-99DD-4404A3E558E1}" type="presOf" srcId="{A494E4FE-8219-401D-AEFC-56523475AE2D}" destId="{027F24D5-AA1A-BC43-93D0-EABA75A47ADE}" srcOrd="0" destOrd="2" presId="urn:microsoft.com/office/officeart/2005/8/layout/hList1"/>
    <dgm:cxn modelId="{FDD3AE0D-86F1-BD47-B5DC-029FA978BA31}" type="presOf" srcId="{F129C5CF-A804-4CEE-9876-3D3A3BEC48C2}" destId="{027F24D5-AA1A-BC43-93D0-EABA75A47ADE}" srcOrd="0" destOrd="1" presId="urn:microsoft.com/office/officeart/2005/8/layout/hList1"/>
    <dgm:cxn modelId="{53747739-5892-40A4-BC18-4B743DDE216B}" srcId="{B3A0B431-56A4-40A5-8276-882B4CABBB9C}" destId="{60CF7ACC-E084-4F7E-A6FF-0D6477565344}" srcOrd="3" destOrd="0" parTransId="{8E65C66E-6E5E-4D78-A642-BE59D072A7E1}" sibTransId="{C688EC40-D6CA-405F-ABBD-3D0026143ACD}"/>
    <dgm:cxn modelId="{83B0EF3E-132A-4B42-A382-14F88D6E020C}" srcId="{B3A0B431-56A4-40A5-8276-882B4CABBB9C}" destId="{A494E4FE-8219-401D-AEFC-56523475AE2D}" srcOrd="2" destOrd="0" parTransId="{B954FE88-1C74-44F1-BE49-1DF89F4A85D4}" sibTransId="{C85C16E7-02E4-46BE-84F7-4DCFC0711B6B}"/>
    <dgm:cxn modelId="{1F0DBB41-1A56-664F-BE37-DAA78D4410A3}" type="presOf" srcId="{F4F6347E-FD81-4BF5-9998-80E575F17CC5}" destId="{38F4C5BF-4AA7-F34E-87BF-34CE1F980700}" srcOrd="0" destOrd="2" presId="urn:microsoft.com/office/officeart/2005/8/layout/hList1"/>
    <dgm:cxn modelId="{1C612748-9115-465E-91A8-19A46F0559BD}" srcId="{585AFA23-81C6-42CD-8BB3-0DBF15FE1B62}" destId="{AB5282AB-D930-4755-B333-71D1FAD2A82B}" srcOrd="3" destOrd="0" parTransId="{70D196AD-3C91-46F5-A378-94B82C848C65}" sibTransId="{0999816E-B604-4777-BDA8-E3146BDE67D7}"/>
    <dgm:cxn modelId="{CB947E4D-B17A-4175-9E34-991DB6F00300}" srcId="{585AFA23-81C6-42CD-8BB3-0DBF15FE1B62}" destId="{E402A56D-AEBA-470E-8B8B-78DCEAD4B529}" srcOrd="1" destOrd="0" parTransId="{164B875F-1875-4CDB-89AF-0978C9D9A5E0}" sibTransId="{0F3C906D-23FF-4E4C-A096-157663A59C6C}"/>
    <dgm:cxn modelId="{1A52C94E-4F66-4C56-9B44-3F06FD84856A}" srcId="{585AFA23-81C6-42CD-8BB3-0DBF15FE1B62}" destId="{7EE9DE85-2BE0-49ED-8D5C-792925CAA484}" srcOrd="0" destOrd="0" parTransId="{C130876C-552F-4AF4-BFE9-321D6F70D3D3}" sibTransId="{82E8E344-09CE-4062-B8B6-42F7BCBA7395}"/>
    <dgm:cxn modelId="{E1184051-B30A-E743-8EBA-9A499D65A2D1}" type="presOf" srcId="{60CF7ACC-E084-4F7E-A6FF-0D6477565344}" destId="{027F24D5-AA1A-BC43-93D0-EABA75A47ADE}" srcOrd="0" destOrd="3" presId="urn:microsoft.com/office/officeart/2005/8/layout/hList1"/>
    <dgm:cxn modelId="{8E74B375-D65D-6247-82F1-8DB7BF226840}" type="presOf" srcId="{AB5282AB-D930-4755-B333-71D1FAD2A82B}" destId="{38F4C5BF-4AA7-F34E-87BF-34CE1F980700}" srcOrd="0" destOrd="3" presId="urn:microsoft.com/office/officeart/2005/8/layout/hList1"/>
    <dgm:cxn modelId="{7B835356-6BF4-984C-A19A-1CEF0B2406F2}" type="presOf" srcId="{585AFA23-81C6-42CD-8BB3-0DBF15FE1B62}" destId="{721D9683-7194-AC4A-9216-CFAB7F972D28}" srcOrd="0" destOrd="0" presId="urn:microsoft.com/office/officeart/2005/8/layout/hList1"/>
    <dgm:cxn modelId="{3B87377B-8D20-3F42-A212-F71B823D0098}" type="presOf" srcId="{7EE9DE85-2BE0-49ED-8D5C-792925CAA484}" destId="{38F4C5BF-4AA7-F34E-87BF-34CE1F980700}" srcOrd="0" destOrd="0" presId="urn:microsoft.com/office/officeart/2005/8/layout/hList1"/>
    <dgm:cxn modelId="{1FAF738D-B816-C54B-82A8-8E27E99A3A79}" type="presOf" srcId="{B3A0B431-56A4-40A5-8276-882B4CABBB9C}" destId="{2375CB02-D617-BC48-8415-E6DACBAEFCDD}" srcOrd="0" destOrd="0" presId="urn:microsoft.com/office/officeart/2005/8/layout/hList1"/>
    <dgm:cxn modelId="{F5F27DC7-A69C-4751-B4D5-49465C3700E8}" srcId="{B3A0B431-56A4-40A5-8276-882B4CABBB9C}" destId="{6C08401A-5B31-4C6B-A322-2802508BF2B8}" srcOrd="0" destOrd="0" parTransId="{9EB5BA55-C7E4-4D13-8A99-9F964C5CBA3E}" sibTransId="{3D75963B-9C79-4810-819F-A1B7B2B4C3A3}"/>
    <dgm:cxn modelId="{4E3924C8-1B73-4AAD-9E58-51010391415A}" srcId="{B3A0B431-56A4-40A5-8276-882B4CABBB9C}" destId="{F129C5CF-A804-4CEE-9876-3D3A3BEC48C2}" srcOrd="1" destOrd="0" parTransId="{16DB8B8B-6B35-4DA7-8972-C7B11E223469}" sibTransId="{3943BDB3-8ED2-4E65-AE2D-ECDD98CA9E89}"/>
    <dgm:cxn modelId="{97BBB0DA-7990-42CB-B5DF-73536461788B}" srcId="{585AFA23-81C6-42CD-8BB3-0DBF15FE1B62}" destId="{F4F6347E-FD81-4BF5-9998-80E575F17CC5}" srcOrd="2" destOrd="0" parTransId="{53FB9D1F-1D99-478E-8118-6D329FCE796F}" sibTransId="{EA54C05F-B3DD-4DD1-8A68-3C08AB469EAF}"/>
    <dgm:cxn modelId="{A23E30E9-4AE8-ED4D-937A-79BCC4D9B3E4}" type="presOf" srcId="{6C08401A-5B31-4C6B-A322-2802508BF2B8}" destId="{027F24D5-AA1A-BC43-93D0-EABA75A47ADE}" srcOrd="0" destOrd="0" presId="urn:microsoft.com/office/officeart/2005/8/layout/hList1"/>
    <dgm:cxn modelId="{A180C4ED-A648-9049-8B37-FC543FBFB185}" type="presOf" srcId="{A096AA1E-8845-4226-BB1F-825F0F929554}" destId="{D516A55C-672C-1C47-8FF2-A1D602A40A29}" srcOrd="0" destOrd="0" presId="urn:microsoft.com/office/officeart/2005/8/layout/hList1"/>
    <dgm:cxn modelId="{AAA17DF0-9D06-4743-B2BF-FFB2658C395F}" srcId="{A096AA1E-8845-4226-BB1F-825F0F929554}" destId="{585AFA23-81C6-42CD-8BB3-0DBF15FE1B62}" srcOrd="1" destOrd="0" parTransId="{66A386D2-00AA-4F45-81AC-5C3899414161}" sibTransId="{D11AAAD8-7A47-4484-9E0E-BA984F768992}"/>
    <dgm:cxn modelId="{102417FC-2EDE-6340-BEF5-3C70037C67B3}" type="presOf" srcId="{E402A56D-AEBA-470E-8B8B-78DCEAD4B529}" destId="{38F4C5BF-4AA7-F34E-87BF-34CE1F980700}" srcOrd="0" destOrd="1" presId="urn:microsoft.com/office/officeart/2005/8/layout/hList1"/>
    <dgm:cxn modelId="{240D41FD-6F23-480A-9E76-0BC970190F0B}" srcId="{A096AA1E-8845-4226-BB1F-825F0F929554}" destId="{B3A0B431-56A4-40A5-8276-882B4CABBB9C}" srcOrd="0" destOrd="0" parTransId="{2CC1B49F-7F99-4BA2-A5AA-769DB5CB3823}" sibTransId="{7A48CB7B-CF46-45F9-849A-9A5D4E635EA2}"/>
    <dgm:cxn modelId="{7C679290-239A-574F-AC5F-A83700473D12}" type="presParOf" srcId="{D516A55C-672C-1C47-8FF2-A1D602A40A29}" destId="{B81CDC37-2A9E-B14E-BF11-CAB203CB1401}" srcOrd="0" destOrd="0" presId="urn:microsoft.com/office/officeart/2005/8/layout/hList1"/>
    <dgm:cxn modelId="{50A778BD-57C3-AB4B-82DC-A43771EF5B8D}" type="presParOf" srcId="{B81CDC37-2A9E-B14E-BF11-CAB203CB1401}" destId="{2375CB02-D617-BC48-8415-E6DACBAEFCDD}" srcOrd="0" destOrd="0" presId="urn:microsoft.com/office/officeart/2005/8/layout/hList1"/>
    <dgm:cxn modelId="{92B42D82-9DFB-9448-929D-E75CAE8F0598}" type="presParOf" srcId="{B81CDC37-2A9E-B14E-BF11-CAB203CB1401}" destId="{027F24D5-AA1A-BC43-93D0-EABA75A47ADE}" srcOrd="1" destOrd="0" presId="urn:microsoft.com/office/officeart/2005/8/layout/hList1"/>
    <dgm:cxn modelId="{D20D0114-E48F-CD46-BCB3-9F56960D226B}" type="presParOf" srcId="{D516A55C-672C-1C47-8FF2-A1D602A40A29}" destId="{CFED24F8-6428-4742-A014-6C37429EDDBB}" srcOrd="1" destOrd="0" presId="urn:microsoft.com/office/officeart/2005/8/layout/hList1"/>
    <dgm:cxn modelId="{3FB73F88-EEEE-F843-B50B-967D091DCB47}" type="presParOf" srcId="{D516A55C-672C-1C47-8FF2-A1D602A40A29}" destId="{23E7A617-D617-4549-8F80-923F58CEC830}" srcOrd="2" destOrd="0" presId="urn:microsoft.com/office/officeart/2005/8/layout/hList1"/>
    <dgm:cxn modelId="{13AC98AB-FCEA-0A46-B1B9-4649CB2484AB}" type="presParOf" srcId="{23E7A617-D617-4549-8F80-923F58CEC830}" destId="{721D9683-7194-AC4A-9216-CFAB7F972D28}" srcOrd="0" destOrd="0" presId="urn:microsoft.com/office/officeart/2005/8/layout/hList1"/>
    <dgm:cxn modelId="{15AEAF70-1F8B-AD40-9F9E-2C14BC4615E0}" type="presParOf" srcId="{23E7A617-D617-4549-8F80-923F58CEC830}" destId="{38F4C5BF-4AA7-F34E-87BF-34CE1F98070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0EF9EF-278D-A740-B4BB-0B7B0DD1A23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E86F74B-FD7F-E04D-AC49-D278DD0EF6DD}">
      <dgm:prSet custT="1"/>
      <dgm:spPr/>
      <dgm:t>
        <a:bodyPr/>
        <a:lstStyle/>
        <a:p>
          <a:r>
            <a:rPr lang="en-US" sz="2000" dirty="0"/>
            <a:t>What would be the </a:t>
          </a:r>
          <a:br>
            <a:rPr lang="en-US" sz="2000" dirty="0"/>
          </a:br>
          <a:r>
            <a:rPr lang="en-US" sz="2000" dirty="0"/>
            <a:t>best cable to use?</a:t>
          </a:r>
        </a:p>
      </dgm:t>
    </dgm:pt>
    <dgm:pt modelId="{C091856B-F590-A14B-A60D-384D3BE90AD2}" type="parTrans" cxnId="{77112863-F881-5E4A-B78C-50EE656AC26C}">
      <dgm:prSet/>
      <dgm:spPr/>
      <dgm:t>
        <a:bodyPr/>
        <a:lstStyle/>
        <a:p>
          <a:endParaRPr lang="en-US" sz="2000"/>
        </a:p>
      </dgm:t>
    </dgm:pt>
    <dgm:pt modelId="{516BED09-DA56-3F46-B2F0-4F0196E8E48E}" type="sibTrans" cxnId="{77112863-F881-5E4A-B78C-50EE656AC26C}">
      <dgm:prSet/>
      <dgm:spPr/>
      <dgm:t>
        <a:bodyPr/>
        <a:lstStyle/>
        <a:p>
          <a:endParaRPr lang="en-US" sz="2000"/>
        </a:p>
      </dgm:t>
    </dgm:pt>
    <dgm:pt modelId="{C0AF2B2C-3F6F-B14E-9E9F-143239CA81B8}">
      <dgm:prSet custT="1"/>
      <dgm:spPr/>
      <dgm:t>
        <a:bodyPr/>
        <a:lstStyle/>
        <a:p>
          <a:pPr>
            <a:buFont typeface="Wingdings" panose="05000000000000000000" pitchFamily="2" charset="2"/>
            <a:buChar char="q"/>
          </a:pPr>
          <a:r>
            <a:rPr lang="en-US" sz="2000" dirty="0">
              <a:solidFill>
                <a:srgbClr val="20282F"/>
              </a:solidFill>
            </a:rPr>
            <a:t>Unshielded Twisted </a:t>
          </a:r>
          <a:br>
            <a:rPr lang="en-US" sz="2000" dirty="0">
              <a:solidFill>
                <a:srgbClr val="20282F"/>
              </a:solidFill>
            </a:rPr>
          </a:br>
          <a:r>
            <a:rPr lang="en-US" sz="2000" dirty="0">
              <a:solidFill>
                <a:srgbClr val="20282F"/>
              </a:solidFill>
            </a:rPr>
            <a:t>Pair (UTP)</a:t>
          </a:r>
        </a:p>
      </dgm:t>
    </dgm:pt>
    <dgm:pt modelId="{FC609290-1AAC-FC4B-8496-3711224CEBAF}" type="parTrans" cxnId="{5C6FCC87-6D7E-374B-A8F7-4764BA151D29}">
      <dgm:prSet/>
      <dgm:spPr/>
      <dgm:t>
        <a:bodyPr/>
        <a:lstStyle/>
        <a:p>
          <a:endParaRPr lang="en-US" sz="2000"/>
        </a:p>
      </dgm:t>
    </dgm:pt>
    <dgm:pt modelId="{002F7FFE-2E8F-EA47-B365-F0B40D32B0B8}" type="sibTrans" cxnId="{5C6FCC87-6D7E-374B-A8F7-4764BA151D29}">
      <dgm:prSet/>
      <dgm:spPr/>
      <dgm:t>
        <a:bodyPr/>
        <a:lstStyle/>
        <a:p>
          <a:endParaRPr lang="en-US" sz="2000"/>
        </a:p>
      </dgm:t>
    </dgm:pt>
    <dgm:pt modelId="{6F3CDD8C-DD23-F64D-81FD-1422AFD24EE9}">
      <dgm:prSet custT="1"/>
      <dgm:spPr/>
      <dgm:t>
        <a:bodyPr/>
        <a:lstStyle/>
        <a:p>
          <a:pPr>
            <a:buFont typeface="Wingdings" panose="05000000000000000000" pitchFamily="2" charset="2"/>
            <a:buChar char="q"/>
          </a:pPr>
          <a:r>
            <a:rPr lang="en-US" sz="2000" dirty="0">
              <a:solidFill>
                <a:srgbClr val="20282F"/>
              </a:solidFill>
            </a:rPr>
            <a:t>Shielded Twisted </a:t>
          </a:r>
          <a:br>
            <a:rPr lang="en-US" sz="2000" dirty="0">
              <a:solidFill>
                <a:srgbClr val="20282F"/>
              </a:solidFill>
            </a:rPr>
          </a:br>
          <a:r>
            <a:rPr lang="en-US" sz="2000" dirty="0">
              <a:solidFill>
                <a:srgbClr val="20282F"/>
              </a:solidFill>
            </a:rPr>
            <a:t>Pair (STP)</a:t>
          </a:r>
        </a:p>
      </dgm:t>
    </dgm:pt>
    <dgm:pt modelId="{7CD16106-A538-7544-B893-AAE737B6DB84}" type="parTrans" cxnId="{74806679-13DC-654D-8763-74130D245377}">
      <dgm:prSet/>
      <dgm:spPr/>
      <dgm:t>
        <a:bodyPr/>
        <a:lstStyle/>
        <a:p>
          <a:endParaRPr lang="en-US" sz="2000"/>
        </a:p>
      </dgm:t>
    </dgm:pt>
    <dgm:pt modelId="{4F4490AE-B0D7-074F-9993-1AA4A0434002}" type="sibTrans" cxnId="{74806679-13DC-654D-8763-74130D245377}">
      <dgm:prSet/>
      <dgm:spPr/>
      <dgm:t>
        <a:bodyPr/>
        <a:lstStyle/>
        <a:p>
          <a:endParaRPr lang="en-US" sz="2000"/>
        </a:p>
      </dgm:t>
    </dgm:pt>
    <dgm:pt modelId="{D69DAA1C-C803-0647-A98C-5532073265E9}">
      <dgm:prSet custT="1"/>
      <dgm:spPr/>
      <dgm:t>
        <a:bodyPr/>
        <a:lstStyle/>
        <a:p>
          <a:pPr>
            <a:buFont typeface="Wingdings" panose="05000000000000000000" pitchFamily="2" charset="2"/>
            <a:buChar char="q"/>
          </a:pPr>
          <a:r>
            <a:rPr lang="en-US" sz="2000" dirty="0">
              <a:solidFill>
                <a:srgbClr val="20282F"/>
              </a:solidFill>
            </a:rPr>
            <a:t>Coaxial Cable </a:t>
          </a:r>
        </a:p>
      </dgm:t>
    </dgm:pt>
    <dgm:pt modelId="{13F42E50-C8FE-CD49-BD79-81DE0403493B}" type="parTrans" cxnId="{0D1C1305-619C-9E43-8832-55A8F989CE5D}">
      <dgm:prSet/>
      <dgm:spPr/>
      <dgm:t>
        <a:bodyPr/>
        <a:lstStyle/>
        <a:p>
          <a:endParaRPr lang="en-US" sz="2000"/>
        </a:p>
      </dgm:t>
    </dgm:pt>
    <dgm:pt modelId="{704A04B3-49A6-C848-8F52-A8AC400F4B42}" type="sibTrans" cxnId="{0D1C1305-619C-9E43-8832-55A8F989CE5D}">
      <dgm:prSet/>
      <dgm:spPr/>
      <dgm:t>
        <a:bodyPr/>
        <a:lstStyle/>
        <a:p>
          <a:endParaRPr lang="en-US" sz="2000"/>
        </a:p>
      </dgm:t>
    </dgm:pt>
    <dgm:pt modelId="{5343438C-B12A-F44F-B1E3-C545599A0B71}">
      <dgm:prSet custT="1"/>
      <dgm:spPr/>
      <dgm:t>
        <a:bodyPr/>
        <a:lstStyle/>
        <a:p>
          <a:pPr>
            <a:buFont typeface="Wingdings" panose="05000000000000000000" pitchFamily="2" charset="2"/>
            <a:buChar char="q"/>
          </a:pPr>
          <a:r>
            <a:rPr lang="en-US" sz="2000" dirty="0">
              <a:solidFill>
                <a:srgbClr val="20282F"/>
              </a:solidFill>
            </a:rPr>
            <a:t>Fiber Optic Cable</a:t>
          </a:r>
        </a:p>
      </dgm:t>
    </dgm:pt>
    <dgm:pt modelId="{5E5EDB80-ADCE-E241-9F86-CECEFFF90D34}" type="parTrans" cxnId="{4DDD8F6E-A7DE-C040-B360-AB1B209FB725}">
      <dgm:prSet/>
      <dgm:spPr/>
      <dgm:t>
        <a:bodyPr/>
        <a:lstStyle/>
        <a:p>
          <a:endParaRPr lang="en-US" sz="2000"/>
        </a:p>
      </dgm:t>
    </dgm:pt>
    <dgm:pt modelId="{C1995064-24D8-3442-9A31-3E5D45E4C5DF}" type="sibTrans" cxnId="{4DDD8F6E-A7DE-C040-B360-AB1B209FB725}">
      <dgm:prSet/>
      <dgm:spPr/>
      <dgm:t>
        <a:bodyPr/>
        <a:lstStyle/>
        <a:p>
          <a:endParaRPr lang="en-US" sz="2000"/>
        </a:p>
      </dgm:t>
    </dgm:pt>
    <dgm:pt modelId="{A1685059-2C08-4842-9EDE-043FC6216BBA}" type="pres">
      <dgm:prSet presAssocID="{A60EF9EF-278D-A740-B4BB-0B7B0DD1A230}" presName="linear" presStyleCnt="0">
        <dgm:presLayoutVars>
          <dgm:animLvl val="lvl"/>
          <dgm:resizeHandles val="exact"/>
        </dgm:presLayoutVars>
      </dgm:prSet>
      <dgm:spPr/>
    </dgm:pt>
    <dgm:pt modelId="{3EAF665F-D159-0D4F-91E6-8504D0984EF3}" type="pres">
      <dgm:prSet presAssocID="{0E86F74B-FD7F-E04D-AC49-D278DD0EF6DD}" presName="parentText" presStyleLbl="node1" presStyleIdx="0" presStyleCnt="1">
        <dgm:presLayoutVars>
          <dgm:chMax val="0"/>
          <dgm:bulletEnabled val="1"/>
        </dgm:presLayoutVars>
      </dgm:prSet>
      <dgm:spPr/>
    </dgm:pt>
    <dgm:pt modelId="{A971276D-14D8-1E4F-A93A-886A58501512}" type="pres">
      <dgm:prSet presAssocID="{0E86F74B-FD7F-E04D-AC49-D278DD0EF6DD}" presName="childText" presStyleLbl="revTx" presStyleIdx="0" presStyleCnt="1">
        <dgm:presLayoutVars>
          <dgm:bulletEnabled val="1"/>
        </dgm:presLayoutVars>
      </dgm:prSet>
      <dgm:spPr/>
    </dgm:pt>
  </dgm:ptLst>
  <dgm:cxnLst>
    <dgm:cxn modelId="{A764D601-10A6-AE44-8CC3-7BC27499910C}" type="presOf" srcId="{5343438C-B12A-F44F-B1E3-C545599A0B71}" destId="{A971276D-14D8-1E4F-A93A-886A58501512}" srcOrd="0" destOrd="3" presId="urn:microsoft.com/office/officeart/2005/8/layout/vList2"/>
    <dgm:cxn modelId="{0D1C1305-619C-9E43-8832-55A8F989CE5D}" srcId="{0E86F74B-FD7F-E04D-AC49-D278DD0EF6DD}" destId="{D69DAA1C-C803-0647-A98C-5532073265E9}" srcOrd="2" destOrd="0" parTransId="{13F42E50-C8FE-CD49-BD79-81DE0403493B}" sibTransId="{704A04B3-49A6-C848-8F52-A8AC400F4B42}"/>
    <dgm:cxn modelId="{BDB12330-CEAA-0A43-ADEF-0EF5547598E9}" type="presOf" srcId="{0E86F74B-FD7F-E04D-AC49-D278DD0EF6DD}" destId="{3EAF665F-D159-0D4F-91E6-8504D0984EF3}" srcOrd="0" destOrd="0" presId="urn:microsoft.com/office/officeart/2005/8/layout/vList2"/>
    <dgm:cxn modelId="{4B2D1234-21EE-884D-AB7D-AB7A1F5E1E61}" type="presOf" srcId="{C0AF2B2C-3F6F-B14E-9E9F-143239CA81B8}" destId="{A971276D-14D8-1E4F-A93A-886A58501512}" srcOrd="0" destOrd="0" presId="urn:microsoft.com/office/officeart/2005/8/layout/vList2"/>
    <dgm:cxn modelId="{90C1CA40-E0AA-7748-94AE-A26766A2E690}" type="presOf" srcId="{6F3CDD8C-DD23-F64D-81FD-1422AFD24EE9}" destId="{A971276D-14D8-1E4F-A93A-886A58501512}" srcOrd="0" destOrd="1" presId="urn:microsoft.com/office/officeart/2005/8/layout/vList2"/>
    <dgm:cxn modelId="{77112863-F881-5E4A-B78C-50EE656AC26C}" srcId="{A60EF9EF-278D-A740-B4BB-0B7B0DD1A230}" destId="{0E86F74B-FD7F-E04D-AC49-D278DD0EF6DD}" srcOrd="0" destOrd="0" parTransId="{C091856B-F590-A14B-A60D-384D3BE90AD2}" sibTransId="{516BED09-DA56-3F46-B2F0-4F0196E8E48E}"/>
    <dgm:cxn modelId="{4DDD8F6E-A7DE-C040-B360-AB1B209FB725}" srcId="{0E86F74B-FD7F-E04D-AC49-D278DD0EF6DD}" destId="{5343438C-B12A-F44F-B1E3-C545599A0B71}" srcOrd="3" destOrd="0" parTransId="{5E5EDB80-ADCE-E241-9F86-CECEFFF90D34}" sibTransId="{C1995064-24D8-3442-9A31-3E5D45E4C5DF}"/>
    <dgm:cxn modelId="{74806679-13DC-654D-8763-74130D245377}" srcId="{0E86F74B-FD7F-E04D-AC49-D278DD0EF6DD}" destId="{6F3CDD8C-DD23-F64D-81FD-1422AFD24EE9}" srcOrd="1" destOrd="0" parTransId="{7CD16106-A538-7544-B893-AAE737B6DB84}" sibTransId="{4F4490AE-B0D7-074F-9993-1AA4A0434002}"/>
    <dgm:cxn modelId="{5C6FCC87-6D7E-374B-A8F7-4764BA151D29}" srcId="{0E86F74B-FD7F-E04D-AC49-D278DD0EF6DD}" destId="{C0AF2B2C-3F6F-B14E-9E9F-143239CA81B8}" srcOrd="0" destOrd="0" parTransId="{FC609290-1AAC-FC4B-8496-3711224CEBAF}" sibTransId="{002F7FFE-2E8F-EA47-B365-F0B40D32B0B8}"/>
    <dgm:cxn modelId="{100E82D2-2B6B-714B-92F1-B01798DDD4B9}" type="presOf" srcId="{D69DAA1C-C803-0647-A98C-5532073265E9}" destId="{A971276D-14D8-1E4F-A93A-886A58501512}" srcOrd="0" destOrd="2" presId="urn:microsoft.com/office/officeart/2005/8/layout/vList2"/>
    <dgm:cxn modelId="{2737B1F2-E42D-EA48-B7A9-8C78EFED63AC}" type="presOf" srcId="{A60EF9EF-278D-A740-B4BB-0B7B0DD1A230}" destId="{A1685059-2C08-4842-9EDE-043FC6216BBA}" srcOrd="0" destOrd="0" presId="urn:microsoft.com/office/officeart/2005/8/layout/vList2"/>
    <dgm:cxn modelId="{097BD100-D394-AE4A-9B9E-8E7E13D10B56}" type="presParOf" srcId="{A1685059-2C08-4842-9EDE-043FC6216BBA}" destId="{3EAF665F-D159-0D4F-91E6-8504D0984EF3}" srcOrd="0" destOrd="0" presId="urn:microsoft.com/office/officeart/2005/8/layout/vList2"/>
    <dgm:cxn modelId="{2DD2116D-D5E1-5A45-9E83-6E1842A0F897}" type="presParOf" srcId="{A1685059-2C08-4842-9EDE-043FC6216BBA}" destId="{A971276D-14D8-1E4F-A93A-886A5850151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D8C5BF7-834C-48A8-82BC-5502DA6D0455}"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086C6210-114A-4DF0-BF5F-DD68D0028492}">
      <dgm:prSet/>
      <dgm:spPr/>
      <dgm:t>
        <a:bodyPr/>
        <a:lstStyle/>
        <a:p>
          <a:r>
            <a:rPr lang="en-US" b="1" dirty="0">
              <a:solidFill>
                <a:schemeClr val="accent6"/>
              </a:solidFill>
            </a:rPr>
            <a:t>Work Area </a:t>
          </a:r>
        </a:p>
      </dgm:t>
    </dgm:pt>
    <dgm:pt modelId="{A2DF4F37-35A7-4A8A-A575-1E23AF0D4555}" type="parTrans" cxnId="{97E277AD-9D86-4025-809F-128FA06CA738}">
      <dgm:prSet/>
      <dgm:spPr/>
      <dgm:t>
        <a:bodyPr/>
        <a:lstStyle/>
        <a:p>
          <a:endParaRPr lang="en-US"/>
        </a:p>
      </dgm:t>
    </dgm:pt>
    <dgm:pt modelId="{EA45D815-B227-4ACE-BB9C-F502331B8CFC}" type="sibTrans" cxnId="{97E277AD-9D86-4025-809F-128FA06CA738}">
      <dgm:prSet/>
      <dgm:spPr/>
      <dgm:t>
        <a:bodyPr/>
        <a:lstStyle/>
        <a:p>
          <a:endParaRPr lang="en-US"/>
        </a:p>
      </dgm:t>
    </dgm:pt>
    <dgm:pt modelId="{62B3770F-6E27-4E30-BCF4-A9DB1BB946BF}">
      <dgm:prSet/>
      <dgm:spPr>
        <a:solidFill>
          <a:srgbClr val="004F71"/>
        </a:solidFill>
      </dgm:spPr>
      <dgm:t>
        <a:bodyPr lIns="182880"/>
        <a:lstStyle/>
        <a:p>
          <a:r>
            <a:rPr lang="en-US" dirty="0"/>
            <a:t>User connection point </a:t>
          </a:r>
        </a:p>
      </dgm:t>
    </dgm:pt>
    <dgm:pt modelId="{E69CA287-0CFA-431B-BB1A-15F8CD16665C}" type="parTrans" cxnId="{5B3D4DC1-78C4-44E8-9D0B-1365A0B626BE}">
      <dgm:prSet/>
      <dgm:spPr/>
      <dgm:t>
        <a:bodyPr/>
        <a:lstStyle/>
        <a:p>
          <a:endParaRPr lang="en-US"/>
        </a:p>
      </dgm:t>
    </dgm:pt>
    <dgm:pt modelId="{40F26DE1-9721-426D-BF78-E656E18F49AC}" type="sibTrans" cxnId="{5B3D4DC1-78C4-44E8-9D0B-1365A0B626BE}">
      <dgm:prSet/>
      <dgm:spPr/>
      <dgm:t>
        <a:bodyPr/>
        <a:lstStyle/>
        <a:p>
          <a:endParaRPr lang="en-US"/>
        </a:p>
      </dgm:t>
    </dgm:pt>
    <dgm:pt modelId="{BAF65D5F-5FDE-4068-9DE0-756BB29C1030}">
      <dgm:prSet/>
      <dgm:spPr/>
      <dgm:t>
        <a:bodyPr/>
        <a:lstStyle/>
        <a:p>
          <a:r>
            <a:rPr lang="en-US" b="1" dirty="0">
              <a:solidFill>
                <a:schemeClr val="accent6"/>
              </a:solidFill>
            </a:rPr>
            <a:t>Horizontal Cabling </a:t>
          </a:r>
        </a:p>
      </dgm:t>
    </dgm:pt>
    <dgm:pt modelId="{B4E9F538-39BC-4DE7-BECD-7CAFA27BDEC5}" type="parTrans" cxnId="{D88E96F8-7017-46F3-9433-AF377A11D5D0}">
      <dgm:prSet/>
      <dgm:spPr/>
      <dgm:t>
        <a:bodyPr/>
        <a:lstStyle/>
        <a:p>
          <a:endParaRPr lang="en-US"/>
        </a:p>
      </dgm:t>
    </dgm:pt>
    <dgm:pt modelId="{BAB05F4D-C567-4FF2-9D96-466D09675BED}" type="sibTrans" cxnId="{D88E96F8-7017-46F3-9433-AF377A11D5D0}">
      <dgm:prSet/>
      <dgm:spPr/>
      <dgm:t>
        <a:bodyPr/>
        <a:lstStyle/>
        <a:p>
          <a:endParaRPr lang="en-US"/>
        </a:p>
      </dgm:t>
    </dgm:pt>
    <dgm:pt modelId="{4AFF4ADB-8DB7-454E-942C-BC0EB00A61F0}">
      <dgm:prSet/>
      <dgm:spPr>
        <a:solidFill>
          <a:srgbClr val="004F71"/>
        </a:solidFill>
      </dgm:spPr>
      <dgm:t>
        <a:bodyPr lIns="182880"/>
        <a:lstStyle/>
        <a:p>
          <a:r>
            <a:rPr lang="en-US" dirty="0"/>
            <a:t>Floor-level networking</a:t>
          </a:r>
        </a:p>
      </dgm:t>
    </dgm:pt>
    <dgm:pt modelId="{7C7E26B7-8B2F-4672-AB7C-FCA1C43B43E1}" type="parTrans" cxnId="{530CDA76-E01A-4337-8D79-27FC8199E660}">
      <dgm:prSet/>
      <dgm:spPr/>
      <dgm:t>
        <a:bodyPr/>
        <a:lstStyle/>
        <a:p>
          <a:endParaRPr lang="en-US"/>
        </a:p>
      </dgm:t>
    </dgm:pt>
    <dgm:pt modelId="{06450068-9AF1-4FF8-8D8D-289D02900F3F}" type="sibTrans" cxnId="{530CDA76-E01A-4337-8D79-27FC8199E660}">
      <dgm:prSet/>
      <dgm:spPr/>
      <dgm:t>
        <a:bodyPr/>
        <a:lstStyle/>
        <a:p>
          <a:endParaRPr lang="en-US"/>
        </a:p>
      </dgm:t>
    </dgm:pt>
    <dgm:pt modelId="{53D97B30-34A1-42CC-9FC4-1BEE8038369A}">
      <dgm:prSet/>
      <dgm:spPr>
        <a:solidFill>
          <a:srgbClr val="004F71"/>
        </a:solidFill>
      </dgm:spPr>
      <dgm:t>
        <a:bodyPr lIns="182880"/>
        <a:lstStyle/>
        <a:p>
          <a:r>
            <a:rPr lang="en-US" dirty="0"/>
            <a:t>Multiple intermediate distribution frames (IDFs)</a:t>
          </a:r>
        </a:p>
      </dgm:t>
    </dgm:pt>
    <dgm:pt modelId="{8083F74C-7016-4AF1-9882-6693F35ACE81}" type="parTrans" cxnId="{B7A5A3F3-0E44-417A-B38B-27C1F9D3CD59}">
      <dgm:prSet/>
      <dgm:spPr/>
      <dgm:t>
        <a:bodyPr/>
        <a:lstStyle/>
        <a:p>
          <a:endParaRPr lang="en-US"/>
        </a:p>
      </dgm:t>
    </dgm:pt>
    <dgm:pt modelId="{69A07AD8-B011-4108-A2DC-2782934585E2}" type="sibTrans" cxnId="{B7A5A3F3-0E44-417A-B38B-27C1F9D3CD59}">
      <dgm:prSet/>
      <dgm:spPr/>
      <dgm:t>
        <a:bodyPr/>
        <a:lstStyle/>
        <a:p>
          <a:endParaRPr lang="en-US"/>
        </a:p>
      </dgm:t>
    </dgm:pt>
    <dgm:pt modelId="{734C2321-9AF4-4F13-8122-7B1A7CC7500B}">
      <dgm:prSet/>
      <dgm:spPr/>
      <dgm:t>
        <a:bodyPr/>
        <a:lstStyle/>
        <a:p>
          <a:r>
            <a:rPr lang="en-US" b="1" dirty="0">
              <a:solidFill>
                <a:schemeClr val="accent6"/>
              </a:solidFill>
            </a:rPr>
            <a:t>Telecommunications Room</a:t>
          </a:r>
        </a:p>
      </dgm:t>
    </dgm:pt>
    <dgm:pt modelId="{21D53407-19A7-4240-8413-13126EBFD76C}" type="parTrans" cxnId="{E6E4936B-DD05-4C3C-ADB0-DA004E505C69}">
      <dgm:prSet/>
      <dgm:spPr/>
      <dgm:t>
        <a:bodyPr/>
        <a:lstStyle/>
        <a:p>
          <a:endParaRPr lang="en-US"/>
        </a:p>
      </dgm:t>
    </dgm:pt>
    <dgm:pt modelId="{AE074DE0-3AD2-4CB2-93C5-53D2B0B5772B}" type="sibTrans" cxnId="{E6E4936B-DD05-4C3C-ADB0-DA004E505C69}">
      <dgm:prSet/>
      <dgm:spPr/>
      <dgm:t>
        <a:bodyPr/>
        <a:lstStyle/>
        <a:p>
          <a:endParaRPr lang="en-US"/>
        </a:p>
      </dgm:t>
    </dgm:pt>
    <dgm:pt modelId="{6B8BCF57-EF7A-4661-A938-C39410575685}">
      <dgm:prSet/>
      <dgm:spPr>
        <a:solidFill>
          <a:srgbClr val="004F71"/>
        </a:solidFill>
      </dgm:spPr>
      <dgm:t>
        <a:bodyPr lIns="182880"/>
        <a:lstStyle/>
        <a:p>
          <a:r>
            <a:rPr lang="en-US" dirty="0"/>
            <a:t>Equipment hub </a:t>
          </a:r>
        </a:p>
      </dgm:t>
    </dgm:pt>
    <dgm:pt modelId="{73E042BF-4482-4C9F-9AE0-CC473CA4BF92}" type="parTrans" cxnId="{32526824-E6E6-4BD4-A1C2-B5701461A919}">
      <dgm:prSet/>
      <dgm:spPr/>
      <dgm:t>
        <a:bodyPr/>
        <a:lstStyle/>
        <a:p>
          <a:endParaRPr lang="en-US"/>
        </a:p>
      </dgm:t>
    </dgm:pt>
    <dgm:pt modelId="{891C2581-B63A-4D00-9D8F-DC5606FADF19}" type="sibTrans" cxnId="{32526824-E6E6-4BD4-A1C2-B5701461A919}">
      <dgm:prSet/>
      <dgm:spPr/>
      <dgm:t>
        <a:bodyPr/>
        <a:lstStyle/>
        <a:p>
          <a:endParaRPr lang="en-US"/>
        </a:p>
      </dgm:t>
    </dgm:pt>
    <dgm:pt modelId="{5CCBAB99-2F0A-4295-B214-1A648C086A8D}">
      <dgm:prSet/>
      <dgm:spPr>
        <a:solidFill>
          <a:srgbClr val="004F71"/>
        </a:solidFill>
      </dgm:spPr>
      <dgm:t>
        <a:bodyPr lIns="182880"/>
        <a:lstStyle/>
        <a:p>
          <a:r>
            <a:rPr lang="en-US" dirty="0"/>
            <a:t>Dedicated space </a:t>
          </a:r>
        </a:p>
      </dgm:t>
    </dgm:pt>
    <dgm:pt modelId="{67097822-5E64-47CF-A1EB-66598967BA6C}" type="parTrans" cxnId="{F1CD399F-B72F-4DEA-90AF-7FE9E6F24B84}">
      <dgm:prSet/>
      <dgm:spPr/>
      <dgm:t>
        <a:bodyPr/>
        <a:lstStyle/>
        <a:p>
          <a:endParaRPr lang="en-US"/>
        </a:p>
      </dgm:t>
    </dgm:pt>
    <dgm:pt modelId="{6B3C6BD4-1BD9-41EA-A7FF-CC4E51CD8BFC}" type="sibTrans" cxnId="{F1CD399F-B72F-4DEA-90AF-7FE9E6F24B84}">
      <dgm:prSet/>
      <dgm:spPr/>
      <dgm:t>
        <a:bodyPr/>
        <a:lstStyle/>
        <a:p>
          <a:endParaRPr lang="en-US"/>
        </a:p>
      </dgm:t>
    </dgm:pt>
    <dgm:pt modelId="{A1432D78-851C-45CF-9877-B3FC3A3C94E3}">
      <dgm:prSet/>
      <dgm:spPr/>
      <dgm:t>
        <a:bodyPr/>
        <a:lstStyle/>
        <a:p>
          <a:r>
            <a:rPr lang="en-US" b="1" dirty="0">
              <a:solidFill>
                <a:schemeClr val="accent6"/>
              </a:solidFill>
            </a:rPr>
            <a:t>Backbone Cabling</a:t>
          </a:r>
        </a:p>
      </dgm:t>
    </dgm:pt>
    <dgm:pt modelId="{312C0313-F54C-4614-BB9E-13FD76214B83}" type="parTrans" cxnId="{1358E7E1-1C2F-46AD-858B-C7015748B882}">
      <dgm:prSet/>
      <dgm:spPr/>
      <dgm:t>
        <a:bodyPr/>
        <a:lstStyle/>
        <a:p>
          <a:endParaRPr lang="en-US"/>
        </a:p>
      </dgm:t>
    </dgm:pt>
    <dgm:pt modelId="{F6F0934E-7585-4E75-AE97-B83A80D404EB}" type="sibTrans" cxnId="{1358E7E1-1C2F-46AD-858B-C7015748B882}">
      <dgm:prSet/>
      <dgm:spPr/>
      <dgm:t>
        <a:bodyPr/>
        <a:lstStyle/>
        <a:p>
          <a:endParaRPr lang="en-US"/>
        </a:p>
      </dgm:t>
    </dgm:pt>
    <dgm:pt modelId="{465C52B1-D3B9-439F-A6D5-039059410F79}">
      <dgm:prSet/>
      <dgm:spPr>
        <a:solidFill>
          <a:srgbClr val="004F71"/>
        </a:solidFill>
      </dgm:spPr>
      <dgm:t>
        <a:bodyPr lIns="182880"/>
        <a:lstStyle/>
        <a:p>
          <a:r>
            <a:rPr lang="en-US" dirty="0"/>
            <a:t>Vertical connections</a:t>
          </a:r>
        </a:p>
      </dgm:t>
    </dgm:pt>
    <dgm:pt modelId="{E9E9DC92-5186-4EDA-8104-A947070EC558}" type="parTrans" cxnId="{ECDAC026-B1AC-4F19-BAE3-6A902B62E852}">
      <dgm:prSet/>
      <dgm:spPr/>
      <dgm:t>
        <a:bodyPr/>
        <a:lstStyle/>
        <a:p>
          <a:endParaRPr lang="en-US"/>
        </a:p>
      </dgm:t>
    </dgm:pt>
    <dgm:pt modelId="{4E6531F2-D50B-4466-9C44-72C4E382EBB4}" type="sibTrans" cxnId="{ECDAC026-B1AC-4F19-BAE3-6A902B62E852}">
      <dgm:prSet/>
      <dgm:spPr/>
      <dgm:t>
        <a:bodyPr/>
        <a:lstStyle/>
        <a:p>
          <a:endParaRPr lang="en-US"/>
        </a:p>
      </dgm:t>
    </dgm:pt>
    <dgm:pt modelId="{2D5B7ABA-D1AF-4D30-AC7E-C00ADDE5C7D9}">
      <dgm:prSet/>
      <dgm:spPr/>
      <dgm:t>
        <a:bodyPr/>
        <a:lstStyle/>
        <a:p>
          <a:r>
            <a:rPr lang="en-US" b="1" dirty="0">
              <a:solidFill>
                <a:schemeClr val="accent6"/>
              </a:solidFill>
            </a:rPr>
            <a:t>Entrance Facilities/Demarc</a:t>
          </a:r>
        </a:p>
      </dgm:t>
    </dgm:pt>
    <dgm:pt modelId="{9F11C38B-B674-48A6-BF70-2328CF254362}" type="parTrans" cxnId="{97A542FB-F5AF-4661-8D1B-244B4F6C4EC2}">
      <dgm:prSet/>
      <dgm:spPr/>
      <dgm:t>
        <a:bodyPr/>
        <a:lstStyle/>
        <a:p>
          <a:endParaRPr lang="en-US"/>
        </a:p>
      </dgm:t>
    </dgm:pt>
    <dgm:pt modelId="{1803CE70-88DE-409B-9747-4CBE393A2482}" type="sibTrans" cxnId="{97A542FB-F5AF-4661-8D1B-244B4F6C4EC2}">
      <dgm:prSet/>
      <dgm:spPr/>
      <dgm:t>
        <a:bodyPr/>
        <a:lstStyle/>
        <a:p>
          <a:endParaRPr lang="en-US"/>
        </a:p>
      </dgm:t>
    </dgm:pt>
    <dgm:pt modelId="{20CF5D48-2A2D-43E9-8AF2-71EBBDB783E4}">
      <dgm:prSet/>
      <dgm:spPr>
        <a:solidFill>
          <a:srgbClr val="004F71"/>
        </a:solidFill>
      </dgm:spPr>
      <dgm:t>
        <a:bodyPr lIns="182880"/>
        <a:lstStyle/>
        <a:p>
          <a:r>
            <a:rPr lang="en-US" dirty="0"/>
            <a:t>Network transition point </a:t>
          </a:r>
        </a:p>
      </dgm:t>
    </dgm:pt>
    <dgm:pt modelId="{F82AE936-05CB-44DB-A0F6-49A3434C4387}" type="parTrans" cxnId="{CE37C9CA-E95E-4848-9D7A-D356C86BB0B7}">
      <dgm:prSet/>
      <dgm:spPr/>
      <dgm:t>
        <a:bodyPr/>
        <a:lstStyle/>
        <a:p>
          <a:endParaRPr lang="en-US"/>
        </a:p>
      </dgm:t>
    </dgm:pt>
    <dgm:pt modelId="{6FB62ADF-28B0-4DD9-8E8E-1376A29E215C}" type="sibTrans" cxnId="{CE37C9CA-E95E-4848-9D7A-D356C86BB0B7}">
      <dgm:prSet/>
      <dgm:spPr/>
      <dgm:t>
        <a:bodyPr/>
        <a:lstStyle/>
        <a:p>
          <a:endParaRPr lang="en-US"/>
        </a:p>
      </dgm:t>
    </dgm:pt>
    <dgm:pt modelId="{91F6246F-2CA5-4C87-B0FE-7A439688E12D}">
      <dgm:prSet/>
      <dgm:spPr>
        <a:solidFill>
          <a:srgbClr val="004F71"/>
        </a:solidFill>
      </dgm:spPr>
      <dgm:t>
        <a:bodyPr lIns="182880"/>
        <a:lstStyle/>
        <a:p>
          <a:r>
            <a:rPr lang="en-US" dirty="0"/>
            <a:t>Local exchange carrier (LEC) integration</a:t>
          </a:r>
        </a:p>
      </dgm:t>
    </dgm:pt>
    <dgm:pt modelId="{1B4A43CA-E25A-4655-8488-29481D59CF59}" type="parTrans" cxnId="{5C9116CC-75B1-4FC3-8B02-E85454AF2869}">
      <dgm:prSet/>
      <dgm:spPr/>
      <dgm:t>
        <a:bodyPr/>
        <a:lstStyle/>
        <a:p>
          <a:endParaRPr lang="en-US"/>
        </a:p>
      </dgm:t>
    </dgm:pt>
    <dgm:pt modelId="{39F4D3B7-26DD-4C1F-BADB-82714A7EEC28}" type="sibTrans" cxnId="{5C9116CC-75B1-4FC3-8B02-E85454AF2869}">
      <dgm:prSet/>
      <dgm:spPr/>
      <dgm:t>
        <a:bodyPr/>
        <a:lstStyle/>
        <a:p>
          <a:endParaRPr lang="en-US"/>
        </a:p>
      </dgm:t>
    </dgm:pt>
    <dgm:pt modelId="{17F9057B-FE5E-2D44-91AA-1AAEDABA632C}">
      <dgm:prSet/>
      <dgm:spPr>
        <a:solidFill>
          <a:srgbClr val="004F71"/>
        </a:solidFill>
      </dgm:spPr>
      <dgm:t>
        <a:bodyPr lIns="182880"/>
        <a:lstStyle/>
        <a:p>
          <a:r>
            <a:rPr lang="en-US" dirty="0"/>
            <a:t>Houses an IDF</a:t>
          </a:r>
        </a:p>
      </dgm:t>
    </dgm:pt>
    <dgm:pt modelId="{FC8CCD21-BB67-C442-9C23-EB3CD0A78B79}" type="parTrans" cxnId="{41C8BC85-1BD7-B94E-82C5-E6E79321F65D}">
      <dgm:prSet/>
      <dgm:spPr/>
      <dgm:t>
        <a:bodyPr/>
        <a:lstStyle/>
        <a:p>
          <a:endParaRPr lang="en-US"/>
        </a:p>
      </dgm:t>
    </dgm:pt>
    <dgm:pt modelId="{128BC4FB-705D-654F-A337-07F1FDDF34D1}" type="sibTrans" cxnId="{41C8BC85-1BD7-B94E-82C5-E6E79321F65D}">
      <dgm:prSet/>
      <dgm:spPr/>
      <dgm:t>
        <a:bodyPr/>
        <a:lstStyle/>
        <a:p>
          <a:endParaRPr lang="en-US"/>
        </a:p>
      </dgm:t>
    </dgm:pt>
    <dgm:pt modelId="{A1FC700F-C780-5140-B785-2F9D38648E4C}">
      <dgm:prSet/>
      <dgm:spPr>
        <a:solidFill>
          <a:srgbClr val="004F71"/>
        </a:solidFill>
      </dgm:spPr>
      <dgm:t>
        <a:bodyPr lIns="182880"/>
        <a:lstStyle/>
        <a:p>
          <a:r>
            <a:rPr lang="en-US" dirty="0"/>
            <a:t>Connects IDFs to a main distribution frame (MDF)</a:t>
          </a:r>
        </a:p>
      </dgm:t>
    </dgm:pt>
    <dgm:pt modelId="{F785E2AB-DE78-7545-8167-8B001C73F3C0}" type="parTrans" cxnId="{018C87A7-A113-5649-AC9B-55FC3E179C92}">
      <dgm:prSet/>
      <dgm:spPr/>
      <dgm:t>
        <a:bodyPr/>
        <a:lstStyle/>
        <a:p>
          <a:endParaRPr lang="en-US"/>
        </a:p>
      </dgm:t>
    </dgm:pt>
    <dgm:pt modelId="{18C46B57-5673-2146-B992-BBD43CC6420E}" type="sibTrans" cxnId="{018C87A7-A113-5649-AC9B-55FC3E179C92}">
      <dgm:prSet/>
      <dgm:spPr/>
      <dgm:t>
        <a:bodyPr/>
        <a:lstStyle/>
        <a:p>
          <a:endParaRPr lang="en-US"/>
        </a:p>
      </dgm:t>
    </dgm:pt>
    <dgm:pt modelId="{E2AF1E98-D2AD-423F-9065-CDF91CC14893}" type="pres">
      <dgm:prSet presAssocID="{BD8C5BF7-834C-48A8-82BC-5502DA6D0455}" presName="Name0" presStyleCnt="0">
        <dgm:presLayoutVars>
          <dgm:dir/>
          <dgm:animLvl val="lvl"/>
          <dgm:resizeHandles val="exact"/>
        </dgm:presLayoutVars>
      </dgm:prSet>
      <dgm:spPr/>
    </dgm:pt>
    <dgm:pt modelId="{3CC3201C-CF9D-4A22-8FCF-B79BE1FAA8CD}" type="pres">
      <dgm:prSet presAssocID="{086C6210-114A-4DF0-BF5F-DD68D0028492}" presName="linNode" presStyleCnt="0"/>
      <dgm:spPr/>
    </dgm:pt>
    <dgm:pt modelId="{D51E17DF-C910-4068-B41B-4B600DD7ED90}" type="pres">
      <dgm:prSet presAssocID="{086C6210-114A-4DF0-BF5F-DD68D0028492}" presName="parTx" presStyleLbl="revTx" presStyleIdx="0" presStyleCnt="5">
        <dgm:presLayoutVars>
          <dgm:chMax val="1"/>
          <dgm:bulletEnabled val="1"/>
        </dgm:presLayoutVars>
      </dgm:prSet>
      <dgm:spPr/>
    </dgm:pt>
    <dgm:pt modelId="{F258932D-5A6C-4365-9380-4EAB6BDB593A}" type="pres">
      <dgm:prSet presAssocID="{086C6210-114A-4DF0-BF5F-DD68D0028492}" presName="bracket" presStyleLbl="parChTrans1D1" presStyleIdx="0" presStyleCnt="5"/>
      <dgm:spPr>
        <a:ln>
          <a:solidFill>
            <a:schemeClr val="accent6"/>
          </a:solidFill>
        </a:ln>
      </dgm:spPr>
    </dgm:pt>
    <dgm:pt modelId="{EBDAE173-18D4-4A91-A06E-B66406E7C149}" type="pres">
      <dgm:prSet presAssocID="{086C6210-114A-4DF0-BF5F-DD68D0028492}" presName="spH" presStyleCnt="0"/>
      <dgm:spPr/>
    </dgm:pt>
    <dgm:pt modelId="{80548552-FE85-4BA1-9F51-EDED2F831AF1}" type="pres">
      <dgm:prSet presAssocID="{086C6210-114A-4DF0-BF5F-DD68D0028492}" presName="desTx" presStyleLbl="node1" presStyleIdx="0" presStyleCnt="5">
        <dgm:presLayoutVars>
          <dgm:bulletEnabled val="1"/>
        </dgm:presLayoutVars>
      </dgm:prSet>
      <dgm:spPr/>
    </dgm:pt>
    <dgm:pt modelId="{19350B2C-E0F3-4EE1-B0F6-01CD149A19FD}" type="pres">
      <dgm:prSet presAssocID="{EA45D815-B227-4ACE-BB9C-F502331B8CFC}" presName="spV" presStyleCnt="0"/>
      <dgm:spPr/>
    </dgm:pt>
    <dgm:pt modelId="{338AF3A3-055C-40D8-9389-F0650C30FB61}" type="pres">
      <dgm:prSet presAssocID="{BAF65D5F-5FDE-4068-9DE0-756BB29C1030}" presName="linNode" presStyleCnt="0"/>
      <dgm:spPr/>
    </dgm:pt>
    <dgm:pt modelId="{49A60BC1-400B-4526-8913-35F650CDD323}" type="pres">
      <dgm:prSet presAssocID="{BAF65D5F-5FDE-4068-9DE0-756BB29C1030}" presName="parTx" presStyleLbl="revTx" presStyleIdx="1" presStyleCnt="5">
        <dgm:presLayoutVars>
          <dgm:chMax val="1"/>
          <dgm:bulletEnabled val="1"/>
        </dgm:presLayoutVars>
      </dgm:prSet>
      <dgm:spPr/>
    </dgm:pt>
    <dgm:pt modelId="{D4957A31-208A-468B-A63B-AE1D4A290FA3}" type="pres">
      <dgm:prSet presAssocID="{BAF65D5F-5FDE-4068-9DE0-756BB29C1030}" presName="bracket" presStyleLbl="parChTrans1D1" presStyleIdx="1" presStyleCnt="5"/>
      <dgm:spPr>
        <a:ln>
          <a:solidFill>
            <a:schemeClr val="accent6"/>
          </a:solidFill>
        </a:ln>
      </dgm:spPr>
    </dgm:pt>
    <dgm:pt modelId="{D70D0C7D-1CEC-47B9-A78B-BA68CC45B3F6}" type="pres">
      <dgm:prSet presAssocID="{BAF65D5F-5FDE-4068-9DE0-756BB29C1030}" presName="spH" presStyleCnt="0"/>
      <dgm:spPr/>
    </dgm:pt>
    <dgm:pt modelId="{29B11505-9577-4CFF-BE02-90DBF855036C}" type="pres">
      <dgm:prSet presAssocID="{BAF65D5F-5FDE-4068-9DE0-756BB29C1030}" presName="desTx" presStyleLbl="node1" presStyleIdx="1" presStyleCnt="5">
        <dgm:presLayoutVars>
          <dgm:bulletEnabled val="1"/>
        </dgm:presLayoutVars>
      </dgm:prSet>
      <dgm:spPr/>
    </dgm:pt>
    <dgm:pt modelId="{5EB1AC9C-47BD-47F9-86E2-50EA11B6DFB1}" type="pres">
      <dgm:prSet presAssocID="{BAB05F4D-C567-4FF2-9D96-466D09675BED}" presName="spV" presStyleCnt="0"/>
      <dgm:spPr/>
    </dgm:pt>
    <dgm:pt modelId="{E658F589-3A0E-411C-B88C-0AA435408B72}" type="pres">
      <dgm:prSet presAssocID="{734C2321-9AF4-4F13-8122-7B1A7CC7500B}" presName="linNode" presStyleCnt="0"/>
      <dgm:spPr/>
    </dgm:pt>
    <dgm:pt modelId="{75665609-0861-4E94-939E-29C0A9961A99}" type="pres">
      <dgm:prSet presAssocID="{734C2321-9AF4-4F13-8122-7B1A7CC7500B}" presName="parTx" presStyleLbl="revTx" presStyleIdx="2" presStyleCnt="5">
        <dgm:presLayoutVars>
          <dgm:chMax val="1"/>
          <dgm:bulletEnabled val="1"/>
        </dgm:presLayoutVars>
      </dgm:prSet>
      <dgm:spPr/>
    </dgm:pt>
    <dgm:pt modelId="{90BF79F6-4BCF-4B45-B19E-A26FFA00E056}" type="pres">
      <dgm:prSet presAssocID="{734C2321-9AF4-4F13-8122-7B1A7CC7500B}" presName="bracket" presStyleLbl="parChTrans1D1" presStyleIdx="2" presStyleCnt="5"/>
      <dgm:spPr>
        <a:ln>
          <a:solidFill>
            <a:schemeClr val="accent6"/>
          </a:solidFill>
        </a:ln>
      </dgm:spPr>
    </dgm:pt>
    <dgm:pt modelId="{B548BC53-9E18-40D3-9B36-50B5E679DA7F}" type="pres">
      <dgm:prSet presAssocID="{734C2321-9AF4-4F13-8122-7B1A7CC7500B}" presName="spH" presStyleCnt="0"/>
      <dgm:spPr/>
    </dgm:pt>
    <dgm:pt modelId="{1AF4E7FC-88D4-4D38-97B1-885506E5963B}" type="pres">
      <dgm:prSet presAssocID="{734C2321-9AF4-4F13-8122-7B1A7CC7500B}" presName="desTx" presStyleLbl="node1" presStyleIdx="2" presStyleCnt="5">
        <dgm:presLayoutVars>
          <dgm:bulletEnabled val="1"/>
        </dgm:presLayoutVars>
      </dgm:prSet>
      <dgm:spPr/>
    </dgm:pt>
    <dgm:pt modelId="{DF5896A1-F9C8-4A61-8CDE-660B474C2B62}" type="pres">
      <dgm:prSet presAssocID="{AE074DE0-3AD2-4CB2-93C5-53D2B0B5772B}" presName="spV" presStyleCnt="0"/>
      <dgm:spPr/>
    </dgm:pt>
    <dgm:pt modelId="{610762C4-C7EF-423C-B0FE-762EA806EF2B}" type="pres">
      <dgm:prSet presAssocID="{A1432D78-851C-45CF-9877-B3FC3A3C94E3}" presName="linNode" presStyleCnt="0"/>
      <dgm:spPr/>
    </dgm:pt>
    <dgm:pt modelId="{E86A515C-FAC5-4C0B-9D37-CCBDCD8AF257}" type="pres">
      <dgm:prSet presAssocID="{A1432D78-851C-45CF-9877-B3FC3A3C94E3}" presName="parTx" presStyleLbl="revTx" presStyleIdx="3" presStyleCnt="5">
        <dgm:presLayoutVars>
          <dgm:chMax val="1"/>
          <dgm:bulletEnabled val="1"/>
        </dgm:presLayoutVars>
      </dgm:prSet>
      <dgm:spPr/>
    </dgm:pt>
    <dgm:pt modelId="{16AAA027-2428-47E2-B165-D2970389F17C}" type="pres">
      <dgm:prSet presAssocID="{A1432D78-851C-45CF-9877-B3FC3A3C94E3}" presName="bracket" presStyleLbl="parChTrans1D1" presStyleIdx="3" presStyleCnt="5"/>
      <dgm:spPr>
        <a:ln>
          <a:solidFill>
            <a:schemeClr val="accent6"/>
          </a:solidFill>
        </a:ln>
      </dgm:spPr>
    </dgm:pt>
    <dgm:pt modelId="{C0D7B242-C3D1-4D8E-A70A-DAF1EAE3E093}" type="pres">
      <dgm:prSet presAssocID="{A1432D78-851C-45CF-9877-B3FC3A3C94E3}" presName="spH" presStyleCnt="0"/>
      <dgm:spPr/>
    </dgm:pt>
    <dgm:pt modelId="{3BC58BD5-D592-48E1-BA5B-A35DFCCF3579}" type="pres">
      <dgm:prSet presAssocID="{A1432D78-851C-45CF-9877-B3FC3A3C94E3}" presName="desTx" presStyleLbl="node1" presStyleIdx="3" presStyleCnt="5">
        <dgm:presLayoutVars>
          <dgm:bulletEnabled val="1"/>
        </dgm:presLayoutVars>
      </dgm:prSet>
      <dgm:spPr/>
    </dgm:pt>
    <dgm:pt modelId="{D8423727-057F-435D-A82E-4D6C2A27B6DB}" type="pres">
      <dgm:prSet presAssocID="{F6F0934E-7585-4E75-AE97-B83A80D404EB}" presName="spV" presStyleCnt="0"/>
      <dgm:spPr/>
    </dgm:pt>
    <dgm:pt modelId="{17762BBA-6F8A-490D-BF42-C19CC2705724}" type="pres">
      <dgm:prSet presAssocID="{2D5B7ABA-D1AF-4D30-AC7E-C00ADDE5C7D9}" presName="linNode" presStyleCnt="0"/>
      <dgm:spPr/>
    </dgm:pt>
    <dgm:pt modelId="{F8F18342-3E74-4DC6-A608-977972C15C69}" type="pres">
      <dgm:prSet presAssocID="{2D5B7ABA-D1AF-4D30-AC7E-C00ADDE5C7D9}" presName="parTx" presStyleLbl="revTx" presStyleIdx="4" presStyleCnt="5">
        <dgm:presLayoutVars>
          <dgm:chMax val="1"/>
          <dgm:bulletEnabled val="1"/>
        </dgm:presLayoutVars>
      </dgm:prSet>
      <dgm:spPr/>
    </dgm:pt>
    <dgm:pt modelId="{40B5486E-87E2-45B6-BE4B-3D3A7B612358}" type="pres">
      <dgm:prSet presAssocID="{2D5B7ABA-D1AF-4D30-AC7E-C00ADDE5C7D9}" presName="bracket" presStyleLbl="parChTrans1D1" presStyleIdx="4" presStyleCnt="5"/>
      <dgm:spPr>
        <a:ln>
          <a:solidFill>
            <a:schemeClr val="accent6"/>
          </a:solidFill>
        </a:ln>
      </dgm:spPr>
    </dgm:pt>
    <dgm:pt modelId="{622A11A3-9CE9-4A97-B298-A9B18554ECD0}" type="pres">
      <dgm:prSet presAssocID="{2D5B7ABA-D1AF-4D30-AC7E-C00ADDE5C7D9}" presName="spH" presStyleCnt="0"/>
      <dgm:spPr/>
    </dgm:pt>
    <dgm:pt modelId="{930A3FFB-FAC3-4D28-89C9-83EBC04D958E}" type="pres">
      <dgm:prSet presAssocID="{2D5B7ABA-D1AF-4D30-AC7E-C00ADDE5C7D9}" presName="desTx" presStyleLbl="node1" presStyleIdx="4" presStyleCnt="5">
        <dgm:presLayoutVars>
          <dgm:bulletEnabled val="1"/>
        </dgm:presLayoutVars>
      </dgm:prSet>
      <dgm:spPr/>
    </dgm:pt>
  </dgm:ptLst>
  <dgm:cxnLst>
    <dgm:cxn modelId="{79090703-44FB-4545-B532-1A778B1DAA0E}" type="presOf" srcId="{BD8C5BF7-834C-48A8-82BC-5502DA6D0455}" destId="{E2AF1E98-D2AD-423F-9065-CDF91CC14893}" srcOrd="0" destOrd="0" presId="urn:diagrams.loki3.com/BracketList"/>
    <dgm:cxn modelId="{9C1B040D-4515-42BE-90D9-F265AFFBC485}" type="presOf" srcId="{91F6246F-2CA5-4C87-B0FE-7A439688E12D}" destId="{930A3FFB-FAC3-4D28-89C9-83EBC04D958E}" srcOrd="0" destOrd="1" presId="urn:diagrams.loki3.com/BracketList"/>
    <dgm:cxn modelId="{FE62FB0E-FECF-4693-B89B-161B63DD2D4C}" type="presOf" srcId="{5CCBAB99-2F0A-4295-B214-1A648C086A8D}" destId="{1AF4E7FC-88D4-4D38-97B1-885506E5963B}" srcOrd="0" destOrd="1" presId="urn:diagrams.loki3.com/BracketList"/>
    <dgm:cxn modelId="{7BB0C922-7DFE-44AD-8B11-3F8651586308}" type="presOf" srcId="{BAF65D5F-5FDE-4068-9DE0-756BB29C1030}" destId="{49A60BC1-400B-4526-8913-35F650CDD323}" srcOrd="0" destOrd="0" presId="urn:diagrams.loki3.com/BracketList"/>
    <dgm:cxn modelId="{32526824-E6E6-4BD4-A1C2-B5701461A919}" srcId="{734C2321-9AF4-4F13-8122-7B1A7CC7500B}" destId="{6B8BCF57-EF7A-4661-A938-C39410575685}" srcOrd="0" destOrd="0" parTransId="{73E042BF-4482-4C9F-9AE0-CC473CA4BF92}" sibTransId="{891C2581-B63A-4D00-9D8F-DC5606FADF19}"/>
    <dgm:cxn modelId="{ECDAC026-B1AC-4F19-BAE3-6A902B62E852}" srcId="{A1432D78-851C-45CF-9877-B3FC3A3C94E3}" destId="{465C52B1-D3B9-439F-A6D5-039059410F79}" srcOrd="0" destOrd="0" parTransId="{E9E9DC92-5186-4EDA-8104-A947070EC558}" sibTransId="{4E6531F2-D50B-4466-9C44-72C4E382EBB4}"/>
    <dgm:cxn modelId="{6F12893A-C19D-4D74-A617-5B670BF6ED76}" type="presOf" srcId="{53D97B30-34A1-42CC-9FC4-1BEE8038369A}" destId="{29B11505-9577-4CFF-BE02-90DBF855036C}" srcOrd="0" destOrd="1" presId="urn:diagrams.loki3.com/BracketList"/>
    <dgm:cxn modelId="{12849C3E-6B95-439C-8863-E6C638A7A5A0}" type="presOf" srcId="{6B8BCF57-EF7A-4661-A938-C39410575685}" destId="{1AF4E7FC-88D4-4D38-97B1-885506E5963B}" srcOrd="0" destOrd="0" presId="urn:diagrams.loki3.com/BracketList"/>
    <dgm:cxn modelId="{32C3BD66-B903-4871-9E37-658A80A201C8}" type="presOf" srcId="{20CF5D48-2A2D-43E9-8AF2-71EBBDB783E4}" destId="{930A3FFB-FAC3-4D28-89C9-83EBC04D958E}" srcOrd="0" destOrd="0" presId="urn:diagrams.loki3.com/BracketList"/>
    <dgm:cxn modelId="{58BB8A68-1CEB-45D4-A9CC-C55169621267}" type="presOf" srcId="{734C2321-9AF4-4F13-8122-7B1A7CC7500B}" destId="{75665609-0861-4E94-939E-29C0A9961A99}" srcOrd="0" destOrd="0" presId="urn:diagrams.loki3.com/BracketList"/>
    <dgm:cxn modelId="{E6E4936B-DD05-4C3C-ADB0-DA004E505C69}" srcId="{BD8C5BF7-834C-48A8-82BC-5502DA6D0455}" destId="{734C2321-9AF4-4F13-8122-7B1A7CC7500B}" srcOrd="2" destOrd="0" parTransId="{21D53407-19A7-4240-8413-13126EBFD76C}" sibTransId="{AE074DE0-3AD2-4CB2-93C5-53D2B0B5772B}"/>
    <dgm:cxn modelId="{00565251-BA38-4E34-BF14-A6FD430F77E4}" type="presOf" srcId="{4AFF4ADB-8DB7-454E-942C-BC0EB00A61F0}" destId="{29B11505-9577-4CFF-BE02-90DBF855036C}" srcOrd="0" destOrd="0" presId="urn:diagrams.loki3.com/BracketList"/>
    <dgm:cxn modelId="{530CDA76-E01A-4337-8D79-27FC8199E660}" srcId="{BAF65D5F-5FDE-4068-9DE0-756BB29C1030}" destId="{4AFF4ADB-8DB7-454E-942C-BC0EB00A61F0}" srcOrd="0" destOrd="0" parTransId="{7C7E26B7-8B2F-4672-AB7C-FCA1C43B43E1}" sibTransId="{06450068-9AF1-4FF8-8D8D-289D02900F3F}"/>
    <dgm:cxn modelId="{41C8BC85-1BD7-B94E-82C5-E6E79321F65D}" srcId="{734C2321-9AF4-4F13-8122-7B1A7CC7500B}" destId="{17F9057B-FE5E-2D44-91AA-1AAEDABA632C}" srcOrd="2" destOrd="0" parTransId="{FC8CCD21-BB67-C442-9C23-EB3CD0A78B79}" sibTransId="{128BC4FB-705D-654F-A337-07F1FDDF34D1}"/>
    <dgm:cxn modelId="{F1CD399F-B72F-4DEA-90AF-7FE9E6F24B84}" srcId="{734C2321-9AF4-4F13-8122-7B1A7CC7500B}" destId="{5CCBAB99-2F0A-4295-B214-1A648C086A8D}" srcOrd="1" destOrd="0" parTransId="{67097822-5E64-47CF-A1EB-66598967BA6C}" sibTransId="{6B3C6BD4-1BD9-41EA-A7FF-CC4E51CD8BFC}"/>
    <dgm:cxn modelId="{C6E4A1A1-558D-4006-A8F1-28D90C33CB62}" type="presOf" srcId="{62B3770F-6E27-4E30-BCF4-A9DB1BB946BF}" destId="{80548552-FE85-4BA1-9F51-EDED2F831AF1}" srcOrd="0" destOrd="0" presId="urn:diagrams.loki3.com/BracketList"/>
    <dgm:cxn modelId="{018C87A7-A113-5649-AC9B-55FC3E179C92}" srcId="{A1432D78-851C-45CF-9877-B3FC3A3C94E3}" destId="{A1FC700F-C780-5140-B785-2F9D38648E4C}" srcOrd="1" destOrd="0" parTransId="{F785E2AB-DE78-7545-8167-8B001C73F3C0}" sibTransId="{18C46B57-5673-2146-B992-BBD43CC6420E}"/>
    <dgm:cxn modelId="{CA63E6A7-AC23-4C56-BE89-E0F6EFC6217F}" type="presOf" srcId="{086C6210-114A-4DF0-BF5F-DD68D0028492}" destId="{D51E17DF-C910-4068-B41B-4B600DD7ED90}" srcOrd="0" destOrd="0" presId="urn:diagrams.loki3.com/BracketList"/>
    <dgm:cxn modelId="{97E277AD-9D86-4025-809F-128FA06CA738}" srcId="{BD8C5BF7-834C-48A8-82BC-5502DA6D0455}" destId="{086C6210-114A-4DF0-BF5F-DD68D0028492}" srcOrd="0" destOrd="0" parTransId="{A2DF4F37-35A7-4A8A-A575-1E23AF0D4555}" sibTransId="{EA45D815-B227-4ACE-BB9C-F502331B8CFC}"/>
    <dgm:cxn modelId="{81ABD9B8-1F76-4BC8-B974-C4E02F635E62}" type="presOf" srcId="{2D5B7ABA-D1AF-4D30-AC7E-C00ADDE5C7D9}" destId="{F8F18342-3E74-4DC6-A608-977972C15C69}" srcOrd="0" destOrd="0" presId="urn:diagrams.loki3.com/BracketList"/>
    <dgm:cxn modelId="{5B3D4DC1-78C4-44E8-9D0B-1365A0B626BE}" srcId="{086C6210-114A-4DF0-BF5F-DD68D0028492}" destId="{62B3770F-6E27-4E30-BCF4-A9DB1BB946BF}" srcOrd="0" destOrd="0" parTransId="{E69CA287-0CFA-431B-BB1A-15F8CD16665C}" sibTransId="{40F26DE1-9721-426D-BF78-E656E18F49AC}"/>
    <dgm:cxn modelId="{CD5959C3-82A3-49DF-8FF0-8B5B7E1AAA6F}" type="presOf" srcId="{465C52B1-D3B9-439F-A6D5-039059410F79}" destId="{3BC58BD5-D592-48E1-BA5B-A35DFCCF3579}" srcOrd="0" destOrd="0" presId="urn:diagrams.loki3.com/BracketList"/>
    <dgm:cxn modelId="{2F9B3DC7-9956-4F3E-8506-9F100A9E4EA4}" type="presOf" srcId="{A1432D78-851C-45CF-9877-B3FC3A3C94E3}" destId="{E86A515C-FAC5-4C0B-9D37-CCBDCD8AF257}" srcOrd="0" destOrd="0" presId="urn:diagrams.loki3.com/BracketList"/>
    <dgm:cxn modelId="{CE37C9CA-E95E-4848-9D7A-D356C86BB0B7}" srcId="{2D5B7ABA-D1AF-4D30-AC7E-C00ADDE5C7D9}" destId="{20CF5D48-2A2D-43E9-8AF2-71EBBDB783E4}" srcOrd="0" destOrd="0" parTransId="{F82AE936-05CB-44DB-A0F6-49A3434C4387}" sibTransId="{6FB62ADF-28B0-4DD9-8E8E-1376A29E215C}"/>
    <dgm:cxn modelId="{5C9116CC-75B1-4FC3-8B02-E85454AF2869}" srcId="{2D5B7ABA-D1AF-4D30-AC7E-C00ADDE5C7D9}" destId="{91F6246F-2CA5-4C87-B0FE-7A439688E12D}" srcOrd="1" destOrd="0" parTransId="{1B4A43CA-E25A-4655-8488-29481D59CF59}" sibTransId="{39F4D3B7-26DD-4C1F-BADB-82714A7EEC28}"/>
    <dgm:cxn modelId="{1358E7E1-1C2F-46AD-858B-C7015748B882}" srcId="{BD8C5BF7-834C-48A8-82BC-5502DA6D0455}" destId="{A1432D78-851C-45CF-9877-B3FC3A3C94E3}" srcOrd="3" destOrd="0" parTransId="{312C0313-F54C-4614-BB9E-13FD76214B83}" sibTransId="{F6F0934E-7585-4E75-AE97-B83A80D404EB}"/>
    <dgm:cxn modelId="{729235EB-3938-B74D-9F2D-E64B2FAEF06F}" type="presOf" srcId="{A1FC700F-C780-5140-B785-2F9D38648E4C}" destId="{3BC58BD5-D592-48E1-BA5B-A35DFCCF3579}" srcOrd="0" destOrd="1" presId="urn:diagrams.loki3.com/BracketList"/>
    <dgm:cxn modelId="{B7A5A3F3-0E44-417A-B38B-27C1F9D3CD59}" srcId="{BAF65D5F-5FDE-4068-9DE0-756BB29C1030}" destId="{53D97B30-34A1-42CC-9FC4-1BEE8038369A}" srcOrd="1" destOrd="0" parTransId="{8083F74C-7016-4AF1-9882-6693F35ACE81}" sibTransId="{69A07AD8-B011-4108-A2DC-2782934585E2}"/>
    <dgm:cxn modelId="{D88E96F8-7017-46F3-9433-AF377A11D5D0}" srcId="{BD8C5BF7-834C-48A8-82BC-5502DA6D0455}" destId="{BAF65D5F-5FDE-4068-9DE0-756BB29C1030}" srcOrd="1" destOrd="0" parTransId="{B4E9F538-39BC-4DE7-BECD-7CAFA27BDEC5}" sibTransId="{BAB05F4D-C567-4FF2-9D96-466D09675BED}"/>
    <dgm:cxn modelId="{97A542FB-F5AF-4661-8D1B-244B4F6C4EC2}" srcId="{BD8C5BF7-834C-48A8-82BC-5502DA6D0455}" destId="{2D5B7ABA-D1AF-4D30-AC7E-C00ADDE5C7D9}" srcOrd="4" destOrd="0" parTransId="{9F11C38B-B674-48A6-BF70-2328CF254362}" sibTransId="{1803CE70-88DE-409B-9747-4CBE393A2482}"/>
    <dgm:cxn modelId="{1E81F1FD-B77B-294F-8615-DACABEED3D8A}" type="presOf" srcId="{17F9057B-FE5E-2D44-91AA-1AAEDABA632C}" destId="{1AF4E7FC-88D4-4D38-97B1-885506E5963B}" srcOrd="0" destOrd="2" presId="urn:diagrams.loki3.com/BracketList"/>
    <dgm:cxn modelId="{1CBCBE3B-63AB-4068-AEF7-E9F522FAF9C8}" type="presParOf" srcId="{E2AF1E98-D2AD-423F-9065-CDF91CC14893}" destId="{3CC3201C-CF9D-4A22-8FCF-B79BE1FAA8CD}" srcOrd="0" destOrd="0" presId="urn:diagrams.loki3.com/BracketList"/>
    <dgm:cxn modelId="{D9CC774D-9556-439A-89BB-A83E95A23883}" type="presParOf" srcId="{3CC3201C-CF9D-4A22-8FCF-B79BE1FAA8CD}" destId="{D51E17DF-C910-4068-B41B-4B600DD7ED90}" srcOrd="0" destOrd="0" presId="urn:diagrams.loki3.com/BracketList"/>
    <dgm:cxn modelId="{EE103E70-AD26-444F-A58D-1272003D2D21}" type="presParOf" srcId="{3CC3201C-CF9D-4A22-8FCF-B79BE1FAA8CD}" destId="{F258932D-5A6C-4365-9380-4EAB6BDB593A}" srcOrd="1" destOrd="0" presId="urn:diagrams.loki3.com/BracketList"/>
    <dgm:cxn modelId="{8C5266B2-8141-4EE4-9EEB-F52381485EF5}" type="presParOf" srcId="{3CC3201C-CF9D-4A22-8FCF-B79BE1FAA8CD}" destId="{EBDAE173-18D4-4A91-A06E-B66406E7C149}" srcOrd="2" destOrd="0" presId="urn:diagrams.loki3.com/BracketList"/>
    <dgm:cxn modelId="{B6AA1C8A-ADFC-4A7E-B069-285EC250DB6B}" type="presParOf" srcId="{3CC3201C-CF9D-4A22-8FCF-B79BE1FAA8CD}" destId="{80548552-FE85-4BA1-9F51-EDED2F831AF1}" srcOrd="3" destOrd="0" presId="urn:diagrams.loki3.com/BracketList"/>
    <dgm:cxn modelId="{19540D2F-B1B6-47F8-A9C7-02B390A157FD}" type="presParOf" srcId="{E2AF1E98-D2AD-423F-9065-CDF91CC14893}" destId="{19350B2C-E0F3-4EE1-B0F6-01CD149A19FD}" srcOrd="1" destOrd="0" presId="urn:diagrams.loki3.com/BracketList"/>
    <dgm:cxn modelId="{CD8E332C-1317-4D5C-97D3-565F745BCC47}" type="presParOf" srcId="{E2AF1E98-D2AD-423F-9065-CDF91CC14893}" destId="{338AF3A3-055C-40D8-9389-F0650C30FB61}" srcOrd="2" destOrd="0" presId="urn:diagrams.loki3.com/BracketList"/>
    <dgm:cxn modelId="{CB645A13-EB49-4F5D-960D-00F4E3370214}" type="presParOf" srcId="{338AF3A3-055C-40D8-9389-F0650C30FB61}" destId="{49A60BC1-400B-4526-8913-35F650CDD323}" srcOrd="0" destOrd="0" presId="urn:diagrams.loki3.com/BracketList"/>
    <dgm:cxn modelId="{9E1FAB64-767F-4E38-BAD8-2DFCBACCB8FA}" type="presParOf" srcId="{338AF3A3-055C-40D8-9389-F0650C30FB61}" destId="{D4957A31-208A-468B-A63B-AE1D4A290FA3}" srcOrd="1" destOrd="0" presId="urn:diagrams.loki3.com/BracketList"/>
    <dgm:cxn modelId="{6661A5B8-3EEC-43B5-91D0-2A12BA457732}" type="presParOf" srcId="{338AF3A3-055C-40D8-9389-F0650C30FB61}" destId="{D70D0C7D-1CEC-47B9-A78B-BA68CC45B3F6}" srcOrd="2" destOrd="0" presId="urn:diagrams.loki3.com/BracketList"/>
    <dgm:cxn modelId="{F0BECF44-DA76-4125-8892-F55F1EB9C09F}" type="presParOf" srcId="{338AF3A3-055C-40D8-9389-F0650C30FB61}" destId="{29B11505-9577-4CFF-BE02-90DBF855036C}" srcOrd="3" destOrd="0" presId="urn:diagrams.loki3.com/BracketList"/>
    <dgm:cxn modelId="{7FF9C826-692D-4078-88F8-B572F8DE3FAD}" type="presParOf" srcId="{E2AF1E98-D2AD-423F-9065-CDF91CC14893}" destId="{5EB1AC9C-47BD-47F9-86E2-50EA11B6DFB1}" srcOrd="3" destOrd="0" presId="urn:diagrams.loki3.com/BracketList"/>
    <dgm:cxn modelId="{E1563D8F-DDE4-488A-9030-53C4C41751E5}" type="presParOf" srcId="{E2AF1E98-D2AD-423F-9065-CDF91CC14893}" destId="{E658F589-3A0E-411C-B88C-0AA435408B72}" srcOrd="4" destOrd="0" presId="urn:diagrams.loki3.com/BracketList"/>
    <dgm:cxn modelId="{1D0F204F-7465-4829-9C88-C3E9FE27CBC6}" type="presParOf" srcId="{E658F589-3A0E-411C-B88C-0AA435408B72}" destId="{75665609-0861-4E94-939E-29C0A9961A99}" srcOrd="0" destOrd="0" presId="urn:diagrams.loki3.com/BracketList"/>
    <dgm:cxn modelId="{109BFA6B-06AB-4AAC-BD0A-821C8D8818DD}" type="presParOf" srcId="{E658F589-3A0E-411C-B88C-0AA435408B72}" destId="{90BF79F6-4BCF-4B45-B19E-A26FFA00E056}" srcOrd="1" destOrd="0" presId="urn:diagrams.loki3.com/BracketList"/>
    <dgm:cxn modelId="{D5B93D71-517E-404E-905A-B99922161CAF}" type="presParOf" srcId="{E658F589-3A0E-411C-B88C-0AA435408B72}" destId="{B548BC53-9E18-40D3-9B36-50B5E679DA7F}" srcOrd="2" destOrd="0" presId="urn:diagrams.loki3.com/BracketList"/>
    <dgm:cxn modelId="{CE2B4725-6C12-4AA3-A64A-B5B99790C1F6}" type="presParOf" srcId="{E658F589-3A0E-411C-B88C-0AA435408B72}" destId="{1AF4E7FC-88D4-4D38-97B1-885506E5963B}" srcOrd="3" destOrd="0" presId="urn:diagrams.loki3.com/BracketList"/>
    <dgm:cxn modelId="{3355742F-BA54-42CB-8AF8-0BD7893AEEFB}" type="presParOf" srcId="{E2AF1E98-D2AD-423F-9065-CDF91CC14893}" destId="{DF5896A1-F9C8-4A61-8CDE-660B474C2B62}" srcOrd="5" destOrd="0" presId="urn:diagrams.loki3.com/BracketList"/>
    <dgm:cxn modelId="{82A2019D-3893-4536-A2EA-FC851B78D301}" type="presParOf" srcId="{E2AF1E98-D2AD-423F-9065-CDF91CC14893}" destId="{610762C4-C7EF-423C-B0FE-762EA806EF2B}" srcOrd="6" destOrd="0" presId="urn:diagrams.loki3.com/BracketList"/>
    <dgm:cxn modelId="{6790799A-9645-4509-A063-5FF2B704FD10}" type="presParOf" srcId="{610762C4-C7EF-423C-B0FE-762EA806EF2B}" destId="{E86A515C-FAC5-4C0B-9D37-CCBDCD8AF257}" srcOrd="0" destOrd="0" presId="urn:diagrams.loki3.com/BracketList"/>
    <dgm:cxn modelId="{D53A3ACD-AAC7-4E76-9532-FEFE0D84F085}" type="presParOf" srcId="{610762C4-C7EF-423C-B0FE-762EA806EF2B}" destId="{16AAA027-2428-47E2-B165-D2970389F17C}" srcOrd="1" destOrd="0" presId="urn:diagrams.loki3.com/BracketList"/>
    <dgm:cxn modelId="{50C2040F-B05B-47CA-AA29-319F9B660939}" type="presParOf" srcId="{610762C4-C7EF-423C-B0FE-762EA806EF2B}" destId="{C0D7B242-C3D1-4D8E-A70A-DAF1EAE3E093}" srcOrd="2" destOrd="0" presId="urn:diagrams.loki3.com/BracketList"/>
    <dgm:cxn modelId="{BB63E56C-5556-47C3-A7D1-26076641FC82}" type="presParOf" srcId="{610762C4-C7EF-423C-B0FE-762EA806EF2B}" destId="{3BC58BD5-D592-48E1-BA5B-A35DFCCF3579}" srcOrd="3" destOrd="0" presId="urn:diagrams.loki3.com/BracketList"/>
    <dgm:cxn modelId="{C72A694D-3E72-4D7A-9C1A-8077B023E480}" type="presParOf" srcId="{E2AF1E98-D2AD-423F-9065-CDF91CC14893}" destId="{D8423727-057F-435D-A82E-4D6C2A27B6DB}" srcOrd="7" destOrd="0" presId="urn:diagrams.loki3.com/BracketList"/>
    <dgm:cxn modelId="{011EB910-9911-4864-AAF0-F3D0596A2B79}" type="presParOf" srcId="{E2AF1E98-D2AD-423F-9065-CDF91CC14893}" destId="{17762BBA-6F8A-490D-BF42-C19CC2705724}" srcOrd="8" destOrd="0" presId="urn:diagrams.loki3.com/BracketList"/>
    <dgm:cxn modelId="{3BAE8927-F2E9-4D8E-BA10-57F062FF14D7}" type="presParOf" srcId="{17762BBA-6F8A-490D-BF42-C19CC2705724}" destId="{F8F18342-3E74-4DC6-A608-977972C15C69}" srcOrd="0" destOrd="0" presId="urn:diagrams.loki3.com/BracketList"/>
    <dgm:cxn modelId="{D1677D04-80AD-418F-A864-4C285B1548E4}" type="presParOf" srcId="{17762BBA-6F8A-490D-BF42-C19CC2705724}" destId="{40B5486E-87E2-45B6-BE4B-3D3A7B612358}" srcOrd="1" destOrd="0" presId="urn:diagrams.loki3.com/BracketList"/>
    <dgm:cxn modelId="{8BEE5C64-16C3-458A-A574-276E44651EA7}" type="presParOf" srcId="{17762BBA-6F8A-490D-BF42-C19CC2705724}" destId="{622A11A3-9CE9-4A97-B298-A9B18554ECD0}" srcOrd="2" destOrd="0" presId="urn:diagrams.loki3.com/BracketList"/>
    <dgm:cxn modelId="{1BC470F0-54FE-4EE8-A6F7-4D1ECB83D964}" type="presParOf" srcId="{17762BBA-6F8A-490D-BF42-C19CC2705724}" destId="{930A3FFB-FAC3-4D28-89C9-83EBC04D958E}"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23FB0D5-419D-45C1-99A7-C2D2FCAA1A8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0040417-8465-4FE5-8F5E-23B1C17525A7}">
      <dgm:prSet phldrT="[Text]" custT="1"/>
      <dgm:spPr>
        <a:solidFill>
          <a:srgbClr val="004F71"/>
        </a:solidFill>
      </dgm:spPr>
      <dgm:t>
        <a:bodyPr/>
        <a:lstStyle/>
        <a:p>
          <a:pPr>
            <a:spcBef>
              <a:spcPts val="600"/>
            </a:spcBef>
            <a:spcAft>
              <a:spcPts val="600"/>
            </a:spcAft>
          </a:pPr>
          <a:r>
            <a:rPr lang="en-US" sz="1500" b="0" dirty="0"/>
            <a:t>Purpose</a:t>
          </a:r>
        </a:p>
      </dgm:t>
    </dgm:pt>
    <dgm:pt modelId="{4967C049-CD49-4D0F-8E21-4ECB4139B967}" type="parTrans" cxnId="{210811E0-1663-446F-9BBE-EAD4EB89EDB6}">
      <dgm:prSet/>
      <dgm:spPr/>
      <dgm:t>
        <a:bodyPr/>
        <a:lstStyle/>
        <a:p>
          <a:pPr>
            <a:spcBef>
              <a:spcPts val="600"/>
            </a:spcBef>
            <a:spcAft>
              <a:spcPts val="600"/>
            </a:spcAft>
          </a:pPr>
          <a:endParaRPr lang="en-US" sz="1500"/>
        </a:p>
      </dgm:t>
    </dgm:pt>
    <dgm:pt modelId="{83820DC7-EB02-4D48-BAF9-FFDF75981D36}" type="sibTrans" cxnId="{210811E0-1663-446F-9BBE-EAD4EB89EDB6}">
      <dgm:prSet/>
      <dgm:spPr/>
      <dgm:t>
        <a:bodyPr/>
        <a:lstStyle/>
        <a:p>
          <a:pPr>
            <a:spcBef>
              <a:spcPts val="600"/>
            </a:spcBef>
            <a:spcAft>
              <a:spcPts val="600"/>
            </a:spcAft>
          </a:pPr>
          <a:endParaRPr lang="en-US" sz="1500"/>
        </a:p>
      </dgm:t>
    </dgm:pt>
    <dgm:pt modelId="{A9DC0431-700C-4A5D-BE21-A841132BC241}">
      <dgm:prSet phldrT="[Text]" custT="1"/>
      <dgm:spPr>
        <a:solidFill>
          <a:srgbClr val="004F71"/>
        </a:solidFill>
      </dgm:spPr>
      <dgm:t>
        <a:bodyPr/>
        <a:lstStyle/>
        <a:p>
          <a:pPr>
            <a:spcBef>
              <a:spcPts val="600"/>
            </a:spcBef>
            <a:spcAft>
              <a:spcPts val="600"/>
            </a:spcAft>
          </a:pPr>
          <a:r>
            <a:rPr lang="en-US" sz="1500" b="0" dirty="0"/>
            <a:t>Structure</a:t>
          </a:r>
        </a:p>
      </dgm:t>
    </dgm:pt>
    <dgm:pt modelId="{163D7859-EE59-4ABF-9DFB-D0A9C0F37004}" type="parTrans" cxnId="{FACE192E-877A-4DFC-A19B-2A7545B4211C}">
      <dgm:prSet/>
      <dgm:spPr/>
      <dgm:t>
        <a:bodyPr/>
        <a:lstStyle/>
        <a:p>
          <a:pPr>
            <a:spcBef>
              <a:spcPts val="600"/>
            </a:spcBef>
            <a:spcAft>
              <a:spcPts val="600"/>
            </a:spcAft>
          </a:pPr>
          <a:endParaRPr lang="en-US" sz="1500"/>
        </a:p>
      </dgm:t>
    </dgm:pt>
    <dgm:pt modelId="{24980FBA-02F5-49BD-A536-CFC82B55A04C}" type="sibTrans" cxnId="{FACE192E-877A-4DFC-A19B-2A7545B4211C}">
      <dgm:prSet/>
      <dgm:spPr/>
      <dgm:t>
        <a:bodyPr/>
        <a:lstStyle/>
        <a:p>
          <a:pPr>
            <a:spcBef>
              <a:spcPts val="600"/>
            </a:spcBef>
            <a:spcAft>
              <a:spcPts val="600"/>
            </a:spcAft>
          </a:pPr>
          <a:endParaRPr lang="en-US" sz="1500"/>
        </a:p>
      </dgm:t>
    </dgm:pt>
    <dgm:pt modelId="{9395AE79-F38F-45DE-90A6-43CEF44D4BDD}">
      <dgm:prSet phldrT="[Text]" custT="1"/>
      <dgm:spPr>
        <a:solidFill>
          <a:srgbClr val="004F71"/>
        </a:solidFill>
      </dgm:spPr>
      <dgm:t>
        <a:bodyPr/>
        <a:lstStyle/>
        <a:p>
          <a:pPr>
            <a:spcBef>
              <a:spcPts val="600"/>
            </a:spcBef>
            <a:spcAft>
              <a:spcPts val="600"/>
            </a:spcAft>
          </a:pPr>
          <a:r>
            <a:rPr lang="en-US" sz="1500" b="0" dirty="0"/>
            <a:t>Function</a:t>
          </a:r>
        </a:p>
      </dgm:t>
    </dgm:pt>
    <dgm:pt modelId="{3B3E316A-5F5E-403D-817E-9A4E7B6BAD42}" type="parTrans" cxnId="{753A0DF4-FCD8-4DEC-A3FC-D961482C9DF1}">
      <dgm:prSet/>
      <dgm:spPr/>
      <dgm:t>
        <a:bodyPr/>
        <a:lstStyle/>
        <a:p>
          <a:pPr>
            <a:spcBef>
              <a:spcPts val="600"/>
            </a:spcBef>
            <a:spcAft>
              <a:spcPts val="600"/>
            </a:spcAft>
          </a:pPr>
          <a:endParaRPr lang="en-US" sz="1500"/>
        </a:p>
      </dgm:t>
    </dgm:pt>
    <dgm:pt modelId="{F641D1F6-459A-4C75-B6EA-3FEF80938226}" type="sibTrans" cxnId="{753A0DF4-FCD8-4DEC-A3FC-D961482C9DF1}">
      <dgm:prSet/>
      <dgm:spPr/>
      <dgm:t>
        <a:bodyPr/>
        <a:lstStyle/>
        <a:p>
          <a:pPr>
            <a:spcBef>
              <a:spcPts val="600"/>
            </a:spcBef>
            <a:spcAft>
              <a:spcPts val="600"/>
            </a:spcAft>
          </a:pPr>
          <a:endParaRPr lang="en-US" sz="1500"/>
        </a:p>
      </dgm:t>
    </dgm:pt>
    <dgm:pt modelId="{CD2AE1AA-1264-4090-96B7-3559E4E85BFB}">
      <dgm:prSet phldrT="[Text]" custT="1"/>
      <dgm:spPr>
        <a:solidFill>
          <a:srgbClr val="004F71"/>
        </a:solidFill>
      </dgm:spPr>
      <dgm:t>
        <a:bodyPr/>
        <a:lstStyle/>
        <a:p>
          <a:pPr>
            <a:spcBef>
              <a:spcPts val="600"/>
            </a:spcBef>
            <a:spcAft>
              <a:spcPts val="600"/>
            </a:spcAft>
          </a:pPr>
          <a:r>
            <a:rPr lang="en-US" sz="1500" b="0" dirty="0"/>
            <a:t>Wiring Standards</a:t>
          </a:r>
        </a:p>
      </dgm:t>
    </dgm:pt>
    <dgm:pt modelId="{338A99BA-A1FB-4C0C-AE72-C1BF51A6A31A}" type="parTrans" cxnId="{3AB11E63-7B9A-4AC3-8068-33DCED4F8781}">
      <dgm:prSet/>
      <dgm:spPr/>
      <dgm:t>
        <a:bodyPr/>
        <a:lstStyle/>
        <a:p>
          <a:pPr>
            <a:spcBef>
              <a:spcPts val="600"/>
            </a:spcBef>
            <a:spcAft>
              <a:spcPts val="600"/>
            </a:spcAft>
          </a:pPr>
          <a:endParaRPr lang="en-US" sz="1500"/>
        </a:p>
      </dgm:t>
    </dgm:pt>
    <dgm:pt modelId="{B1571750-D1C6-4361-9636-FDC0573CADC2}" type="sibTrans" cxnId="{3AB11E63-7B9A-4AC3-8068-33DCED4F8781}">
      <dgm:prSet/>
      <dgm:spPr/>
      <dgm:t>
        <a:bodyPr/>
        <a:lstStyle/>
        <a:p>
          <a:pPr>
            <a:spcBef>
              <a:spcPts val="600"/>
            </a:spcBef>
            <a:spcAft>
              <a:spcPts val="600"/>
            </a:spcAft>
          </a:pPr>
          <a:endParaRPr lang="en-US" sz="1500"/>
        </a:p>
      </dgm:t>
    </dgm:pt>
    <dgm:pt modelId="{EA988C86-CC14-48A1-B87A-409A591F1153}">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Facilitates cable management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22D88AC6-45D8-403C-B3C0-7D1D1B1BAA1D}" type="parTrans" cxnId="{A6E25A09-13C8-4C8E-B13A-786B774C770B}">
      <dgm:prSet/>
      <dgm:spPr/>
      <dgm:t>
        <a:bodyPr/>
        <a:lstStyle/>
        <a:p>
          <a:pPr>
            <a:spcBef>
              <a:spcPts val="600"/>
            </a:spcBef>
            <a:spcAft>
              <a:spcPts val="600"/>
            </a:spcAft>
          </a:pPr>
          <a:endParaRPr lang="en-US" sz="1500"/>
        </a:p>
      </dgm:t>
    </dgm:pt>
    <dgm:pt modelId="{B604BE00-6164-49D7-94EB-3F6FFCF61A14}" type="sibTrans" cxnId="{A6E25A09-13C8-4C8E-B13A-786B774C770B}">
      <dgm:prSet/>
      <dgm:spPr/>
      <dgm:t>
        <a:bodyPr/>
        <a:lstStyle/>
        <a:p>
          <a:pPr>
            <a:spcBef>
              <a:spcPts val="600"/>
            </a:spcBef>
            <a:spcAft>
              <a:spcPts val="600"/>
            </a:spcAft>
          </a:pPr>
          <a:endParaRPr lang="en-US" sz="1500"/>
        </a:p>
      </dgm:t>
    </dgm:pt>
    <dgm:pt modelId="{FB509B4E-56ED-40F3-A1E2-499CDDBEA1AF}">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Punch down blocks at rear for cable termination</a:t>
          </a:r>
        </a:p>
      </dgm:t>
    </dgm:pt>
    <dgm:pt modelId="{9E9E2DCF-FEF2-4463-8613-947329B24D6C}" type="parTrans" cxnId="{37E8BF01-8B68-44FD-9E60-74CB902B1096}">
      <dgm:prSet/>
      <dgm:spPr/>
      <dgm:t>
        <a:bodyPr/>
        <a:lstStyle/>
        <a:p>
          <a:pPr>
            <a:spcBef>
              <a:spcPts val="600"/>
            </a:spcBef>
            <a:spcAft>
              <a:spcPts val="600"/>
            </a:spcAft>
          </a:pPr>
          <a:endParaRPr lang="en-US" sz="1500"/>
        </a:p>
      </dgm:t>
    </dgm:pt>
    <dgm:pt modelId="{2EAC110E-510A-4E58-9B3C-E23E059D928A}" type="sibTrans" cxnId="{37E8BF01-8B68-44FD-9E60-74CB902B1096}">
      <dgm:prSet/>
      <dgm:spPr/>
      <dgm:t>
        <a:bodyPr/>
        <a:lstStyle/>
        <a:p>
          <a:pPr>
            <a:spcBef>
              <a:spcPts val="600"/>
            </a:spcBef>
            <a:spcAft>
              <a:spcPts val="600"/>
            </a:spcAft>
          </a:pPr>
          <a:endParaRPr lang="en-US" sz="1500"/>
        </a:p>
      </dgm:t>
    </dgm:pt>
    <dgm:pt modelId="{DC00BBB4-E0DE-4DDE-91B4-52D7BCB7AA99}">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RJ45 ports in front for device connections</a:t>
          </a:r>
        </a:p>
      </dgm:t>
    </dgm:pt>
    <dgm:pt modelId="{CD247479-921A-456C-81D3-9012FFDEEB73}" type="parTrans" cxnId="{B2273D01-AFDB-468C-A004-3E68BC474781}">
      <dgm:prSet/>
      <dgm:spPr/>
      <dgm:t>
        <a:bodyPr/>
        <a:lstStyle/>
        <a:p>
          <a:pPr>
            <a:spcBef>
              <a:spcPts val="600"/>
            </a:spcBef>
            <a:spcAft>
              <a:spcPts val="600"/>
            </a:spcAft>
          </a:pPr>
          <a:endParaRPr lang="en-US" sz="1500"/>
        </a:p>
      </dgm:t>
    </dgm:pt>
    <dgm:pt modelId="{6E1C69E2-681A-4461-95A9-4CB88A7014F8}" type="sibTrans" cxnId="{B2273D01-AFDB-468C-A004-3E68BC474781}">
      <dgm:prSet/>
      <dgm:spPr/>
      <dgm:t>
        <a:bodyPr/>
        <a:lstStyle/>
        <a:p>
          <a:pPr>
            <a:spcBef>
              <a:spcPts val="600"/>
            </a:spcBef>
            <a:spcAft>
              <a:spcPts val="600"/>
            </a:spcAft>
          </a:pPr>
          <a:endParaRPr lang="en-US" sz="1500"/>
        </a:p>
      </dgm:t>
    </dgm:pt>
    <dgm:pt modelId="{07C4CAEA-2B27-491E-8F16-54784B3AC5E9}">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IDC terminals allow for secure and compact cable termination</a:t>
          </a:r>
        </a:p>
      </dgm:t>
    </dgm:pt>
    <dgm:pt modelId="{F1CC6336-CC2E-47DE-9E78-01EF8C97D294}" type="parTrans" cxnId="{AB5348C6-C5AE-46FA-895D-E81CDD7AC5AE}">
      <dgm:prSet/>
      <dgm:spPr/>
      <dgm:t>
        <a:bodyPr/>
        <a:lstStyle/>
        <a:p>
          <a:pPr>
            <a:spcBef>
              <a:spcPts val="600"/>
            </a:spcBef>
            <a:spcAft>
              <a:spcPts val="600"/>
            </a:spcAft>
          </a:pPr>
          <a:endParaRPr lang="en-US" sz="1500"/>
        </a:p>
      </dgm:t>
    </dgm:pt>
    <dgm:pt modelId="{935DF5EA-415B-4C54-9073-C7982EA4E201}" type="sibTrans" cxnId="{AB5348C6-C5AE-46FA-895D-E81CDD7AC5AE}">
      <dgm:prSet/>
      <dgm:spPr/>
      <dgm:t>
        <a:bodyPr/>
        <a:lstStyle/>
        <a:p>
          <a:pPr>
            <a:spcBef>
              <a:spcPts val="600"/>
            </a:spcBef>
            <a:spcAft>
              <a:spcPts val="600"/>
            </a:spcAft>
          </a:pPr>
          <a:endParaRPr lang="en-US" sz="1500"/>
        </a:p>
      </dgm:t>
    </dgm:pt>
    <dgm:pt modelId="{2A9C14A1-0718-4A6F-9200-89CC8F28406C}">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RJ45 ports enable easy reconfiguration of network connections</a:t>
          </a:r>
        </a:p>
      </dgm:t>
    </dgm:pt>
    <dgm:pt modelId="{38A2AEFB-FBE3-4A0F-89ED-54191B30D798}" type="parTrans" cxnId="{6435A290-15AD-487D-9E43-7864B9ED6C81}">
      <dgm:prSet/>
      <dgm:spPr/>
      <dgm:t>
        <a:bodyPr/>
        <a:lstStyle/>
        <a:p>
          <a:pPr>
            <a:spcBef>
              <a:spcPts val="600"/>
            </a:spcBef>
            <a:spcAft>
              <a:spcPts val="600"/>
            </a:spcAft>
          </a:pPr>
          <a:endParaRPr lang="en-US" sz="1500"/>
        </a:p>
      </dgm:t>
    </dgm:pt>
    <dgm:pt modelId="{627D2D1B-3484-4F6E-9DF8-066B9B2D8B68}" type="sibTrans" cxnId="{6435A290-15AD-487D-9E43-7864B9ED6C81}">
      <dgm:prSet/>
      <dgm:spPr/>
      <dgm:t>
        <a:bodyPr/>
        <a:lstStyle/>
        <a:p>
          <a:pPr>
            <a:spcBef>
              <a:spcPts val="600"/>
            </a:spcBef>
            <a:spcAft>
              <a:spcPts val="600"/>
            </a:spcAft>
          </a:pPr>
          <a:endParaRPr lang="en-US" sz="1500"/>
        </a:p>
      </dgm:t>
    </dgm:pt>
    <dgm:pt modelId="{BCDEA8CB-29C1-4CD6-A63B-DF95F1F7CEF6}">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Supports T568A wiring schemes</a:t>
          </a:r>
        </a:p>
      </dgm:t>
    </dgm:pt>
    <dgm:pt modelId="{0645A6AC-586D-42D4-A51C-EE8465C5BFB3}" type="parTrans" cxnId="{ED7FCCEB-7102-4CE6-BE9C-C3E859CE2314}">
      <dgm:prSet/>
      <dgm:spPr/>
      <dgm:t>
        <a:bodyPr/>
        <a:lstStyle/>
        <a:p>
          <a:pPr>
            <a:spcBef>
              <a:spcPts val="600"/>
            </a:spcBef>
            <a:spcAft>
              <a:spcPts val="600"/>
            </a:spcAft>
          </a:pPr>
          <a:endParaRPr lang="en-US" sz="1500"/>
        </a:p>
      </dgm:t>
    </dgm:pt>
    <dgm:pt modelId="{A7DB346A-0762-46DB-BEB4-84FFA50FDB19}" type="sibTrans" cxnId="{ED7FCCEB-7102-4CE6-BE9C-C3E859CE2314}">
      <dgm:prSet/>
      <dgm:spPr/>
      <dgm:t>
        <a:bodyPr/>
        <a:lstStyle/>
        <a:p>
          <a:pPr>
            <a:spcBef>
              <a:spcPts val="600"/>
            </a:spcBef>
            <a:spcAft>
              <a:spcPts val="600"/>
            </a:spcAft>
          </a:pPr>
          <a:endParaRPr lang="en-US" sz="1500"/>
        </a:p>
      </dgm:t>
    </dgm:pt>
    <dgm:pt modelId="{3D8C9C59-DEDC-49D1-B9F6-C3027D84119A}">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500" dirty="0">
              <a:solidFill>
                <a:srgbClr val="20282F"/>
              </a:solidFill>
            </a:rPr>
            <a:t>Supports T568B wiring schemes</a:t>
          </a:r>
        </a:p>
      </dgm:t>
    </dgm:pt>
    <dgm:pt modelId="{ADD15EC5-06CC-4928-BF88-E661BB3F234C}" type="parTrans" cxnId="{409D4981-C936-46D1-A6F0-FD522F3A3C45}">
      <dgm:prSet/>
      <dgm:spPr/>
      <dgm:t>
        <a:bodyPr/>
        <a:lstStyle/>
        <a:p>
          <a:pPr>
            <a:spcBef>
              <a:spcPts val="600"/>
            </a:spcBef>
            <a:spcAft>
              <a:spcPts val="600"/>
            </a:spcAft>
          </a:pPr>
          <a:endParaRPr lang="en-US" sz="1500"/>
        </a:p>
      </dgm:t>
    </dgm:pt>
    <dgm:pt modelId="{D3951DB5-561E-4C2B-88DD-B545B9AB1949}" type="sibTrans" cxnId="{409D4981-C936-46D1-A6F0-FD522F3A3C45}">
      <dgm:prSet/>
      <dgm:spPr/>
      <dgm:t>
        <a:bodyPr/>
        <a:lstStyle/>
        <a:p>
          <a:pPr>
            <a:spcBef>
              <a:spcPts val="600"/>
            </a:spcBef>
            <a:spcAft>
              <a:spcPts val="600"/>
            </a:spcAft>
          </a:pPr>
          <a:endParaRPr lang="en-US" sz="1500"/>
        </a:p>
      </dgm:t>
    </dgm:pt>
    <dgm:pt modelId="{E6ED40B1-94AC-4238-AC92-9EF003B45AEA}" type="pres">
      <dgm:prSet presAssocID="{B23FB0D5-419D-45C1-99A7-C2D2FCAA1A8A}" presName="Name0" presStyleCnt="0">
        <dgm:presLayoutVars>
          <dgm:dir/>
          <dgm:animLvl val="lvl"/>
          <dgm:resizeHandles val="exact"/>
        </dgm:presLayoutVars>
      </dgm:prSet>
      <dgm:spPr/>
    </dgm:pt>
    <dgm:pt modelId="{14B5BDF8-7336-4F84-B636-2993D45B586C}" type="pres">
      <dgm:prSet presAssocID="{B0040417-8465-4FE5-8F5E-23B1C17525A7}" presName="composite" presStyleCnt="0"/>
      <dgm:spPr/>
    </dgm:pt>
    <dgm:pt modelId="{68C4A30E-E2A2-4DE5-AD66-E64769C872AB}" type="pres">
      <dgm:prSet presAssocID="{B0040417-8465-4FE5-8F5E-23B1C17525A7}" presName="parTx" presStyleLbl="alignNode1" presStyleIdx="0" presStyleCnt="4">
        <dgm:presLayoutVars>
          <dgm:chMax val="0"/>
          <dgm:chPref val="0"/>
          <dgm:bulletEnabled val="1"/>
        </dgm:presLayoutVars>
      </dgm:prSet>
      <dgm:spPr/>
    </dgm:pt>
    <dgm:pt modelId="{85B74216-A953-4D92-9671-0FE1DBC9A749}" type="pres">
      <dgm:prSet presAssocID="{B0040417-8465-4FE5-8F5E-23B1C17525A7}" presName="desTx" presStyleLbl="alignAccFollowNode1" presStyleIdx="0" presStyleCnt="4">
        <dgm:presLayoutVars>
          <dgm:bulletEnabled val="1"/>
        </dgm:presLayoutVars>
      </dgm:prSet>
      <dgm:spPr/>
    </dgm:pt>
    <dgm:pt modelId="{339BC9E4-8070-41E6-A6DF-2DEB24722810}" type="pres">
      <dgm:prSet presAssocID="{83820DC7-EB02-4D48-BAF9-FFDF75981D36}" presName="space" presStyleCnt="0"/>
      <dgm:spPr/>
    </dgm:pt>
    <dgm:pt modelId="{586BEF98-CC49-487B-93D4-F01656065E13}" type="pres">
      <dgm:prSet presAssocID="{A9DC0431-700C-4A5D-BE21-A841132BC241}" presName="composite" presStyleCnt="0"/>
      <dgm:spPr/>
    </dgm:pt>
    <dgm:pt modelId="{716C5FBA-3612-4BC7-A3CA-29CE4314B0F2}" type="pres">
      <dgm:prSet presAssocID="{A9DC0431-700C-4A5D-BE21-A841132BC241}" presName="parTx" presStyleLbl="alignNode1" presStyleIdx="1" presStyleCnt="4">
        <dgm:presLayoutVars>
          <dgm:chMax val="0"/>
          <dgm:chPref val="0"/>
          <dgm:bulletEnabled val="1"/>
        </dgm:presLayoutVars>
      </dgm:prSet>
      <dgm:spPr/>
    </dgm:pt>
    <dgm:pt modelId="{818BF4CC-8CD8-45CA-80FC-234D475809C6}" type="pres">
      <dgm:prSet presAssocID="{A9DC0431-700C-4A5D-BE21-A841132BC241}" presName="desTx" presStyleLbl="alignAccFollowNode1" presStyleIdx="1" presStyleCnt="4" custLinFactNeighborY="319">
        <dgm:presLayoutVars>
          <dgm:bulletEnabled val="1"/>
        </dgm:presLayoutVars>
      </dgm:prSet>
      <dgm:spPr/>
    </dgm:pt>
    <dgm:pt modelId="{E91095BC-2AF9-4DBD-9076-0897214CA52C}" type="pres">
      <dgm:prSet presAssocID="{24980FBA-02F5-49BD-A536-CFC82B55A04C}" presName="space" presStyleCnt="0"/>
      <dgm:spPr/>
    </dgm:pt>
    <dgm:pt modelId="{69DE44B9-8D9C-42B7-86FD-AC3D508E50AA}" type="pres">
      <dgm:prSet presAssocID="{9395AE79-F38F-45DE-90A6-43CEF44D4BDD}" presName="composite" presStyleCnt="0"/>
      <dgm:spPr/>
    </dgm:pt>
    <dgm:pt modelId="{75A15283-52C7-4E20-A3BA-CA767DE71A18}" type="pres">
      <dgm:prSet presAssocID="{9395AE79-F38F-45DE-90A6-43CEF44D4BDD}" presName="parTx" presStyleLbl="alignNode1" presStyleIdx="2" presStyleCnt="4">
        <dgm:presLayoutVars>
          <dgm:chMax val="0"/>
          <dgm:chPref val="0"/>
          <dgm:bulletEnabled val="1"/>
        </dgm:presLayoutVars>
      </dgm:prSet>
      <dgm:spPr/>
    </dgm:pt>
    <dgm:pt modelId="{F1492C0D-C27C-4FE9-9B21-CA5007616FC2}" type="pres">
      <dgm:prSet presAssocID="{9395AE79-F38F-45DE-90A6-43CEF44D4BDD}" presName="desTx" presStyleLbl="alignAccFollowNode1" presStyleIdx="2" presStyleCnt="4">
        <dgm:presLayoutVars>
          <dgm:bulletEnabled val="1"/>
        </dgm:presLayoutVars>
      </dgm:prSet>
      <dgm:spPr/>
    </dgm:pt>
    <dgm:pt modelId="{1291B187-AC7D-42C8-BC16-E22528A53685}" type="pres">
      <dgm:prSet presAssocID="{F641D1F6-459A-4C75-B6EA-3FEF80938226}" presName="space" presStyleCnt="0"/>
      <dgm:spPr/>
    </dgm:pt>
    <dgm:pt modelId="{7C17E9A2-F78D-444D-A673-85A4F3DEAF7A}" type="pres">
      <dgm:prSet presAssocID="{CD2AE1AA-1264-4090-96B7-3559E4E85BFB}" presName="composite" presStyleCnt="0"/>
      <dgm:spPr/>
    </dgm:pt>
    <dgm:pt modelId="{19B6D125-5957-4C8C-8A0B-E87C44095A3F}" type="pres">
      <dgm:prSet presAssocID="{CD2AE1AA-1264-4090-96B7-3559E4E85BFB}" presName="parTx" presStyleLbl="alignNode1" presStyleIdx="3" presStyleCnt="4">
        <dgm:presLayoutVars>
          <dgm:chMax val="0"/>
          <dgm:chPref val="0"/>
          <dgm:bulletEnabled val="1"/>
        </dgm:presLayoutVars>
      </dgm:prSet>
      <dgm:spPr/>
    </dgm:pt>
    <dgm:pt modelId="{8EA08F54-86BB-4169-8B61-FD573876411C}" type="pres">
      <dgm:prSet presAssocID="{CD2AE1AA-1264-4090-96B7-3559E4E85BFB}" presName="desTx" presStyleLbl="alignAccFollowNode1" presStyleIdx="3" presStyleCnt="4">
        <dgm:presLayoutVars>
          <dgm:bulletEnabled val="1"/>
        </dgm:presLayoutVars>
      </dgm:prSet>
      <dgm:spPr/>
    </dgm:pt>
  </dgm:ptLst>
  <dgm:cxnLst>
    <dgm:cxn modelId="{B2273D01-AFDB-468C-A004-3E68BC474781}" srcId="{A9DC0431-700C-4A5D-BE21-A841132BC241}" destId="{DC00BBB4-E0DE-4DDE-91B4-52D7BCB7AA99}" srcOrd="1" destOrd="0" parTransId="{CD247479-921A-456C-81D3-9012FFDEEB73}" sibTransId="{6E1C69E2-681A-4461-95A9-4CB88A7014F8}"/>
    <dgm:cxn modelId="{37E8BF01-8B68-44FD-9E60-74CB902B1096}" srcId="{A9DC0431-700C-4A5D-BE21-A841132BC241}" destId="{FB509B4E-56ED-40F3-A1E2-499CDDBEA1AF}" srcOrd="0" destOrd="0" parTransId="{9E9E2DCF-FEF2-4463-8613-947329B24D6C}" sibTransId="{2EAC110E-510A-4E58-9B3C-E23E059D928A}"/>
    <dgm:cxn modelId="{8F66B403-B6F6-48E8-822B-AA5955EB07F2}" type="presOf" srcId="{07C4CAEA-2B27-491E-8F16-54784B3AC5E9}" destId="{F1492C0D-C27C-4FE9-9B21-CA5007616FC2}" srcOrd="0" destOrd="0" presId="urn:microsoft.com/office/officeart/2005/8/layout/hList1"/>
    <dgm:cxn modelId="{A6E25A09-13C8-4C8E-B13A-786B774C770B}" srcId="{B0040417-8465-4FE5-8F5E-23B1C17525A7}" destId="{EA988C86-CC14-48A1-B87A-409A591F1153}" srcOrd="0" destOrd="0" parTransId="{22D88AC6-45D8-403C-B3C0-7D1D1B1BAA1D}" sibTransId="{B604BE00-6164-49D7-94EB-3F6FFCF61A14}"/>
    <dgm:cxn modelId="{C6F7761B-9BF4-4D69-8D1F-C5A7D729CE10}" type="presOf" srcId="{CD2AE1AA-1264-4090-96B7-3559E4E85BFB}" destId="{19B6D125-5957-4C8C-8A0B-E87C44095A3F}" srcOrd="0" destOrd="0" presId="urn:microsoft.com/office/officeart/2005/8/layout/hList1"/>
    <dgm:cxn modelId="{FACE192E-877A-4DFC-A19B-2A7545B4211C}" srcId="{B23FB0D5-419D-45C1-99A7-C2D2FCAA1A8A}" destId="{A9DC0431-700C-4A5D-BE21-A841132BC241}" srcOrd="1" destOrd="0" parTransId="{163D7859-EE59-4ABF-9DFB-D0A9C0F37004}" sibTransId="{24980FBA-02F5-49BD-A536-CFC82B55A04C}"/>
    <dgm:cxn modelId="{53A7733C-C563-4475-B0AB-36472B1A5342}" type="presOf" srcId="{BCDEA8CB-29C1-4CD6-A63B-DF95F1F7CEF6}" destId="{8EA08F54-86BB-4169-8B61-FD573876411C}" srcOrd="0" destOrd="0" presId="urn:microsoft.com/office/officeart/2005/8/layout/hList1"/>
    <dgm:cxn modelId="{B595823E-2450-42EF-ACCE-9B2FBB0CF67A}" type="presOf" srcId="{FB509B4E-56ED-40F3-A1E2-499CDDBEA1AF}" destId="{818BF4CC-8CD8-45CA-80FC-234D475809C6}" srcOrd="0" destOrd="0" presId="urn:microsoft.com/office/officeart/2005/8/layout/hList1"/>
    <dgm:cxn modelId="{3AB11E63-7B9A-4AC3-8068-33DCED4F8781}" srcId="{B23FB0D5-419D-45C1-99A7-C2D2FCAA1A8A}" destId="{CD2AE1AA-1264-4090-96B7-3559E4E85BFB}" srcOrd="3" destOrd="0" parTransId="{338A99BA-A1FB-4C0C-AE72-C1BF51A6A31A}" sibTransId="{B1571750-D1C6-4361-9636-FDC0573CADC2}"/>
    <dgm:cxn modelId="{88BCEF65-E430-4AAC-9DFB-2D8696C0291D}" type="presOf" srcId="{3D8C9C59-DEDC-49D1-B9F6-C3027D84119A}" destId="{8EA08F54-86BB-4169-8B61-FD573876411C}" srcOrd="0" destOrd="1" presId="urn:microsoft.com/office/officeart/2005/8/layout/hList1"/>
    <dgm:cxn modelId="{409D4981-C936-46D1-A6F0-FD522F3A3C45}" srcId="{CD2AE1AA-1264-4090-96B7-3559E4E85BFB}" destId="{3D8C9C59-DEDC-49D1-B9F6-C3027D84119A}" srcOrd="1" destOrd="0" parTransId="{ADD15EC5-06CC-4928-BF88-E661BB3F234C}" sibTransId="{D3951DB5-561E-4C2B-88DD-B545B9AB1949}"/>
    <dgm:cxn modelId="{6139E881-7411-4845-A24D-E11D165697E8}" type="presOf" srcId="{2A9C14A1-0718-4A6F-9200-89CC8F28406C}" destId="{F1492C0D-C27C-4FE9-9B21-CA5007616FC2}" srcOrd="0" destOrd="1" presId="urn:microsoft.com/office/officeart/2005/8/layout/hList1"/>
    <dgm:cxn modelId="{AE02BB87-3775-4FA9-A2F8-216D58707B8C}" type="presOf" srcId="{9395AE79-F38F-45DE-90A6-43CEF44D4BDD}" destId="{75A15283-52C7-4E20-A3BA-CA767DE71A18}" srcOrd="0" destOrd="0" presId="urn:microsoft.com/office/officeart/2005/8/layout/hList1"/>
    <dgm:cxn modelId="{6435A290-15AD-487D-9E43-7864B9ED6C81}" srcId="{9395AE79-F38F-45DE-90A6-43CEF44D4BDD}" destId="{2A9C14A1-0718-4A6F-9200-89CC8F28406C}" srcOrd="1" destOrd="0" parTransId="{38A2AEFB-FBE3-4A0F-89ED-54191B30D798}" sibTransId="{627D2D1B-3484-4F6E-9DF8-066B9B2D8B68}"/>
    <dgm:cxn modelId="{B1DD93A4-42C7-4A38-98EF-B60CABDEBBD3}" type="presOf" srcId="{A9DC0431-700C-4A5D-BE21-A841132BC241}" destId="{716C5FBA-3612-4BC7-A3CA-29CE4314B0F2}" srcOrd="0" destOrd="0" presId="urn:microsoft.com/office/officeart/2005/8/layout/hList1"/>
    <dgm:cxn modelId="{698CD7A5-1381-485A-AE9E-6BF315FE88ED}" type="presOf" srcId="{DC00BBB4-E0DE-4DDE-91B4-52D7BCB7AA99}" destId="{818BF4CC-8CD8-45CA-80FC-234D475809C6}" srcOrd="0" destOrd="1" presId="urn:microsoft.com/office/officeart/2005/8/layout/hList1"/>
    <dgm:cxn modelId="{77393DBB-BA4D-4379-A947-727264091ACA}" type="presOf" srcId="{B23FB0D5-419D-45C1-99A7-C2D2FCAA1A8A}" destId="{E6ED40B1-94AC-4238-AC92-9EF003B45AEA}" srcOrd="0" destOrd="0" presId="urn:microsoft.com/office/officeart/2005/8/layout/hList1"/>
    <dgm:cxn modelId="{AB5348C6-C5AE-46FA-895D-E81CDD7AC5AE}" srcId="{9395AE79-F38F-45DE-90A6-43CEF44D4BDD}" destId="{07C4CAEA-2B27-491E-8F16-54784B3AC5E9}" srcOrd="0" destOrd="0" parTransId="{F1CC6336-CC2E-47DE-9E78-01EF8C97D294}" sibTransId="{935DF5EA-415B-4C54-9073-C7982EA4E201}"/>
    <dgm:cxn modelId="{210811E0-1663-446F-9BBE-EAD4EB89EDB6}" srcId="{B23FB0D5-419D-45C1-99A7-C2D2FCAA1A8A}" destId="{B0040417-8465-4FE5-8F5E-23B1C17525A7}" srcOrd="0" destOrd="0" parTransId="{4967C049-CD49-4D0F-8E21-4ECB4139B967}" sibTransId="{83820DC7-EB02-4D48-BAF9-FFDF75981D36}"/>
    <dgm:cxn modelId="{AB4055E3-E8BE-46E7-8F97-5D3D39C4FD5A}" type="presOf" srcId="{EA988C86-CC14-48A1-B87A-409A591F1153}" destId="{85B74216-A953-4D92-9671-0FE1DBC9A749}" srcOrd="0" destOrd="0" presId="urn:microsoft.com/office/officeart/2005/8/layout/hList1"/>
    <dgm:cxn modelId="{E29518E6-A1A9-4F05-A5D4-40C4556DAB16}" type="presOf" srcId="{B0040417-8465-4FE5-8F5E-23B1C17525A7}" destId="{68C4A30E-E2A2-4DE5-AD66-E64769C872AB}" srcOrd="0" destOrd="0" presId="urn:microsoft.com/office/officeart/2005/8/layout/hList1"/>
    <dgm:cxn modelId="{ED7FCCEB-7102-4CE6-BE9C-C3E859CE2314}" srcId="{CD2AE1AA-1264-4090-96B7-3559E4E85BFB}" destId="{BCDEA8CB-29C1-4CD6-A63B-DF95F1F7CEF6}" srcOrd="0" destOrd="0" parTransId="{0645A6AC-586D-42D4-A51C-EE8465C5BFB3}" sibTransId="{A7DB346A-0762-46DB-BEB4-84FFA50FDB19}"/>
    <dgm:cxn modelId="{753A0DF4-FCD8-4DEC-A3FC-D961482C9DF1}" srcId="{B23FB0D5-419D-45C1-99A7-C2D2FCAA1A8A}" destId="{9395AE79-F38F-45DE-90A6-43CEF44D4BDD}" srcOrd="2" destOrd="0" parTransId="{3B3E316A-5F5E-403D-817E-9A4E7B6BAD42}" sibTransId="{F641D1F6-459A-4C75-B6EA-3FEF80938226}"/>
    <dgm:cxn modelId="{EA3A9752-5FED-4EEC-AA17-0AC5EDE1F536}" type="presParOf" srcId="{E6ED40B1-94AC-4238-AC92-9EF003B45AEA}" destId="{14B5BDF8-7336-4F84-B636-2993D45B586C}" srcOrd="0" destOrd="0" presId="urn:microsoft.com/office/officeart/2005/8/layout/hList1"/>
    <dgm:cxn modelId="{12E636E4-5E02-4277-8303-F8CBD492B430}" type="presParOf" srcId="{14B5BDF8-7336-4F84-B636-2993D45B586C}" destId="{68C4A30E-E2A2-4DE5-AD66-E64769C872AB}" srcOrd="0" destOrd="0" presId="urn:microsoft.com/office/officeart/2005/8/layout/hList1"/>
    <dgm:cxn modelId="{229FA4D0-0939-4558-A446-CF9D10D1B5E1}" type="presParOf" srcId="{14B5BDF8-7336-4F84-B636-2993D45B586C}" destId="{85B74216-A953-4D92-9671-0FE1DBC9A749}" srcOrd="1" destOrd="0" presId="urn:microsoft.com/office/officeart/2005/8/layout/hList1"/>
    <dgm:cxn modelId="{72B7DBDA-5CAF-48F4-B385-A69AE750D706}" type="presParOf" srcId="{E6ED40B1-94AC-4238-AC92-9EF003B45AEA}" destId="{339BC9E4-8070-41E6-A6DF-2DEB24722810}" srcOrd="1" destOrd="0" presId="urn:microsoft.com/office/officeart/2005/8/layout/hList1"/>
    <dgm:cxn modelId="{C87DD68A-C886-41C3-8587-E42C6F1518E9}" type="presParOf" srcId="{E6ED40B1-94AC-4238-AC92-9EF003B45AEA}" destId="{586BEF98-CC49-487B-93D4-F01656065E13}" srcOrd="2" destOrd="0" presId="urn:microsoft.com/office/officeart/2005/8/layout/hList1"/>
    <dgm:cxn modelId="{A3C2D0BA-7520-48F6-875A-91F8BB6FDF1A}" type="presParOf" srcId="{586BEF98-CC49-487B-93D4-F01656065E13}" destId="{716C5FBA-3612-4BC7-A3CA-29CE4314B0F2}" srcOrd="0" destOrd="0" presId="urn:microsoft.com/office/officeart/2005/8/layout/hList1"/>
    <dgm:cxn modelId="{47427017-91C5-4889-B60B-423BE9CC0A02}" type="presParOf" srcId="{586BEF98-CC49-487B-93D4-F01656065E13}" destId="{818BF4CC-8CD8-45CA-80FC-234D475809C6}" srcOrd="1" destOrd="0" presId="urn:microsoft.com/office/officeart/2005/8/layout/hList1"/>
    <dgm:cxn modelId="{527C68D8-9CD6-4C02-A8AF-07C110C56E01}" type="presParOf" srcId="{E6ED40B1-94AC-4238-AC92-9EF003B45AEA}" destId="{E91095BC-2AF9-4DBD-9076-0897214CA52C}" srcOrd="3" destOrd="0" presId="urn:microsoft.com/office/officeart/2005/8/layout/hList1"/>
    <dgm:cxn modelId="{22EC23D1-1330-4FE2-97C3-049015E37C81}" type="presParOf" srcId="{E6ED40B1-94AC-4238-AC92-9EF003B45AEA}" destId="{69DE44B9-8D9C-42B7-86FD-AC3D508E50AA}" srcOrd="4" destOrd="0" presId="urn:microsoft.com/office/officeart/2005/8/layout/hList1"/>
    <dgm:cxn modelId="{CB762047-33D6-40A3-8BC8-0431B39F2C48}" type="presParOf" srcId="{69DE44B9-8D9C-42B7-86FD-AC3D508E50AA}" destId="{75A15283-52C7-4E20-A3BA-CA767DE71A18}" srcOrd="0" destOrd="0" presId="urn:microsoft.com/office/officeart/2005/8/layout/hList1"/>
    <dgm:cxn modelId="{D7E76015-7254-4895-B57F-DDAAEB8A749F}" type="presParOf" srcId="{69DE44B9-8D9C-42B7-86FD-AC3D508E50AA}" destId="{F1492C0D-C27C-4FE9-9B21-CA5007616FC2}" srcOrd="1" destOrd="0" presId="urn:microsoft.com/office/officeart/2005/8/layout/hList1"/>
    <dgm:cxn modelId="{534CB9D4-EBC1-4294-A3BE-8BBFEB1F3E69}" type="presParOf" srcId="{E6ED40B1-94AC-4238-AC92-9EF003B45AEA}" destId="{1291B187-AC7D-42C8-BC16-E22528A53685}" srcOrd="5" destOrd="0" presId="urn:microsoft.com/office/officeart/2005/8/layout/hList1"/>
    <dgm:cxn modelId="{F1D355B9-BC7B-409A-AD70-784684A21710}" type="presParOf" srcId="{E6ED40B1-94AC-4238-AC92-9EF003B45AEA}" destId="{7C17E9A2-F78D-444D-A673-85A4F3DEAF7A}" srcOrd="6" destOrd="0" presId="urn:microsoft.com/office/officeart/2005/8/layout/hList1"/>
    <dgm:cxn modelId="{78B462CE-7B16-41C4-AA4B-19C546E9E5F1}" type="presParOf" srcId="{7C17E9A2-F78D-444D-A673-85A4F3DEAF7A}" destId="{19B6D125-5957-4C8C-8A0B-E87C44095A3F}" srcOrd="0" destOrd="0" presId="urn:microsoft.com/office/officeart/2005/8/layout/hList1"/>
    <dgm:cxn modelId="{6C8B7B1D-22A8-4A12-89B0-1A730D014EAF}" type="presParOf" srcId="{7C17E9A2-F78D-444D-A673-85A4F3DEAF7A}" destId="{8EA08F54-86BB-4169-8B61-FD57387641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4FB8D20-8CFB-439A-9C3C-5FB18078FBFA}"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A46F625C-01EB-426B-8DCC-8E003E7F8BFC}">
      <dgm:prSet phldrT="[Text]"/>
      <dgm:spPr>
        <a:solidFill>
          <a:srgbClr val="004F71"/>
        </a:solidFill>
      </dgm:spPr>
      <dgm:t>
        <a:bodyPr/>
        <a:lstStyle/>
        <a:p>
          <a:r>
            <a:rPr lang="en-US" b="1" dirty="0"/>
            <a:t>Preparation </a:t>
          </a:r>
        </a:p>
      </dgm:t>
    </dgm:pt>
    <dgm:pt modelId="{4A0A7634-10EC-4B14-B4B3-BC1EB789D49F}" type="parTrans" cxnId="{852AE10E-C144-420C-B0D6-F0A36E0B8EAB}">
      <dgm:prSet/>
      <dgm:spPr/>
      <dgm:t>
        <a:bodyPr/>
        <a:lstStyle/>
        <a:p>
          <a:endParaRPr lang="en-US"/>
        </a:p>
      </dgm:t>
    </dgm:pt>
    <dgm:pt modelId="{5B177269-9873-4F33-8422-19DFDB2E39EB}" type="sibTrans" cxnId="{852AE10E-C144-420C-B0D6-F0A36E0B8EAB}">
      <dgm:prSet/>
      <dgm:spPr>
        <a:solidFill>
          <a:schemeClr val="accent6"/>
        </a:solidFill>
      </dgm:spPr>
      <dgm:t>
        <a:bodyPr/>
        <a:lstStyle/>
        <a:p>
          <a:endParaRPr lang="en-US"/>
        </a:p>
      </dgm:t>
    </dgm:pt>
    <dgm:pt modelId="{A187D293-57A4-44C7-AA7C-54F6B4474C63}">
      <dgm:prSet phldrT="[Text]"/>
      <dgm:spPr>
        <a:solidFill>
          <a:srgbClr val="004F71"/>
        </a:solidFill>
      </dgm:spPr>
      <dgm:t>
        <a:bodyPr/>
        <a:lstStyle/>
        <a:p>
          <a:r>
            <a:rPr lang="en-US" b="1" dirty="0"/>
            <a:t>Pulling Cable</a:t>
          </a:r>
        </a:p>
      </dgm:t>
    </dgm:pt>
    <dgm:pt modelId="{0D2C1D7F-2DF3-4B8B-A4DA-1AB4B4F736C0}" type="parTrans" cxnId="{C8BD3A36-43CE-4FDE-A67A-13345DDF4F55}">
      <dgm:prSet/>
      <dgm:spPr/>
      <dgm:t>
        <a:bodyPr/>
        <a:lstStyle/>
        <a:p>
          <a:endParaRPr lang="en-US"/>
        </a:p>
      </dgm:t>
    </dgm:pt>
    <dgm:pt modelId="{6DAB9975-C5E5-48E3-BB71-BE10268E871D}" type="sibTrans" cxnId="{C8BD3A36-43CE-4FDE-A67A-13345DDF4F55}">
      <dgm:prSet/>
      <dgm:spPr>
        <a:solidFill>
          <a:schemeClr val="accent6"/>
        </a:solidFill>
      </dgm:spPr>
      <dgm:t>
        <a:bodyPr/>
        <a:lstStyle/>
        <a:p>
          <a:endParaRPr lang="en-US"/>
        </a:p>
      </dgm:t>
    </dgm:pt>
    <dgm:pt modelId="{5CD79498-305E-48B5-810E-D4D00F6148DF}">
      <dgm:prSet phldrT="[Text]"/>
      <dgm:spPr>
        <a:solidFill>
          <a:srgbClr val="004F71"/>
        </a:solidFill>
      </dgm:spPr>
      <dgm:t>
        <a:bodyPr/>
        <a:lstStyle/>
        <a:p>
          <a:r>
            <a:rPr lang="en-US" b="1" dirty="0"/>
            <a:t>Termination</a:t>
          </a:r>
        </a:p>
      </dgm:t>
    </dgm:pt>
    <dgm:pt modelId="{BED1EDD1-483E-4CD4-927B-FA451211C853}" type="parTrans" cxnId="{917DAFFF-596D-4366-A588-3D64150A88BF}">
      <dgm:prSet/>
      <dgm:spPr/>
      <dgm:t>
        <a:bodyPr/>
        <a:lstStyle/>
        <a:p>
          <a:endParaRPr lang="en-US"/>
        </a:p>
      </dgm:t>
    </dgm:pt>
    <dgm:pt modelId="{5A0307EE-6AC6-4902-8D83-02E6839B89B0}" type="sibTrans" cxnId="{917DAFFF-596D-4366-A588-3D64150A88BF}">
      <dgm:prSet/>
      <dgm:spPr>
        <a:solidFill>
          <a:schemeClr val="accent6"/>
        </a:solidFill>
      </dgm:spPr>
      <dgm:t>
        <a:bodyPr/>
        <a:lstStyle/>
        <a:p>
          <a:endParaRPr lang="en-US"/>
        </a:p>
      </dgm:t>
    </dgm:pt>
    <dgm:pt modelId="{8A69CEFA-B3AF-492C-887A-A4F14DD2F3B3}">
      <dgm:prSet phldrT="[Text]"/>
      <dgm:spPr>
        <a:solidFill>
          <a:srgbClr val="004F71"/>
        </a:solidFill>
      </dgm:spPr>
      <dgm:t>
        <a:bodyPr/>
        <a:lstStyle/>
        <a:p>
          <a:r>
            <a:rPr lang="en-US" b="1" dirty="0"/>
            <a:t>Connection</a:t>
          </a:r>
        </a:p>
      </dgm:t>
    </dgm:pt>
    <dgm:pt modelId="{BAD38B3C-6B5B-42C5-9F29-56D0539AB9B4}" type="parTrans" cxnId="{E7EB0230-5041-47C9-A58F-42488C18D1D3}">
      <dgm:prSet/>
      <dgm:spPr/>
      <dgm:t>
        <a:bodyPr/>
        <a:lstStyle/>
        <a:p>
          <a:endParaRPr lang="en-US"/>
        </a:p>
      </dgm:t>
    </dgm:pt>
    <dgm:pt modelId="{BB722181-AD68-4160-9FA8-FB1D75D16461}" type="sibTrans" cxnId="{E7EB0230-5041-47C9-A58F-42488C18D1D3}">
      <dgm:prSet/>
      <dgm:spPr>
        <a:solidFill>
          <a:schemeClr val="accent6"/>
        </a:solidFill>
      </dgm:spPr>
      <dgm:t>
        <a:bodyPr/>
        <a:lstStyle/>
        <a:p>
          <a:endParaRPr lang="en-US"/>
        </a:p>
      </dgm:t>
    </dgm:pt>
    <dgm:pt modelId="{597D976F-20E3-4915-AF6F-56EECB3D7F7E}">
      <dgm:prSet phldrT="[Text]"/>
      <dgm:spPr>
        <a:solidFill>
          <a:srgbClr val="004F71"/>
        </a:solidFill>
      </dgm:spPr>
      <dgm:t>
        <a:bodyPr/>
        <a:lstStyle/>
        <a:p>
          <a:r>
            <a:rPr lang="en-US" b="1" dirty="0"/>
            <a:t>Testing</a:t>
          </a:r>
        </a:p>
      </dgm:t>
    </dgm:pt>
    <dgm:pt modelId="{F6FC41E3-77EE-4276-8151-E658B7F48523}" type="parTrans" cxnId="{B0C483E7-7387-4BFD-9C57-27C7E23A9D42}">
      <dgm:prSet/>
      <dgm:spPr/>
      <dgm:t>
        <a:bodyPr/>
        <a:lstStyle/>
        <a:p>
          <a:endParaRPr lang="en-US"/>
        </a:p>
      </dgm:t>
    </dgm:pt>
    <dgm:pt modelId="{ABB1BC89-3935-46F2-B1E3-5C159B8439BB}" type="sibTrans" cxnId="{B0C483E7-7387-4BFD-9C57-27C7E23A9D42}">
      <dgm:prSet/>
      <dgm:spPr>
        <a:solidFill>
          <a:schemeClr val="accent6"/>
        </a:solidFill>
      </dgm:spPr>
      <dgm:t>
        <a:bodyPr/>
        <a:lstStyle/>
        <a:p>
          <a:endParaRPr lang="en-US"/>
        </a:p>
      </dgm:t>
    </dgm:pt>
    <dgm:pt modelId="{0A293D78-B1F4-4854-86E4-D58A8A106F4A}">
      <dgm:prSet phldrT="[Text]"/>
      <dgm:spPr>
        <a:solidFill>
          <a:srgbClr val="004F71"/>
        </a:solidFill>
      </dgm:spPr>
      <dgm:t>
        <a:bodyPr/>
        <a:lstStyle/>
        <a:p>
          <a:r>
            <a:rPr lang="en-US" b="1" dirty="0"/>
            <a:t>Documentation</a:t>
          </a:r>
        </a:p>
      </dgm:t>
    </dgm:pt>
    <dgm:pt modelId="{5E7B44A6-22BD-4DF6-B5A4-9467BA899D7C}" type="parTrans" cxnId="{242DB744-478F-4B95-BD32-95EE08861DF9}">
      <dgm:prSet/>
      <dgm:spPr/>
      <dgm:t>
        <a:bodyPr/>
        <a:lstStyle/>
        <a:p>
          <a:endParaRPr lang="en-US"/>
        </a:p>
      </dgm:t>
    </dgm:pt>
    <dgm:pt modelId="{37C67865-1E22-43A2-94CC-CDA3F31C9C4F}" type="sibTrans" cxnId="{242DB744-478F-4B95-BD32-95EE08861DF9}">
      <dgm:prSet/>
      <dgm:spPr/>
      <dgm:t>
        <a:bodyPr/>
        <a:lstStyle/>
        <a:p>
          <a:endParaRPr lang="en-US"/>
        </a:p>
      </dgm:t>
    </dgm:pt>
    <dgm:pt modelId="{EE64FCBA-2417-40BD-9341-4B081BD59D03}">
      <dgm:prSet phldrT="[Text]"/>
      <dgm:spPr>
        <a:solidFill>
          <a:schemeClr val="bg1">
            <a:lumMod val="95000"/>
            <a:alpha val="90000"/>
          </a:schemeClr>
        </a:solidFill>
        <a:ln>
          <a:solidFill>
            <a:schemeClr val="bg1">
              <a:lumMod val="85000"/>
            </a:schemeClr>
          </a:solidFill>
        </a:ln>
      </dgm:spPr>
      <dgm:t>
        <a:bodyPr/>
        <a:lstStyle/>
        <a:p>
          <a:r>
            <a:rPr lang="en-US" dirty="0"/>
            <a:t>Gather tools </a:t>
          </a:r>
        </a:p>
      </dgm:t>
    </dgm:pt>
    <dgm:pt modelId="{6DB86E05-284F-46F2-8CB5-8DF5F519DB8D}" type="parTrans" cxnId="{7B542987-0C95-4F94-85C7-DEB3415AE435}">
      <dgm:prSet/>
      <dgm:spPr/>
      <dgm:t>
        <a:bodyPr/>
        <a:lstStyle/>
        <a:p>
          <a:endParaRPr lang="en-US"/>
        </a:p>
      </dgm:t>
    </dgm:pt>
    <dgm:pt modelId="{890D9680-8E68-4174-9F5B-FCD4C4E5762D}" type="sibTrans" cxnId="{7B542987-0C95-4F94-85C7-DEB3415AE435}">
      <dgm:prSet/>
      <dgm:spPr/>
      <dgm:t>
        <a:bodyPr/>
        <a:lstStyle/>
        <a:p>
          <a:endParaRPr lang="en-US"/>
        </a:p>
      </dgm:t>
    </dgm:pt>
    <dgm:pt modelId="{C98B5A0E-FE70-4BF4-B27A-78EC45B351C9}">
      <dgm:prSet phldrT="[Text]"/>
      <dgm:spPr>
        <a:solidFill>
          <a:schemeClr val="bg1">
            <a:lumMod val="95000"/>
            <a:alpha val="90000"/>
          </a:schemeClr>
        </a:solidFill>
        <a:ln>
          <a:solidFill>
            <a:schemeClr val="bg1">
              <a:lumMod val="85000"/>
            </a:schemeClr>
          </a:solidFill>
        </a:ln>
      </dgm:spPr>
      <dgm:t>
        <a:bodyPr/>
        <a:lstStyle/>
        <a:p>
          <a:r>
            <a:rPr lang="en-US" dirty="0"/>
            <a:t>Plan route</a:t>
          </a:r>
        </a:p>
      </dgm:t>
    </dgm:pt>
    <dgm:pt modelId="{6D060CAE-A159-4EF8-B2C4-475FA76A93DF}" type="parTrans" cxnId="{1EC1D915-C041-48E0-A101-71EB54585AD1}">
      <dgm:prSet/>
      <dgm:spPr/>
      <dgm:t>
        <a:bodyPr/>
        <a:lstStyle/>
        <a:p>
          <a:endParaRPr lang="en-US"/>
        </a:p>
      </dgm:t>
    </dgm:pt>
    <dgm:pt modelId="{D815599E-6247-4FCE-A0DB-7E713DE261CA}" type="sibTrans" cxnId="{1EC1D915-C041-48E0-A101-71EB54585AD1}">
      <dgm:prSet/>
      <dgm:spPr/>
      <dgm:t>
        <a:bodyPr/>
        <a:lstStyle/>
        <a:p>
          <a:endParaRPr lang="en-US"/>
        </a:p>
      </dgm:t>
    </dgm:pt>
    <dgm:pt modelId="{3842D2EC-A764-40FE-8A7C-CAC529509464}">
      <dgm:prSet phldrT="[Text]"/>
      <dgm:spPr>
        <a:solidFill>
          <a:schemeClr val="bg1">
            <a:lumMod val="95000"/>
            <a:alpha val="90000"/>
          </a:schemeClr>
        </a:solidFill>
        <a:ln>
          <a:solidFill>
            <a:schemeClr val="bg1">
              <a:lumMod val="85000"/>
            </a:schemeClr>
          </a:solidFill>
        </a:ln>
      </dgm:spPr>
      <dgm:t>
        <a:bodyPr/>
        <a:lstStyle/>
        <a:p>
          <a:r>
            <a:rPr lang="en-US" dirty="0"/>
            <a:t>Label cables</a:t>
          </a:r>
        </a:p>
      </dgm:t>
    </dgm:pt>
    <dgm:pt modelId="{CE46B1D9-C7F8-4D12-AC11-62BF134A11D5}" type="parTrans" cxnId="{07C6B562-9AC6-48AE-9BE4-9971D07F876C}">
      <dgm:prSet/>
      <dgm:spPr/>
      <dgm:t>
        <a:bodyPr/>
        <a:lstStyle/>
        <a:p>
          <a:endParaRPr lang="en-US"/>
        </a:p>
      </dgm:t>
    </dgm:pt>
    <dgm:pt modelId="{D36AC3EB-6902-45E0-B555-793B624D9E79}" type="sibTrans" cxnId="{07C6B562-9AC6-48AE-9BE4-9971D07F876C}">
      <dgm:prSet/>
      <dgm:spPr/>
      <dgm:t>
        <a:bodyPr/>
        <a:lstStyle/>
        <a:p>
          <a:endParaRPr lang="en-US"/>
        </a:p>
      </dgm:t>
    </dgm:pt>
    <dgm:pt modelId="{49B177FA-01E5-4607-A942-6BF4C9C437C5}">
      <dgm:prSet phldrT="[Text]"/>
      <dgm:spPr>
        <a:solidFill>
          <a:schemeClr val="bg1">
            <a:lumMod val="95000"/>
            <a:alpha val="90000"/>
          </a:schemeClr>
        </a:solidFill>
        <a:ln>
          <a:solidFill>
            <a:schemeClr val="bg1">
              <a:lumMod val="85000"/>
            </a:schemeClr>
          </a:solidFill>
        </a:ln>
      </dgm:spPr>
      <dgm:t>
        <a:bodyPr/>
        <a:lstStyle/>
        <a:p>
          <a:r>
            <a:rPr lang="en-US" dirty="0"/>
            <a:t>Route cables </a:t>
          </a:r>
        </a:p>
      </dgm:t>
    </dgm:pt>
    <dgm:pt modelId="{402770EF-31B9-406D-AD53-C3CC49A5FFEE}" type="parTrans" cxnId="{83F9C7A1-8BC1-4459-9B8B-64B9479E2CF1}">
      <dgm:prSet/>
      <dgm:spPr/>
      <dgm:t>
        <a:bodyPr/>
        <a:lstStyle/>
        <a:p>
          <a:endParaRPr lang="en-US"/>
        </a:p>
      </dgm:t>
    </dgm:pt>
    <dgm:pt modelId="{D0B22282-7465-4EEE-82E3-E504DE54E4B3}" type="sibTrans" cxnId="{83F9C7A1-8BC1-4459-9B8B-64B9479E2CF1}">
      <dgm:prSet/>
      <dgm:spPr/>
      <dgm:t>
        <a:bodyPr/>
        <a:lstStyle/>
        <a:p>
          <a:endParaRPr lang="en-US"/>
        </a:p>
      </dgm:t>
    </dgm:pt>
    <dgm:pt modelId="{703D1283-99BC-4FB8-9A4D-945048118B85}">
      <dgm:prSet phldrT="[Text]"/>
      <dgm:spPr>
        <a:solidFill>
          <a:schemeClr val="bg1">
            <a:lumMod val="95000"/>
            <a:alpha val="90000"/>
          </a:schemeClr>
        </a:solidFill>
        <a:ln>
          <a:solidFill>
            <a:schemeClr val="bg1">
              <a:lumMod val="85000"/>
            </a:schemeClr>
          </a:solidFill>
        </a:ln>
      </dgm:spPr>
      <dgm:t>
        <a:bodyPr/>
        <a:lstStyle/>
        <a:p>
          <a:r>
            <a:rPr lang="en-US" dirty="0"/>
            <a:t>Bundle cables</a:t>
          </a:r>
        </a:p>
      </dgm:t>
    </dgm:pt>
    <dgm:pt modelId="{A303DF01-084B-4477-9D80-A802912FF1DE}" type="parTrans" cxnId="{25B78B91-4D73-413E-9FF5-FAB3DA4830D2}">
      <dgm:prSet/>
      <dgm:spPr/>
      <dgm:t>
        <a:bodyPr/>
        <a:lstStyle/>
        <a:p>
          <a:endParaRPr lang="en-US"/>
        </a:p>
      </dgm:t>
    </dgm:pt>
    <dgm:pt modelId="{953E245E-5A24-42F7-8339-69C809E7CEE7}" type="sibTrans" cxnId="{25B78B91-4D73-413E-9FF5-FAB3DA4830D2}">
      <dgm:prSet/>
      <dgm:spPr/>
      <dgm:t>
        <a:bodyPr/>
        <a:lstStyle/>
        <a:p>
          <a:endParaRPr lang="en-US"/>
        </a:p>
      </dgm:t>
    </dgm:pt>
    <dgm:pt modelId="{33991400-02C6-4223-8A49-F73DF6614B26}">
      <dgm:prSet phldrT="[Text]"/>
      <dgm:spPr>
        <a:solidFill>
          <a:schemeClr val="bg1">
            <a:lumMod val="95000"/>
            <a:alpha val="90000"/>
          </a:schemeClr>
        </a:solidFill>
        <a:ln>
          <a:solidFill>
            <a:schemeClr val="bg1">
              <a:lumMod val="85000"/>
            </a:schemeClr>
          </a:solidFill>
        </a:ln>
      </dgm:spPr>
      <dgm:t>
        <a:bodyPr/>
        <a:lstStyle/>
        <a:p>
          <a:r>
            <a:rPr lang="en-US" dirty="0"/>
            <a:t>Service loop </a:t>
          </a:r>
        </a:p>
      </dgm:t>
    </dgm:pt>
    <dgm:pt modelId="{363872EE-C957-405B-849D-4DCCBDD982DD}" type="parTrans" cxnId="{B2C76D18-C4AE-4D66-BA88-594E8EB86201}">
      <dgm:prSet/>
      <dgm:spPr/>
      <dgm:t>
        <a:bodyPr/>
        <a:lstStyle/>
        <a:p>
          <a:endParaRPr lang="en-US"/>
        </a:p>
      </dgm:t>
    </dgm:pt>
    <dgm:pt modelId="{F0AF6860-75E7-4B2D-8E05-2DFF61FF255A}" type="sibTrans" cxnId="{B2C76D18-C4AE-4D66-BA88-594E8EB86201}">
      <dgm:prSet/>
      <dgm:spPr/>
      <dgm:t>
        <a:bodyPr/>
        <a:lstStyle/>
        <a:p>
          <a:endParaRPr lang="en-US"/>
        </a:p>
      </dgm:t>
    </dgm:pt>
    <dgm:pt modelId="{B27D8A1A-DF78-4B5A-BF41-543BCB57C631}">
      <dgm:prSet phldrT="[Text]"/>
      <dgm:spPr>
        <a:solidFill>
          <a:schemeClr val="bg1">
            <a:lumMod val="95000"/>
            <a:alpha val="90000"/>
          </a:schemeClr>
        </a:solidFill>
        <a:ln>
          <a:solidFill>
            <a:schemeClr val="bg1">
              <a:lumMod val="85000"/>
            </a:schemeClr>
          </a:solidFill>
        </a:ln>
      </dgm:spPr>
      <dgm:t>
        <a:bodyPr/>
        <a:lstStyle/>
        <a:p>
          <a:r>
            <a:rPr lang="en-US" dirty="0"/>
            <a:t>Cut and label</a:t>
          </a:r>
        </a:p>
      </dgm:t>
    </dgm:pt>
    <dgm:pt modelId="{060BCC26-42E9-4FDB-8C4E-BCF0D03E31F3}" type="parTrans" cxnId="{613FFB8D-50BC-467A-9B40-CC0EF0E2E267}">
      <dgm:prSet/>
      <dgm:spPr/>
      <dgm:t>
        <a:bodyPr/>
        <a:lstStyle/>
        <a:p>
          <a:endParaRPr lang="en-US"/>
        </a:p>
      </dgm:t>
    </dgm:pt>
    <dgm:pt modelId="{D3DBF699-BFA9-42E5-A343-4BE36BFC5A51}" type="sibTrans" cxnId="{613FFB8D-50BC-467A-9B40-CC0EF0E2E267}">
      <dgm:prSet/>
      <dgm:spPr/>
      <dgm:t>
        <a:bodyPr/>
        <a:lstStyle/>
        <a:p>
          <a:endParaRPr lang="en-US"/>
        </a:p>
      </dgm:t>
    </dgm:pt>
    <dgm:pt modelId="{996ABAA2-0C38-4623-9D0A-80CA2FF91B0E}">
      <dgm:prSet phldrT="[Text]"/>
      <dgm:spPr>
        <a:solidFill>
          <a:schemeClr val="bg1">
            <a:lumMod val="95000"/>
            <a:alpha val="90000"/>
          </a:schemeClr>
        </a:solidFill>
        <a:ln>
          <a:solidFill>
            <a:schemeClr val="bg1">
              <a:lumMod val="85000"/>
            </a:schemeClr>
          </a:solidFill>
        </a:ln>
      </dgm:spPr>
      <dgm:t>
        <a:bodyPr/>
        <a:lstStyle/>
        <a:p>
          <a:r>
            <a:rPr lang="en-US" dirty="0"/>
            <a:t>Patch panel</a:t>
          </a:r>
        </a:p>
      </dgm:t>
    </dgm:pt>
    <dgm:pt modelId="{F4F633D5-9270-4831-822E-312B85AD5240}" type="parTrans" cxnId="{BC9D9DB6-D16A-45DC-BB70-6712D800A619}">
      <dgm:prSet/>
      <dgm:spPr/>
      <dgm:t>
        <a:bodyPr/>
        <a:lstStyle/>
        <a:p>
          <a:endParaRPr lang="en-US"/>
        </a:p>
      </dgm:t>
    </dgm:pt>
    <dgm:pt modelId="{08B52394-CCFC-4050-9142-81530FAD4E66}" type="sibTrans" cxnId="{BC9D9DB6-D16A-45DC-BB70-6712D800A619}">
      <dgm:prSet/>
      <dgm:spPr/>
      <dgm:t>
        <a:bodyPr/>
        <a:lstStyle/>
        <a:p>
          <a:endParaRPr lang="en-US"/>
        </a:p>
      </dgm:t>
    </dgm:pt>
    <dgm:pt modelId="{33598354-B77E-47BC-A8D9-3AD668C774B9}">
      <dgm:prSet phldrT="[Text]"/>
      <dgm:spPr>
        <a:solidFill>
          <a:schemeClr val="bg1">
            <a:lumMod val="95000"/>
            <a:alpha val="90000"/>
          </a:schemeClr>
        </a:solidFill>
        <a:ln>
          <a:solidFill>
            <a:schemeClr val="bg1">
              <a:lumMod val="85000"/>
            </a:schemeClr>
          </a:solidFill>
        </a:ln>
      </dgm:spPr>
      <dgm:t>
        <a:bodyPr/>
        <a:lstStyle/>
        <a:p>
          <a:r>
            <a:rPr lang="en-US" dirty="0"/>
            <a:t>Work area</a:t>
          </a:r>
        </a:p>
      </dgm:t>
    </dgm:pt>
    <dgm:pt modelId="{F2661200-8B6E-41CD-9688-80A20649C0D4}" type="parTrans" cxnId="{00A29E0E-7141-4582-9936-3E75FC71F211}">
      <dgm:prSet/>
      <dgm:spPr/>
      <dgm:t>
        <a:bodyPr/>
        <a:lstStyle/>
        <a:p>
          <a:endParaRPr lang="en-US"/>
        </a:p>
      </dgm:t>
    </dgm:pt>
    <dgm:pt modelId="{494862AA-B4FC-4CAF-AC7A-A9097C49D50B}" type="sibTrans" cxnId="{00A29E0E-7141-4582-9936-3E75FC71F211}">
      <dgm:prSet/>
      <dgm:spPr/>
      <dgm:t>
        <a:bodyPr/>
        <a:lstStyle/>
        <a:p>
          <a:endParaRPr lang="en-US"/>
        </a:p>
      </dgm:t>
    </dgm:pt>
    <dgm:pt modelId="{D5A0D238-36B7-4FB3-8EDC-2A1717519685}">
      <dgm:prSet phldrT="[Text]"/>
      <dgm:spPr>
        <a:solidFill>
          <a:schemeClr val="bg1">
            <a:lumMod val="95000"/>
            <a:alpha val="90000"/>
          </a:schemeClr>
        </a:solidFill>
        <a:ln>
          <a:solidFill>
            <a:schemeClr val="bg1">
              <a:lumMod val="85000"/>
            </a:schemeClr>
          </a:solidFill>
        </a:ln>
      </dgm:spPr>
      <dgm:t>
        <a:bodyPr/>
        <a:lstStyle/>
        <a:p>
          <a:r>
            <a:rPr lang="en-US" dirty="0"/>
            <a:t>Verify connections</a:t>
          </a:r>
        </a:p>
      </dgm:t>
    </dgm:pt>
    <dgm:pt modelId="{19B3736D-C5C0-4129-ADC5-DF4B2F41427B}" type="parTrans" cxnId="{F8A83C85-F69E-4019-AB82-81122C4EC546}">
      <dgm:prSet/>
      <dgm:spPr/>
      <dgm:t>
        <a:bodyPr/>
        <a:lstStyle/>
        <a:p>
          <a:endParaRPr lang="en-US"/>
        </a:p>
      </dgm:t>
    </dgm:pt>
    <dgm:pt modelId="{1BC5483A-0A12-45CB-85BE-89CCC72B9C67}" type="sibTrans" cxnId="{F8A83C85-F69E-4019-AB82-81122C4EC546}">
      <dgm:prSet/>
      <dgm:spPr/>
      <dgm:t>
        <a:bodyPr/>
        <a:lstStyle/>
        <a:p>
          <a:endParaRPr lang="en-US"/>
        </a:p>
      </dgm:t>
    </dgm:pt>
    <dgm:pt modelId="{F15387F1-448B-47B4-90CB-82CF3B410FCC}">
      <dgm:prSet phldrT="[Text]"/>
      <dgm:spPr>
        <a:solidFill>
          <a:schemeClr val="bg1">
            <a:lumMod val="95000"/>
            <a:alpha val="90000"/>
          </a:schemeClr>
        </a:solidFill>
        <a:ln>
          <a:solidFill>
            <a:schemeClr val="bg1">
              <a:lumMod val="85000"/>
            </a:schemeClr>
          </a:solidFill>
        </a:ln>
      </dgm:spPr>
      <dgm:t>
        <a:bodyPr/>
        <a:lstStyle/>
        <a:p>
          <a:r>
            <a:rPr lang="en-US" dirty="0"/>
            <a:t>Test network</a:t>
          </a:r>
        </a:p>
      </dgm:t>
    </dgm:pt>
    <dgm:pt modelId="{6829CB97-3CCE-4147-8488-C3709B0A1F86}" type="parTrans" cxnId="{901F91C0-C6EF-4F50-901C-AAF67624D3B7}">
      <dgm:prSet/>
      <dgm:spPr/>
      <dgm:t>
        <a:bodyPr/>
        <a:lstStyle/>
        <a:p>
          <a:endParaRPr lang="en-US"/>
        </a:p>
      </dgm:t>
    </dgm:pt>
    <dgm:pt modelId="{CA8D222D-FABB-4A20-BD75-FC150DC28F0B}" type="sibTrans" cxnId="{901F91C0-C6EF-4F50-901C-AAF67624D3B7}">
      <dgm:prSet/>
      <dgm:spPr/>
      <dgm:t>
        <a:bodyPr/>
        <a:lstStyle/>
        <a:p>
          <a:endParaRPr lang="en-US"/>
        </a:p>
      </dgm:t>
    </dgm:pt>
    <dgm:pt modelId="{086DFF95-BA1B-4004-8313-D89B92B086A5}">
      <dgm:prSet phldrT="[Text]"/>
      <dgm:spPr>
        <a:solidFill>
          <a:schemeClr val="bg1">
            <a:lumMod val="95000"/>
            <a:alpha val="90000"/>
          </a:schemeClr>
        </a:solidFill>
        <a:ln>
          <a:solidFill>
            <a:schemeClr val="bg1">
              <a:lumMod val="85000"/>
            </a:schemeClr>
          </a:solidFill>
        </a:ln>
      </dgm:spPr>
      <dgm:t>
        <a:bodyPr/>
        <a:lstStyle/>
        <a:p>
          <a:r>
            <a:rPr lang="en-US" dirty="0"/>
            <a:t>Record details</a:t>
          </a:r>
        </a:p>
      </dgm:t>
    </dgm:pt>
    <dgm:pt modelId="{D2956E4F-EBD4-4B52-950B-F455EBDB4A79}" type="parTrans" cxnId="{8C8F0B4D-8F7A-4A49-BF00-EEB00BBEEB3B}">
      <dgm:prSet/>
      <dgm:spPr/>
      <dgm:t>
        <a:bodyPr/>
        <a:lstStyle/>
        <a:p>
          <a:endParaRPr lang="en-US"/>
        </a:p>
      </dgm:t>
    </dgm:pt>
    <dgm:pt modelId="{0E8D7602-0A33-428A-87C1-B6D2D3998D62}" type="sibTrans" cxnId="{8C8F0B4D-8F7A-4A49-BF00-EEB00BBEEB3B}">
      <dgm:prSet/>
      <dgm:spPr/>
      <dgm:t>
        <a:bodyPr/>
        <a:lstStyle/>
        <a:p>
          <a:endParaRPr lang="en-US"/>
        </a:p>
      </dgm:t>
    </dgm:pt>
    <dgm:pt modelId="{457A483D-5B9D-4D69-86BD-D21255E7D263}" type="pres">
      <dgm:prSet presAssocID="{44FB8D20-8CFB-439A-9C3C-5FB18078FBFA}" presName="Name0" presStyleCnt="0">
        <dgm:presLayoutVars>
          <dgm:dir/>
          <dgm:animLvl val="lvl"/>
          <dgm:resizeHandles val="exact"/>
        </dgm:presLayoutVars>
      </dgm:prSet>
      <dgm:spPr/>
    </dgm:pt>
    <dgm:pt modelId="{7962E3F2-982F-4D09-9E23-9D18F2500737}" type="pres">
      <dgm:prSet presAssocID="{44FB8D20-8CFB-439A-9C3C-5FB18078FBFA}" presName="tSp" presStyleCnt="0"/>
      <dgm:spPr/>
    </dgm:pt>
    <dgm:pt modelId="{A088E4AD-04F2-4482-9313-2E9701010331}" type="pres">
      <dgm:prSet presAssocID="{44FB8D20-8CFB-439A-9C3C-5FB18078FBFA}" presName="bSp" presStyleCnt="0"/>
      <dgm:spPr/>
    </dgm:pt>
    <dgm:pt modelId="{746C0231-D722-4926-8AAD-A2BACAE59164}" type="pres">
      <dgm:prSet presAssocID="{44FB8D20-8CFB-439A-9C3C-5FB18078FBFA}" presName="process" presStyleCnt="0"/>
      <dgm:spPr/>
    </dgm:pt>
    <dgm:pt modelId="{D3AB83B2-BDE7-4F06-ADD7-F4F92D4C0D7D}" type="pres">
      <dgm:prSet presAssocID="{A46F625C-01EB-426B-8DCC-8E003E7F8BFC}" presName="composite1" presStyleCnt="0"/>
      <dgm:spPr/>
    </dgm:pt>
    <dgm:pt modelId="{5493368F-D664-408B-9C56-75D03ADF1BD4}" type="pres">
      <dgm:prSet presAssocID="{A46F625C-01EB-426B-8DCC-8E003E7F8BFC}" presName="dummyNode1" presStyleLbl="node1" presStyleIdx="0" presStyleCnt="6"/>
      <dgm:spPr/>
    </dgm:pt>
    <dgm:pt modelId="{6BBCFE76-1987-4725-8459-20F980913DB8}" type="pres">
      <dgm:prSet presAssocID="{A46F625C-01EB-426B-8DCC-8E003E7F8BFC}" presName="childNode1" presStyleLbl="bgAcc1" presStyleIdx="0" presStyleCnt="6">
        <dgm:presLayoutVars>
          <dgm:bulletEnabled val="1"/>
        </dgm:presLayoutVars>
      </dgm:prSet>
      <dgm:spPr/>
    </dgm:pt>
    <dgm:pt modelId="{7C6472F4-7001-48E2-899E-E6DA68570F2B}" type="pres">
      <dgm:prSet presAssocID="{A46F625C-01EB-426B-8DCC-8E003E7F8BFC}" presName="childNode1tx" presStyleLbl="bgAcc1" presStyleIdx="0" presStyleCnt="6">
        <dgm:presLayoutVars>
          <dgm:bulletEnabled val="1"/>
        </dgm:presLayoutVars>
      </dgm:prSet>
      <dgm:spPr/>
    </dgm:pt>
    <dgm:pt modelId="{F423B208-466E-470A-8686-EAA515954392}" type="pres">
      <dgm:prSet presAssocID="{A46F625C-01EB-426B-8DCC-8E003E7F8BFC}" presName="parentNode1" presStyleLbl="node1" presStyleIdx="0" presStyleCnt="6">
        <dgm:presLayoutVars>
          <dgm:chMax val="1"/>
          <dgm:bulletEnabled val="1"/>
        </dgm:presLayoutVars>
      </dgm:prSet>
      <dgm:spPr/>
    </dgm:pt>
    <dgm:pt modelId="{2776CB5D-DD7B-4DBB-B333-A85B5447F0D1}" type="pres">
      <dgm:prSet presAssocID="{A46F625C-01EB-426B-8DCC-8E003E7F8BFC}" presName="connSite1" presStyleCnt="0"/>
      <dgm:spPr/>
    </dgm:pt>
    <dgm:pt modelId="{67A1A376-BC7A-468D-8C68-F72B9E3070E8}" type="pres">
      <dgm:prSet presAssocID="{5B177269-9873-4F33-8422-19DFDB2E39EB}" presName="Name9" presStyleLbl="sibTrans2D1" presStyleIdx="0" presStyleCnt="5"/>
      <dgm:spPr/>
    </dgm:pt>
    <dgm:pt modelId="{81E34655-36B3-425A-BF42-A50F7BEBC2A8}" type="pres">
      <dgm:prSet presAssocID="{A187D293-57A4-44C7-AA7C-54F6B4474C63}" presName="composite2" presStyleCnt="0"/>
      <dgm:spPr/>
    </dgm:pt>
    <dgm:pt modelId="{7D6FD323-0384-4814-8E90-DBC6801E749D}" type="pres">
      <dgm:prSet presAssocID="{A187D293-57A4-44C7-AA7C-54F6B4474C63}" presName="dummyNode2" presStyleLbl="node1" presStyleIdx="0" presStyleCnt="6"/>
      <dgm:spPr/>
    </dgm:pt>
    <dgm:pt modelId="{0F4620CB-E1E6-4F7F-80EC-31899D96EE6F}" type="pres">
      <dgm:prSet presAssocID="{A187D293-57A4-44C7-AA7C-54F6B4474C63}" presName="childNode2" presStyleLbl="bgAcc1" presStyleIdx="1" presStyleCnt="6">
        <dgm:presLayoutVars>
          <dgm:bulletEnabled val="1"/>
        </dgm:presLayoutVars>
      </dgm:prSet>
      <dgm:spPr/>
    </dgm:pt>
    <dgm:pt modelId="{B8ED0913-D250-4AAD-AD1E-A849824B1CEB}" type="pres">
      <dgm:prSet presAssocID="{A187D293-57A4-44C7-AA7C-54F6B4474C63}" presName="childNode2tx" presStyleLbl="bgAcc1" presStyleIdx="1" presStyleCnt="6">
        <dgm:presLayoutVars>
          <dgm:bulletEnabled val="1"/>
        </dgm:presLayoutVars>
      </dgm:prSet>
      <dgm:spPr/>
    </dgm:pt>
    <dgm:pt modelId="{2E5E0D06-C2BD-498B-9648-5DE60D556A00}" type="pres">
      <dgm:prSet presAssocID="{A187D293-57A4-44C7-AA7C-54F6B4474C63}" presName="parentNode2" presStyleLbl="node1" presStyleIdx="1" presStyleCnt="6">
        <dgm:presLayoutVars>
          <dgm:chMax val="0"/>
          <dgm:bulletEnabled val="1"/>
        </dgm:presLayoutVars>
      </dgm:prSet>
      <dgm:spPr/>
    </dgm:pt>
    <dgm:pt modelId="{03B53E83-5711-46ED-8E50-7B1B61A1F5FB}" type="pres">
      <dgm:prSet presAssocID="{A187D293-57A4-44C7-AA7C-54F6B4474C63}" presName="connSite2" presStyleCnt="0"/>
      <dgm:spPr/>
    </dgm:pt>
    <dgm:pt modelId="{8A4529A9-B537-4EA1-8308-1B42F9C7ECE6}" type="pres">
      <dgm:prSet presAssocID="{6DAB9975-C5E5-48E3-BB71-BE10268E871D}" presName="Name18" presStyleLbl="sibTrans2D1" presStyleIdx="1" presStyleCnt="5"/>
      <dgm:spPr/>
    </dgm:pt>
    <dgm:pt modelId="{6F2B7CE9-B8C9-4A15-A6D5-CBE3D36007C6}" type="pres">
      <dgm:prSet presAssocID="{5CD79498-305E-48B5-810E-D4D00F6148DF}" presName="composite1" presStyleCnt="0"/>
      <dgm:spPr/>
    </dgm:pt>
    <dgm:pt modelId="{9FF4FCFE-31D8-4F25-A23D-6BDD5E53F081}" type="pres">
      <dgm:prSet presAssocID="{5CD79498-305E-48B5-810E-D4D00F6148DF}" presName="dummyNode1" presStyleLbl="node1" presStyleIdx="1" presStyleCnt="6"/>
      <dgm:spPr/>
    </dgm:pt>
    <dgm:pt modelId="{72CE5A8E-7FAA-45D7-8AF5-EDCEAE5F657C}" type="pres">
      <dgm:prSet presAssocID="{5CD79498-305E-48B5-810E-D4D00F6148DF}" presName="childNode1" presStyleLbl="bgAcc1" presStyleIdx="2" presStyleCnt="6">
        <dgm:presLayoutVars>
          <dgm:bulletEnabled val="1"/>
        </dgm:presLayoutVars>
      </dgm:prSet>
      <dgm:spPr/>
    </dgm:pt>
    <dgm:pt modelId="{A7124A40-5C33-406F-B08C-E0D6877D6ED1}" type="pres">
      <dgm:prSet presAssocID="{5CD79498-305E-48B5-810E-D4D00F6148DF}" presName="childNode1tx" presStyleLbl="bgAcc1" presStyleIdx="2" presStyleCnt="6">
        <dgm:presLayoutVars>
          <dgm:bulletEnabled val="1"/>
        </dgm:presLayoutVars>
      </dgm:prSet>
      <dgm:spPr/>
    </dgm:pt>
    <dgm:pt modelId="{5B46D05A-9D11-436F-8F4E-2E7C66C3A9FF}" type="pres">
      <dgm:prSet presAssocID="{5CD79498-305E-48B5-810E-D4D00F6148DF}" presName="parentNode1" presStyleLbl="node1" presStyleIdx="2" presStyleCnt="6">
        <dgm:presLayoutVars>
          <dgm:chMax val="1"/>
          <dgm:bulletEnabled val="1"/>
        </dgm:presLayoutVars>
      </dgm:prSet>
      <dgm:spPr/>
    </dgm:pt>
    <dgm:pt modelId="{26E92C19-15D2-44C0-B325-1A9C6D782110}" type="pres">
      <dgm:prSet presAssocID="{5CD79498-305E-48B5-810E-D4D00F6148DF}" presName="connSite1" presStyleCnt="0"/>
      <dgm:spPr/>
    </dgm:pt>
    <dgm:pt modelId="{43E75535-8711-4838-A440-51D561846F8D}" type="pres">
      <dgm:prSet presAssocID="{5A0307EE-6AC6-4902-8D83-02E6839B89B0}" presName="Name9" presStyleLbl="sibTrans2D1" presStyleIdx="2" presStyleCnt="5"/>
      <dgm:spPr/>
    </dgm:pt>
    <dgm:pt modelId="{31133150-284C-417B-B142-24DF3482A2A0}" type="pres">
      <dgm:prSet presAssocID="{8A69CEFA-B3AF-492C-887A-A4F14DD2F3B3}" presName="composite2" presStyleCnt="0"/>
      <dgm:spPr/>
    </dgm:pt>
    <dgm:pt modelId="{FF10A9F7-0A9C-48BC-B2B4-7C069E34703A}" type="pres">
      <dgm:prSet presAssocID="{8A69CEFA-B3AF-492C-887A-A4F14DD2F3B3}" presName="dummyNode2" presStyleLbl="node1" presStyleIdx="2" presStyleCnt="6"/>
      <dgm:spPr/>
    </dgm:pt>
    <dgm:pt modelId="{48AD10EA-BFAF-4645-B887-1FEEB206B24E}" type="pres">
      <dgm:prSet presAssocID="{8A69CEFA-B3AF-492C-887A-A4F14DD2F3B3}" presName="childNode2" presStyleLbl="bgAcc1" presStyleIdx="3" presStyleCnt="6">
        <dgm:presLayoutVars>
          <dgm:bulletEnabled val="1"/>
        </dgm:presLayoutVars>
      </dgm:prSet>
      <dgm:spPr/>
    </dgm:pt>
    <dgm:pt modelId="{B8F89BDB-495F-4AE9-A86B-24FC99C5F9F5}" type="pres">
      <dgm:prSet presAssocID="{8A69CEFA-B3AF-492C-887A-A4F14DD2F3B3}" presName="childNode2tx" presStyleLbl="bgAcc1" presStyleIdx="3" presStyleCnt="6">
        <dgm:presLayoutVars>
          <dgm:bulletEnabled val="1"/>
        </dgm:presLayoutVars>
      </dgm:prSet>
      <dgm:spPr/>
    </dgm:pt>
    <dgm:pt modelId="{EAA8E277-1D1F-4A6A-BD71-8F6DCFEDFEC6}" type="pres">
      <dgm:prSet presAssocID="{8A69CEFA-B3AF-492C-887A-A4F14DD2F3B3}" presName="parentNode2" presStyleLbl="node1" presStyleIdx="3" presStyleCnt="6">
        <dgm:presLayoutVars>
          <dgm:chMax val="0"/>
          <dgm:bulletEnabled val="1"/>
        </dgm:presLayoutVars>
      </dgm:prSet>
      <dgm:spPr/>
    </dgm:pt>
    <dgm:pt modelId="{86966C78-D6A6-44BE-8C6C-959ABC83BE69}" type="pres">
      <dgm:prSet presAssocID="{8A69CEFA-B3AF-492C-887A-A4F14DD2F3B3}" presName="connSite2" presStyleCnt="0"/>
      <dgm:spPr/>
    </dgm:pt>
    <dgm:pt modelId="{1626F8F8-6E95-4645-9128-1262577C2111}" type="pres">
      <dgm:prSet presAssocID="{BB722181-AD68-4160-9FA8-FB1D75D16461}" presName="Name18" presStyleLbl="sibTrans2D1" presStyleIdx="3" presStyleCnt="5"/>
      <dgm:spPr/>
    </dgm:pt>
    <dgm:pt modelId="{168769BF-3966-4352-8A36-78B2FFE1BF2C}" type="pres">
      <dgm:prSet presAssocID="{597D976F-20E3-4915-AF6F-56EECB3D7F7E}" presName="composite1" presStyleCnt="0"/>
      <dgm:spPr/>
    </dgm:pt>
    <dgm:pt modelId="{FD0C0C29-9908-48B9-9DD3-49C5A59AD1B0}" type="pres">
      <dgm:prSet presAssocID="{597D976F-20E3-4915-AF6F-56EECB3D7F7E}" presName="dummyNode1" presStyleLbl="node1" presStyleIdx="3" presStyleCnt="6"/>
      <dgm:spPr/>
    </dgm:pt>
    <dgm:pt modelId="{9B176C9F-F689-49E3-9305-E31509723E95}" type="pres">
      <dgm:prSet presAssocID="{597D976F-20E3-4915-AF6F-56EECB3D7F7E}" presName="childNode1" presStyleLbl="bgAcc1" presStyleIdx="4" presStyleCnt="6">
        <dgm:presLayoutVars>
          <dgm:bulletEnabled val="1"/>
        </dgm:presLayoutVars>
      </dgm:prSet>
      <dgm:spPr/>
    </dgm:pt>
    <dgm:pt modelId="{C4E1F2FF-F61A-4F45-B08A-B9250B8E33E1}" type="pres">
      <dgm:prSet presAssocID="{597D976F-20E3-4915-AF6F-56EECB3D7F7E}" presName="childNode1tx" presStyleLbl="bgAcc1" presStyleIdx="4" presStyleCnt="6">
        <dgm:presLayoutVars>
          <dgm:bulletEnabled val="1"/>
        </dgm:presLayoutVars>
      </dgm:prSet>
      <dgm:spPr/>
    </dgm:pt>
    <dgm:pt modelId="{C6BEF230-451B-497E-945A-1EC242AD1ED4}" type="pres">
      <dgm:prSet presAssocID="{597D976F-20E3-4915-AF6F-56EECB3D7F7E}" presName="parentNode1" presStyleLbl="node1" presStyleIdx="4" presStyleCnt="6">
        <dgm:presLayoutVars>
          <dgm:chMax val="1"/>
          <dgm:bulletEnabled val="1"/>
        </dgm:presLayoutVars>
      </dgm:prSet>
      <dgm:spPr/>
    </dgm:pt>
    <dgm:pt modelId="{E23EB294-A3F5-4EC2-BBF1-778A426D732B}" type="pres">
      <dgm:prSet presAssocID="{597D976F-20E3-4915-AF6F-56EECB3D7F7E}" presName="connSite1" presStyleCnt="0"/>
      <dgm:spPr/>
    </dgm:pt>
    <dgm:pt modelId="{D51EF1B0-E252-4C5D-AE6B-14D5DF9294D3}" type="pres">
      <dgm:prSet presAssocID="{ABB1BC89-3935-46F2-B1E3-5C159B8439BB}" presName="Name9" presStyleLbl="sibTrans2D1" presStyleIdx="4" presStyleCnt="5"/>
      <dgm:spPr/>
    </dgm:pt>
    <dgm:pt modelId="{E437ACB2-D691-464C-8FCE-DA8F142D5504}" type="pres">
      <dgm:prSet presAssocID="{0A293D78-B1F4-4854-86E4-D58A8A106F4A}" presName="composite2" presStyleCnt="0"/>
      <dgm:spPr/>
    </dgm:pt>
    <dgm:pt modelId="{1522458B-8D9E-4A01-91F7-3E9F898BB72C}" type="pres">
      <dgm:prSet presAssocID="{0A293D78-B1F4-4854-86E4-D58A8A106F4A}" presName="dummyNode2" presStyleLbl="node1" presStyleIdx="4" presStyleCnt="6"/>
      <dgm:spPr/>
    </dgm:pt>
    <dgm:pt modelId="{55DEF229-31FD-478F-AFB3-09F4DAE28B8E}" type="pres">
      <dgm:prSet presAssocID="{0A293D78-B1F4-4854-86E4-D58A8A106F4A}" presName="childNode2" presStyleLbl="bgAcc1" presStyleIdx="5" presStyleCnt="6">
        <dgm:presLayoutVars>
          <dgm:bulletEnabled val="1"/>
        </dgm:presLayoutVars>
      </dgm:prSet>
      <dgm:spPr/>
    </dgm:pt>
    <dgm:pt modelId="{A316B7F9-B1F5-41DC-B234-E4FFB8031317}" type="pres">
      <dgm:prSet presAssocID="{0A293D78-B1F4-4854-86E4-D58A8A106F4A}" presName="childNode2tx" presStyleLbl="bgAcc1" presStyleIdx="5" presStyleCnt="6">
        <dgm:presLayoutVars>
          <dgm:bulletEnabled val="1"/>
        </dgm:presLayoutVars>
      </dgm:prSet>
      <dgm:spPr/>
    </dgm:pt>
    <dgm:pt modelId="{715B5011-FAED-4D1E-94F5-82E41C6B4A3A}" type="pres">
      <dgm:prSet presAssocID="{0A293D78-B1F4-4854-86E4-D58A8A106F4A}" presName="parentNode2" presStyleLbl="node1" presStyleIdx="5" presStyleCnt="6">
        <dgm:presLayoutVars>
          <dgm:chMax val="0"/>
          <dgm:bulletEnabled val="1"/>
        </dgm:presLayoutVars>
      </dgm:prSet>
      <dgm:spPr/>
    </dgm:pt>
    <dgm:pt modelId="{C8D2C2E5-551F-454D-9C16-8D59C0BECF62}" type="pres">
      <dgm:prSet presAssocID="{0A293D78-B1F4-4854-86E4-D58A8A106F4A}" presName="connSite2" presStyleCnt="0"/>
      <dgm:spPr/>
    </dgm:pt>
  </dgm:ptLst>
  <dgm:cxnLst>
    <dgm:cxn modelId="{00A29E0E-7141-4582-9936-3E75FC71F211}" srcId="{8A69CEFA-B3AF-492C-887A-A4F14DD2F3B3}" destId="{33598354-B77E-47BC-A8D9-3AD668C774B9}" srcOrd="1" destOrd="0" parTransId="{F2661200-8B6E-41CD-9688-80A20649C0D4}" sibTransId="{494862AA-B4FC-4CAF-AC7A-A9097C49D50B}"/>
    <dgm:cxn modelId="{852AE10E-C144-420C-B0D6-F0A36E0B8EAB}" srcId="{44FB8D20-8CFB-439A-9C3C-5FB18078FBFA}" destId="{A46F625C-01EB-426B-8DCC-8E003E7F8BFC}" srcOrd="0" destOrd="0" parTransId="{4A0A7634-10EC-4B14-B4B3-BC1EB789D49F}" sibTransId="{5B177269-9873-4F33-8422-19DFDB2E39EB}"/>
    <dgm:cxn modelId="{85CC3A10-61E2-4F9D-9BCE-B2E85E017849}" type="presOf" srcId="{ABB1BC89-3935-46F2-B1E3-5C159B8439BB}" destId="{D51EF1B0-E252-4C5D-AE6B-14D5DF9294D3}" srcOrd="0" destOrd="0" presId="urn:microsoft.com/office/officeart/2005/8/layout/hProcess4"/>
    <dgm:cxn modelId="{1EC1D915-C041-48E0-A101-71EB54585AD1}" srcId="{A46F625C-01EB-426B-8DCC-8E003E7F8BFC}" destId="{C98B5A0E-FE70-4BF4-B27A-78EC45B351C9}" srcOrd="1" destOrd="0" parTransId="{6D060CAE-A159-4EF8-B2C4-475FA76A93DF}" sibTransId="{D815599E-6247-4FCE-A0DB-7E713DE261CA}"/>
    <dgm:cxn modelId="{549F1416-E592-4C17-B6EA-6C245C56E362}" type="presOf" srcId="{703D1283-99BC-4FB8-9A4D-945048118B85}" destId="{0F4620CB-E1E6-4F7F-80EC-31899D96EE6F}" srcOrd="0" destOrd="2" presId="urn:microsoft.com/office/officeart/2005/8/layout/hProcess4"/>
    <dgm:cxn modelId="{B2C76D18-C4AE-4D66-BA88-594E8EB86201}" srcId="{5CD79498-305E-48B5-810E-D4D00F6148DF}" destId="{33991400-02C6-4223-8A49-F73DF6614B26}" srcOrd="0" destOrd="0" parTransId="{363872EE-C957-405B-849D-4DCCBDD982DD}" sibTransId="{F0AF6860-75E7-4B2D-8E05-2DFF61FF255A}"/>
    <dgm:cxn modelId="{D6D9D524-64F2-49D5-A567-4DD868B4471C}" type="presOf" srcId="{BB722181-AD68-4160-9FA8-FB1D75D16461}" destId="{1626F8F8-6E95-4645-9128-1262577C2111}" srcOrd="0" destOrd="0" presId="urn:microsoft.com/office/officeart/2005/8/layout/hProcess4"/>
    <dgm:cxn modelId="{6D08B825-9677-48BC-B09D-316F1AA4C2F2}" type="presOf" srcId="{B27D8A1A-DF78-4B5A-BF41-543BCB57C631}" destId="{A7124A40-5C33-406F-B08C-E0D6877D6ED1}" srcOrd="1" destOrd="1" presId="urn:microsoft.com/office/officeart/2005/8/layout/hProcess4"/>
    <dgm:cxn modelId="{E7EB0230-5041-47C9-A58F-42488C18D1D3}" srcId="{44FB8D20-8CFB-439A-9C3C-5FB18078FBFA}" destId="{8A69CEFA-B3AF-492C-887A-A4F14DD2F3B3}" srcOrd="3" destOrd="0" parTransId="{BAD38B3C-6B5B-42C5-9F29-56D0539AB9B4}" sibTransId="{BB722181-AD68-4160-9FA8-FB1D75D16461}"/>
    <dgm:cxn modelId="{C8BD3A36-43CE-4FDE-A67A-13345DDF4F55}" srcId="{44FB8D20-8CFB-439A-9C3C-5FB18078FBFA}" destId="{A187D293-57A4-44C7-AA7C-54F6B4474C63}" srcOrd="1" destOrd="0" parTransId="{0D2C1D7F-2DF3-4B8B-A4DA-1AB4B4F736C0}" sibTransId="{6DAB9975-C5E5-48E3-BB71-BE10268E871D}"/>
    <dgm:cxn modelId="{5331BA39-94AA-4C7A-9264-A9E7AD53E2D1}" type="presOf" srcId="{F15387F1-448B-47B4-90CB-82CF3B410FCC}" destId="{9B176C9F-F689-49E3-9305-E31509723E95}" srcOrd="0" destOrd="1" presId="urn:microsoft.com/office/officeart/2005/8/layout/hProcess4"/>
    <dgm:cxn modelId="{FAFED560-0A79-4FD0-BCF0-F3C5FA709776}" type="presOf" srcId="{C98B5A0E-FE70-4BF4-B27A-78EC45B351C9}" destId="{6BBCFE76-1987-4725-8459-20F980913DB8}" srcOrd="0" destOrd="1" presId="urn:microsoft.com/office/officeart/2005/8/layout/hProcess4"/>
    <dgm:cxn modelId="{07C6B562-9AC6-48AE-9BE4-9971D07F876C}" srcId="{A187D293-57A4-44C7-AA7C-54F6B4474C63}" destId="{3842D2EC-A764-40FE-8A7C-CAC529509464}" srcOrd="0" destOrd="0" parTransId="{CE46B1D9-C7F8-4D12-AC11-62BF134A11D5}" sibTransId="{D36AC3EB-6902-45E0-B555-793B624D9E79}"/>
    <dgm:cxn modelId="{242DB744-478F-4B95-BD32-95EE08861DF9}" srcId="{44FB8D20-8CFB-439A-9C3C-5FB18078FBFA}" destId="{0A293D78-B1F4-4854-86E4-D58A8A106F4A}" srcOrd="5" destOrd="0" parTransId="{5E7B44A6-22BD-4DF6-B5A4-9467BA899D7C}" sibTransId="{37C67865-1E22-43A2-94CC-CDA3F31C9C4F}"/>
    <dgm:cxn modelId="{043BD249-F910-4556-BF19-3B96B425C7CF}" type="presOf" srcId="{3842D2EC-A764-40FE-8A7C-CAC529509464}" destId="{0F4620CB-E1E6-4F7F-80EC-31899D96EE6F}" srcOrd="0" destOrd="0" presId="urn:microsoft.com/office/officeart/2005/8/layout/hProcess4"/>
    <dgm:cxn modelId="{D7F76C4A-FB60-4EA3-BE2C-F3163646A3EE}" type="presOf" srcId="{D5A0D238-36B7-4FB3-8EDC-2A1717519685}" destId="{C4E1F2FF-F61A-4F45-B08A-B9250B8E33E1}" srcOrd="1" destOrd="0" presId="urn:microsoft.com/office/officeart/2005/8/layout/hProcess4"/>
    <dgm:cxn modelId="{DAA8F34A-0655-4841-B46C-89ED690750DA}" type="presOf" srcId="{0A293D78-B1F4-4854-86E4-D58A8A106F4A}" destId="{715B5011-FAED-4D1E-94F5-82E41C6B4A3A}" srcOrd="0" destOrd="0" presId="urn:microsoft.com/office/officeart/2005/8/layout/hProcess4"/>
    <dgm:cxn modelId="{2ED8456C-E28F-467F-BDE0-7E5850DFFDF1}" type="presOf" srcId="{B27D8A1A-DF78-4B5A-BF41-543BCB57C631}" destId="{72CE5A8E-7FAA-45D7-8AF5-EDCEAE5F657C}" srcOrd="0" destOrd="1" presId="urn:microsoft.com/office/officeart/2005/8/layout/hProcess4"/>
    <dgm:cxn modelId="{03648B6C-C936-4EF5-BD3D-2BF817898524}" type="presOf" srcId="{A187D293-57A4-44C7-AA7C-54F6B4474C63}" destId="{2E5E0D06-C2BD-498B-9648-5DE60D556A00}" srcOrd="0" destOrd="0" presId="urn:microsoft.com/office/officeart/2005/8/layout/hProcess4"/>
    <dgm:cxn modelId="{8C8F0B4D-8F7A-4A49-BF00-EEB00BBEEB3B}" srcId="{0A293D78-B1F4-4854-86E4-D58A8A106F4A}" destId="{086DFF95-BA1B-4004-8313-D89B92B086A5}" srcOrd="0" destOrd="0" parTransId="{D2956E4F-EBD4-4B52-950B-F455EBDB4A79}" sibTransId="{0E8D7602-0A33-428A-87C1-B6D2D3998D62}"/>
    <dgm:cxn modelId="{3D4B5555-C325-44CF-BE70-D9DD18F773CA}" type="presOf" srcId="{086DFF95-BA1B-4004-8313-D89B92B086A5}" destId="{55DEF229-31FD-478F-AFB3-09F4DAE28B8E}" srcOrd="0" destOrd="0" presId="urn:microsoft.com/office/officeart/2005/8/layout/hProcess4"/>
    <dgm:cxn modelId="{5202CC79-F5E2-4A30-83DE-61F518070B92}" type="presOf" srcId="{44FB8D20-8CFB-439A-9C3C-5FB18078FBFA}" destId="{457A483D-5B9D-4D69-86BD-D21255E7D263}" srcOrd="0" destOrd="0" presId="urn:microsoft.com/office/officeart/2005/8/layout/hProcess4"/>
    <dgm:cxn modelId="{1A87AA7C-F80C-42D3-A5BC-12238560F332}" type="presOf" srcId="{5A0307EE-6AC6-4902-8D83-02E6839B89B0}" destId="{43E75535-8711-4838-A440-51D561846F8D}" srcOrd="0" destOrd="0" presId="urn:microsoft.com/office/officeart/2005/8/layout/hProcess4"/>
    <dgm:cxn modelId="{F8A83C85-F69E-4019-AB82-81122C4EC546}" srcId="{597D976F-20E3-4915-AF6F-56EECB3D7F7E}" destId="{D5A0D238-36B7-4FB3-8EDC-2A1717519685}" srcOrd="0" destOrd="0" parTransId="{19B3736D-C5C0-4129-ADC5-DF4B2F41427B}" sibTransId="{1BC5483A-0A12-45CB-85BE-89CCC72B9C67}"/>
    <dgm:cxn modelId="{43432886-0397-41FB-B24D-8D719BEE77BA}" type="presOf" srcId="{6DAB9975-C5E5-48E3-BB71-BE10268E871D}" destId="{8A4529A9-B537-4EA1-8308-1B42F9C7ECE6}" srcOrd="0" destOrd="0" presId="urn:microsoft.com/office/officeart/2005/8/layout/hProcess4"/>
    <dgm:cxn modelId="{7B542987-0C95-4F94-85C7-DEB3415AE435}" srcId="{A46F625C-01EB-426B-8DCC-8E003E7F8BFC}" destId="{EE64FCBA-2417-40BD-9341-4B081BD59D03}" srcOrd="0" destOrd="0" parTransId="{6DB86E05-284F-46F2-8CB5-8DF5F519DB8D}" sibTransId="{890D9680-8E68-4174-9F5B-FCD4C4E5762D}"/>
    <dgm:cxn modelId="{613FFB8D-50BC-467A-9B40-CC0EF0E2E267}" srcId="{5CD79498-305E-48B5-810E-D4D00F6148DF}" destId="{B27D8A1A-DF78-4B5A-BF41-543BCB57C631}" srcOrd="1" destOrd="0" parTransId="{060BCC26-42E9-4FDB-8C4E-BCF0D03E31F3}" sibTransId="{D3DBF699-BFA9-42E5-A343-4BE36BFC5A51}"/>
    <dgm:cxn modelId="{25B78B91-4D73-413E-9FF5-FAB3DA4830D2}" srcId="{A187D293-57A4-44C7-AA7C-54F6B4474C63}" destId="{703D1283-99BC-4FB8-9A4D-945048118B85}" srcOrd="2" destOrd="0" parTransId="{A303DF01-084B-4477-9D80-A802912FF1DE}" sibTransId="{953E245E-5A24-42F7-8339-69C809E7CEE7}"/>
    <dgm:cxn modelId="{58297A98-BD73-4584-ADA4-ACF7CDAABEC8}" type="presOf" srcId="{996ABAA2-0C38-4623-9D0A-80CA2FF91B0E}" destId="{48AD10EA-BFAF-4645-B887-1FEEB206B24E}" srcOrd="0" destOrd="0" presId="urn:microsoft.com/office/officeart/2005/8/layout/hProcess4"/>
    <dgm:cxn modelId="{DA74EE98-CF6E-46FF-9A9A-ECE73A62F6F1}" type="presOf" srcId="{8A69CEFA-B3AF-492C-887A-A4F14DD2F3B3}" destId="{EAA8E277-1D1F-4A6A-BD71-8F6DCFEDFEC6}" srcOrd="0" destOrd="0" presId="urn:microsoft.com/office/officeart/2005/8/layout/hProcess4"/>
    <dgm:cxn modelId="{206E869C-637A-4FE7-AFB9-9AEAF5CA20BA}" type="presOf" srcId="{597D976F-20E3-4915-AF6F-56EECB3D7F7E}" destId="{C6BEF230-451B-497E-945A-1EC242AD1ED4}" srcOrd="0" destOrd="0" presId="urn:microsoft.com/office/officeart/2005/8/layout/hProcess4"/>
    <dgm:cxn modelId="{83F9C7A1-8BC1-4459-9B8B-64B9479E2CF1}" srcId="{A187D293-57A4-44C7-AA7C-54F6B4474C63}" destId="{49B177FA-01E5-4607-A942-6BF4C9C437C5}" srcOrd="1" destOrd="0" parTransId="{402770EF-31B9-406D-AD53-C3CC49A5FFEE}" sibTransId="{D0B22282-7465-4EEE-82E3-E504DE54E4B3}"/>
    <dgm:cxn modelId="{460895A4-BEBD-4095-BA17-363FDB93BA38}" type="presOf" srcId="{33598354-B77E-47BC-A8D9-3AD668C774B9}" destId="{B8F89BDB-495F-4AE9-A86B-24FC99C5F9F5}" srcOrd="1" destOrd="1" presId="urn:microsoft.com/office/officeart/2005/8/layout/hProcess4"/>
    <dgm:cxn modelId="{BF59C2A4-B701-42AB-8219-05AB2E8B387E}" type="presOf" srcId="{996ABAA2-0C38-4623-9D0A-80CA2FF91B0E}" destId="{B8F89BDB-495F-4AE9-A86B-24FC99C5F9F5}" srcOrd="1" destOrd="0" presId="urn:microsoft.com/office/officeart/2005/8/layout/hProcess4"/>
    <dgm:cxn modelId="{4F2AACAA-99CA-41F6-B6FE-0EDCFB804BAA}" type="presOf" srcId="{D5A0D238-36B7-4FB3-8EDC-2A1717519685}" destId="{9B176C9F-F689-49E3-9305-E31509723E95}" srcOrd="0" destOrd="0" presId="urn:microsoft.com/office/officeart/2005/8/layout/hProcess4"/>
    <dgm:cxn modelId="{B269C1AA-4EE7-44C4-8E5B-C6FB9DF83100}" type="presOf" srcId="{F15387F1-448B-47B4-90CB-82CF3B410FCC}" destId="{C4E1F2FF-F61A-4F45-B08A-B9250B8E33E1}" srcOrd="1" destOrd="1" presId="urn:microsoft.com/office/officeart/2005/8/layout/hProcess4"/>
    <dgm:cxn modelId="{BA3443AB-A4E6-4440-ADDA-2D3FE56F72AD}" type="presOf" srcId="{49B177FA-01E5-4607-A942-6BF4C9C437C5}" destId="{0F4620CB-E1E6-4F7F-80EC-31899D96EE6F}" srcOrd="0" destOrd="1" presId="urn:microsoft.com/office/officeart/2005/8/layout/hProcess4"/>
    <dgm:cxn modelId="{1F1EE1B5-FF33-4DB9-BDD8-0C0BE50EED29}" type="presOf" srcId="{5CD79498-305E-48B5-810E-D4D00F6148DF}" destId="{5B46D05A-9D11-436F-8F4E-2E7C66C3A9FF}" srcOrd="0" destOrd="0" presId="urn:microsoft.com/office/officeart/2005/8/layout/hProcess4"/>
    <dgm:cxn modelId="{BC9D9DB6-D16A-45DC-BB70-6712D800A619}" srcId="{8A69CEFA-B3AF-492C-887A-A4F14DD2F3B3}" destId="{996ABAA2-0C38-4623-9D0A-80CA2FF91B0E}" srcOrd="0" destOrd="0" parTransId="{F4F633D5-9270-4831-822E-312B85AD5240}" sibTransId="{08B52394-CCFC-4050-9142-81530FAD4E66}"/>
    <dgm:cxn modelId="{9D7B43BB-D059-4128-A67A-068A1257978B}" type="presOf" srcId="{33991400-02C6-4223-8A49-F73DF6614B26}" destId="{A7124A40-5C33-406F-B08C-E0D6877D6ED1}" srcOrd="1" destOrd="0" presId="urn:microsoft.com/office/officeart/2005/8/layout/hProcess4"/>
    <dgm:cxn modelId="{E0F132BD-EB35-40C1-B90B-B85F1F99B04A}" type="presOf" srcId="{33598354-B77E-47BC-A8D9-3AD668C774B9}" destId="{48AD10EA-BFAF-4645-B887-1FEEB206B24E}" srcOrd="0" destOrd="1" presId="urn:microsoft.com/office/officeart/2005/8/layout/hProcess4"/>
    <dgm:cxn modelId="{97F1DDBE-7CBE-4865-9F6A-1E3EA397A6AA}" type="presOf" srcId="{EE64FCBA-2417-40BD-9341-4B081BD59D03}" destId="{7C6472F4-7001-48E2-899E-E6DA68570F2B}" srcOrd="1" destOrd="0" presId="urn:microsoft.com/office/officeart/2005/8/layout/hProcess4"/>
    <dgm:cxn modelId="{901F91C0-C6EF-4F50-901C-AAF67624D3B7}" srcId="{597D976F-20E3-4915-AF6F-56EECB3D7F7E}" destId="{F15387F1-448B-47B4-90CB-82CF3B410FCC}" srcOrd="1" destOrd="0" parTransId="{6829CB97-3CCE-4147-8488-C3709B0A1F86}" sibTransId="{CA8D222D-FABB-4A20-BD75-FC150DC28F0B}"/>
    <dgm:cxn modelId="{CC4158D3-D030-41FD-8E6E-536BDA5F922D}" type="presOf" srcId="{49B177FA-01E5-4607-A942-6BF4C9C437C5}" destId="{B8ED0913-D250-4AAD-AD1E-A849824B1CEB}" srcOrd="1" destOrd="1" presId="urn:microsoft.com/office/officeart/2005/8/layout/hProcess4"/>
    <dgm:cxn modelId="{F7F712DA-AEC2-4BD5-878A-02B24CBCC475}" type="presOf" srcId="{EE64FCBA-2417-40BD-9341-4B081BD59D03}" destId="{6BBCFE76-1987-4725-8459-20F980913DB8}" srcOrd="0" destOrd="0" presId="urn:microsoft.com/office/officeart/2005/8/layout/hProcess4"/>
    <dgm:cxn modelId="{9C6D2FE2-862D-4657-9641-C6D0AEF23FF9}" type="presOf" srcId="{5B177269-9873-4F33-8422-19DFDB2E39EB}" destId="{67A1A376-BC7A-468D-8C68-F72B9E3070E8}" srcOrd="0" destOrd="0" presId="urn:microsoft.com/office/officeart/2005/8/layout/hProcess4"/>
    <dgm:cxn modelId="{BD3E29E3-BE18-4C66-B4B1-B6F821B6EC6C}" type="presOf" srcId="{33991400-02C6-4223-8A49-F73DF6614B26}" destId="{72CE5A8E-7FAA-45D7-8AF5-EDCEAE5F657C}" srcOrd="0" destOrd="0" presId="urn:microsoft.com/office/officeart/2005/8/layout/hProcess4"/>
    <dgm:cxn modelId="{CE7FCEE5-1EB8-49C2-B7C6-5FADB666BAEE}" type="presOf" srcId="{3842D2EC-A764-40FE-8A7C-CAC529509464}" destId="{B8ED0913-D250-4AAD-AD1E-A849824B1CEB}" srcOrd="1" destOrd="0" presId="urn:microsoft.com/office/officeart/2005/8/layout/hProcess4"/>
    <dgm:cxn modelId="{B0C483E7-7387-4BFD-9C57-27C7E23A9D42}" srcId="{44FB8D20-8CFB-439A-9C3C-5FB18078FBFA}" destId="{597D976F-20E3-4915-AF6F-56EECB3D7F7E}" srcOrd="4" destOrd="0" parTransId="{F6FC41E3-77EE-4276-8151-E658B7F48523}" sibTransId="{ABB1BC89-3935-46F2-B1E3-5C159B8439BB}"/>
    <dgm:cxn modelId="{28070BEA-1569-4494-AC31-79C3592252CB}" type="presOf" srcId="{703D1283-99BC-4FB8-9A4D-945048118B85}" destId="{B8ED0913-D250-4AAD-AD1E-A849824B1CEB}" srcOrd="1" destOrd="2" presId="urn:microsoft.com/office/officeart/2005/8/layout/hProcess4"/>
    <dgm:cxn modelId="{ED314BF7-F07C-454B-A3F0-0E05DF243918}" type="presOf" srcId="{A46F625C-01EB-426B-8DCC-8E003E7F8BFC}" destId="{F423B208-466E-470A-8686-EAA515954392}" srcOrd="0" destOrd="0" presId="urn:microsoft.com/office/officeart/2005/8/layout/hProcess4"/>
    <dgm:cxn modelId="{81CBAFF8-D522-4B2D-8791-9528F0FD2987}" type="presOf" srcId="{C98B5A0E-FE70-4BF4-B27A-78EC45B351C9}" destId="{7C6472F4-7001-48E2-899E-E6DA68570F2B}" srcOrd="1" destOrd="1" presId="urn:microsoft.com/office/officeart/2005/8/layout/hProcess4"/>
    <dgm:cxn modelId="{9D0DFCF9-8426-4B91-ACC7-137FFCDB80EE}" type="presOf" srcId="{086DFF95-BA1B-4004-8313-D89B92B086A5}" destId="{A316B7F9-B1F5-41DC-B234-E4FFB8031317}" srcOrd="1" destOrd="0" presId="urn:microsoft.com/office/officeart/2005/8/layout/hProcess4"/>
    <dgm:cxn modelId="{917DAFFF-596D-4366-A588-3D64150A88BF}" srcId="{44FB8D20-8CFB-439A-9C3C-5FB18078FBFA}" destId="{5CD79498-305E-48B5-810E-D4D00F6148DF}" srcOrd="2" destOrd="0" parTransId="{BED1EDD1-483E-4CD4-927B-FA451211C853}" sibTransId="{5A0307EE-6AC6-4902-8D83-02E6839B89B0}"/>
    <dgm:cxn modelId="{5F1ACADF-2C89-4D8B-8F2A-169F4977C916}" type="presParOf" srcId="{457A483D-5B9D-4D69-86BD-D21255E7D263}" destId="{7962E3F2-982F-4D09-9E23-9D18F2500737}" srcOrd="0" destOrd="0" presId="urn:microsoft.com/office/officeart/2005/8/layout/hProcess4"/>
    <dgm:cxn modelId="{9B7F3EB7-E885-4571-A0D4-94A0159E5C6C}" type="presParOf" srcId="{457A483D-5B9D-4D69-86BD-D21255E7D263}" destId="{A088E4AD-04F2-4482-9313-2E9701010331}" srcOrd="1" destOrd="0" presId="urn:microsoft.com/office/officeart/2005/8/layout/hProcess4"/>
    <dgm:cxn modelId="{000C3329-0855-4D94-96EB-8AB7DF21DA56}" type="presParOf" srcId="{457A483D-5B9D-4D69-86BD-D21255E7D263}" destId="{746C0231-D722-4926-8AAD-A2BACAE59164}" srcOrd="2" destOrd="0" presId="urn:microsoft.com/office/officeart/2005/8/layout/hProcess4"/>
    <dgm:cxn modelId="{C504CF6B-E097-4120-9F8D-1101D259EDC6}" type="presParOf" srcId="{746C0231-D722-4926-8AAD-A2BACAE59164}" destId="{D3AB83B2-BDE7-4F06-ADD7-F4F92D4C0D7D}" srcOrd="0" destOrd="0" presId="urn:microsoft.com/office/officeart/2005/8/layout/hProcess4"/>
    <dgm:cxn modelId="{FBC25B85-E006-4414-BB80-EDF60669D987}" type="presParOf" srcId="{D3AB83B2-BDE7-4F06-ADD7-F4F92D4C0D7D}" destId="{5493368F-D664-408B-9C56-75D03ADF1BD4}" srcOrd="0" destOrd="0" presId="urn:microsoft.com/office/officeart/2005/8/layout/hProcess4"/>
    <dgm:cxn modelId="{16795DBA-6E8A-4C66-A316-48911AD9EAE8}" type="presParOf" srcId="{D3AB83B2-BDE7-4F06-ADD7-F4F92D4C0D7D}" destId="{6BBCFE76-1987-4725-8459-20F980913DB8}" srcOrd="1" destOrd="0" presId="urn:microsoft.com/office/officeart/2005/8/layout/hProcess4"/>
    <dgm:cxn modelId="{8B1CE593-F68D-490B-AF2F-B2E9C370C333}" type="presParOf" srcId="{D3AB83B2-BDE7-4F06-ADD7-F4F92D4C0D7D}" destId="{7C6472F4-7001-48E2-899E-E6DA68570F2B}" srcOrd="2" destOrd="0" presId="urn:microsoft.com/office/officeart/2005/8/layout/hProcess4"/>
    <dgm:cxn modelId="{632856C4-BD7C-48D0-9CEC-90FCCBABDA82}" type="presParOf" srcId="{D3AB83B2-BDE7-4F06-ADD7-F4F92D4C0D7D}" destId="{F423B208-466E-470A-8686-EAA515954392}" srcOrd="3" destOrd="0" presId="urn:microsoft.com/office/officeart/2005/8/layout/hProcess4"/>
    <dgm:cxn modelId="{A060DA93-7288-4E5B-9F21-50891DF57C4C}" type="presParOf" srcId="{D3AB83B2-BDE7-4F06-ADD7-F4F92D4C0D7D}" destId="{2776CB5D-DD7B-4DBB-B333-A85B5447F0D1}" srcOrd="4" destOrd="0" presId="urn:microsoft.com/office/officeart/2005/8/layout/hProcess4"/>
    <dgm:cxn modelId="{8959331A-A79E-45E7-AFD8-53F7D9691ED8}" type="presParOf" srcId="{746C0231-D722-4926-8AAD-A2BACAE59164}" destId="{67A1A376-BC7A-468D-8C68-F72B9E3070E8}" srcOrd="1" destOrd="0" presId="urn:microsoft.com/office/officeart/2005/8/layout/hProcess4"/>
    <dgm:cxn modelId="{215F60BD-BB5B-452B-A3D1-EFA3359500D4}" type="presParOf" srcId="{746C0231-D722-4926-8AAD-A2BACAE59164}" destId="{81E34655-36B3-425A-BF42-A50F7BEBC2A8}" srcOrd="2" destOrd="0" presId="urn:microsoft.com/office/officeart/2005/8/layout/hProcess4"/>
    <dgm:cxn modelId="{8C6E9CBB-5FF4-4564-88D1-C047D2F424E0}" type="presParOf" srcId="{81E34655-36B3-425A-BF42-A50F7BEBC2A8}" destId="{7D6FD323-0384-4814-8E90-DBC6801E749D}" srcOrd="0" destOrd="0" presId="urn:microsoft.com/office/officeart/2005/8/layout/hProcess4"/>
    <dgm:cxn modelId="{B5540FC9-E10C-427E-AFC5-AAF0DE4DF40C}" type="presParOf" srcId="{81E34655-36B3-425A-BF42-A50F7BEBC2A8}" destId="{0F4620CB-E1E6-4F7F-80EC-31899D96EE6F}" srcOrd="1" destOrd="0" presId="urn:microsoft.com/office/officeart/2005/8/layout/hProcess4"/>
    <dgm:cxn modelId="{A06BFB08-A983-454F-8B26-6C2476387EA3}" type="presParOf" srcId="{81E34655-36B3-425A-BF42-A50F7BEBC2A8}" destId="{B8ED0913-D250-4AAD-AD1E-A849824B1CEB}" srcOrd="2" destOrd="0" presId="urn:microsoft.com/office/officeart/2005/8/layout/hProcess4"/>
    <dgm:cxn modelId="{F3B65CA7-3B1D-423B-B232-B2192A3664CD}" type="presParOf" srcId="{81E34655-36B3-425A-BF42-A50F7BEBC2A8}" destId="{2E5E0D06-C2BD-498B-9648-5DE60D556A00}" srcOrd="3" destOrd="0" presId="urn:microsoft.com/office/officeart/2005/8/layout/hProcess4"/>
    <dgm:cxn modelId="{798010B9-E9F5-49AC-A48B-70BEFFF41BC2}" type="presParOf" srcId="{81E34655-36B3-425A-BF42-A50F7BEBC2A8}" destId="{03B53E83-5711-46ED-8E50-7B1B61A1F5FB}" srcOrd="4" destOrd="0" presId="urn:microsoft.com/office/officeart/2005/8/layout/hProcess4"/>
    <dgm:cxn modelId="{4B0BCF26-6805-44B5-B108-5815FFF2D515}" type="presParOf" srcId="{746C0231-D722-4926-8AAD-A2BACAE59164}" destId="{8A4529A9-B537-4EA1-8308-1B42F9C7ECE6}" srcOrd="3" destOrd="0" presId="urn:microsoft.com/office/officeart/2005/8/layout/hProcess4"/>
    <dgm:cxn modelId="{E0BF82B0-7A2A-40CA-93DB-9F3A91379705}" type="presParOf" srcId="{746C0231-D722-4926-8AAD-A2BACAE59164}" destId="{6F2B7CE9-B8C9-4A15-A6D5-CBE3D36007C6}" srcOrd="4" destOrd="0" presId="urn:microsoft.com/office/officeart/2005/8/layout/hProcess4"/>
    <dgm:cxn modelId="{A5CA1F26-1F16-47A8-A79E-431492886D7E}" type="presParOf" srcId="{6F2B7CE9-B8C9-4A15-A6D5-CBE3D36007C6}" destId="{9FF4FCFE-31D8-4F25-A23D-6BDD5E53F081}" srcOrd="0" destOrd="0" presId="urn:microsoft.com/office/officeart/2005/8/layout/hProcess4"/>
    <dgm:cxn modelId="{888C4886-43E1-4110-9800-773447EFA4A0}" type="presParOf" srcId="{6F2B7CE9-B8C9-4A15-A6D5-CBE3D36007C6}" destId="{72CE5A8E-7FAA-45D7-8AF5-EDCEAE5F657C}" srcOrd="1" destOrd="0" presId="urn:microsoft.com/office/officeart/2005/8/layout/hProcess4"/>
    <dgm:cxn modelId="{54ABC68B-9AD6-473C-BD6F-F9E18AD80102}" type="presParOf" srcId="{6F2B7CE9-B8C9-4A15-A6D5-CBE3D36007C6}" destId="{A7124A40-5C33-406F-B08C-E0D6877D6ED1}" srcOrd="2" destOrd="0" presId="urn:microsoft.com/office/officeart/2005/8/layout/hProcess4"/>
    <dgm:cxn modelId="{78973378-2535-4EF2-B40D-D534BDF90A79}" type="presParOf" srcId="{6F2B7CE9-B8C9-4A15-A6D5-CBE3D36007C6}" destId="{5B46D05A-9D11-436F-8F4E-2E7C66C3A9FF}" srcOrd="3" destOrd="0" presId="urn:microsoft.com/office/officeart/2005/8/layout/hProcess4"/>
    <dgm:cxn modelId="{C79BEC65-D9D9-413E-9F93-DB6891E5EA54}" type="presParOf" srcId="{6F2B7CE9-B8C9-4A15-A6D5-CBE3D36007C6}" destId="{26E92C19-15D2-44C0-B325-1A9C6D782110}" srcOrd="4" destOrd="0" presId="urn:microsoft.com/office/officeart/2005/8/layout/hProcess4"/>
    <dgm:cxn modelId="{79C5BF0B-4FBB-4FDA-9FFA-26675881B696}" type="presParOf" srcId="{746C0231-D722-4926-8AAD-A2BACAE59164}" destId="{43E75535-8711-4838-A440-51D561846F8D}" srcOrd="5" destOrd="0" presId="urn:microsoft.com/office/officeart/2005/8/layout/hProcess4"/>
    <dgm:cxn modelId="{B48CF6CA-C565-4FF6-A2D4-D0651A55AF51}" type="presParOf" srcId="{746C0231-D722-4926-8AAD-A2BACAE59164}" destId="{31133150-284C-417B-B142-24DF3482A2A0}" srcOrd="6" destOrd="0" presId="urn:microsoft.com/office/officeart/2005/8/layout/hProcess4"/>
    <dgm:cxn modelId="{C37A828B-AD49-4F0E-AFF2-6130313842C5}" type="presParOf" srcId="{31133150-284C-417B-B142-24DF3482A2A0}" destId="{FF10A9F7-0A9C-48BC-B2B4-7C069E34703A}" srcOrd="0" destOrd="0" presId="urn:microsoft.com/office/officeart/2005/8/layout/hProcess4"/>
    <dgm:cxn modelId="{B112D68D-2FCE-45C9-94F4-F2B9D941B0B8}" type="presParOf" srcId="{31133150-284C-417B-B142-24DF3482A2A0}" destId="{48AD10EA-BFAF-4645-B887-1FEEB206B24E}" srcOrd="1" destOrd="0" presId="urn:microsoft.com/office/officeart/2005/8/layout/hProcess4"/>
    <dgm:cxn modelId="{AEFFBDBD-D42D-4D9C-85BD-29B3C3CF55E1}" type="presParOf" srcId="{31133150-284C-417B-B142-24DF3482A2A0}" destId="{B8F89BDB-495F-4AE9-A86B-24FC99C5F9F5}" srcOrd="2" destOrd="0" presId="urn:microsoft.com/office/officeart/2005/8/layout/hProcess4"/>
    <dgm:cxn modelId="{203E4467-507A-495A-B8EC-A095BB7DAA5C}" type="presParOf" srcId="{31133150-284C-417B-B142-24DF3482A2A0}" destId="{EAA8E277-1D1F-4A6A-BD71-8F6DCFEDFEC6}" srcOrd="3" destOrd="0" presId="urn:microsoft.com/office/officeart/2005/8/layout/hProcess4"/>
    <dgm:cxn modelId="{28335D80-F9B5-4FAE-9309-58050A494903}" type="presParOf" srcId="{31133150-284C-417B-B142-24DF3482A2A0}" destId="{86966C78-D6A6-44BE-8C6C-959ABC83BE69}" srcOrd="4" destOrd="0" presId="urn:microsoft.com/office/officeart/2005/8/layout/hProcess4"/>
    <dgm:cxn modelId="{6F69A559-E242-4551-9AC4-07459F87B73C}" type="presParOf" srcId="{746C0231-D722-4926-8AAD-A2BACAE59164}" destId="{1626F8F8-6E95-4645-9128-1262577C2111}" srcOrd="7" destOrd="0" presId="urn:microsoft.com/office/officeart/2005/8/layout/hProcess4"/>
    <dgm:cxn modelId="{3B704B3E-3831-4BB1-A68C-FE1E4F3778E8}" type="presParOf" srcId="{746C0231-D722-4926-8AAD-A2BACAE59164}" destId="{168769BF-3966-4352-8A36-78B2FFE1BF2C}" srcOrd="8" destOrd="0" presId="urn:microsoft.com/office/officeart/2005/8/layout/hProcess4"/>
    <dgm:cxn modelId="{568E25A0-A5C7-4655-8096-6CB760D6CD3D}" type="presParOf" srcId="{168769BF-3966-4352-8A36-78B2FFE1BF2C}" destId="{FD0C0C29-9908-48B9-9DD3-49C5A59AD1B0}" srcOrd="0" destOrd="0" presId="urn:microsoft.com/office/officeart/2005/8/layout/hProcess4"/>
    <dgm:cxn modelId="{DE044A36-D0CA-4A63-8702-8E467F60D682}" type="presParOf" srcId="{168769BF-3966-4352-8A36-78B2FFE1BF2C}" destId="{9B176C9F-F689-49E3-9305-E31509723E95}" srcOrd="1" destOrd="0" presId="urn:microsoft.com/office/officeart/2005/8/layout/hProcess4"/>
    <dgm:cxn modelId="{2E662B20-FBA0-4160-8F6B-44263CA9B48A}" type="presParOf" srcId="{168769BF-3966-4352-8A36-78B2FFE1BF2C}" destId="{C4E1F2FF-F61A-4F45-B08A-B9250B8E33E1}" srcOrd="2" destOrd="0" presId="urn:microsoft.com/office/officeart/2005/8/layout/hProcess4"/>
    <dgm:cxn modelId="{27664578-1019-435D-A1A9-99C36B807285}" type="presParOf" srcId="{168769BF-3966-4352-8A36-78B2FFE1BF2C}" destId="{C6BEF230-451B-497E-945A-1EC242AD1ED4}" srcOrd="3" destOrd="0" presId="urn:microsoft.com/office/officeart/2005/8/layout/hProcess4"/>
    <dgm:cxn modelId="{C89A980E-2714-4DD1-B503-864968F5DF84}" type="presParOf" srcId="{168769BF-3966-4352-8A36-78B2FFE1BF2C}" destId="{E23EB294-A3F5-4EC2-BBF1-778A426D732B}" srcOrd="4" destOrd="0" presId="urn:microsoft.com/office/officeart/2005/8/layout/hProcess4"/>
    <dgm:cxn modelId="{5F91ED98-44B6-46EB-868C-9A143AE25C37}" type="presParOf" srcId="{746C0231-D722-4926-8AAD-A2BACAE59164}" destId="{D51EF1B0-E252-4C5D-AE6B-14D5DF9294D3}" srcOrd="9" destOrd="0" presId="urn:microsoft.com/office/officeart/2005/8/layout/hProcess4"/>
    <dgm:cxn modelId="{97F8AE32-77E1-489C-992A-2BECA8A33FB5}" type="presParOf" srcId="{746C0231-D722-4926-8AAD-A2BACAE59164}" destId="{E437ACB2-D691-464C-8FCE-DA8F142D5504}" srcOrd="10" destOrd="0" presId="urn:microsoft.com/office/officeart/2005/8/layout/hProcess4"/>
    <dgm:cxn modelId="{78A8ED31-17BF-4C9E-93AC-44AA876FFB5F}" type="presParOf" srcId="{E437ACB2-D691-464C-8FCE-DA8F142D5504}" destId="{1522458B-8D9E-4A01-91F7-3E9F898BB72C}" srcOrd="0" destOrd="0" presId="urn:microsoft.com/office/officeart/2005/8/layout/hProcess4"/>
    <dgm:cxn modelId="{9704C15D-FD12-4B5E-B4F3-8499E87AD008}" type="presParOf" srcId="{E437ACB2-D691-464C-8FCE-DA8F142D5504}" destId="{55DEF229-31FD-478F-AFB3-09F4DAE28B8E}" srcOrd="1" destOrd="0" presId="urn:microsoft.com/office/officeart/2005/8/layout/hProcess4"/>
    <dgm:cxn modelId="{5CAE8F47-B814-494F-9A81-382FE46AAC81}" type="presParOf" srcId="{E437ACB2-D691-464C-8FCE-DA8F142D5504}" destId="{A316B7F9-B1F5-41DC-B234-E4FFB8031317}" srcOrd="2" destOrd="0" presId="urn:microsoft.com/office/officeart/2005/8/layout/hProcess4"/>
    <dgm:cxn modelId="{ADCDF0A8-D431-484C-AFD7-4A0471D790CB}" type="presParOf" srcId="{E437ACB2-D691-464C-8FCE-DA8F142D5504}" destId="{715B5011-FAED-4D1E-94F5-82E41C6B4A3A}" srcOrd="3" destOrd="0" presId="urn:microsoft.com/office/officeart/2005/8/layout/hProcess4"/>
    <dgm:cxn modelId="{21C60132-3747-4081-99D1-513DD2D5779D}" type="presParOf" srcId="{E437ACB2-D691-464C-8FCE-DA8F142D5504}" destId="{C8D2C2E5-551F-454D-9C16-8D59C0BECF62}"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F99735E-C1BB-4D62-85D2-387A74F7872B}"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en-US"/>
        </a:p>
      </dgm:t>
    </dgm:pt>
    <dgm:pt modelId="{D86D384B-1899-4946-A457-E637DD140496}">
      <dgm:prSet phldrT="[Text]"/>
      <dgm:spPr>
        <a:ln>
          <a:solidFill>
            <a:schemeClr val="bg1">
              <a:lumMod val="85000"/>
            </a:schemeClr>
          </a:solidFill>
        </a:ln>
      </dgm:spPr>
      <dgm:t>
        <a:bodyPr/>
        <a:lstStyle/>
        <a:p>
          <a:r>
            <a:rPr lang="en-US" dirty="0"/>
            <a:t>Cable Cutters</a:t>
          </a:r>
        </a:p>
      </dgm:t>
    </dgm:pt>
    <dgm:pt modelId="{8CAF2192-B96D-4414-AD52-CC0A712B897E}" type="parTrans" cxnId="{EF266879-A650-4D20-820C-6F64A8E2E477}">
      <dgm:prSet/>
      <dgm:spPr/>
      <dgm:t>
        <a:bodyPr/>
        <a:lstStyle/>
        <a:p>
          <a:endParaRPr lang="en-US"/>
        </a:p>
      </dgm:t>
    </dgm:pt>
    <dgm:pt modelId="{7DA8EF15-EA80-4DC9-85EE-4E8E1BEBB16F}" type="sibTrans" cxnId="{EF266879-A650-4D20-820C-6F64A8E2E477}">
      <dgm:prSet/>
      <dgm:spPr/>
      <dgm:t>
        <a:bodyPr/>
        <a:lstStyle/>
        <a:p>
          <a:endParaRPr lang="en-US"/>
        </a:p>
      </dgm:t>
    </dgm:pt>
    <dgm:pt modelId="{1CDCFDB5-F408-443D-8E27-58B8D988A3E2}">
      <dgm:prSet/>
      <dgm:spPr>
        <a:ln>
          <a:solidFill>
            <a:schemeClr val="bg1">
              <a:lumMod val="85000"/>
            </a:schemeClr>
          </a:solidFill>
        </a:ln>
      </dgm:spPr>
      <dgm:t>
        <a:bodyPr/>
        <a:lstStyle/>
        <a:p>
          <a:r>
            <a:rPr lang="en-US" dirty="0"/>
            <a:t>Crimp Tools</a:t>
          </a:r>
        </a:p>
      </dgm:t>
    </dgm:pt>
    <dgm:pt modelId="{0188461F-424E-468E-9140-D87493AB75D7}" type="parTrans" cxnId="{168EAC38-58CB-4269-B48D-836C73F3893F}">
      <dgm:prSet/>
      <dgm:spPr/>
      <dgm:t>
        <a:bodyPr/>
        <a:lstStyle/>
        <a:p>
          <a:endParaRPr lang="en-US"/>
        </a:p>
      </dgm:t>
    </dgm:pt>
    <dgm:pt modelId="{3B368278-008F-4B9D-B4CE-5D778DF51B0A}" type="sibTrans" cxnId="{168EAC38-58CB-4269-B48D-836C73F3893F}">
      <dgm:prSet/>
      <dgm:spPr/>
      <dgm:t>
        <a:bodyPr/>
        <a:lstStyle/>
        <a:p>
          <a:endParaRPr lang="en-US"/>
        </a:p>
      </dgm:t>
    </dgm:pt>
    <dgm:pt modelId="{8287BDDA-C457-4B5B-8D12-6F7D7BE40413}">
      <dgm:prSet/>
      <dgm:spPr>
        <a:ln>
          <a:solidFill>
            <a:schemeClr val="bg1">
              <a:lumMod val="85000"/>
            </a:schemeClr>
          </a:solidFill>
        </a:ln>
      </dgm:spPr>
      <dgm:t>
        <a:bodyPr/>
        <a:lstStyle/>
        <a:p>
          <a:r>
            <a:rPr lang="en-US" dirty="0"/>
            <a:t>Punch-Down Tools</a:t>
          </a:r>
        </a:p>
      </dgm:t>
    </dgm:pt>
    <dgm:pt modelId="{462990C9-CBBE-4D4A-A712-C3F473F6EAAF}" type="parTrans" cxnId="{ECD61A39-F179-4153-B41A-7FD1B81AEE06}">
      <dgm:prSet/>
      <dgm:spPr/>
      <dgm:t>
        <a:bodyPr/>
        <a:lstStyle/>
        <a:p>
          <a:endParaRPr lang="en-US"/>
        </a:p>
      </dgm:t>
    </dgm:pt>
    <dgm:pt modelId="{B24BC80F-2940-49EF-93D8-4A92098699A0}" type="sibTrans" cxnId="{ECD61A39-F179-4153-B41A-7FD1B81AEE06}">
      <dgm:prSet/>
      <dgm:spPr/>
      <dgm:t>
        <a:bodyPr/>
        <a:lstStyle/>
        <a:p>
          <a:endParaRPr lang="en-US"/>
        </a:p>
      </dgm:t>
    </dgm:pt>
    <dgm:pt modelId="{E1D2138E-5097-49E8-9DA8-E2286CA5CA72}">
      <dgm:prSet/>
      <dgm:spPr>
        <a:ln>
          <a:solidFill>
            <a:schemeClr val="bg1">
              <a:lumMod val="85000"/>
            </a:schemeClr>
          </a:solidFill>
        </a:ln>
      </dgm:spPr>
      <dgm:t>
        <a:bodyPr/>
        <a:lstStyle/>
        <a:p>
          <a:r>
            <a:rPr lang="en-US" dirty="0"/>
            <a:t>Cable Strippers</a:t>
          </a:r>
        </a:p>
      </dgm:t>
    </dgm:pt>
    <dgm:pt modelId="{9D545776-35CA-41F4-BBF3-4DB4340CDE01}" type="parTrans" cxnId="{4CC381BC-D683-4041-966F-E04D0E239B00}">
      <dgm:prSet/>
      <dgm:spPr/>
      <dgm:t>
        <a:bodyPr/>
        <a:lstStyle/>
        <a:p>
          <a:endParaRPr lang="en-US"/>
        </a:p>
      </dgm:t>
    </dgm:pt>
    <dgm:pt modelId="{3A1C0451-C177-457C-BE74-CE80839DB691}" type="sibTrans" cxnId="{4CC381BC-D683-4041-966F-E04D0E239B00}">
      <dgm:prSet/>
      <dgm:spPr/>
      <dgm:t>
        <a:bodyPr/>
        <a:lstStyle/>
        <a:p>
          <a:endParaRPr lang="en-US"/>
        </a:p>
      </dgm:t>
    </dgm:pt>
    <dgm:pt modelId="{274C2565-D6A9-4FD0-A6C2-CB2F2BFB7908}">
      <dgm:prSet phldrT="[Text]"/>
      <dgm:spPr>
        <a:ln>
          <a:solidFill>
            <a:schemeClr val="bg1">
              <a:lumMod val="85000"/>
            </a:schemeClr>
          </a:solidFill>
        </a:ln>
      </dgm:spPr>
      <dgm:t>
        <a:bodyPr/>
        <a:lstStyle/>
        <a:p>
          <a:r>
            <a:rPr lang="en-US" dirty="0"/>
            <a:t>For clean cuts of the cable without damaging wires.</a:t>
          </a:r>
        </a:p>
      </dgm:t>
    </dgm:pt>
    <dgm:pt modelId="{8204ACD2-F609-48CB-9DE6-59EBAB590240}" type="parTrans" cxnId="{7D8D3718-59D3-4290-AA45-E44376155C90}">
      <dgm:prSet/>
      <dgm:spPr/>
      <dgm:t>
        <a:bodyPr/>
        <a:lstStyle/>
        <a:p>
          <a:endParaRPr lang="en-US"/>
        </a:p>
      </dgm:t>
    </dgm:pt>
    <dgm:pt modelId="{9CCBCB18-3BF3-4086-99B9-93E862F35911}" type="sibTrans" cxnId="{7D8D3718-59D3-4290-AA45-E44376155C90}">
      <dgm:prSet/>
      <dgm:spPr/>
      <dgm:t>
        <a:bodyPr/>
        <a:lstStyle/>
        <a:p>
          <a:endParaRPr lang="en-US"/>
        </a:p>
      </dgm:t>
    </dgm:pt>
    <dgm:pt modelId="{F1049F80-F507-4AE5-A3DA-0737033EAAB2}">
      <dgm:prSet/>
      <dgm:spPr>
        <a:ln>
          <a:solidFill>
            <a:schemeClr val="bg1">
              <a:lumMod val="85000"/>
            </a:schemeClr>
          </a:solidFill>
        </a:ln>
      </dgm:spPr>
      <dgm:t>
        <a:bodyPr/>
        <a:lstStyle/>
        <a:p>
          <a:r>
            <a:rPr lang="en-US" dirty="0"/>
            <a:t>To attach connectors to the cable ends.</a:t>
          </a:r>
        </a:p>
      </dgm:t>
    </dgm:pt>
    <dgm:pt modelId="{36F30EC4-9EAF-4589-A762-3757FC73E324}" type="parTrans" cxnId="{6186D798-493F-4D8B-B285-8D14F51788A4}">
      <dgm:prSet/>
      <dgm:spPr/>
      <dgm:t>
        <a:bodyPr/>
        <a:lstStyle/>
        <a:p>
          <a:endParaRPr lang="en-US"/>
        </a:p>
      </dgm:t>
    </dgm:pt>
    <dgm:pt modelId="{B055E468-3814-4E58-BAF3-D16DBCFBF49B}" type="sibTrans" cxnId="{6186D798-493F-4D8B-B285-8D14F51788A4}">
      <dgm:prSet/>
      <dgm:spPr/>
      <dgm:t>
        <a:bodyPr/>
        <a:lstStyle/>
        <a:p>
          <a:endParaRPr lang="en-US"/>
        </a:p>
      </dgm:t>
    </dgm:pt>
    <dgm:pt modelId="{E7BBD018-1B88-4C44-8D8E-1DEB475C1646}">
      <dgm:prSet/>
      <dgm:spPr>
        <a:ln>
          <a:solidFill>
            <a:schemeClr val="bg1">
              <a:lumMod val="85000"/>
            </a:schemeClr>
          </a:solidFill>
        </a:ln>
      </dgm:spPr>
      <dgm:t>
        <a:bodyPr/>
        <a:lstStyle/>
        <a:p>
          <a:r>
            <a:rPr lang="en-US" dirty="0"/>
            <a:t>For terminating cable wires in punch down blocks.</a:t>
          </a:r>
        </a:p>
      </dgm:t>
    </dgm:pt>
    <dgm:pt modelId="{4E2199C9-8E07-433C-B9E3-545BE35A57BE}" type="parTrans" cxnId="{A457F3A3-4AD0-4EE2-86FD-AF8661317F10}">
      <dgm:prSet/>
      <dgm:spPr/>
      <dgm:t>
        <a:bodyPr/>
        <a:lstStyle/>
        <a:p>
          <a:endParaRPr lang="en-US"/>
        </a:p>
      </dgm:t>
    </dgm:pt>
    <dgm:pt modelId="{81D5DF21-10B3-4D8E-9F99-CB90BDAEF5E7}" type="sibTrans" cxnId="{A457F3A3-4AD0-4EE2-86FD-AF8661317F10}">
      <dgm:prSet/>
      <dgm:spPr/>
      <dgm:t>
        <a:bodyPr/>
        <a:lstStyle/>
        <a:p>
          <a:endParaRPr lang="en-US"/>
        </a:p>
      </dgm:t>
    </dgm:pt>
    <dgm:pt modelId="{F73573E6-9929-42EC-B880-AE4F239C39C8}">
      <dgm:prSet/>
      <dgm:spPr>
        <a:ln>
          <a:solidFill>
            <a:schemeClr val="bg1">
              <a:lumMod val="85000"/>
            </a:schemeClr>
          </a:solidFill>
        </a:ln>
      </dgm:spPr>
      <dgm:t>
        <a:bodyPr/>
        <a:lstStyle/>
        <a:p>
          <a:r>
            <a:rPr lang="en-US" dirty="0"/>
            <a:t>For safely removing insulation without nicking wires.</a:t>
          </a:r>
        </a:p>
      </dgm:t>
    </dgm:pt>
    <dgm:pt modelId="{94844993-9851-495E-BC33-3670EF732002}" type="parTrans" cxnId="{49C7F166-3004-4688-B36A-1F89711C2EA3}">
      <dgm:prSet/>
      <dgm:spPr/>
      <dgm:t>
        <a:bodyPr/>
        <a:lstStyle/>
        <a:p>
          <a:endParaRPr lang="en-US"/>
        </a:p>
      </dgm:t>
    </dgm:pt>
    <dgm:pt modelId="{9FF80C6F-02D0-4C35-ADBE-BFBD6D66816F}" type="sibTrans" cxnId="{49C7F166-3004-4688-B36A-1F89711C2EA3}">
      <dgm:prSet/>
      <dgm:spPr/>
      <dgm:t>
        <a:bodyPr/>
        <a:lstStyle/>
        <a:p>
          <a:endParaRPr lang="en-US"/>
        </a:p>
      </dgm:t>
    </dgm:pt>
    <dgm:pt modelId="{D3526252-E5DA-1A47-82DA-EADD99D1F4DB}" type="pres">
      <dgm:prSet presAssocID="{2F99735E-C1BB-4D62-85D2-387A74F7872B}" presName="Name0" presStyleCnt="0">
        <dgm:presLayoutVars>
          <dgm:dir/>
          <dgm:resizeHandles val="exact"/>
        </dgm:presLayoutVars>
      </dgm:prSet>
      <dgm:spPr/>
    </dgm:pt>
    <dgm:pt modelId="{8C1B225E-0A8A-104F-8727-2C62E559D427}" type="pres">
      <dgm:prSet presAssocID="{2F99735E-C1BB-4D62-85D2-387A74F7872B}" presName="bkgdShp" presStyleLbl="alignAccFollowNode1" presStyleIdx="0" presStyleCnt="1"/>
      <dgm:spPr>
        <a:solidFill>
          <a:schemeClr val="bg1">
            <a:lumMod val="95000"/>
            <a:alpha val="90000"/>
          </a:schemeClr>
        </a:solidFill>
        <a:ln w="9525">
          <a:solidFill>
            <a:schemeClr val="bg1">
              <a:lumMod val="85000"/>
              <a:alpha val="90000"/>
            </a:schemeClr>
          </a:solidFill>
        </a:ln>
      </dgm:spPr>
    </dgm:pt>
    <dgm:pt modelId="{71D28C12-EE2D-C244-B04B-629A0DF8EE2E}" type="pres">
      <dgm:prSet presAssocID="{2F99735E-C1BB-4D62-85D2-387A74F7872B}" presName="linComp" presStyleCnt="0"/>
      <dgm:spPr/>
    </dgm:pt>
    <dgm:pt modelId="{7FCBAEF2-5307-F643-8F50-8C8423456BE1}" type="pres">
      <dgm:prSet presAssocID="{D86D384B-1899-4946-A457-E637DD140496}" presName="compNode" presStyleCnt="0"/>
      <dgm:spPr/>
    </dgm:pt>
    <dgm:pt modelId="{E72292EC-A60D-C74A-BC6F-61681B40EE7E}" type="pres">
      <dgm:prSet presAssocID="{D86D384B-1899-4946-A457-E637DD140496}" presName="node" presStyleLbl="node1" presStyleIdx="0" presStyleCnt="4">
        <dgm:presLayoutVars>
          <dgm:bulletEnabled val="1"/>
        </dgm:presLayoutVars>
      </dgm:prSet>
      <dgm:spPr/>
    </dgm:pt>
    <dgm:pt modelId="{C7777D7D-72F2-DE41-9EF6-05C8954FE59E}" type="pres">
      <dgm:prSet presAssocID="{D86D384B-1899-4946-A457-E637DD140496}" presName="invisiNode" presStyleLbl="node1" presStyleIdx="0" presStyleCnt="4"/>
      <dgm:spPr/>
    </dgm:pt>
    <dgm:pt modelId="{D0AB72D1-A0B1-CD47-AEBA-88D8A3C7F3A9}" type="pres">
      <dgm:prSet presAssocID="{D86D384B-1899-4946-A457-E637DD140496}" presName="imagNode" presStyleLbl="fgImgPlace1" presStyleIdx="0" presStyleCnt="4"/>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C21FA24-8C43-124F-B8AB-27B0F4281827}" type="pres">
      <dgm:prSet presAssocID="{7DA8EF15-EA80-4DC9-85EE-4E8E1BEBB16F}" presName="sibTrans" presStyleLbl="sibTrans2D1" presStyleIdx="0" presStyleCnt="0"/>
      <dgm:spPr/>
    </dgm:pt>
    <dgm:pt modelId="{127DC562-44C8-CD47-BD82-C85A480CFC53}" type="pres">
      <dgm:prSet presAssocID="{1CDCFDB5-F408-443D-8E27-58B8D988A3E2}" presName="compNode" presStyleCnt="0"/>
      <dgm:spPr/>
    </dgm:pt>
    <dgm:pt modelId="{2BC0A09C-CDA0-FF4D-ADAD-3DE688E2CD63}" type="pres">
      <dgm:prSet presAssocID="{1CDCFDB5-F408-443D-8E27-58B8D988A3E2}" presName="node" presStyleLbl="node1" presStyleIdx="1" presStyleCnt="4">
        <dgm:presLayoutVars>
          <dgm:bulletEnabled val="1"/>
        </dgm:presLayoutVars>
      </dgm:prSet>
      <dgm:spPr/>
    </dgm:pt>
    <dgm:pt modelId="{036F90F8-CFE7-F24D-9203-E5F16C7BE0F7}" type="pres">
      <dgm:prSet presAssocID="{1CDCFDB5-F408-443D-8E27-58B8D988A3E2}" presName="invisiNode" presStyleLbl="node1" presStyleIdx="1" presStyleCnt="4"/>
      <dgm:spPr/>
    </dgm:pt>
    <dgm:pt modelId="{F35CED9A-B6E8-3543-AB03-57233E3A4421}" type="pres">
      <dgm:prSet presAssocID="{1CDCFDB5-F408-443D-8E27-58B8D988A3E2}" presName="imagNode" presStyleLbl="fgImgPlace1" presStyleIdx="1" presStyleCnt="4"/>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E1F377C-4927-5640-9A7F-DE5773B5621A}" type="pres">
      <dgm:prSet presAssocID="{3B368278-008F-4B9D-B4CE-5D778DF51B0A}" presName="sibTrans" presStyleLbl="sibTrans2D1" presStyleIdx="0" presStyleCnt="0"/>
      <dgm:spPr/>
    </dgm:pt>
    <dgm:pt modelId="{3E19BCAF-C09A-9A4D-9764-6C475F3FE33E}" type="pres">
      <dgm:prSet presAssocID="{8287BDDA-C457-4B5B-8D12-6F7D7BE40413}" presName="compNode" presStyleCnt="0"/>
      <dgm:spPr/>
    </dgm:pt>
    <dgm:pt modelId="{D9A07171-C045-7843-83EA-DA151BBB48C6}" type="pres">
      <dgm:prSet presAssocID="{8287BDDA-C457-4B5B-8D12-6F7D7BE40413}" presName="node" presStyleLbl="node1" presStyleIdx="2" presStyleCnt="4">
        <dgm:presLayoutVars>
          <dgm:bulletEnabled val="1"/>
        </dgm:presLayoutVars>
      </dgm:prSet>
      <dgm:spPr/>
    </dgm:pt>
    <dgm:pt modelId="{D4CE115B-EF2D-7047-B3A4-551C9B57DA37}" type="pres">
      <dgm:prSet presAssocID="{8287BDDA-C457-4B5B-8D12-6F7D7BE40413}" presName="invisiNode" presStyleLbl="node1" presStyleIdx="2" presStyleCnt="4"/>
      <dgm:spPr/>
    </dgm:pt>
    <dgm:pt modelId="{4BAF7463-37FF-3F48-954E-B054E21345BD}" type="pres">
      <dgm:prSet presAssocID="{8287BDDA-C457-4B5B-8D12-6F7D7BE40413}" presName="imagNode" presStyleLbl="fgImgPlace1" presStyleIdx="2" presStyleCnt="4"/>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F4C0A5BA-7B5E-C34F-9358-B4496F764D66}" type="pres">
      <dgm:prSet presAssocID="{B24BC80F-2940-49EF-93D8-4A92098699A0}" presName="sibTrans" presStyleLbl="sibTrans2D1" presStyleIdx="0" presStyleCnt="0"/>
      <dgm:spPr/>
    </dgm:pt>
    <dgm:pt modelId="{E10F3AA4-C9B2-1C46-A76D-CD22FEB04456}" type="pres">
      <dgm:prSet presAssocID="{E1D2138E-5097-49E8-9DA8-E2286CA5CA72}" presName="compNode" presStyleCnt="0"/>
      <dgm:spPr/>
    </dgm:pt>
    <dgm:pt modelId="{E9B58F10-718F-4846-8866-C47FBAF4DE88}" type="pres">
      <dgm:prSet presAssocID="{E1D2138E-5097-49E8-9DA8-E2286CA5CA72}" presName="node" presStyleLbl="node1" presStyleIdx="3" presStyleCnt="4">
        <dgm:presLayoutVars>
          <dgm:bulletEnabled val="1"/>
        </dgm:presLayoutVars>
      </dgm:prSet>
      <dgm:spPr/>
    </dgm:pt>
    <dgm:pt modelId="{60ACCEE6-0A9B-E146-996C-0D6A427FF048}" type="pres">
      <dgm:prSet presAssocID="{E1D2138E-5097-49E8-9DA8-E2286CA5CA72}" presName="invisiNode" presStyleLbl="node1" presStyleIdx="3" presStyleCnt="4"/>
      <dgm:spPr/>
    </dgm:pt>
    <dgm:pt modelId="{8B9AD465-6EEF-6F42-A7D8-1D8F142B07F5}" type="pres">
      <dgm:prSet presAssocID="{E1D2138E-5097-49E8-9DA8-E2286CA5CA72}" presName="imagNode" presStyleLbl="fgImgPlace1" presStyleIdx="3" presStyleCnt="4"/>
      <dgm:spPr>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Lst>
  <dgm:cxnLst>
    <dgm:cxn modelId="{112AF903-6404-C648-A326-7DCF52A1B0D4}" type="presOf" srcId="{1CDCFDB5-F408-443D-8E27-58B8D988A3E2}" destId="{2BC0A09C-CDA0-FF4D-ADAD-3DE688E2CD63}" srcOrd="0" destOrd="0" presId="urn:microsoft.com/office/officeart/2005/8/layout/pList2"/>
    <dgm:cxn modelId="{7D8D3718-59D3-4290-AA45-E44376155C90}" srcId="{D86D384B-1899-4946-A457-E637DD140496}" destId="{274C2565-D6A9-4FD0-A6C2-CB2F2BFB7908}" srcOrd="0" destOrd="0" parTransId="{8204ACD2-F609-48CB-9DE6-59EBAB590240}" sibTransId="{9CCBCB18-3BF3-4086-99B9-93E862F35911}"/>
    <dgm:cxn modelId="{630E6F37-3ED1-8B47-AA03-688CC2E961F0}" type="presOf" srcId="{3B368278-008F-4B9D-B4CE-5D778DF51B0A}" destId="{CE1F377C-4927-5640-9A7F-DE5773B5621A}" srcOrd="0" destOrd="0" presId="urn:microsoft.com/office/officeart/2005/8/layout/pList2"/>
    <dgm:cxn modelId="{168EAC38-58CB-4269-B48D-836C73F3893F}" srcId="{2F99735E-C1BB-4D62-85D2-387A74F7872B}" destId="{1CDCFDB5-F408-443D-8E27-58B8D988A3E2}" srcOrd="1" destOrd="0" parTransId="{0188461F-424E-468E-9140-D87493AB75D7}" sibTransId="{3B368278-008F-4B9D-B4CE-5D778DF51B0A}"/>
    <dgm:cxn modelId="{ECD61A39-F179-4153-B41A-7FD1B81AEE06}" srcId="{2F99735E-C1BB-4D62-85D2-387A74F7872B}" destId="{8287BDDA-C457-4B5B-8D12-6F7D7BE40413}" srcOrd="2" destOrd="0" parTransId="{462990C9-CBBE-4D4A-A712-C3F473F6EAAF}" sibTransId="{B24BC80F-2940-49EF-93D8-4A92098699A0}"/>
    <dgm:cxn modelId="{0D87165C-39B8-F34C-BE3B-916BDE6E952A}" type="presOf" srcId="{2F99735E-C1BB-4D62-85D2-387A74F7872B}" destId="{D3526252-E5DA-1A47-82DA-EADD99D1F4DB}" srcOrd="0" destOrd="0" presId="urn:microsoft.com/office/officeart/2005/8/layout/pList2"/>
    <dgm:cxn modelId="{C4CF8D64-D9CE-B343-852D-D8F4C68B0FEE}" type="presOf" srcId="{8287BDDA-C457-4B5B-8D12-6F7D7BE40413}" destId="{D9A07171-C045-7843-83EA-DA151BBB48C6}" srcOrd="0" destOrd="0" presId="urn:microsoft.com/office/officeart/2005/8/layout/pList2"/>
    <dgm:cxn modelId="{49C7F166-3004-4688-B36A-1F89711C2EA3}" srcId="{E1D2138E-5097-49E8-9DA8-E2286CA5CA72}" destId="{F73573E6-9929-42EC-B880-AE4F239C39C8}" srcOrd="0" destOrd="0" parTransId="{94844993-9851-495E-BC33-3670EF732002}" sibTransId="{9FF80C6F-02D0-4C35-ADBE-BFBD6D66816F}"/>
    <dgm:cxn modelId="{C96A3F72-5F6A-3D47-B6B3-8E860FAE2AF3}" type="presOf" srcId="{E7BBD018-1B88-4C44-8D8E-1DEB475C1646}" destId="{D9A07171-C045-7843-83EA-DA151BBB48C6}" srcOrd="0" destOrd="1" presId="urn:microsoft.com/office/officeart/2005/8/layout/pList2"/>
    <dgm:cxn modelId="{EF266879-A650-4D20-820C-6F64A8E2E477}" srcId="{2F99735E-C1BB-4D62-85D2-387A74F7872B}" destId="{D86D384B-1899-4946-A457-E637DD140496}" srcOrd="0" destOrd="0" parTransId="{8CAF2192-B96D-4414-AD52-CC0A712B897E}" sibTransId="{7DA8EF15-EA80-4DC9-85EE-4E8E1BEBB16F}"/>
    <dgm:cxn modelId="{6186D798-493F-4D8B-B285-8D14F51788A4}" srcId="{1CDCFDB5-F408-443D-8E27-58B8D988A3E2}" destId="{F1049F80-F507-4AE5-A3DA-0737033EAAB2}" srcOrd="0" destOrd="0" parTransId="{36F30EC4-9EAF-4589-A762-3757FC73E324}" sibTransId="{B055E468-3814-4E58-BAF3-D16DBCFBF49B}"/>
    <dgm:cxn modelId="{A457F3A3-4AD0-4EE2-86FD-AF8661317F10}" srcId="{8287BDDA-C457-4B5B-8D12-6F7D7BE40413}" destId="{E7BBD018-1B88-4C44-8D8E-1DEB475C1646}" srcOrd="0" destOrd="0" parTransId="{4E2199C9-8E07-433C-B9E3-545BE35A57BE}" sibTransId="{81D5DF21-10B3-4D8E-9F99-CB90BDAEF5E7}"/>
    <dgm:cxn modelId="{FD679BB3-5E4F-0842-8F51-DE22C46374A4}" type="presOf" srcId="{B24BC80F-2940-49EF-93D8-4A92098699A0}" destId="{F4C0A5BA-7B5E-C34F-9358-B4496F764D66}" srcOrd="0" destOrd="0" presId="urn:microsoft.com/office/officeart/2005/8/layout/pList2"/>
    <dgm:cxn modelId="{83AE6EB4-5E60-A34B-965F-027FBA01B281}" type="presOf" srcId="{F73573E6-9929-42EC-B880-AE4F239C39C8}" destId="{E9B58F10-718F-4846-8866-C47FBAF4DE88}" srcOrd="0" destOrd="1" presId="urn:microsoft.com/office/officeart/2005/8/layout/pList2"/>
    <dgm:cxn modelId="{4CC381BC-D683-4041-966F-E04D0E239B00}" srcId="{2F99735E-C1BB-4D62-85D2-387A74F7872B}" destId="{E1D2138E-5097-49E8-9DA8-E2286CA5CA72}" srcOrd="3" destOrd="0" parTransId="{9D545776-35CA-41F4-BBF3-4DB4340CDE01}" sibTransId="{3A1C0451-C177-457C-BE74-CE80839DB691}"/>
    <dgm:cxn modelId="{645AD0CC-B602-824C-8626-E0500E3D9B64}" type="presOf" srcId="{F1049F80-F507-4AE5-A3DA-0737033EAAB2}" destId="{2BC0A09C-CDA0-FF4D-ADAD-3DE688E2CD63}" srcOrd="0" destOrd="1" presId="urn:microsoft.com/office/officeart/2005/8/layout/pList2"/>
    <dgm:cxn modelId="{AF9D60D2-453F-9042-B79C-F4C41825F1F4}" type="presOf" srcId="{E1D2138E-5097-49E8-9DA8-E2286CA5CA72}" destId="{E9B58F10-718F-4846-8866-C47FBAF4DE88}" srcOrd="0" destOrd="0" presId="urn:microsoft.com/office/officeart/2005/8/layout/pList2"/>
    <dgm:cxn modelId="{D80DACD6-42B1-F44E-A178-ED1FA1251D92}" type="presOf" srcId="{D86D384B-1899-4946-A457-E637DD140496}" destId="{E72292EC-A60D-C74A-BC6F-61681B40EE7E}" srcOrd="0" destOrd="0" presId="urn:microsoft.com/office/officeart/2005/8/layout/pList2"/>
    <dgm:cxn modelId="{E73436DE-4BB4-644B-B2DC-DEA33448082C}" type="presOf" srcId="{274C2565-D6A9-4FD0-A6C2-CB2F2BFB7908}" destId="{E72292EC-A60D-C74A-BC6F-61681B40EE7E}" srcOrd="0" destOrd="1" presId="urn:microsoft.com/office/officeart/2005/8/layout/pList2"/>
    <dgm:cxn modelId="{DBAC53FA-E487-AA44-9818-8314122361C5}" type="presOf" srcId="{7DA8EF15-EA80-4DC9-85EE-4E8E1BEBB16F}" destId="{AC21FA24-8C43-124F-B8AB-27B0F4281827}" srcOrd="0" destOrd="0" presId="urn:microsoft.com/office/officeart/2005/8/layout/pList2"/>
    <dgm:cxn modelId="{28B84EC6-3A29-C448-8948-FA0081318744}" type="presParOf" srcId="{D3526252-E5DA-1A47-82DA-EADD99D1F4DB}" destId="{8C1B225E-0A8A-104F-8727-2C62E559D427}" srcOrd="0" destOrd="0" presId="urn:microsoft.com/office/officeart/2005/8/layout/pList2"/>
    <dgm:cxn modelId="{7A895427-144D-D545-A35A-72B8F62FB756}" type="presParOf" srcId="{D3526252-E5DA-1A47-82DA-EADD99D1F4DB}" destId="{71D28C12-EE2D-C244-B04B-629A0DF8EE2E}" srcOrd="1" destOrd="0" presId="urn:microsoft.com/office/officeart/2005/8/layout/pList2"/>
    <dgm:cxn modelId="{1C5FFA18-DE57-C943-833F-636B50A06418}" type="presParOf" srcId="{71D28C12-EE2D-C244-B04B-629A0DF8EE2E}" destId="{7FCBAEF2-5307-F643-8F50-8C8423456BE1}" srcOrd="0" destOrd="0" presId="urn:microsoft.com/office/officeart/2005/8/layout/pList2"/>
    <dgm:cxn modelId="{A43DA06B-7903-3641-B967-4A008B03C51B}" type="presParOf" srcId="{7FCBAEF2-5307-F643-8F50-8C8423456BE1}" destId="{E72292EC-A60D-C74A-BC6F-61681B40EE7E}" srcOrd="0" destOrd="0" presId="urn:microsoft.com/office/officeart/2005/8/layout/pList2"/>
    <dgm:cxn modelId="{0520F21B-35EA-2D47-8DC8-E32BE8FBCC92}" type="presParOf" srcId="{7FCBAEF2-5307-F643-8F50-8C8423456BE1}" destId="{C7777D7D-72F2-DE41-9EF6-05C8954FE59E}" srcOrd="1" destOrd="0" presId="urn:microsoft.com/office/officeart/2005/8/layout/pList2"/>
    <dgm:cxn modelId="{2DA79311-9AB9-4441-96DE-721D3EC8638B}" type="presParOf" srcId="{7FCBAEF2-5307-F643-8F50-8C8423456BE1}" destId="{D0AB72D1-A0B1-CD47-AEBA-88D8A3C7F3A9}" srcOrd="2" destOrd="0" presId="urn:microsoft.com/office/officeart/2005/8/layout/pList2"/>
    <dgm:cxn modelId="{AE3E8765-21C8-064B-AEDF-4E1EED68FD0C}" type="presParOf" srcId="{71D28C12-EE2D-C244-B04B-629A0DF8EE2E}" destId="{AC21FA24-8C43-124F-B8AB-27B0F4281827}" srcOrd="1" destOrd="0" presId="urn:microsoft.com/office/officeart/2005/8/layout/pList2"/>
    <dgm:cxn modelId="{A1B5B9AE-0BE6-E64A-A363-FB5749092885}" type="presParOf" srcId="{71D28C12-EE2D-C244-B04B-629A0DF8EE2E}" destId="{127DC562-44C8-CD47-BD82-C85A480CFC53}" srcOrd="2" destOrd="0" presId="urn:microsoft.com/office/officeart/2005/8/layout/pList2"/>
    <dgm:cxn modelId="{2FEAB4F8-06F5-2443-B1FD-EFE8745BB805}" type="presParOf" srcId="{127DC562-44C8-CD47-BD82-C85A480CFC53}" destId="{2BC0A09C-CDA0-FF4D-ADAD-3DE688E2CD63}" srcOrd="0" destOrd="0" presId="urn:microsoft.com/office/officeart/2005/8/layout/pList2"/>
    <dgm:cxn modelId="{CC7B6965-B347-2B47-9573-53BF070FD9C3}" type="presParOf" srcId="{127DC562-44C8-CD47-BD82-C85A480CFC53}" destId="{036F90F8-CFE7-F24D-9203-E5F16C7BE0F7}" srcOrd="1" destOrd="0" presId="urn:microsoft.com/office/officeart/2005/8/layout/pList2"/>
    <dgm:cxn modelId="{9C36080C-936B-1A43-B3AF-B36A23F08EF0}" type="presParOf" srcId="{127DC562-44C8-CD47-BD82-C85A480CFC53}" destId="{F35CED9A-B6E8-3543-AB03-57233E3A4421}" srcOrd="2" destOrd="0" presId="urn:microsoft.com/office/officeart/2005/8/layout/pList2"/>
    <dgm:cxn modelId="{3D324D28-4EDF-4047-8002-264CABFF0EDB}" type="presParOf" srcId="{71D28C12-EE2D-C244-B04B-629A0DF8EE2E}" destId="{CE1F377C-4927-5640-9A7F-DE5773B5621A}" srcOrd="3" destOrd="0" presId="urn:microsoft.com/office/officeart/2005/8/layout/pList2"/>
    <dgm:cxn modelId="{7967839E-FBF1-0A4B-A933-9DFF6197253E}" type="presParOf" srcId="{71D28C12-EE2D-C244-B04B-629A0DF8EE2E}" destId="{3E19BCAF-C09A-9A4D-9764-6C475F3FE33E}" srcOrd="4" destOrd="0" presId="urn:microsoft.com/office/officeart/2005/8/layout/pList2"/>
    <dgm:cxn modelId="{B07A755D-4F7C-4649-86A1-1AA6F1A83F1A}" type="presParOf" srcId="{3E19BCAF-C09A-9A4D-9764-6C475F3FE33E}" destId="{D9A07171-C045-7843-83EA-DA151BBB48C6}" srcOrd="0" destOrd="0" presId="urn:microsoft.com/office/officeart/2005/8/layout/pList2"/>
    <dgm:cxn modelId="{DD1BCA2F-7C9B-7049-9DD2-E1D87D132263}" type="presParOf" srcId="{3E19BCAF-C09A-9A4D-9764-6C475F3FE33E}" destId="{D4CE115B-EF2D-7047-B3A4-551C9B57DA37}" srcOrd="1" destOrd="0" presId="urn:microsoft.com/office/officeart/2005/8/layout/pList2"/>
    <dgm:cxn modelId="{349B3C68-E069-D94E-969E-14F8C096F8DB}" type="presParOf" srcId="{3E19BCAF-C09A-9A4D-9764-6C475F3FE33E}" destId="{4BAF7463-37FF-3F48-954E-B054E21345BD}" srcOrd="2" destOrd="0" presId="urn:microsoft.com/office/officeart/2005/8/layout/pList2"/>
    <dgm:cxn modelId="{35D0248F-73CF-1145-95D3-B8BC8FF26448}" type="presParOf" srcId="{71D28C12-EE2D-C244-B04B-629A0DF8EE2E}" destId="{F4C0A5BA-7B5E-C34F-9358-B4496F764D66}" srcOrd="5" destOrd="0" presId="urn:microsoft.com/office/officeart/2005/8/layout/pList2"/>
    <dgm:cxn modelId="{A0705760-2291-EA4B-9974-B77D910717CE}" type="presParOf" srcId="{71D28C12-EE2D-C244-B04B-629A0DF8EE2E}" destId="{E10F3AA4-C9B2-1C46-A76D-CD22FEB04456}" srcOrd="6" destOrd="0" presId="urn:microsoft.com/office/officeart/2005/8/layout/pList2"/>
    <dgm:cxn modelId="{38F9A1C7-D38E-5E4F-8409-6709C7C07413}" type="presParOf" srcId="{E10F3AA4-C9B2-1C46-A76D-CD22FEB04456}" destId="{E9B58F10-718F-4846-8866-C47FBAF4DE88}" srcOrd="0" destOrd="0" presId="urn:microsoft.com/office/officeart/2005/8/layout/pList2"/>
    <dgm:cxn modelId="{C36AC94B-3D53-A548-B0D1-2A5CD6DD6385}" type="presParOf" srcId="{E10F3AA4-C9B2-1C46-A76D-CD22FEB04456}" destId="{60ACCEE6-0A9B-E146-996C-0D6A427FF048}" srcOrd="1" destOrd="0" presId="urn:microsoft.com/office/officeart/2005/8/layout/pList2"/>
    <dgm:cxn modelId="{9D976DC2-DD02-0348-8CA5-4827E4A8002C}" type="presParOf" srcId="{E10F3AA4-C9B2-1C46-A76D-CD22FEB04456}" destId="{8B9AD465-6EEF-6F42-A7D8-1D8F142B07F5}"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F99735E-C1BB-4D62-85D2-387A74F7872B}"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n-US"/>
        </a:p>
      </dgm:t>
    </dgm:pt>
    <dgm:pt modelId="{D86D384B-1899-4946-A457-E637DD140496}">
      <dgm:prSet phldrT="[Text]"/>
      <dgm:spPr>
        <a:solidFill>
          <a:srgbClr val="004F71"/>
        </a:solidFill>
      </dgm:spPr>
      <dgm:t>
        <a:bodyPr/>
        <a:lstStyle/>
        <a:p>
          <a:r>
            <a:rPr lang="en-US" dirty="0"/>
            <a:t>1</a:t>
          </a:r>
        </a:p>
      </dgm:t>
    </dgm:pt>
    <dgm:pt modelId="{7DA8EF15-EA80-4DC9-85EE-4E8E1BEBB16F}" type="sibTrans" cxnId="{EF266879-A650-4D20-820C-6F64A8E2E477}">
      <dgm:prSet/>
      <dgm:spPr/>
      <dgm:t>
        <a:bodyPr/>
        <a:lstStyle/>
        <a:p>
          <a:endParaRPr lang="en-US"/>
        </a:p>
      </dgm:t>
    </dgm:pt>
    <dgm:pt modelId="{8CAF2192-B96D-4414-AD52-CC0A712B897E}" type="parTrans" cxnId="{EF266879-A650-4D20-820C-6F64A8E2E477}">
      <dgm:prSet/>
      <dgm:spPr/>
      <dgm:t>
        <a:bodyPr/>
        <a:lstStyle/>
        <a:p>
          <a:endParaRPr lang="en-US"/>
        </a:p>
      </dgm:t>
    </dgm:pt>
    <dgm:pt modelId="{1CDCFDB5-F408-443D-8E27-58B8D988A3E2}">
      <dgm:prSet/>
      <dgm:spPr>
        <a:solidFill>
          <a:srgbClr val="004F71"/>
        </a:solidFill>
      </dgm:spPr>
      <dgm:t>
        <a:bodyPr/>
        <a:lstStyle/>
        <a:p>
          <a:r>
            <a:rPr lang="en-US" dirty="0"/>
            <a:t>2</a:t>
          </a:r>
        </a:p>
      </dgm:t>
    </dgm:pt>
    <dgm:pt modelId="{3B368278-008F-4B9D-B4CE-5D778DF51B0A}" type="sibTrans" cxnId="{168EAC38-58CB-4269-B48D-836C73F3893F}">
      <dgm:prSet/>
      <dgm:spPr/>
      <dgm:t>
        <a:bodyPr/>
        <a:lstStyle/>
        <a:p>
          <a:endParaRPr lang="en-US"/>
        </a:p>
      </dgm:t>
    </dgm:pt>
    <dgm:pt modelId="{0188461F-424E-468E-9140-D87493AB75D7}" type="parTrans" cxnId="{168EAC38-58CB-4269-B48D-836C73F3893F}">
      <dgm:prSet/>
      <dgm:spPr/>
      <dgm:t>
        <a:bodyPr/>
        <a:lstStyle/>
        <a:p>
          <a:endParaRPr lang="en-US"/>
        </a:p>
      </dgm:t>
    </dgm:pt>
    <dgm:pt modelId="{8287BDDA-C457-4B5B-8D12-6F7D7BE40413}">
      <dgm:prSet/>
      <dgm:spPr>
        <a:solidFill>
          <a:srgbClr val="004F71"/>
        </a:solidFill>
      </dgm:spPr>
      <dgm:t>
        <a:bodyPr/>
        <a:lstStyle/>
        <a:p>
          <a:r>
            <a:rPr lang="en-US" dirty="0"/>
            <a:t>3</a:t>
          </a:r>
        </a:p>
      </dgm:t>
    </dgm:pt>
    <dgm:pt modelId="{B24BC80F-2940-49EF-93D8-4A92098699A0}" type="sibTrans" cxnId="{ECD61A39-F179-4153-B41A-7FD1B81AEE06}">
      <dgm:prSet/>
      <dgm:spPr/>
      <dgm:t>
        <a:bodyPr/>
        <a:lstStyle/>
        <a:p>
          <a:endParaRPr lang="en-US"/>
        </a:p>
      </dgm:t>
    </dgm:pt>
    <dgm:pt modelId="{462990C9-CBBE-4D4A-A712-C3F473F6EAAF}" type="parTrans" cxnId="{ECD61A39-F179-4153-B41A-7FD1B81AEE06}">
      <dgm:prSet/>
      <dgm:spPr/>
      <dgm:t>
        <a:bodyPr/>
        <a:lstStyle/>
        <a:p>
          <a:endParaRPr lang="en-US"/>
        </a:p>
      </dgm:t>
    </dgm:pt>
    <dgm:pt modelId="{E1D2138E-5097-49E8-9DA8-E2286CA5CA72}">
      <dgm:prSet/>
      <dgm:spPr>
        <a:solidFill>
          <a:srgbClr val="004F71"/>
        </a:solidFill>
      </dgm:spPr>
      <dgm:t>
        <a:bodyPr/>
        <a:lstStyle/>
        <a:p>
          <a:r>
            <a:rPr lang="en-US" dirty="0"/>
            <a:t>4</a:t>
          </a:r>
        </a:p>
      </dgm:t>
    </dgm:pt>
    <dgm:pt modelId="{3A1C0451-C177-457C-BE74-CE80839DB691}" type="sibTrans" cxnId="{4CC381BC-D683-4041-966F-E04D0E239B00}">
      <dgm:prSet/>
      <dgm:spPr/>
      <dgm:t>
        <a:bodyPr/>
        <a:lstStyle/>
        <a:p>
          <a:endParaRPr lang="en-US"/>
        </a:p>
      </dgm:t>
    </dgm:pt>
    <dgm:pt modelId="{9D545776-35CA-41F4-BBF3-4DB4340CDE01}" type="parTrans" cxnId="{4CC381BC-D683-4041-966F-E04D0E239B00}">
      <dgm:prSet/>
      <dgm:spPr/>
      <dgm:t>
        <a:bodyPr/>
        <a:lstStyle/>
        <a:p>
          <a:endParaRPr lang="en-US"/>
        </a:p>
      </dgm:t>
    </dgm:pt>
    <dgm:pt modelId="{B418B700-7EB7-4B4C-81AC-1CAA97B12517}" type="pres">
      <dgm:prSet presAssocID="{2F99735E-C1BB-4D62-85D2-387A74F7872B}" presName="Name0" presStyleCnt="0">
        <dgm:presLayoutVars>
          <dgm:dir/>
          <dgm:resizeHandles/>
        </dgm:presLayoutVars>
      </dgm:prSet>
      <dgm:spPr/>
    </dgm:pt>
    <dgm:pt modelId="{D259F07E-CF35-4196-9909-81B1ECB45CCF}" type="pres">
      <dgm:prSet presAssocID="{D86D384B-1899-4946-A457-E637DD140496}" presName="composite" presStyleCnt="0"/>
      <dgm:spPr/>
    </dgm:pt>
    <dgm:pt modelId="{7B46AAA0-378D-4255-ACC5-67780EA6B317}" type="pres">
      <dgm:prSet presAssocID="{D86D384B-1899-4946-A457-E637DD140496}" presName="rect1" presStyleLbl="bgImgPlace1" presStyleIdx="0" presStyleCnt="4"/>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F0EF1CC-2113-4986-B41B-5D8C585F17B3}" type="pres">
      <dgm:prSet presAssocID="{D86D384B-1899-4946-A457-E637DD140496}" presName="rect2" presStyleLbl="node1" presStyleIdx="0" presStyleCnt="4">
        <dgm:presLayoutVars>
          <dgm:bulletEnabled val="1"/>
        </dgm:presLayoutVars>
      </dgm:prSet>
      <dgm:spPr/>
    </dgm:pt>
    <dgm:pt modelId="{DF1BC83A-9535-426D-8A22-B1027EC37E74}" type="pres">
      <dgm:prSet presAssocID="{7DA8EF15-EA80-4DC9-85EE-4E8E1BEBB16F}" presName="sibTrans" presStyleCnt="0"/>
      <dgm:spPr/>
    </dgm:pt>
    <dgm:pt modelId="{1F7E5284-8DAF-433B-993B-1ADF18A021B5}" type="pres">
      <dgm:prSet presAssocID="{1CDCFDB5-F408-443D-8E27-58B8D988A3E2}" presName="composite" presStyleCnt="0"/>
      <dgm:spPr/>
    </dgm:pt>
    <dgm:pt modelId="{CD6FE25A-3993-49E8-AF64-3D6196880D89}" type="pres">
      <dgm:prSet presAssocID="{1CDCFDB5-F408-443D-8E27-58B8D988A3E2}" presName="rect1" presStyleLbl="bgImgPlace1" presStyleIdx="1" presStyleCnt="4"/>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E900451-3683-42E5-A68F-06D7EB13B41F}" type="pres">
      <dgm:prSet presAssocID="{1CDCFDB5-F408-443D-8E27-58B8D988A3E2}" presName="rect2" presStyleLbl="node1" presStyleIdx="1" presStyleCnt="4">
        <dgm:presLayoutVars>
          <dgm:bulletEnabled val="1"/>
        </dgm:presLayoutVars>
      </dgm:prSet>
      <dgm:spPr/>
    </dgm:pt>
    <dgm:pt modelId="{6E1C3864-B361-429D-9DC6-0B0248A21AE3}" type="pres">
      <dgm:prSet presAssocID="{3B368278-008F-4B9D-B4CE-5D778DF51B0A}" presName="sibTrans" presStyleCnt="0"/>
      <dgm:spPr/>
    </dgm:pt>
    <dgm:pt modelId="{1DC8A073-3047-47D2-BBD7-A30E1AFE4306}" type="pres">
      <dgm:prSet presAssocID="{8287BDDA-C457-4B5B-8D12-6F7D7BE40413}" presName="composite" presStyleCnt="0"/>
      <dgm:spPr/>
    </dgm:pt>
    <dgm:pt modelId="{F46C45A3-F638-42CC-AB45-571C9EDE2751}" type="pres">
      <dgm:prSet presAssocID="{8287BDDA-C457-4B5B-8D12-6F7D7BE40413}" presName="rect1" presStyleLbl="bgImgPlace1" presStyleIdx="2" presStyleCnt="4"/>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3EC1FBC-116E-4F04-86AB-09A77364C1B9}" type="pres">
      <dgm:prSet presAssocID="{8287BDDA-C457-4B5B-8D12-6F7D7BE40413}" presName="rect2" presStyleLbl="node1" presStyleIdx="2" presStyleCnt="4">
        <dgm:presLayoutVars>
          <dgm:bulletEnabled val="1"/>
        </dgm:presLayoutVars>
      </dgm:prSet>
      <dgm:spPr/>
    </dgm:pt>
    <dgm:pt modelId="{73E4D71E-06DB-42DE-8E30-9F19443F71A2}" type="pres">
      <dgm:prSet presAssocID="{B24BC80F-2940-49EF-93D8-4A92098699A0}" presName="sibTrans" presStyleCnt="0"/>
      <dgm:spPr/>
    </dgm:pt>
    <dgm:pt modelId="{847FC473-EB8F-4235-940F-01FF0C44644A}" type="pres">
      <dgm:prSet presAssocID="{E1D2138E-5097-49E8-9DA8-E2286CA5CA72}" presName="composite" presStyleCnt="0"/>
      <dgm:spPr/>
    </dgm:pt>
    <dgm:pt modelId="{853A1602-9095-4911-BA41-565FC73E323A}" type="pres">
      <dgm:prSet presAssocID="{E1D2138E-5097-49E8-9DA8-E2286CA5CA72}" presName="rect1" presStyleLbl="bgImgPlace1" presStyleIdx="3" presStyleCnt="4"/>
      <dgm:spPr>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7E69B0B-EB45-4848-8785-1FA98CED8F4D}" type="pres">
      <dgm:prSet presAssocID="{E1D2138E-5097-49E8-9DA8-E2286CA5CA72}" presName="rect2" presStyleLbl="node1" presStyleIdx="3" presStyleCnt="4">
        <dgm:presLayoutVars>
          <dgm:bulletEnabled val="1"/>
        </dgm:presLayoutVars>
      </dgm:prSet>
      <dgm:spPr/>
    </dgm:pt>
  </dgm:ptLst>
  <dgm:cxnLst>
    <dgm:cxn modelId="{B5B32202-4CEA-40A4-8BAF-D60AD8E8AB4C}" type="presOf" srcId="{8287BDDA-C457-4B5B-8D12-6F7D7BE40413}" destId="{33EC1FBC-116E-4F04-86AB-09A77364C1B9}" srcOrd="0" destOrd="0" presId="urn:microsoft.com/office/officeart/2008/layout/BendingPictureBlocks"/>
    <dgm:cxn modelId="{168EAC38-58CB-4269-B48D-836C73F3893F}" srcId="{2F99735E-C1BB-4D62-85D2-387A74F7872B}" destId="{1CDCFDB5-F408-443D-8E27-58B8D988A3E2}" srcOrd="1" destOrd="0" parTransId="{0188461F-424E-468E-9140-D87493AB75D7}" sibTransId="{3B368278-008F-4B9D-B4CE-5D778DF51B0A}"/>
    <dgm:cxn modelId="{ECD61A39-F179-4153-B41A-7FD1B81AEE06}" srcId="{2F99735E-C1BB-4D62-85D2-387A74F7872B}" destId="{8287BDDA-C457-4B5B-8D12-6F7D7BE40413}" srcOrd="2" destOrd="0" parTransId="{462990C9-CBBE-4D4A-A712-C3F473F6EAAF}" sibTransId="{B24BC80F-2940-49EF-93D8-4A92098699A0}"/>
    <dgm:cxn modelId="{BFEF6C60-4E2F-49CF-B630-9B0FDD674F84}" type="presOf" srcId="{E1D2138E-5097-49E8-9DA8-E2286CA5CA72}" destId="{37E69B0B-EB45-4848-8785-1FA98CED8F4D}" srcOrd="0" destOrd="0" presId="urn:microsoft.com/office/officeart/2008/layout/BendingPictureBlocks"/>
    <dgm:cxn modelId="{51E37764-95AA-4B73-8240-4CDFED9765F8}" type="presOf" srcId="{1CDCFDB5-F408-443D-8E27-58B8D988A3E2}" destId="{9E900451-3683-42E5-A68F-06D7EB13B41F}" srcOrd="0" destOrd="0" presId="urn:microsoft.com/office/officeart/2008/layout/BendingPictureBlocks"/>
    <dgm:cxn modelId="{21455A78-B0C7-422C-AFA3-1344DC35CD40}" type="presOf" srcId="{2F99735E-C1BB-4D62-85D2-387A74F7872B}" destId="{B418B700-7EB7-4B4C-81AC-1CAA97B12517}" srcOrd="0" destOrd="0" presId="urn:microsoft.com/office/officeart/2008/layout/BendingPictureBlocks"/>
    <dgm:cxn modelId="{EF266879-A650-4D20-820C-6F64A8E2E477}" srcId="{2F99735E-C1BB-4D62-85D2-387A74F7872B}" destId="{D86D384B-1899-4946-A457-E637DD140496}" srcOrd="0" destOrd="0" parTransId="{8CAF2192-B96D-4414-AD52-CC0A712B897E}" sibTransId="{7DA8EF15-EA80-4DC9-85EE-4E8E1BEBB16F}"/>
    <dgm:cxn modelId="{A2BDDF9D-CF82-417E-8EC3-888D369C0711}" type="presOf" srcId="{D86D384B-1899-4946-A457-E637DD140496}" destId="{1F0EF1CC-2113-4986-B41B-5D8C585F17B3}" srcOrd="0" destOrd="0" presId="urn:microsoft.com/office/officeart/2008/layout/BendingPictureBlocks"/>
    <dgm:cxn modelId="{4CC381BC-D683-4041-966F-E04D0E239B00}" srcId="{2F99735E-C1BB-4D62-85D2-387A74F7872B}" destId="{E1D2138E-5097-49E8-9DA8-E2286CA5CA72}" srcOrd="3" destOrd="0" parTransId="{9D545776-35CA-41F4-BBF3-4DB4340CDE01}" sibTransId="{3A1C0451-C177-457C-BE74-CE80839DB691}"/>
    <dgm:cxn modelId="{32E5DD0A-1BA0-4CB8-915A-175C8B850512}" type="presParOf" srcId="{B418B700-7EB7-4B4C-81AC-1CAA97B12517}" destId="{D259F07E-CF35-4196-9909-81B1ECB45CCF}" srcOrd="0" destOrd="0" presId="urn:microsoft.com/office/officeart/2008/layout/BendingPictureBlocks"/>
    <dgm:cxn modelId="{5C066940-5381-484A-BD1E-B0A303267DA8}" type="presParOf" srcId="{D259F07E-CF35-4196-9909-81B1ECB45CCF}" destId="{7B46AAA0-378D-4255-ACC5-67780EA6B317}" srcOrd="0" destOrd="0" presId="urn:microsoft.com/office/officeart/2008/layout/BendingPictureBlocks"/>
    <dgm:cxn modelId="{38009535-6A7C-426F-8BFD-543B701B7440}" type="presParOf" srcId="{D259F07E-CF35-4196-9909-81B1ECB45CCF}" destId="{1F0EF1CC-2113-4986-B41B-5D8C585F17B3}" srcOrd="1" destOrd="0" presId="urn:microsoft.com/office/officeart/2008/layout/BendingPictureBlocks"/>
    <dgm:cxn modelId="{803AC68A-2A8B-4001-9CAB-EBD34E36CC5B}" type="presParOf" srcId="{B418B700-7EB7-4B4C-81AC-1CAA97B12517}" destId="{DF1BC83A-9535-426D-8A22-B1027EC37E74}" srcOrd="1" destOrd="0" presId="urn:microsoft.com/office/officeart/2008/layout/BendingPictureBlocks"/>
    <dgm:cxn modelId="{E6323FCA-1093-45C8-B758-10D97942BE6A}" type="presParOf" srcId="{B418B700-7EB7-4B4C-81AC-1CAA97B12517}" destId="{1F7E5284-8DAF-433B-993B-1ADF18A021B5}" srcOrd="2" destOrd="0" presId="urn:microsoft.com/office/officeart/2008/layout/BendingPictureBlocks"/>
    <dgm:cxn modelId="{CD5CC43C-D4B9-42E5-8BE9-ABAD24911E22}" type="presParOf" srcId="{1F7E5284-8DAF-433B-993B-1ADF18A021B5}" destId="{CD6FE25A-3993-49E8-AF64-3D6196880D89}" srcOrd="0" destOrd="0" presId="urn:microsoft.com/office/officeart/2008/layout/BendingPictureBlocks"/>
    <dgm:cxn modelId="{E33746C0-2594-4DDE-AFE7-F5A945314673}" type="presParOf" srcId="{1F7E5284-8DAF-433B-993B-1ADF18A021B5}" destId="{9E900451-3683-42E5-A68F-06D7EB13B41F}" srcOrd="1" destOrd="0" presId="urn:microsoft.com/office/officeart/2008/layout/BendingPictureBlocks"/>
    <dgm:cxn modelId="{E65CAF2D-D1FD-4674-8794-68D744470577}" type="presParOf" srcId="{B418B700-7EB7-4B4C-81AC-1CAA97B12517}" destId="{6E1C3864-B361-429D-9DC6-0B0248A21AE3}" srcOrd="3" destOrd="0" presId="urn:microsoft.com/office/officeart/2008/layout/BendingPictureBlocks"/>
    <dgm:cxn modelId="{6B5092F8-2951-4F9F-BF77-A460E72B2E11}" type="presParOf" srcId="{B418B700-7EB7-4B4C-81AC-1CAA97B12517}" destId="{1DC8A073-3047-47D2-BBD7-A30E1AFE4306}" srcOrd="4" destOrd="0" presId="urn:microsoft.com/office/officeart/2008/layout/BendingPictureBlocks"/>
    <dgm:cxn modelId="{A6A7AC8B-2ED7-4689-AA1F-3B77BD9B3BCD}" type="presParOf" srcId="{1DC8A073-3047-47D2-BBD7-A30E1AFE4306}" destId="{F46C45A3-F638-42CC-AB45-571C9EDE2751}" srcOrd="0" destOrd="0" presId="urn:microsoft.com/office/officeart/2008/layout/BendingPictureBlocks"/>
    <dgm:cxn modelId="{7D8F2E21-8577-46BE-AE1E-F89F8568E16E}" type="presParOf" srcId="{1DC8A073-3047-47D2-BBD7-A30E1AFE4306}" destId="{33EC1FBC-116E-4F04-86AB-09A77364C1B9}" srcOrd="1" destOrd="0" presId="urn:microsoft.com/office/officeart/2008/layout/BendingPictureBlocks"/>
    <dgm:cxn modelId="{70637D25-0A5A-4F58-A831-961C698EF532}" type="presParOf" srcId="{B418B700-7EB7-4B4C-81AC-1CAA97B12517}" destId="{73E4D71E-06DB-42DE-8E30-9F19443F71A2}" srcOrd="5" destOrd="0" presId="urn:microsoft.com/office/officeart/2008/layout/BendingPictureBlocks"/>
    <dgm:cxn modelId="{A3905061-E299-4371-BB9C-DD7623AB54ED}" type="presParOf" srcId="{B418B700-7EB7-4B4C-81AC-1CAA97B12517}" destId="{847FC473-EB8F-4235-940F-01FF0C44644A}" srcOrd="6" destOrd="0" presId="urn:microsoft.com/office/officeart/2008/layout/BendingPictureBlocks"/>
    <dgm:cxn modelId="{55766B50-1D77-401D-A9D2-DBAD934B72F4}" type="presParOf" srcId="{847FC473-EB8F-4235-940F-01FF0C44644A}" destId="{853A1602-9095-4911-BA41-565FC73E323A}" srcOrd="0" destOrd="0" presId="urn:microsoft.com/office/officeart/2008/layout/BendingPictureBlocks"/>
    <dgm:cxn modelId="{F28838B2-2F56-48F2-BE17-000F7AEE3B09}" type="presParOf" srcId="{847FC473-EB8F-4235-940F-01FF0C44644A}" destId="{37E69B0B-EB45-4848-8785-1FA98CED8F4D}" srcOrd="1" destOrd="0" presId="urn:microsoft.com/office/officeart/2008/layout/Bending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46B046C-C00A-4821-A654-FE2FD0D1DD7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89BF1239-CCD1-40A5-A6FE-D49ED8FA8192}">
      <dgm:prSet phldrT="[Text]"/>
      <dgm:spPr>
        <a:solidFill>
          <a:srgbClr val="004F71"/>
        </a:solidFill>
      </dgm:spPr>
      <dgm:t>
        <a:bodyPr/>
        <a:lstStyle/>
        <a:p>
          <a:r>
            <a:rPr lang="en-US" dirty="0"/>
            <a:t>Fiber optic cables</a:t>
          </a:r>
        </a:p>
      </dgm:t>
    </dgm:pt>
    <dgm:pt modelId="{618AF107-8C95-40D5-ADFE-133098B92525}" type="parTrans" cxnId="{F6B6F653-8633-4B01-8723-C57A0B5E88B4}">
      <dgm:prSet/>
      <dgm:spPr/>
      <dgm:t>
        <a:bodyPr/>
        <a:lstStyle/>
        <a:p>
          <a:endParaRPr lang="en-US"/>
        </a:p>
      </dgm:t>
    </dgm:pt>
    <dgm:pt modelId="{0F70124C-51B8-4804-85EA-D9AE00D74535}" type="sibTrans" cxnId="{F6B6F653-8633-4B01-8723-C57A0B5E88B4}">
      <dgm:prSet/>
      <dgm:spPr/>
      <dgm:t>
        <a:bodyPr/>
        <a:lstStyle/>
        <a:p>
          <a:endParaRPr lang="en-US"/>
        </a:p>
      </dgm:t>
    </dgm:pt>
    <dgm:pt modelId="{4F92C62D-311A-4D87-A35A-37A648B47C5E}">
      <dgm:prSet phldrT="[Text]"/>
      <dgm:spPr>
        <a:solidFill>
          <a:srgbClr val="004F71"/>
        </a:solidFill>
      </dgm:spPr>
      <dgm:t>
        <a:bodyPr/>
        <a:lstStyle/>
        <a:p>
          <a:r>
            <a:rPr lang="en-US" dirty="0"/>
            <a:t>Composition</a:t>
          </a:r>
        </a:p>
      </dgm:t>
    </dgm:pt>
    <dgm:pt modelId="{D94851DA-B0DF-43D4-9538-6E61E0C0E002}" type="parTrans" cxnId="{16A3BDB6-A346-460D-9804-0161A2B37C32}">
      <dgm:prSet/>
      <dgm:spPr/>
      <dgm:t>
        <a:bodyPr/>
        <a:lstStyle/>
        <a:p>
          <a:endParaRPr lang="en-US"/>
        </a:p>
      </dgm:t>
    </dgm:pt>
    <dgm:pt modelId="{3D0CC6E6-EC06-429A-9EF3-6AE24F900A4A}" type="sibTrans" cxnId="{16A3BDB6-A346-460D-9804-0161A2B37C32}">
      <dgm:prSet/>
      <dgm:spPr/>
      <dgm:t>
        <a:bodyPr/>
        <a:lstStyle/>
        <a:p>
          <a:endParaRPr lang="en-US"/>
        </a:p>
      </dgm:t>
    </dgm:pt>
    <dgm:pt modelId="{F2136F5D-7717-44A4-9BB8-3B0D48C51FF6}">
      <dgm:prSet phldrT="[Text]"/>
      <dgm:spPr>
        <a:solidFill>
          <a:srgbClr val="004F71"/>
        </a:solidFill>
      </dgm:spPr>
      <dgm:t>
        <a:bodyPr/>
        <a:lstStyle/>
        <a:p>
          <a:r>
            <a:rPr lang="en-US" dirty="0"/>
            <a:t>Benefits </a:t>
          </a:r>
        </a:p>
      </dgm:t>
    </dgm:pt>
    <dgm:pt modelId="{720626D1-660B-460D-9796-D055C0AB9CCB}" type="parTrans" cxnId="{1F7C92F6-4BDC-406D-AD78-5CE58C5E8607}">
      <dgm:prSet/>
      <dgm:spPr/>
      <dgm:t>
        <a:bodyPr/>
        <a:lstStyle/>
        <a:p>
          <a:endParaRPr lang="en-US"/>
        </a:p>
      </dgm:t>
    </dgm:pt>
    <dgm:pt modelId="{ACFE1265-3ED4-47BA-B8E8-DE1909375359}" type="sibTrans" cxnId="{1F7C92F6-4BDC-406D-AD78-5CE58C5E8607}">
      <dgm:prSet/>
      <dgm:spPr/>
      <dgm:t>
        <a:bodyPr/>
        <a:lstStyle/>
        <a:p>
          <a:endParaRPr lang="en-US"/>
        </a:p>
      </dgm:t>
    </dgm:pt>
    <dgm:pt modelId="{2C4B7B88-CE1E-4457-9826-9CBB1EEEB1DB}">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Thin stands of glass or plastic </a:t>
          </a:r>
        </a:p>
      </dgm:t>
    </dgm:pt>
    <dgm:pt modelId="{D48A607C-EE24-4AD0-9053-E3EF810CB119}" type="parTrans" cxnId="{F6974FE6-1FDD-40C2-8E71-419A2B72628E}">
      <dgm:prSet/>
      <dgm:spPr/>
      <dgm:t>
        <a:bodyPr/>
        <a:lstStyle/>
        <a:p>
          <a:endParaRPr lang="en-US"/>
        </a:p>
      </dgm:t>
    </dgm:pt>
    <dgm:pt modelId="{2426BEBD-AA46-4B48-8312-A049C26487E2}" type="sibTrans" cxnId="{F6974FE6-1FDD-40C2-8E71-419A2B72628E}">
      <dgm:prSet/>
      <dgm:spPr/>
      <dgm:t>
        <a:bodyPr/>
        <a:lstStyle/>
        <a:p>
          <a:endParaRPr lang="en-US"/>
        </a:p>
      </dgm:t>
    </dgm:pt>
    <dgm:pt modelId="{8282A24D-07EA-42B1-B4B8-EE94FC8E23E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Transmit data using light pulses </a:t>
          </a:r>
        </a:p>
      </dgm:t>
    </dgm:pt>
    <dgm:pt modelId="{67B2A040-E176-4275-B373-AFBEAF04603E}" type="parTrans" cxnId="{3B5448B7-A565-419E-B0F3-43AB6966B76D}">
      <dgm:prSet/>
      <dgm:spPr/>
      <dgm:t>
        <a:bodyPr/>
        <a:lstStyle/>
        <a:p>
          <a:endParaRPr lang="en-US"/>
        </a:p>
      </dgm:t>
    </dgm:pt>
    <dgm:pt modelId="{C487D6B2-3671-499F-BAB1-8959788487DC}" type="sibTrans" cxnId="{3B5448B7-A565-419E-B0F3-43AB6966B76D}">
      <dgm:prSet/>
      <dgm:spPr/>
      <dgm:t>
        <a:bodyPr/>
        <a:lstStyle/>
        <a:p>
          <a:endParaRPr lang="en-US"/>
        </a:p>
      </dgm:t>
    </dgm:pt>
    <dgm:pt modelId="{0EB229DC-BF35-4339-9ADB-0FE7190B11C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Core: ultra-pure strands of glass or plastic</a:t>
          </a:r>
        </a:p>
      </dgm:t>
    </dgm:pt>
    <dgm:pt modelId="{C02561FF-8A0D-4647-9934-67FD8A230BCD}" type="parTrans" cxnId="{C4009CEF-A536-4C4E-9086-21729EBA6814}">
      <dgm:prSet/>
      <dgm:spPr/>
      <dgm:t>
        <a:bodyPr/>
        <a:lstStyle/>
        <a:p>
          <a:endParaRPr lang="en-US"/>
        </a:p>
      </dgm:t>
    </dgm:pt>
    <dgm:pt modelId="{9866F812-70B4-4777-8216-DF88F3A74A7E}" type="sibTrans" cxnId="{C4009CEF-A536-4C4E-9086-21729EBA6814}">
      <dgm:prSet/>
      <dgm:spPr/>
      <dgm:t>
        <a:bodyPr/>
        <a:lstStyle/>
        <a:p>
          <a:endParaRPr lang="en-US"/>
        </a:p>
      </dgm:t>
    </dgm:pt>
    <dgm:pt modelId="{F7A79A15-6FDB-4C00-80CB-1BE95480D53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Cladding: reflects light back into the core</a:t>
          </a:r>
        </a:p>
      </dgm:t>
    </dgm:pt>
    <dgm:pt modelId="{CB50F970-7341-4C89-8B2F-C1FA9422F635}" type="parTrans" cxnId="{DCB7018C-FD04-4FEC-9B79-215CC0F85C72}">
      <dgm:prSet/>
      <dgm:spPr/>
      <dgm:t>
        <a:bodyPr/>
        <a:lstStyle/>
        <a:p>
          <a:endParaRPr lang="en-US"/>
        </a:p>
      </dgm:t>
    </dgm:pt>
    <dgm:pt modelId="{5A5BF932-ECC7-472A-BB2B-753D34E5F889}" type="sibTrans" cxnId="{DCB7018C-FD04-4FEC-9B79-215CC0F85C72}">
      <dgm:prSet/>
      <dgm:spPr/>
      <dgm:t>
        <a:bodyPr/>
        <a:lstStyle/>
        <a:p>
          <a:endParaRPr lang="en-US"/>
        </a:p>
      </dgm:t>
    </dgm:pt>
    <dgm:pt modelId="{031BC4E0-6093-4EAF-BB26-7D272D15773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Buffer: outer protective jacket </a:t>
          </a:r>
        </a:p>
      </dgm:t>
    </dgm:pt>
    <dgm:pt modelId="{36860405-C37E-4E3E-ADA8-99CCFAFA8014}" type="parTrans" cxnId="{9ED11535-AADE-4822-A7C5-F3128CEA7CCD}">
      <dgm:prSet/>
      <dgm:spPr/>
      <dgm:t>
        <a:bodyPr/>
        <a:lstStyle/>
        <a:p>
          <a:endParaRPr lang="en-US"/>
        </a:p>
      </dgm:t>
    </dgm:pt>
    <dgm:pt modelId="{56033278-3B61-4BC4-9B24-4CE5A103A3DA}" type="sibTrans" cxnId="{9ED11535-AADE-4822-A7C5-F3128CEA7CCD}">
      <dgm:prSet/>
      <dgm:spPr/>
      <dgm:t>
        <a:bodyPr/>
        <a:lstStyle/>
        <a:p>
          <a:endParaRPr lang="en-US"/>
        </a:p>
      </dgm:t>
    </dgm:pt>
    <dgm:pt modelId="{1F86425F-1761-47A3-938D-ADC78E3E35FB}">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Transmit data up to 400 Gbps </a:t>
          </a:r>
        </a:p>
      </dgm:t>
    </dgm:pt>
    <dgm:pt modelId="{4FFA6FE7-C802-47D0-95EB-A7B4FA1C45BB}" type="parTrans" cxnId="{8F1CEB02-BEC2-4038-8F13-14420FB3B3F1}">
      <dgm:prSet/>
      <dgm:spPr/>
      <dgm:t>
        <a:bodyPr/>
        <a:lstStyle/>
        <a:p>
          <a:endParaRPr lang="en-US"/>
        </a:p>
      </dgm:t>
    </dgm:pt>
    <dgm:pt modelId="{12DC2F37-DC8C-4960-8352-211491215818}" type="sibTrans" cxnId="{8F1CEB02-BEC2-4038-8F13-14420FB3B3F1}">
      <dgm:prSet/>
      <dgm:spPr/>
      <dgm:t>
        <a:bodyPr/>
        <a:lstStyle/>
        <a:p>
          <a:endParaRPr lang="en-US"/>
        </a:p>
      </dgm:t>
    </dgm:pt>
    <dgm:pt modelId="{5B3CB0D1-A1AF-45C9-80E4-CFFE833AF6B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Maintain signal quality over long distances</a:t>
          </a:r>
        </a:p>
      </dgm:t>
    </dgm:pt>
    <dgm:pt modelId="{A88A8F8F-464B-4D3C-83B6-A62D05FFEAA9}" type="parTrans" cxnId="{22DC0C8A-6EB8-4BF1-B049-22F86744440F}">
      <dgm:prSet/>
      <dgm:spPr/>
      <dgm:t>
        <a:bodyPr/>
        <a:lstStyle/>
        <a:p>
          <a:endParaRPr lang="en-US"/>
        </a:p>
      </dgm:t>
    </dgm:pt>
    <dgm:pt modelId="{08E22721-27D1-4759-B7F7-417BFEB5EF0C}" type="sibTrans" cxnId="{22DC0C8A-6EB8-4BF1-B049-22F86744440F}">
      <dgm:prSet/>
      <dgm:spPr/>
      <dgm:t>
        <a:bodyPr/>
        <a:lstStyle/>
        <a:p>
          <a:endParaRPr lang="en-US"/>
        </a:p>
      </dgm:t>
    </dgm:pt>
    <dgm:pt modelId="{2711B3A7-F2C7-4F47-97B9-0FF516C14E4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Immune to electromagnetic interference</a:t>
          </a:r>
        </a:p>
      </dgm:t>
    </dgm:pt>
    <dgm:pt modelId="{398257BB-A2A8-4B40-8EAF-9705BD46E514}" type="parTrans" cxnId="{27C63BE8-EECC-4534-AFC0-D5BEB4908919}">
      <dgm:prSet/>
      <dgm:spPr/>
      <dgm:t>
        <a:bodyPr/>
        <a:lstStyle/>
        <a:p>
          <a:endParaRPr lang="en-US"/>
        </a:p>
      </dgm:t>
    </dgm:pt>
    <dgm:pt modelId="{2CB6AB27-B6EF-46E9-A640-70B191828C90}" type="sibTrans" cxnId="{27C63BE8-EECC-4534-AFC0-D5BEB4908919}">
      <dgm:prSet/>
      <dgm:spPr/>
      <dgm:t>
        <a:bodyPr/>
        <a:lstStyle/>
        <a:p>
          <a:endParaRPr lang="en-US"/>
        </a:p>
      </dgm:t>
    </dgm:pt>
    <dgm:pt modelId="{53AAFADD-CE09-314F-BAAA-F24CA3148C0A}" type="pres">
      <dgm:prSet presAssocID="{C46B046C-C00A-4821-A654-FE2FD0D1DD71}" presName="Name0" presStyleCnt="0">
        <dgm:presLayoutVars>
          <dgm:dir/>
          <dgm:animLvl val="lvl"/>
          <dgm:resizeHandles val="exact"/>
        </dgm:presLayoutVars>
      </dgm:prSet>
      <dgm:spPr/>
    </dgm:pt>
    <dgm:pt modelId="{905B41C4-F8BF-3340-B2F4-54497018980B}" type="pres">
      <dgm:prSet presAssocID="{89BF1239-CCD1-40A5-A6FE-D49ED8FA8192}" presName="composite" presStyleCnt="0"/>
      <dgm:spPr/>
    </dgm:pt>
    <dgm:pt modelId="{8842E487-50D2-9648-8E61-F9ABD399D332}" type="pres">
      <dgm:prSet presAssocID="{89BF1239-CCD1-40A5-A6FE-D49ED8FA8192}" presName="parTx" presStyleLbl="alignNode1" presStyleIdx="0" presStyleCnt="3">
        <dgm:presLayoutVars>
          <dgm:chMax val="0"/>
          <dgm:chPref val="0"/>
          <dgm:bulletEnabled val="1"/>
        </dgm:presLayoutVars>
      </dgm:prSet>
      <dgm:spPr/>
    </dgm:pt>
    <dgm:pt modelId="{DA438D30-98E1-2145-B37F-8BCDCF457EB8}" type="pres">
      <dgm:prSet presAssocID="{89BF1239-CCD1-40A5-A6FE-D49ED8FA8192}" presName="desTx" presStyleLbl="alignAccFollowNode1" presStyleIdx="0" presStyleCnt="3">
        <dgm:presLayoutVars>
          <dgm:bulletEnabled val="1"/>
        </dgm:presLayoutVars>
      </dgm:prSet>
      <dgm:spPr/>
    </dgm:pt>
    <dgm:pt modelId="{DC3CD945-BD90-4E47-AA45-28AD37DD8757}" type="pres">
      <dgm:prSet presAssocID="{0F70124C-51B8-4804-85EA-D9AE00D74535}" presName="space" presStyleCnt="0"/>
      <dgm:spPr/>
    </dgm:pt>
    <dgm:pt modelId="{CAA2A5BA-EA92-C946-BB84-5D6BE69A3AD2}" type="pres">
      <dgm:prSet presAssocID="{4F92C62D-311A-4D87-A35A-37A648B47C5E}" presName="composite" presStyleCnt="0"/>
      <dgm:spPr/>
    </dgm:pt>
    <dgm:pt modelId="{C574B46D-4157-D94F-8C7B-0F53264EB6D3}" type="pres">
      <dgm:prSet presAssocID="{4F92C62D-311A-4D87-A35A-37A648B47C5E}" presName="parTx" presStyleLbl="alignNode1" presStyleIdx="1" presStyleCnt="3">
        <dgm:presLayoutVars>
          <dgm:chMax val="0"/>
          <dgm:chPref val="0"/>
          <dgm:bulletEnabled val="1"/>
        </dgm:presLayoutVars>
      </dgm:prSet>
      <dgm:spPr/>
    </dgm:pt>
    <dgm:pt modelId="{3D5E5A39-A709-FB46-9131-556EA249C0D1}" type="pres">
      <dgm:prSet presAssocID="{4F92C62D-311A-4D87-A35A-37A648B47C5E}" presName="desTx" presStyleLbl="alignAccFollowNode1" presStyleIdx="1" presStyleCnt="3">
        <dgm:presLayoutVars>
          <dgm:bulletEnabled val="1"/>
        </dgm:presLayoutVars>
      </dgm:prSet>
      <dgm:spPr/>
    </dgm:pt>
    <dgm:pt modelId="{58ABC003-986E-7043-AD44-7B3D84556B53}" type="pres">
      <dgm:prSet presAssocID="{3D0CC6E6-EC06-429A-9EF3-6AE24F900A4A}" presName="space" presStyleCnt="0"/>
      <dgm:spPr/>
    </dgm:pt>
    <dgm:pt modelId="{D5AB0D1D-3156-C641-A669-58A48F703F5D}" type="pres">
      <dgm:prSet presAssocID="{F2136F5D-7717-44A4-9BB8-3B0D48C51FF6}" presName="composite" presStyleCnt="0"/>
      <dgm:spPr/>
    </dgm:pt>
    <dgm:pt modelId="{735BBDBF-3D7C-5649-BBEE-0D1A64A372A5}" type="pres">
      <dgm:prSet presAssocID="{F2136F5D-7717-44A4-9BB8-3B0D48C51FF6}" presName="parTx" presStyleLbl="alignNode1" presStyleIdx="2" presStyleCnt="3">
        <dgm:presLayoutVars>
          <dgm:chMax val="0"/>
          <dgm:chPref val="0"/>
          <dgm:bulletEnabled val="1"/>
        </dgm:presLayoutVars>
      </dgm:prSet>
      <dgm:spPr/>
    </dgm:pt>
    <dgm:pt modelId="{CA709133-F90D-1C40-9F7D-67A376E2D4B8}" type="pres">
      <dgm:prSet presAssocID="{F2136F5D-7717-44A4-9BB8-3B0D48C51FF6}" presName="desTx" presStyleLbl="alignAccFollowNode1" presStyleIdx="2" presStyleCnt="3">
        <dgm:presLayoutVars>
          <dgm:bulletEnabled val="1"/>
        </dgm:presLayoutVars>
      </dgm:prSet>
      <dgm:spPr/>
    </dgm:pt>
  </dgm:ptLst>
  <dgm:cxnLst>
    <dgm:cxn modelId="{8F1CEB02-BEC2-4038-8F13-14420FB3B3F1}" srcId="{F2136F5D-7717-44A4-9BB8-3B0D48C51FF6}" destId="{1F86425F-1761-47A3-938D-ADC78E3E35FB}" srcOrd="0" destOrd="0" parTransId="{4FFA6FE7-C802-47D0-95EB-A7B4FA1C45BB}" sibTransId="{12DC2F37-DC8C-4960-8352-211491215818}"/>
    <dgm:cxn modelId="{4A796F14-6BD1-0047-9E91-EB603CB9A4D2}" type="presOf" srcId="{031BC4E0-6093-4EAF-BB26-7D272D157734}" destId="{3D5E5A39-A709-FB46-9131-556EA249C0D1}" srcOrd="0" destOrd="2" presId="urn:microsoft.com/office/officeart/2005/8/layout/hList1"/>
    <dgm:cxn modelId="{7E59D918-285A-374A-9950-45A16116A951}" type="presOf" srcId="{1F86425F-1761-47A3-938D-ADC78E3E35FB}" destId="{CA709133-F90D-1C40-9F7D-67A376E2D4B8}" srcOrd="0" destOrd="0" presId="urn:microsoft.com/office/officeart/2005/8/layout/hList1"/>
    <dgm:cxn modelId="{9AA3101A-7AA0-7E4B-AFFE-440D89832B1B}" type="presOf" srcId="{5B3CB0D1-A1AF-45C9-80E4-CFFE833AF6B0}" destId="{CA709133-F90D-1C40-9F7D-67A376E2D4B8}" srcOrd="0" destOrd="1" presId="urn:microsoft.com/office/officeart/2005/8/layout/hList1"/>
    <dgm:cxn modelId="{9ED11535-AADE-4822-A7C5-F3128CEA7CCD}" srcId="{4F92C62D-311A-4D87-A35A-37A648B47C5E}" destId="{031BC4E0-6093-4EAF-BB26-7D272D157734}" srcOrd="2" destOrd="0" parTransId="{36860405-C37E-4E3E-ADA8-99CCFAFA8014}" sibTransId="{56033278-3B61-4BC4-9B24-4CE5A103A3DA}"/>
    <dgm:cxn modelId="{0FF67339-F4CF-6C4C-BA37-E35EDFF38D38}" type="presOf" srcId="{2711B3A7-F2C7-4F47-97B9-0FF516C14E46}" destId="{CA709133-F90D-1C40-9F7D-67A376E2D4B8}" srcOrd="0" destOrd="2" presId="urn:microsoft.com/office/officeart/2005/8/layout/hList1"/>
    <dgm:cxn modelId="{ECAF3D5B-3540-8748-AE80-C1DD932CBF3D}" type="presOf" srcId="{2C4B7B88-CE1E-4457-9826-9CBB1EEEB1DB}" destId="{DA438D30-98E1-2145-B37F-8BCDCF457EB8}" srcOrd="0" destOrd="0" presId="urn:microsoft.com/office/officeart/2005/8/layout/hList1"/>
    <dgm:cxn modelId="{F6B6F653-8633-4B01-8723-C57A0B5E88B4}" srcId="{C46B046C-C00A-4821-A654-FE2FD0D1DD71}" destId="{89BF1239-CCD1-40A5-A6FE-D49ED8FA8192}" srcOrd="0" destOrd="0" parTransId="{618AF107-8C95-40D5-ADFE-133098B92525}" sibTransId="{0F70124C-51B8-4804-85EA-D9AE00D74535}"/>
    <dgm:cxn modelId="{D5517357-FDA0-EF47-9FC2-A70B795894FE}" type="presOf" srcId="{F7A79A15-6FDB-4C00-80CB-1BE95480D536}" destId="{3D5E5A39-A709-FB46-9131-556EA249C0D1}" srcOrd="0" destOrd="1" presId="urn:microsoft.com/office/officeart/2005/8/layout/hList1"/>
    <dgm:cxn modelId="{EC96A386-3D2F-674C-AF00-E56BEA0E8F32}" type="presOf" srcId="{F2136F5D-7717-44A4-9BB8-3B0D48C51FF6}" destId="{735BBDBF-3D7C-5649-BBEE-0D1A64A372A5}" srcOrd="0" destOrd="0" presId="urn:microsoft.com/office/officeart/2005/8/layout/hList1"/>
    <dgm:cxn modelId="{0C04A988-583B-1446-9764-7278C438647B}" type="presOf" srcId="{4F92C62D-311A-4D87-A35A-37A648B47C5E}" destId="{C574B46D-4157-D94F-8C7B-0F53264EB6D3}" srcOrd="0" destOrd="0" presId="urn:microsoft.com/office/officeart/2005/8/layout/hList1"/>
    <dgm:cxn modelId="{22DC0C8A-6EB8-4BF1-B049-22F86744440F}" srcId="{F2136F5D-7717-44A4-9BB8-3B0D48C51FF6}" destId="{5B3CB0D1-A1AF-45C9-80E4-CFFE833AF6B0}" srcOrd="1" destOrd="0" parTransId="{A88A8F8F-464B-4D3C-83B6-A62D05FFEAA9}" sibTransId="{08E22721-27D1-4759-B7F7-417BFEB5EF0C}"/>
    <dgm:cxn modelId="{DCB7018C-FD04-4FEC-9B79-215CC0F85C72}" srcId="{4F92C62D-311A-4D87-A35A-37A648B47C5E}" destId="{F7A79A15-6FDB-4C00-80CB-1BE95480D536}" srcOrd="1" destOrd="0" parTransId="{CB50F970-7341-4C89-8B2F-C1FA9422F635}" sibTransId="{5A5BF932-ECC7-472A-BB2B-753D34E5F889}"/>
    <dgm:cxn modelId="{FE95428C-A57A-9249-9A39-4293E417ADCA}" type="presOf" srcId="{8282A24D-07EA-42B1-B4B8-EE94FC8E23E6}" destId="{DA438D30-98E1-2145-B37F-8BCDCF457EB8}" srcOrd="0" destOrd="1" presId="urn:microsoft.com/office/officeart/2005/8/layout/hList1"/>
    <dgm:cxn modelId="{16A3BDB6-A346-460D-9804-0161A2B37C32}" srcId="{C46B046C-C00A-4821-A654-FE2FD0D1DD71}" destId="{4F92C62D-311A-4D87-A35A-37A648B47C5E}" srcOrd="1" destOrd="0" parTransId="{D94851DA-B0DF-43D4-9538-6E61E0C0E002}" sibTransId="{3D0CC6E6-EC06-429A-9EF3-6AE24F900A4A}"/>
    <dgm:cxn modelId="{3B5448B7-A565-419E-B0F3-43AB6966B76D}" srcId="{89BF1239-CCD1-40A5-A6FE-D49ED8FA8192}" destId="{8282A24D-07EA-42B1-B4B8-EE94FC8E23E6}" srcOrd="1" destOrd="0" parTransId="{67B2A040-E176-4275-B373-AFBEAF04603E}" sibTransId="{C487D6B2-3671-499F-BAB1-8959788487DC}"/>
    <dgm:cxn modelId="{01437AC6-139E-2A4E-BA8A-CEAB2A074C63}" type="presOf" srcId="{0EB229DC-BF35-4339-9ADB-0FE7190B11C0}" destId="{3D5E5A39-A709-FB46-9131-556EA249C0D1}" srcOrd="0" destOrd="0" presId="urn:microsoft.com/office/officeart/2005/8/layout/hList1"/>
    <dgm:cxn modelId="{D6053ACB-D5E6-6A4C-8DDD-3C0AE76A6BC0}" type="presOf" srcId="{C46B046C-C00A-4821-A654-FE2FD0D1DD71}" destId="{53AAFADD-CE09-314F-BAAA-F24CA3148C0A}" srcOrd="0" destOrd="0" presId="urn:microsoft.com/office/officeart/2005/8/layout/hList1"/>
    <dgm:cxn modelId="{F6974FE6-1FDD-40C2-8E71-419A2B72628E}" srcId="{89BF1239-CCD1-40A5-A6FE-D49ED8FA8192}" destId="{2C4B7B88-CE1E-4457-9826-9CBB1EEEB1DB}" srcOrd="0" destOrd="0" parTransId="{D48A607C-EE24-4AD0-9053-E3EF810CB119}" sibTransId="{2426BEBD-AA46-4B48-8312-A049C26487E2}"/>
    <dgm:cxn modelId="{27C63BE8-EECC-4534-AFC0-D5BEB4908919}" srcId="{F2136F5D-7717-44A4-9BB8-3B0D48C51FF6}" destId="{2711B3A7-F2C7-4F47-97B9-0FF516C14E46}" srcOrd="2" destOrd="0" parTransId="{398257BB-A2A8-4B40-8EAF-9705BD46E514}" sibTransId="{2CB6AB27-B6EF-46E9-A640-70B191828C90}"/>
    <dgm:cxn modelId="{C4009CEF-A536-4C4E-9086-21729EBA6814}" srcId="{4F92C62D-311A-4D87-A35A-37A648B47C5E}" destId="{0EB229DC-BF35-4339-9ADB-0FE7190B11C0}" srcOrd="0" destOrd="0" parTransId="{C02561FF-8A0D-4647-9934-67FD8A230BCD}" sibTransId="{9866F812-70B4-4777-8216-DF88F3A74A7E}"/>
    <dgm:cxn modelId="{1F7C92F6-4BDC-406D-AD78-5CE58C5E8607}" srcId="{C46B046C-C00A-4821-A654-FE2FD0D1DD71}" destId="{F2136F5D-7717-44A4-9BB8-3B0D48C51FF6}" srcOrd="2" destOrd="0" parTransId="{720626D1-660B-460D-9796-D055C0AB9CCB}" sibTransId="{ACFE1265-3ED4-47BA-B8E8-DE1909375359}"/>
    <dgm:cxn modelId="{E3C9F0F9-B319-C54E-800B-DDD383FBBB32}" type="presOf" srcId="{89BF1239-CCD1-40A5-A6FE-D49ED8FA8192}" destId="{8842E487-50D2-9648-8E61-F9ABD399D332}" srcOrd="0" destOrd="0" presId="urn:microsoft.com/office/officeart/2005/8/layout/hList1"/>
    <dgm:cxn modelId="{049CEC42-58CE-0245-8E7F-352D32C8C947}" type="presParOf" srcId="{53AAFADD-CE09-314F-BAAA-F24CA3148C0A}" destId="{905B41C4-F8BF-3340-B2F4-54497018980B}" srcOrd="0" destOrd="0" presId="urn:microsoft.com/office/officeart/2005/8/layout/hList1"/>
    <dgm:cxn modelId="{38EA514E-A4A8-3744-9BC1-AA95CDDC3A04}" type="presParOf" srcId="{905B41C4-F8BF-3340-B2F4-54497018980B}" destId="{8842E487-50D2-9648-8E61-F9ABD399D332}" srcOrd="0" destOrd="0" presId="urn:microsoft.com/office/officeart/2005/8/layout/hList1"/>
    <dgm:cxn modelId="{9E16A68D-E9EA-8246-948E-7B02E894E80F}" type="presParOf" srcId="{905B41C4-F8BF-3340-B2F4-54497018980B}" destId="{DA438D30-98E1-2145-B37F-8BCDCF457EB8}" srcOrd="1" destOrd="0" presId="urn:microsoft.com/office/officeart/2005/8/layout/hList1"/>
    <dgm:cxn modelId="{9B559597-E264-6243-88BA-28955E08517D}" type="presParOf" srcId="{53AAFADD-CE09-314F-BAAA-F24CA3148C0A}" destId="{DC3CD945-BD90-4E47-AA45-28AD37DD8757}" srcOrd="1" destOrd="0" presId="urn:microsoft.com/office/officeart/2005/8/layout/hList1"/>
    <dgm:cxn modelId="{88C9952D-E2F1-3B48-A0E6-4C1B143EA9AB}" type="presParOf" srcId="{53AAFADD-CE09-314F-BAAA-F24CA3148C0A}" destId="{CAA2A5BA-EA92-C946-BB84-5D6BE69A3AD2}" srcOrd="2" destOrd="0" presId="urn:microsoft.com/office/officeart/2005/8/layout/hList1"/>
    <dgm:cxn modelId="{2C2104E7-130E-8141-82DC-79F78D5CAD5F}" type="presParOf" srcId="{CAA2A5BA-EA92-C946-BB84-5D6BE69A3AD2}" destId="{C574B46D-4157-D94F-8C7B-0F53264EB6D3}" srcOrd="0" destOrd="0" presId="urn:microsoft.com/office/officeart/2005/8/layout/hList1"/>
    <dgm:cxn modelId="{2133B72D-A83B-B54E-A6C5-DE82C2824D9C}" type="presParOf" srcId="{CAA2A5BA-EA92-C946-BB84-5D6BE69A3AD2}" destId="{3D5E5A39-A709-FB46-9131-556EA249C0D1}" srcOrd="1" destOrd="0" presId="urn:microsoft.com/office/officeart/2005/8/layout/hList1"/>
    <dgm:cxn modelId="{6327B967-C26A-6644-9522-232D8F71BBD6}" type="presParOf" srcId="{53AAFADD-CE09-314F-BAAA-F24CA3148C0A}" destId="{58ABC003-986E-7043-AD44-7B3D84556B53}" srcOrd="3" destOrd="0" presId="urn:microsoft.com/office/officeart/2005/8/layout/hList1"/>
    <dgm:cxn modelId="{C4E3D946-B088-C94B-B334-A610A5EC6115}" type="presParOf" srcId="{53AAFADD-CE09-314F-BAAA-F24CA3148C0A}" destId="{D5AB0D1D-3156-C641-A669-58A48F703F5D}" srcOrd="4" destOrd="0" presId="urn:microsoft.com/office/officeart/2005/8/layout/hList1"/>
    <dgm:cxn modelId="{70C9EB9F-ABD3-7C43-8DD1-5E7073F29D95}" type="presParOf" srcId="{D5AB0D1D-3156-C641-A669-58A48F703F5D}" destId="{735BBDBF-3D7C-5649-BBEE-0D1A64A372A5}" srcOrd="0" destOrd="0" presId="urn:microsoft.com/office/officeart/2005/8/layout/hList1"/>
    <dgm:cxn modelId="{259B8A26-786E-984B-BC62-5CA0EBE79562}" type="presParOf" srcId="{D5AB0D1D-3156-C641-A669-58A48F703F5D}" destId="{CA709133-F90D-1C40-9F7D-67A376E2D4B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BB3F85B-B18C-4669-B909-A5CF81A06B8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58F6517-181A-4D8E-97DA-3A62994A8297}">
      <dgm:prSet custT="1"/>
      <dgm:spPr/>
      <dgm:t>
        <a:bodyPr/>
        <a:lstStyle/>
        <a:p>
          <a:r>
            <a:rPr lang="en-US" sz="1200" b="1" dirty="0"/>
            <a:t>Bidirectional WDM (BiDi):</a:t>
          </a:r>
        </a:p>
      </dgm:t>
    </dgm:pt>
    <dgm:pt modelId="{A7B74139-58AE-4CAD-84C1-11A1376A5E65}" type="parTrans" cxnId="{7CBDE3F9-6F03-4723-BEEC-50D1D395E8DA}">
      <dgm:prSet/>
      <dgm:spPr/>
      <dgm:t>
        <a:bodyPr/>
        <a:lstStyle/>
        <a:p>
          <a:endParaRPr lang="en-US" sz="1200"/>
        </a:p>
      </dgm:t>
    </dgm:pt>
    <dgm:pt modelId="{09577D07-C32E-4236-9082-EECE5CF068C4}" type="sibTrans" cxnId="{7CBDE3F9-6F03-4723-BEEC-50D1D395E8DA}">
      <dgm:prSet/>
      <dgm:spPr/>
      <dgm:t>
        <a:bodyPr/>
        <a:lstStyle/>
        <a:p>
          <a:endParaRPr lang="en-US" sz="1200"/>
        </a:p>
      </dgm:t>
    </dgm:pt>
    <dgm:pt modelId="{2EF596EE-726E-4EFD-BA7D-D91812022862}">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Supports Tx and Rx over the same fiber strand</a:t>
          </a:r>
        </a:p>
      </dgm:t>
    </dgm:pt>
    <dgm:pt modelId="{54988940-63A2-40FD-A662-90363E24AD00}" type="parTrans" cxnId="{F5FE3D30-24E9-493E-AE39-D7CD48604160}">
      <dgm:prSet/>
      <dgm:spPr/>
      <dgm:t>
        <a:bodyPr/>
        <a:lstStyle/>
        <a:p>
          <a:endParaRPr lang="en-US" sz="1200"/>
        </a:p>
      </dgm:t>
    </dgm:pt>
    <dgm:pt modelId="{8F5F62D7-235F-4B2F-A338-0DD1F6AF68C2}" type="sibTrans" cxnId="{F5FE3D30-24E9-493E-AE39-D7CD48604160}">
      <dgm:prSet/>
      <dgm:spPr/>
      <dgm:t>
        <a:bodyPr/>
        <a:lstStyle/>
        <a:p>
          <a:endParaRPr lang="en-US" sz="1200"/>
        </a:p>
      </dgm:t>
    </dgm:pt>
    <dgm:pt modelId="{17A7AE24-36C4-49D2-AC5E-8E1008D9696F}">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Uses shifted wavelengths (1310 nm for Tx, 1490 nm for Rx)</a:t>
          </a:r>
        </a:p>
      </dgm:t>
    </dgm:pt>
    <dgm:pt modelId="{B0130D34-3ACD-414E-A3CA-640EC5231B78}" type="parTrans" cxnId="{217FCF27-B254-4115-9EE5-096AF1ABB875}">
      <dgm:prSet/>
      <dgm:spPr/>
      <dgm:t>
        <a:bodyPr/>
        <a:lstStyle/>
        <a:p>
          <a:endParaRPr lang="en-US" sz="1200"/>
        </a:p>
      </dgm:t>
    </dgm:pt>
    <dgm:pt modelId="{D6EEAABD-4E3A-44EF-8D99-1072CA333BDF}" type="sibTrans" cxnId="{217FCF27-B254-4115-9EE5-096AF1ABB875}">
      <dgm:prSet/>
      <dgm:spPr/>
      <dgm:t>
        <a:bodyPr/>
        <a:lstStyle/>
        <a:p>
          <a:endParaRPr lang="en-US" sz="1200"/>
        </a:p>
      </dgm:t>
    </dgm:pt>
    <dgm:pt modelId="{AB55EF54-50D5-4924-B09A-02AD91E4D69F}">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Requires installation in opposite pairs</a:t>
          </a:r>
        </a:p>
      </dgm:t>
    </dgm:pt>
    <dgm:pt modelId="{AF9F4838-93E0-45F6-94E5-CA88B9CB3576}" type="parTrans" cxnId="{FA41B881-8301-44D2-8504-6DE4F118ED3D}">
      <dgm:prSet/>
      <dgm:spPr/>
      <dgm:t>
        <a:bodyPr/>
        <a:lstStyle/>
        <a:p>
          <a:endParaRPr lang="en-US" sz="1200"/>
        </a:p>
      </dgm:t>
    </dgm:pt>
    <dgm:pt modelId="{6F0B0D20-775E-4EA2-B0D3-0FF578DD8B52}" type="sibTrans" cxnId="{FA41B881-8301-44D2-8504-6DE4F118ED3D}">
      <dgm:prSet/>
      <dgm:spPr/>
      <dgm:t>
        <a:bodyPr/>
        <a:lstStyle/>
        <a:p>
          <a:endParaRPr lang="en-US" sz="1200"/>
        </a:p>
      </dgm:t>
    </dgm:pt>
    <dgm:pt modelId="{5737A1E4-2C25-447C-8F01-72E59E2FCFD4}">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Documented in Ethernet standards (1000BASE-BX, 10GBASE-BX)</a:t>
          </a:r>
        </a:p>
      </dgm:t>
    </dgm:pt>
    <dgm:pt modelId="{6BA755DD-7A97-44BA-B530-B93CF3BE2E77}" type="parTrans" cxnId="{0A2427B7-47C1-42A0-B992-C6F188A1ADCC}">
      <dgm:prSet/>
      <dgm:spPr/>
      <dgm:t>
        <a:bodyPr/>
        <a:lstStyle/>
        <a:p>
          <a:endParaRPr lang="en-US" sz="1200"/>
        </a:p>
      </dgm:t>
    </dgm:pt>
    <dgm:pt modelId="{CE044E19-4CB3-44EB-9C5E-D6534D81061F}" type="sibTrans" cxnId="{0A2427B7-47C1-42A0-B992-C6F188A1ADCC}">
      <dgm:prSet/>
      <dgm:spPr/>
      <dgm:t>
        <a:bodyPr/>
        <a:lstStyle/>
        <a:p>
          <a:endParaRPr lang="en-US" sz="1200"/>
        </a:p>
      </dgm:t>
    </dgm:pt>
    <dgm:pt modelId="{BFA1E838-DDA3-444C-954C-E61A88D2AE35}">
      <dgm:prSet custT="1"/>
      <dgm:spPr/>
      <dgm:t>
        <a:bodyPr/>
        <a:lstStyle/>
        <a:p>
          <a:r>
            <a:rPr lang="en-US" sz="1200" b="1" dirty="0"/>
            <a:t>Coarse WDM (CWDM):</a:t>
          </a:r>
        </a:p>
      </dgm:t>
    </dgm:pt>
    <dgm:pt modelId="{B6E6590B-3BCC-450E-B971-473B4E3AC601}" type="parTrans" cxnId="{276BDA3D-16E5-47A9-9BD0-DC67B7639D7A}">
      <dgm:prSet/>
      <dgm:spPr/>
      <dgm:t>
        <a:bodyPr/>
        <a:lstStyle/>
        <a:p>
          <a:endParaRPr lang="en-US" sz="1200"/>
        </a:p>
      </dgm:t>
    </dgm:pt>
    <dgm:pt modelId="{8BC0BD79-5515-4A92-BA4B-6AFF66153BDC}" type="sibTrans" cxnId="{276BDA3D-16E5-47A9-9BD0-DC67B7639D7A}">
      <dgm:prSet/>
      <dgm:spPr/>
      <dgm:t>
        <a:bodyPr/>
        <a:lstStyle/>
        <a:p>
          <a:endParaRPr lang="en-US" sz="1200"/>
        </a:p>
      </dgm:t>
    </dgm:pt>
    <dgm:pt modelId="{893B0EEA-0714-40CE-A11C-3ABFC5F43991}">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Supports up to 16 wavelengths</a:t>
          </a:r>
        </a:p>
      </dgm:t>
    </dgm:pt>
    <dgm:pt modelId="{6FC98A0A-B62F-4742-996A-F97F0FCEA468}" type="parTrans" cxnId="{E6B8FF25-85B4-4E60-9981-FC724159F8E8}">
      <dgm:prSet/>
      <dgm:spPr/>
      <dgm:t>
        <a:bodyPr/>
        <a:lstStyle/>
        <a:p>
          <a:endParaRPr lang="en-US" sz="1200"/>
        </a:p>
      </dgm:t>
    </dgm:pt>
    <dgm:pt modelId="{74105C22-2F52-459B-BAFD-03FDF0B8DA97}" type="sibTrans" cxnId="{E6B8FF25-85B4-4E60-9981-FC724159F8E8}">
      <dgm:prSet/>
      <dgm:spPr/>
      <dgm:t>
        <a:bodyPr/>
        <a:lstStyle/>
        <a:p>
          <a:endParaRPr lang="en-US" sz="1200"/>
        </a:p>
      </dgm:t>
    </dgm:pt>
    <dgm:pt modelId="{294F1CE5-1C3F-4F60-AE38-0AB02B5E7473}">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Typically used for 4-8 bidirectional channels on </a:t>
          </a:r>
          <a:br>
            <a:rPr lang="en-US" sz="1200" dirty="0">
              <a:solidFill>
                <a:srgbClr val="20282F"/>
              </a:solidFill>
            </a:rPr>
          </a:br>
          <a:r>
            <a:rPr lang="en-US" sz="1200" dirty="0">
              <a:solidFill>
                <a:srgbClr val="20282F"/>
              </a:solidFill>
            </a:rPr>
            <a:t>a single strand</a:t>
          </a:r>
        </a:p>
      </dgm:t>
    </dgm:pt>
    <dgm:pt modelId="{DAF25633-9120-4924-8BE6-BA02B8EAEEF5}" type="parTrans" cxnId="{C74162CD-9735-46E5-A19A-E7B5344D0B92}">
      <dgm:prSet/>
      <dgm:spPr/>
      <dgm:t>
        <a:bodyPr/>
        <a:lstStyle/>
        <a:p>
          <a:endParaRPr lang="en-US" sz="1200"/>
        </a:p>
      </dgm:t>
    </dgm:pt>
    <dgm:pt modelId="{C0A32B97-A782-4B70-8EC6-67FCFFCAFEB4}" type="sibTrans" cxnId="{C74162CD-9735-46E5-A19A-E7B5344D0B92}">
      <dgm:prSet/>
      <dgm:spPr/>
      <dgm:t>
        <a:bodyPr/>
        <a:lstStyle/>
        <a:p>
          <a:endParaRPr lang="en-US" sz="1200"/>
        </a:p>
      </dgm:t>
    </dgm:pt>
    <dgm:pt modelId="{7C80FDDF-C266-460F-AC06-84E1F555E8DF}">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Can also be used for unidirectional channels </a:t>
          </a:r>
          <a:br>
            <a:rPr lang="en-US" sz="1200" dirty="0">
              <a:solidFill>
                <a:srgbClr val="20282F"/>
              </a:solidFill>
            </a:rPr>
          </a:br>
          <a:r>
            <a:rPr lang="en-US" sz="1200" dirty="0">
              <a:solidFill>
                <a:srgbClr val="20282F"/>
              </a:solidFill>
            </a:rPr>
            <a:t>on dual strands</a:t>
          </a:r>
        </a:p>
      </dgm:t>
    </dgm:pt>
    <dgm:pt modelId="{8E61768E-7C73-4BB1-B482-DEF4C795CA4E}" type="parTrans" cxnId="{4275F99D-872E-4A67-9C6F-AE61035FCA59}">
      <dgm:prSet/>
      <dgm:spPr/>
      <dgm:t>
        <a:bodyPr/>
        <a:lstStyle/>
        <a:p>
          <a:endParaRPr lang="en-US" sz="1200"/>
        </a:p>
      </dgm:t>
    </dgm:pt>
    <dgm:pt modelId="{F528192A-65BF-45C8-BA0B-CB97CA59ADBF}" type="sibTrans" cxnId="{4275F99D-872E-4A67-9C6F-AE61035FCA59}">
      <dgm:prSet/>
      <dgm:spPr/>
      <dgm:t>
        <a:bodyPr/>
        <a:lstStyle/>
        <a:p>
          <a:endParaRPr lang="en-US" sz="1200"/>
        </a:p>
      </dgm:t>
    </dgm:pt>
    <dgm:pt modelId="{60AE22CB-FDCA-4784-9551-84D034BE25A0}">
      <dgm:prSet custT="1"/>
      <dgm:spPr/>
      <dgm:t>
        <a:bodyPr/>
        <a:lstStyle/>
        <a:p>
          <a:r>
            <a:rPr lang="en-US" sz="1200" b="1" dirty="0"/>
            <a:t>Dense WDM (DWDM):</a:t>
          </a:r>
        </a:p>
      </dgm:t>
    </dgm:pt>
    <dgm:pt modelId="{9C91490D-257C-4A43-8183-A719AE359569}" type="parTrans" cxnId="{08B7E05B-CBB3-4B1E-95C2-68942574CA08}">
      <dgm:prSet/>
      <dgm:spPr/>
      <dgm:t>
        <a:bodyPr/>
        <a:lstStyle/>
        <a:p>
          <a:endParaRPr lang="en-US" sz="1200"/>
        </a:p>
      </dgm:t>
    </dgm:pt>
    <dgm:pt modelId="{BC94DF20-3C46-4968-8F1B-2DE1B77F0FEB}" type="sibTrans" cxnId="{08B7E05B-CBB3-4B1E-95C2-68942574CA08}">
      <dgm:prSet/>
      <dgm:spPr/>
      <dgm:t>
        <a:bodyPr/>
        <a:lstStyle/>
        <a:p>
          <a:endParaRPr lang="en-US" sz="1200"/>
        </a:p>
      </dgm:t>
    </dgm:pt>
    <dgm:pt modelId="{B3DD78E9-CD4D-4841-BBBB-A13E04CA46C3}">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Provisions more channels (20, 40, 80, or 160)</a:t>
          </a:r>
        </a:p>
      </dgm:t>
    </dgm:pt>
    <dgm:pt modelId="{D622C1A1-1E70-49F4-A8C3-5A8236702700}" type="parTrans" cxnId="{171C883B-577F-49AA-8A24-793F4FCDD8B3}">
      <dgm:prSet/>
      <dgm:spPr/>
      <dgm:t>
        <a:bodyPr/>
        <a:lstStyle/>
        <a:p>
          <a:endParaRPr lang="en-US" sz="1200"/>
        </a:p>
      </dgm:t>
    </dgm:pt>
    <dgm:pt modelId="{98F6CB59-2DA6-49DB-9137-7449E5E51B19}" type="sibTrans" cxnId="{171C883B-577F-49AA-8A24-793F4FCDD8B3}">
      <dgm:prSet/>
      <dgm:spPr/>
      <dgm:t>
        <a:bodyPr/>
        <a:lstStyle/>
        <a:p>
          <a:endParaRPr lang="en-US" sz="1200"/>
        </a:p>
      </dgm:t>
    </dgm:pt>
    <dgm:pt modelId="{E7159040-981D-4E33-B553-4AF807485A4B}">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Requires precise lasers due to less spacing between channels</a:t>
          </a:r>
        </a:p>
      </dgm:t>
    </dgm:pt>
    <dgm:pt modelId="{26CDD81E-D1BA-4990-A1DD-CCAE91546DCB}" type="parTrans" cxnId="{3B59CCA4-F3AC-413C-A444-BDDF1DCCF5ED}">
      <dgm:prSet/>
      <dgm:spPr/>
      <dgm:t>
        <a:bodyPr/>
        <a:lstStyle/>
        <a:p>
          <a:endParaRPr lang="en-US" sz="1200"/>
        </a:p>
      </dgm:t>
    </dgm:pt>
    <dgm:pt modelId="{C1C0C482-81AC-4D11-A4E3-D47B48DC43C0}" type="sibTrans" cxnId="{3B59CCA4-F3AC-413C-A444-BDDF1DCCF5ED}">
      <dgm:prSet/>
      <dgm:spPr/>
      <dgm:t>
        <a:bodyPr/>
        <a:lstStyle/>
        <a:p>
          <a:endParaRPr lang="en-US" sz="1200"/>
        </a:p>
      </dgm:t>
    </dgm:pt>
    <dgm:pt modelId="{A9CC983F-A07F-469B-A97A-DDAE0306C52D}">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Supports multi-channel </a:t>
          </a:r>
          <a:br>
            <a:rPr lang="en-US" sz="1200" dirty="0">
              <a:solidFill>
                <a:srgbClr val="20282F"/>
              </a:solidFill>
            </a:rPr>
          </a:br>
          <a:r>
            <a:rPr lang="en-US" sz="1200" dirty="0">
              <a:solidFill>
                <a:srgbClr val="20282F"/>
              </a:solidFill>
            </a:rPr>
            <a:t>1G, 10G, and 40G Ethernet links</a:t>
          </a:r>
        </a:p>
      </dgm:t>
    </dgm:pt>
    <dgm:pt modelId="{C0FCA741-0EB5-49B4-B2DC-F576623035D9}" type="parTrans" cxnId="{31682788-7591-469F-8FE8-A28A60465BE4}">
      <dgm:prSet/>
      <dgm:spPr/>
      <dgm:t>
        <a:bodyPr/>
        <a:lstStyle/>
        <a:p>
          <a:endParaRPr lang="en-US" sz="1200"/>
        </a:p>
      </dgm:t>
    </dgm:pt>
    <dgm:pt modelId="{025EFDAA-5AD0-4074-BB00-A5884A0045C6}" type="sibTrans" cxnId="{31682788-7591-469F-8FE8-A28A60465BE4}">
      <dgm:prSet/>
      <dgm:spPr/>
      <dgm:t>
        <a:bodyPr/>
        <a:lstStyle/>
        <a:p>
          <a:endParaRPr lang="en-US" sz="1200"/>
        </a:p>
      </dgm:t>
    </dgm:pt>
    <dgm:pt modelId="{06B42313-5EF5-4448-B881-DE43FF710A3B}">
      <dgm:prSet custT="1"/>
      <dgm:spPr>
        <a:solidFill>
          <a:schemeClr val="bg1">
            <a:lumMod val="95000"/>
            <a:alpha val="90000"/>
          </a:schemeClr>
        </a:solidFill>
        <a:ln w="9525">
          <a:solidFill>
            <a:schemeClr val="bg1">
              <a:lumMod val="85000"/>
            </a:schemeClr>
          </a:solidFill>
        </a:ln>
      </dgm:spPr>
      <dgm:t>
        <a:bodyPr/>
        <a:lstStyle/>
        <a:p>
          <a:r>
            <a:rPr lang="en-US" sz="1200" dirty="0">
              <a:solidFill>
                <a:srgbClr val="20282F"/>
              </a:solidFill>
            </a:rPr>
            <a:t>Transceivers installed in opposite pairs for proper function</a:t>
          </a:r>
        </a:p>
      </dgm:t>
    </dgm:pt>
    <dgm:pt modelId="{493977E9-B0E6-4E50-9C01-CF6C57B1BE87}" type="parTrans" cxnId="{F40CCE20-C5F8-4265-97F8-F13C6FBBCCB5}">
      <dgm:prSet/>
      <dgm:spPr/>
      <dgm:t>
        <a:bodyPr/>
        <a:lstStyle/>
        <a:p>
          <a:endParaRPr lang="en-US" sz="1200"/>
        </a:p>
      </dgm:t>
    </dgm:pt>
    <dgm:pt modelId="{626564A0-37D8-4096-9820-57CEDF2B0AB8}" type="sibTrans" cxnId="{F40CCE20-C5F8-4265-97F8-F13C6FBBCCB5}">
      <dgm:prSet/>
      <dgm:spPr/>
      <dgm:t>
        <a:bodyPr/>
        <a:lstStyle/>
        <a:p>
          <a:endParaRPr lang="en-US" sz="1200"/>
        </a:p>
      </dgm:t>
    </dgm:pt>
    <dgm:pt modelId="{2A4CB9AD-EDB3-8F4B-BB26-878FFC01E90C}" type="pres">
      <dgm:prSet presAssocID="{6BB3F85B-B18C-4669-B909-A5CF81A06B80}" presName="Name0" presStyleCnt="0">
        <dgm:presLayoutVars>
          <dgm:dir/>
          <dgm:animLvl val="lvl"/>
          <dgm:resizeHandles val="exact"/>
        </dgm:presLayoutVars>
      </dgm:prSet>
      <dgm:spPr/>
    </dgm:pt>
    <dgm:pt modelId="{FE2B2E8D-0598-4B4B-B5EF-11512035A964}" type="pres">
      <dgm:prSet presAssocID="{558F6517-181A-4D8E-97DA-3A62994A8297}" presName="composite" presStyleCnt="0"/>
      <dgm:spPr/>
    </dgm:pt>
    <dgm:pt modelId="{35AF1F1B-D101-434A-9C5E-A8519532EB25}" type="pres">
      <dgm:prSet presAssocID="{558F6517-181A-4D8E-97DA-3A62994A8297}" presName="parTx" presStyleLbl="alignNode1" presStyleIdx="0" presStyleCnt="3">
        <dgm:presLayoutVars>
          <dgm:chMax val="0"/>
          <dgm:chPref val="0"/>
          <dgm:bulletEnabled val="1"/>
        </dgm:presLayoutVars>
      </dgm:prSet>
      <dgm:spPr/>
    </dgm:pt>
    <dgm:pt modelId="{BAC9A417-5957-DC4F-BBB5-5A6459A5E600}" type="pres">
      <dgm:prSet presAssocID="{558F6517-181A-4D8E-97DA-3A62994A8297}" presName="desTx" presStyleLbl="alignAccFollowNode1" presStyleIdx="0" presStyleCnt="3">
        <dgm:presLayoutVars>
          <dgm:bulletEnabled val="1"/>
        </dgm:presLayoutVars>
      </dgm:prSet>
      <dgm:spPr/>
    </dgm:pt>
    <dgm:pt modelId="{46F9187D-005C-E24A-9CAE-52557669DF4B}" type="pres">
      <dgm:prSet presAssocID="{09577D07-C32E-4236-9082-EECE5CF068C4}" presName="space" presStyleCnt="0"/>
      <dgm:spPr/>
    </dgm:pt>
    <dgm:pt modelId="{0DA4F0AB-67EE-3F44-AFA7-FF0F32BD503D}" type="pres">
      <dgm:prSet presAssocID="{BFA1E838-DDA3-444C-954C-E61A88D2AE35}" presName="composite" presStyleCnt="0"/>
      <dgm:spPr/>
    </dgm:pt>
    <dgm:pt modelId="{D814B261-4225-E140-A520-6F0B642CBF7F}" type="pres">
      <dgm:prSet presAssocID="{BFA1E838-DDA3-444C-954C-E61A88D2AE35}" presName="parTx" presStyleLbl="alignNode1" presStyleIdx="1" presStyleCnt="3">
        <dgm:presLayoutVars>
          <dgm:chMax val="0"/>
          <dgm:chPref val="0"/>
          <dgm:bulletEnabled val="1"/>
        </dgm:presLayoutVars>
      </dgm:prSet>
      <dgm:spPr/>
    </dgm:pt>
    <dgm:pt modelId="{0C393C21-E03D-8147-B81F-EE17FDC9A276}" type="pres">
      <dgm:prSet presAssocID="{BFA1E838-DDA3-444C-954C-E61A88D2AE35}" presName="desTx" presStyleLbl="alignAccFollowNode1" presStyleIdx="1" presStyleCnt="3">
        <dgm:presLayoutVars>
          <dgm:bulletEnabled val="1"/>
        </dgm:presLayoutVars>
      </dgm:prSet>
      <dgm:spPr/>
    </dgm:pt>
    <dgm:pt modelId="{F15A9946-6485-624B-B3C6-9A50E2C686C9}" type="pres">
      <dgm:prSet presAssocID="{8BC0BD79-5515-4A92-BA4B-6AFF66153BDC}" presName="space" presStyleCnt="0"/>
      <dgm:spPr/>
    </dgm:pt>
    <dgm:pt modelId="{D04B76B4-04FC-E245-9C47-C0BF8B9E72A6}" type="pres">
      <dgm:prSet presAssocID="{60AE22CB-FDCA-4784-9551-84D034BE25A0}" presName="composite" presStyleCnt="0"/>
      <dgm:spPr/>
    </dgm:pt>
    <dgm:pt modelId="{A7071220-CF0E-0F40-8DEA-C0E876058B91}" type="pres">
      <dgm:prSet presAssocID="{60AE22CB-FDCA-4784-9551-84D034BE25A0}" presName="parTx" presStyleLbl="alignNode1" presStyleIdx="2" presStyleCnt="3">
        <dgm:presLayoutVars>
          <dgm:chMax val="0"/>
          <dgm:chPref val="0"/>
          <dgm:bulletEnabled val="1"/>
        </dgm:presLayoutVars>
      </dgm:prSet>
      <dgm:spPr/>
    </dgm:pt>
    <dgm:pt modelId="{1AC49805-DEBC-DA4C-ADEC-8F2DA2D34CB0}" type="pres">
      <dgm:prSet presAssocID="{60AE22CB-FDCA-4784-9551-84D034BE25A0}" presName="desTx" presStyleLbl="alignAccFollowNode1" presStyleIdx="2" presStyleCnt="3">
        <dgm:presLayoutVars>
          <dgm:bulletEnabled val="1"/>
        </dgm:presLayoutVars>
      </dgm:prSet>
      <dgm:spPr/>
    </dgm:pt>
  </dgm:ptLst>
  <dgm:cxnLst>
    <dgm:cxn modelId="{34F81800-A034-3F4C-AA44-74132E72E0FE}" type="presOf" srcId="{893B0EEA-0714-40CE-A11C-3ABFC5F43991}" destId="{0C393C21-E03D-8147-B81F-EE17FDC9A276}" srcOrd="0" destOrd="0" presId="urn:microsoft.com/office/officeart/2005/8/layout/hList1"/>
    <dgm:cxn modelId="{F40CCE20-C5F8-4265-97F8-F13C6FBBCCB5}" srcId="{60AE22CB-FDCA-4784-9551-84D034BE25A0}" destId="{06B42313-5EF5-4448-B881-DE43FF710A3B}" srcOrd="3" destOrd="0" parTransId="{493977E9-B0E6-4E50-9C01-CF6C57B1BE87}" sibTransId="{626564A0-37D8-4096-9820-57CEDF2B0AB8}"/>
    <dgm:cxn modelId="{E6B8FF25-85B4-4E60-9981-FC724159F8E8}" srcId="{BFA1E838-DDA3-444C-954C-E61A88D2AE35}" destId="{893B0EEA-0714-40CE-A11C-3ABFC5F43991}" srcOrd="0" destOrd="0" parTransId="{6FC98A0A-B62F-4742-996A-F97F0FCEA468}" sibTransId="{74105C22-2F52-459B-BAFD-03FDF0B8DA97}"/>
    <dgm:cxn modelId="{217FCF27-B254-4115-9EE5-096AF1ABB875}" srcId="{558F6517-181A-4D8E-97DA-3A62994A8297}" destId="{17A7AE24-36C4-49D2-AC5E-8E1008D9696F}" srcOrd="1" destOrd="0" parTransId="{B0130D34-3ACD-414E-A3CA-640EC5231B78}" sibTransId="{D6EEAABD-4E3A-44EF-8D99-1072CA333BDF}"/>
    <dgm:cxn modelId="{F5FE3D30-24E9-493E-AE39-D7CD48604160}" srcId="{558F6517-181A-4D8E-97DA-3A62994A8297}" destId="{2EF596EE-726E-4EFD-BA7D-D91812022862}" srcOrd="0" destOrd="0" parTransId="{54988940-63A2-40FD-A662-90363E24AD00}" sibTransId="{8F5F62D7-235F-4B2F-A338-0DD1F6AF68C2}"/>
    <dgm:cxn modelId="{D6186531-ACD0-9B40-AACE-95508FB67C73}" type="presOf" srcId="{60AE22CB-FDCA-4784-9551-84D034BE25A0}" destId="{A7071220-CF0E-0F40-8DEA-C0E876058B91}" srcOrd="0" destOrd="0" presId="urn:microsoft.com/office/officeart/2005/8/layout/hList1"/>
    <dgm:cxn modelId="{AF74F135-117C-A747-9F9C-2720123D2C36}" type="presOf" srcId="{06B42313-5EF5-4448-B881-DE43FF710A3B}" destId="{1AC49805-DEBC-DA4C-ADEC-8F2DA2D34CB0}" srcOrd="0" destOrd="3" presId="urn:microsoft.com/office/officeart/2005/8/layout/hList1"/>
    <dgm:cxn modelId="{171C883B-577F-49AA-8A24-793F4FCDD8B3}" srcId="{60AE22CB-FDCA-4784-9551-84D034BE25A0}" destId="{B3DD78E9-CD4D-4841-BBBB-A13E04CA46C3}" srcOrd="0" destOrd="0" parTransId="{D622C1A1-1E70-49F4-A8C3-5A8236702700}" sibTransId="{98F6CB59-2DA6-49DB-9137-7449E5E51B19}"/>
    <dgm:cxn modelId="{276BDA3D-16E5-47A9-9BD0-DC67B7639D7A}" srcId="{6BB3F85B-B18C-4669-B909-A5CF81A06B80}" destId="{BFA1E838-DDA3-444C-954C-E61A88D2AE35}" srcOrd="1" destOrd="0" parTransId="{B6E6590B-3BCC-450E-B971-473B4E3AC601}" sibTransId="{8BC0BD79-5515-4A92-BA4B-6AFF66153BDC}"/>
    <dgm:cxn modelId="{8C1F0440-EE47-324B-BF78-D085DD2A95CF}" type="presOf" srcId="{2EF596EE-726E-4EFD-BA7D-D91812022862}" destId="{BAC9A417-5957-DC4F-BBB5-5A6459A5E600}" srcOrd="0" destOrd="0" presId="urn:microsoft.com/office/officeart/2005/8/layout/hList1"/>
    <dgm:cxn modelId="{08B7E05B-CBB3-4B1E-95C2-68942574CA08}" srcId="{6BB3F85B-B18C-4669-B909-A5CF81A06B80}" destId="{60AE22CB-FDCA-4784-9551-84D034BE25A0}" srcOrd="2" destOrd="0" parTransId="{9C91490D-257C-4A43-8183-A719AE359569}" sibTransId="{BC94DF20-3C46-4968-8F1B-2DE1B77F0FEB}"/>
    <dgm:cxn modelId="{C5233C44-2EDD-774B-B519-544C16C0ECD9}" type="presOf" srcId="{A9CC983F-A07F-469B-A97A-DDAE0306C52D}" destId="{1AC49805-DEBC-DA4C-ADEC-8F2DA2D34CB0}" srcOrd="0" destOrd="2" presId="urn:microsoft.com/office/officeart/2005/8/layout/hList1"/>
    <dgm:cxn modelId="{4F131947-AACB-0F43-825F-CE7DB804CD0F}" type="presOf" srcId="{5737A1E4-2C25-447C-8F01-72E59E2FCFD4}" destId="{BAC9A417-5957-DC4F-BBB5-5A6459A5E600}" srcOrd="0" destOrd="3" presId="urn:microsoft.com/office/officeart/2005/8/layout/hList1"/>
    <dgm:cxn modelId="{96668469-01B6-BC48-BDEB-5FE069CBC906}" type="presOf" srcId="{6BB3F85B-B18C-4669-B909-A5CF81A06B80}" destId="{2A4CB9AD-EDB3-8F4B-BB26-878FFC01E90C}" srcOrd="0" destOrd="0" presId="urn:microsoft.com/office/officeart/2005/8/layout/hList1"/>
    <dgm:cxn modelId="{FD29734D-76B5-6C40-8DCC-E00D3A61451D}" type="presOf" srcId="{558F6517-181A-4D8E-97DA-3A62994A8297}" destId="{35AF1F1B-D101-434A-9C5E-A8519532EB25}" srcOrd="0" destOrd="0" presId="urn:microsoft.com/office/officeart/2005/8/layout/hList1"/>
    <dgm:cxn modelId="{093E1558-84A2-8D4B-A6D4-C94AC82134A9}" type="presOf" srcId="{294F1CE5-1C3F-4F60-AE38-0AB02B5E7473}" destId="{0C393C21-E03D-8147-B81F-EE17FDC9A276}" srcOrd="0" destOrd="1" presId="urn:microsoft.com/office/officeart/2005/8/layout/hList1"/>
    <dgm:cxn modelId="{FA41B881-8301-44D2-8504-6DE4F118ED3D}" srcId="{558F6517-181A-4D8E-97DA-3A62994A8297}" destId="{AB55EF54-50D5-4924-B09A-02AD91E4D69F}" srcOrd="2" destOrd="0" parTransId="{AF9F4838-93E0-45F6-94E5-CA88B9CB3576}" sibTransId="{6F0B0D20-775E-4EA2-B0D3-0FF578DD8B52}"/>
    <dgm:cxn modelId="{9BAB2684-7A0E-1F4C-944B-127D88E91FB3}" type="presOf" srcId="{E7159040-981D-4E33-B553-4AF807485A4B}" destId="{1AC49805-DEBC-DA4C-ADEC-8F2DA2D34CB0}" srcOrd="0" destOrd="1" presId="urn:microsoft.com/office/officeart/2005/8/layout/hList1"/>
    <dgm:cxn modelId="{31682788-7591-469F-8FE8-A28A60465BE4}" srcId="{60AE22CB-FDCA-4784-9551-84D034BE25A0}" destId="{A9CC983F-A07F-469B-A97A-DDAE0306C52D}" srcOrd="2" destOrd="0" parTransId="{C0FCA741-0EB5-49B4-B2DC-F576623035D9}" sibTransId="{025EFDAA-5AD0-4074-BB00-A5884A0045C6}"/>
    <dgm:cxn modelId="{A3179B8E-0017-584F-96F9-78D7E3679F1D}" type="presOf" srcId="{7C80FDDF-C266-460F-AC06-84E1F555E8DF}" destId="{0C393C21-E03D-8147-B81F-EE17FDC9A276}" srcOrd="0" destOrd="2" presId="urn:microsoft.com/office/officeart/2005/8/layout/hList1"/>
    <dgm:cxn modelId="{4275F99D-872E-4A67-9C6F-AE61035FCA59}" srcId="{BFA1E838-DDA3-444C-954C-E61A88D2AE35}" destId="{7C80FDDF-C266-460F-AC06-84E1F555E8DF}" srcOrd="2" destOrd="0" parTransId="{8E61768E-7C73-4BB1-B482-DEF4C795CA4E}" sibTransId="{F528192A-65BF-45C8-BA0B-CB97CA59ADBF}"/>
    <dgm:cxn modelId="{2A552DA4-9237-CC48-A0D8-2FED2EBBD860}" type="presOf" srcId="{AB55EF54-50D5-4924-B09A-02AD91E4D69F}" destId="{BAC9A417-5957-DC4F-BBB5-5A6459A5E600}" srcOrd="0" destOrd="2" presId="urn:microsoft.com/office/officeart/2005/8/layout/hList1"/>
    <dgm:cxn modelId="{3B59CCA4-F3AC-413C-A444-BDDF1DCCF5ED}" srcId="{60AE22CB-FDCA-4784-9551-84D034BE25A0}" destId="{E7159040-981D-4E33-B553-4AF807485A4B}" srcOrd="1" destOrd="0" parTransId="{26CDD81E-D1BA-4990-A1DD-CCAE91546DCB}" sibTransId="{C1C0C482-81AC-4D11-A4E3-D47B48DC43C0}"/>
    <dgm:cxn modelId="{0A2427B7-47C1-42A0-B992-C6F188A1ADCC}" srcId="{558F6517-181A-4D8E-97DA-3A62994A8297}" destId="{5737A1E4-2C25-447C-8F01-72E59E2FCFD4}" srcOrd="3" destOrd="0" parTransId="{6BA755DD-7A97-44BA-B530-B93CF3BE2E77}" sibTransId="{CE044E19-4CB3-44EB-9C5E-D6534D81061F}"/>
    <dgm:cxn modelId="{D03CF9B7-6768-CC44-BB7D-99FF9D3B0D81}" type="presOf" srcId="{BFA1E838-DDA3-444C-954C-E61A88D2AE35}" destId="{D814B261-4225-E140-A520-6F0B642CBF7F}" srcOrd="0" destOrd="0" presId="urn:microsoft.com/office/officeart/2005/8/layout/hList1"/>
    <dgm:cxn modelId="{804F07BC-D3B7-2143-892C-F424BEB34E56}" type="presOf" srcId="{B3DD78E9-CD4D-4841-BBBB-A13E04CA46C3}" destId="{1AC49805-DEBC-DA4C-ADEC-8F2DA2D34CB0}" srcOrd="0" destOrd="0" presId="urn:microsoft.com/office/officeart/2005/8/layout/hList1"/>
    <dgm:cxn modelId="{DAF446C1-297C-3947-B7E5-811B4B625DF3}" type="presOf" srcId="{17A7AE24-36C4-49D2-AC5E-8E1008D9696F}" destId="{BAC9A417-5957-DC4F-BBB5-5A6459A5E600}" srcOrd="0" destOrd="1" presId="urn:microsoft.com/office/officeart/2005/8/layout/hList1"/>
    <dgm:cxn modelId="{C74162CD-9735-46E5-A19A-E7B5344D0B92}" srcId="{BFA1E838-DDA3-444C-954C-E61A88D2AE35}" destId="{294F1CE5-1C3F-4F60-AE38-0AB02B5E7473}" srcOrd="1" destOrd="0" parTransId="{DAF25633-9120-4924-8BE6-BA02B8EAEEF5}" sibTransId="{C0A32B97-A782-4B70-8EC6-67FCFFCAFEB4}"/>
    <dgm:cxn modelId="{7CBDE3F9-6F03-4723-BEEC-50D1D395E8DA}" srcId="{6BB3F85B-B18C-4669-B909-A5CF81A06B80}" destId="{558F6517-181A-4D8E-97DA-3A62994A8297}" srcOrd="0" destOrd="0" parTransId="{A7B74139-58AE-4CAD-84C1-11A1376A5E65}" sibTransId="{09577D07-C32E-4236-9082-EECE5CF068C4}"/>
    <dgm:cxn modelId="{F76FC266-A990-2648-B922-83B3C1DA8584}" type="presParOf" srcId="{2A4CB9AD-EDB3-8F4B-BB26-878FFC01E90C}" destId="{FE2B2E8D-0598-4B4B-B5EF-11512035A964}" srcOrd="0" destOrd="0" presId="urn:microsoft.com/office/officeart/2005/8/layout/hList1"/>
    <dgm:cxn modelId="{CF4E97A9-8453-8747-AD8D-58D8AA7BDF55}" type="presParOf" srcId="{FE2B2E8D-0598-4B4B-B5EF-11512035A964}" destId="{35AF1F1B-D101-434A-9C5E-A8519532EB25}" srcOrd="0" destOrd="0" presId="urn:microsoft.com/office/officeart/2005/8/layout/hList1"/>
    <dgm:cxn modelId="{CCA0C3A2-C716-DF49-B0D1-4FD41F42A1FF}" type="presParOf" srcId="{FE2B2E8D-0598-4B4B-B5EF-11512035A964}" destId="{BAC9A417-5957-DC4F-BBB5-5A6459A5E600}" srcOrd="1" destOrd="0" presId="urn:microsoft.com/office/officeart/2005/8/layout/hList1"/>
    <dgm:cxn modelId="{769DEA35-6144-8B44-BFFA-1DA4976250AC}" type="presParOf" srcId="{2A4CB9AD-EDB3-8F4B-BB26-878FFC01E90C}" destId="{46F9187D-005C-E24A-9CAE-52557669DF4B}" srcOrd="1" destOrd="0" presId="urn:microsoft.com/office/officeart/2005/8/layout/hList1"/>
    <dgm:cxn modelId="{A38B9595-67B4-364C-B337-996C17D918E5}" type="presParOf" srcId="{2A4CB9AD-EDB3-8F4B-BB26-878FFC01E90C}" destId="{0DA4F0AB-67EE-3F44-AFA7-FF0F32BD503D}" srcOrd="2" destOrd="0" presId="urn:microsoft.com/office/officeart/2005/8/layout/hList1"/>
    <dgm:cxn modelId="{54F9A370-3DD0-AA45-9F01-64737707DED5}" type="presParOf" srcId="{0DA4F0AB-67EE-3F44-AFA7-FF0F32BD503D}" destId="{D814B261-4225-E140-A520-6F0B642CBF7F}" srcOrd="0" destOrd="0" presId="urn:microsoft.com/office/officeart/2005/8/layout/hList1"/>
    <dgm:cxn modelId="{7AC81BB8-1F53-5B44-B215-68196D72B281}" type="presParOf" srcId="{0DA4F0AB-67EE-3F44-AFA7-FF0F32BD503D}" destId="{0C393C21-E03D-8147-B81F-EE17FDC9A276}" srcOrd="1" destOrd="0" presId="urn:microsoft.com/office/officeart/2005/8/layout/hList1"/>
    <dgm:cxn modelId="{548BD73B-8789-AD44-82FA-8709094B3203}" type="presParOf" srcId="{2A4CB9AD-EDB3-8F4B-BB26-878FFC01E90C}" destId="{F15A9946-6485-624B-B3C6-9A50E2C686C9}" srcOrd="3" destOrd="0" presId="urn:microsoft.com/office/officeart/2005/8/layout/hList1"/>
    <dgm:cxn modelId="{3E87F5C6-AD8D-9644-B8DA-A316B069032D}" type="presParOf" srcId="{2A4CB9AD-EDB3-8F4B-BB26-878FFC01E90C}" destId="{D04B76B4-04FC-E245-9C47-C0BF8B9E72A6}" srcOrd="4" destOrd="0" presId="urn:microsoft.com/office/officeart/2005/8/layout/hList1"/>
    <dgm:cxn modelId="{3F5C805A-F287-394F-A126-A23CD16FCE55}" type="presParOf" srcId="{D04B76B4-04FC-E245-9C47-C0BF8B9E72A6}" destId="{A7071220-CF0E-0F40-8DEA-C0E876058B91}" srcOrd="0" destOrd="0" presId="urn:microsoft.com/office/officeart/2005/8/layout/hList1"/>
    <dgm:cxn modelId="{2E93655E-F4BA-574B-932C-E4ED00E2DBFD}" type="presParOf" srcId="{D04B76B4-04FC-E245-9C47-C0BF8B9E72A6}" destId="{1AC49805-DEBC-DA4C-ADEC-8F2DA2D34CB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E497836-6DB1-4AC3-B716-75AB778BE00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15F38FAD-3631-4315-ACDE-02495AC6D530}">
      <dgm:prSet phldrT="[Text]"/>
      <dgm:spPr/>
      <dgm:t>
        <a:bodyPr/>
        <a:lstStyle/>
        <a:p>
          <a:r>
            <a:rPr lang="en-US" dirty="0"/>
            <a:t>Fiber optic cables are made of thin strands </a:t>
          </a:r>
          <a:br>
            <a:rPr lang="en-US" dirty="0"/>
          </a:br>
          <a:r>
            <a:rPr lang="en-US" dirty="0"/>
            <a:t>of glass or plastic that transmit data using light pulses</a:t>
          </a:r>
        </a:p>
      </dgm:t>
    </dgm:pt>
    <dgm:pt modelId="{5EB906D1-4F31-48C2-9FBA-F0260382D773}" type="parTrans" cxnId="{4623643A-2F37-4034-A7AC-116880933189}">
      <dgm:prSet/>
      <dgm:spPr/>
      <dgm:t>
        <a:bodyPr/>
        <a:lstStyle/>
        <a:p>
          <a:endParaRPr lang="en-US"/>
        </a:p>
      </dgm:t>
    </dgm:pt>
    <dgm:pt modelId="{6489CD33-6F18-407F-9329-45276D3DE9D7}" type="sibTrans" cxnId="{4623643A-2F37-4034-A7AC-116880933189}">
      <dgm:prSet/>
      <dgm:spPr/>
      <dgm:t>
        <a:bodyPr/>
        <a:lstStyle/>
        <a:p>
          <a:endParaRPr lang="en-US"/>
        </a:p>
      </dgm:t>
    </dgm:pt>
    <dgm:pt modelId="{9103C412-C6D5-4A07-B3FE-583F570E07DA}">
      <dgm:prSet/>
      <dgm:spPr/>
      <dgm:t>
        <a:bodyPr/>
        <a:lstStyle/>
        <a:p>
          <a:r>
            <a:rPr lang="en-US" dirty="0"/>
            <a:t>Single mode fiber causes more dispersion and attenuation then multimode fiber </a:t>
          </a:r>
        </a:p>
      </dgm:t>
    </dgm:pt>
    <dgm:pt modelId="{483171E9-67B2-42DB-83CC-9BDC296A8D88}" type="parTrans" cxnId="{9C5F16C0-443F-4641-BFF4-B0C22377A87F}">
      <dgm:prSet/>
      <dgm:spPr/>
      <dgm:t>
        <a:bodyPr/>
        <a:lstStyle/>
        <a:p>
          <a:endParaRPr lang="en-US"/>
        </a:p>
      </dgm:t>
    </dgm:pt>
    <dgm:pt modelId="{682D830D-AC8B-4629-A373-4342CDAE0A3A}" type="sibTrans" cxnId="{9C5F16C0-443F-4641-BFF4-B0C22377A87F}">
      <dgm:prSet/>
      <dgm:spPr/>
      <dgm:t>
        <a:bodyPr/>
        <a:lstStyle/>
        <a:p>
          <a:endParaRPr lang="en-US"/>
        </a:p>
      </dgm:t>
    </dgm:pt>
    <dgm:pt modelId="{E72A1D4A-9C3B-4A7A-886C-F6E4A48CCD01}">
      <dgm:prSet/>
      <dgm:spPr/>
      <dgm:t>
        <a:bodyPr/>
        <a:lstStyle/>
        <a:p>
          <a:r>
            <a:rPr lang="en-US" dirty="0"/>
            <a:t>Lucent connectors are often used for heavily populated patch panels</a:t>
          </a:r>
        </a:p>
      </dgm:t>
    </dgm:pt>
    <dgm:pt modelId="{22557B84-8E8E-429E-A9B3-333B5B5DEB3D}" type="parTrans" cxnId="{1FE366D4-0473-4420-8002-B876F28BCFDD}">
      <dgm:prSet/>
      <dgm:spPr/>
      <dgm:t>
        <a:bodyPr/>
        <a:lstStyle/>
        <a:p>
          <a:endParaRPr lang="en-US"/>
        </a:p>
      </dgm:t>
    </dgm:pt>
    <dgm:pt modelId="{A7860DEB-DB61-4C89-993D-990B4817B41C}" type="sibTrans" cxnId="{1FE366D4-0473-4420-8002-B876F28BCFDD}">
      <dgm:prSet/>
      <dgm:spPr/>
      <dgm:t>
        <a:bodyPr/>
        <a:lstStyle/>
        <a:p>
          <a:endParaRPr lang="en-US"/>
        </a:p>
      </dgm:t>
    </dgm:pt>
    <dgm:pt modelId="{6A00437F-0F80-46BA-AC34-57EB25A02C36}" type="pres">
      <dgm:prSet presAssocID="{BE497836-6DB1-4AC3-B716-75AB778BE00C}" presName="diagram" presStyleCnt="0">
        <dgm:presLayoutVars>
          <dgm:dir/>
          <dgm:resizeHandles val="exact"/>
        </dgm:presLayoutVars>
      </dgm:prSet>
      <dgm:spPr/>
    </dgm:pt>
    <dgm:pt modelId="{EDBADA6E-8107-46CA-A623-AF0A3C0168D0}" type="pres">
      <dgm:prSet presAssocID="{15F38FAD-3631-4315-ACDE-02495AC6D530}" presName="node" presStyleLbl="node1" presStyleIdx="0" presStyleCnt="3">
        <dgm:presLayoutVars>
          <dgm:bulletEnabled val="1"/>
        </dgm:presLayoutVars>
      </dgm:prSet>
      <dgm:spPr/>
    </dgm:pt>
    <dgm:pt modelId="{A9A15795-EEDD-4DFE-B907-EE027B507A62}" type="pres">
      <dgm:prSet presAssocID="{6489CD33-6F18-407F-9329-45276D3DE9D7}" presName="sibTrans" presStyleCnt="0"/>
      <dgm:spPr/>
    </dgm:pt>
    <dgm:pt modelId="{32264424-B973-464D-8891-DCA3BB60BE10}" type="pres">
      <dgm:prSet presAssocID="{9103C412-C6D5-4A07-B3FE-583F570E07DA}" presName="node" presStyleLbl="node1" presStyleIdx="1" presStyleCnt="3">
        <dgm:presLayoutVars>
          <dgm:bulletEnabled val="1"/>
        </dgm:presLayoutVars>
      </dgm:prSet>
      <dgm:spPr/>
    </dgm:pt>
    <dgm:pt modelId="{6D3CBA70-F315-4747-832F-ED57D386AE45}" type="pres">
      <dgm:prSet presAssocID="{682D830D-AC8B-4629-A373-4342CDAE0A3A}" presName="sibTrans" presStyleCnt="0"/>
      <dgm:spPr/>
    </dgm:pt>
    <dgm:pt modelId="{E36BC0F0-55E0-4B3A-9A51-A3806D6B2670}" type="pres">
      <dgm:prSet presAssocID="{E72A1D4A-9C3B-4A7A-886C-F6E4A48CCD01}" presName="node" presStyleLbl="node1" presStyleIdx="2" presStyleCnt="3">
        <dgm:presLayoutVars>
          <dgm:bulletEnabled val="1"/>
        </dgm:presLayoutVars>
      </dgm:prSet>
      <dgm:spPr/>
    </dgm:pt>
  </dgm:ptLst>
  <dgm:cxnLst>
    <dgm:cxn modelId="{4623643A-2F37-4034-A7AC-116880933189}" srcId="{BE497836-6DB1-4AC3-B716-75AB778BE00C}" destId="{15F38FAD-3631-4315-ACDE-02495AC6D530}" srcOrd="0" destOrd="0" parTransId="{5EB906D1-4F31-48C2-9FBA-F0260382D773}" sibTransId="{6489CD33-6F18-407F-9329-45276D3DE9D7}"/>
    <dgm:cxn modelId="{62943E60-2903-4AB6-9280-ED19BED3C0C9}" type="presOf" srcId="{9103C412-C6D5-4A07-B3FE-583F570E07DA}" destId="{32264424-B973-464D-8891-DCA3BB60BE10}" srcOrd="0" destOrd="0" presId="urn:microsoft.com/office/officeart/2005/8/layout/default"/>
    <dgm:cxn modelId="{3BCB2E69-054B-405A-AE99-9147266607C6}" type="presOf" srcId="{BE497836-6DB1-4AC3-B716-75AB778BE00C}" destId="{6A00437F-0F80-46BA-AC34-57EB25A02C36}" srcOrd="0" destOrd="0" presId="urn:microsoft.com/office/officeart/2005/8/layout/default"/>
    <dgm:cxn modelId="{7C76A54B-CA93-465E-A79F-C02A7B18F46C}" type="presOf" srcId="{15F38FAD-3631-4315-ACDE-02495AC6D530}" destId="{EDBADA6E-8107-46CA-A623-AF0A3C0168D0}" srcOrd="0" destOrd="0" presId="urn:microsoft.com/office/officeart/2005/8/layout/default"/>
    <dgm:cxn modelId="{9C5F16C0-443F-4641-BFF4-B0C22377A87F}" srcId="{BE497836-6DB1-4AC3-B716-75AB778BE00C}" destId="{9103C412-C6D5-4A07-B3FE-583F570E07DA}" srcOrd="1" destOrd="0" parTransId="{483171E9-67B2-42DB-83CC-9BDC296A8D88}" sibTransId="{682D830D-AC8B-4629-A373-4342CDAE0A3A}"/>
    <dgm:cxn modelId="{1FE366D4-0473-4420-8002-B876F28BCFDD}" srcId="{BE497836-6DB1-4AC3-B716-75AB778BE00C}" destId="{E72A1D4A-9C3B-4A7A-886C-F6E4A48CCD01}" srcOrd="2" destOrd="0" parTransId="{22557B84-8E8E-429E-A9B3-333B5B5DEB3D}" sibTransId="{A7860DEB-DB61-4C89-993D-990B4817B41C}"/>
    <dgm:cxn modelId="{98AE3BF8-F31F-474F-9A17-5C00EB1C1229}" type="presOf" srcId="{E72A1D4A-9C3B-4A7A-886C-F6E4A48CCD01}" destId="{E36BC0F0-55E0-4B3A-9A51-A3806D6B2670}" srcOrd="0" destOrd="0" presId="urn:microsoft.com/office/officeart/2005/8/layout/default"/>
    <dgm:cxn modelId="{8E3AA083-47CF-43F3-8FE4-3F1A0460A263}" type="presParOf" srcId="{6A00437F-0F80-46BA-AC34-57EB25A02C36}" destId="{EDBADA6E-8107-46CA-A623-AF0A3C0168D0}" srcOrd="0" destOrd="0" presId="urn:microsoft.com/office/officeart/2005/8/layout/default"/>
    <dgm:cxn modelId="{F6BE5314-545D-4ECF-BC93-D34FBBD9397A}" type="presParOf" srcId="{6A00437F-0F80-46BA-AC34-57EB25A02C36}" destId="{A9A15795-EEDD-4DFE-B907-EE027B507A62}" srcOrd="1" destOrd="0" presId="urn:microsoft.com/office/officeart/2005/8/layout/default"/>
    <dgm:cxn modelId="{F7C71F04-B869-46D6-B990-AD27ECC8992E}" type="presParOf" srcId="{6A00437F-0F80-46BA-AC34-57EB25A02C36}" destId="{32264424-B973-464D-8891-DCA3BB60BE10}" srcOrd="2" destOrd="0" presId="urn:microsoft.com/office/officeart/2005/8/layout/default"/>
    <dgm:cxn modelId="{D0A110FA-7308-4A47-9A98-3A6B0F7F81F9}" type="presParOf" srcId="{6A00437F-0F80-46BA-AC34-57EB25A02C36}" destId="{6D3CBA70-F315-4747-832F-ED57D386AE45}" srcOrd="3" destOrd="0" presId="urn:microsoft.com/office/officeart/2005/8/layout/default"/>
    <dgm:cxn modelId="{50822657-5090-4B68-BD02-890B958E34A8}" type="presParOf" srcId="{6A00437F-0F80-46BA-AC34-57EB25A02C36}" destId="{E36BC0F0-55E0-4B3A-9A51-A3806D6B2670}"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1B3735C-554B-4BA8-8D71-DD1095D8AF9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8AA394D-6837-4B02-8D18-51F907ABDE6D}">
      <dgm:prSet custT="1"/>
      <dgm:spPr>
        <a:solidFill>
          <a:srgbClr val="004F71"/>
        </a:solidFill>
      </dgm:spPr>
      <dgm:t>
        <a:bodyPr/>
        <a:lstStyle/>
        <a:p>
          <a:pPr>
            <a:buFont typeface="+mj-lt"/>
            <a:buAutoNum type="arabicPeriod"/>
          </a:pPr>
          <a:r>
            <a:rPr lang="en-US" sz="1600" b="0" i="0" dirty="0"/>
            <a:t>Secure Areas</a:t>
          </a:r>
        </a:p>
      </dgm:t>
    </dgm:pt>
    <dgm:pt modelId="{D6DB14FC-BF89-425D-80A8-B7520BFFDE54}" type="parTrans" cxnId="{E4A0D4EC-2348-44B7-BB3B-9EE5ADADBEA1}">
      <dgm:prSet/>
      <dgm:spPr/>
      <dgm:t>
        <a:bodyPr/>
        <a:lstStyle/>
        <a:p>
          <a:endParaRPr lang="en-US"/>
        </a:p>
      </dgm:t>
    </dgm:pt>
    <dgm:pt modelId="{3013D0A3-03C6-4EB4-968A-AE4024E69242}" type="sibTrans" cxnId="{E4A0D4EC-2348-44B7-BB3B-9EE5ADADBEA1}">
      <dgm:prSet/>
      <dgm:spPr/>
      <dgm:t>
        <a:bodyPr/>
        <a:lstStyle/>
        <a:p>
          <a:endParaRPr lang="en-US"/>
        </a:p>
      </dgm:t>
    </dgm:pt>
    <dgm:pt modelId="{9B0E9643-8195-4BD0-91BB-D6A3116C8AA5}">
      <dgm:prSe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400" b="0" i="0" dirty="0">
              <a:solidFill>
                <a:srgbClr val="20282F"/>
              </a:solidFill>
            </a:rPr>
            <a:t>Telecommunications closets, equipment rooms, server rooms</a:t>
          </a:r>
        </a:p>
      </dgm:t>
    </dgm:pt>
    <dgm:pt modelId="{1B26D9D4-D7F8-4A64-BACB-32E3BD8EB0CF}" type="parTrans" cxnId="{43994F04-4F0D-4B7D-B370-2BE35753152F}">
      <dgm:prSet/>
      <dgm:spPr/>
      <dgm:t>
        <a:bodyPr/>
        <a:lstStyle/>
        <a:p>
          <a:endParaRPr lang="en-US"/>
        </a:p>
      </dgm:t>
    </dgm:pt>
    <dgm:pt modelId="{EED9075E-E611-4D7C-8C62-079C8CC96747}" type="sibTrans" cxnId="{43994F04-4F0D-4B7D-B370-2BE35753152F}">
      <dgm:prSet/>
      <dgm:spPr/>
      <dgm:t>
        <a:bodyPr/>
        <a:lstStyle/>
        <a:p>
          <a:endParaRPr lang="en-US"/>
        </a:p>
      </dgm:t>
    </dgm:pt>
    <dgm:pt modelId="{B8582E54-8581-4761-BE5B-F2D21A0EE6CC}">
      <dgm:prSe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400" b="0" i="0" dirty="0">
              <a:solidFill>
                <a:srgbClr val="20282F"/>
              </a:solidFill>
            </a:rPr>
            <a:t>Datacenters for server provisioning</a:t>
          </a:r>
        </a:p>
      </dgm:t>
    </dgm:pt>
    <dgm:pt modelId="{71D37E0E-2F57-4360-B378-AC6E6D90C77D}" type="parTrans" cxnId="{3BB135E2-5E29-4BA4-A014-E158DA7D9B79}">
      <dgm:prSet/>
      <dgm:spPr/>
      <dgm:t>
        <a:bodyPr/>
        <a:lstStyle/>
        <a:p>
          <a:endParaRPr lang="en-US"/>
        </a:p>
      </dgm:t>
    </dgm:pt>
    <dgm:pt modelId="{69D13F24-2233-4417-989D-A544C9E581D3}" type="sibTrans" cxnId="{3BB135E2-5E29-4BA4-A014-E158DA7D9B79}">
      <dgm:prSet/>
      <dgm:spPr/>
      <dgm:t>
        <a:bodyPr/>
        <a:lstStyle/>
        <a:p>
          <a:endParaRPr lang="en-US"/>
        </a:p>
      </dgm:t>
    </dgm:pt>
    <dgm:pt modelId="{AD7C19F0-6BC4-40E9-87B0-47759DBE1144}">
      <dgm:prSet custT="1"/>
      <dgm:spPr>
        <a:solidFill>
          <a:srgbClr val="004F71"/>
        </a:solidFill>
      </dgm:spPr>
      <dgm:t>
        <a:bodyPr/>
        <a:lstStyle/>
        <a:p>
          <a:pPr>
            <a:buFont typeface="+mj-lt"/>
            <a:buAutoNum type="arabicPeriod"/>
          </a:pPr>
          <a:r>
            <a:rPr lang="en-US" sz="1600" b="0" i="0" dirty="0"/>
            <a:t>Access Control</a:t>
          </a:r>
        </a:p>
      </dgm:t>
    </dgm:pt>
    <dgm:pt modelId="{731399A0-EE08-4E11-8173-0465B226A99E}" type="parTrans" cxnId="{49BAA103-FB2C-47E9-A6ED-9B358605A552}">
      <dgm:prSet/>
      <dgm:spPr/>
      <dgm:t>
        <a:bodyPr/>
        <a:lstStyle/>
        <a:p>
          <a:endParaRPr lang="en-US"/>
        </a:p>
      </dgm:t>
    </dgm:pt>
    <dgm:pt modelId="{95893D54-7D88-4E6D-BC32-56C58BCF225B}" type="sibTrans" cxnId="{49BAA103-FB2C-47E9-A6ED-9B358605A552}">
      <dgm:prSet/>
      <dgm:spPr/>
      <dgm:t>
        <a:bodyPr/>
        <a:lstStyle/>
        <a:p>
          <a:endParaRPr lang="en-US"/>
        </a:p>
      </dgm:t>
    </dgm:pt>
    <dgm:pt modelId="{5A0E2136-121E-4D48-87E5-411B9744DD67}">
      <dgm:prSe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400" b="0" i="0" dirty="0">
              <a:solidFill>
                <a:srgbClr val="20282F"/>
              </a:solidFill>
            </a:rPr>
            <a:t>Physical access controls for authorized entry</a:t>
          </a:r>
        </a:p>
      </dgm:t>
    </dgm:pt>
    <dgm:pt modelId="{4482E20B-CA8D-4117-A1D4-6F0635031351}" type="parTrans" cxnId="{1FC15855-D001-4C96-8460-4B919BA6B0A2}">
      <dgm:prSet/>
      <dgm:spPr/>
      <dgm:t>
        <a:bodyPr/>
        <a:lstStyle/>
        <a:p>
          <a:endParaRPr lang="en-US"/>
        </a:p>
      </dgm:t>
    </dgm:pt>
    <dgm:pt modelId="{B0BD59FF-3CC4-44A5-B362-210E3D894FD1}" type="sibTrans" cxnId="{1FC15855-D001-4C96-8460-4B919BA6B0A2}">
      <dgm:prSet/>
      <dgm:spPr/>
      <dgm:t>
        <a:bodyPr/>
        <a:lstStyle/>
        <a:p>
          <a:endParaRPr lang="en-US"/>
        </a:p>
      </dgm:t>
    </dgm:pt>
    <dgm:pt modelId="{ADB5C543-46DC-4136-8D93-07740BACCB6E}">
      <dgm:prSet custT="1"/>
      <dgm:spPr>
        <a:solidFill>
          <a:srgbClr val="004F71"/>
        </a:solidFill>
      </dgm:spPr>
      <dgm:t>
        <a:bodyPr/>
        <a:lstStyle/>
        <a:p>
          <a:pPr>
            <a:buFont typeface="+mj-lt"/>
            <a:buAutoNum type="arabicPeriod"/>
          </a:pPr>
          <a:r>
            <a:rPr lang="en-US" sz="1600" b="0" i="0" dirty="0"/>
            <a:t>Rack Installation</a:t>
          </a:r>
        </a:p>
      </dgm:t>
    </dgm:pt>
    <dgm:pt modelId="{77D26779-BFEB-4936-BA5A-7BAADBCD8710}" type="parTrans" cxnId="{9C8BAAB6-46C2-4535-83B0-9156C4BA8775}">
      <dgm:prSet/>
      <dgm:spPr/>
      <dgm:t>
        <a:bodyPr/>
        <a:lstStyle/>
        <a:p>
          <a:endParaRPr lang="en-US"/>
        </a:p>
      </dgm:t>
    </dgm:pt>
    <dgm:pt modelId="{CFBE400A-3BF8-4282-913D-FD4A5F079AAD}" type="sibTrans" cxnId="{9C8BAAB6-46C2-4535-83B0-9156C4BA8775}">
      <dgm:prSet/>
      <dgm:spPr/>
      <dgm:t>
        <a:bodyPr/>
        <a:lstStyle/>
        <a:p>
          <a:endParaRPr lang="en-US"/>
        </a:p>
      </dgm:t>
    </dgm:pt>
    <dgm:pt modelId="{CE034842-9114-4CD3-8656-FF6CF4DA7A31}">
      <dgm:prSe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400" b="0" i="0" dirty="0">
              <a:solidFill>
                <a:srgbClr val="20282F"/>
              </a:solidFill>
            </a:rPr>
            <a:t>Steel shelving systems for standard-size equipment</a:t>
          </a:r>
        </a:p>
      </dgm:t>
    </dgm:pt>
    <dgm:pt modelId="{09E6F63B-0207-4B84-8030-B99DB46034BE}" type="parTrans" cxnId="{EA90216B-5BE3-4016-BF5B-6513965DA2D0}">
      <dgm:prSet/>
      <dgm:spPr/>
      <dgm:t>
        <a:bodyPr/>
        <a:lstStyle/>
        <a:p>
          <a:endParaRPr lang="en-US"/>
        </a:p>
      </dgm:t>
    </dgm:pt>
    <dgm:pt modelId="{2E9223B4-E8BE-4B99-8D91-7B3E1E4A9908}" type="sibTrans" cxnId="{EA90216B-5BE3-4016-BF5B-6513965DA2D0}">
      <dgm:prSet/>
      <dgm:spPr/>
      <dgm:t>
        <a:bodyPr/>
        <a:lstStyle/>
        <a:p>
          <a:endParaRPr lang="en-US"/>
        </a:p>
      </dgm:t>
    </dgm:pt>
    <dgm:pt modelId="{D32C600F-745C-4358-ABC9-034252B23E8F}">
      <dgm:prSe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400" b="0" i="0" dirty="0">
              <a:solidFill>
                <a:srgbClr val="20282F"/>
              </a:solidFill>
            </a:rPr>
            <a:t>Secure, compact storage; increased density</a:t>
          </a:r>
        </a:p>
      </dgm:t>
    </dgm:pt>
    <dgm:pt modelId="{4FF24CF9-896C-4710-AADC-302D642BC39A}" type="parTrans" cxnId="{F9360484-DFA1-4E82-8F6F-10E0E5DD10B9}">
      <dgm:prSet/>
      <dgm:spPr/>
      <dgm:t>
        <a:bodyPr/>
        <a:lstStyle/>
        <a:p>
          <a:endParaRPr lang="en-US"/>
        </a:p>
      </dgm:t>
    </dgm:pt>
    <dgm:pt modelId="{831CE6B7-3C3D-4B52-898D-B7BE71E0E640}" type="sibTrans" cxnId="{F9360484-DFA1-4E82-8F6F-10E0E5DD10B9}">
      <dgm:prSet/>
      <dgm:spPr/>
      <dgm:t>
        <a:bodyPr/>
        <a:lstStyle/>
        <a:p>
          <a:endParaRPr lang="en-US"/>
        </a:p>
      </dgm:t>
    </dgm:pt>
    <dgm:pt modelId="{46BCE8E4-3951-40C4-84AE-6F21CE0B5689}">
      <dgm:prSet custT="1"/>
      <dgm:spPr>
        <a:solidFill>
          <a:srgbClr val="004F71"/>
        </a:solidFill>
      </dgm:spPr>
      <dgm:t>
        <a:bodyPr/>
        <a:lstStyle/>
        <a:p>
          <a:pPr>
            <a:buFont typeface="+mj-lt"/>
            <a:buAutoNum type="arabicPeriod"/>
          </a:pPr>
          <a:r>
            <a:rPr lang="en-US" sz="1600" b="0" i="0" dirty="0"/>
            <a:t>Standard Sizing</a:t>
          </a:r>
        </a:p>
      </dgm:t>
    </dgm:pt>
    <dgm:pt modelId="{9FEB3055-0150-443C-BEB3-FFA4226DDF00}" type="parTrans" cxnId="{9367AA4A-C052-400B-9C78-06AB05CD421A}">
      <dgm:prSet/>
      <dgm:spPr/>
      <dgm:t>
        <a:bodyPr/>
        <a:lstStyle/>
        <a:p>
          <a:endParaRPr lang="en-US"/>
        </a:p>
      </dgm:t>
    </dgm:pt>
    <dgm:pt modelId="{112C041E-85CC-47BD-859A-7F2FF1966F27}" type="sibTrans" cxnId="{9367AA4A-C052-400B-9C78-06AB05CD421A}">
      <dgm:prSet/>
      <dgm:spPr/>
      <dgm:t>
        <a:bodyPr/>
        <a:lstStyle/>
        <a:p>
          <a:endParaRPr lang="en-US"/>
        </a:p>
      </dgm:t>
    </dgm:pt>
    <dgm:pt modelId="{9C4F11C4-8A78-47B3-B6AD-8E46AFFE9B03}">
      <dgm:prSe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400" b="0" i="0" dirty="0">
              <a:solidFill>
                <a:srgbClr val="20282F"/>
              </a:solidFill>
            </a:rPr>
            <a:t>EIA standard 19"/48.26 cm width for rack-mounting</a:t>
          </a:r>
        </a:p>
      </dgm:t>
    </dgm:pt>
    <dgm:pt modelId="{65987DF5-F609-466E-8540-E1327C5F03CE}" type="parTrans" cxnId="{09454837-82CB-4BF2-9C91-F823ABEB2EF6}">
      <dgm:prSet/>
      <dgm:spPr/>
      <dgm:t>
        <a:bodyPr/>
        <a:lstStyle/>
        <a:p>
          <a:endParaRPr lang="en-US"/>
        </a:p>
      </dgm:t>
    </dgm:pt>
    <dgm:pt modelId="{4B27EC93-5528-4D6B-8254-E6BA621A9E15}" type="sibTrans" cxnId="{09454837-82CB-4BF2-9C91-F823ABEB2EF6}">
      <dgm:prSet/>
      <dgm:spPr/>
      <dgm:t>
        <a:bodyPr/>
        <a:lstStyle/>
        <a:p>
          <a:endParaRPr lang="en-US"/>
        </a:p>
      </dgm:t>
    </dgm:pt>
    <dgm:pt modelId="{56DBC062-931C-CC4F-A198-3938F6BC83A9}" type="pres">
      <dgm:prSet presAssocID="{31B3735C-554B-4BA8-8D71-DD1095D8AF97}" presName="Name0" presStyleCnt="0">
        <dgm:presLayoutVars>
          <dgm:dir/>
          <dgm:animLvl val="lvl"/>
          <dgm:resizeHandles val="exact"/>
        </dgm:presLayoutVars>
      </dgm:prSet>
      <dgm:spPr/>
    </dgm:pt>
    <dgm:pt modelId="{CDCB885E-71FE-D743-B5AA-B5661CAA603E}" type="pres">
      <dgm:prSet presAssocID="{28AA394D-6837-4B02-8D18-51F907ABDE6D}" presName="linNode" presStyleCnt="0"/>
      <dgm:spPr/>
    </dgm:pt>
    <dgm:pt modelId="{657A3C22-4120-9440-905E-4DEF1B597609}" type="pres">
      <dgm:prSet presAssocID="{28AA394D-6837-4B02-8D18-51F907ABDE6D}" presName="parentText" presStyleLbl="node1" presStyleIdx="0" presStyleCnt="4" custScaleX="74886">
        <dgm:presLayoutVars>
          <dgm:chMax val="1"/>
          <dgm:bulletEnabled val="1"/>
        </dgm:presLayoutVars>
      </dgm:prSet>
      <dgm:spPr/>
    </dgm:pt>
    <dgm:pt modelId="{D6201B02-E459-2644-A8CF-AAEC5B5694CB}" type="pres">
      <dgm:prSet presAssocID="{28AA394D-6837-4B02-8D18-51F907ABDE6D}" presName="descendantText" presStyleLbl="alignAccFollowNode1" presStyleIdx="0" presStyleCnt="4">
        <dgm:presLayoutVars>
          <dgm:bulletEnabled val="1"/>
        </dgm:presLayoutVars>
      </dgm:prSet>
      <dgm:spPr/>
    </dgm:pt>
    <dgm:pt modelId="{A59D2689-61C9-B94C-B28E-CD7B720E28B3}" type="pres">
      <dgm:prSet presAssocID="{3013D0A3-03C6-4EB4-968A-AE4024E69242}" presName="sp" presStyleCnt="0"/>
      <dgm:spPr/>
    </dgm:pt>
    <dgm:pt modelId="{EFA107C8-3D6D-4C4E-B70C-494E8AEE5A3B}" type="pres">
      <dgm:prSet presAssocID="{AD7C19F0-6BC4-40E9-87B0-47759DBE1144}" presName="linNode" presStyleCnt="0"/>
      <dgm:spPr/>
    </dgm:pt>
    <dgm:pt modelId="{1EBD9C8D-CAEE-124A-94BC-051110D47A1F}" type="pres">
      <dgm:prSet presAssocID="{AD7C19F0-6BC4-40E9-87B0-47759DBE1144}" presName="parentText" presStyleLbl="node1" presStyleIdx="1" presStyleCnt="4" custScaleX="74886">
        <dgm:presLayoutVars>
          <dgm:chMax val="1"/>
          <dgm:bulletEnabled val="1"/>
        </dgm:presLayoutVars>
      </dgm:prSet>
      <dgm:spPr/>
    </dgm:pt>
    <dgm:pt modelId="{4EA37DDD-ED22-0343-82A2-7DF7DF507AAE}" type="pres">
      <dgm:prSet presAssocID="{AD7C19F0-6BC4-40E9-87B0-47759DBE1144}" presName="descendantText" presStyleLbl="alignAccFollowNode1" presStyleIdx="1" presStyleCnt="4">
        <dgm:presLayoutVars>
          <dgm:bulletEnabled val="1"/>
        </dgm:presLayoutVars>
      </dgm:prSet>
      <dgm:spPr/>
    </dgm:pt>
    <dgm:pt modelId="{E90AF146-C20D-0944-AAF8-0DBE7295F78D}" type="pres">
      <dgm:prSet presAssocID="{95893D54-7D88-4E6D-BC32-56C58BCF225B}" presName="sp" presStyleCnt="0"/>
      <dgm:spPr/>
    </dgm:pt>
    <dgm:pt modelId="{4B0CBE4E-9E86-F741-AAE8-BD04C22DB77B}" type="pres">
      <dgm:prSet presAssocID="{ADB5C543-46DC-4136-8D93-07740BACCB6E}" presName="linNode" presStyleCnt="0"/>
      <dgm:spPr/>
    </dgm:pt>
    <dgm:pt modelId="{13273BD4-25EF-8841-9B9B-07BC159300F4}" type="pres">
      <dgm:prSet presAssocID="{ADB5C543-46DC-4136-8D93-07740BACCB6E}" presName="parentText" presStyleLbl="node1" presStyleIdx="2" presStyleCnt="4" custScaleX="74886">
        <dgm:presLayoutVars>
          <dgm:chMax val="1"/>
          <dgm:bulletEnabled val="1"/>
        </dgm:presLayoutVars>
      </dgm:prSet>
      <dgm:spPr/>
    </dgm:pt>
    <dgm:pt modelId="{50491DC1-3152-AB41-9181-68B4CF283532}" type="pres">
      <dgm:prSet presAssocID="{ADB5C543-46DC-4136-8D93-07740BACCB6E}" presName="descendantText" presStyleLbl="alignAccFollowNode1" presStyleIdx="2" presStyleCnt="4">
        <dgm:presLayoutVars>
          <dgm:bulletEnabled val="1"/>
        </dgm:presLayoutVars>
      </dgm:prSet>
      <dgm:spPr/>
    </dgm:pt>
    <dgm:pt modelId="{F5224EFF-5434-1143-B27E-DEA3274000A5}" type="pres">
      <dgm:prSet presAssocID="{CFBE400A-3BF8-4282-913D-FD4A5F079AAD}" presName="sp" presStyleCnt="0"/>
      <dgm:spPr/>
    </dgm:pt>
    <dgm:pt modelId="{E1C52A28-7766-BF4D-889A-FAEABAE411B5}" type="pres">
      <dgm:prSet presAssocID="{46BCE8E4-3951-40C4-84AE-6F21CE0B5689}" presName="linNode" presStyleCnt="0"/>
      <dgm:spPr/>
    </dgm:pt>
    <dgm:pt modelId="{85B148B1-374B-3E4C-A61E-47B95F66544C}" type="pres">
      <dgm:prSet presAssocID="{46BCE8E4-3951-40C4-84AE-6F21CE0B5689}" presName="parentText" presStyleLbl="node1" presStyleIdx="3" presStyleCnt="4" custScaleX="74886">
        <dgm:presLayoutVars>
          <dgm:chMax val="1"/>
          <dgm:bulletEnabled val="1"/>
        </dgm:presLayoutVars>
      </dgm:prSet>
      <dgm:spPr/>
    </dgm:pt>
    <dgm:pt modelId="{FE1D5B06-0997-FB47-984D-C80715DAFDD7}" type="pres">
      <dgm:prSet presAssocID="{46BCE8E4-3951-40C4-84AE-6F21CE0B5689}" presName="descendantText" presStyleLbl="alignAccFollowNode1" presStyleIdx="3" presStyleCnt="4">
        <dgm:presLayoutVars>
          <dgm:bulletEnabled val="1"/>
        </dgm:presLayoutVars>
      </dgm:prSet>
      <dgm:spPr/>
    </dgm:pt>
  </dgm:ptLst>
  <dgm:cxnLst>
    <dgm:cxn modelId="{49BAA103-FB2C-47E9-A6ED-9B358605A552}" srcId="{31B3735C-554B-4BA8-8D71-DD1095D8AF97}" destId="{AD7C19F0-6BC4-40E9-87B0-47759DBE1144}" srcOrd="1" destOrd="0" parTransId="{731399A0-EE08-4E11-8173-0465B226A99E}" sibTransId="{95893D54-7D88-4E6D-BC32-56C58BCF225B}"/>
    <dgm:cxn modelId="{43994F04-4F0D-4B7D-B370-2BE35753152F}" srcId="{28AA394D-6837-4B02-8D18-51F907ABDE6D}" destId="{9B0E9643-8195-4BD0-91BB-D6A3116C8AA5}" srcOrd="0" destOrd="0" parTransId="{1B26D9D4-D7F8-4A64-BACB-32E3BD8EB0CF}" sibTransId="{EED9075E-E611-4D7C-8C62-079C8CC96747}"/>
    <dgm:cxn modelId="{26C5DA1D-3ED3-6344-95AE-F61EA8A36053}" type="presOf" srcId="{D32C600F-745C-4358-ABC9-034252B23E8F}" destId="{50491DC1-3152-AB41-9181-68B4CF283532}" srcOrd="0" destOrd="1" presId="urn:microsoft.com/office/officeart/2005/8/layout/vList5"/>
    <dgm:cxn modelId="{8777422A-9323-4241-AD54-A0FCF08F199E}" type="presOf" srcId="{31B3735C-554B-4BA8-8D71-DD1095D8AF97}" destId="{56DBC062-931C-CC4F-A198-3938F6BC83A9}" srcOrd="0" destOrd="0" presId="urn:microsoft.com/office/officeart/2005/8/layout/vList5"/>
    <dgm:cxn modelId="{09454837-82CB-4BF2-9C91-F823ABEB2EF6}" srcId="{46BCE8E4-3951-40C4-84AE-6F21CE0B5689}" destId="{9C4F11C4-8A78-47B3-B6AD-8E46AFFE9B03}" srcOrd="0" destOrd="0" parTransId="{65987DF5-F609-466E-8540-E1327C5F03CE}" sibTransId="{4B27EC93-5528-4D6B-8254-E6BA621A9E15}"/>
    <dgm:cxn modelId="{605F4C3A-A810-7542-AFBE-2B45E55892C7}" type="presOf" srcId="{B8582E54-8581-4761-BE5B-F2D21A0EE6CC}" destId="{D6201B02-E459-2644-A8CF-AAEC5B5694CB}" srcOrd="0" destOrd="1" presId="urn:microsoft.com/office/officeart/2005/8/layout/vList5"/>
    <dgm:cxn modelId="{24759D5D-4228-3049-954E-D2A4306F4DFE}" type="presOf" srcId="{28AA394D-6837-4B02-8D18-51F907ABDE6D}" destId="{657A3C22-4120-9440-905E-4DEF1B597609}" srcOrd="0" destOrd="0" presId="urn:microsoft.com/office/officeart/2005/8/layout/vList5"/>
    <dgm:cxn modelId="{9367AA4A-C052-400B-9C78-06AB05CD421A}" srcId="{31B3735C-554B-4BA8-8D71-DD1095D8AF97}" destId="{46BCE8E4-3951-40C4-84AE-6F21CE0B5689}" srcOrd="3" destOrd="0" parTransId="{9FEB3055-0150-443C-BEB3-FFA4226DDF00}" sibTransId="{112C041E-85CC-47BD-859A-7F2FF1966F27}"/>
    <dgm:cxn modelId="{EA90216B-5BE3-4016-BF5B-6513965DA2D0}" srcId="{ADB5C543-46DC-4136-8D93-07740BACCB6E}" destId="{CE034842-9114-4CD3-8656-FF6CF4DA7A31}" srcOrd="0" destOrd="0" parTransId="{09E6F63B-0207-4B84-8030-B99DB46034BE}" sibTransId="{2E9223B4-E8BE-4B99-8D91-7B3E1E4A9908}"/>
    <dgm:cxn modelId="{1FC15855-D001-4C96-8460-4B919BA6B0A2}" srcId="{AD7C19F0-6BC4-40E9-87B0-47759DBE1144}" destId="{5A0E2136-121E-4D48-87E5-411B9744DD67}" srcOrd="0" destOrd="0" parTransId="{4482E20B-CA8D-4117-A1D4-6F0635031351}" sibTransId="{B0BD59FF-3CC4-44A5-B362-210E3D894FD1}"/>
    <dgm:cxn modelId="{F9360484-DFA1-4E82-8F6F-10E0E5DD10B9}" srcId="{ADB5C543-46DC-4136-8D93-07740BACCB6E}" destId="{D32C600F-745C-4358-ABC9-034252B23E8F}" srcOrd="1" destOrd="0" parTransId="{4FF24CF9-896C-4710-AADC-302D642BC39A}" sibTransId="{831CE6B7-3C3D-4B52-898D-B7BE71E0E640}"/>
    <dgm:cxn modelId="{0ACC7C95-3D98-414C-A6E6-DC35FD854857}" type="presOf" srcId="{CE034842-9114-4CD3-8656-FF6CF4DA7A31}" destId="{50491DC1-3152-AB41-9181-68B4CF283532}" srcOrd="0" destOrd="0" presId="urn:microsoft.com/office/officeart/2005/8/layout/vList5"/>
    <dgm:cxn modelId="{E27CD9A6-3E0D-104A-867E-2F9E49ECAC9C}" type="presOf" srcId="{9C4F11C4-8A78-47B3-B6AD-8E46AFFE9B03}" destId="{FE1D5B06-0997-FB47-984D-C80715DAFDD7}" srcOrd="0" destOrd="0" presId="urn:microsoft.com/office/officeart/2005/8/layout/vList5"/>
    <dgm:cxn modelId="{75A26BAB-0A6F-1344-92C6-0A5A93EDB763}" type="presOf" srcId="{46BCE8E4-3951-40C4-84AE-6F21CE0B5689}" destId="{85B148B1-374B-3E4C-A61E-47B95F66544C}" srcOrd="0" destOrd="0" presId="urn:microsoft.com/office/officeart/2005/8/layout/vList5"/>
    <dgm:cxn modelId="{AE3ACCB0-8596-8B4F-804B-14A43AF3F1E5}" type="presOf" srcId="{5A0E2136-121E-4D48-87E5-411B9744DD67}" destId="{4EA37DDD-ED22-0343-82A2-7DF7DF507AAE}" srcOrd="0" destOrd="0" presId="urn:microsoft.com/office/officeart/2005/8/layout/vList5"/>
    <dgm:cxn modelId="{9C8BAAB6-46C2-4535-83B0-9156C4BA8775}" srcId="{31B3735C-554B-4BA8-8D71-DD1095D8AF97}" destId="{ADB5C543-46DC-4136-8D93-07740BACCB6E}" srcOrd="2" destOrd="0" parTransId="{77D26779-BFEB-4936-BA5A-7BAADBCD8710}" sibTransId="{CFBE400A-3BF8-4282-913D-FD4A5F079AAD}"/>
    <dgm:cxn modelId="{CA68C3C3-6D7B-FD4E-94F5-0D65BDC9264B}" type="presOf" srcId="{ADB5C543-46DC-4136-8D93-07740BACCB6E}" destId="{13273BD4-25EF-8841-9B9B-07BC159300F4}" srcOrd="0" destOrd="0" presId="urn:microsoft.com/office/officeart/2005/8/layout/vList5"/>
    <dgm:cxn modelId="{6E4BD1C5-BFAF-254B-8257-E6C9897E3FB3}" type="presOf" srcId="{9B0E9643-8195-4BD0-91BB-D6A3116C8AA5}" destId="{D6201B02-E459-2644-A8CF-AAEC5B5694CB}" srcOrd="0" destOrd="0" presId="urn:microsoft.com/office/officeart/2005/8/layout/vList5"/>
    <dgm:cxn modelId="{EB715CC8-6239-EF45-AC07-E5C6A86F049D}" type="presOf" srcId="{AD7C19F0-6BC4-40E9-87B0-47759DBE1144}" destId="{1EBD9C8D-CAEE-124A-94BC-051110D47A1F}" srcOrd="0" destOrd="0" presId="urn:microsoft.com/office/officeart/2005/8/layout/vList5"/>
    <dgm:cxn modelId="{3BB135E2-5E29-4BA4-A014-E158DA7D9B79}" srcId="{28AA394D-6837-4B02-8D18-51F907ABDE6D}" destId="{B8582E54-8581-4761-BE5B-F2D21A0EE6CC}" srcOrd="1" destOrd="0" parTransId="{71D37E0E-2F57-4360-B378-AC6E6D90C77D}" sibTransId="{69D13F24-2233-4417-989D-A544C9E581D3}"/>
    <dgm:cxn modelId="{E4A0D4EC-2348-44B7-BB3B-9EE5ADADBEA1}" srcId="{31B3735C-554B-4BA8-8D71-DD1095D8AF97}" destId="{28AA394D-6837-4B02-8D18-51F907ABDE6D}" srcOrd="0" destOrd="0" parTransId="{D6DB14FC-BF89-425D-80A8-B7520BFFDE54}" sibTransId="{3013D0A3-03C6-4EB4-968A-AE4024E69242}"/>
    <dgm:cxn modelId="{A3E753BD-8E1B-E34E-BC95-BEB7AE7C66C6}" type="presParOf" srcId="{56DBC062-931C-CC4F-A198-3938F6BC83A9}" destId="{CDCB885E-71FE-D743-B5AA-B5661CAA603E}" srcOrd="0" destOrd="0" presId="urn:microsoft.com/office/officeart/2005/8/layout/vList5"/>
    <dgm:cxn modelId="{A9CB2B7C-A0F5-7446-8C1D-A72B8F797CA3}" type="presParOf" srcId="{CDCB885E-71FE-D743-B5AA-B5661CAA603E}" destId="{657A3C22-4120-9440-905E-4DEF1B597609}" srcOrd="0" destOrd="0" presId="urn:microsoft.com/office/officeart/2005/8/layout/vList5"/>
    <dgm:cxn modelId="{37D6E3C7-0528-6643-953D-E0108D10F15A}" type="presParOf" srcId="{CDCB885E-71FE-D743-B5AA-B5661CAA603E}" destId="{D6201B02-E459-2644-A8CF-AAEC5B5694CB}" srcOrd="1" destOrd="0" presId="urn:microsoft.com/office/officeart/2005/8/layout/vList5"/>
    <dgm:cxn modelId="{26293694-F7B6-224B-89E5-625F3710084A}" type="presParOf" srcId="{56DBC062-931C-CC4F-A198-3938F6BC83A9}" destId="{A59D2689-61C9-B94C-B28E-CD7B720E28B3}" srcOrd="1" destOrd="0" presId="urn:microsoft.com/office/officeart/2005/8/layout/vList5"/>
    <dgm:cxn modelId="{5594460A-BC63-6C4B-9D00-901F8DF439F8}" type="presParOf" srcId="{56DBC062-931C-CC4F-A198-3938F6BC83A9}" destId="{EFA107C8-3D6D-4C4E-B70C-494E8AEE5A3B}" srcOrd="2" destOrd="0" presId="urn:microsoft.com/office/officeart/2005/8/layout/vList5"/>
    <dgm:cxn modelId="{70907633-EE01-7F4C-82C6-E2A308CF3DF7}" type="presParOf" srcId="{EFA107C8-3D6D-4C4E-B70C-494E8AEE5A3B}" destId="{1EBD9C8D-CAEE-124A-94BC-051110D47A1F}" srcOrd="0" destOrd="0" presId="urn:microsoft.com/office/officeart/2005/8/layout/vList5"/>
    <dgm:cxn modelId="{728F5DD1-C403-3B46-A9E1-F01ACD859E98}" type="presParOf" srcId="{EFA107C8-3D6D-4C4E-B70C-494E8AEE5A3B}" destId="{4EA37DDD-ED22-0343-82A2-7DF7DF507AAE}" srcOrd="1" destOrd="0" presId="urn:microsoft.com/office/officeart/2005/8/layout/vList5"/>
    <dgm:cxn modelId="{68BB7FBD-9E7F-8047-8A95-42FDC30FDEF5}" type="presParOf" srcId="{56DBC062-931C-CC4F-A198-3938F6BC83A9}" destId="{E90AF146-C20D-0944-AAF8-0DBE7295F78D}" srcOrd="3" destOrd="0" presId="urn:microsoft.com/office/officeart/2005/8/layout/vList5"/>
    <dgm:cxn modelId="{77CC3D21-FB34-3C49-B3F5-8DE7D9416A4F}" type="presParOf" srcId="{56DBC062-931C-CC4F-A198-3938F6BC83A9}" destId="{4B0CBE4E-9E86-F741-AAE8-BD04C22DB77B}" srcOrd="4" destOrd="0" presId="urn:microsoft.com/office/officeart/2005/8/layout/vList5"/>
    <dgm:cxn modelId="{26F9BB50-AB48-D443-9EC0-FE7397642E0E}" type="presParOf" srcId="{4B0CBE4E-9E86-F741-AAE8-BD04C22DB77B}" destId="{13273BD4-25EF-8841-9B9B-07BC159300F4}" srcOrd="0" destOrd="0" presId="urn:microsoft.com/office/officeart/2005/8/layout/vList5"/>
    <dgm:cxn modelId="{EB29AF17-E9CC-5E41-937F-04F653C3D68D}" type="presParOf" srcId="{4B0CBE4E-9E86-F741-AAE8-BD04C22DB77B}" destId="{50491DC1-3152-AB41-9181-68B4CF283532}" srcOrd="1" destOrd="0" presId="urn:microsoft.com/office/officeart/2005/8/layout/vList5"/>
    <dgm:cxn modelId="{50F79138-8C38-3445-A44E-26D6036D3E81}" type="presParOf" srcId="{56DBC062-931C-CC4F-A198-3938F6BC83A9}" destId="{F5224EFF-5434-1143-B27E-DEA3274000A5}" srcOrd="5" destOrd="0" presId="urn:microsoft.com/office/officeart/2005/8/layout/vList5"/>
    <dgm:cxn modelId="{E28A1647-4374-7248-AF55-47780D2A3E8D}" type="presParOf" srcId="{56DBC062-931C-CC4F-A198-3938F6BC83A9}" destId="{E1C52A28-7766-BF4D-889A-FAEABAE411B5}" srcOrd="6" destOrd="0" presId="urn:microsoft.com/office/officeart/2005/8/layout/vList5"/>
    <dgm:cxn modelId="{44F765FB-4391-E946-A1D4-665D9C8489CE}" type="presParOf" srcId="{E1C52A28-7766-BF4D-889A-FAEABAE411B5}" destId="{85B148B1-374B-3E4C-A61E-47B95F66544C}" srcOrd="0" destOrd="0" presId="urn:microsoft.com/office/officeart/2005/8/layout/vList5"/>
    <dgm:cxn modelId="{2DAC900B-04E8-4F4A-954B-6D76638FD32E}" type="presParOf" srcId="{E1C52A28-7766-BF4D-889A-FAEABAE411B5}" destId="{FE1D5B06-0997-FB47-984D-C80715DAFDD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32EF1AE-5C69-4852-9C18-5B033DBEAF4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8C1B0E5-C7E7-4D0F-8BBC-6F24E6186AD4}">
      <dgm:prSet phldrT="[Text]"/>
      <dgm:spPr>
        <a:solidFill>
          <a:srgbClr val="004F71"/>
        </a:solidFill>
      </dgm:spPr>
      <dgm:t>
        <a:bodyPr/>
        <a:lstStyle/>
        <a:p>
          <a:r>
            <a:rPr lang="en-US" dirty="0"/>
            <a:t>Temperature Monitoring</a:t>
          </a:r>
        </a:p>
      </dgm:t>
    </dgm:pt>
    <dgm:pt modelId="{BD80249F-D0A9-421F-A5F6-1DB382B3B0BB}" type="parTrans" cxnId="{5634DD6C-5174-47A8-8C1E-36026C1731A0}">
      <dgm:prSet/>
      <dgm:spPr/>
      <dgm:t>
        <a:bodyPr/>
        <a:lstStyle/>
        <a:p>
          <a:endParaRPr lang="en-US"/>
        </a:p>
      </dgm:t>
    </dgm:pt>
    <dgm:pt modelId="{E99EBA74-8D1B-432C-9581-11571025B272}" type="sibTrans" cxnId="{5634DD6C-5174-47A8-8C1E-36026C1731A0}">
      <dgm:prSet/>
      <dgm:spPr/>
      <dgm:t>
        <a:bodyPr/>
        <a:lstStyle/>
        <a:p>
          <a:endParaRPr lang="en-US"/>
        </a:p>
      </dgm:t>
    </dgm:pt>
    <dgm:pt modelId="{5E3A06F9-A470-48FD-B9CB-20B69A8D7BAB}">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Prevents overheating</a:t>
          </a:r>
        </a:p>
      </dgm:t>
    </dgm:pt>
    <dgm:pt modelId="{D70BE168-7286-4882-9EF3-BBAA876C65E0}" type="parTrans" cxnId="{BDF03B6F-8AE9-4840-9F90-7BF44D0CBF99}">
      <dgm:prSet/>
      <dgm:spPr/>
      <dgm:t>
        <a:bodyPr/>
        <a:lstStyle/>
        <a:p>
          <a:endParaRPr lang="en-US"/>
        </a:p>
      </dgm:t>
    </dgm:pt>
    <dgm:pt modelId="{3334B6F4-B805-4D59-ADA1-FB113E748143}" type="sibTrans" cxnId="{BDF03B6F-8AE9-4840-9F90-7BF44D0CBF99}">
      <dgm:prSet/>
      <dgm:spPr/>
      <dgm:t>
        <a:bodyPr/>
        <a:lstStyle/>
        <a:p>
          <a:endParaRPr lang="en-US"/>
        </a:p>
      </dgm:t>
    </dgm:pt>
    <dgm:pt modelId="{BBC1EDD8-64F9-40CB-B6D3-D24DB6D2AC62}">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Ensures effective heat dissipation</a:t>
          </a:r>
        </a:p>
      </dgm:t>
    </dgm:pt>
    <dgm:pt modelId="{F2E070B6-3932-4B67-AD5C-C52911257022}" type="parTrans" cxnId="{4328523B-3BBD-4DE7-BBA2-516D73F54452}">
      <dgm:prSet/>
      <dgm:spPr/>
      <dgm:t>
        <a:bodyPr/>
        <a:lstStyle/>
        <a:p>
          <a:endParaRPr lang="en-US"/>
        </a:p>
      </dgm:t>
    </dgm:pt>
    <dgm:pt modelId="{0AFF36CE-E94E-4294-A0B6-353A1C8EBF01}" type="sibTrans" cxnId="{4328523B-3BBD-4DE7-BBA2-516D73F54452}">
      <dgm:prSet/>
      <dgm:spPr/>
      <dgm:t>
        <a:bodyPr/>
        <a:lstStyle/>
        <a:p>
          <a:endParaRPr lang="en-US"/>
        </a:p>
      </dgm:t>
    </dgm:pt>
    <dgm:pt modelId="{DF1570BC-E760-4F6A-9747-6B327CD35D3E}">
      <dgm:prSet/>
      <dgm:spPr>
        <a:solidFill>
          <a:srgbClr val="004F71"/>
        </a:solidFill>
      </dgm:spPr>
      <dgm:t>
        <a:bodyPr/>
        <a:lstStyle/>
        <a:p>
          <a:r>
            <a:rPr lang="en-US" dirty="0"/>
            <a:t>Humidity Control</a:t>
          </a:r>
        </a:p>
      </dgm:t>
    </dgm:pt>
    <dgm:pt modelId="{43E4CFC2-DA03-4CBD-B731-E24E22AD4981}" type="parTrans" cxnId="{06D6457A-4542-4C5C-BE9A-7AFC8B394D91}">
      <dgm:prSet/>
      <dgm:spPr/>
      <dgm:t>
        <a:bodyPr/>
        <a:lstStyle/>
        <a:p>
          <a:endParaRPr lang="en-US"/>
        </a:p>
      </dgm:t>
    </dgm:pt>
    <dgm:pt modelId="{15BFBFC1-E920-4A56-8232-261D16C5A344}" type="sibTrans" cxnId="{06D6457A-4542-4C5C-BE9A-7AFC8B394D91}">
      <dgm:prSet/>
      <dgm:spPr/>
      <dgm:t>
        <a:bodyPr/>
        <a:lstStyle/>
        <a:p>
          <a:endParaRPr lang="en-US"/>
        </a:p>
      </dgm:t>
    </dgm:pt>
    <dgm:pt modelId="{A72A81BF-85C6-45EB-95DF-A02713C39FD3}">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Avoids condensation and corrosion</a:t>
          </a:r>
        </a:p>
      </dgm:t>
    </dgm:pt>
    <dgm:pt modelId="{E24E1DA3-293D-4E00-97F6-DACA397CE7F9}" type="parTrans" cxnId="{564417F4-CA00-4AB0-8388-90ED067D677E}">
      <dgm:prSet/>
      <dgm:spPr/>
      <dgm:t>
        <a:bodyPr/>
        <a:lstStyle/>
        <a:p>
          <a:endParaRPr lang="en-US"/>
        </a:p>
      </dgm:t>
    </dgm:pt>
    <dgm:pt modelId="{A327EFF3-6EEE-46C1-A757-02CD0AF67FB2}" type="sibTrans" cxnId="{564417F4-CA00-4AB0-8388-90ED067D677E}">
      <dgm:prSet/>
      <dgm:spPr/>
      <dgm:t>
        <a:bodyPr/>
        <a:lstStyle/>
        <a:p>
          <a:endParaRPr lang="en-US"/>
        </a:p>
      </dgm:t>
    </dgm:pt>
    <dgm:pt modelId="{AE13485B-BCB7-4735-AD9C-27D2AD2A386C}">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Reduces static charge risks</a:t>
          </a:r>
        </a:p>
      </dgm:t>
    </dgm:pt>
    <dgm:pt modelId="{21A5856C-1436-4D4F-B8AF-5C66D2035E13}" type="parTrans" cxnId="{605FD4C5-A108-4015-A622-35B94D6626BD}">
      <dgm:prSet/>
      <dgm:spPr/>
      <dgm:t>
        <a:bodyPr/>
        <a:lstStyle/>
        <a:p>
          <a:endParaRPr lang="en-US"/>
        </a:p>
      </dgm:t>
    </dgm:pt>
    <dgm:pt modelId="{E3CF4425-784E-4631-965C-1FCF6BC0337E}" type="sibTrans" cxnId="{605FD4C5-A108-4015-A622-35B94D6626BD}">
      <dgm:prSet/>
      <dgm:spPr/>
      <dgm:t>
        <a:bodyPr/>
        <a:lstStyle/>
        <a:p>
          <a:endParaRPr lang="en-US"/>
        </a:p>
      </dgm:t>
    </dgm:pt>
    <dgm:pt modelId="{08EB73FF-9281-469A-B189-10293FF34A3B}">
      <dgm:prSet/>
      <dgm:spPr>
        <a:solidFill>
          <a:srgbClr val="004F71"/>
        </a:solidFill>
      </dgm:spPr>
      <dgm:t>
        <a:bodyPr/>
        <a:lstStyle/>
        <a:p>
          <a:r>
            <a:rPr lang="en-US" dirty="0"/>
            <a:t>Electrical Stability</a:t>
          </a:r>
        </a:p>
      </dgm:t>
    </dgm:pt>
    <dgm:pt modelId="{B7069835-34DD-4E2B-A32D-EC0A69309A86}" type="parTrans" cxnId="{0A874E73-7B74-4D4F-8872-46CEEDD1D4D3}">
      <dgm:prSet/>
      <dgm:spPr/>
      <dgm:t>
        <a:bodyPr/>
        <a:lstStyle/>
        <a:p>
          <a:endParaRPr lang="en-US"/>
        </a:p>
      </dgm:t>
    </dgm:pt>
    <dgm:pt modelId="{856F3EEA-3C0D-4BCC-9633-26AAF7CC3424}" type="sibTrans" cxnId="{0A874E73-7B74-4D4F-8872-46CEEDD1D4D3}">
      <dgm:prSet/>
      <dgm:spPr/>
      <dgm:t>
        <a:bodyPr/>
        <a:lstStyle/>
        <a:p>
          <a:endParaRPr lang="en-US"/>
        </a:p>
      </dgm:t>
    </dgm:pt>
    <dgm:pt modelId="{B8792BA6-90A7-4099-A96C-898D9209CC44}">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Ensures uninterrupted power supply</a:t>
          </a:r>
        </a:p>
      </dgm:t>
    </dgm:pt>
    <dgm:pt modelId="{50AE205A-BF76-4B02-8235-A6AF2F65434C}" type="parTrans" cxnId="{EAEBD8E2-370A-4BBD-BD9B-15E74E2A0A22}">
      <dgm:prSet/>
      <dgm:spPr/>
      <dgm:t>
        <a:bodyPr/>
        <a:lstStyle/>
        <a:p>
          <a:endParaRPr lang="en-US"/>
        </a:p>
      </dgm:t>
    </dgm:pt>
    <dgm:pt modelId="{80462A9B-A2F7-4730-ACE1-7DBDE68F19E3}" type="sibTrans" cxnId="{EAEBD8E2-370A-4BBD-BD9B-15E74E2A0A22}">
      <dgm:prSet/>
      <dgm:spPr/>
      <dgm:t>
        <a:bodyPr/>
        <a:lstStyle/>
        <a:p>
          <a:endParaRPr lang="en-US"/>
        </a:p>
      </dgm:t>
    </dgm:pt>
    <dgm:pt modelId="{DE7EE13C-2044-46C5-8B4B-D28CA96C9AE1}">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Monitors for voltage irregularities</a:t>
          </a:r>
        </a:p>
      </dgm:t>
    </dgm:pt>
    <dgm:pt modelId="{0AA23266-D752-451A-A43C-BA0CA5B3D395}" type="parTrans" cxnId="{F1CA05FB-6099-4375-80F9-9FA8834FDA7E}">
      <dgm:prSet/>
      <dgm:spPr/>
      <dgm:t>
        <a:bodyPr/>
        <a:lstStyle/>
        <a:p>
          <a:endParaRPr lang="en-US"/>
        </a:p>
      </dgm:t>
    </dgm:pt>
    <dgm:pt modelId="{C15362C1-1751-430E-882A-607C8B2958E9}" type="sibTrans" cxnId="{F1CA05FB-6099-4375-80F9-9FA8834FDA7E}">
      <dgm:prSet/>
      <dgm:spPr/>
      <dgm:t>
        <a:bodyPr/>
        <a:lstStyle/>
        <a:p>
          <a:endParaRPr lang="en-US"/>
        </a:p>
      </dgm:t>
    </dgm:pt>
    <dgm:pt modelId="{A6975050-1D5F-4E19-867B-8E24E2F126AA}">
      <dgm:prSet/>
      <dgm:spPr>
        <a:solidFill>
          <a:srgbClr val="004F71"/>
        </a:solidFill>
      </dgm:spPr>
      <dgm:t>
        <a:bodyPr/>
        <a:lstStyle/>
        <a:p>
          <a:r>
            <a:rPr lang="en-US" dirty="0"/>
            <a:t>Flood </a:t>
          </a:r>
          <a:br>
            <a:rPr lang="en-US" dirty="0"/>
          </a:br>
          <a:r>
            <a:rPr lang="en-US" dirty="0"/>
            <a:t>Detection</a:t>
          </a:r>
        </a:p>
      </dgm:t>
    </dgm:pt>
    <dgm:pt modelId="{5F7BDE08-0D5A-4224-A543-A00D2CE18D31}" type="parTrans" cxnId="{C9C3C1D3-506B-4845-8444-F9C7182059B7}">
      <dgm:prSet/>
      <dgm:spPr/>
      <dgm:t>
        <a:bodyPr/>
        <a:lstStyle/>
        <a:p>
          <a:endParaRPr lang="en-US"/>
        </a:p>
      </dgm:t>
    </dgm:pt>
    <dgm:pt modelId="{E8642241-0030-4866-898E-8B40DB9CFCE8}" type="sibTrans" cxnId="{C9C3C1D3-506B-4845-8444-F9C7182059B7}">
      <dgm:prSet/>
      <dgm:spPr/>
      <dgm:t>
        <a:bodyPr/>
        <a:lstStyle/>
        <a:p>
          <a:endParaRPr lang="en-US"/>
        </a:p>
      </dgm:t>
    </dgm:pt>
    <dgm:pt modelId="{F96148D0-9836-4303-92AF-26F99C0446F5}">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Identifies water-related risks</a:t>
          </a:r>
        </a:p>
      </dgm:t>
    </dgm:pt>
    <dgm:pt modelId="{7EA9AFBB-2C9D-4D01-8DD4-562C1650CDCA}" type="parTrans" cxnId="{0BC3EB79-E120-422D-8575-F214E05DF6DC}">
      <dgm:prSet/>
      <dgm:spPr/>
      <dgm:t>
        <a:bodyPr/>
        <a:lstStyle/>
        <a:p>
          <a:endParaRPr lang="en-US"/>
        </a:p>
      </dgm:t>
    </dgm:pt>
    <dgm:pt modelId="{AB74C162-3A8F-4D00-ABB1-BC74015FC609}" type="sibTrans" cxnId="{0BC3EB79-E120-422D-8575-F214E05DF6DC}">
      <dgm:prSet/>
      <dgm:spPr/>
      <dgm:t>
        <a:bodyPr/>
        <a:lstStyle/>
        <a:p>
          <a:endParaRPr lang="en-US"/>
        </a:p>
      </dgm:t>
    </dgm:pt>
    <dgm:pt modelId="{55058426-6270-47FC-A1D9-1B3AC1D667E0}">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Triggers immediate system shutdowns</a:t>
          </a:r>
        </a:p>
      </dgm:t>
    </dgm:pt>
    <dgm:pt modelId="{5C3D3AFB-A585-4456-808F-1F73AE8439C9}" type="parTrans" cxnId="{618D29E6-964C-4E53-B41B-36DA5C5728EE}">
      <dgm:prSet/>
      <dgm:spPr/>
      <dgm:t>
        <a:bodyPr/>
        <a:lstStyle/>
        <a:p>
          <a:endParaRPr lang="en-US"/>
        </a:p>
      </dgm:t>
    </dgm:pt>
    <dgm:pt modelId="{C9A9D803-4158-469E-9A1D-1DF58DDE78A5}" type="sibTrans" cxnId="{618D29E6-964C-4E53-B41B-36DA5C5728EE}">
      <dgm:prSet/>
      <dgm:spPr/>
      <dgm:t>
        <a:bodyPr/>
        <a:lstStyle/>
        <a:p>
          <a:endParaRPr lang="en-US"/>
        </a:p>
      </dgm:t>
    </dgm:pt>
    <dgm:pt modelId="{01F6D526-999C-474F-AB68-25CA8C42BF60}" type="pres">
      <dgm:prSet presAssocID="{332EF1AE-5C69-4852-9C18-5B033DBEAF4C}" presName="Name0" presStyleCnt="0">
        <dgm:presLayoutVars>
          <dgm:dir/>
          <dgm:animLvl val="lvl"/>
          <dgm:resizeHandles val="exact"/>
        </dgm:presLayoutVars>
      </dgm:prSet>
      <dgm:spPr/>
    </dgm:pt>
    <dgm:pt modelId="{9FE610CA-EF5F-354E-B8AD-27E76E26E262}" type="pres">
      <dgm:prSet presAssocID="{48C1B0E5-C7E7-4D0F-8BBC-6F24E6186AD4}" presName="composite" presStyleCnt="0"/>
      <dgm:spPr/>
    </dgm:pt>
    <dgm:pt modelId="{37658B03-09CB-8E40-A50E-92CF5EE5E98A}" type="pres">
      <dgm:prSet presAssocID="{48C1B0E5-C7E7-4D0F-8BBC-6F24E6186AD4}" presName="parTx" presStyleLbl="alignNode1" presStyleIdx="0" presStyleCnt="4">
        <dgm:presLayoutVars>
          <dgm:chMax val="0"/>
          <dgm:chPref val="0"/>
          <dgm:bulletEnabled val="1"/>
        </dgm:presLayoutVars>
      </dgm:prSet>
      <dgm:spPr/>
    </dgm:pt>
    <dgm:pt modelId="{BFF827AD-CD76-7E46-B783-0A6EE719B14E}" type="pres">
      <dgm:prSet presAssocID="{48C1B0E5-C7E7-4D0F-8BBC-6F24E6186AD4}" presName="desTx" presStyleLbl="alignAccFollowNode1" presStyleIdx="0" presStyleCnt="4">
        <dgm:presLayoutVars>
          <dgm:bulletEnabled val="1"/>
        </dgm:presLayoutVars>
      </dgm:prSet>
      <dgm:spPr/>
    </dgm:pt>
    <dgm:pt modelId="{2BD082C6-34E3-5E45-BE31-7C478CFF3308}" type="pres">
      <dgm:prSet presAssocID="{E99EBA74-8D1B-432C-9581-11571025B272}" presName="space" presStyleCnt="0"/>
      <dgm:spPr/>
    </dgm:pt>
    <dgm:pt modelId="{2D75704E-FA7F-BF4A-BE7D-0D17A5DB9314}" type="pres">
      <dgm:prSet presAssocID="{DF1570BC-E760-4F6A-9747-6B327CD35D3E}" presName="composite" presStyleCnt="0"/>
      <dgm:spPr/>
    </dgm:pt>
    <dgm:pt modelId="{C139C253-A64B-CC4C-80C5-37FBBDCF7398}" type="pres">
      <dgm:prSet presAssocID="{DF1570BC-E760-4F6A-9747-6B327CD35D3E}" presName="parTx" presStyleLbl="alignNode1" presStyleIdx="1" presStyleCnt="4">
        <dgm:presLayoutVars>
          <dgm:chMax val="0"/>
          <dgm:chPref val="0"/>
          <dgm:bulletEnabled val="1"/>
        </dgm:presLayoutVars>
      </dgm:prSet>
      <dgm:spPr/>
    </dgm:pt>
    <dgm:pt modelId="{644240A8-261D-FB42-A212-42ECF8A10E78}" type="pres">
      <dgm:prSet presAssocID="{DF1570BC-E760-4F6A-9747-6B327CD35D3E}" presName="desTx" presStyleLbl="alignAccFollowNode1" presStyleIdx="1" presStyleCnt="4">
        <dgm:presLayoutVars>
          <dgm:bulletEnabled val="1"/>
        </dgm:presLayoutVars>
      </dgm:prSet>
      <dgm:spPr/>
    </dgm:pt>
    <dgm:pt modelId="{7F222FFF-8EBF-A146-8EFE-ED7AF0514820}" type="pres">
      <dgm:prSet presAssocID="{15BFBFC1-E920-4A56-8232-261D16C5A344}" presName="space" presStyleCnt="0"/>
      <dgm:spPr/>
    </dgm:pt>
    <dgm:pt modelId="{2957A898-83AB-0E45-B71F-5D9CFB79DDE3}" type="pres">
      <dgm:prSet presAssocID="{08EB73FF-9281-469A-B189-10293FF34A3B}" presName="composite" presStyleCnt="0"/>
      <dgm:spPr/>
    </dgm:pt>
    <dgm:pt modelId="{6FC44857-EF4E-7340-AB1D-760299B19B3C}" type="pres">
      <dgm:prSet presAssocID="{08EB73FF-9281-469A-B189-10293FF34A3B}" presName="parTx" presStyleLbl="alignNode1" presStyleIdx="2" presStyleCnt="4">
        <dgm:presLayoutVars>
          <dgm:chMax val="0"/>
          <dgm:chPref val="0"/>
          <dgm:bulletEnabled val="1"/>
        </dgm:presLayoutVars>
      </dgm:prSet>
      <dgm:spPr/>
    </dgm:pt>
    <dgm:pt modelId="{33498771-176D-D648-8E4C-B11B58046969}" type="pres">
      <dgm:prSet presAssocID="{08EB73FF-9281-469A-B189-10293FF34A3B}" presName="desTx" presStyleLbl="alignAccFollowNode1" presStyleIdx="2" presStyleCnt="4">
        <dgm:presLayoutVars>
          <dgm:bulletEnabled val="1"/>
        </dgm:presLayoutVars>
      </dgm:prSet>
      <dgm:spPr/>
    </dgm:pt>
    <dgm:pt modelId="{E2EACA53-347C-A441-AD51-E4DAF36C44B1}" type="pres">
      <dgm:prSet presAssocID="{856F3EEA-3C0D-4BCC-9633-26AAF7CC3424}" presName="space" presStyleCnt="0"/>
      <dgm:spPr/>
    </dgm:pt>
    <dgm:pt modelId="{D32616DD-6F36-AD43-B888-572BE8FFB9FF}" type="pres">
      <dgm:prSet presAssocID="{A6975050-1D5F-4E19-867B-8E24E2F126AA}" presName="composite" presStyleCnt="0"/>
      <dgm:spPr/>
    </dgm:pt>
    <dgm:pt modelId="{D08934C9-E9DD-D142-B0B3-1376BDAE9B86}" type="pres">
      <dgm:prSet presAssocID="{A6975050-1D5F-4E19-867B-8E24E2F126AA}" presName="parTx" presStyleLbl="alignNode1" presStyleIdx="3" presStyleCnt="4">
        <dgm:presLayoutVars>
          <dgm:chMax val="0"/>
          <dgm:chPref val="0"/>
          <dgm:bulletEnabled val="1"/>
        </dgm:presLayoutVars>
      </dgm:prSet>
      <dgm:spPr/>
    </dgm:pt>
    <dgm:pt modelId="{6AC0C622-9D02-0D43-A2AD-21648968B78B}" type="pres">
      <dgm:prSet presAssocID="{A6975050-1D5F-4E19-867B-8E24E2F126AA}" presName="desTx" presStyleLbl="alignAccFollowNode1" presStyleIdx="3" presStyleCnt="4">
        <dgm:presLayoutVars>
          <dgm:bulletEnabled val="1"/>
        </dgm:presLayoutVars>
      </dgm:prSet>
      <dgm:spPr/>
    </dgm:pt>
  </dgm:ptLst>
  <dgm:cxnLst>
    <dgm:cxn modelId="{FEC8D205-9572-C946-A899-EA319F0F33E6}" type="presOf" srcId="{BBC1EDD8-64F9-40CB-B6D3-D24DB6D2AC62}" destId="{BFF827AD-CD76-7E46-B783-0A6EE719B14E}" srcOrd="0" destOrd="1" presId="urn:microsoft.com/office/officeart/2005/8/layout/hList1"/>
    <dgm:cxn modelId="{5EC46B2E-EAD4-5749-945A-CC439CE58D05}" type="presOf" srcId="{DF1570BC-E760-4F6A-9747-6B327CD35D3E}" destId="{C139C253-A64B-CC4C-80C5-37FBBDCF7398}" srcOrd="0" destOrd="0" presId="urn:microsoft.com/office/officeart/2005/8/layout/hList1"/>
    <dgm:cxn modelId="{530D6536-92E7-3A49-9B73-7A6140D40D75}" type="presOf" srcId="{A6975050-1D5F-4E19-867B-8E24E2F126AA}" destId="{D08934C9-E9DD-D142-B0B3-1376BDAE9B86}" srcOrd="0" destOrd="0" presId="urn:microsoft.com/office/officeart/2005/8/layout/hList1"/>
    <dgm:cxn modelId="{4328523B-3BBD-4DE7-BBA2-516D73F54452}" srcId="{48C1B0E5-C7E7-4D0F-8BBC-6F24E6186AD4}" destId="{BBC1EDD8-64F9-40CB-B6D3-D24DB6D2AC62}" srcOrd="1" destOrd="0" parTransId="{F2E070B6-3932-4B67-AD5C-C52911257022}" sibTransId="{0AFF36CE-E94E-4294-A0B6-353A1C8EBF01}"/>
    <dgm:cxn modelId="{A97D8D5D-CFFE-B544-BE72-852ADB20482C}" type="presOf" srcId="{48C1B0E5-C7E7-4D0F-8BBC-6F24E6186AD4}" destId="{37658B03-09CB-8E40-A50E-92CF5EE5E98A}" srcOrd="0" destOrd="0" presId="urn:microsoft.com/office/officeart/2005/8/layout/hList1"/>
    <dgm:cxn modelId="{CF99BD46-DF71-4C45-82E2-6E3368E058FC}" type="presOf" srcId="{AE13485B-BCB7-4735-AD9C-27D2AD2A386C}" destId="{644240A8-261D-FB42-A212-42ECF8A10E78}" srcOrd="0" destOrd="1" presId="urn:microsoft.com/office/officeart/2005/8/layout/hList1"/>
    <dgm:cxn modelId="{5634DD6C-5174-47A8-8C1E-36026C1731A0}" srcId="{332EF1AE-5C69-4852-9C18-5B033DBEAF4C}" destId="{48C1B0E5-C7E7-4D0F-8BBC-6F24E6186AD4}" srcOrd="0" destOrd="0" parTransId="{BD80249F-D0A9-421F-A5F6-1DB382B3B0BB}" sibTransId="{E99EBA74-8D1B-432C-9581-11571025B272}"/>
    <dgm:cxn modelId="{73D8474E-2127-9B41-AD25-7D4035851D0B}" type="presOf" srcId="{55058426-6270-47FC-A1D9-1B3AC1D667E0}" destId="{6AC0C622-9D02-0D43-A2AD-21648968B78B}" srcOrd="0" destOrd="1" presId="urn:microsoft.com/office/officeart/2005/8/layout/hList1"/>
    <dgm:cxn modelId="{BDF03B6F-8AE9-4840-9F90-7BF44D0CBF99}" srcId="{48C1B0E5-C7E7-4D0F-8BBC-6F24E6186AD4}" destId="{5E3A06F9-A470-48FD-B9CB-20B69A8D7BAB}" srcOrd="0" destOrd="0" parTransId="{D70BE168-7286-4882-9EF3-BBAA876C65E0}" sibTransId="{3334B6F4-B805-4D59-ADA1-FB113E748143}"/>
    <dgm:cxn modelId="{0A874E73-7B74-4D4F-8872-46CEEDD1D4D3}" srcId="{332EF1AE-5C69-4852-9C18-5B033DBEAF4C}" destId="{08EB73FF-9281-469A-B189-10293FF34A3B}" srcOrd="2" destOrd="0" parTransId="{B7069835-34DD-4E2B-A32D-EC0A69309A86}" sibTransId="{856F3EEA-3C0D-4BCC-9633-26AAF7CC3424}"/>
    <dgm:cxn modelId="{36E26258-75BB-A743-B4B4-C11F5407E1E8}" type="presOf" srcId="{5E3A06F9-A470-48FD-B9CB-20B69A8D7BAB}" destId="{BFF827AD-CD76-7E46-B783-0A6EE719B14E}" srcOrd="0" destOrd="0" presId="urn:microsoft.com/office/officeart/2005/8/layout/hList1"/>
    <dgm:cxn modelId="{0BC3EB79-E120-422D-8575-F214E05DF6DC}" srcId="{A6975050-1D5F-4E19-867B-8E24E2F126AA}" destId="{F96148D0-9836-4303-92AF-26F99C0446F5}" srcOrd="0" destOrd="0" parTransId="{7EA9AFBB-2C9D-4D01-8DD4-562C1650CDCA}" sibTransId="{AB74C162-3A8F-4D00-ABB1-BC74015FC609}"/>
    <dgm:cxn modelId="{06D6457A-4542-4C5C-BE9A-7AFC8B394D91}" srcId="{332EF1AE-5C69-4852-9C18-5B033DBEAF4C}" destId="{DF1570BC-E760-4F6A-9747-6B327CD35D3E}" srcOrd="1" destOrd="0" parTransId="{43E4CFC2-DA03-4CBD-B731-E24E22AD4981}" sibTransId="{15BFBFC1-E920-4A56-8232-261D16C5A344}"/>
    <dgm:cxn modelId="{973B2289-A465-6044-87CE-FA2350AABF23}" type="presOf" srcId="{F96148D0-9836-4303-92AF-26F99C0446F5}" destId="{6AC0C622-9D02-0D43-A2AD-21648968B78B}" srcOrd="0" destOrd="0" presId="urn:microsoft.com/office/officeart/2005/8/layout/hList1"/>
    <dgm:cxn modelId="{1B5E16A3-D6B5-AA4F-A60B-17F027EB5E7C}" type="presOf" srcId="{08EB73FF-9281-469A-B189-10293FF34A3B}" destId="{6FC44857-EF4E-7340-AB1D-760299B19B3C}" srcOrd="0" destOrd="0" presId="urn:microsoft.com/office/officeart/2005/8/layout/hList1"/>
    <dgm:cxn modelId="{605FD4C5-A108-4015-A622-35B94D6626BD}" srcId="{DF1570BC-E760-4F6A-9747-6B327CD35D3E}" destId="{AE13485B-BCB7-4735-AD9C-27D2AD2A386C}" srcOrd="1" destOrd="0" parTransId="{21A5856C-1436-4D4F-B8AF-5C66D2035E13}" sibTransId="{E3CF4425-784E-4631-965C-1FCF6BC0337E}"/>
    <dgm:cxn modelId="{C9C3C1D3-506B-4845-8444-F9C7182059B7}" srcId="{332EF1AE-5C69-4852-9C18-5B033DBEAF4C}" destId="{A6975050-1D5F-4E19-867B-8E24E2F126AA}" srcOrd="3" destOrd="0" parTransId="{5F7BDE08-0D5A-4224-A543-A00D2CE18D31}" sibTransId="{E8642241-0030-4866-898E-8B40DB9CFCE8}"/>
    <dgm:cxn modelId="{57F87AD6-08CA-C34F-A89B-468EB7AA162A}" type="presOf" srcId="{DE7EE13C-2044-46C5-8B4B-D28CA96C9AE1}" destId="{33498771-176D-D648-8E4C-B11B58046969}" srcOrd="0" destOrd="1" presId="urn:microsoft.com/office/officeart/2005/8/layout/hList1"/>
    <dgm:cxn modelId="{76481ADC-385E-8549-8D71-5393ABAA8461}" type="presOf" srcId="{332EF1AE-5C69-4852-9C18-5B033DBEAF4C}" destId="{01F6D526-999C-474F-AB68-25CA8C42BF60}" srcOrd="0" destOrd="0" presId="urn:microsoft.com/office/officeart/2005/8/layout/hList1"/>
    <dgm:cxn modelId="{EAEBD8E2-370A-4BBD-BD9B-15E74E2A0A22}" srcId="{08EB73FF-9281-469A-B189-10293FF34A3B}" destId="{B8792BA6-90A7-4099-A96C-898D9209CC44}" srcOrd="0" destOrd="0" parTransId="{50AE205A-BF76-4B02-8235-A6AF2F65434C}" sibTransId="{80462A9B-A2F7-4730-ACE1-7DBDE68F19E3}"/>
    <dgm:cxn modelId="{618D29E6-964C-4E53-B41B-36DA5C5728EE}" srcId="{A6975050-1D5F-4E19-867B-8E24E2F126AA}" destId="{55058426-6270-47FC-A1D9-1B3AC1D667E0}" srcOrd="1" destOrd="0" parTransId="{5C3D3AFB-A585-4456-808F-1F73AE8439C9}" sibTransId="{C9A9D803-4158-469E-9A1D-1DF58DDE78A5}"/>
    <dgm:cxn modelId="{EF70CDED-4F8F-8F48-8BAE-7A0B72F67C14}" type="presOf" srcId="{A72A81BF-85C6-45EB-95DF-A02713C39FD3}" destId="{644240A8-261D-FB42-A212-42ECF8A10E78}" srcOrd="0" destOrd="0" presId="urn:microsoft.com/office/officeart/2005/8/layout/hList1"/>
    <dgm:cxn modelId="{564417F4-CA00-4AB0-8388-90ED067D677E}" srcId="{DF1570BC-E760-4F6A-9747-6B327CD35D3E}" destId="{A72A81BF-85C6-45EB-95DF-A02713C39FD3}" srcOrd="0" destOrd="0" parTransId="{E24E1DA3-293D-4E00-97F6-DACA397CE7F9}" sibTransId="{A327EFF3-6EEE-46C1-A757-02CD0AF67FB2}"/>
    <dgm:cxn modelId="{F1CA05FB-6099-4375-80F9-9FA8834FDA7E}" srcId="{08EB73FF-9281-469A-B189-10293FF34A3B}" destId="{DE7EE13C-2044-46C5-8B4B-D28CA96C9AE1}" srcOrd="1" destOrd="0" parTransId="{0AA23266-D752-451A-A43C-BA0CA5B3D395}" sibTransId="{C15362C1-1751-430E-882A-607C8B2958E9}"/>
    <dgm:cxn modelId="{5E60C6FB-1749-0341-B348-90501AD4020B}" type="presOf" srcId="{B8792BA6-90A7-4099-A96C-898D9209CC44}" destId="{33498771-176D-D648-8E4C-B11B58046969}" srcOrd="0" destOrd="0" presId="urn:microsoft.com/office/officeart/2005/8/layout/hList1"/>
    <dgm:cxn modelId="{CB73E554-E60F-EA47-96DD-D0CBE1FD4548}" type="presParOf" srcId="{01F6D526-999C-474F-AB68-25CA8C42BF60}" destId="{9FE610CA-EF5F-354E-B8AD-27E76E26E262}" srcOrd="0" destOrd="0" presId="urn:microsoft.com/office/officeart/2005/8/layout/hList1"/>
    <dgm:cxn modelId="{42C5348C-4D7F-7841-85A0-95580844BD04}" type="presParOf" srcId="{9FE610CA-EF5F-354E-B8AD-27E76E26E262}" destId="{37658B03-09CB-8E40-A50E-92CF5EE5E98A}" srcOrd="0" destOrd="0" presId="urn:microsoft.com/office/officeart/2005/8/layout/hList1"/>
    <dgm:cxn modelId="{00F7571A-4E4C-E44D-878D-D37971AF6EC5}" type="presParOf" srcId="{9FE610CA-EF5F-354E-B8AD-27E76E26E262}" destId="{BFF827AD-CD76-7E46-B783-0A6EE719B14E}" srcOrd="1" destOrd="0" presId="urn:microsoft.com/office/officeart/2005/8/layout/hList1"/>
    <dgm:cxn modelId="{72BA6DE5-BBE0-5C4B-8589-436C387BC2D4}" type="presParOf" srcId="{01F6D526-999C-474F-AB68-25CA8C42BF60}" destId="{2BD082C6-34E3-5E45-BE31-7C478CFF3308}" srcOrd="1" destOrd="0" presId="urn:microsoft.com/office/officeart/2005/8/layout/hList1"/>
    <dgm:cxn modelId="{9AF8492A-1A65-8A43-A4B3-F4BD22B69A62}" type="presParOf" srcId="{01F6D526-999C-474F-AB68-25CA8C42BF60}" destId="{2D75704E-FA7F-BF4A-BE7D-0D17A5DB9314}" srcOrd="2" destOrd="0" presId="urn:microsoft.com/office/officeart/2005/8/layout/hList1"/>
    <dgm:cxn modelId="{A6BFB9ED-E047-3B43-967D-A9F9A8DD73A8}" type="presParOf" srcId="{2D75704E-FA7F-BF4A-BE7D-0D17A5DB9314}" destId="{C139C253-A64B-CC4C-80C5-37FBBDCF7398}" srcOrd="0" destOrd="0" presId="urn:microsoft.com/office/officeart/2005/8/layout/hList1"/>
    <dgm:cxn modelId="{BC2D7C45-5FBF-C44B-97CC-297277295AD5}" type="presParOf" srcId="{2D75704E-FA7F-BF4A-BE7D-0D17A5DB9314}" destId="{644240A8-261D-FB42-A212-42ECF8A10E78}" srcOrd="1" destOrd="0" presId="urn:microsoft.com/office/officeart/2005/8/layout/hList1"/>
    <dgm:cxn modelId="{5A1F24FF-6427-2947-BBB0-093111C3889E}" type="presParOf" srcId="{01F6D526-999C-474F-AB68-25CA8C42BF60}" destId="{7F222FFF-8EBF-A146-8EFE-ED7AF0514820}" srcOrd="3" destOrd="0" presId="urn:microsoft.com/office/officeart/2005/8/layout/hList1"/>
    <dgm:cxn modelId="{073F6951-8F74-3947-BE86-1A80A967EFB0}" type="presParOf" srcId="{01F6D526-999C-474F-AB68-25CA8C42BF60}" destId="{2957A898-83AB-0E45-B71F-5D9CFB79DDE3}" srcOrd="4" destOrd="0" presId="urn:microsoft.com/office/officeart/2005/8/layout/hList1"/>
    <dgm:cxn modelId="{665B0C35-5B7B-1A4E-AE38-78469509B72E}" type="presParOf" srcId="{2957A898-83AB-0E45-B71F-5D9CFB79DDE3}" destId="{6FC44857-EF4E-7340-AB1D-760299B19B3C}" srcOrd="0" destOrd="0" presId="urn:microsoft.com/office/officeart/2005/8/layout/hList1"/>
    <dgm:cxn modelId="{A84367FF-42C4-314A-A81E-F2910539E258}" type="presParOf" srcId="{2957A898-83AB-0E45-B71F-5D9CFB79DDE3}" destId="{33498771-176D-D648-8E4C-B11B58046969}" srcOrd="1" destOrd="0" presId="urn:microsoft.com/office/officeart/2005/8/layout/hList1"/>
    <dgm:cxn modelId="{D5B086C4-6D97-534D-B10C-CA71E1CE499F}" type="presParOf" srcId="{01F6D526-999C-474F-AB68-25CA8C42BF60}" destId="{E2EACA53-347C-A441-AD51-E4DAF36C44B1}" srcOrd="5" destOrd="0" presId="urn:microsoft.com/office/officeart/2005/8/layout/hList1"/>
    <dgm:cxn modelId="{DEC33F68-867A-5D47-B20B-5A2C332A02C0}" type="presParOf" srcId="{01F6D526-999C-474F-AB68-25CA8C42BF60}" destId="{D32616DD-6F36-AD43-B888-572BE8FFB9FF}" srcOrd="6" destOrd="0" presId="urn:microsoft.com/office/officeart/2005/8/layout/hList1"/>
    <dgm:cxn modelId="{EB93EB33-5757-1F48-B9DF-6AFDAB050753}" type="presParOf" srcId="{D32616DD-6F36-AD43-B888-572BE8FFB9FF}" destId="{D08934C9-E9DD-D142-B0B3-1376BDAE9B86}" srcOrd="0" destOrd="0" presId="urn:microsoft.com/office/officeart/2005/8/layout/hList1"/>
    <dgm:cxn modelId="{E7F3144D-64A5-C340-8038-50C6723AB867}" type="presParOf" srcId="{D32616DD-6F36-AD43-B888-572BE8FFB9FF}" destId="{6AC0C622-9D02-0D43-A2AD-21648968B78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DFE3826-8134-4FE4-AB8E-54B3649D4C9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D3D8B65B-47AE-4153-9C8B-BEFA78F0FF64}">
      <dgm:prSet custT="1"/>
      <dgm:spPr/>
      <dgm:t>
        <a:bodyPr/>
        <a:lstStyle/>
        <a:p>
          <a:r>
            <a:rPr lang="en-US" sz="1500" b="0" dirty="0"/>
            <a:t>Power Essentials</a:t>
          </a:r>
        </a:p>
      </dgm:t>
    </dgm:pt>
    <dgm:pt modelId="{E411A9C7-4727-4440-BBA7-575C01CDFDAF}" type="parTrans" cxnId="{6FB95D0B-68E3-4338-A8FF-093C7A2737EC}">
      <dgm:prSet/>
      <dgm:spPr/>
      <dgm:t>
        <a:bodyPr/>
        <a:lstStyle/>
        <a:p>
          <a:endParaRPr lang="en-US" sz="1500"/>
        </a:p>
      </dgm:t>
    </dgm:pt>
    <dgm:pt modelId="{84CD4232-F1C9-4860-814C-D09B50EE283A}" type="sibTrans" cxnId="{6FB95D0B-68E3-4338-A8FF-093C7A2737EC}">
      <dgm:prSet/>
      <dgm:spPr/>
      <dgm:t>
        <a:bodyPr/>
        <a:lstStyle/>
        <a:p>
          <a:endParaRPr lang="en-US" sz="1500"/>
        </a:p>
      </dgm:t>
    </dgm:pt>
    <dgm:pt modelId="{2B6F93D7-6B26-4B54-B785-C968CF8186E6}">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Essential stable power for network appliances</a:t>
          </a:r>
        </a:p>
      </dgm:t>
    </dgm:pt>
    <dgm:pt modelId="{521B66FA-1D99-48B0-9C07-DF97B296322C}" type="parTrans" cxnId="{1EA7CC4D-9791-4BF9-BB48-FA83EE17E2D2}">
      <dgm:prSet/>
      <dgm:spPr/>
      <dgm:t>
        <a:bodyPr/>
        <a:lstStyle/>
        <a:p>
          <a:endParaRPr lang="en-US" sz="1500"/>
        </a:p>
      </dgm:t>
    </dgm:pt>
    <dgm:pt modelId="{62B81761-21B9-451C-978F-7C0D2AA994E1}" type="sibTrans" cxnId="{1EA7CC4D-9791-4BF9-BB48-FA83EE17E2D2}">
      <dgm:prSet/>
      <dgm:spPr/>
      <dgm:t>
        <a:bodyPr/>
        <a:lstStyle/>
        <a:p>
          <a:endParaRPr lang="en-US" sz="1500"/>
        </a:p>
      </dgm:t>
    </dgm:pt>
    <dgm:pt modelId="{464DE2F8-3D50-47E8-9B45-F18EFA20D600}">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Protection against voltage spikes, surges, and failures</a:t>
          </a:r>
        </a:p>
      </dgm:t>
    </dgm:pt>
    <dgm:pt modelId="{00A07AEF-89BD-4D3F-AA36-E6A16A0FDC43}" type="parTrans" cxnId="{0BD74268-24B6-4750-86FF-D8EDCFA1E771}">
      <dgm:prSet/>
      <dgm:spPr/>
      <dgm:t>
        <a:bodyPr/>
        <a:lstStyle/>
        <a:p>
          <a:endParaRPr lang="en-US" sz="1500"/>
        </a:p>
      </dgm:t>
    </dgm:pt>
    <dgm:pt modelId="{2AA8FF42-F611-47B8-9087-D10A242FC0FD}" type="sibTrans" cxnId="{0BD74268-24B6-4750-86FF-D8EDCFA1E771}">
      <dgm:prSet/>
      <dgm:spPr/>
      <dgm:t>
        <a:bodyPr/>
        <a:lstStyle/>
        <a:p>
          <a:endParaRPr lang="en-US" sz="1500"/>
        </a:p>
      </dgm:t>
    </dgm:pt>
    <dgm:pt modelId="{AAB29E5A-848E-4A00-A982-7A113D18C66E}">
      <dgm:prSet custT="1"/>
      <dgm:spPr/>
      <dgm:t>
        <a:bodyPr/>
        <a:lstStyle/>
        <a:p>
          <a:r>
            <a:rPr lang="en-US" sz="1500" b="0" dirty="0"/>
            <a:t>Load and Voltage</a:t>
          </a:r>
        </a:p>
      </dgm:t>
    </dgm:pt>
    <dgm:pt modelId="{E1C30A56-0534-4DFC-8E91-319E998F441F}" type="parTrans" cxnId="{AC01F48E-24BE-4FDF-B3E7-0F3228234459}">
      <dgm:prSet/>
      <dgm:spPr/>
      <dgm:t>
        <a:bodyPr/>
        <a:lstStyle/>
        <a:p>
          <a:endParaRPr lang="en-US" sz="1500"/>
        </a:p>
      </dgm:t>
    </dgm:pt>
    <dgm:pt modelId="{7D34CA33-2EDF-4F22-A51B-96E16A25DA9C}" type="sibTrans" cxnId="{AC01F48E-24BE-4FDF-B3E7-0F3228234459}">
      <dgm:prSet/>
      <dgm:spPr/>
      <dgm:t>
        <a:bodyPr/>
        <a:lstStyle/>
        <a:p>
          <a:endParaRPr lang="en-US" sz="1500"/>
        </a:p>
      </dgm:t>
    </dgm:pt>
    <dgm:pt modelId="{D696E02E-1225-4FFE-892B-4FF0486AFAE6}">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AC circuits aligned with equipment load</a:t>
          </a:r>
        </a:p>
      </dgm:t>
    </dgm:pt>
    <dgm:pt modelId="{71D3CC80-B838-4571-977B-194D58DBDCCB}" type="parTrans" cxnId="{4D2FF449-3381-4660-A030-A015CE676C98}">
      <dgm:prSet/>
      <dgm:spPr/>
      <dgm:t>
        <a:bodyPr/>
        <a:lstStyle/>
        <a:p>
          <a:endParaRPr lang="en-US" sz="1500"/>
        </a:p>
      </dgm:t>
    </dgm:pt>
    <dgm:pt modelId="{D25E0902-9906-426F-B1E3-58931BF51930}" type="sibTrans" cxnId="{4D2FF449-3381-4660-A030-A015CE676C98}">
      <dgm:prSet/>
      <dgm:spPr/>
      <dgm:t>
        <a:bodyPr/>
        <a:lstStyle/>
        <a:p>
          <a:endParaRPr lang="en-US" sz="1500"/>
        </a:p>
      </dgm:t>
    </dgm:pt>
    <dgm:pt modelId="{F146CDF7-5233-4BDC-B1B6-BDDE8F651441}">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High-voltage circuits in datacenters</a:t>
          </a:r>
        </a:p>
      </dgm:t>
    </dgm:pt>
    <dgm:pt modelId="{B1155D95-BCA1-4622-991A-3CEBC00A699A}" type="parTrans" cxnId="{B8AC15CD-6DD1-4EFD-B55D-044E8EC8D81C}">
      <dgm:prSet/>
      <dgm:spPr/>
      <dgm:t>
        <a:bodyPr/>
        <a:lstStyle/>
        <a:p>
          <a:endParaRPr lang="en-US" sz="1500"/>
        </a:p>
      </dgm:t>
    </dgm:pt>
    <dgm:pt modelId="{B1611388-A74D-4790-8181-CAE40C498880}" type="sibTrans" cxnId="{B8AC15CD-6DD1-4EFD-B55D-044E8EC8D81C}">
      <dgm:prSet/>
      <dgm:spPr/>
      <dgm:t>
        <a:bodyPr/>
        <a:lstStyle/>
        <a:p>
          <a:endParaRPr lang="en-US" sz="1500"/>
        </a:p>
      </dgm:t>
    </dgm:pt>
    <dgm:pt modelId="{BB1A49FF-F0AB-4595-971D-BC1259F30CE0}">
      <dgm:prSet custT="1"/>
      <dgm:spPr/>
      <dgm:t>
        <a:bodyPr/>
        <a:lstStyle/>
        <a:p>
          <a:r>
            <a:rPr lang="en-US" sz="1500" b="0" dirty="0"/>
            <a:t>PDUs</a:t>
          </a:r>
        </a:p>
      </dgm:t>
    </dgm:pt>
    <dgm:pt modelId="{1987FBCB-D92F-45F5-AFCD-C72CDCB5A558}" type="parTrans" cxnId="{EF27274B-4BBF-4955-A763-0FA8B6845126}">
      <dgm:prSet/>
      <dgm:spPr/>
      <dgm:t>
        <a:bodyPr/>
        <a:lstStyle/>
        <a:p>
          <a:endParaRPr lang="en-US" sz="1500"/>
        </a:p>
      </dgm:t>
    </dgm:pt>
    <dgm:pt modelId="{A942AC6A-5313-49AD-B5E8-DE3F23D6BACF}" type="sibTrans" cxnId="{EF27274B-4BBF-4955-A763-0FA8B6845126}">
      <dgm:prSet/>
      <dgm:spPr/>
      <dgm:t>
        <a:bodyPr/>
        <a:lstStyle/>
        <a:p>
          <a:endParaRPr lang="en-US" sz="1500"/>
        </a:p>
      </dgm:t>
    </dgm:pt>
    <dgm:pt modelId="{8C3EE9AF-11D3-4CC5-9608-9CCEA640AB5F}">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Ensure clean power signals</a:t>
          </a:r>
        </a:p>
      </dgm:t>
    </dgm:pt>
    <dgm:pt modelId="{AF1B6DE6-B341-47E5-830B-65F2F4B36223}" type="parTrans" cxnId="{49C4AC15-E44F-474A-B163-622EC5D27171}">
      <dgm:prSet/>
      <dgm:spPr/>
      <dgm:t>
        <a:bodyPr/>
        <a:lstStyle/>
        <a:p>
          <a:endParaRPr lang="en-US" sz="1500"/>
        </a:p>
      </dgm:t>
    </dgm:pt>
    <dgm:pt modelId="{83A6A278-065C-4B9F-9AA1-2EEFEE494813}" type="sibTrans" cxnId="{49C4AC15-E44F-474A-B163-622EC5D27171}">
      <dgm:prSet/>
      <dgm:spPr/>
      <dgm:t>
        <a:bodyPr/>
        <a:lstStyle/>
        <a:p>
          <a:endParaRPr lang="en-US" sz="1500"/>
        </a:p>
      </dgm:t>
    </dgm:pt>
    <dgm:pt modelId="{001E81E6-9D0F-4CC9-96A6-3849EC250F0B}">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Offer remote monitoring/ control</a:t>
          </a:r>
        </a:p>
      </dgm:t>
    </dgm:pt>
    <dgm:pt modelId="{05078B00-8D3D-4066-BBAD-3C198E5F6E92}" type="parTrans" cxnId="{412092A1-C9CA-4CB1-8AA1-00F88321A2B4}">
      <dgm:prSet/>
      <dgm:spPr/>
      <dgm:t>
        <a:bodyPr/>
        <a:lstStyle/>
        <a:p>
          <a:endParaRPr lang="en-US" sz="1500"/>
        </a:p>
      </dgm:t>
    </dgm:pt>
    <dgm:pt modelId="{40C914B1-4E6F-4141-B291-8CA2AC8949B5}" type="sibTrans" cxnId="{412092A1-C9CA-4CB1-8AA1-00F88321A2B4}">
      <dgm:prSet/>
      <dgm:spPr/>
      <dgm:t>
        <a:bodyPr/>
        <a:lstStyle/>
        <a:p>
          <a:endParaRPr lang="en-US" sz="1500"/>
        </a:p>
      </dgm:t>
    </dgm:pt>
    <dgm:pt modelId="{343154F1-8DFB-414B-84CB-1E2AE06D2263}">
      <dgm:prSet custT="1"/>
      <dgm:spPr/>
      <dgm:t>
        <a:bodyPr/>
        <a:lstStyle/>
        <a:p>
          <a:r>
            <a:rPr lang="en-US" sz="1500" b="0" dirty="0"/>
            <a:t>Battery Backups</a:t>
          </a:r>
        </a:p>
      </dgm:t>
    </dgm:pt>
    <dgm:pt modelId="{202E1F9A-9903-4671-915E-ABB936EBE707}" type="parTrans" cxnId="{B304BBA3-8AF5-480B-8ABA-2DD867946C54}">
      <dgm:prSet/>
      <dgm:spPr/>
      <dgm:t>
        <a:bodyPr/>
        <a:lstStyle/>
        <a:p>
          <a:endParaRPr lang="en-US" sz="1500"/>
        </a:p>
      </dgm:t>
    </dgm:pt>
    <dgm:pt modelId="{B71AE26A-8070-4738-A90C-882551B4549A}" type="sibTrans" cxnId="{B304BBA3-8AF5-480B-8ABA-2DD867946C54}">
      <dgm:prSet/>
      <dgm:spPr/>
      <dgm:t>
        <a:bodyPr/>
        <a:lstStyle/>
        <a:p>
          <a:endParaRPr lang="en-US" sz="1500"/>
        </a:p>
      </dgm:t>
    </dgm:pt>
    <dgm:pt modelId="{D9C81909-E1DE-4828-B5FB-00A124CFE3FF}">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Component-level storage device protection</a:t>
          </a:r>
        </a:p>
      </dgm:t>
    </dgm:pt>
    <dgm:pt modelId="{AFB3D896-E71C-43D8-863A-F301F6804A72}" type="parTrans" cxnId="{EB254936-5856-402C-88C5-B7959FBDA267}">
      <dgm:prSet/>
      <dgm:spPr/>
      <dgm:t>
        <a:bodyPr/>
        <a:lstStyle/>
        <a:p>
          <a:endParaRPr lang="en-US" sz="1500"/>
        </a:p>
      </dgm:t>
    </dgm:pt>
    <dgm:pt modelId="{5A0B9DAA-CA35-4771-861A-4A1FC684E8BB}" type="sibTrans" cxnId="{EB254936-5856-402C-88C5-B7959FBDA267}">
      <dgm:prSet/>
      <dgm:spPr/>
      <dgm:t>
        <a:bodyPr/>
        <a:lstStyle/>
        <a:p>
          <a:endParaRPr lang="en-US" sz="1500"/>
        </a:p>
      </dgm:t>
    </dgm:pt>
    <dgm:pt modelId="{8D40C319-9A6C-4353-9F31-184CAD34ECE7}">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UPS for system-level power continuity</a:t>
          </a:r>
        </a:p>
      </dgm:t>
    </dgm:pt>
    <dgm:pt modelId="{A04E4476-5FF4-4925-829A-49FED9CDC616}" type="parTrans" cxnId="{D797FA6E-950E-45AE-B224-02F15947B64A}">
      <dgm:prSet/>
      <dgm:spPr/>
      <dgm:t>
        <a:bodyPr/>
        <a:lstStyle/>
        <a:p>
          <a:endParaRPr lang="en-US" sz="1500"/>
        </a:p>
      </dgm:t>
    </dgm:pt>
    <dgm:pt modelId="{713C2670-58BF-4BF8-A087-692ACFEA0FB1}" type="sibTrans" cxnId="{D797FA6E-950E-45AE-B224-02F15947B64A}">
      <dgm:prSet/>
      <dgm:spPr/>
      <dgm:t>
        <a:bodyPr/>
        <a:lstStyle/>
        <a:p>
          <a:endParaRPr lang="en-US" sz="1500"/>
        </a:p>
      </dgm:t>
    </dgm:pt>
    <dgm:pt modelId="{D5D61FE4-99E9-4B8D-BCCB-5CB11605ECF7}">
      <dgm:prSe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UPS runtime dependent on load/model</a:t>
          </a:r>
        </a:p>
      </dgm:t>
    </dgm:pt>
    <dgm:pt modelId="{C989910E-08B5-4921-854D-31511BB7AD5C}" type="parTrans" cxnId="{9A361357-C06A-4EA6-9C45-DDD254D89F77}">
      <dgm:prSet/>
      <dgm:spPr/>
      <dgm:t>
        <a:bodyPr/>
        <a:lstStyle/>
        <a:p>
          <a:endParaRPr lang="en-US" sz="1500"/>
        </a:p>
      </dgm:t>
    </dgm:pt>
    <dgm:pt modelId="{3AE1BE9A-9DE3-472A-ADD5-048D0C0152FB}" type="sibTrans" cxnId="{9A361357-C06A-4EA6-9C45-DDD254D89F77}">
      <dgm:prSet/>
      <dgm:spPr/>
      <dgm:t>
        <a:bodyPr/>
        <a:lstStyle/>
        <a:p>
          <a:endParaRPr lang="en-US" sz="1500"/>
        </a:p>
      </dgm:t>
    </dgm:pt>
    <dgm:pt modelId="{05371D0F-B168-1C48-967E-F540C20062CF}" type="pres">
      <dgm:prSet presAssocID="{1DFE3826-8134-4FE4-AB8E-54B3649D4C94}" presName="Name0" presStyleCnt="0">
        <dgm:presLayoutVars>
          <dgm:dir/>
          <dgm:animLvl val="lvl"/>
          <dgm:resizeHandles val="exact"/>
        </dgm:presLayoutVars>
      </dgm:prSet>
      <dgm:spPr/>
    </dgm:pt>
    <dgm:pt modelId="{6E28F6CA-6AC8-2C44-84EB-170A9D6ABA51}" type="pres">
      <dgm:prSet presAssocID="{D3D8B65B-47AE-4153-9C8B-BEFA78F0FF64}" presName="composite" presStyleCnt="0"/>
      <dgm:spPr/>
    </dgm:pt>
    <dgm:pt modelId="{49948903-CBE4-E24D-9BD7-0790AD7CA813}" type="pres">
      <dgm:prSet presAssocID="{D3D8B65B-47AE-4153-9C8B-BEFA78F0FF64}" presName="parTx" presStyleLbl="alignNode1" presStyleIdx="0" presStyleCnt="4">
        <dgm:presLayoutVars>
          <dgm:chMax val="0"/>
          <dgm:chPref val="0"/>
          <dgm:bulletEnabled val="1"/>
        </dgm:presLayoutVars>
      </dgm:prSet>
      <dgm:spPr/>
    </dgm:pt>
    <dgm:pt modelId="{B2AF096B-797B-B045-AA34-001363BEED48}" type="pres">
      <dgm:prSet presAssocID="{D3D8B65B-47AE-4153-9C8B-BEFA78F0FF64}" presName="desTx" presStyleLbl="alignAccFollowNode1" presStyleIdx="0" presStyleCnt="4">
        <dgm:presLayoutVars>
          <dgm:bulletEnabled val="1"/>
        </dgm:presLayoutVars>
      </dgm:prSet>
      <dgm:spPr/>
    </dgm:pt>
    <dgm:pt modelId="{EAD39B26-9AD2-C14B-A1E9-C80AFA1CFDB7}" type="pres">
      <dgm:prSet presAssocID="{84CD4232-F1C9-4860-814C-D09B50EE283A}" presName="space" presStyleCnt="0"/>
      <dgm:spPr/>
    </dgm:pt>
    <dgm:pt modelId="{5036CEE9-A254-EC44-A1E0-BE326E95D879}" type="pres">
      <dgm:prSet presAssocID="{AAB29E5A-848E-4A00-A982-7A113D18C66E}" presName="composite" presStyleCnt="0"/>
      <dgm:spPr/>
    </dgm:pt>
    <dgm:pt modelId="{4F0DEB0C-F10B-FD42-9057-D1C9FFA0255A}" type="pres">
      <dgm:prSet presAssocID="{AAB29E5A-848E-4A00-A982-7A113D18C66E}" presName="parTx" presStyleLbl="alignNode1" presStyleIdx="1" presStyleCnt="4">
        <dgm:presLayoutVars>
          <dgm:chMax val="0"/>
          <dgm:chPref val="0"/>
          <dgm:bulletEnabled val="1"/>
        </dgm:presLayoutVars>
      </dgm:prSet>
      <dgm:spPr/>
    </dgm:pt>
    <dgm:pt modelId="{7ACFCAFD-4ADE-804B-8092-7060B904319E}" type="pres">
      <dgm:prSet presAssocID="{AAB29E5A-848E-4A00-A982-7A113D18C66E}" presName="desTx" presStyleLbl="alignAccFollowNode1" presStyleIdx="1" presStyleCnt="4">
        <dgm:presLayoutVars>
          <dgm:bulletEnabled val="1"/>
        </dgm:presLayoutVars>
      </dgm:prSet>
      <dgm:spPr/>
    </dgm:pt>
    <dgm:pt modelId="{C355F425-5722-8C46-B41E-51F7ACED68E0}" type="pres">
      <dgm:prSet presAssocID="{7D34CA33-2EDF-4F22-A51B-96E16A25DA9C}" presName="space" presStyleCnt="0"/>
      <dgm:spPr/>
    </dgm:pt>
    <dgm:pt modelId="{6CD06632-59B9-FF42-B01D-22C6D25B747A}" type="pres">
      <dgm:prSet presAssocID="{BB1A49FF-F0AB-4595-971D-BC1259F30CE0}" presName="composite" presStyleCnt="0"/>
      <dgm:spPr/>
    </dgm:pt>
    <dgm:pt modelId="{4A3EAF89-7934-CA46-BCD8-929493540A4A}" type="pres">
      <dgm:prSet presAssocID="{BB1A49FF-F0AB-4595-971D-BC1259F30CE0}" presName="parTx" presStyleLbl="alignNode1" presStyleIdx="2" presStyleCnt="4">
        <dgm:presLayoutVars>
          <dgm:chMax val="0"/>
          <dgm:chPref val="0"/>
          <dgm:bulletEnabled val="1"/>
        </dgm:presLayoutVars>
      </dgm:prSet>
      <dgm:spPr/>
    </dgm:pt>
    <dgm:pt modelId="{0B3C31DB-557D-104E-A2FA-325D8C4F3572}" type="pres">
      <dgm:prSet presAssocID="{BB1A49FF-F0AB-4595-971D-BC1259F30CE0}" presName="desTx" presStyleLbl="alignAccFollowNode1" presStyleIdx="2" presStyleCnt="4">
        <dgm:presLayoutVars>
          <dgm:bulletEnabled val="1"/>
        </dgm:presLayoutVars>
      </dgm:prSet>
      <dgm:spPr/>
    </dgm:pt>
    <dgm:pt modelId="{F73E0232-45B0-8442-A80A-ADF86B47D2C7}" type="pres">
      <dgm:prSet presAssocID="{A942AC6A-5313-49AD-B5E8-DE3F23D6BACF}" presName="space" presStyleCnt="0"/>
      <dgm:spPr/>
    </dgm:pt>
    <dgm:pt modelId="{B62165CD-C595-4D4D-B10A-87EBEAAC71AD}" type="pres">
      <dgm:prSet presAssocID="{343154F1-8DFB-414B-84CB-1E2AE06D2263}" presName="composite" presStyleCnt="0"/>
      <dgm:spPr/>
    </dgm:pt>
    <dgm:pt modelId="{527AB4F8-215B-F345-A3EF-D5D0954A930B}" type="pres">
      <dgm:prSet presAssocID="{343154F1-8DFB-414B-84CB-1E2AE06D2263}" presName="parTx" presStyleLbl="alignNode1" presStyleIdx="3" presStyleCnt="4">
        <dgm:presLayoutVars>
          <dgm:chMax val="0"/>
          <dgm:chPref val="0"/>
          <dgm:bulletEnabled val="1"/>
        </dgm:presLayoutVars>
      </dgm:prSet>
      <dgm:spPr/>
    </dgm:pt>
    <dgm:pt modelId="{CFE1CD7C-5F41-C24B-BCDF-99C07AB2B26E}" type="pres">
      <dgm:prSet presAssocID="{343154F1-8DFB-414B-84CB-1E2AE06D2263}" presName="desTx" presStyleLbl="alignAccFollowNode1" presStyleIdx="3" presStyleCnt="4">
        <dgm:presLayoutVars>
          <dgm:bulletEnabled val="1"/>
        </dgm:presLayoutVars>
      </dgm:prSet>
      <dgm:spPr/>
    </dgm:pt>
  </dgm:ptLst>
  <dgm:cxnLst>
    <dgm:cxn modelId="{6BCE2307-0343-1048-8F9B-3D65B1AF13FE}" type="presOf" srcId="{8D40C319-9A6C-4353-9F31-184CAD34ECE7}" destId="{CFE1CD7C-5F41-C24B-BCDF-99C07AB2B26E}" srcOrd="0" destOrd="1" presId="urn:microsoft.com/office/officeart/2005/8/layout/hList1"/>
    <dgm:cxn modelId="{6FB95D0B-68E3-4338-A8FF-093C7A2737EC}" srcId="{1DFE3826-8134-4FE4-AB8E-54B3649D4C94}" destId="{D3D8B65B-47AE-4153-9C8B-BEFA78F0FF64}" srcOrd="0" destOrd="0" parTransId="{E411A9C7-4727-4440-BBA7-575C01CDFDAF}" sibTransId="{84CD4232-F1C9-4860-814C-D09B50EE283A}"/>
    <dgm:cxn modelId="{1425AB10-5753-9649-914B-A39895D32AF5}" type="presOf" srcId="{1DFE3826-8134-4FE4-AB8E-54B3649D4C94}" destId="{05371D0F-B168-1C48-967E-F540C20062CF}" srcOrd="0" destOrd="0" presId="urn:microsoft.com/office/officeart/2005/8/layout/hList1"/>
    <dgm:cxn modelId="{A88B0512-5827-844F-9E57-907D9961D1D6}" type="presOf" srcId="{D3D8B65B-47AE-4153-9C8B-BEFA78F0FF64}" destId="{49948903-CBE4-E24D-9BD7-0790AD7CA813}" srcOrd="0" destOrd="0" presId="urn:microsoft.com/office/officeart/2005/8/layout/hList1"/>
    <dgm:cxn modelId="{49C4AC15-E44F-474A-B163-622EC5D27171}" srcId="{BB1A49FF-F0AB-4595-971D-BC1259F30CE0}" destId="{8C3EE9AF-11D3-4CC5-9608-9CCEA640AB5F}" srcOrd="0" destOrd="0" parTransId="{AF1B6DE6-B341-47E5-830B-65F2F4B36223}" sibTransId="{83A6A278-065C-4B9F-9AA1-2EEFEE494813}"/>
    <dgm:cxn modelId="{3E14842C-2AA2-354D-BF89-3F3344C5D8E0}" type="presOf" srcId="{464DE2F8-3D50-47E8-9B45-F18EFA20D600}" destId="{B2AF096B-797B-B045-AA34-001363BEED48}" srcOrd="0" destOrd="1" presId="urn:microsoft.com/office/officeart/2005/8/layout/hList1"/>
    <dgm:cxn modelId="{EB254936-5856-402C-88C5-B7959FBDA267}" srcId="{343154F1-8DFB-414B-84CB-1E2AE06D2263}" destId="{D9C81909-E1DE-4828-B5FB-00A124CFE3FF}" srcOrd="0" destOrd="0" parTransId="{AFB3D896-E71C-43D8-863A-F301F6804A72}" sibTransId="{5A0B9DAA-CA35-4771-861A-4A1FC684E8BB}"/>
    <dgm:cxn modelId="{0F09A544-DF81-E643-B821-57930E73F910}" type="presOf" srcId="{F146CDF7-5233-4BDC-B1B6-BDDE8F651441}" destId="{7ACFCAFD-4ADE-804B-8092-7060B904319E}" srcOrd="0" destOrd="1" presId="urn:microsoft.com/office/officeart/2005/8/layout/hList1"/>
    <dgm:cxn modelId="{0BD74268-24B6-4750-86FF-D8EDCFA1E771}" srcId="{D3D8B65B-47AE-4153-9C8B-BEFA78F0FF64}" destId="{464DE2F8-3D50-47E8-9B45-F18EFA20D600}" srcOrd="1" destOrd="0" parTransId="{00A07AEF-89BD-4D3F-AA36-E6A16A0FDC43}" sibTransId="{2AA8FF42-F611-47B8-9087-D10A242FC0FD}"/>
    <dgm:cxn modelId="{3E556868-8AB6-644B-9184-9C59171FB5E4}" type="presOf" srcId="{D5D61FE4-99E9-4B8D-BCCB-5CB11605ECF7}" destId="{CFE1CD7C-5F41-C24B-BCDF-99C07AB2B26E}" srcOrd="0" destOrd="2" presId="urn:microsoft.com/office/officeart/2005/8/layout/hList1"/>
    <dgm:cxn modelId="{4D2FF449-3381-4660-A030-A015CE676C98}" srcId="{AAB29E5A-848E-4A00-A982-7A113D18C66E}" destId="{D696E02E-1225-4FFE-892B-4FF0486AFAE6}" srcOrd="0" destOrd="0" parTransId="{71D3CC80-B838-4571-977B-194D58DBDCCB}" sibTransId="{D25E0902-9906-426F-B1E3-58931BF51930}"/>
    <dgm:cxn modelId="{EF27274B-4BBF-4955-A763-0FA8B6845126}" srcId="{1DFE3826-8134-4FE4-AB8E-54B3649D4C94}" destId="{BB1A49FF-F0AB-4595-971D-BC1259F30CE0}" srcOrd="2" destOrd="0" parTransId="{1987FBCB-D92F-45F5-AFCD-C72CDCB5A558}" sibTransId="{A942AC6A-5313-49AD-B5E8-DE3F23D6BACF}"/>
    <dgm:cxn modelId="{1EA7CC4D-9791-4BF9-BB48-FA83EE17E2D2}" srcId="{D3D8B65B-47AE-4153-9C8B-BEFA78F0FF64}" destId="{2B6F93D7-6B26-4B54-B785-C968CF8186E6}" srcOrd="0" destOrd="0" parTransId="{521B66FA-1D99-48B0-9C07-DF97B296322C}" sibTransId="{62B81761-21B9-451C-978F-7C0D2AA994E1}"/>
    <dgm:cxn modelId="{D797FA6E-950E-45AE-B224-02F15947B64A}" srcId="{343154F1-8DFB-414B-84CB-1E2AE06D2263}" destId="{8D40C319-9A6C-4353-9F31-184CAD34ECE7}" srcOrd="1" destOrd="0" parTransId="{A04E4476-5FF4-4925-829A-49FED9CDC616}" sibTransId="{713C2670-58BF-4BF8-A087-692ACFEA0FB1}"/>
    <dgm:cxn modelId="{9A361357-C06A-4EA6-9C45-DDD254D89F77}" srcId="{343154F1-8DFB-414B-84CB-1E2AE06D2263}" destId="{D5D61FE4-99E9-4B8D-BCCB-5CB11605ECF7}" srcOrd="2" destOrd="0" parTransId="{C989910E-08B5-4921-854D-31511BB7AD5C}" sibTransId="{3AE1BE9A-9DE3-472A-ADD5-048D0C0152FB}"/>
    <dgm:cxn modelId="{79E4D457-FF53-324E-A8CB-087251F9DA52}" type="presOf" srcId="{D696E02E-1225-4FFE-892B-4FF0486AFAE6}" destId="{7ACFCAFD-4ADE-804B-8092-7060B904319E}" srcOrd="0" destOrd="0" presId="urn:microsoft.com/office/officeart/2005/8/layout/hList1"/>
    <dgm:cxn modelId="{9374017A-530C-7842-82DF-22355B5952CD}" type="presOf" srcId="{AAB29E5A-848E-4A00-A982-7A113D18C66E}" destId="{4F0DEB0C-F10B-FD42-9057-D1C9FFA0255A}" srcOrd="0" destOrd="0" presId="urn:microsoft.com/office/officeart/2005/8/layout/hList1"/>
    <dgm:cxn modelId="{26723C88-18F0-7542-8B5D-F7ACAF329230}" type="presOf" srcId="{8C3EE9AF-11D3-4CC5-9608-9CCEA640AB5F}" destId="{0B3C31DB-557D-104E-A2FA-325D8C4F3572}" srcOrd="0" destOrd="0" presId="urn:microsoft.com/office/officeart/2005/8/layout/hList1"/>
    <dgm:cxn modelId="{2BBE8189-F9A7-7747-A5CD-5F5492ECAB52}" type="presOf" srcId="{343154F1-8DFB-414B-84CB-1E2AE06D2263}" destId="{527AB4F8-215B-F345-A3EF-D5D0954A930B}" srcOrd="0" destOrd="0" presId="urn:microsoft.com/office/officeart/2005/8/layout/hList1"/>
    <dgm:cxn modelId="{72B7818A-6214-CB4A-9DFA-62E98A3BDF0C}" type="presOf" srcId="{BB1A49FF-F0AB-4595-971D-BC1259F30CE0}" destId="{4A3EAF89-7934-CA46-BCD8-929493540A4A}" srcOrd="0" destOrd="0" presId="urn:microsoft.com/office/officeart/2005/8/layout/hList1"/>
    <dgm:cxn modelId="{AC01F48E-24BE-4FDF-B3E7-0F3228234459}" srcId="{1DFE3826-8134-4FE4-AB8E-54B3649D4C94}" destId="{AAB29E5A-848E-4A00-A982-7A113D18C66E}" srcOrd="1" destOrd="0" parTransId="{E1C30A56-0534-4DFC-8E91-319E998F441F}" sibTransId="{7D34CA33-2EDF-4F22-A51B-96E16A25DA9C}"/>
    <dgm:cxn modelId="{412092A1-C9CA-4CB1-8AA1-00F88321A2B4}" srcId="{BB1A49FF-F0AB-4595-971D-BC1259F30CE0}" destId="{001E81E6-9D0F-4CC9-96A6-3849EC250F0B}" srcOrd="1" destOrd="0" parTransId="{05078B00-8D3D-4066-BBAD-3C198E5F6E92}" sibTransId="{40C914B1-4E6F-4141-B291-8CA2AC8949B5}"/>
    <dgm:cxn modelId="{B304BBA3-8AF5-480B-8ABA-2DD867946C54}" srcId="{1DFE3826-8134-4FE4-AB8E-54B3649D4C94}" destId="{343154F1-8DFB-414B-84CB-1E2AE06D2263}" srcOrd="3" destOrd="0" parTransId="{202E1F9A-9903-4671-915E-ABB936EBE707}" sibTransId="{B71AE26A-8070-4738-A90C-882551B4549A}"/>
    <dgm:cxn modelId="{0A67A8AB-4B31-594F-AF49-75D684B166D3}" type="presOf" srcId="{001E81E6-9D0F-4CC9-96A6-3849EC250F0B}" destId="{0B3C31DB-557D-104E-A2FA-325D8C4F3572}" srcOrd="0" destOrd="1" presId="urn:microsoft.com/office/officeart/2005/8/layout/hList1"/>
    <dgm:cxn modelId="{148189B7-BCC5-6942-83A3-D544F72C5E53}" type="presOf" srcId="{2B6F93D7-6B26-4B54-B785-C968CF8186E6}" destId="{B2AF096B-797B-B045-AA34-001363BEED48}" srcOrd="0" destOrd="0" presId="urn:microsoft.com/office/officeart/2005/8/layout/hList1"/>
    <dgm:cxn modelId="{B8AC15CD-6DD1-4EFD-B55D-044E8EC8D81C}" srcId="{AAB29E5A-848E-4A00-A982-7A113D18C66E}" destId="{F146CDF7-5233-4BDC-B1B6-BDDE8F651441}" srcOrd="1" destOrd="0" parTransId="{B1155D95-BCA1-4622-991A-3CEBC00A699A}" sibTransId="{B1611388-A74D-4790-8181-CAE40C498880}"/>
    <dgm:cxn modelId="{37E1EFDC-CF88-9F49-A8DF-DAE2E3C6B281}" type="presOf" srcId="{D9C81909-E1DE-4828-B5FB-00A124CFE3FF}" destId="{CFE1CD7C-5F41-C24B-BCDF-99C07AB2B26E}" srcOrd="0" destOrd="0" presId="urn:microsoft.com/office/officeart/2005/8/layout/hList1"/>
    <dgm:cxn modelId="{AFA4CE60-6CB9-DB43-BEE3-F394A3145E84}" type="presParOf" srcId="{05371D0F-B168-1C48-967E-F540C20062CF}" destId="{6E28F6CA-6AC8-2C44-84EB-170A9D6ABA51}" srcOrd="0" destOrd="0" presId="urn:microsoft.com/office/officeart/2005/8/layout/hList1"/>
    <dgm:cxn modelId="{1314ED6D-571E-4D47-95DE-CEE8A8ED2B8E}" type="presParOf" srcId="{6E28F6CA-6AC8-2C44-84EB-170A9D6ABA51}" destId="{49948903-CBE4-E24D-9BD7-0790AD7CA813}" srcOrd="0" destOrd="0" presId="urn:microsoft.com/office/officeart/2005/8/layout/hList1"/>
    <dgm:cxn modelId="{608D8AE4-CFB4-1A48-ADEB-546AFB6508AB}" type="presParOf" srcId="{6E28F6CA-6AC8-2C44-84EB-170A9D6ABA51}" destId="{B2AF096B-797B-B045-AA34-001363BEED48}" srcOrd="1" destOrd="0" presId="urn:microsoft.com/office/officeart/2005/8/layout/hList1"/>
    <dgm:cxn modelId="{F562E089-B700-1141-88BA-93D328E6822F}" type="presParOf" srcId="{05371D0F-B168-1C48-967E-F540C20062CF}" destId="{EAD39B26-9AD2-C14B-A1E9-C80AFA1CFDB7}" srcOrd="1" destOrd="0" presId="urn:microsoft.com/office/officeart/2005/8/layout/hList1"/>
    <dgm:cxn modelId="{3B20C3A2-FA09-CD46-BD65-DF7339E731FB}" type="presParOf" srcId="{05371D0F-B168-1C48-967E-F540C20062CF}" destId="{5036CEE9-A254-EC44-A1E0-BE326E95D879}" srcOrd="2" destOrd="0" presId="urn:microsoft.com/office/officeart/2005/8/layout/hList1"/>
    <dgm:cxn modelId="{755237DB-5EC1-C348-9A25-C7D2AA87FFFD}" type="presParOf" srcId="{5036CEE9-A254-EC44-A1E0-BE326E95D879}" destId="{4F0DEB0C-F10B-FD42-9057-D1C9FFA0255A}" srcOrd="0" destOrd="0" presId="urn:microsoft.com/office/officeart/2005/8/layout/hList1"/>
    <dgm:cxn modelId="{EC21EFEF-0797-A446-9783-1F7128A3C6BE}" type="presParOf" srcId="{5036CEE9-A254-EC44-A1E0-BE326E95D879}" destId="{7ACFCAFD-4ADE-804B-8092-7060B904319E}" srcOrd="1" destOrd="0" presId="urn:microsoft.com/office/officeart/2005/8/layout/hList1"/>
    <dgm:cxn modelId="{48E9F57B-F938-314D-A913-AC5B0F252E60}" type="presParOf" srcId="{05371D0F-B168-1C48-967E-F540C20062CF}" destId="{C355F425-5722-8C46-B41E-51F7ACED68E0}" srcOrd="3" destOrd="0" presId="urn:microsoft.com/office/officeart/2005/8/layout/hList1"/>
    <dgm:cxn modelId="{1614FB7D-650F-B44F-8F3F-B46BCED9EB6F}" type="presParOf" srcId="{05371D0F-B168-1C48-967E-F540C20062CF}" destId="{6CD06632-59B9-FF42-B01D-22C6D25B747A}" srcOrd="4" destOrd="0" presId="urn:microsoft.com/office/officeart/2005/8/layout/hList1"/>
    <dgm:cxn modelId="{2BE7D570-E589-504F-BE97-85B8252AA3FE}" type="presParOf" srcId="{6CD06632-59B9-FF42-B01D-22C6D25B747A}" destId="{4A3EAF89-7934-CA46-BCD8-929493540A4A}" srcOrd="0" destOrd="0" presId="urn:microsoft.com/office/officeart/2005/8/layout/hList1"/>
    <dgm:cxn modelId="{C759CE9E-13AD-2D4C-838B-10F7372C1FD6}" type="presParOf" srcId="{6CD06632-59B9-FF42-B01D-22C6D25B747A}" destId="{0B3C31DB-557D-104E-A2FA-325D8C4F3572}" srcOrd="1" destOrd="0" presId="urn:microsoft.com/office/officeart/2005/8/layout/hList1"/>
    <dgm:cxn modelId="{E0C7A1E0-E414-E74E-A39E-915BA69EA3DE}" type="presParOf" srcId="{05371D0F-B168-1C48-967E-F540C20062CF}" destId="{F73E0232-45B0-8442-A80A-ADF86B47D2C7}" srcOrd="5" destOrd="0" presId="urn:microsoft.com/office/officeart/2005/8/layout/hList1"/>
    <dgm:cxn modelId="{C41ED4BB-4AD2-D648-82A8-C849826D1A93}" type="presParOf" srcId="{05371D0F-B168-1C48-967E-F540C20062CF}" destId="{B62165CD-C595-4D4D-B10A-87EBEAAC71AD}" srcOrd="6" destOrd="0" presId="urn:microsoft.com/office/officeart/2005/8/layout/hList1"/>
    <dgm:cxn modelId="{C5670548-247E-5441-BCFA-22B564142618}" type="presParOf" srcId="{B62165CD-C595-4D4D-B10A-87EBEAAC71AD}" destId="{527AB4F8-215B-F345-A3EF-D5D0954A930B}" srcOrd="0" destOrd="0" presId="urn:microsoft.com/office/officeart/2005/8/layout/hList1"/>
    <dgm:cxn modelId="{7CE92FAE-A69F-CE4C-BEAC-0F2BCFAF5DCC}" type="presParOf" srcId="{B62165CD-C595-4D4D-B10A-87EBEAAC71AD}" destId="{CFE1CD7C-5F41-C24B-BCDF-99C07AB2B26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886CE68-42F7-4BC7-A336-05D693E6BF68}"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706C4D79-3FF5-4B75-9E35-33DC07FAFFDB}">
      <dgm:prSet/>
      <dgm:spPr>
        <a:solidFill>
          <a:schemeClr val="bg1">
            <a:lumMod val="95000"/>
          </a:schemeClr>
        </a:solidFill>
        <a:ln>
          <a:solidFill>
            <a:schemeClr val="bg1">
              <a:lumMod val="85000"/>
            </a:schemeClr>
          </a:solidFill>
        </a:ln>
      </dgm:spPr>
      <dgm:t>
        <a:bodyPr/>
        <a:lstStyle/>
        <a:p>
          <a:r>
            <a:rPr lang="en-US" dirty="0">
              <a:solidFill>
                <a:srgbClr val="20282F"/>
              </a:solidFill>
            </a:rPr>
            <a:t>Fire Safety Elements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039CC24-3993-4E8C-949D-8748CF594294}" type="parTrans" cxnId="{0B75352A-C855-425A-87E0-9DC34CA3CDB6}">
      <dgm:prSet/>
      <dgm:spPr/>
      <dgm:t>
        <a:bodyPr/>
        <a:lstStyle/>
        <a:p>
          <a:endParaRPr lang="en-US"/>
        </a:p>
      </dgm:t>
    </dgm:pt>
    <dgm:pt modelId="{389E26DF-35A3-4AD8-A629-DB7448D709C6}" type="sibTrans" cxnId="{0B75352A-C855-425A-87E0-9DC34CA3CDB6}">
      <dgm:prSet/>
      <dgm:spPr/>
      <dgm:t>
        <a:bodyPr/>
        <a:lstStyle/>
        <a:p>
          <a:endParaRPr lang="en-US"/>
        </a:p>
      </dgm:t>
    </dgm:pt>
    <dgm:pt modelId="{0FB9661A-DD2B-495B-B493-5E423AAEE474}">
      <dgm:prSet custT="1"/>
      <dgm:spPr>
        <a:solidFill>
          <a:srgbClr val="004F71"/>
        </a:solidFill>
      </dgm:spPr>
      <dgm:t>
        <a:bodyPr/>
        <a:lstStyle/>
        <a:p>
          <a:r>
            <a:rPr lang="en-US" sz="1150" dirty="0"/>
            <a:t>Clearly marked fire exits</a:t>
          </a:r>
        </a:p>
      </dgm:t>
    </dgm:pt>
    <dgm:pt modelId="{9BFDE248-E01F-4A0E-BE94-D88B521DD39A}" type="parTrans" cxnId="{C6D8531F-BA64-422F-8255-C693019898D1}">
      <dgm:prSet/>
      <dgm:spPr/>
      <dgm:t>
        <a:bodyPr/>
        <a:lstStyle/>
        <a:p>
          <a:endParaRPr lang="en-US"/>
        </a:p>
      </dgm:t>
    </dgm:pt>
    <dgm:pt modelId="{CA025EAE-4EC1-46A6-B6CA-217B23983A58}" type="sibTrans" cxnId="{C6D8531F-BA64-422F-8255-C693019898D1}">
      <dgm:prSet/>
      <dgm:spPr/>
      <dgm:t>
        <a:bodyPr/>
        <a:lstStyle/>
        <a:p>
          <a:endParaRPr lang="en-US"/>
        </a:p>
      </dgm:t>
    </dgm:pt>
    <dgm:pt modelId="{5BCC1F1C-BEC9-421A-9D85-44C29C35D5AF}">
      <dgm:prSet custT="1"/>
      <dgm:spPr>
        <a:solidFill>
          <a:srgbClr val="004F71"/>
        </a:solidFill>
      </dgm:spPr>
      <dgm:t>
        <a:bodyPr/>
        <a:lstStyle/>
        <a:p>
          <a:r>
            <a:rPr lang="en-US" sz="1150" dirty="0"/>
            <a:t>Regular emergency evacuation drills</a:t>
          </a:r>
        </a:p>
      </dgm:t>
    </dgm:pt>
    <dgm:pt modelId="{D87119CA-F6CA-42DA-B68A-D6BD50A14277}" type="parTrans" cxnId="{C9B9ACAE-29C8-4429-BAA2-61DE60AF1B56}">
      <dgm:prSet/>
      <dgm:spPr/>
      <dgm:t>
        <a:bodyPr/>
        <a:lstStyle/>
        <a:p>
          <a:endParaRPr lang="en-US"/>
        </a:p>
      </dgm:t>
    </dgm:pt>
    <dgm:pt modelId="{56DD7E36-291B-4473-BF0D-5F793A199B8B}" type="sibTrans" cxnId="{C9B9ACAE-29C8-4429-BAA2-61DE60AF1B56}">
      <dgm:prSet/>
      <dgm:spPr/>
      <dgm:t>
        <a:bodyPr/>
        <a:lstStyle/>
        <a:p>
          <a:endParaRPr lang="en-US"/>
        </a:p>
      </dgm:t>
    </dgm:pt>
    <dgm:pt modelId="{B12EFAF8-888F-4167-9B64-5F51ED3315AB}">
      <dgm:prSet custT="1"/>
      <dgm:spPr>
        <a:solidFill>
          <a:srgbClr val="004F71"/>
        </a:solidFill>
      </dgm:spPr>
      <dgm:t>
        <a:bodyPr/>
        <a:lstStyle/>
        <a:p>
          <a:r>
            <a:rPr lang="en-US" sz="1150" dirty="0"/>
            <a:t>Fire-resistant building design</a:t>
          </a:r>
        </a:p>
      </dgm:t>
    </dgm:pt>
    <dgm:pt modelId="{E3E30278-A171-448C-AAC2-0F3F1EDF9D5B}" type="parTrans" cxnId="{BAA112CE-3DA2-489E-9758-87EE99BBA336}">
      <dgm:prSet/>
      <dgm:spPr/>
      <dgm:t>
        <a:bodyPr/>
        <a:lstStyle/>
        <a:p>
          <a:endParaRPr lang="en-US"/>
        </a:p>
      </dgm:t>
    </dgm:pt>
    <dgm:pt modelId="{D943BC35-0142-43D4-B1A9-EA5D88415547}" type="sibTrans" cxnId="{BAA112CE-3DA2-489E-9758-87EE99BBA336}">
      <dgm:prSet/>
      <dgm:spPr/>
      <dgm:t>
        <a:bodyPr/>
        <a:lstStyle/>
        <a:p>
          <a:endParaRPr lang="en-US"/>
        </a:p>
      </dgm:t>
    </dgm:pt>
    <dgm:pt modelId="{76280DF1-1883-493D-A27C-136E14F74871}">
      <dgm:prSet/>
      <dgm:spPr>
        <a:solidFill>
          <a:schemeClr val="bg1">
            <a:lumMod val="95000"/>
          </a:schemeClr>
        </a:solidFill>
        <a:ln>
          <a:solidFill>
            <a:schemeClr val="bg1">
              <a:lumMod val="85000"/>
            </a:schemeClr>
          </a:solidFill>
        </a:ln>
      </dgm:spPr>
      <dgm:t>
        <a:bodyPr/>
        <a:lstStyle/>
        <a:p>
          <a:r>
            <a:rPr lang="en-US" dirty="0">
              <a:solidFill>
                <a:srgbClr val="20282F"/>
              </a:solidFill>
            </a:rPr>
            <a:t>Detection and Alarms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8B939EA-62CB-4E57-98E5-65CD311D6A70}" type="parTrans" cxnId="{B152045D-2330-416B-9175-0CAE72BFAC48}">
      <dgm:prSet/>
      <dgm:spPr/>
      <dgm:t>
        <a:bodyPr/>
        <a:lstStyle/>
        <a:p>
          <a:endParaRPr lang="en-US"/>
        </a:p>
      </dgm:t>
    </dgm:pt>
    <dgm:pt modelId="{94864ECB-4DE7-4B7C-A8C3-1F6C8B589AC5}" type="sibTrans" cxnId="{B152045D-2330-416B-9175-0CAE72BFAC48}">
      <dgm:prSet/>
      <dgm:spPr/>
      <dgm:t>
        <a:bodyPr/>
        <a:lstStyle/>
        <a:p>
          <a:endParaRPr lang="en-US"/>
        </a:p>
      </dgm:t>
    </dgm:pt>
    <dgm:pt modelId="{734E3FC2-0C63-47F9-8C98-E24DB49DAAF6}">
      <dgm:prSet/>
      <dgm:spPr>
        <a:solidFill>
          <a:srgbClr val="004F71"/>
        </a:solidFill>
      </dgm:spPr>
      <dgm:t>
        <a:bodyPr/>
        <a:lstStyle/>
        <a:p>
          <a:r>
            <a:rPr lang="en-US" dirty="0"/>
            <a:t>Automatic and manual smoke/fire detection systems</a:t>
          </a:r>
        </a:p>
      </dgm:t>
    </dgm:pt>
    <dgm:pt modelId="{F5A77C6B-531C-4CD7-BCEE-80BABE766571}" type="parTrans" cxnId="{354AF21C-66A7-4F3B-8506-59DC49314018}">
      <dgm:prSet/>
      <dgm:spPr/>
      <dgm:t>
        <a:bodyPr/>
        <a:lstStyle/>
        <a:p>
          <a:endParaRPr lang="en-US"/>
        </a:p>
      </dgm:t>
    </dgm:pt>
    <dgm:pt modelId="{15A90FF3-8FCC-4D25-B5AA-23AEA0B1734F}" type="sibTrans" cxnId="{354AF21C-66A7-4F3B-8506-59DC49314018}">
      <dgm:prSet/>
      <dgm:spPr/>
      <dgm:t>
        <a:bodyPr/>
        <a:lstStyle/>
        <a:p>
          <a:endParaRPr lang="en-US"/>
        </a:p>
      </dgm:t>
    </dgm:pt>
    <dgm:pt modelId="{C408DDB6-B5BC-41FD-9ED3-A7CB51E1F752}">
      <dgm:prSet/>
      <dgm:spPr>
        <a:solidFill>
          <a:schemeClr val="bg1">
            <a:lumMod val="95000"/>
          </a:schemeClr>
        </a:solidFill>
        <a:ln>
          <a:solidFill>
            <a:schemeClr val="bg1">
              <a:lumMod val="85000"/>
            </a:schemeClr>
          </a:solidFill>
        </a:ln>
      </dgm:spPr>
      <dgm:t>
        <a:bodyPr/>
        <a:lstStyle/>
        <a:p>
          <a:r>
            <a:rPr lang="en-US" dirty="0">
              <a:solidFill>
                <a:srgbClr val="20282F"/>
              </a:solidFill>
            </a:rPr>
            <a:t>Extinguishers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F23328F-0B71-48D4-BCE5-40B468A12E30}" type="parTrans" cxnId="{3DFAE279-B2F1-4410-ADB5-41BECD8F6348}">
      <dgm:prSet/>
      <dgm:spPr/>
      <dgm:t>
        <a:bodyPr/>
        <a:lstStyle/>
        <a:p>
          <a:endParaRPr lang="en-US"/>
        </a:p>
      </dgm:t>
    </dgm:pt>
    <dgm:pt modelId="{EC7F0D94-1158-494F-9953-F9309B5BC29C}" type="sibTrans" cxnId="{3DFAE279-B2F1-4410-ADB5-41BECD8F6348}">
      <dgm:prSet/>
      <dgm:spPr/>
      <dgm:t>
        <a:bodyPr/>
        <a:lstStyle/>
        <a:p>
          <a:endParaRPr lang="en-US"/>
        </a:p>
      </dgm:t>
    </dgm:pt>
    <dgm:pt modelId="{FB210012-C74B-49D6-B1A2-16A9E1241D73}">
      <dgm:prSet/>
      <dgm:spPr>
        <a:solidFill>
          <a:srgbClr val="004F71"/>
        </a:solidFill>
      </dgm:spPr>
      <dgm:t>
        <a:bodyPr/>
        <a:lstStyle/>
        <a:p>
          <a:r>
            <a:rPr lang="en-US" dirty="0"/>
            <a:t>Various types for different fire classes</a:t>
          </a:r>
        </a:p>
      </dgm:t>
    </dgm:pt>
    <dgm:pt modelId="{2B75728C-0B59-4183-B059-BCB038EEE3B9}" type="parTrans" cxnId="{0D8DA348-4DF0-44B0-A960-0892751FB7E6}">
      <dgm:prSet/>
      <dgm:spPr/>
      <dgm:t>
        <a:bodyPr/>
        <a:lstStyle/>
        <a:p>
          <a:endParaRPr lang="en-US"/>
        </a:p>
      </dgm:t>
    </dgm:pt>
    <dgm:pt modelId="{1847C4E0-BB8B-4196-866E-5F0871A5FB32}" type="sibTrans" cxnId="{0D8DA348-4DF0-44B0-A960-0892751FB7E6}">
      <dgm:prSet/>
      <dgm:spPr/>
      <dgm:t>
        <a:bodyPr/>
        <a:lstStyle/>
        <a:p>
          <a:endParaRPr lang="en-US"/>
        </a:p>
      </dgm:t>
    </dgm:pt>
    <dgm:pt modelId="{9C14C562-4D32-442B-BF37-5ADCEAD88A2C}">
      <dgm:prSet/>
      <dgm:spPr>
        <a:solidFill>
          <a:srgbClr val="004F71"/>
        </a:solidFill>
      </dgm:spPr>
      <dgm:t>
        <a:bodyPr/>
        <a:lstStyle/>
        <a:p>
          <a:r>
            <a:rPr lang="en-US" dirty="0"/>
            <a:t>Class C extinguishers for electrical safety</a:t>
          </a:r>
        </a:p>
      </dgm:t>
    </dgm:pt>
    <dgm:pt modelId="{F5969AF5-4DB3-4D07-B0E1-14382B387CB9}" type="parTrans" cxnId="{E35BAFF9-60A3-462F-ACCE-7430BA98AD40}">
      <dgm:prSet/>
      <dgm:spPr/>
      <dgm:t>
        <a:bodyPr/>
        <a:lstStyle/>
        <a:p>
          <a:endParaRPr lang="en-US"/>
        </a:p>
      </dgm:t>
    </dgm:pt>
    <dgm:pt modelId="{47E2A1BB-5E4F-4468-BC50-860406F54871}" type="sibTrans" cxnId="{E35BAFF9-60A3-462F-ACCE-7430BA98AD40}">
      <dgm:prSet/>
      <dgm:spPr/>
      <dgm:t>
        <a:bodyPr/>
        <a:lstStyle/>
        <a:p>
          <a:endParaRPr lang="en-US"/>
        </a:p>
      </dgm:t>
    </dgm:pt>
    <dgm:pt modelId="{490192F7-3AB6-461F-8DFC-B150796EF578}">
      <dgm:prSet/>
      <dgm:spPr>
        <a:solidFill>
          <a:schemeClr val="bg1">
            <a:lumMod val="95000"/>
          </a:schemeClr>
        </a:solidFill>
        <a:ln>
          <a:solidFill>
            <a:schemeClr val="bg1">
              <a:lumMod val="85000"/>
            </a:schemeClr>
          </a:solidFill>
        </a:ln>
      </dgm:spPr>
      <dgm:t>
        <a:bodyPr/>
        <a:lstStyle/>
        <a:p>
          <a:r>
            <a:rPr lang="en-US" dirty="0">
              <a:solidFill>
                <a:srgbClr val="20282F"/>
              </a:solidFill>
            </a:rPr>
            <a:t>Sprinkler Systems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EBE065B-20A1-4008-9AE4-8B6243C238E9}" type="parTrans" cxnId="{58B8FAEC-8BE6-4FF2-8F69-12260F5C4188}">
      <dgm:prSet/>
      <dgm:spPr/>
      <dgm:t>
        <a:bodyPr/>
        <a:lstStyle/>
        <a:p>
          <a:endParaRPr lang="en-US"/>
        </a:p>
      </dgm:t>
    </dgm:pt>
    <dgm:pt modelId="{83DA191D-5AD8-4FC3-8BF2-7C671B70068A}" type="sibTrans" cxnId="{58B8FAEC-8BE6-4FF2-8F69-12260F5C4188}">
      <dgm:prSet/>
      <dgm:spPr/>
      <dgm:t>
        <a:bodyPr/>
        <a:lstStyle/>
        <a:p>
          <a:endParaRPr lang="en-US"/>
        </a:p>
      </dgm:t>
    </dgm:pt>
    <dgm:pt modelId="{D784CEB6-6D7E-4DBF-A7D9-304B3B3F4541}">
      <dgm:prSet/>
      <dgm:spPr>
        <a:solidFill>
          <a:srgbClr val="004F71"/>
        </a:solidFill>
      </dgm:spPr>
      <dgm:t>
        <a:bodyPr/>
        <a:lstStyle/>
        <a:p>
          <a:r>
            <a:rPr lang="en-US" dirty="0"/>
            <a:t>Heat-triggered, water discharge</a:t>
          </a:r>
        </a:p>
      </dgm:t>
    </dgm:pt>
    <dgm:pt modelId="{43F31241-4B48-4819-8576-94F28169CD7A}" type="parTrans" cxnId="{3B5B6204-B7BA-4DBA-8222-C30BC4F6CDE0}">
      <dgm:prSet/>
      <dgm:spPr/>
      <dgm:t>
        <a:bodyPr/>
        <a:lstStyle/>
        <a:p>
          <a:endParaRPr lang="en-US"/>
        </a:p>
      </dgm:t>
    </dgm:pt>
    <dgm:pt modelId="{FED2A72D-20ED-421C-9C30-1E1A2D543849}" type="sibTrans" cxnId="{3B5B6204-B7BA-4DBA-8222-C30BC4F6CDE0}">
      <dgm:prSet/>
      <dgm:spPr/>
      <dgm:t>
        <a:bodyPr/>
        <a:lstStyle/>
        <a:p>
          <a:endParaRPr lang="en-US"/>
        </a:p>
      </dgm:t>
    </dgm:pt>
    <dgm:pt modelId="{A32F1E14-9C6B-4FFD-87B6-921F3FCE5F80}">
      <dgm:prSet/>
      <dgm:spPr>
        <a:solidFill>
          <a:srgbClr val="004F71"/>
        </a:solidFill>
      </dgm:spPr>
      <dgm:t>
        <a:bodyPr/>
        <a:lstStyle/>
        <a:p>
          <a:r>
            <a:rPr lang="en-US" dirty="0"/>
            <a:t>Risk of burst pipes, accidental triggering</a:t>
          </a:r>
        </a:p>
      </dgm:t>
    </dgm:pt>
    <dgm:pt modelId="{5DCE025F-A414-4F15-9743-F4228FB6E893}" type="parTrans" cxnId="{F6153CD8-E7B4-473B-8CD7-948553452403}">
      <dgm:prSet/>
      <dgm:spPr/>
      <dgm:t>
        <a:bodyPr/>
        <a:lstStyle/>
        <a:p>
          <a:endParaRPr lang="en-US"/>
        </a:p>
      </dgm:t>
    </dgm:pt>
    <dgm:pt modelId="{78BC57DE-98F2-450C-966C-5B2A0507B466}" type="sibTrans" cxnId="{F6153CD8-E7B4-473B-8CD7-948553452403}">
      <dgm:prSet/>
      <dgm:spPr/>
      <dgm:t>
        <a:bodyPr/>
        <a:lstStyle/>
        <a:p>
          <a:endParaRPr lang="en-US"/>
        </a:p>
      </dgm:t>
    </dgm:pt>
    <dgm:pt modelId="{CB7066EC-130E-429C-A5FA-C0515A61F0E1}">
      <dgm:prSet/>
      <dgm:spPr>
        <a:solidFill>
          <a:schemeClr val="bg1">
            <a:lumMod val="95000"/>
          </a:schemeClr>
        </a:solidFill>
        <a:ln>
          <a:solidFill>
            <a:schemeClr val="bg1">
              <a:lumMod val="85000"/>
            </a:schemeClr>
          </a:solidFill>
        </a:ln>
      </dgm:spPr>
      <dgm:t>
        <a:bodyPr/>
        <a:lstStyle/>
        <a:p>
          <a:r>
            <a:rPr lang="en-US" dirty="0">
              <a:solidFill>
                <a:srgbClr val="20282F"/>
              </a:solidFill>
            </a:rPr>
            <a:t>Sprinkler Alternatives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F160766-E605-4B3D-BF32-BAE0F6E71099}" type="parTrans" cxnId="{B5C8F3AF-B595-4FAF-B0F0-CBA50E925FF4}">
      <dgm:prSet/>
      <dgm:spPr/>
      <dgm:t>
        <a:bodyPr/>
        <a:lstStyle/>
        <a:p>
          <a:endParaRPr lang="en-US"/>
        </a:p>
      </dgm:t>
    </dgm:pt>
    <dgm:pt modelId="{1BCBF339-41B3-4BD8-8F8A-1BD91C2AFC57}" type="sibTrans" cxnId="{B5C8F3AF-B595-4FAF-B0F0-CBA50E925FF4}">
      <dgm:prSet/>
      <dgm:spPr/>
      <dgm:t>
        <a:bodyPr/>
        <a:lstStyle/>
        <a:p>
          <a:endParaRPr lang="en-US"/>
        </a:p>
      </dgm:t>
    </dgm:pt>
    <dgm:pt modelId="{82C5B23C-E99B-47BF-8411-044CE31CC7D6}">
      <dgm:prSet/>
      <dgm:spPr>
        <a:solidFill>
          <a:srgbClr val="004F71"/>
        </a:solidFill>
      </dgm:spPr>
      <dgm:t>
        <a:bodyPr/>
        <a:lstStyle/>
        <a:p>
          <a:r>
            <a:rPr lang="en-US" dirty="0"/>
            <a:t>Dry-pipe</a:t>
          </a:r>
        </a:p>
      </dgm:t>
    </dgm:pt>
    <dgm:pt modelId="{200A2573-5229-46C9-9553-C832E3EE6C13}" type="parTrans" cxnId="{B70A5B57-3312-4ED2-B481-0B8A174CD556}">
      <dgm:prSet/>
      <dgm:spPr/>
      <dgm:t>
        <a:bodyPr/>
        <a:lstStyle/>
        <a:p>
          <a:endParaRPr lang="en-US"/>
        </a:p>
      </dgm:t>
    </dgm:pt>
    <dgm:pt modelId="{A1A0E2A1-388C-49C6-8A66-C4A57E4908F1}" type="sibTrans" cxnId="{B70A5B57-3312-4ED2-B481-0B8A174CD556}">
      <dgm:prSet/>
      <dgm:spPr/>
      <dgm:t>
        <a:bodyPr/>
        <a:lstStyle/>
        <a:p>
          <a:endParaRPr lang="en-US"/>
        </a:p>
      </dgm:t>
    </dgm:pt>
    <dgm:pt modelId="{0DC3A434-E41F-4D7E-91CF-A4613AB78B0E}">
      <dgm:prSet/>
      <dgm:spPr>
        <a:solidFill>
          <a:srgbClr val="004F71"/>
        </a:solidFill>
      </dgm:spPr>
      <dgm:t>
        <a:bodyPr/>
        <a:lstStyle/>
        <a:p>
          <a:r>
            <a:rPr lang="en-US" dirty="0"/>
            <a:t>Pre-action</a:t>
          </a:r>
        </a:p>
      </dgm:t>
    </dgm:pt>
    <dgm:pt modelId="{6CC5C23F-6C4C-4E54-B782-E044641C46FA}" type="parTrans" cxnId="{BBE575C5-6C77-4E95-B0AE-8179B91FDCDC}">
      <dgm:prSet/>
      <dgm:spPr/>
      <dgm:t>
        <a:bodyPr/>
        <a:lstStyle/>
        <a:p>
          <a:endParaRPr lang="en-US"/>
        </a:p>
      </dgm:t>
    </dgm:pt>
    <dgm:pt modelId="{1704F846-BE97-40EE-B5B2-0090C4AA1FC6}" type="sibTrans" cxnId="{BBE575C5-6C77-4E95-B0AE-8179B91FDCDC}">
      <dgm:prSet/>
      <dgm:spPr/>
      <dgm:t>
        <a:bodyPr/>
        <a:lstStyle/>
        <a:p>
          <a:endParaRPr lang="en-US"/>
        </a:p>
      </dgm:t>
    </dgm:pt>
    <dgm:pt modelId="{06F8990F-8304-4761-BE96-B6AC2EDF5999}">
      <dgm:prSet/>
      <dgm:spPr>
        <a:solidFill>
          <a:srgbClr val="004F71"/>
        </a:solidFill>
      </dgm:spPr>
      <dgm:t>
        <a:bodyPr/>
        <a:lstStyle/>
        <a:p>
          <a:r>
            <a:rPr lang="en-US" dirty="0"/>
            <a:t>Halon (phased out)</a:t>
          </a:r>
        </a:p>
      </dgm:t>
    </dgm:pt>
    <dgm:pt modelId="{66F6CD90-642E-40BF-AA0A-CAA356277592}" type="parTrans" cxnId="{91147FAB-FD2D-4F43-B846-1CA2A63C4608}">
      <dgm:prSet/>
      <dgm:spPr/>
      <dgm:t>
        <a:bodyPr/>
        <a:lstStyle/>
        <a:p>
          <a:endParaRPr lang="en-US"/>
        </a:p>
      </dgm:t>
    </dgm:pt>
    <dgm:pt modelId="{22DAACE0-BDD3-44F1-89C7-4B4D69790F4E}" type="sibTrans" cxnId="{91147FAB-FD2D-4F43-B846-1CA2A63C4608}">
      <dgm:prSet/>
      <dgm:spPr/>
      <dgm:t>
        <a:bodyPr/>
        <a:lstStyle/>
        <a:p>
          <a:endParaRPr lang="en-US"/>
        </a:p>
      </dgm:t>
    </dgm:pt>
    <dgm:pt modelId="{1BEB081D-C0BC-480E-A604-2BA6524EE044}">
      <dgm:prSet/>
      <dgm:spPr>
        <a:solidFill>
          <a:srgbClr val="004F71"/>
        </a:solidFill>
      </dgm:spPr>
      <dgm:t>
        <a:bodyPr/>
        <a:lstStyle/>
        <a:p>
          <a:r>
            <a:rPr lang="en-US" dirty="0"/>
            <a:t>Clean agent</a:t>
          </a:r>
        </a:p>
      </dgm:t>
    </dgm:pt>
    <dgm:pt modelId="{00FC286E-727A-49CA-B711-4687F2C59BF3}" type="parTrans" cxnId="{5F50ACD0-121D-4737-AEBA-3286C5C09F6E}">
      <dgm:prSet/>
      <dgm:spPr/>
      <dgm:t>
        <a:bodyPr/>
        <a:lstStyle/>
        <a:p>
          <a:endParaRPr lang="en-US"/>
        </a:p>
      </dgm:t>
    </dgm:pt>
    <dgm:pt modelId="{10D8A6E7-4DDB-4400-872B-30A0DF40B3EF}" type="sibTrans" cxnId="{5F50ACD0-121D-4737-AEBA-3286C5C09F6E}">
      <dgm:prSet/>
      <dgm:spPr/>
      <dgm:t>
        <a:bodyPr/>
        <a:lstStyle/>
        <a:p>
          <a:endParaRPr lang="en-US"/>
        </a:p>
      </dgm:t>
    </dgm:pt>
    <dgm:pt modelId="{78C474E4-4C46-42F5-9807-82A6544565FB}" type="pres">
      <dgm:prSet presAssocID="{9886CE68-42F7-4BC7-A336-05D693E6BF68}" presName="theList" presStyleCnt="0">
        <dgm:presLayoutVars>
          <dgm:dir/>
          <dgm:animLvl val="lvl"/>
          <dgm:resizeHandles val="exact"/>
        </dgm:presLayoutVars>
      </dgm:prSet>
      <dgm:spPr/>
    </dgm:pt>
    <dgm:pt modelId="{F36967B0-FD45-47A0-B489-F43B9287A688}" type="pres">
      <dgm:prSet presAssocID="{706C4D79-3FF5-4B75-9E35-33DC07FAFFDB}" presName="compNode" presStyleCnt="0"/>
      <dgm:spPr/>
    </dgm:pt>
    <dgm:pt modelId="{625F1440-E40A-4436-BEE9-CAFC35F8F459}" type="pres">
      <dgm:prSet presAssocID="{706C4D79-3FF5-4B75-9E35-33DC07FAFFDB}" presName="aNode" presStyleLbl="bgShp" presStyleIdx="0" presStyleCnt="5"/>
      <dgm:spPr/>
    </dgm:pt>
    <dgm:pt modelId="{6AD199F8-9F1A-4B5F-B45E-872BBD231F40}" type="pres">
      <dgm:prSet presAssocID="{706C4D79-3FF5-4B75-9E35-33DC07FAFFDB}" presName="textNode" presStyleLbl="bgShp" presStyleIdx="0" presStyleCnt="5"/>
      <dgm:spPr/>
    </dgm:pt>
    <dgm:pt modelId="{D93C9378-8929-4225-ACE9-74F29A39C836}" type="pres">
      <dgm:prSet presAssocID="{706C4D79-3FF5-4B75-9E35-33DC07FAFFDB}" presName="compChildNode" presStyleCnt="0"/>
      <dgm:spPr/>
    </dgm:pt>
    <dgm:pt modelId="{A8EDBC24-129B-4796-80EB-12FE39040375}" type="pres">
      <dgm:prSet presAssocID="{706C4D79-3FF5-4B75-9E35-33DC07FAFFDB}" presName="theInnerList" presStyleCnt="0"/>
      <dgm:spPr/>
    </dgm:pt>
    <dgm:pt modelId="{E299659D-096B-4395-9E5A-5E7216AA06D6}" type="pres">
      <dgm:prSet presAssocID="{0FB9661A-DD2B-495B-B493-5E423AAEE474}" presName="childNode" presStyleLbl="node1" presStyleIdx="0" presStyleCnt="12">
        <dgm:presLayoutVars>
          <dgm:bulletEnabled val="1"/>
        </dgm:presLayoutVars>
      </dgm:prSet>
      <dgm:spPr/>
    </dgm:pt>
    <dgm:pt modelId="{B7EE246E-FE3A-440C-9ACE-D72178F80128}" type="pres">
      <dgm:prSet presAssocID="{0FB9661A-DD2B-495B-B493-5E423AAEE474}" presName="aSpace2" presStyleCnt="0"/>
      <dgm:spPr/>
    </dgm:pt>
    <dgm:pt modelId="{0C23BB94-85C5-4059-9D7E-FD5BDE304DB7}" type="pres">
      <dgm:prSet presAssocID="{5BCC1F1C-BEC9-421A-9D85-44C29C35D5AF}" presName="childNode" presStyleLbl="node1" presStyleIdx="1" presStyleCnt="12">
        <dgm:presLayoutVars>
          <dgm:bulletEnabled val="1"/>
        </dgm:presLayoutVars>
      </dgm:prSet>
      <dgm:spPr/>
    </dgm:pt>
    <dgm:pt modelId="{6704205E-B85C-4EBC-915B-FB10F9C921DC}" type="pres">
      <dgm:prSet presAssocID="{5BCC1F1C-BEC9-421A-9D85-44C29C35D5AF}" presName="aSpace2" presStyleCnt="0"/>
      <dgm:spPr/>
    </dgm:pt>
    <dgm:pt modelId="{18F9313C-E2D9-4132-8FA9-C71D28F212C4}" type="pres">
      <dgm:prSet presAssocID="{B12EFAF8-888F-4167-9B64-5F51ED3315AB}" presName="childNode" presStyleLbl="node1" presStyleIdx="2" presStyleCnt="12">
        <dgm:presLayoutVars>
          <dgm:bulletEnabled val="1"/>
        </dgm:presLayoutVars>
      </dgm:prSet>
      <dgm:spPr/>
    </dgm:pt>
    <dgm:pt modelId="{BF9F4C4C-244D-4321-B57D-7964EAED87A3}" type="pres">
      <dgm:prSet presAssocID="{706C4D79-3FF5-4B75-9E35-33DC07FAFFDB}" presName="aSpace" presStyleCnt="0"/>
      <dgm:spPr/>
    </dgm:pt>
    <dgm:pt modelId="{139F2D15-0BE7-4EB5-9444-61313BE267BA}" type="pres">
      <dgm:prSet presAssocID="{76280DF1-1883-493D-A27C-136E14F74871}" presName="compNode" presStyleCnt="0"/>
      <dgm:spPr/>
    </dgm:pt>
    <dgm:pt modelId="{49C78F81-0AD2-407C-B8B2-6494E3F0EAC1}" type="pres">
      <dgm:prSet presAssocID="{76280DF1-1883-493D-A27C-136E14F74871}" presName="aNode" presStyleLbl="bgShp" presStyleIdx="1" presStyleCnt="5"/>
      <dgm:spPr/>
    </dgm:pt>
    <dgm:pt modelId="{2DBD3709-5E98-49C6-8C7B-6E9796D03340}" type="pres">
      <dgm:prSet presAssocID="{76280DF1-1883-493D-A27C-136E14F74871}" presName="textNode" presStyleLbl="bgShp" presStyleIdx="1" presStyleCnt="5"/>
      <dgm:spPr/>
    </dgm:pt>
    <dgm:pt modelId="{2C7117CE-C1F4-4518-94BA-E4553D535904}" type="pres">
      <dgm:prSet presAssocID="{76280DF1-1883-493D-A27C-136E14F74871}" presName="compChildNode" presStyleCnt="0"/>
      <dgm:spPr/>
    </dgm:pt>
    <dgm:pt modelId="{831A1FC5-11C1-4CA8-86EE-DBA8B6FB85E3}" type="pres">
      <dgm:prSet presAssocID="{76280DF1-1883-493D-A27C-136E14F74871}" presName="theInnerList" presStyleCnt="0"/>
      <dgm:spPr/>
    </dgm:pt>
    <dgm:pt modelId="{E761C034-AB1F-4CD3-AB88-6AE1600002F1}" type="pres">
      <dgm:prSet presAssocID="{734E3FC2-0C63-47F9-8C98-E24DB49DAAF6}" presName="childNode" presStyleLbl="node1" presStyleIdx="3" presStyleCnt="12">
        <dgm:presLayoutVars>
          <dgm:bulletEnabled val="1"/>
        </dgm:presLayoutVars>
      </dgm:prSet>
      <dgm:spPr/>
    </dgm:pt>
    <dgm:pt modelId="{4DC9C952-7D2B-4F59-8703-139582655B0D}" type="pres">
      <dgm:prSet presAssocID="{76280DF1-1883-493D-A27C-136E14F74871}" presName="aSpace" presStyleCnt="0"/>
      <dgm:spPr/>
    </dgm:pt>
    <dgm:pt modelId="{7E2FED0B-5531-46E5-A099-63D16FAB698F}" type="pres">
      <dgm:prSet presAssocID="{C408DDB6-B5BC-41FD-9ED3-A7CB51E1F752}" presName="compNode" presStyleCnt="0"/>
      <dgm:spPr/>
    </dgm:pt>
    <dgm:pt modelId="{3DB42A0E-F7F0-45BC-9700-E050B5C0C896}" type="pres">
      <dgm:prSet presAssocID="{C408DDB6-B5BC-41FD-9ED3-A7CB51E1F752}" presName="aNode" presStyleLbl="bgShp" presStyleIdx="2" presStyleCnt="5"/>
      <dgm:spPr/>
    </dgm:pt>
    <dgm:pt modelId="{3D74E38B-4E48-4A79-995A-97E02BC9D6EF}" type="pres">
      <dgm:prSet presAssocID="{C408DDB6-B5BC-41FD-9ED3-A7CB51E1F752}" presName="textNode" presStyleLbl="bgShp" presStyleIdx="2" presStyleCnt="5"/>
      <dgm:spPr/>
    </dgm:pt>
    <dgm:pt modelId="{21C5456B-62BA-4E3D-B9CB-B91BC32487BB}" type="pres">
      <dgm:prSet presAssocID="{C408DDB6-B5BC-41FD-9ED3-A7CB51E1F752}" presName="compChildNode" presStyleCnt="0"/>
      <dgm:spPr/>
    </dgm:pt>
    <dgm:pt modelId="{CA6A096F-1249-471C-A93D-656636B07828}" type="pres">
      <dgm:prSet presAssocID="{C408DDB6-B5BC-41FD-9ED3-A7CB51E1F752}" presName="theInnerList" presStyleCnt="0"/>
      <dgm:spPr/>
    </dgm:pt>
    <dgm:pt modelId="{7DBF3A8B-E577-4271-B847-CEFB133438C5}" type="pres">
      <dgm:prSet presAssocID="{FB210012-C74B-49D6-B1A2-16A9E1241D73}" presName="childNode" presStyleLbl="node1" presStyleIdx="4" presStyleCnt="12">
        <dgm:presLayoutVars>
          <dgm:bulletEnabled val="1"/>
        </dgm:presLayoutVars>
      </dgm:prSet>
      <dgm:spPr/>
    </dgm:pt>
    <dgm:pt modelId="{92610CF1-39FF-44B6-B233-72D5F7EC6140}" type="pres">
      <dgm:prSet presAssocID="{FB210012-C74B-49D6-B1A2-16A9E1241D73}" presName="aSpace2" presStyleCnt="0"/>
      <dgm:spPr/>
    </dgm:pt>
    <dgm:pt modelId="{8DDCCF05-7E93-481F-A22C-317205BAB1F7}" type="pres">
      <dgm:prSet presAssocID="{9C14C562-4D32-442B-BF37-5ADCEAD88A2C}" presName="childNode" presStyleLbl="node1" presStyleIdx="5" presStyleCnt="12">
        <dgm:presLayoutVars>
          <dgm:bulletEnabled val="1"/>
        </dgm:presLayoutVars>
      </dgm:prSet>
      <dgm:spPr/>
    </dgm:pt>
    <dgm:pt modelId="{EE8AA3CF-8BC3-4961-87EA-263327AA0056}" type="pres">
      <dgm:prSet presAssocID="{C408DDB6-B5BC-41FD-9ED3-A7CB51E1F752}" presName="aSpace" presStyleCnt="0"/>
      <dgm:spPr/>
    </dgm:pt>
    <dgm:pt modelId="{5876D4DA-CCC6-45D2-BABA-399C5B549378}" type="pres">
      <dgm:prSet presAssocID="{490192F7-3AB6-461F-8DFC-B150796EF578}" presName="compNode" presStyleCnt="0"/>
      <dgm:spPr/>
    </dgm:pt>
    <dgm:pt modelId="{BEBE24B0-A863-48A1-BF31-DD49B9D18C73}" type="pres">
      <dgm:prSet presAssocID="{490192F7-3AB6-461F-8DFC-B150796EF578}" presName="aNode" presStyleLbl="bgShp" presStyleIdx="3" presStyleCnt="5"/>
      <dgm:spPr/>
    </dgm:pt>
    <dgm:pt modelId="{85663335-F508-4686-96CE-42DD85086E2A}" type="pres">
      <dgm:prSet presAssocID="{490192F7-3AB6-461F-8DFC-B150796EF578}" presName="textNode" presStyleLbl="bgShp" presStyleIdx="3" presStyleCnt="5"/>
      <dgm:spPr/>
    </dgm:pt>
    <dgm:pt modelId="{9E0E2A2F-6826-41D8-A429-C8F7B1D5F734}" type="pres">
      <dgm:prSet presAssocID="{490192F7-3AB6-461F-8DFC-B150796EF578}" presName="compChildNode" presStyleCnt="0"/>
      <dgm:spPr/>
    </dgm:pt>
    <dgm:pt modelId="{27494FB7-B30A-4BFF-83BD-695D3CCA5FFB}" type="pres">
      <dgm:prSet presAssocID="{490192F7-3AB6-461F-8DFC-B150796EF578}" presName="theInnerList" presStyleCnt="0"/>
      <dgm:spPr/>
    </dgm:pt>
    <dgm:pt modelId="{E1D07DEB-8476-4025-A519-6CBBF000E578}" type="pres">
      <dgm:prSet presAssocID="{D784CEB6-6D7E-4DBF-A7D9-304B3B3F4541}" presName="childNode" presStyleLbl="node1" presStyleIdx="6" presStyleCnt="12">
        <dgm:presLayoutVars>
          <dgm:bulletEnabled val="1"/>
        </dgm:presLayoutVars>
      </dgm:prSet>
      <dgm:spPr/>
    </dgm:pt>
    <dgm:pt modelId="{01103E62-6B75-4D88-9851-8EDA40E3B544}" type="pres">
      <dgm:prSet presAssocID="{D784CEB6-6D7E-4DBF-A7D9-304B3B3F4541}" presName="aSpace2" presStyleCnt="0"/>
      <dgm:spPr/>
    </dgm:pt>
    <dgm:pt modelId="{6515A7C5-C430-4336-8F95-EB141C69B02C}" type="pres">
      <dgm:prSet presAssocID="{A32F1E14-9C6B-4FFD-87B6-921F3FCE5F80}" presName="childNode" presStyleLbl="node1" presStyleIdx="7" presStyleCnt="12">
        <dgm:presLayoutVars>
          <dgm:bulletEnabled val="1"/>
        </dgm:presLayoutVars>
      </dgm:prSet>
      <dgm:spPr/>
    </dgm:pt>
    <dgm:pt modelId="{5F7A0062-21D7-40A4-A3B4-59CA296B4A1F}" type="pres">
      <dgm:prSet presAssocID="{490192F7-3AB6-461F-8DFC-B150796EF578}" presName="aSpace" presStyleCnt="0"/>
      <dgm:spPr/>
    </dgm:pt>
    <dgm:pt modelId="{ADDA0FAE-5C25-4981-8BAC-DC4B93231984}" type="pres">
      <dgm:prSet presAssocID="{CB7066EC-130E-429C-A5FA-C0515A61F0E1}" presName="compNode" presStyleCnt="0"/>
      <dgm:spPr/>
    </dgm:pt>
    <dgm:pt modelId="{744FE2EC-055D-41D9-8FB1-DCBC7CFBADA3}" type="pres">
      <dgm:prSet presAssocID="{CB7066EC-130E-429C-A5FA-C0515A61F0E1}" presName="aNode" presStyleLbl="bgShp" presStyleIdx="4" presStyleCnt="5"/>
      <dgm:spPr/>
    </dgm:pt>
    <dgm:pt modelId="{3567EB46-5274-4132-A74A-0CA789E5E6B5}" type="pres">
      <dgm:prSet presAssocID="{CB7066EC-130E-429C-A5FA-C0515A61F0E1}" presName="textNode" presStyleLbl="bgShp" presStyleIdx="4" presStyleCnt="5"/>
      <dgm:spPr/>
    </dgm:pt>
    <dgm:pt modelId="{25FCD4B3-6D96-4A1D-B2FC-57AF0974A820}" type="pres">
      <dgm:prSet presAssocID="{CB7066EC-130E-429C-A5FA-C0515A61F0E1}" presName="compChildNode" presStyleCnt="0"/>
      <dgm:spPr/>
    </dgm:pt>
    <dgm:pt modelId="{2087607D-DCAC-42F8-94E5-EAACFC862E8A}" type="pres">
      <dgm:prSet presAssocID="{CB7066EC-130E-429C-A5FA-C0515A61F0E1}" presName="theInnerList" presStyleCnt="0"/>
      <dgm:spPr/>
    </dgm:pt>
    <dgm:pt modelId="{8EE6FBD1-7974-489F-880B-0E0D74871392}" type="pres">
      <dgm:prSet presAssocID="{82C5B23C-E99B-47BF-8411-044CE31CC7D6}" presName="childNode" presStyleLbl="node1" presStyleIdx="8" presStyleCnt="12">
        <dgm:presLayoutVars>
          <dgm:bulletEnabled val="1"/>
        </dgm:presLayoutVars>
      </dgm:prSet>
      <dgm:spPr/>
    </dgm:pt>
    <dgm:pt modelId="{049618A5-C436-4423-A4AD-5A0A906CEE0B}" type="pres">
      <dgm:prSet presAssocID="{82C5B23C-E99B-47BF-8411-044CE31CC7D6}" presName="aSpace2" presStyleCnt="0"/>
      <dgm:spPr/>
    </dgm:pt>
    <dgm:pt modelId="{196411DD-E591-4D65-8077-8A1A0BE071D3}" type="pres">
      <dgm:prSet presAssocID="{0DC3A434-E41F-4D7E-91CF-A4613AB78B0E}" presName="childNode" presStyleLbl="node1" presStyleIdx="9" presStyleCnt="12">
        <dgm:presLayoutVars>
          <dgm:bulletEnabled val="1"/>
        </dgm:presLayoutVars>
      </dgm:prSet>
      <dgm:spPr/>
    </dgm:pt>
    <dgm:pt modelId="{D047AD5A-17A2-40EB-886D-69ECA39011AA}" type="pres">
      <dgm:prSet presAssocID="{0DC3A434-E41F-4D7E-91CF-A4613AB78B0E}" presName="aSpace2" presStyleCnt="0"/>
      <dgm:spPr/>
    </dgm:pt>
    <dgm:pt modelId="{5353DCBA-A0DB-4D1C-8C85-8964D4A9EF46}" type="pres">
      <dgm:prSet presAssocID="{06F8990F-8304-4761-BE96-B6AC2EDF5999}" presName="childNode" presStyleLbl="node1" presStyleIdx="10" presStyleCnt="12">
        <dgm:presLayoutVars>
          <dgm:bulletEnabled val="1"/>
        </dgm:presLayoutVars>
      </dgm:prSet>
      <dgm:spPr/>
    </dgm:pt>
    <dgm:pt modelId="{5E39D988-B0C1-48FE-A913-3B8EEE321B22}" type="pres">
      <dgm:prSet presAssocID="{06F8990F-8304-4761-BE96-B6AC2EDF5999}" presName="aSpace2" presStyleCnt="0"/>
      <dgm:spPr/>
    </dgm:pt>
    <dgm:pt modelId="{D8BC125B-EBCB-44D1-87E6-4A3836611CEC}" type="pres">
      <dgm:prSet presAssocID="{1BEB081D-C0BC-480E-A604-2BA6524EE044}" presName="childNode" presStyleLbl="node1" presStyleIdx="11" presStyleCnt="12">
        <dgm:presLayoutVars>
          <dgm:bulletEnabled val="1"/>
        </dgm:presLayoutVars>
      </dgm:prSet>
      <dgm:spPr/>
    </dgm:pt>
  </dgm:ptLst>
  <dgm:cxnLst>
    <dgm:cxn modelId="{3B5B6204-B7BA-4DBA-8222-C30BC4F6CDE0}" srcId="{490192F7-3AB6-461F-8DFC-B150796EF578}" destId="{D784CEB6-6D7E-4DBF-A7D9-304B3B3F4541}" srcOrd="0" destOrd="0" parTransId="{43F31241-4B48-4819-8576-94F28169CD7A}" sibTransId="{FED2A72D-20ED-421C-9C30-1E1A2D543849}"/>
    <dgm:cxn modelId="{EF4CED0E-5411-4704-A565-A28538DB1345}" type="presOf" srcId="{706C4D79-3FF5-4B75-9E35-33DC07FAFFDB}" destId="{6AD199F8-9F1A-4B5F-B45E-872BBD231F40}" srcOrd="1" destOrd="0" presId="urn:microsoft.com/office/officeart/2005/8/layout/lProcess2"/>
    <dgm:cxn modelId="{4788F510-3A09-4D9A-9C6B-A6CFF7FC44F3}" type="presOf" srcId="{CB7066EC-130E-429C-A5FA-C0515A61F0E1}" destId="{3567EB46-5274-4132-A74A-0CA789E5E6B5}" srcOrd="1" destOrd="0" presId="urn:microsoft.com/office/officeart/2005/8/layout/lProcess2"/>
    <dgm:cxn modelId="{354AF21C-66A7-4F3B-8506-59DC49314018}" srcId="{76280DF1-1883-493D-A27C-136E14F74871}" destId="{734E3FC2-0C63-47F9-8C98-E24DB49DAAF6}" srcOrd="0" destOrd="0" parTransId="{F5A77C6B-531C-4CD7-BCEE-80BABE766571}" sibTransId="{15A90FF3-8FCC-4D25-B5AA-23AEA0B1734F}"/>
    <dgm:cxn modelId="{C6D8531F-BA64-422F-8255-C693019898D1}" srcId="{706C4D79-3FF5-4B75-9E35-33DC07FAFFDB}" destId="{0FB9661A-DD2B-495B-B493-5E423AAEE474}" srcOrd="0" destOrd="0" parTransId="{9BFDE248-E01F-4A0E-BE94-D88B521DD39A}" sibTransId="{CA025EAE-4EC1-46A6-B6CA-217B23983A58}"/>
    <dgm:cxn modelId="{01790E25-FE1E-458D-B5DB-DA9E1B98DDB6}" type="presOf" srcId="{1BEB081D-C0BC-480E-A604-2BA6524EE044}" destId="{D8BC125B-EBCB-44D1-87E6-4A3836611CEC}" srcOrd="0" destOrd="0" presId="urn:microsoft.com/office/officeart/2005/8/layout/lProcess2"/>
    <dgm:cxn modelId="{0B75352A-C855-425A-87E0-9DC34CA3CDB6}" srcId="{9886CE68-42F7-4BC7-A336-05D693E6BF68}" destId="{706C4D79-3FF5-4B75-9E35-33DC07FAFFDB}" srcOrd="0" destOrd="0" parTransId="{B039CC24-3993-4E8C-949D-8748CF594294}" sibTransId="{389E26DF-35A3-4AD8-A629-DB7448D709C6}"/>
    <dgm:cxn modelId="{6201263E-789F-43BD-BD6A-AA6CE3403D1F}" type="presOf" srcId="{B12EFAF8-888F-4167-9B64-5F51ED3315AB}" destId="{18F9313C-E2D9-4132-8FA9-C71D28F212C4}" srcOrd="0" destOrd="0" presId="urn:microsoft.com/office/officeart/2005/8/layout/lProcess2"/>
    <dgm:cxn modelId="{1CE38240-9959-43FE-833A-61F522C921B1}" type="presOf" srcId="{76280DF1-1883-493D-A27C-136E14F74871}" destId="{2DBD3709-5E98-49C6-8C7B-6E9796D03340}" srcOrd="1" destOrd="0" presId="urn:microsoft.com/office/officeart/2005/8/layout/lProcess2"/>
    <dgm:cxn modelId="{B152045D-2330-416B-9175-0CAE72BFAC48}" srcId="{9886CE68-42F7-4BC7-A336-05D693E6BF68}" destId="{76280DF1-1883-493D-A27C-136E14F74871}" srcOrd="1" destOrd="0" parTransId="{A8B939EA-62CB-4E57-98E5-65CD311D6A70}" sibTransId="{94864ECB-4DE7-4B7C-A8C3-1F6C8B589AC5}"/>
    <dgm:cxn modelId="{58958260-F326-4C08-84E6-BD744735643F}" type="presOf" srcId="{82C5B23C-E99B-47BF-8411-044CE31CC7D6}" destId="{8EE6FBD1-7974-489F-880B-0E0D74871392}" srcOrd="0" destOrd="0" presId="urn:microsoft.com/office/officeart/2005/8/layout/lProcess2"/>
    <dgm:cxn modelId="{0D8DA348-4DF0-44B0-A960-0892751FB7E6}" srcId="{C408DDB6-B5BC-41FD-9ED3-A7CB51E1F752}" destId="{FB210012-C74B-49D6-B1A2-16A9E1241D73}" srcOrd="0" destOrd="0" parTransId="{2B75728C-0B59-4183-B059-BCB038EEE3B9}" sibTransId="{1847C4E0-BB8B-4196-866E-5F0871A5FB32}"/>
    <dgm:cxn modelId="{C6AB6B6E-FDCA-4F36-9C26-7924808E5A39}" type="presOf" srcId="{D784CEB6-6D7E-4DBF-A7D9-304B3B3F4541}" destId="{E1D07DEB-8476-4025-A519-6CBBF000E578}" srcOrd="0" destOrd="0" presId="urn:microsoft.com/office/officeart/2005/8/layout/lProcess2"/>
    <dgm:cxn modelId="{B70A5B57-3312-4ED2-B481-0B8A174CD556}" srcId="{CB7066EC-130E-429C-A5FA-C0515A61F0E1}" destId="{82C5B23C-E99B-47BF-8411-044CE31CC7D6}" srcOrd="0" destOrd="0" parTransId="{200A2573-5229-46C9-9553-C832E3EE6C13}" sibTransId="{A1A0E2A1-388C-49C6-8A66-C4A57E4908F1}"/>
    <dgm:cxn modelId="{3DFAE279-B2F1-4410-ADB5-41BECD8F6348}" srcId="{9886CE68-42F7-4BC7-A336-05D693E6BF68}" destId="{C408DDB6-B5BC-41FD-9ED3-A7CB51E1F752}" srcOrd="2" destOrd="0" parTransId="{7F23328F-0B71-48D4-BCE5-40B468A12E30}" sibTransId="{EC7F0D94-1158-494F-9953-F9309B5BC29C}"/>
    <dgm:cxn modelId="{18C33D80-0D02-4BC5-A213-F93AF313181B}" type="presOf" srcId="{9886CE68-42F7-4BC7-A336-05D693E6BF68}" destId="{78C474E4-4C46-42F5-9807-82A6544565FB}" srcOrd="0" destOrd="0" presId="urn:microsoft.com/office/officeart/2005/8/layout/lProcess2"/>
    <dgm:cxn modelId="{9F446989-8281-47F5-9EC1-66D8AACF3705}" type="presOf" srcId="{490192F7-3AB6-461F-8DFC-B150796EF578}" destId="{85663335-F508-4686-96CE-42DD85086E2A}" srcOrd="1" destOrd="0" presId="urn:microsoft.com/office/officeart/2005/8/layout/lProcess2"/>
    <dgm:cxn modelId="{61F3A898-F553-4195-BD95-4CCC8AD714EE}" type="presOf" srcId="{706C4D79-3FF5-4B75-9E35-33DC07FAFFDB}" destId="{625F1440-E40A-4436-BEE9-CAFC35F8F459}" srcOrd="0" destOrd="0" presId="urn:microsoft.com/office/officeart/2005/8/layout/lProcess2"/>
    <dgm:cxn modelId="{5A107099-C869-4D9E-8B2D-3A607BD65D89}" type="presOf" srcId="{0DC3A434-E41F-4D7E-91CF-A4613AB78B0E}" destId="{196411DD-E591-4D65-8077-8A1A0BE071D3}" srcOrd="0" destOrd="0" presId="urn:microsoft.com/office/officeart/2005/8/layout/lProcess2"/>
    <dgm:cxn modelId="{7EA99EA3-282A-4E21-9D01-DD32F78BF76E}" type="presOf" srcId="{CB7066EC-130E-429C-A5FA-C0515A61F0E1}" destId="{744FE2EC-055D-41D9-8FB1-DCBC7CFBADA3}" srcOrd="0" destOrd="0" presId="urn:microsoft.com/office/officeart/2005/8/layout/lProcess2"/>
    <dgm:cxn modelId="{ACD116A4-1AC1-4ADD-9C07-096311B6DDD8}" type="presOf" srcId="{FB210012-C74B-49D6-B1A2-16A9E1241D73}" destId="{7DBF3A8B-E577-4271-B847-CEFB133438C5}" srcOrd="0" destOrd="0" presId="urn:microsoft.com/office/officeart/2005/8/layout/lProcess2"/>
    <dgm:cxn modelId="{C069F3AA-97B6-4FEE-8E23-BA55765ED8F3}" type="presOf" srcId="{5BCC1F1C-BEC9-421A-9D85-44C29C35D5AF}" destId="{0C23BB94-85C5-4059-9D7E-FD5BDE304DB7}" srcOrd="0" destOrd="0" presId="urn:microsoft.com/office/officeart/2005/8/layout/lProcess2"/>
    <dgm:cxn modelId="{91147FAB-FD2D-4F43-B846-1CA2A63C4608}" srcId="{CB7066EC-130E-429C-A5FA-C0515A61F0E1}" destId="{06F8990F-8304-4761-BE96-B6AC2EDF5999}" srcOrd="2" destOrd="0" parTransId="{66F6CD90-642E-40BF-AA0A-CAA356277592}" sibTransId="{22DAACE0-BDD3-44F1-89C7-4B4D69790F4E}"/>
    <dgm:cxn modelId="{C9B9ACAE-29C8-4429-BAA2-61DE60AF1B56}" srcId="{706C4D79-3FF5-4B75-9E35-33DC07FAFFDB}" destId="{5BCC1F1C-BEC9-421A-9D85-44C29C35D5AF}" srcOrd="1" destOrd="0" parTransId="{D87119CA-F6CA-42DA-B68A-D6BD50A14277}" sibTransId="{56DD7E36-291B-4473-BF0D-5F793A199B8B}"/>
    <dgm:cxn modelId="{B5C8F3AF-B595-4FAF-B0F0-CBA50E925FF4}" srcId="{9886CE68-42F7-4BC7-A336-05D693E6BF68}" destId="{CB7066EC-130E-429C-A5FA-C0515A61F0E1}" srcOrd="4" destOrd="0" parTransId="{0F160766-E605-4B3D-BF32-BAE0F6E71099}" sibTransId="{1BCBF339-41B3-4BD8-8F8A-1BD91C2AFC57}"/>
    <dgm:cxn modelId="{452531C5-3CD6-4F3A-992B-1B12B03E7B93}" type="presOf" srcId="{C408DDB6-B5BC-41FD-9ED3-A7CB51E1F752}" destId="{3D74E38B-4E48-4A79-995A-97E02BC9D6EF}" srcOrd="1" destOrd="0" presId="urn:microsoft.com/office/officeart/2005/8/layout/lProcess2"/>
    <dgm:cxn modelId="{BBE575C5-6C77-4E95-B0AE-8179B91FDCDC}" srcId="{CB7066EC-130E-429C-A5FA-C0515A61F0E1}" destId="{0DC3A434-E41F-4D7E-91CF-A4613AB78B0E}" srcOrd="1" destOrd="0" parTransId="{6CC5C23F-6C4C-4E54-B782-E044641C46FA}" sibTransId="{1704F846-BE97-40EE-B5B2-0090C4AA1FC6}"/>
    <dgm:cxn modelId="{BAA112CE-3DA2-489E-9758-87EE99BBA336}" srcId="{706C4D79-3FF5-4B75-9E35-33DC07FAFFDB}" destId="{B12EFAF8-888F-4167-9B64-5F51ED3315AB}" srcOrd="2" destOrd="0" parTransId="{E3E30278-A171-448C-AAC2-0F3F1EDF9D5B}" sibTransId="{D943BC35-0142-43D4-B1A9-EA5D88415547}"/>
    <dgm:cxn modelId="{0C5CCECE-09E6-4CDA-BBF6-AAA4782CDB19}" type="presOf" srcId="{76280DF1-1883-493D-A27C-136E14F74871}" destId="{49C78F81-0AD2-407C-B8B2-6494E3F0EAC1}" srcOrd="0" destOrd="0" presId="urn:microsoft.com/office/officeart/2005/8/layout/lProcess2"/>
    <dgm:cxn modelId="{865534D0-8268-4DB5-B61C-6B865B397BF5}" type="presOf" srcId="{A32F1E14-9C6B-4FFD-87B6-921F3FCE5F80}" destId="{6515A7C5-C430-4336-8F95-EB141C69B02C}" srcOrd="0" destOrd="0" presId="urn:microsoft.com/office/officeart/2005/8/layout/lProcess2"/>
    <dgm:cxn modelId="{5F50ACD0-121D-4737-AEBA-3286C5C09F6E}" srcId="{CB7066EC-130E-429C-A5FA-C0515A61F0E1}" destId="{1BEB081D-C0BC-480E-A604-2BA6524EE044}" srcOrd="3" destOrd="0" parTransId="{00FC286E-727A-49CA-B711-4687F2C59BF3}" sibTransId="{10D8A6E7-4DDB-4400-872B-30A0DF40B3EF}"/>
    <dgm:cxn modelId="{F6153CD8-E7B4-473B-8CD7-948553452403}" srcId="{490192F7-3AB6-461F-8DFC-B150796EF578}" destId="{A32F1E14-9C6B-4FFD-87B6-921F3FCE5F80}" srcOrd="1" destOrd="0" parTransId="{5DCE025F-A414-4F15-9743-F4228FB6E893}" sibTransId="{78BC57DE-98F2-450C-966C-5B2A0507B466}"/>
    <dgm:cxn modelId="{6B8C66D9-726E-4A6E-88E8-D2790B7F72A1}" type="presOf" srcId="{9C14C562-4D32-442B-BF37-5ADCEAD88A2C}" destId="{8DDCCF05-7E93-481F-A22C-317205BAB1F7}" srcOrd="0" destOrd="0" presId="urn:microsoft.com/office/officeart/2005/8/layout/lProcess2"/>
    <dgm:cxn modelId="{309699DD-0AA7-487E-BD07-86D1EF4AAA70}" type="presOf" srcId="{06F8990F-8304-4761-BE96-B6AC2EDF5999}" destId="{5353DCBA-A0DB-4D1C-8C85-8964D4A9EF46}" srcOrd="0" destOrd="0" presId="urn:microsoft.com/office/officeart/2005/8/layout/lProcess2"/>
    <dgm:cxn modelId="{3121DADF-F369-4B90-8F49-3571BEBCEB90}" type="presOf" srcId="{0FB9661A-DD2B-495B-B493-5E423AAEE474}" destId="{E299659D-096B-4395-9E5A-5E7216AA06D6}" srcOrd="0" destOrd="0" presId="urn:microsoft.com/office/officeart/2005/8/layout/lProcess2"/>
    <dgm:cxn modelId="{2D983FEA-6553-44C7-89C4-243FA845A2CA}" type="presOf" srcId="{C408DDB6-B5BC-41FD-9ED3-A7CB51E1F752}" destId="{3DB42A0E-F7F0-45BC-9700-E050B5C0C896}" srcOrd="0" destOrd="0" presId="urn:microsoft.com/office/officeart/2005/8/layout/lProcess2"/>
    <dgm:cxn modelId="{58B8FAEC-8BE6-4FF2-8F69-12260F5C4188}" srcId="{9886CE68-42F7-4BC7-A336-05D693E6BF68}" destId="{490192F7-3AB6-461F-8DFC-B150796EF578}" srcOrd="3" destOrd="0" parTransId="{0EBE065B-20A1-4008-9AE4-8B6243C238E9}" sibTransId="{83DA191D-5AD8-4FC3-8BF2-7C671B70068A}"/>
    <dgm:cxn modelId="{659804F6-A06A-4A1E-887D-36BE14584674}" type="presOf" srcId="{490192F7-3AB6-461F-8DFC-B150796EF578}" destId="{BEBE24B0-A863-48A1-BF31-DD49B9D18C73}" srcOrd="0" destOrd="0" presId="urn:microsoft.com/office/officeart/2005/8/layout/lProcess2"/>
    <dgm:cxn modelId="{E35BAFF9-60A3-462F-ACCE-7430BA98AD40}" srcId="{C408DDB6-B5BC-41FD-9ED3-A7CB51E1F752}" destId="{9C14C562-4D32-442B-BF37-5ADCEAD88A2C}" srcOrd="1" destOrd="0" parTransId="{F5969AF5-4DB3-4D07-B0E1-14382B387CB9}" sibTransId="{47E2A1BB-5E4F-4468-BC50-860406F54871}"/>
    <dgm:cxn modelId="{E6AA44FA-64E0-4956-AEFB-AE9914580AD0}" type="presOf" srcId="{734E3FC2-0C63-47F9-8C98-E24DB49DAAF6}" destId="{E761C034-AB1F-4CD3-AB88-6AE1600002F1}" srcOrd="0" destOrd="0" presId="urn:microsoft.com/office/officeart/2005/8/layout/lProcess2"/>
    <dgm:cxn modelId="{3ED80E22-5DCC-4DF7-AB96-21E067C16A65}" type="presParOf" srcId="{78C474E4-4C46-42F5-9807-82A6544565FB}" destId="{F36967B0-FD45-47A0-B489-F43B9287A688}" srcOrd="0" destOrd="0" presId="urn:microsoft.com/office/officeart/2005/8/layout/lProcess2"/>
    <dgm:cxn modelId="{C2C30F8F-4763-4A06-A200-BE47983E4895}" type="presParOf" srcId="{F36967B0-FD45-47A0-B489-F43B9287A688}" destId="{625F1440-E40A-4436-BEE9-CAFC35F8F459}" srcOrd="0" destOrd="0" presId="urn:microsoft.com/office/officeart/2005/8/layout/lProcess2"/>
    <dgm:cxn modelId="{229A0B5A-6D08-4874-BF6E-4916345F9E05}" type="presParOf" srcId="{F36967B0-FD45-47A0-B489-F43B9287A688}" destId="{6AD199F8-9F1A-4B5F-B45E-872BBD231F40}" srcOrd="1" destOrd="0" presId="urn:microsoft.com/office/officeart/2005/8/layout/lProcess2"/>
    <dgm:cxn modelId="{3A479E9B-8E72-4903-BFED-3B54E2D7AD14}" type="presParOf" srcId="{F36967B0-FD45-47A0-B489-F43B9287A688}" destId="{D93C9378-8929-4225-ACE9-74F29A39C836}" srcOrd="2" destOrd="0" presId="urn:microsoft.com/office/officeart/2005/8/layout/lProcess2"/>
    <dgm:cxn modelId="{51888915-91E9-4B00-A7A3-46AC2A266E06}" type="presParOf" srcId="{D93C9378-8929-4225-ACE9-74F29A39C836}" destId="{A8EDBC24-129B-4796-80EB-12FE39040375}" srcOrd="0" destOrd="0" presId="urn:microsoft.com/office/officeart/2005/8/layout/lProcess2"/>
    <dgm:cxn modelId="{BDE4DDF8-26CB-425F-BC47-BD1B007CC783}" type="presParOf" srcId="{A8EDBC24-129B-4796-80EB-12FE39040375}" destId="{E299659D-096B-4395-9E5A-5E7216AA06D6}" srcOrd="0" destOrd="0" presId="urn:microsoft.com/office/officeart/2005/8/layout/lProcess2"/>
    <dgm:cxn modelId="{CF246D3A-5F7B-4E81-BC1B-EFDEB0318BF4}" type="presParOf" srcId="{A8EDBC24-129B-4796-80EB-12FE39040375}" destId="{B7EE246E-FE3A-440C-9ACE-D72178F80128}" srcOrd="1" destOrd="0" presId="urn:microsoft.com/office/officeart/2005/8/layout/lProcess2"/>
    <dgm:cxn modelId="{61D71C9C-A0C0-4A65-AF8E-669A150FE2F7}" type="presParOf" srcId="{A8EDBC24-129B-4796-80EB-12FE39040375}" destId="{0C23BB94-85C5-4059-9D7E-FD5BDE304DB7}" srcOrd="2" destOrd="0" presId="urn:microsoft.com/office/officeart/2005/8/layout/lProcess2"/>
    <dgm:cxn modelId="{A2528A2A-33D0-4A23-A15A-02C025515E6A}" type="presParOf" srcId="{A8EDBC24-129B-4796-80EB-12FE39040375}" destId="{6704205E-B85C-4EBC-915B-FB10F9C921DC}" srcOrd="3" destOrd="0" presId="urn:microsoft.com/office/officeart/2005/8/layout/lProcess2"/>
    <dgm:cxn modelId="{EC392B88-DCCF-4986-9E4C-CB8DE51011BC}" type="presParOf" srcId="{A8EDBC24-129B-4796-80EB-12FE39040375}" destId="{18F9313C-E2D9-4132-8FA9-C71D28F212C4}" srcOrd="4" destOrd="0" presId="urn:microsoft.com/office/officeart/2005/8/layout/lProcess2"/>
    <dgm:cxn modelId="{0968D792-FE33-4E69-BD04-4F3DFBA08E99}" type="presParOf" srcId="{78C474E4-4C46-42F5-9807-82A6544565FB}" destId="{BF9F4C4C-244D-4321-B57D-7964EAED87A3}" srcOrd="1" destOrd="0" presId="urn:microsoft.com/office/officeart/2005/8/layout/lProcess2"/>
    <dgm:cxn modelId="{E0860183-77C3-45E1-845B-85FF2E88CC47}" type="presParOf" srcId="{78C474E4-4C46-42F5-9807-82A6544565FB}" destId="{139F2D15-0BE7-4EB5-9444-61313BE267BA}" srcOrd="2" destOrd="0" presId="urn:microsoft.com/office/officeart/2005/8/layout/lProcess2"/>
    <dgm:cxn modelId="{A4CE82D1-7A7E-444C-8128-BCBFC40342D1}" type="presParOf" srcId="{139F2D15-0BE7-4EB5-9444-61313BE267BA}" destId="{49C78F81-0AD2-407C-B8B2-6494E3F0EAC1}" srcOrd="0" destOrd="0" presId="urn:microsoft.com/office/officeart/2005/8/layout/lProcess2"/>
    <dgm:cxn modelId="{A010DB13-D1FB-4CE9-8BDE-147C5EB5D263}" type="presParOf" srcId="{139F2D15-0BE7-4EB5-9444-61313BE267BA}" destId="{2DBD3709-5E98-49C6-8C7B-6E9796D03340}" srcOrd="1" destOrd="0" presId="urn:microsoft.com/office/officeart/2005/8/layout/lProcess2"/>
    <dgm:cxn modelId="{F5B3043F-9180-4159-A761-414DB930641E}" type="presParOf" srcId="{139F2D15-0BE7-4EB5-9444-61313BE267BA}" destId="{2C7117CE-C1F4-4518-94BA-E4553D535904}" srcOrd="2" destOrd="0" presId="urn:microsoft.com/office/officeart/2005/8/layout/lProcess2"/>
    <dgm:cxn modelId="{EB2B064C-D68B-4ADE-9299-4344DE11F92E}" type="presParOf" srcId="{2C7117CE-C1F4-4518-94BA-E4553D535904}" destId="{831A1FC5-11C1-4CA8-86EE-DBA8B6FB85E3}" srcOrd="0" destOrd="0" presId="urn:microsoft.com/office/officeart/2005/8/layout/lProcess2"/>
    <dgm:cxn modelId="{16624E95-D891-4B2A-9087-723F68FC7C90}" type="presParOf" srcId="{831A1FC5-11C1-4CA8-86EE-DBA8B6FB85E3}" destId="{E761C034-AB1F-4CD3-AB88-6AE1600002F1}" srcOrd="0" destOrd="0" presId="urn:microsoft.com/office/officeart/2005/8/layout/lProcess2"/>
    <dgm:cxn modelId="{2476DECA-497A-4888-AD5C-FCEFFF9B98E9}" type="presParOf" srcId="{78C474E4-4C46-42F5-9807-82A6544565FB}" destId="{4DC9C952-7D2B-4F59-8703-139582655B0D}" srcOrd="3" destOrd="0" presId="urn:microsoft.com/office/officeart/2005/8/layout/lProcess2"/>
    <dgm:cxn modelId="{EA43DEA0-3980-4E99-8D60-33D2C2C39853}" type="presParOf" srcId="{78C474E4-4C46-42F5-9807-82A6544565FB}" destId="{7E2FED0B-5531-46E5-A099-63D16FAB698F}" srcOrd="4" destOrd="0" presId="urn:microsoft.com/office/officeart/2005/8/layout/lProcess2"/>
    <dgm:cxn modelId="{CD7C2B99-EEE5-4D5C-BF3D-9B12303C3EA9}" type="presParOf" srcId="{7E2FED0B-5531-46E5-A099-63D16FAB698F}" destId="{3DB42A0E-F7F0-45BC-9700-E050B5C0C896}" srcOrd="0" destOrd="0" presId="urn:microsoft.com/office/officeart/2005/8/layout/lProcess2"/>
    <dgm:cxn modelId="{80BA4A60-3584-4305-91CF-B4CD76FC4898}" type="presParOf" srcId="{7E2FED0B-5531-46E5-A099-63D16FAB698F}" destId="{3D74E38B-4E48-4A79-995A-97E02BC9D6EF}" srcOrd="1" destOrd="0" presId="urn:microsoft.com/office/officeart/2005/8/layout/lProcess2"/>
    <dgm:cxn modelId="{4C68C930-ECA0-47FE-93CD-4493C11E8D82}" type="presParOf" srcId="{7E2FED0B-5531-46E5-A099-63D16FAB698F}" destId="{21C5456B-62BA-4E3D-B9CB-B91BC32487BB}" srcOrd="2" destOrd="0" presId="urn:microsoft.com/office/officeart/2005/8/layout/lProcess2"/>
    <dgm:cxn modelId="{70BB8BF6-9878-4CE7-B887-0B19F400AA7C}" type="presParOf" srcId="{21C5456B-62BA-4E3D-B9CB-B91BC32487BB}" destId="{CA6A096F-1249-471C-A93D-656636B07828}" srcOrd="0" destOrd="0" presId="urn:microsoft.com/office/officeart/2005/8/layout/lProcess2"/>
    <dgm:cxn modelId="{B68C5F89-41AE-4DD4-A355-14A7FF7F816A}" type="presParOf" srcId="{CA6A096F-1249-471C-A93D-656636B07828}" destId="{7DBF3A8B-E577-4271-B847-CEFB133438C5}" srcOrd="0" destOrd="0" presId="urn:microsoft.com/office/officeart/2005/8/layout/lProcess2"/>
    <dgm:cxn modelId="{DED658A2-A61E-4676-A7AC-75B1EF009ADD}" type="presParOf" srcId="{CA6A096F-1249-471C-A93D-656636B07828}" destId="{92610CF1-39FF-44B6-B233-72D5F7EC6140}" srcOrd="1" destOrd="0" presId="urn:microsoft.com/office/officeart/2005/8/layout/lProcess2"/>
    <dgm:cxn modelId="{75A60E8A-8EA8-4267-950D-A596D1FF9EB0}" type="presParOf" srcId="{CA6A096F-1249-471C-A93D-656636B07828}" destId="{8DDCCF05-7E93-481F-A22C-317205BAB1F7}" srcOrd="2" destOrd="0" presId="urn:microsoft.com/office/officeart/2005/8/layout/lProcess2"/>
    <dgm:cxn modelId="{3ED27EC6-E567-484E-9315-E738E76FEC75}" type="presParOf" srcId="{78C474E4-4C46-42F5-9807-82A6544565FB}" destId="{EE8AA3CF-8BC3-4961-87EA-263327AA0056}" srcOrd="5" destOrd="0" presId="urn:microsoft.com/office/officeart/2005/8/layout/lProcess2"/>
    <dgm:cxn modelId="{8DE757A6-37F0-4C3E-A7F3-0796CDC6CB47}" type="presParOf" srcId="{78C474E4-4C46-42F5-9807-82A6544565FB}" destId="{5876D4DA-CCC6-45D2-BABA-399C5B549378}" srcOrd="6" destOrd="0" presId="urn:microsoft.com/office/officeart/2005/8/layout/lProcess2"/>
    <dgm:cxn modelId="{454DD793-9118-44C3-87B0-AA934B099384}" type="presParOf" srcId="{5876D4DA-CCC6-45D2-BABA-399C5B549378}" destId="{BEBE24B0-A863-48A1-BF31-DD49B9D18C73}" srcOrd="0" destOrd="0" presId="urn:microsoft.com/office/officeart/2005/8/layout/lProcess2"/>
    <dgm:cxn modelId="{F2021DA5-EAE8-4114-B71E-B02C6A132B17}" type="presParOf" srcId="{5876D4DA-CCC6-45D2-BABA-399C5B549378}" destId="{85663335-F508-4686-96CE-42DD85086E2A}" srcOrd="1" destOrd="0" presId="urn:microsoft.com/office/officeart/2005/8/layout/lProcess2"/>
    <dgm:cxn modelId="{0D71FBAA-7475-4653-9CC5-8C1FF2FB8BA1}" type="presParOf" srcId="{5876D4DA-CCC6-45D2-BABA-399C5B549378}" destId="{9E0E2A2F-6826-41D8-A429-C8F7B1D5F734}" srcOrd="2" destOrd="0" presId="urn:microsoft.com/office/officeart/2005/8/layout/lProcess2"/>
    <dgm:cxn modelId="{11783382-DD9B-40C9-B020-E85847943D65}" type="presParOf" srcId="{9E0E2A2F-6826-41D8-A429-C8F7B1D5F734}" destId="{27494FB7-B30A-4BFF-83BD-695D3CCA5FFB}" srcOrd="0" destOrd="0" presId="urn:microsoft.com/office/officeart/2005/8/layout/lProcess2"/>
    <dgm:cxn modelId="{186DF052-19D8-4228-8CD4-91F1B816D390}" type="presParOf" srcId="{27494FB7-B30A-4BFF-83BD-695D3CCA5FFB}" destId="{E1D07DEB-8476-4025-A519-6CBBF000E578}" srcOrd="0" destOrd="0" presId="urn:microsoft.com/office/officeart/2005/8/layout/lProcess2"/>
    <dgm:cxn modelId="{80B6BA0E-F1BC-4887-A7A2-964CF1929DCB}" type="presParOf" srcId="{27494FB7-B30A-4BFF-83BD-695D3CCA5FFB}" destId="{01103E62-6B75-4D88-9851-8EDA40E3B544}" srcOrd="1" destOrd="0" presId="urn:microsoft.com/office/officeart/2005/8/layout/lProcess2"/>
    <dgm:cxn modelId="{A85E7C23-6241-4531-A0D1-78152931241E}" type="presParOf" srcId="{27494FB7-B30A-4BFF-83BD-695D3CCA5FFB}" destId="{6515A7C5-C430-4336-8F95-EB141C69B02C}" srcOrd="2" destOrd="0" presId="urn:microsoft.com/office/officeart/2005/8/layout/lProcess2"/>
    <dgm:cxn modelId="{50E3F1A8-CC57-425E-8274-A53A39DB7482}" type="presParOf" srcId="{78C474E4-4C46-42F5-9807-82A6544565FB}" destId="{5F7A0062-21D7-40A4-A3B4-59CA296B4A1F}" srcOrd="7" destOrd="0" presId="urn:microsoft.com/office/officeart/2005/8/layout/lProcess2"/>
    <dgm:cxn modelId="{BBB42DC8-8963-45E6-AE05-B95F2A5F83A9}" type="presParOf" srcId="{78C474E4-4C46-42F5-9807-82A6544565FB}" destId="{ADDA0FAE-5C25-4981-8BAC-DC4B93231984}" srcOrd="8" destOrd="0" presId="urn:microsoft.com/office/officeart/2005/8/layout/lProcess2"/>
    <dgm:cxn modelId="{C9CC6A94-517F-487D-8B65-C5D8E0652CA9}" type="presParOf" srcId="{ADDA0FAE-5C25-4981-8BAC-DC4B93231984}" destId="{744FE2EC-055D-41D9-8FB1-DCBC7CFBADA3}" srcOrd="0" destOrd="0" presId="urn:microsoft.com/office/officeart/2005/8/layout/lProcess2"/>
    <dgm:cxn modelId="{6968A6D3-3D28-4338-9DAA-6597DD777F95}" type="presParOf" srcId="{ADDA0FAE-5C25-4981-8BAC-DC4B93231984}" destId="{3567EB46-5274-4132-A74A-0CA789E5E6B5}" srcOrd="1" destOrd="0" presId="urn:microsoft.com/office/officeart/2005/8/layout/lProcess2"/>
    <dgm:cxn modelId="{C49841DE-AA9F-4D1F-BC65-D5B8BC97D4BD}" type="presParOf" srcId="{ADDA0FAE-5C25-4981-8BAC-DC4B93231984}" destId="{25FCD4B3-6D96-4A1D-B2FC-57AF0974A820}" srcOrd="2" destOrd="0" presId="urn:microsoft.com/office/officeart/2005/8/layout/lProcess2"/>
    <dgm:cxn modelId="{514EDB08-4FD4-4472-8AE0-FCF259303731}" type="presParOf" srcId="{25FCD4B3-6D96-4A1D-B2FC-57AF0974A820}" destId="{2087607D-DCAC-42F8-94E5-EAACFC862E8A}" srcOrd="0" destOrd="0" presId="urn:microsoft.com/office/officeart/2005/8/layout/lProcess2"/>
    <dgm:cxn modelId="{0119D9D7-020D-4081-A254-23C5E156AD8B}" type="presParOf" srcId="{2087607D-DCAC-42F8-94E5-EAACFC862E8A}" destId="{8EE6FBD1-7974-489F-880B-0E0D74871392}" srcOrd="0" destOrd="0" presId="urn:microsoft.com/office/officeart/2005/8/layout/lProcess2"/>
    <dgm:cxn modelId="{FA5368B3-D9C8-4C58-831A-B4FF0189A78E}" type="presParOf" srcId="{2087607D-DCAC-42F8-94E5-EAACFC862E8A}" destId="{049618A5-C436-4423-A4AD-5A0A906CEE0B}" srcOrd="1" destOrd="0" presId="urn:microsoft.com/office/officeart/2005/8/layout/lProcess2"/>
    <dgm:cxn modelId="{09ADCE9F-62E0-4D27-B237-FAE16D8AA3BB}" type="presParOf" srcId="{2087607D-DCAC-42F8-94E5-EAACFC862E8A}" destId="{196411DD-E591-4D65-8077-8A1A0BE071D3}" srcOrd="2" destOrd="0" presId="urn:microsoft.com/office/officeart/2005/8/layout/lProcess2"/>
    <dgm:cxn modelId="{B0713EA0-D2B6-4730-BB8D-9E6850A69FE9}" type="presParOf" srcId="{2087607D-DCAC-42F8-94E5-EAACFC862E8A}" destId="{D047AD5A-17A2-40EB-886D-69ECA39011AA}" srcOrd="3" destOrd="0" presId="urn:microsoft.com/office/officeart/2005/8/layout/lProcess2"/>
    <dgm:cxn modelId="{067C8AD2-51B2-4D4C-9A94-2B695A334314}" type="presParOf" srcId="{2087607D-DCAC-42F8-94E5-EAACFC862E8A}" destId="{5353DCBA-A0DB-4D1C-8C85-8964D4A9EF46}" srcOrd="4" destOrd="0" presId="urn:microsoft.com/office/officeart/2005/8/layout/lProcess2"/>
    <dgm:cxn modelId="{C226218D-0E42-4764-A49E-B67981BFB9D3}" type="presParOf" srcId="{2087607D-DCAC-42F8-94E5-EAACFC862E8A}" destId="{5E39D988-B0C1-48FE-A913-3B8EEE321B22}" srcOrd="5" destOrd="0" presId="urn:microsoft.com/office/officeart/2005/8/layout/lProcess2"/>
    <dgm:cxn modelId="{1DA9AC94-DA8C-4E95-B86A-A79556DECF09}" type="presParOf" srcId="{2087607D-DCAC-42F8-94E5-EAACFC862E8A}" destId="{D8BC125B-EBCB-44D1-87E6-4A3836611CEC}" srcOrd="6"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DA0C2DD-6038-458F-B5B7-1AB0EF3B8A2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06976EB-362D-4311-87BC-935A7C8CB9A0}">
      <dgm:prSet phldrT="[Text]" custT="1"/>
      <dgm:spPr>
        <a:solidFill>
          <a:srgbClr val="004F71"/>
        </a:solidFill>
      </dgm:spPr>
      <dgm:t>
        <a:bodyPr/>
        <a:lstStyle/>
        <a:p>
          <a:r>
            <a:rPr lang="en-US" sz="2400" dirty="0"/>
            <a:t>How would you…</a:t>
          </a:r>
        </a:p>
      </dgm:t>
    </dgm:pt>
    <dgm:pt modelId="{199C7A89-6B23-4D37-B180-A1A441EF8E1E}" type="parTrans" cxnId="{77984D37-AE6A-4FB5-9CE2-0A60CB3A1227}">
      <dgm:prSet/>
      <dgm:spPr/>
      <dgm:t>
        <a:bodyPr/>
        <a:lstStyle/>
        <a:p>
          <a:endParaRPr lang="en-US"/>
        </a:p>
      </dgm:t>
    </dgm:pt>
    <dgm:pt modelId="{43040377-5818-4B65-B6BB-7564BDF3BDB5}" type="sibTrans" cxnId="{77984D37-AE6A-4FB5-9CE2-0A60CB3A1227}">
      <dgm:prSet/>
      <dgm:spPr/>
      <dgm:t>
        <a:bodyPr/>
        <a:lstStyle/>
        <a:p>
          <a:endParaRPr lang="en-US"/>
        </a:p>
      </dgm:t>
    </dgm:pt>
    <dgm:pt modelId="{AFB7D8FB-9A02-4C1B-8BD9-C447919F3A13}">
      <dgm:prSet phldrT="[Text]" custT="1"/>
      <dgm:spPr>
        <a:solidFill>
          <a:schemeClr val="bg1">
            <a:lumMod val="95000"/>
            <a:alpha val="90000"/>
          </a:schemeClr>
        </a:solidFill>
        <a:ln w="9525">
          <a:solidFill>
            <a:schemeClr val="bg1">
              <a:lumMod val="85000"/>
            </a:schemeClr>
          </a:solidFill>
        </a:ln>
      </dgm:spPr>
      <dgm:t>
        <a:bodyPr/>
        <a:lstStyle/>
        <a:p>
          <a:r>
            <a:rPr lang="en-US" sz="2400" dirty="0">
              <a:solidFill>
                <a:srgbClr val="20282F"/>
              </a:solidFill>
            </a:rPr>
            <a:t>Prevent equipment from overheating </a:t>
          </a:r>
          <a:br>
            <a:rPr lang="en-US" sz="2400" dirty="0">
              <a:solidFill>
                <a:srgbClr val="20282F"/>
              </a:solidFill>
            </a:rPr>
          </a:br>
          <a:r>
            <a:rPr lang="en-US" sz="2400" dirty="0">
              <a:solidFill>
                <a:srgbClr val="20282F"/>
              </a:solidFill>
            </a:rPr>
            <a:t>in a server room?</a:t>
          </a:r>
        </a:p>
      </dgm:t>
    </dgm:pt>
    <dgm:pt modelId="{7E1E802F-C843-44ED-9203-510126121351}" type="parTrans" cxnId="{E19FCE11-81F1-4552-88D7-94E22EDAB7E3}">
      <dgm:prSet/>
      <dgm:spPr/>
      <dgm:t>
        <a:bodyPr/>
        <a:lstStyle/>
        <a:p>
          <a:endParaRPr lang="en-US"/>
        </a:p>
      </dgm:t>
    </dgm:pt>
    <dgm:pt modelId="{3A9CAC7D-FC83-4C1D-9B46-AFB21801C2BE}" type="sibTrans" cxnId="{E19FCE11-81F1-4552-88D7-94E22EDAB7E3}">
      <dgm:prSet/>
      <dgm:spPr/>
      <dgm:t>
        <a:bodyPr/>
        <a:lstStyle/>
        <a:p>
          <a:endParaRPr lang="en-US"/>
        </a:p>
      </dgm:t>
    </dgm:pt>
    <dgm:pt modelId="{C3F52E0B-7EE6-48E9-B30F-9F8FDDC94F20}">
      <dgm:prSet phldrT="[Text]" custT="1"/>
      <dgm:spPr>
        <a:solidFill>
          <a:schemeClr val="bg1">
            <a:lumMod val="95000"/>
            <a:alpha val="90000"/>
          </a:schemeClr>
        </a:solidFill>
        <a:ln w="9525">
          <a:solidFill>
            <a:schemeClr val="bg1">
              <a:lumMod val="85000"/>
            </a:schemeClr>
          </a:solidFill>
        </a:ln>
      </dgm:spPr>
      <dgm:t>
        <a:bodyPr/>
        <a:lstStyle/>
        <a:p>
          <a:r>
            <a:rPr lang="en-US" sz="2400" dirty="0">
              <a:solidFill>
                <a:srgbClr val="20282F"/>
              </a:solidFill>
            </a:rPr>
            <a:t>Prevent static discharge?</a:t>
          </a:r>
        </a:p>
      </dgm:t>
    </dgm:pt>
    <dgm:pt modelId="{524C99D2-7799-4859-8BBB-3F7FDD317F1A}" type="sibTrans" cxnId="{F2C49D61-64FF-442B-868E-164F413006A3}">
      <dgm:prSet/>
      <dgm:spPr/>
      <dgm:t>
        <a:bodyPr/>
        <a:lstStyle/>
        <a:p>
          <a:endParaRPr lang="en-US"/>
        </a:p>
      </dgm:t>
    </dgm:pt>
    <dgm:pt modelId="{C3857EFF-DA81-4D33-A861-2CB709F046D0}" type="parTrans" cxnId="{F2C49D61-64FF-442B-868E-164F413006A3}">
      <dgm:prSet/>
      <dgm:spPr/>
      <dgm:t>
        <a:bodyPr/>
        <a:lstStyle/>
        <a:p>
          <a:endParaRPr lang="en-US"/>
        </a:p>
      </dgm:t>
    </dgm:pt>
    <dgm:pt modelId="{7CAA58F7-C4A5-4B6F-B65A-BA0A77D74E8E}">
      <dgm:prSet phldrT="[Text]" custT="1"/>
      <dgm:spPr>
        <a:solidFill>
          <a:schemeClr val="bg1">
            <a:lumMod val="95000"/>
            <a:alpha val="90000"/>
          </a:schemeClr>
        </a:solidFill>
        <a:ln w="9525">
          <a:solidFill>
            <a:schemeClr val="bg1">
              <a:lumMod val="85000"/>
            </a:schemeClr>
          </a:solidFill>
        </a:ln>
      </dgm:spPr>
      <dgm:t>
        <a:bodyPr/>
        <a:lstStyle/>
        <a:p>
          <a:r>
            <a:rPr lang="en-US" sz="2400" dirty="0">
              <a:solidFill>
                <a:srgbClr val="20282F"/>
              </a:solidFill>
            </a:rPr>
            <a:t>Protect equipment and data from </a:t>
          </a:r>
          <a:br>
            <a:rPr lang="en-US" sz="2400" dirty="0">
              <a:solidFill>
                <a:srgbClr val="20282F"/>
              </a:solidFill>
            </a:rPr>
          </a:br>
          <a:r>
            <a:rPr lang="en-US" sz="2400" dirty="0">
              <a:solidFill>
                <a:srgbClr val="20282F"/>
              </a:solidFill>
            </a:rPr>
            <a:t>under-voltage events?</a:t>
          </a:r>
        </a:p>
      </dgm:t>
    </dgm:pt>
    <dgm:pt modelId="{11C58CC3-2CD8-42DB-B6C9-C332BD4DD633}" type="sibTrans" cxnId="{9B2CFED7-48E5-4B39-800F-9F537150FEC9}">
      <dgm:prSet/>
      <dgm:spPr/>
      <dgm:t>
        <a:bodyPr/>
        <a:lstStyle/>
        <a:p>
          <a:endParaRPr lang="en-US"/>
        </a:p>
      </dgm:t>
    </dgm:pt>
    <dgm:pt modelId="{7E72385E-F61C-4CF6-B0A6-4E8D03C680A3}" type="parTrans" cxnId="{9B2CFED7-48E5-4B39-800F-9F537150FEC9}">
      <dgm:prSet/>
      <dgm:spPr/>
      <dgm:t>
        <a:bodyPr/>
        <a:lstStyle/>
        <a:p>
          <a:endParaRPr lang="en-US"/>
        </a:p>
      </dgm:t>
    </dgm:pt>
    <dgm:pt modelId="{2E24EE3C-5A74-7642-8CF6-8DE7AD348B8A}" type="pres">
      <dgm:prSet presAssocID="{0DA0C2DD-6038-458F-B5B7-1AB0EF3B8A22}" presName="linear" presStyleCnt="0">
        <dgm:presLayoutVars>
          <dgm:dir/>
          <dgm:animLvl val="lvl"/>
          <dgm:resizeHandles val="exact"/>
        </dgm:presLayoutVars>
      </dgm:prSet>
      <dgm:spPr/>
    </dgm:pt>
    <dgm:pt modelId="{0C6B3BEC-5334-964C-BBF4-701E890ADBC8}" type="pres">
      <dgm:prSet presAssocID="{206976EB-362D-4311-87BC-935A7C8CB9A0}" presName="parentLin" presStyleCnt="0"/>
      <dgm:spPr/>
    </dgm:pt>
    <dgm:pt modelId="{3FDDAE10-0C0E-BC4C-8419-60C239F91794}" type="pres">
      <dgm:prSet presAssocID="{206976EB-362D-4311-87BC-935A7C8CB9A0}" presName="parentLeftMargin" presStyleLbl="node1" presStyleIdx="0" presStyleCnt="1"/>
      <dgm:spPr/>
    </dgm:pt>
    <dgm:pt modelId="{E2186015-3768-204A-8F7E-C6A48DCFC213}" type="pres">
      <dgm:prSet presAssocID="{206976EB-362D-4311-87BC-935A7C8CB9A0}" presName="parentText" presStyleLbl="node1" presStyleIdx="0" presStyleCnt="1" custScaleY="68279">
        <dgm:presLayoutVars>
          <dgm:chMax val="0"/>
          <dgm:bulletEnabled val="1"/>
        </dgm:presLayoutVars>
      </dgm:prSet>
      <dgm:spPr/>
    </dgm:pt>
    <dgm:pt modelId="{5FBB1C8D-ADE6-5342-83A1-4B04F0DF3E6E}" type="pres">
      <dgm:prSet presAssocID="{206976EB-362D-4311-87BC-935A7C8CB9A0}" presName="negativeSpace" presStyleCnt="0"/>
      <dgm:spPr/>
    </dgm:pt>
    <dgm:pt modelId="{C0C29067-4D06-0444-990B-6CCAC501A65E}" type="pres">
      <dgm:prSet presAssocID="{206976EB-362D-4311-87BC-935A7C8CB9A0}" presName="childText" presStyleLbl="conFgAcc1" presStyleIdx="0" presStyleCnt="1">
        <dgm:presLayoutVars>
          <dgm:bulletEnabled val="1"/>
        </dgm:presLayoutVars>
      </dgm:prSet>
      <dgm:spPr/>
    </dgm:pt>
  </dgm:ptLst>
  <dgm:cxnLst>
    <dgm:cxn modelId="{59FC4E00-B491-1B45-8479-40F38D9CA3D9}" type="presOf" srcId="{0DA0C2DD-6038-458F-B5B7-1AB0EF3B8A22}" destId="{2E24EE3C-5A74-7642-8CF6-8DE7AD348B8A}" srcOrd="0" destOrd="0" presId="urn:microsoft.com/office/officeart/2005/8/layout/list1"/>
    <dgm:cxn modelId="{E19FCE11-81F1-4552-88D7-94E22EDAB7E3}" srcId="{206976EB-362D-4311-87BC-935A7C8CB9A0}" destId="{AFB7D8FB-9A02-4C1B-8BD9-C447919F3A13}" srcOrd="0" destOrd="0" parTransId="{7E1E802F-C843-44ED-9203-510126121351}" sibTransId="{3A9CAC7D-FC83-4C1D-9B46-AFB21801C2BE}"/>
    <dgm:cxn modelId="{77984D37-AE6A-4FB5-9CE2-0A60CB3A1227}" srcId="{0DA0C2DD-6038-458F-B5B7-1AB0EF3B8A22}" destId="{206976EB-362D-4311-87BC-935A7C8CB9A0}" srcOrd="0" destOrd="0" parTransId="{199C7A89-6B23-4D37-B180-A1A441EF8E1E}" sibTransId="{43040377-5818-4B65-B6BB-7564BDF3BDB5}"/>
    <dgm:cxn modelId="{F2C49D61-64FF-442B-868E-164F413006A3}" srcId="{206976EB-362D-4311-87BC-935A7C8CB9A0}" destId="{C3F52E0B-7EE6-48E9-B30F-9F8FDDC94F20}" srcOrd="1" destOrd="0" parTransId="{C3857EFF-DA81-4D33-A861-2CB709F046D0}" sibTransId="{524C99D2-7799-4859-8BBB-3F7FDD317F1A}"/>
    <dgm:cxn modelId="{92BC2562-B786-0C47-AF2E-5BDB7A0A7314}" type="presOf" srcId="{206976EB-362D-4311-87BC-935A7C8CB9A0}" destId="{E2186015-3768-204A-8F7E-C6A48DCFC213}" srcOrd="1" destOrd="0" presId="urn:microsoft.com/office/officeart/2005/8/layout/list1"/>
    <dgm:cxn modelId="{F6E47646-9257-694A-ABAE-E6533321B96C}" type="presOf" srcId="{C3F52E0B-7EE6-48E9-B30F-9F8FDDC94F20}" destId="{C0C29067-4D06-0444-990B-6CCAC501A65E}" srcOrd="0" destOrd="1" presId="urn:microsoft.com/office/officeart/2005/8/layout/list1"/>
    <dgm:cxn modelId="{14F1F6A7-7761-E240-9231-4081257454B6}" type="presOf" srcId="{AFB7D8FB-9A02-4C1B-8BD9-C447919F3A13}" destId="{C0C29067-4D06-0444-990B-6CCAC501A65E}" srcOrd="0" destOrd="0" presId="urn:microsoft.com/office/officeart/2005/8/layout/list1"/>
    <dgm:cxn modelId="{9E2A14C9-B154-4E44-A0B3-62048817EBC0}" type="presOf" srcId="{7CAA58F7-C4A5-4B6F-B65A-BA0A77D74E8E}" destId="{C0C29067-4D06-0444-990B-6CCAC501A65E}" srcOrd="0" destOrd="2" presId="urn:microsoft.com/office/officeart/2005/8/layout/list1"/>
    <dgm:cxn modelId="{9B2CFED7-48E5-4B39-800F-9F537150FEC9}" srcId="{206976EB-362D-4311-87BC-935A7C8CB9A0}" destId="{7CAA58F7-C4A5-4B6F-B65A-BA0A77D74E8E}" srcOrd="2" destOrd="0" parTransId="{7E72385E-F61C-4CF6-B0A6-4E8D03C680A3}" sibTransId="{11C58CC3-2CD8-42DB-B6C9-C332BD4DD633}"/>
    <dgm:cxn modelId="{1E6CF0E9-C0B0-B44B-905A-501DE0AE4382}" type="presOf" srcId="{206976EB-362D-4311-87BC-935A7C8CB9A0}" destId="{3FDDAE10-0C0E-BC4C-8419-60C239F91794}" srcOrd="0" destOrd="0" presId="urn:microsoft.com/office/officeart/2005/8/layout/list1"/>
    <dgm:cxn modelId="{13C6F7A9-C36B-D64F-9365-031986FBF2CF}" type="presParOf" srcId="{2E24EE3C-5A74-7642-8CF6-8DE7AD348B8A}" destId="{0C6B3BEC-5334-964C-BBF4-701E890ADBC8}" srcOrd="0" destOrd="0" presId="urn:microsoft.com/office/officeart/2005/8/layout/list1"/>
    <dgm:cxn modelId="{868B6301-C852-A840-9DD9-B062A3141FF7}" type="presParOf" srcId="{0C6B3BEC-5334-964C-BBF4-701E890ADBC8}" destId="{3FDDAE10-0C0E-BC4C-8419-60C239F91794}" srcOrd="0" destOrd="0" presId="urn:microsoft.com/office/officeart/2005/8/layout/list1"/>
    <dgm:cxn modelId="{82153E4F-1BA7-F848-9966-ADAA7E5AC833}" type="presParOf" srcId="{0C6B3BEC-5334-964C-BBF4-701E890ADBC8}" destId="{E2186015-3768-204A-8F7E-C6A48DCFC213}" srcOrd="1" destOrd="0" presId="urn:microsoft.com/office/officeart/2005/8/layout/list1"/>
    <dgm:cxn modelId="{603BF15E-4075-7249-AB54-0A33457F446E}" type="presParOf" srcId="{2E24EE3C-5A74-7642-8CF6-8DE7AD348B8A}" destId="{5FBB1C8D-ADE6-5342-83A1-4B04F0DF3E6E}" srcOrd="1" destOrd="0" presId="urn:microsoft.com/office/officeart/2005/8/layout/list1"/>
    <dgm:cxn modelId="{BBC64382-FAAB-BF48-83C5-ABFD71783061}" type="presParOf" srcId="{2E24EE3C-5A74-7642-8CF6-8DE7AD348B8A}" destId="{C0C29067-4D06-0444-990B-6CCAC501A65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73C3E25-B65A-43BC-93DA-80BF814B68E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C0D9A9B-4782-4670-A8EC-03D0EB9D6BDF}">
      <dgm:prSet phldrT="[Text]" custT="1"/>
      <dgm:spPr>
        <a:solidFill>
          <a:srgbClr val="004F71"/>
        </a:solidFill>
      </dgm:spPr>
      <dgm:t>
        <a:bodyPr/>
        <a:lstStyle/>
        <a:p>
          <a:pPr>
            <a:spcBef>
              <a:spcPts val="600"/>
            </a:spcBef>
            <a:spcAft>
              <a:spcPts val="600"/>
            </a:spcAft>
          </a:pPr>
          <a:r>
            <a:rPr lang="en-US" sz="1800" b="0" dirty="0"/>
            <a:t>Physical layer</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CE83A7D-9797-40B6-953D-DD61DF93A876}" type="parTrans" cxnId="{4E201651-2561-4517-854A-36336A7142D2}">
      <dgm:prSet/>
      <dgm:spPr/>
      <dgm:t>
        <a:bodyPr/>
        <a:lstStyle/>
        <a:p>
          <a:pPr>
            <a:spcBef>
              <a:spcPts val="600"/>
            </a:spcBef>
            <a:spcAft>
              <a:spcPts val="600"/>
            </a:spcAft>
          </a:pPr>
          <a:endParaRPr lang="en-US"/>
        </a:p>
      </dgm:t>
    </dgm:pt>
    <dgm:pt modelId="{E6FFE67B-444E-4D8F-BE91-57CF1B19496D}" type="sibTrans" cxnId="{4E201651-2561-4517-854A-36336A7142D2}">
      <dgm:prSet/>
      <dgm:spPr/>
      <dgm:t>
        <a:bodyPr/>
        <a:lstStyle/>
        <a:p>
          <a:pPr>
            <a:spcBef>
              <a:spcPts val="600"/>
            </a:spcBef>
            <a:spcAft>
              <a:spcPts val="600"/>
            </a:spcAft>
          </a:pPr>
          <a:endParaRPr lang="en-US"/>
        </a:p>
      </dgm:t>
    </dgm:pt>
    <dgm:pt modelId="{6E84EAE7-447E-478C-A668-A4C704112BA9}">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Symbols: events like voltage pulses or wave transitions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60729C4-D750-4E16-A39E-BCD76AB0124C}" type="parTrans" cxnId="{A36A17E4-56A8-4B47-9186-2875A9236F73}">
      <dgm:prSet/>
      <dgm:spPr/>
      <dgm:t>
        <a:bodyPr/>
        <a:lstStyle/>
        <a:p>
          <a:pPr>
            <a:spcBef>
              <a:spcPts val="600"/>
            </a:spcBef>
            <a:spcAft>
              <a:spcPts val="600"/>
            </a:spcAft>
          </a:pPr>
          <a:endParaRPr lang="en-US"/>
        </a:p>
      </dgm:t>
    </dgm:pt>
    <dgm:pt modelId="{0F86CD7F-8753-4610-9CA8-74429E2B919B}" type="sibTrans" cxnId="{A36A17E4-56A8-4B47-9186-2875A9236F73}">
      <dgm:prSet/>
      <dgm:spPr/>
      <dgm:t>
        <a:bodyPr/>
        <a:lstStyle/>
        <a:p>
          <a:pPr>
            <a:spcBef>
              <a:spcPts val="600"/>
            </a:spcBef>
            <a:spcAft>
              <a:spcPts val="600"/>
            </a:spcAft>
          </a:pPr>
          <a:endParaRPr lang="en-US"/>
        </a:p>
      </dgm:t>
    </dgm:pt>
    <dgm:pt modelId="{3CE2616C-7D49-4E08-8A93-999CD22C73D1}">
      <dgm:prSet custT="1"/>
      <dgm:spPr>
        <a:solidFill>
          <a:srgbClr val="004F71"/>
        </a:solidFill>
      </dgm:spPr>
      <dgm:t>
        <a:bodyPr/>
        <a:lstStyle/>
        <a:p>
          <a:pPr>
            <a:spcBef>
              <a:spcPts val="600"/>
            </a:spcBef>
            <a:spcAft>
              <a:spcPts val="600"/>
            </a:spcAft>
          </a:pPr>
          <a:r>
            <a:rPr lang="en-US" sz="1800" b="0" dirty="0"/>
            <a:t>Data Link Layer</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4880F49-ECF3-42C9-9B82-B7BD3D048950}" type="parTrans" cxnId="{8664D3D4-21C8-4BA5-BB7F-ED00A38B0C29}">
      <dgm:prSet/>
      <dgm:spPr/>
      <dgm:t>
        <a:bodyPr/>
        <a:lstStyle/>
        <a:p>
          <a:pPr>
            <a:spcBef>
              <a:spcPts val="600"/>
            </a:spcBef>
            <a:spcAft>
              <a:spcPts val="600"/>
            </a:spcAft>
          </a:pPr>
          <a:endParaRPr lang="en-US"/>
        </a:p>
      </dgm:t>
    </dgm:pt>
    <dgm:pt modelId="{50734484-A936-4666-9BC0-6D540F5A0B13}" type="sibTrans" cxnId="{8664D3D4-21C8-4BA5-BB7F-ED00A38B0C29}">
      <dgm:prSet/>
      <dgm:spPr/>
      <dgm:t>
        <a:bodyPr/>
        <a:lstStyle/>
        <a:p>
          <a:pPr>
            <a:spcBef>
              <a:spcPts val="600"/>
            </a:spcBef>
            <a:spcAft>
              <a:spcPts val="600"/>
            </a:spcAft>
          </a:pPr>
          <a:endParaRPr lang="en-US"/>
        </a:p>
      </dgm:t>
    </dgm:pt>
    <dgm:pt modelId="{91F19634-E903-48DA-B2EE-3B162CA0FD96}">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Nominal bit rate: information transmitter per second</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E3C84EB-6D86-4D49-A4F1-73B0DC9ED9FD}" type="parTrans" cxnId="{DD0D933E-BA65-4949-B707-A84EFF96263B}">
      <dgm:prSet/>
      <dgm:spPr/>
      <dgm:t>
        <a:bodyPr/>
        <a:lstStyle/>
        <a:p>
          <a:pPr>
            <a:spcBef>
              <a:spcPts val="600"/>
            </a:spcBef>
            <a:spcAft>
              <a:spcPts val="600"/>
            </a:spcAft>
          </a:pPr>
          <a:endParaRPr lang="en-US"/>
        </a:p>
      </dgm:t>
    </dgm:pt>
    <dgm:pt modelId="{4ABC173F-3C5B-4235-B67F-5AA19184C2DE}" type="sibTrans" cxnId="{DD0D933E-BA65-4949-B707-A84EFF96263B}">
      <dgm:prSet/>
      <dgm:spPr/>
      <dgm:t>
        <a:bodyPr/>
        <a:lstStyle/>
        <a:p>
          <a:pPr>
            <a:spcBef>
              <a:spcPts val="600"/>
            </a:spcBef>
            <a:spcAft>
              <a:spcPts val="600"/>
            </a:spcAft>
          </a:pPr>
          <a:endParaRPr lang="en-US"/>
        </a:p>
      </dgm:t>
    </dgm:pt>
    <dgm:pt modelId="{66A0102D-C0FA-4643-9653-BFEE0680CDED}">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Ethernet: expected performance (10 Mbps, 100 Mbps, 1 Gbps, etc.)</a:t>
          </a:r>
        </a:p>
      </dgm:t>
    </dgm:pt>
    <dgm:pt modelId="{73B8D897-7ACE-425C-92E5-06CCFDCCDFF9}" type="parTrans" cxnId="{564F45AE-E658-4B8C-9FC1-6991DFBC81C4}">
      <dgm:prSet/>
      <dgm:spPr/>
      <dgm:t>
        <a:bodyPr/>
        <a:lstStyle/>
        <a:p>
          <a:pPr>
            <a:spcBef>
              <a:spcPts val="600"/>
            </a:spcBef>
            <a:spcAft>
              <a:spcPts val="600"/>
            </a:spcAft>
          </a:pPr>
          <a:endParaRPr lang="en-US"/>
        </a:p>
      </dgm:t>
    </dgm:pt>
    <dgm:pt modelId="{F40B9DBA-065E-4703-8210-309D65E2487F}" type="sibTrans" cxnId="{564F45AE-E658-4B8C-9FC1-6991DFBC81C4}">
      <dgm:prSet/>
      <dgm:spPr/>
      <dgm:t>
        <a:bodyPr/>
        <a:lstStyle/>
        <a:p>
          <a:pPr>
            <a:spcBef>
              <a:spcPts val="600"/>
            </a:spcBef>
            <a:spcAft>
              <a:spcPts val="600"/>
            </a:spcAft>
          </a:pPr>
          <a:endParaRPr lang="en-US"/>
        </a:p>
      </dgm:t>
    </dgm:pt>
    <dgm:pt modelId="{6492ABEF-E91B-4140-A0A0-0083FCB3C63C}">
      <dgm:prSet custT="1"/>
      <dgm:spPr>
        <a:solidFill>
          <a:srgbClr val="004F71"/>
        </a:solidFill>
      </dgm:spPr>
      <dgm:t>
        <a:bodyPr/>
        <a:lstStyle/>
        <a:p>
          <a:pPr>
            <a:spcBef>
              <a:spcPts val="600"/>
            </a:spcBef>
            <a:spcAft>
              <a:spcPts val="600"/>
            </a:spcAft>
          </a:pPr>
          <a:r>
            <a:rPr lang="en-US" sz="1800" b="0" dirty="0"/>
            <a:t>Throughput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0866A7F-8089-4B06-B866-8246D7D7AEDC}" type="parTrans" cxnId="{871777AB-14B2-4193-BD72-5E040B005F92}">
      <dgm:prSet/>
      <dgm:spPr/>
      <dgm:t>
        <a:bodyPr/>
        <a:lstStyle/>
        <a:p>
          <a:pPr>
            <a:spcBef>
              <a:spcPts val="600"/>
            </a:spcBef>
            <a:spcAft>
              <a:spcPts val="600"/>
            </a:spcAft>
          </a:pPr>
          <a:endParaRPr lang="en-US"/>
        </a:p>
      </dgm:t>
    </dgm:pt>
    <dgm:pt modelId="{656B9041-87DF-422F-B921-799323E6A03F}" type="sibTrans" cxnId="{871777AB-14B2-4193-BD72-5E040B005F92}">
      <dgm:prSet/>
      <dgm:spPr/>
      <dgm:t>
        <a:bodyPr/>
        <a:lstStyle/>
        <a:p>
          <a:pPr>
            <a:spcBef>
              <a:spcPts val="600"/>
            </a:spcBef>
            <a:spcAft>
              <a:spcPts val="600"/>
            </a:spcAft>
          </a:pPr>
          <a:endParaRPr lang="en-US"/>
        </a:p>
      </dgm:t>
    </dgm:pt>
    <dgm:pt modelId="{F59CA5E1-EAF9-4D03-9116-460DB39A19A4}">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Average data transfer rate over time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0FE4A5A-5B39-4100-8D2D-3EF4D685E9B2}" type="parTrans" cxnId="{10B8C98B-32DE-44F3-8896-62B7A85D91AE}">
      <dgm:prSet/>
      <dgm:spPr/>
      <dgm:t>
        <a:bodyPr/>
        <a:lstStyle/>
        <a:p>
          <a:pPr>
            <a:spcBef>
              <a:spcPts val="600"/>
            </a:spcBef>
            <a:spcAft>
              <a:spcPts val="600"/>
            </a:spcAft>
          </a:pPr>
          <a:endParaRPr lang="en-US"/>
        </a:p>
      </dgm:t>
    </dgm:pt>
    <dgm:pt modelId="{9DBFAA18-220D-4B42-9B83-F075B0DF0391}" type="sibTrans" cxnId="{10B8C98B-32DE-44F3-8896-62B7A85D91AE}">
      <dgm:prSet/>
      <dgm:spPr/>
      <dgm:t>
        <a:bodyPr/>
        <a:lstStyle/>
        <a:p>
          <a:pPr>
            <a:spcBef>
              <a:spcPts val="600"/>
            </a:spcBef>
            <a:spcAft>
              <a:spcPts val="600"/>
            </a:spcAft>
          </a:pPr>
          <a:endParaRPr lang="en-US"/>
        </a:p>
      </dgm:t>
    </dgm:pt>
    <dgm:pt modelId="{265A97F0-A0AF-4A93-9897-7E3BC2F9D1A3}">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Goodput: Averaged data transfer rate at Application layer</a:t>
          </a:r>
        </a:p>
      </dgm:t>
    </dgm:pt>
    <dgm:pt modelId="{9A17CF30-CF88-4387-9B81-FB358E508EEC}" type="parTrans" cxnId="{DFFAF748-5722-49BC-BE7C-81C88FAC39A7}">
      <dgm:prSet/>
      <dgm:spPr/>
      <dgm:t>
        <a:bodyPr/>
        <a:lstStyle/>
        <a:p>
          <a:pPr>
            <a:spcBef>
              <a:spcPts val="600"/>
            </a:spcBef>
            <a:spcAft>
              <a:spcPts val="600"/>
            </a:spcAft>
          </a:pPr>
          <a:endParaRPr lang="en-US"/>
        </a:p>
      </dgm:t>
    </dgm:pt>
    <dgm:pt modelId="{FD2189F0-A3C4-448F-883A-409D8DF5587C}" type="sibTrans" cxnId="{DFFAF748-5722-49BC-BE7C-81C88FAC39A7}">
      <dgm:prSet/>
      <dgm:spPr/>
      <dgm:t>
        <a:bodyPr/>
        <a:lstStyle/>
        <a:p>
          <a:pPr>
            <a:spcBef>
              <a:spcPts val="600"/>
            </a:spcBef>
            <a:spcAft>
              <a:spcPts val="600"/>
            </a:spcAft>
          </a:pPr>
          <a:endParaRPr lang="en-US"/>
        </a:p>
      </dgm:t>
    </dgm:pt>
    <dgm:pt modelId="{21073226-4693-5A4E-A97B-E5E78AA1FC59}">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Baud rate: symbols per second (measured in Hz, MHz, GHz)</a:t>
          </a:r>
        </a:p>
      </dgm:t>
    </dgm:pt>
    <dgm:pt modelId="{773CC8B2-E1C6-154D-AF8E-E95A70FFC104}" type="parTrans" cxnId="{B7D2B04B-1110-1046-8F56-B280E6E44F65}">
      <dgm:prSet/>
      <dgm:spPr/>
      <dgm:t>
        <a:bodyPr/>
        <a:lstStyle/>
        <a:p>
          <a:endParaRPr lang="en-US"/>
        </a:p>
      </dgm:t>
    </dgm:pt>
    <dgm:pt modelId="{5808A1AE-D48D-2B4C-871A-42080F852E4E}" type="sibTrans" cxnId="{B7D2B04B-1110-1046-8F56-B280E6E44F65}">
      <dgm:prSet/>
      <dgm:spPr/>
      <dgm:t>
        <a:bodyPr/>
        <a:lstStyle/>
        <a:p>
          <a:endParaRPr lang="en-US"/>
        </a:p>
      </dgm:t>
    </dgm:pt>
    <dgm:pt modelId="{F827EE7E-F3D2-2543-85F7-9AF2F7D103DB}">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Encoding methods: higher bit rate than baud rate</a:t>
          </a:r>
        </a:p>
      </dgm:t>
    </dgm:pt>
    <dgm:pt modelId="{2857C046-D448-0F45-A2B4-CCDCA407ACD0}" type="parTrans" cxnId="{ED64E5E0-6CA4-4E4E-B58E-58037622AAF1}">
      <dgm:prSet/>
      <dgm:spPr/>
      <dgm:t>
        <a:bodyPr/>
        <a:lstStyle/>
        <a:p>
          <a:endParaRPr lang="en-US"/>
        </a:p>
      </dgm:t>
    </dgm:pt>
    <dgm:pt modelId="{CDF759B8-1F63-7842-ADCF-41062D674170}" type="sibTrans" cxnId="{ED64E5E0-6CA4-4E4E-B58E-58037622AAF1}">
      <dgm:prSet/>
      <dgm:spPr/>
      <dgm:t>
        <a:bodyPr/>
        <a:lstStyle/>
        <a:p>
          <a:endParaRPr lang="en-US"/>
        </a:p>
      </dgm:t>
    </dgm:pt>
    <dgm:pt modelId="{ED95E165-1971-3242-B84D-59E47BB17DE4}">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Latency (speed): time unit (ms), also referred to as delay</a:t>
          </a:r>
        </a:p>
      </dgm:t>
    </dgm:pt>
    <dgm:pt modelId="{26F4BEC4-D5BD-5740-8554-26BB763DA308}" type="parTrans" cxnId="{34061E32-305D-584D-B4AA-BC5C1D647155}">
      <dgm:prSet/>
      <dgm:spPr/>
      <dgm:t>
        <a:bodyPr/>
        <a:lstStyle/>
        <a:p>
          <a:endParaRPr lang="en-US"/>
        </a:p>
      </dgm:t>
    </dgm:pt>
    <dgm:pt modelId="{86F7BE4E-E62C-7749-9219-9821E8363F06}" type="sibTrans" cxnId="{34061E32-305D-584D-B4AA-BC5C1D647155}">
      <dgm:prSet/>
      <dgm:spPr/>
      <dgm:t>
        <a:bodyPr/>
        <a:lstStyle/>
        <a:p>
          <a:endParaRPr lang="en-US"/>
        </a:p>
      </dgm:t>
    </dgm:pt>
    <dgm:pt modelId="{A7AAC4A2-AD6B-4F5C-9E04-2D1218C2121F}" type="pres">
      <dgm:prSet presAssocID="{F73C3E25-B65A-43BC-93DA-80BF814B68E3}" presName="Name0" presStyleCnt="0">
        <dgm:presLayoutVars>
          <dgm:dir/>
          <dgm:animLvl val="lvl"/>
          <dgm:resizeHandles val="exact"/>
        </dgm:presLayoutVars>
      </dgm:prSet>
      <dgm:spPr/>
    </dgm:pt>
    <dgm:pt modelId="{3F6E4A46-CD2A-4A84-95C1-9C719C5F42BE}" type="pres">
      <dgm:prSet presAssocID="{CC0D9A9B-4782-4670-A8EC-03D0EB9D6BDF}" presName="composite" presStyleCnt="0"/>
      <dgm:spPr/>
    </dgm:pt>
    <dgm:pt modelId="{6B4DA44C-3961-43D5-B432-34172C445D30}" type="pres">
      <dgm:prSet presAssocID="{CC0D9A9B-4782-4670-A8EC-03D0EB9D6BDF}" presName="parTx" presStyleLbl="alignNode1" presStyleIdx="0" presStyleCnt="3" custLinFactNeighborY="0">
        <dgm:presLayoutVars>
          <dgm:chMax val="0"/>
          <dgm:chPref val="0"/>
          <dgm:bulletEnabled val="1"/>
        </dgm:presLayoutVars>
      </dgm:prSet>
      <dgm:spPr/>
    </dgm:pt>
    <dgm:pt modelId="{370AE9FF-BC8B-4369-B99C-5E84071D72A2}" type="pres">
      <dgm:prSet presAssocID="{CC0D9A9B-4782-4670-A8EC-03D0EB9D6BDF}" presName="desTx" presStyleLbl="alignAccFollowNode1" presStyleIdx="0" presStyleCnt="3">
        <dgm:presLayoutVars>
          <dgm:bulletEnabled val="1"/>
        </dgm:presLayoutVars>
      </dgm:prSet>
      <dgm:spPr/>
    </dgm:pt>
    <dgm:pt modelId="{01068AC9-8E14-4202-A85C-53D488A59A83}" type="pres">
      <dgm:prSet presAssocID="{E6FFE67B-444E-4D8F-BE91-57CF1B19496D}" presName="space" presStyleCnt="0"/>
      <dgm:spPr/>
    </dgm:pt>
    <dgm:pt modelId="{906C4311-375E-46BC-80BC-C943760A0F61}" type="pres">
      <dgm:prSet presAssocID="{3CE2616C-7D49-4E08-8A93-999CD22C73D1}" presName="composite" presStyleCnt="0"/>
      <dgm:spPr/>
    </dgm:pt>
    <dgm:pt modelId="{A3293355-69E5-4BCA-B0D6-5045C7817CD7}" type="pres">
      <dgm:prSet presAssocID="{3CE2616C-7D49-4E08-8A93-999CD22C73D1}" presName="parTx" presStyleLbl="alignNode1" presStyleIdx="1" presStyleCnt="3">
        <dgm:presLayoutVars>
          <dgm:chMax val="0"/>
          <dgm:chPref val="0"/>
          <dgm:bulletEnabled val="1"/>
        </dgm:presLayoutVars>
      </dgm:prSet>
      <dgm:spPr/>
    </dgm:pt>
    <dgm:pt modelId="{64582D87-015C-47ED-991E-5C7C4BC59344}" type="pres">
      <dgm:prSet presAssocID="{3CE2616C-7D49-4E08-8A93-999CD22C73D1}" presName="desTx" presStyleLbl="alignAccFollowNode1" presStyleIdx="1" presStyleCnt="3">
        <dgm:presLayoutVars>
          <dgm:bulletEnabled val="1"/>
        </dgm:presLayoutVars>
      </dgm:prSet>
      <dgm:spPr/>
    </dgm:pt>
    <dgm:pt modelId="{93F16BB7-CB83-4CD1-B801-6B0179145B3A}" type="pres">
      <dgm:prSet presAssocID="{50734484-A936-4666-9BC0-6D540F5A0B13}" presName="space" presStyleCnt="0"/>
      <dgm:spPr/>
    </dgm:pt>
    <dgm:pt modelId="{1159846B-0C05-4159-BD8A-781F55BC9CAE}" type="pres">
      <dgm:prSet presAssocID="{6492ABEF-E91B-4140-A0A0-0083FCB3C63C}" presName="composite" presStyleCnt="0"/>
      <dgm:spPr/>
    </dgm:pt>
    <dgm:pt modelId="{DA139D8B-9059-49DA-936D-70864C216423}" type="pres">
      <dgm:prSet presAssocID="{6492ABEF-E91B-4140-A0A0-0083FCB3C63C}" presName="parTx" presStyleLbl="alignNode1" presStyleIdx="2" presStyleCnt="3">
        <dgm:presLayoutVars>
          <dgm:chMax val="0"/>
          <dgm:chPref val="0"/>
          <dgm:bulletEnabled val="1"/>
        </dgm:presLayoutVars>
      </dgm:prSet>
      <dgm:spPr/>
    </dgm:pt>
    <dgm:pt modelId="{78D94342-89B0-4BB5-B64E-F97B7436C7DD}" type="pres">
      <dgm:prSet presAssocID="{6492ABEF-E91B-4140-A0A0-0083FCB3C63C}" presName="desTx" presStyleLbl="alignAccFollowNode1" presStyleIdx="2" presStyleCnt="3">
        <dgm:presLayoutVars>
          <dgm:bulletEnabled val="1"/>
        </dgm:presLayoutVars>
      </dgm:prSet>
      <dgm:spPr/>
    </dgm:pt>
  </dgm:ptLst>
  <dgm:cxnLst>
    <dgm:cxn modelId="{5C540C1E-D1B9-40F7-9415-D0F45BDBED41}" type="presOf" srcId="{66A0102D-C0FA-4643-9653-BFEE0680CDED}" destId="{64582D87-015C-47ED-991E-5C7C4BC59344}" srcOrd="0" destOrd="2" presId="urn:microsoft.com/office/officeart/2005/8/layout/hList1"/>
    <dgm:cxn modelId="{34061E32-305D-584D-B4AA-BC5C1D647155}" srcId="{6492ABEF-E91B-4140-A0A0-0083FCB3C63C}" destId="{ED95E165-1971-3242-B84D-59E47BB17DE4}" srcOrd="2" destOrd="0" parTransId="{26F4BEC4-D5BD-5740-8554-26BB763DA308}" sibTransId="{86F7BE4E-E62C-7749-9219-9821E8363F06}"/>
    <dgm:cxn modelId="{F3D6FD38-7EAF-3A49-BD36-7CA26A6ACA2C}" type="presOf" srcId="{F827EE7E-F3D2-2543-85F7-9AF2F7D103DB}" destId="{64582D87-015C-47ED-991E-5C7C4BC59344}" srcOrd="0" destOrd="1" presId="urn:microsoft.com/office/officeart/2005/8/layout/hList1"/>
    <dgm:cxn modelId="{DD0D933E-BA65-4949-B707-A84EFF96263B}" srcId="{3CE2616C-7D49-4E08-8A93-999CD22C73D1}" destId="{91F19634-E903-48DA-B2EE-3B162CA0FD96}" srcOrd="0" destOrd="0" parTransId="{4E3C84EB-6D86-4D49-A4F1-73B0DC9ED9FD}" sibTransId="{4ABC173F-3C5B-4235-B67F-5AA19184C2DE}"/>
    <dgm:cxn modelId="{DFFAF748-5722-49BC-BE7C-81C88FAC39A7}" srcId="{6492ABEF-E91B-4140-A0A0-0083FCB3C63C}" destId="{265A97F0-A0AF-4A93-9897-7E3BC2F9D1A3}" srcOrd="1" destOrd="0" parTransId="{9A17CF30-CF88-4387-9B81-FB358E508EEC}" sibTransId="{FD2189F0-A3C4-448F-883A-409D8DF5587C}"/>
    <dgm:cxn modelId="{B7D2B04B-1110-1046-8F56-B280E6E44F65}" srcId="{CC0D9A9B-4782-4670-A8EC-03D0EB9D6BDF}" destId="{21073226-4693-5A4E-A97B-E5E78AA1FC59}" srcOrd="1" destOrd="0" parTransId="{773CC8B2-E1C6-154D-AF8E-E95A70FFC104}" sibTransId="{5808A1AE-D48D-2B4C-871A-42080F852E4E}"/>
    <dgm:cxn modelId="{4E201651-2561-4517-854A-36336A7142D2}" srcId="{F73C3E25-B65A-43BC-93DA-80BF814B68E3}" destId="{CC0D9A9B-4782-4670-A8EC-03D0EB9D6BDF}" srcOrd="0" destOrd="0" parTransId="{5CE83A7D-9797-40B6-953D-DD61DF93A876}" sibTransId="{E6FFE67B-444E-4D8F-BE91-57CF1B19496D}"/>
    <dgm:cxn modelId="{C3DAA451-96BC-4D52-8F7E-B318B44FF7FC}" type="presOf" srcId="{CC0D9A9B-4782-4670-A8EC-03D0EB9D6BDF}" destId="{6B4DA44C-3961-43D5-B432-34172C445D30}" srcOrd="0" destOrd="0" presId="urn:microsoft.com/office/officeart/2005/8/layout/hList1"/>
    <dgm:cxn modelId="{E9786E56-AAA5-4FF7-B9A2-A9410BF75546}" type="presOf" srcId="{91F19634-E903-48DA-B2EE-3B162CA0FD96}" destId="{64582D87-015C-47ED-991E-5C7C4BC59344}" srcOrd="0" destOrd="0" presId="urn:microsoft.com/office/officeart/2005/8/layout/hList1"/>
    <dgm:cxn modelId="{FAC4538A-7779-4A34-B112-653D9F2B9FE8}" type="presOf" srcId="{F59CA5E1-EAF9-4D03-9116-460DB39A19A4}" destId="{78D94342-89B0-4BB5-B64E-F97B7436C7DD}" srcOrd="0" destOrd="0" presId="urn:microsoft.com/office/officeart/2005/8/layout/hList1"/>
    <dgm:cxn modelId="{10B8C98B-32DE-44F3-8896-62B7A85D91AE}" srcId="{6492ABEF-E91B-4140-A0A0-0083FCB3C63C}" destId="{F59CA5E1-EAF9-4D03-9116-460DB39A19A4}" srcOrd="0" destOrd="0" parTransId="{D0FE4A5A-5B39-4100-8D2D-3EF4D685E9B2}" sibTransId="{9DBFAA18-220D-4B42-9B83-F075B0DF0391}"/>
    <dgm:cxn modelId="{109C9094-FC43-6D40-8462-AC4BD555D61B}" type="presOf" srcId="{21073226-4693-5A4E-A97B-E5E78AA1FC59}" destId="{370AE9FF-BC8B-4369-B99C-5E84071D72A2}" srcOrd="0" destOrd="1" presId="urn:microsoft.com/office/officeart/2005/8/layout/hList1"/>
    <dgm:cxn modelId="{E092BB9E-5641-4B41-B2AC-D9AD3A14B309}" type="presOf" srcId="{F73C3E25-B65A-43BC-93DA-80BF814B68E3}" destId="{A7AAC4A2-AD6B-4F5C-9E04-2D1218C2121F}" srcOrd="0" destOrd="0" presId="urn:microsoft.com/office/officeart/2005/8/layout/hList1"/>
    <dgm:cxn modelId="{EFAAFDA8-3C3F-4B26-A72F-F6487945F3C7}" type="presOf" srcId="{3CE2616C-7D49-4E08-8A93-999CD22C73D1}" destId="{A3293355-69E5-4BCA-B0D6-5045C7817CD7}" srcOrd="0" destOrd="0" presId="urn:microsoft.com/office/officeart/2005/8/layout/hList1"/>
    <dgm:cxn modelId="{871777AB-14B2-4193-BD72-5E040B005F92}" srcId="{F73C3E25-B65A-43BC-93DA-80BF814B68E3}" destId="{6492ABEF-E91B-4140-A0A0-0083FCB3C63C}" srcOrd="2" destOrd="0" parTransId="{70866A7F-8089-4B06-B866-8246D7D7AEDC}" sibTransId="{656B9041-87DF-422F-B921-799323E6A03F}"/>
    <dgm:cxn modelId="{564F45AE-E658-4B8C-9FC1-6991DFBC81C4}" srcId="{3CE2616C-7D49-4E08-8A93-999CD22C73D1}" destId="{66A0102D-C0FA-4643-9653-BFEE0680CDED}" srcOrd="2" destOrd="0" parTransId="{73B8D897-7ACE-425C-92E5-06CCFDCCDFF9}" sibTransId="{F40B9DBA-065E-4703-8210-309D65E2487F}"/>
    <dgm:cxn modelId="{040C1EC3-D3EC-DB46-96C5-9BA11C17A7E5}" type="presOf" srcId="{ED95E165-1971-3242-B84D-59E47BB17DE4}" destId="{78D94342-89B0-4BB5-B64E-F97B7436C7DD}" srcOrd="0" destOrd="2" presId="urn:microsoft.com/office/officeart/2005/8/layout/hList1"/>
    <dgm:cxn modelId="{3D9DECCB-41BE-4485-AF8F-9B58D4413CCD}" type="presOf" srcId="{265A97F0-A0AF-4A93-9897-7E3BC2F9D1A3}" destId="{78D94342-89B0-4BB5-B64E-F97B7436C7DD}" srcOrd="0" destOrd="1" presId="urn:microsoft.com/office/officeart/2005/8/layout/hList1"/>
    <dgm:cxn modelId="{8664D3D4-21C8-4BA5-BB7F-ED00A38B0C29}" srcId="{F73C3E25-B65A-43BC-93DA-80BF814B68E3}" destId="{3CE2616C-7D49-4E08-8A93-999CD22C73D1}" srcOrd="1" destOrd="0" parTransId="{14880F49-ECF3-42C9-9B82-B7BD3D048950}" sibTransId="{50734484-A936-4666-9BC0-6D540F5A0B13}"/>
    <dgm:cxn modelId="{ED64E5E0-6CA4-4E4E-B58E-58037622AAF1}" srcId="{3CE2616C-7D49-4E08-8A93-999CD22C73D1}" destId="{F827EE7E-F3D2-2543-85F7-9AF2F7D103DB}" srcOrd="1" destOrd="0" parTransId="{2857C046-D448-0F45-A2B4-CCDCA407ACD0}" sibTransId="{CDF759B8-1F63-7842-ADCF-41062D674170}"/>
    <dgm:cxn modelId="{A36A17E4-56A8-4B47-9186-2875A9236F73}" srcId="{CC0D9A9B-4782-4670-A8EC-03D0EB9D6BDF}" destId="{6E84EAE7-447E-478C-A668-A4C704112BA9}" srcOrd="0" destOrd="0" parTransId="{560729C4-D750-4E16-A39E-BCD76AB0124C}" sibTransId="{0F86CD7F-8753-4610-9CA8-74429E2B919B}"/>
    <dgm:cxn modelId="{C4E95AE8-5BC3-4E3F-B8D8-D175085BE599}" type="presOf" srcId="{6492ABEF-E91B-4140-A0A0-0083FCB3C63C}" destId="{DA139D8B-9059-49DA-936D-70864C216423}" srcOrd="0" destOrd="0" presId="urn:microsoft.com/office/officeart/2005/8/layout/hList1"/>
    <dgm:cxn modelId="{AF0CF0F6-699F-42FC-8B18-EDAF649FBB77}" type="presOf" srcId="{6E84EAE7-447E-478C-A668-A4C704112BA9}" destId="{370AE9FF-BC8B-4369-B99C-5E84071D72A2}" srcOrd="0" destOrd="0" presId="urn:microsoft.com/office/officeart/2005/8/layout/hList1"/>
    <dgm:cxn modelId="{6E0521D2-B8E0-4323-B6E5-958A14B3CE69}" type="presParOf" srcId="{A7AAC4A2-AD6B-4F5C-9E04-2D1218C2121F}" destId="{3F6E4A46-CD2A-4A84-95C1-9C719C5F42BE}" srcOrd="0" destOrd="0" presId="urn:microsoft.com/office/officeart/2005/8/layout/hList1"/>
    <dgm:cxn modelId="{B53B3360-0733-4934-B247-52EB9E38817C}" type="presParOf" srcId="{3F6E4A46-CD2A-4A84-95C1-9C719C5F42BE}" destId="{6B4DA44C-3961-43D5-B432-34172C445D30}" srcOrd="0" destOrd="0" presId="urn:microsoft.com/office/officeart/2005/8/layout/hList1"/>
    <dgm:cxn modelId="{1ABFCD48-2DF1-449B-98E5-A2FD43B2DCCC}" type="presParOf" srcId="{3F6E4A46-CD2A-4A84-95C1-9C719C5F42BE}" destId="{370AE9FF-BC8B-4369-B99C-5E84071D72A2}" srcOrd="1" destOrd="0" presId="urn:microsoft.com/office/officeart/2005/8/layout/hList1"/>
    <dgm:cxn modelId="{82F929BE-BA5F-4BD1-92EE-83AD3AC3D108}" type="presParOf" srcId="{A7AAC4A2-AD6B-4F5C-9E04-2D1218C2121F}" destId="{01068AC9-8E14-4202-A85C-53D488A59A83}" srcOrd="1" destOrd="0" presId="urn:microsoft.com/office/officeart/2005/8/layout/hList1"/>
    <dgm:cxn modelId="{2BDAE8E7-9567-4CC9-90B6-54AA6793D2EC}" type="presParOf" srcId="{A7AAC4A2-AD6B-4F5C-9E04-2D1218C2121F}" destId="{906C4311-375E-46BC-80BC-C943760A0F61}" srcOrd="2" destOrd="0" presId="urn:microsoft.com/office/officeart/2005/8/layout/hList1"/>
    <dgm:cxn modelId="{FAC0EB9C-F99D-44D1-858E-A5D8C4376508}" type="presParOf" srcId="{906C4311-375E-46BC-80BC-C943760A0F61}" destId="{A3293355-69E5-4BCA-B0D6-5045C7817CD7}" srcOrd="0" destOrd="0" presId="urn:microsoft.com/office/officeart/2005/8/layout/hList1"/>
    <dgm:cxn modelId="{35DD47EA-2A76-4464-B29D-B94D295634A0}" type="presParOf" srcId="{906C4311-375E-46BC-80BC-C943760A0F61}" destId="{64582D87-015C-47ED-991E-5C7C4BC59344}" srcOrd="1" destOrd="0" presId="urn:microsoft.com/office/officeart/2005/8/layout/hList1"/>
    <dgm:cxn modelId="{FCA638C1-5AAE-4A0E-BA48-697FBD2FECEF}" type="presParOf" srcId="{A7AAC4A2-AD6B-4F5C-9E04-2D1218C2121F}" destId="{93F16BB7-CB83-4CD1-B801-6B0179145B3A}" srcOrd="3" destOrd="0" presId="urn:microsoft.com/office/officeart/2005/8/layout/hList1"/>
    <dgm:cxn modelId="{2AE4827A-E7DE-4FD9-B1A6-B5607437456B}" type="presParOf" srcId="{A7AAC4A2-AD6B-4F5C-9E04-2D1218C2121F}" destId="{1159846B-0C05-4159-BD8A-781F55BC9CAE}" srcOrd="4" destOrd="0" presId="urn:microsoft.com/office/officeart/2005/8/layout/hList1"/>
    <dgm:cxn modelId="{3D914BA8-9916-40D9-BCFE-08C98EFE00FC}" type="presParOf" srcId="{1159846B-0C05-4159-BD8A-781F55BC9CAE}" destId="{DA139D8B-9059-49DA-936D-70864C216423}" srcOrd="0" destOrd="0" presId="urn:microsoft.com/office/officeart/2005/8/layout/hList1"/>
    <dgm:cxn modelId="{7AE22F57-44AB-42B2-9A87-7E400ECC8ACD}" type="presParOf" srcId="{1159846B-0C05-4159-BD8A-781F55BC9CAE}" destId="{78D94342-89B0-4BB5-B64E-F97B7436C7D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73C3E25-B65A-43BC-93DA-80BF814B68E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C0D9A9B-4782-4670-A8EC-03D0EB9D6BDF}">
      <dgm:prSet phldrT="[Text]"/>
      <dgm:spPr>
        <a:solidFill>
          <a:srgbClr val="004F71"/>
        </a:solidFill>
      </dgm:spPr>
      <dgm:t>
        <a:bodyPr/>
        <a:lstStyle/>
        <a:p>
          <a:pPr>
            <a:spcBef>
              <a:spcPts val="600"/>
            </a:spcBef>
            <a:spcAft>
              <a:spcPts val="600"/>
            </a:spcAft>
          </a:pPr>
          <a:r>
            <a:rPr lang="en-US" dirty="0"/>
            <a:t>Distance limitations</a:t>
          </a:r>
        </a:p>
      </dgm:t>
    </dgm:pt>
    <dgm:pt modelId="{5CE83A7D-9797-40B6-953D-DD61DF93A876}" type="parTrans" cxnId="{4E201651-2561-4517-854A-36336A7142D2}">
      <dgm:prSet/>
      <dgm:spPr/>
      <dgm:t>
        <a:bodyPr/>
        <a:lstStyle/>
        <a:p>
          <a:pPr>
            <a:spcBef>
              <a:spcPts val="600"/>
            </a:spcBef>
            <a:spcAft>
              <a:spcPts val="600"/>
            </a:spcAft>
          </a:pPr>
          <a:endParaRPr lang="en-US"/>
        </a:p>
      </dgm:t>
    </dgm:pt>
    <dgm:pt modelId="{E6FFE67B-444E-4D8F-BE91-57CF1B19496D}" type="sibTrans" cxnId="{4E201651-2561-4517-854A-36336A7142D2}">
      <dgm:prSet/>
      <dgm:spPr/>
      <dgm:t>
        <a:bodyPr/>
        <a:lstStyle/>
        <a:p>
          <a:pPr>
            <a:spcBef>
              <a:spcPts val="600"/>
            </a:spcBef>
            <a:spcAft>
              <a:spcPts val="600"/>
            </a:spcAft>
          </a:pPr>
          <a:endParaRPr lang="en-US"/>
        </a:p>
      </dgm:t>
    </dgm:pt>
    <dgm:pt modelId="{5B5D6244-E49F-4ED0-9AE9-AA1F6D0A8BA8}">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Media types support specific bit rates over defined distances</a:t>
          </a:r>
        </a:p>
      </dgm:t>
    </dgm:pt>
    <dgm:pt modelId="{4DA93289-B7E1-4D4D-B056-DF9D5E800C35}" type="parTrans" cxnId="{128D284B-6637-47B3-BCE6-AE1AD398F634}">
      <dgm:prSet/>
      <dgm:spPr/>
      <dgm:t>
        <a:bodyPr/>
        <a:lstStyle/>
        <a:p>
          <a:endParaRPr lang="en-US"/>
        </a:p>
      </dgm:t>
    </dgm:pt>
    <dgm:pt modelId="{F6C96425-D5FB-4181-BC3A-B55B62854007}" type="sibTrans" cxnId="{128D284B-6637-47B3-BCE6-AE1AD398F634}">
      <dgm:prSet/>
      <dgm:spPr/>
      <dgm:t>
        <a:bodyPr/>
        <a:lstStyle/>
        <a:p>
          <a:endParaRPr lang="en-US"/>
        </a:p>
      </dgm:t>
    </dgm:pt>
    <dgm:pt modelId="{F3D43133-1BB8-426C-A6AC-DC924C277DEB}">
      <dgm:prSet/>
      <dgm:spPr>
        <a:solidFill>
          <a:srgbClr val="004F71"/>
        </a:solidFill>
      </dgm:spPr>
      <dgm:t>
        <a:bodyPr/>
        <a:lstStyle/>
        <a:p>
          <a:r>
            <a:rPr lang="en-US" dirty="0"/>
            <a:t>Attenuation</a:t>
          </a:r>
        </a:p>
      </dgm:t>
    </dgm:pt>
    <dgm:pt modelId="{D2150ADB-790D-4FF8-B313-E3249623B661}" type="parTrans" cxnId="{5D39E68B-9563-4C1A-BECD-8DEDC831E913}">
      <dgm:prSet/>
      <dgm:spPr/>
      <dgm:t>
        <a:bodyPr/>
        <a:lstStyle/>
        <a:p>
          <a:endParaRPr lang="en-US"/>
        </a:p>
      </dgm:t>
    </dgm:pt>
    <dgm:pt modelId="{8C9D931E-6AA6-4389-8E7E-8210C3EBF54F}" type="sibTrans" cxnId="{5D39E68B-9563-4C1A-BECD-8DEDC831E913}">
      <dgm:prSet/>
      <dgm:spPr/>
      <dgm:t>
        <a:bodyPr/>
        <a:lstStyle/>
        <a:p>
          <a:endParaRPr lang="en-US"/>
        </a:p>
      </dgm:t>
    </dgm:pt>
    <dgm:pt modelId="{C7E1F660-B0AB-46A3-AD1E-0D749F92CAD8}">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Loss of signal strength (dB)
Ratio of signal strength at origin vs. destination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ED0178A2-E9AC-4026-BA99-24906FFA3564}" type="parTrans" cxnId="{607471D9-4EA8-4397-9C4B-E6695B8593F3}">
      <dgm:prSet/>
      <dgm:spPr/>
      <dgm:t>
        <a:bodyPr/>
        <a:lstStyle/>
        <a:p>
          <a:endParaRPr lang="en-US"/>
        </a:p>
      </dgm:t>
    </dgm:pt>
    <dgm:pt modelId="{D5758B32-0368-4118-BF78-801284998822}" type="sibTrans" cxnId="{607471D9-4EA8-4397-9C4B-E6695B8593F3}">
      <dgm:prSet/>
      <dgm:spPr/>
      <dgm:t>
        <a:bodyPr/>
        <a:lstStyle/>
        <a:p>
          <a:endParaRPr lang="en-US"/>
        </a:p>
      </dgm:t>
    </dgm:pt>
    <dgm:pt modelId="{E5C5C24F-932B-4A87-89D1-3BA823ECD3AD}">
      <dgm:prSet/>
      <dgm:spPr>
        <a:solidFill>
          <a:srgbClr val="004F71"/>
        </a:solidFill>
      </dgm:spPr>
      <dgm:t>
        <a:bodyPr/>
        <a:lstStyle/>
        <a:p>
          <a:r>
            <a:rPr lang="en-US" dirty="0"/>
            <a:t>Interference (Noise)</a:t>
          </a:r>
        </a:p>
      </dgm:t>
    </dgm:pt>
    <dgm:pt modelId="{D4252F23-EBE2-4853-9E2B-619C28FC0053}" type="parTrans" cxnId="{22A75322-FE5E-476C-BB63-2210C225823F}">
      <dgm:prSet/>
      <dgm:spPr/>
      <dgm:t>
        <a:bodyPr/>
        <a:lstStyle/>
        <a:p>
          <a:endParaRPr lang="en-US"/>
        </a:p>
      </dgm:t>
    </dgm:pt>
    <dgm:pt modelId="{1AD49A86-4AFD-404B-8BFD-61CF56D70683}" type="sibTrans" cxnId="{22A75322-FE5E-476C-BB63-2210C225823F}">
      <dgm:prSet/>
      <dgm:spPr/>
      <dgm:t>
        <a:bodyPr/>
        <a:lstStyle/>
        <a:p>
          <a:endParaRPr lang="en-US"/>
        </a:p>
      </dgm:t>
    </dgm:pt>
    <dgm:pt modelId="{09D01C11-8ADB-4E4D-8098-8C56E9899A5D}">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Unintended signals within or near the channel
Causes errors and retransmissions
Expressed as Signal to Noise Ratio (SNR)</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1C74A36-CB7F-4585-97E9-DD94C3D85339}" type="parTrans" cxnId="{602110DF-EFF5-4A49-A871-7AB1B87CA1C5}">
      <dgm:prSet/>
      <dgm:spPr/>
      <dgm:t>
        <a:bodyPr/>
        <a:lstStyle/>
        <a:p>
          <a:endParaRPr lang="en-US"/>
        </a:p>
      </dgm:t>
    </dgm:pt>
    <dgm:pt modelId="{A0C9D4D9-5C4A-4D1B-B3EE-006DE1307B8C}" type="sibTrans" cxnId="{602110DF-EFF5-4A49-A871-7AB1B87CA1C5}">
      <dgm:prSet/>
      <dgm:spPr/>
      <dgm:t>
        <a:bodyPr/>
        <a:lstStyle/>
        <a:p>
          <a:endParaRPr lang="en-US"/>
        </a:p>
      </dgm:t>
    </dgm:pt>
    <dgm:pt modelId="{A7AAC4A2-AD6B-4F5C-9E04-2D1218C2121F}" type="pres">
      <dgm:prSet presAssocID="{F73C3E25-B65A-43BC-93DA-80BF814B68E3}" presName="Name0" presStyleCnt="0">
        <dgm:presLayoutVars>
          <dgm:dir/>
          <dgm:animLvl val="lvl"/>
          <dgm:resizeHandles val="exact"/>
        </dgm:presLayoutVars>
      </dgm:prSet>
      <dgm:spPr/>
    </dgm:pt>
    <dgm:pt modelId="{3F6E4A46-CD2A-4A84-95C1-9C719C5F42BE}" type="pres">
      <dgm:prSet presAssocID="{CC0D9A9B-4782-4670-A8EC-03D0EB9D6BDF}" presName="composite" presStyleCnt="0"/>
      <dgm:spPr/>
    </dgm:pt>
    <dgm:pt modelId="{6B4DA44C-3961-43D5-B432-34172C445D30}" type="pres">
      <dgm:prSet presAssocID="{CC0D9A9B-4782-4670-A8EC-03D0EB9D6BDF}" presName="parTx" presStyleLbl="alignNode1" presStyleIdx="0" presStyleCnt="3">
        <dgm:presLayoutVars>
          <dgm:chMax val="0"/>
          <dgm:chPref val="0"/>
          <dgm:bulletEnabled val="1"/>
        </dgm:presLayoutVars>
      </dgm:prSet>
      <dgm:spPr/>
    </dgm:pt>
    <dgm:pt modelId="{370AE9FF-BC8B-4369-B99C-5E84071D72A2}" type="pres">
      <dgm:prSet presAssocID="{CC0D9A9B-4782-4670-A8EC-03D0EB9D6BDF}" presName="desTx" presStyleLbl="alignAccFollowNode1" presStyleIdx="0" presStyleCnt="3">
        <dgm:presLayoutVars>
          <dgm:bulletEnabled val="1"/>
        </dgm:presLayoutVars>
      </dgm:prSet>
      <dgm:spPr/>
    </dgm:pt>
    <dgm:pt modelId="{01068AC9-8E14-4202-A85C-53D488A59A83}" type="pres">
      <dgm:prSet presAssocID="{E6FFE67B-444E-4D8F-BE91-57CF1B19496D}" presName="space" presStyleCnt="0"/>
      <dgm:spPr/>
    </dgm:pt>
    <dgm:pt modelId="{C4B4FDD8-21A5-482C-86AE-2EA84B2E847D}" type="pres">
      <dgm:prSet presAssocID="{F3D43133-1BB8-426C-A6AC-DC924C277DEB}" presName="composite" presStyleCnt="0"/>
      <dgm:spPr/>
    </dgm:pt>
    <dgm:pt modelId="{910742A4-9196-4CDD-AFC3-B7A70096A781}" type="pres">
      <dgm:prSet presAssocID="{F3D43133-1BB8-426C-A6AC-DC924C277DEB}" presName="parTx" presStyleLbl="alignNode1" presStyleIdx="1" presStyleCnt="3">
        <dgm:presLayoutVars>
          <dgm:chMax val="0"/>
          <dgm:chPref val="0"/>
          <dgm:bulletEnabled val="1"/>
        </dgm:presLayoutVars>
      </dgm:prSet>
      <dgm:spPr/>
    </dgm:pt>
    <dgm:pt modelId="{2428EA0F-DDD2-4529-8ED4-C4FC77E9D48B}" type="pres">
      <dgm:prSet presAssocID="{F3D43133-1BB8-426C-A6AC-DC924C277DEB}" presName="desTx" presStyleLbl="alignAccFollowNode1" presStyleIdx="1" presStyleCnt="3">
        <dgm:presLayoutVars>
          <dgm:bulletEnabled val="1"/>
        </dgm:presLayoutVars>
      </dgm:prSet>
      <dgm:spPr/>
    </dgm:pt>
    <dgm:pt modelId="{003B25CD-F595-4AF0-9D5A-18E1FC67C300}" type="pres">
      <dgm:prSet presAssocID="{8C9D931E-6AA6-4389-8E7E-8210C3EBF54F}" presName="space" presStyleCnt="0"/>
      <dgm:spPr/>
    </dgm:pt>
    <dgm:pt modelId="{44EABC67-1864-4B37-9CE4-E3E3F8A8B6EB}" type="pres">
      <dgm:prSet presAssocID="{E5C5C24F-932B-4A87-89D1-3BA823ECD3AD}" presName="composite" presStyleCnt="0"/>
      <dgm:spPr/>
    </dgm:pt>
    <dgm:pt modelId="{DAA6645C-BEE1-4C1E-8AEC-506407DDD790}" type="pres">
      <dgm:prSet presAssocID="{E5C5C24F-932B-4A87-89D1-3BA823ECD3AD}" presName="parTx" presStyleLbl="alignNode1" presStyleIdx="2" presStyleCnt="3">
        <dgm:presLayoutVars>
          <dgm:chMax val="0"/>
          <dgm:chPref val="0"/>
          <dgm:bulletEnabled val="1"/>
        </dgm:presLayoutVars>
      </dgm:prSet>
      <dgm:spPr/>
    </dgm:pt>
    <dgm:pt modelId="{99183B2A-A124-4CD4-A9F7-30D0238BC067}" type="pres">
      <dgm:prSet presAssocID="{E5C5C24F-932B-4A87-89D1-3BA823ECD3AD}" presName="desTx" presStyleLbl="alignAccFollowNode1" presStyleIdx="2" presStyleCnt="3">
        <dgm:presLayoutVars>
          <dgm:bulletEnabled val="1"/>
        </dgm:presLayoutVars>
      </dgm:prSet>
      <dgm:spPr/>
    </dgm:pt>
  </dgm:ptLst>
  <dgm:cxnLst>
    <dgm:cxn modelId="{22A75322-FE5E-476C-BB63-2210C225823F}" srcId="{F73C3E25-B65A-43BC-93DA-80BF814B68E3}" destId="{E5C5C24F-932B-4A87-89D1-3BA823ECD3AD}" srcOrd="2" destOrd="0" parTransId="{D4252F23-EBE2-4853-9E2B-619C28FC0053}" sibTransId="{1AD49A86-4AFD-404B-8BFD-61CF56D70683}"/>
    <dgm:cxn modelId="{5013BF27-BEAE-494A-89BE-21C722B65587}" type="presOf" srcId="{E5C5C24F-932B-4A87-89D1-3BA823ECD3AD}" destId="{DAA6645C-BEE1-4C1E-8AEC-506407DDD790}" srcOrd="0" destOrd="0" presId="urn:microsoft.com/office/officeart/2005/8/layout/hList1"/>
    <dgm:cxn modelId="{128D284B-6637-47B3-BCE6-AE1AD398F634}" srcId="{CC0D9A9B-4782-4670-A8EC-03D0EB9D6BDF}" destId="{5B5D6244-E49F-4ED0-9AE9-AA1F6D0A8BA8}" srcOrd="0" destOrd="0" parTransId="{4DA93289-B7E1-4D4D-B056-DF9D5E800C35}" sibTransId="{F6C96425-D5FB-4181-BC3A-B55B62854007}"/>
    <dgm:cxn modelId="{4E201651-2561-4517-854A-36336A7142D2}" srcId="{F73C3E25-B65A-43BC-93DA-80BF814B68E3}" destId="{CC0D9A9B-4782-4670-A8EC-03D0EB9D6BDF}" srcOrd="0" destOrd="0" parTransId="{5CE83A7D-9797-40B6-953D-DD61DF93A876}" sibTransId="{E6FFE67B-444E-4D8F-BE91-57CF1B19496D}"/>
    <dgm:cxn modelId="{C3DAA451-96BC-4D52-8F7E-B318B44FF7FC}" type="presOf" srcId="{CC0D9A9B-4782-4670-A8EC-03D0EB9D6BDF}" destId="{6B4DA44C-3961-43D5-B432-34172C445D30}" srcOrd="0" destOrd="0" presId="urn:microsoft.com/office/officeart/2005/8/layout/hList1"/>
    <dgm:cxn modelId="{02296972-7A9A-4911-90BA-B22E59F34C91}" type="presOf" srcId="{C7E1F660-B0AB-46A3-AD1E-0D749F92CAD8}" destId="{2428EA0F-DDD2-4529-8ED4-C4FC77E9D48B}" srcOrd="0" destOrd="0" presId="urn:microsoft.com/office/officeart/2005/8/layout/hList1"/>
    <dgm:cxn modelId="{5D39E68B-9563-4C1A-BECD-8DEDC831E913}" srcId="{F73C3E25-B65A-43BC-93DA-80BF814B68E3}" destId="{F3D43133-1BB8-426C-A6AC-DC924C277DEB}" srcOrd="1" destOrd="0" parTransId="{D2150ADB-790D-4FF8-B313-E3249623B661}" sibTransId="{8C9D931E-6AA6-4389-8E7E-8210C3EBF54F}"/>
    <dgm:cxn modelId="{E092BB9E-5641-4B41-B2AC-D9AD3A14B309}" type="presOf" srcId="{F73C3E25-B65A-43BC-93DA-80BF814B68E3}" destId="{A7AAC4A2-AD6B-4F5C-9E04-2D1218C2121F}" srcOrd="0" destOrd="0" presId="urn:microsoft.com/office/officeart/2005/8/layout/hList1"/>
    <dgm:cxn modelId="{FAF48FB0-316D-4214-BFE5-4290E4F20048}" type="presOf" srcId="{5B5D6244-E49F-4ED0-9AE9-AA1F6D0A8BA8}" destId="{370AE9FF-BC8B-4369-B99C-5E84071D72A2}" srcOrd="0" destOrd="0" presId="urn:microsoft.com/office/officeart/2005/8/layout/hList1"/>
    <dgm:cxn modelId="{30D20DD2-41AC-4695-9EC8-94CB6D16BBF6}" type="presOf" srcId="{F3D43133-1BB8-426C-A6AC-DC924C277DEB}" destId="{910742A4-9196-4CDD-AFC3-B7A70096A781}" srcOrd="0" destOrd="0" presId="urn:microsoft.com/office/officeart/2005/8/layout/hList1"/>
    <dgm:cxn modelId="{0633DAD5-65FF-4A2B-8A50-5F26DBB34FC1}" type="presOf" srcId="{09D01C11-8ADB-4E4D-8098-8C56E9899A5D}" destId="{99183B2A-A124-4CD4-A9F7-30D0238BC067}" srcOrd="0" destOrd="0" presId="urn:microsoft.com/office/officeart/2005/8/layout/hList1"/>
    <dgm:cxn modelId="{607471D9-4EA8-4397-9C4B-E6695B8593F3}" srcId="{F3D43133-1BB8-426C-A6AC-DC924C277DEB}" destId="{C7E1F660-B0AB-46A3-AD1E-0D749F92CAD8}" srcOrd="0" destOrd="0" parTransId="{ED0178A2-E9AC-4026-BA99-24906FFA3564}" sibTransId="{D5758B32-0368-4118-BF78-801284998822}"/>
    <dgm:cxn modelId="{602110DF-EFF5-4A49-A871-7AB1B87CA1C5}" srcId="{E5C5C24F-932B-4A87-89D1-3BA823ECD3AD}" destId="{09D01C11-8ADB-4E4D-8098-8C56E9899A5D}" srcOrd="0" destOrd="0" parTransId="{51C74A36-CB7F-4585-97E9-DD94C3D85339}" sibTransId="{A0C9D4D9-5C4A-4D1B-B3EE-006DE1307B8C}"/>
    <dgm:cxn modelId="{6E0521D2-B8E0-4323-B6E5-958A14B3CE69}" type="presParOf" srcId="{A7AAC4A2-AD6B-4F5C-9E04-2D1218C2121F}" destId="{3F6E4A46-CD2A-4A84-95C1-9C719C5F42BE}" srcOrd="0" destOrd="0" presId="urn:microsoft.com/office/officeart/2005/8/layout/hList1"/>
    <dgm:cxn modelId="{B53B3360-0733-4934-B247-52EB9E38817C}" type="presParOf" srcId="{3F6E4A46-CD2A-4A84-95C1-9C719C5F42BE}" destId="{6B4DA44C-3961-43D5-B432-34172C445D30}" srcOrd="0" destOrd="0" presId="urn:microsoft.com/office/officeart/2005/8/layout/hList1"/>
    <dgm:cxn modelId="{1ABFCD48-2DF1-449B-98E5-A2FD43B2DCCC}" type="presParOf" srcId="{3F6E4A46-CD2A-4A84-95C1-9C719C5F42BE}" destId="{370AE9FF-BC8B-4369-B99C-5E84071D72A2}" srcOrd="1" destOrd="0" presId="urn:microsoft.com/office/officeart/2005/8/layout/hList1"/>
    <dgm:cxn modelId="{82F929BE-BA5F-4BD1-92EE-83AD3AC3D108}" type="presParOf" srcId="{A7AAC4A2-AD6B-4F5C-9E04-2D1218C2121F}" destId="{01068AC9-8E14-4202-A85C-53D488A59A83}" srcOrd="1" destOrd="0" presId="urn:microsoft.com/office/officeart/2005/8/layout/hList1"/>
    <dgm:cxn modelId="{FDF613E2-7E9A-4011-A250-F4D3854647C7}" type="presParOf" srcId="{A7AAC4A2-AD6B-4F5C-9E04-2D1218C2121F}" destId="{C4B4FDD8-21A5-482C-86AE-2EA84B2E847D}" srcOrd="2" destOrd="0" presId="urn:microsoft.com/office/officeart/2005/8/layout/hList1"/>
    <dgm:cxn modelId="{A43EEAEA-2508-45C9-B7FC-ED547F5A2352}" type="presParOf" srcId="{C4B4FDD8-21A5-482C-86AE-2EA84B2E847D}" destId="{910742A4-9196-4CDD-AFC3-B7A70096A781}" srcOrd="0" destOrd="0" presId="urn:microsoft.com/office/officeart/2005/8/layout/hList1"/>
    <dgm:cxn modelId="{079E10B9-AADD-438D-99FA-5EB9DD5D224E}" type="presParOf" srcId="{C4B4FDD8-21A5-482C-86AE-2EA84B2E847D}" destId="{2428EA0F-DDD2-4529-8ED4-C4FC77E9D48B}" srcOrd="1" destOrd="0" presId="urn:microsoft.com/office/officeart/2005/8/layout/hList1"/>
    <dgm:cxn modelId="{324EBE78-681C-456E-B5E4-388308786854}" type="presParOf" srcId="{A7AAC4A2-AD6B-4F5C-9E04-2D1218C2121F}" destId="{003B25CD-F595-4AF0-9D5A-18E1FC67C300}" srcOrd="3" destOrd="0" presId="urn:microsoft.com/office/officeart/2005/8/layout/hList1"/>
    <dgm:cxn modelId="{606665E1-1E93-4B54-97D6-5B71BBB65DF9}" type="presParOf" srcId="{A7AAC4A2-AD6B-4F5C-9E04-2D1218C2121F}" destId="{44EABC67-1864-4B37-9CE4-E3E3F8A8B6EB}" srcOrd="4" destOrd="0" presId="urn:microsoft.com/office/officeart/2005/8/layout/hList1"/>
    <dgm:cxn modelId="{692FBDE9-5187-464D-B2F6-42C07785E4E5}" type="presParOf" srcId="{44EABC67-1864-4B37-9CE4-E3E3F8A8B6EB}" destId="{DAA6645C-BEE1-4C1E-8AEC-506407DDD790}" srcOrd="0" destOrd="0" presId="urn:microsoft.com/office/officeart/2005/8/layout/hList1"/>
    <dgm:cxn modelId="{5CF434BC-3A39-4F75-BF48-3F32145670F6}" type="presParOf" srcId="{44EABC67-1864-4B37-9CE4-E3E3F8A8B6EB}" destId="{99183B2A-A124-4CD4-A9F7-30D0238BC06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A7DEE57-C80A-4948-879E-C7162FE6382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E3407BBC-BBBC-4FAA-A0FC-B7C5A0859E1E}">
      <dgm:prSet/>
      <dgm:spPr>
        <a:solidFill>
          <a:srgbClr val="004F71"/>
        </a:solidFill>
      </dgm:spPr>
      <dgm:t>
        <a:bodyPr/>
        <a:lstStyle/>
        <a:p>
          <a:r>
            <a:rPr lang="en-US" dirty="0"/>
            <a:t>Slow Internet speeds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384E23F-E755-4F05-A578-221347AA8D48}" type="parTrans" cxnId="{C0A81396-20EB-4923-952F-A779399B2255}">
      <dgm:prSet/>
      <dgm:spPr/>
      <dgm:t>
        <a:bodyPr/>
        <a:lstStyle/>
        <a:p>
          <a:endParaRPr lang="en-US"/>
        </a:p>
      </dgm:t>
    </dgm:pt>
    <dgm:pt modelId="{9128F7F8-E276-40DB-86DE-979C91EC93E9}" type="sibTrans" cxnId="{C0A81396-20EB-4923-952F-A779399B2255}">
      <dgm:prSet/>
      <dgm:spPr/>
      <dgm:t>
        <a:bodyPr/>
        <a:lstStyle/>
        <a:p>
          <a:endParaRPr lang="en-US"/>
        </a:p>
      </dgm:t>
    </dgm:pt>
    <dgm:pt modelId="{F5E508EA-C005-47C1-B6F0-33442F3F1823}">
      <dgm:prSet/>
      <dgm:spPr>
        <a:solidFill>
          <a:srgbClr val="004F71"/>
        </a:solidFill>
      </dgm:spPr>
      <dgm:t>
        <a:bodyPr/>
        <a:lstStyle/>
        <a:p>
          <a:r>
            <a:rPr lang="en-US" dirty="0"/>
            <a:t>Connection timeouts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687944C-B7D7-4C43-AFCA-A48AB7D40254}" type="parTrans" cxnId="{6FE7AC03-5236-4265-966E-7520E636A90A}">
      <dgm:prSet/>
      <dgm:spPr/>
      <dgm:t>
        <a:bodyPr/>
        <a:lstStyle/>
        <a:p>
          <a:endParaRPr lang="en-US"/>
        </a:p>
      </dgm:t>
    </dgm:pt>
    <dgm:pt modelId="{B300A5FF-2F53-4EC8-93B8-C83E4152C6CF}" type="sibTrans" cxnId="{6FE7AC03-5236-4265-966E-7520E636A90A}">
      <dgm:prSet/>
      <dgm:spPr/>
      <dgm:t>
        <a:bodyPr/>
        <a:lstStyle/>
        <a:p>
          <a:endParaRPr lang="en-US"/>
        </a:p>
      </dgm:t>
    </dgm:pt>
    <dgm:pt modelId="{03734B17-33E9-4EE1-B8F3-50CDF2C983A8}">
      <dgm:prSet/>
      <dgm:spPr>
        <a:solidFill>
          <a:srgbClr val="004F71"/>
        </a:solidFill>
      </dgm:spPr>
      <dgm:t>
        <a:bodyPr/>
        <a:lstStyle/>
        <a:p>
          <a:r>
            <a:rPr lang="en-US" dirty="0"/>
            <a:t>Slowing down </a:t>
          </a:r>
          <a:br>
            <a:rPr lang="en-US" dirty="0"/>
          </a:br>
          <a:r>
            <a:rPr lang="en-US" dirty="0"/>
            <a:t>of applications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E6DDD0DA-CB5C-4DDC-8E27-F91F43FB20B3}" type="parTrans" cxnId="{502B9D07-C133-404E-AEAB-6EE02C90BBDC}">
      <dgm:prSet/>
      <dgm:spPr/>
      <dgm:t>
        <a:bodyPr/>
        <a:lstStyle/>
        <a:p>
          <a:endParaRPr lang="en-US"/>
        </a:p>
      </dgm:t>
    </dgm:pt>
    <dgm:pt modelId="{72DB6F36-6E91-4D6A-A4EF-982AF1C085FE}" type="sibTrans" cxnId="{502B9D07-C133-404E-AEAB-6EE02C90BBDC}">
      <dgm:prSet/>
      <dgm:spPr/>
      <dgm:t>
        <a:bodyPr/>
        <a:lstStyle/>
        <a:p>
          <a:endParaRPr lang="en-US"/>
        </a:p>
      </dgm:t>
    </dgm:pt>
    <dgm:pt modelId="{BC91007D-FCC0-4E2A-AD1F-83D0B29E27DA}">
      <dgm:prSet/>
      <dgm:spPr>
        <a:solidFill>
          <a:srgbClr val="004F71"/>
        </a:solidFill>
      </dgm:spPr>
      <dgm:t>
        <a:bodyPr/>
        <a:lstStyle/>
        <a:p>
          <a:r>
            <a:rPr lang="en-US" dirty="0"/>
            <a:t>Frequent drops </a:t>
          </a:r>
          <a:br>
            <a:rPr lang="en-US" dirty="0"/>
          </a:br>
          <a:r>
            <a:rPr lang="en-US" dirty="0"/>
            <a:t>or unstable network link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4A67C48-5BFC-4AC9-A0CC-5086574EA088}" type="parTrans" cxnId="{77125379-D06F-4CC7-958C-59A9EA051B73}">
      <dgm:prSet/>
      <dgm:spPr/>
      <dgm:t>
        <a:bodyPr/>
        <a:lstStyle/>
        <a:p>
          <a:endParaRPr lang="en-US"/>
        </a:p>
      </dgm:t>
    </dgm:pt>
    <dgm:pt modelId="{16137ADC-0DC6-47FE-A823-116308B3F548}" type="sibTrans" cxnId="{77125379-D06F-4CC7-958C-59A9EA051B73}">
      <dgm:prSet/>
      <dgm:spPr/>
      <dgm:t>
        <a:bodyPr/>
        <a:lstStyle/>
        <a:p>
          <a:endParaRPr lang="en-US"/>
        </a:p>
      </dgm:t>
    </dgm:pt>
    <dgm:pt modelId="{31F66C3F-2525-4E74-A3D7-E7BC98CBD87E}">
      <dgm:prSet/>
      <dgm:spPr>
        <a:solidFill>
          <a:srgbClr val="004F71"/>
        </a:solidFill>
      </dgm:spPr>
      <dgm:t>
        <a:bodyPr/>
        <a:lstStyle/>
        <a:p>
          <a:r>
            <a:rPr lang="en-US" dirty="0"/>
            <a:t>Random disconnections and reconnections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0D03531-B8A5-4540-873F-FC8C71AFEFD9}" type="parTrans" cxnId="{9D4F8F2A-9BB6-45B7-9031-DE8F2E7F3779}">
      <dgm:prSet/>
      <dgm:spPr/>
      <dgm:t>
        <a:bodyPr/>
        <a:lstStyle/>
        <a:p>
          <a:endParaRPr lang="en-US"/>
        </a:p>
      </dgm:t>
    </dgm:pt>
    <dgm:pt modelId="{B72C8A54-6A29-48B7-8FBF-F7A9693C42FA}" type="sibTrans" cxnId="{9D4F8F2A-9BB6-45B7-9031-DE8F2E7F3779}">
      <dgm:prSet/>
      <dgm:spPr/>
      <dgm:t>
        <a:bodyPr/>
        <a:lstStyle/>
        <a:p>
          <a:endParaRPr lang="en-US"/>
        </a:p>
      </dgm:t>
    </dgm:pt>
    <dgm:pt modelId="{534790B9-B3D4-49C0-B398-3548EFF27F5E}">
      <dgm:prSet/>
      <dgm:spPr>
        <a:solidFill>
          <a:srgbClr val="004F71"/>
        </a:solidFill>
      </dgm:spPr>
      <dgm:t>
        <a:bodyPr/>
        <a:lstStyle/>
        <a:p>
          <a:r>
            <a:rPr lang="en-US" dirty="0"/>
            <a:t>Lagging audio/video communication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8AB6E6D-FB35-4BDA-9F04-EC951B19AC46}" type="parTrans" cxnId="{FF334C31-A624-40E2-9875-02C543069C21}">
      <dgm:prSet/>
      <dgm:spPr/>
      <dgm:t>
        <a:bodyPr/>
        <a:lstStyle/>
        <a:p>
          <a:endParaRPr lang="en-US"/>
        </a:p>
      </dgm:t>
    </dgm:pt>
    <dgm:pt modelId="{4095F962-46D0-48DF-985D-E6A4E055D5D6}" type="sibTrans" cxnId="{FF334C31-A624-40E2-9875-02C543069C21}">
      <dgm:prSet/>
      <dgm:spPr/>
      <dgm:t>
        <a:bodyPr/>
        <a:lstStyle/>
        <a:p>
          <a:endParaRPr lang="en-US"/>
        </a:p>
      </dgm:t>
    </dgm:pt>
    <dgm:pt modelId="{CD125B31-90B4-4132-A495-840CAF59364C}" type="pres">
      <dgm:prSet presAssocID="{8A7DEE57-C80A-4948-879E-C7162FE63823}" presName="diagram" presStyleCnt="0">
        <dgm:presLayoutVars>
          <dgm:dir/>
          <dgm:resizeHandles val="exact"/>
        </dgm:presLayoutVars>
      </dgm:prSet>
      <dgm:spPr/>
    </dgm:pt>
    <dgm:pt modelId="{3110109E-75A6-4DAE-A7F1-7CCB93CEEFF2}" type="pres">
      <dgm:prSet presAssocID="{E3407BBC-BBBC-4FAA-A0FC-B7C5A0859E1E}" presName="node" presStyleLbl="node1" presStyleIdx="0" presStyleCnt="6">
        <dgm:presLayoutVars>
          <dgm:bulletEnabled val="1"/>
        </dgm:presLayoutVars>
      </dgm:prSet>
      <dgm:spPr/>
    </dgm:pt>
    <dgm:pt modelId="{5B926DFA-8D09-45C4-9BEF-E67C796E1D57}" type="pres">
      <dgm:prSet presAssocID="{9128F7F8-E276-40DB-86DE-979C91EC93E9}" presName="sibTrans" presStyleCnt="0"/>
      <dgm:spPr/>
    </dgm:pt>
    <dgm:pt modelId="{46C1AD9A-396C-4E1D-98ED-2DCB1D550C3D}" type="pres">
      <dgm:prSet presAssocID="{31F66C3F-2525-4E74-A3D7-E7BC98CBD87E}" presName="node" presStyleLbl="node1" presStyleIdx="1" presStyleCnt="6">
        <dgm:presLayoutVars>
          <dgm:bulletEnabled val="1"/>
        </dgm:presLayoutVars>
      </dgm:prSet>
      <dgm:spPr/>
    </dgm:pt>
    <dgm:pt modelId="{1085F47D-258F-4419-8D0D-E62343C71664}" type="pres">
      <dgm:prSet presAssocID="{B72C8A54-6A29-48B7-8FBF-F7A9693C42FA}" presName="sibTrans" presStyleCnt="0"/>
      <dgm:spPr/>
    </dgm:pt>
    <dgm:pt modelId="{C5C067C9-C9F0-4996-8D26-360D98EE4C63}" type="pres">
      <dgm:prSet presAssocID="{F5E508EA-C005-47C1-B6F0-33442F3F1823}" presName="node" presStyleLbl="node1" presStyleIdx="2" presStyleCnt="6">
        <dgm:presLayoutVars>
          <dgm:bulletEnabled val="1"/>
        </dgm:presLayoutVars>
      </dgm:prSet>
      <dgm:spPr/>
    </dgm:pt>
    <dgm:pt modelId="{DE378DB0-09F0-464F-80C5-3BBCAA1F5D17}" type="pres">
      <dgm:prSet presAssocID="{B300A5FF-2F53-4EC8-93B8-C83E4152C6CF}" presName="sibTrans" presStyleCnt="0"/>
      <dgm:spPr/>
    </dgm:pt>
    <dgm:pt modelId="{1AA88218-36A5-4E88-8ACC-AAAD5756368C}" type="pres">
      <dgm:prSet presAssocID="{03734B17-33E9-4EE1-B8F3-50CDF2C983A8}" presName="node" presStyleLbl="node1" presStyleIdx="3" presStyleCnt="6">
        <dgm:presLayoutVars>
          <dgm:bulletEnabled val="1"/>
        </dgm:presLayoutVars>
      </dgm:prSet>
      <dgm:spPr/>
    </dgm:pt>
    <dgm:pt modelId="{6111C6E9-C752-4CA3-BC90-4BCEF79A8B26}" type="pres">
      <dgm:prSet presAssocID="{72DB6F36-6E91-4D6A-A4EF-982AF1C085FE}" presName="sibTrans" presStyleCnt="0"/>
      <dgm:spPr/>
    </dgm:pt>
    <dgm:pt modelId="{A492E0AD-6298-4B62-9C62-FE2A211792FF}" type="pres">
      <dgm:prSet presAssocID="{534790B9-B3D4-49C0-B398-3548EFF27F5E}" presName="node" presStyleLbl="node1" presStyleIdx="4" presStyleCnt="6">
        <dgm:presLayoutVars>
          <dgm:bulletEnabled val="1"/>
        </dgm:presLayoutVars>
      </dgm:prSet>
      <dgm:spPr/>
    </dgm:pt>
    <dgm:pt modelId="{313D4914-4B68-4F88-AE14-E7F4C5071C40}" type="pres">
      <dgm:prSet presAssocID="{4095F962-46D0-48DF-985D-E6A4E055D5D6}" presName="sibTrans" presStyleCnt="0"/>
      <dgm:spPr/>
    </dgm:pt>
    <dgm:pt modelId="{987AE61B-D623-495A-9417-5BA1DAE31FD9}" type="pres">
      <dgm:prSet presAssocID="{BC91007D-FCC0-4E2A-AD1F-83D0B29E27DA}" presName="node" presStyleLbl="node1" presStyleIdx="5" presStyleCnt="6">
        <dgm:presLayoutVars>
          <dgm:bulletEnabled val="1"/>
        </dgm:presLayoutVars>
      </dgm:prSet>
      <dgm:spPr/>
    </dgm:pt>
  </dgm:ptLst>
  <dgm:cxnLst>
    <dgm:cxn modelId="{6FE7AC03-5236-4265-966E-7520E636A90A}" srcId="{8A7DEE57-C80A-4948-879E-C7162FE63823}" destId="{F5E508EA-C005-47C1-B6F0-33442F3F1823}" srcOrd="2" destOrd="0" parTransId="{9687944C-B7D7-4C43-AFCA-A48AB7D40254}" sibTransId="{B300A5FF-2F53-4EC8-93B8-C83E4152C6CF}"/>
    <dgm:cxn modelId="{502B9D07-C133-404E-AEAB-6EE02C90BBDC}" srcId="{8A7DEE57-C80A-4948-879E-C7162FE63823}" destId="{03734B17-33E9-4EE1-B8F3-50CDF2C983A8}" srcOrd="3" destOrd="0" parTransId="{E6DDD0DA-CB5C-4DDC-8E27-F91F43FB20B3}" sibTransId="{72DB6F36-6E91-4D6A-A4EF-982AF1C085FE}"/>
    <dgm:cxn modelId="{9D4F8F2A-9BB6-45B7-9031-DE8F2E7F3779}" srcId="{8A7DEE57-C80A-4948-879E-C7162FE63823}" destId="{31F66C3F-2525-4E74-A3D7-E7BC98CBD87E}" srcOrd="1" destOrd="0" parTransId="{00D03531-B8A5-4540-873F-FC8C71AFEFD9}" sibTransId="{B72C8A54-6A29-48B7-8FBF-F7A9693C42FA}"/>
    <dgm:cxn modelId="{FF334C31-A624-40E2-9875-02C543069C21}" srcId="{8A7DEE57-C80A-4948-879E-C7162FE63823}" destId="{534790B9-B3D4-49C0-B398-3548EFF27F5E}" srcOrd="4" destOrd="0" parTransId="{18AB6E6D-FB35-4BDA-9F04-EC951B19AC46}" sibTransId="{4095F962-46D0-48DF-985D-E6A4E055D5D6}"/>
    <dgm:cxn modelId="{54518F3D-B313-4A48-8934-3421D9042897}" type="presOf" srcId="{8A7DEE57-C80A-4948-879E-C7162FE63823}" destId="{CD125B31-90B4-4132-A495-840CAF59364C}" srcOrd="0" destOrd="0" presId="urn:microsoft.com/office/officeart/2005/8/layout/default"/>
    <dgm:cxn modelId="{77125379-D06F-4CC7-958C-59A9EA051B73}" srcId="{8A7DEE57-C80A-4948-879E-C7162FE63823}" destId="{BC91007D-FCC0-4E2A-AD1F-83D0B29E27DA}" srcOrd="5" destOrd="0" parTransId="{B4A67C48-5BFC-4AC9-A0CC-5086574EA088}" sibTransId="{16137ADC-0DC6-47FE-A823-116308B3F548}"/>
    <dgm:cxn modelId="{0F4EA387-369C-4E4C-8C64-9040B6DBD7BC}" type="presOf" srcId="{31F66C3F-2525-4E74-A3D7-E7BC98CBD87E}" destId="{46C1AD9A-396C-4E1D-98ED-2DCB1D550C3D}" srcOrd="0" destOrd="0" presId="urn:microsoft.com/office/officeart/2005/8/layout/default"/>
    <dgm:cxn modelId="{C0A81396-20EB-4923-952F-A779399B2255}" srcId="{8A7DEE57-C80A-4948-879E-C7162FE63823}" destId="{E3407BBC-BBBC-4FAA-A0FC-B7C5A0859E1E}" srcOrd="0" destOrd="0" parTransId="{5384E23F-E755-4F05-A578-221347AA8D48}" sibTransId="{9128F7F8-E276-40DB-86DE-979C91EC93E9}"/>
    <dgm:cxn modelId="{3DFB8CA3-3BAF-44EA-8AA9-03AB1EE1C950}" type="presOf" srcId="{F5E508EA-C005-47C1-B6F0-33442F3F1823}" destId="{C5C067C9-C9F0-4996-8D26-360D98EE4C63}" srcOrd="0" destOrd="0" presId="urn:microsoft.com/office/officeart/2005/8/layout/default"/>
    <dgm:cxn modelId="{C00D6FAC-6D7E-48AA-B28A-91016E38AB05}" type="presOf" srcId="{03734B17-33E9-4EE1-B8F3-50CDF2C983A8}" destId="{1AA88218-36A5-4E88-8ACC-AAAD5756368C}" srcOrd="0" destOrd="0" presId="urn:microsoft.com/office/officeart/2005/8/layout/default"/>
    <dgm:cxn modelId="{CF909BD0-72FA-4D82-A380-A51BCD110709}" type="presOf" srcId="{E3407BBC-BBBC-4FAA-A0FC-B7C5A0859E1E}" destId="{3110109E-75A6-4DAE-A7F1-7CCB93CEEFF2}" srcOrd="0" destOrd="0" presId="urn:microsoft.com/office/officeart/2005/8/layout/default"/>
    <dgm:cxn modelId="{E8F3E0F6-5BEE-4346-83DF-D38F8D187F3F}" type="presOf" srcId="{BC91007D-FCC0-4E2A-AD1F-83D0B29E27DA}" destId="{987AE61B-D623-495A-9417-5BA1DAE31FD9}" srcOrd="0" destOrd="0" presId="urn:microsoft.com/office/officeart/2005/8/layout/default"/>
    <dgm:cxn modelId="{742BFBF6-9CCD-4F77-A882-9DCA757350B9}" type="presOf" srcId="{534790B9-B3D4-49C0-B398-3548EFF27F5E}" destId="{A492E0AD-6298-4B62-9C62-FE2A211792FF}" srcOrd="0" destOrd="0" presId="urn:microsoft.com/office/officeart/2005/8/layout/default"/>
    <dgm:cxn modelId="{003899DA-6477-4188-A17D-8E7E41F4731D}" type="presParOf" srcId="{CD125B31-90B4-4132-A495-840CAF59364C}" destId="{3110109E-75A6-4DAE-A7F1-7CCB93CEEFF2}" srcOrd="0" destOrd="0" presId="urn:microsoft.com/office/officeart/2005/8/layout/default"/>
    <dgm:cxn modelId="{06C00C37-28D7-4C02-AEB0-6ED52A8BA539}" type="presParOf" srcId="{CD125B31-90B4-4132-A495-840CAF59364C}" destId="{5B926DFA-8D09-45C4-9BEF-E67C796E1D57}" srcOrd="1" destOrd="0" presId="urn:microsoft.com/office/officeart/2005/8/layout/default"/>
    <dgm:cxn modelId="{ABB69EDF-FC0C-4AE0-9B3E-57157D6E4906}" type="presParOf" srcId="{CD125B31-90B4-4132-A495-840CAF59364C}" destId="{46C1AD9A-396C-4E1D-98ED-2DCB1D550C3D}" srcOrd="2" destOrd="0" presId="urn:microsoft.com/office/officeart/2005/8/layout/default"/>
    <dgm:cxn modelId="{0E295081-65E7-4EE4-8199-250B38A59945}" type="presParOf" srcId="{CD125B31-90B4-4132-A495-840CAF59364C}" destId="{1085F47D-258F-4419-8D0D-E62343C71664}" srcOrd="3" destOrd="0" presId="urn:microsoft.com/office/officeart/2005/8/layout/default"/>
    <dgm:cxn modelId="{B495E063-D776-4416-A690-C08D66829BC3}" type="presParOf" srcId="{CD125B31-90B4-4132-A495-840CAF59364C}" destId="{C5C067C9-C9F0-4996-8D26-360D98EE4C63}" srcOrd="4" destOrd="0" presId="urn:microsoft.com/office/officeart/2005/8/layout/default"/>
    <dgm:cxn modelId="{6D728FD1-E335-494E-A304-358E81D80791}" type="presParOf" srcId="{CD125B31-90B4-4132-A495-840CAF59364C}" destId="{DE378DB0-09F0-464F-80C5-3BBCAA1F5D17}" srcOrd="5" destOrd="0" presId="urn:microsoft.com/office/officeart/2005/8/layout/default"/>
    <dgm:cxn modelId="{40A46821-82DD-4E34-B71C-DE39B140530D}" type="presParOf" srcId="{CD125B31-90B4-4132-A495-840CAF59364C}" destId="{1AA88218-36A5-4E88-8ACC-AAAD5756368C}" srcOrd="6" destOrd="0" presId="urn:microsoft.com/office/officeart/2005/8/layout/default"/>
    <dgm:cxn modelId="{E7C56936-6836-46E2-8009-89C4DABCF33E}" type="presParOf" srcId="{CD125B31-90B4-4132-A495-840CAF59364C}" destId="{6111C6E9-C752-4CA3-BC90-4BCEF79A8B26}" srcOrd="7" destOrd="0" presId="urn:microsoft.com/office/officeart/2005/8/layout/default"/>
    <dgm:cxn modelId="{6F5C5171-4D66-48D5-AD5C-A14A03339AAC}" type="presParOf" srcId="{CD125B31-90B4-4132-A495-840CAF59364C}" destId="{A492E0AD-6298-4B62-9C62-FE2A211792FF}" srcOrd="8" destOrd="0" presId="urn:microsoft.com/office/officeart/2005/8/layout/default"/>
    <dgm:cxn modelId="{1465C057-BC33-4ACB-820E-2FAA3307CD3D}" type="presParOf" srcId="{CD125B31-90B4-4132-A495-840CAF59364C}" destId="{313D4914-4B68-4F88-AE14-E7F4C5071C40}" srcOrd="9" destOrd="0" presId="urn:microsoft.com/office/officeart/2005/8/layout/default"/>
    <dgm:cxn modelId="{BD8A11D7-6EFC-4AD4-A085-999A01FFA4A4}" type="presParOf" srcId="{CD125B31-90B4-4132-A495-840CAF59364C}" destId="{987AE61B-D623-495A-9417-5BA1DAE31FD9}"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A7DEE57-C80A-4948-879E-C7162FE6382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D125B31-90B4-4132-A495-840CAF59364C}" type="pres">
      <dgm:prSet presAssocID="{8A7DEE57-C80A-4948-879E-C7162FE63823}" presName="diagram" presStyleCnt="0">
        <dgm:presLayoutVars>
          <dgm:dir/>
          <dgm:resizeHandles val="exact"/>
        </dgm:presLayoutVars>
      </dgm:prSet>
      <dgm:spPr/>
    </dgm:pt>
  </dgm:ptLst>
  <dgm:cxnLst>
    <dgm:cxn modelId="{54518F3D-B313-4A48-8934-3421D9042897}" type="presOf" srcId="{8A7DEE57-C80A-4948-879E-C7162FE63823}" destId="{CD125B31-90B4-4132-A495-840CAF59364C}"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47DB403-C9E5-42BE-9D1E-3C9A7E5A3C39}" type="doc">
      <dgm:prSet loTypeId="urn:microsoft.com/office/officeart/2005/8/layout/hProcess9" loCatId="process" qsTypeId="urn:microsoft.com/office/officeart/2005/8/quickstyle/simple1" qsCatId="simple" csTypeId="urn:microsoft.com/office/officeart/2005/8/colors/accent1_2" csCatId="accent1" phldr="1"/>
      <dgm:spPr/>
    </dgm:pt>
    <dgm:pt modelId="{DBADF96D-3A1C-4EC4-9A45-4E6026AC64C6}">
      <dgm:prSet phldrT="[Text]"/>
      <dgm:spPr>
        <a:solidFill>
          <a:srgbClr val="004F71"/>
        </a:solidFill>
      </dgm:spPr>
      <dgm:t>
        <a:bodyPr/>
        <a:lstStyle/>
        <a:p>
          <a:r>
            <a:rPr lang="en-US" dirty="0"/>
            <a:t>Physical inspection of cables</a:t>
          </a:r>
        </a:p>
      </dgm:t>
    </dgm:pt>
    <dgm:pt modelId="{D8963D4E-E7E7-42B3-A42F-5F4169E9B2BC}" type="parTrans" cxnId="{84D8F2DA-B1BA-4A58-9DC0-9FB38DCF44F6}">
      <dgm:prSet/>
      <dgm:spPr/>
      <dgm:t>
        <a:bodyPr/>
        <a:lstStyle/>
        <a:p>
          <a:endParaRPr lang="en-US"/>
        </a:p>
      </dgm:t>
    </dgm:pt>
    <dgm:pt modelId="{7AD9F0E7-D430-41C7-8E32-F165A11A8930}" type="sibTrans" cxnId="{84D8F2DA-B1BA-4A58-9DC0-9FB38DCF44F6}">
      <dgm:prSet/>
      <dgm:spPr/>
      <dgm:t>
        <a:bodyPr/>
        <a:lstStyle/>
        <a:p>
          <a:endParaRPr lang="en-US"/>
        </a:p>
      </dgm:t>
    </dgm:pt>
    <dgm:pt modelId="{EE103542-1BCB-4764-9913-FCB73C5A18DB}">
      <dgm:prSet/>
      <dgm:spPr>
        <a:solidFill>
          <a:srgbClr val="004F71"/>
        </a:solidFill>
      </dgm:spPr>
      <dgm:t>
        <a:bodyPr/>
        <a:lstStyle/>
        <a:p>
          <a:r>
            <a:rPr lang="en-US" dirty="0"/>
            <a:t>Substitute patch cords with known good ones if faulty</a:t>
          </a:r>
        </a:p>
      </dgm:t>
    </dgm:pt>
    <dgm:pt modelId="{98B4324D-708A-4649-9B17-F16BB17F6705}" type="parTrans" cxnId="{1C2F6656-AF3A-4101-B409-CBA78DBA8F32}">
      <dgm:prSet/>
      <dgm:spPr/>
      <dgm:t>
        <a:bodyPr/>
        <a:lstStyle/>
        <a:p>
          <a:endParaRPr lang="en-US"/>
        </a:p>
      </dgm:t>
    </dgm:pt>
    <dgm:pt modelId="{12421162-E9B4-4CD6-A6DE-FCA922786933}" type="sibTrans" cxnId="{1C2F6656-AF3A-4101-B409-CBA78DBA8F32}">
      <dgm:prSet/>
      <dgm:spPr/>
      <dgm:t>
        <a:bodyPr/>
        <a:lstStyle/>
        <a:p>
          <a:endParaRPr lang="en-US"/>
        </a:p>
      </dgm:t>
    </dgm:pt>
    <dgm:pt modelId="{9D232634-9AD8-45A4-BB33-CB53B77FE1CA}">
      <dgm:prSet/>
      <dgm:spPr>
        <a:solidFill>
          <a:srgbClr val="004F71"/>
        </a:solidFill>
      </dgm:spPr>
      <dgm:t>
        <a:bodyPr/>
        <a:lstStyle/>
        <a:p>
          <a:r>
            <a:rPr lang="en-US" dirty="0"/>
            <a:t>Test transceivers with a loopback tool</a:t>
          </a:r>
        </a:p>
      </dgm:t>
    </dgm:pt>
    <dgm:pt modelId="{E068C405-66D1-4D26-94F5-B464601AF193}" type="parTrans" cxnId="{EECD4020-D909-432E-9D7C-8CD99892F257}">
      <dgm:prSet/>
      <dgm:spPr/>
      <dgm:t>
        <a:bodyPr/>
        <a:lstStyle/>
        <a:p>
          <a:endParaRPr lang="en-US"/>
        </a:p>
      </dgm:t>
    </dgm:pt>
    <dgm:pt modelId="{6A58FDEA-46A5-47AA-BCBB-7D3D6AFC5DA4}" type="sibTrans" cxnId="{EECD4020-D909-432E-9D7C-8CD99892F257}">
      <dgm:prSet/>
      <dgm:spPr/>
      <dgm:t>
        <a:bodyPr/>
        <a:lstStyle/>
        <a:p>
          <a:endParaRPr lang="en-US"/>
        </a:p>
      </dgm:t>
    </dgm:pt>
    <dgm:pt modelId="{358AC270-6700-420C-9EE0-1BBC82B15E86}">
      <dgm:prSet/>
      <dgm:spPr>
        <a:solidFill>
          <a:srgbClr val="004F71"/>
        </a:solidFill>
      </dgm:spPr>
      <dgm:t>
        <a:bodyPr/>
        <a:lstStyle/>
        <a:p>
          <a:r>
            <a:rPr lang="en-US" dirty="0"/>
            <a:t>Use alternative hosts or switch ports to test connectivity</a:t>
          </a:r>
        </a:p>
      </dgm:t>
    </dgm:pt>
    <dgm:pt modelId="{6B9DC710-6B10-4BD2-9264-C47404F57D58}" type="parTrans" cxnId="{B6F372AD-A20E-4A92-8471-B0F41364B44A}">
      <dgm:prSet/>
      <dgm:spPr/>
      <dgm:t>
        <a:bodyPr/>
        <a:lstStyle/>
        <a:p>
          <a:endParaRPr lang="en-US"/>
        </a:p>
      </dgm:t>
    </dgm:pt>
    <dgm:pt modelId="{1F1B886B-9F25-40B4-8C8A-1D4242435DD0}" type="sibTrans" cxnId="{B6F372AD-A20E-4A92-8471-B0F41364B44A}">
      <dgm:prSet/>
      <dgm:spPr/>
      <dgm:t>
        <a:bodyPr/>
        <a:lstStyle/>
        <a:p>
          <a:endParaRPr lang="en-US"/>
        </a:p>
      </dgm:t>
    </dgm:pt>
    <dgm:pt modelId="{8CFAE9A4-C333-47BD-98F0-591118880574}">
      <dgm:prSet/>
      <dgm:spPr>
        <a:solidFill>
          <a:srgbClr val="004F71"/>
        </a:solidFill>
      </dgm:spPr>
      <dgm:t>
        <a:bodyPr/>
        <a:lstStyle/>
        <a:p>
          <a:r>
            <a:rPr lang="en-US" dirty="0"/>
            <a:t>Check structured cabling with appropriate tools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33253D5-0F3D-4F63-874C-AD3867AFDF15}" type="parTrans" cxnId="{516D13FA-0573-4E19-8C76-B5692E346011}">
      <dgm:prSet/>
      <dgm:spPr/>
      <dgm:t>
        <a:bodyPr/>
        <a:lstStyle/>
        <a:p>
          <a:endParaRPr lang="en-US"/>
        </a:p>
      </dgm:t>
    </dgm:pt>
    <dgm:pt modelId="{4336B46A-5BFD-4438-9013-B9968EAB72C4}" type="sibTrans" cxnId="{516D13FA-0573-4E19-8C76-B5692E346011}">
      <dgm:prSet/>
      <dgm:spPr/>
      <dgm:t>
        <a:bodyPr/>
        <a:lstStyle/>
        <a:p>
          <a:endParaRPr lang="en-US"/>
        </a:p>
      </dgm:t>
    </dgm:pt>
    <dgm:pt modelId="{F8DD4896-87E8-497D-9515-233E6A1FB901}">
      <dgm:prSet/>
      <dgm:spPr>
        <a:solidFill>
          <a:srgbClr val="004F71"/>
        </a:solidFill>
      </dgm:spPr>
      <dgm:t>
        <a:bodyPr/>
        <a:lstStyle/>
        <a:p>
          <a:r>
            <a:rPr lang="en-US" dirty="0"/>
            <a:t>Verify drivers and network adapter</a:t>
          </a:r>
        </a:p>
      </dgm:t>
    </dgm:pt>
    <dgm:pt modelId="{291FA73A-68F9-4487-93D2-11CEA74D34BB}" type="parTrans" cxnId="{7E3B0016-FF3F-4BEF-BF61-196E9331D319}">
      <dgm:prSet/>
      <dgm:spPr/>
      <dgm:t>
        <a:bodyPr/>
        <a:lstStyle/>
        <a:p>
          <a:endParaRPr lang="en-US"/>
        </a:p>
      </dgm:t>
    </dgm:pt>
    <dgm:pt modelId="{C1FF6E1E-AA0F-41D8-9C3A-E9EDF047B830}" type="sibTrans" cxnId="{7E3B0016-FF3F-4BEF-BF61-196E9331D319}">
      <dgm:prSet/>
      <dgm:spPr/>
      <dgm:t>
        <a:bodyPr/>
        <a:lstStyle/>
        <a:p>
          <a:endParaRPr lang="en-US"/>
        </a:p>
      </dgm:t>
    </dgm:pt>
    <dgm:pt modelId="{06CEE5B5-461E-4E03-8D94-F7C85F078E8F}">
      <dgm:prSet phldrT="[Text]"/>
      <dgm:spPr>
        <a:solidFill>
          <a:srgbClr val="004F71"/>
        </a:solidFill>
      </dgm:spPr>
      <dgm:t>
        <a:bodyPr/>
        <a:lstStyle/>
        <a:p>
          <a:r>
            <a:rPr lang="en-US" dirty="0"/>
            <a:t>Verify patch cord connections</a:t>
          </a:r>
        </a:p>
      </dgm:t>
    </dgm:pt>
    <dgm:pt modelId="{EBED925B-A0F3-4F46-BCCA-8E83A67A6766}" type="parTrans" cxnId="{5506941E-7053-4BE4-8EF5-3DE6C9735B02}">
      <dgm:prSet/>
      <dgm:spPr/>
      <dgm:t>
        <a:bodyPr/>
        <a:lstStyle/>
        <a:p>
          <a:endParaRPr lang="en-US"/>
        </a:p>
      </dgm:t>
    </dgm:pt>
    <dgm:pt modelId="{345CE3A2-ACF3-4093-89DE-ECC30189925E}" type="sibTrans" cxnId="{5506941E-7053-4BE4-8EF5-3DE6C9735B02}">
      <dgm:prSet/>
      <dgm:spPr/>
      <dgm:t>
        <a:bodyPr/>
        <a:lstStyle/>
        <a:p>
          <a:endParaRPr lang="en-US"/>
        </a:p>
      </dgm:t>
    </dgm:pt>
    <dgm:pt modelId="{CBE53811-9984-4416-AB6D-E167FABF6043}" type="pres">
      <dgm:prSet presAssocID="{347DB403-C9E5-42BE-9D1E-3C9A7E5A3C39}" presName="CompostProcess" presStyleCnt="0">
        <dgm:presLayoutVars>
          <dgm:dir/>
          <dgm:resizeHandles val="exact"/>
        </dgm:presLayoutVars>
      </dgm:prSet>
      <dgm:spPr/>
    </dgm:pt>
    <dgm:pt modelId="{202AF63E-F5B2-4FAF-B78D-93CADE8AD251}" type="pres">
      <dgm:prSet presAssocID="{347DB403-C9E5-42BE-9D1E-3C9A7E5A3C39}" presName="arrow" presStyleLbl="bgShp" presStyleIdx="0" presStyleCnt="1"/>
      <dgm:spPr>
        <a:solidFill>
          <a:schemeClr val="bg1">
            <a:lumMod val="95000"/>
          </a:schemeClr>
        </a:solidFill>
        <a:ln>
          <a:solidFill>
            <a:schemeClr val="bg1">
              <a:lumMod val="85000"/>
            </a:schemeClr>
          </a:solidFill>
        </a:ln>
      </dgm:spPr>
    </dgm:pt>
    <dgm:pt modelId="{38DF89AE-3BA1-4BDB-84A0-F21E4B0AC61E}" type="pres">
      <dgm:prSet presAssocID="{347DB403-C9E5-42BE-9D1E-3C9A7E5A3C39}" presName="linearProcess" presStyleCnt="0"/>
      <dgm:spPr/>
    </dgm:pt>
    <dgm:pt modelId="{AEE6ED27-5C62-48F2-8CA0-A4A5D76733EF}" type="pres">
      <dgm:prSet presAssocID="{DBADF96D-3A1C-4EC4-9A45-4E6026AC64C6}" presName="textNode" presStyleLbl="node1" presStyleIdx="0" presStyleCnt="7">
        <dgm:presLayoutVars>
          <dgm:bulletEnabled val="1"/>
        </dgm:presLayoutVars>
      </dgm:prSet>
      <dgm:spPr/>
    </dgm:pt>
    <dgm:pt modelId="{2E3DA8EE-0426-4E1C-87EE-C504B13A178F}" type="pres">
      <dgm:prSet presAssocID="{7AD9F0E7-D430-41C7-8E32-F165A11A8930}" presName="sibTrans" presStyleCnt="0"/>
      <dgm:spPr/>
    </dgm:pt>
    <dgm:pt modelId="{7D7486C0-DC3C-4ABA-A177-8F8A5339E40F}" type="pres">
      <dgm:prSet presAssocID="{06CEE5B5-461E-4E03-8D94-F7C85F078E8F}" presName="textNode" presStyleLbl="node1" presStyleIdx="1" presStyleCnt="7">
        <dgm:presLayoutVars>
          <dgm:bulletEnabled val="1"/>
        </dgm:presLayoutVars>
      </dgm:prSet>
      <dgm:spPr/>
    </dgm:pt>
    <dgm:pt modelId="{C124930B-2B1A-4684-BF78-1AF32950D8FE}" type="pres">
      <dgm:prSet presAssocID="{345CE3A2-ACF3-4093-89DE-ECC30189925E}" presName="sibTrans" presStyleCnt="0"/>
      <dgm:spPr/>
    </dgm:pt>
    <dgm:pt modelId="{7D534AF8-E647-439B-8405-D6D6CA183BFA}" type="pres">
      <dgm:prSet presAssocID="{EE103542-1BCB-4764-9913-FCB73C5A18DB}" presName="textNode" presStyleLbl="node1" presStyleIdx="2" presStyleCnt="7">
        <dgm:presLayoutVars>
          <dgm:bulletEnabled val="1"/>
        </dgm:presLayoutVars>
      </dgm:prSet>
      <dgm:spPr/>
    </dgm:pt>
    <dgm:pt modelId="{CF2EDD5E-7352-4F91-89DA-1D601ED0AA6F}" type="pres">
      <dgm:prSet presAssocID="{12421162-E9B4-4CD6-A6DE-FCA922786933}" presName="sibTrans" presStyleCnt="0"/>
      <dgm:spPr/>
    </dgm:pt>
    <dgm:pt modelId="{682B3645-E021-41AA-94C8-F533C34AEFD4}" type="pres">
      <dgm:prSet presAssocID="{9D232634-9AD8-45A4-BB33-CB53B77FE1CA}" presName="textNode" presStyleLbl="node1" presStyleIdx="3" presStyleCnt="7">
        <dgm:presLayoutVars>
          <dgm:bulletEnabled val="1"/>
        </dgm:presLayoutVars>
      </dgm:prSet>
      <dgm:spPr/>
    </dgm:pt>
    <dgm:pt modelId="{EB2B556B-81DD-4A53-8624-BD96E33D5F31}" type="pres">
      <dgm:prSet presAssocID="{6A58FDEA-46A5-47AA-BCBB-7D3D6AFC5DA4}" presName="sibTrans" presStyleCnt="0"/>
      <dgm:spPr/>
    </dgm:pt>
    <dgm:pt modelId="{17B253D8-FE4B-47F3-BCA1-DE11B5A3710B}" type="pres">
      <dgm:prSet presAssocID="{358AC270-6700-420C-9EE0-1BBC82B15E86}" presName="textNode" presStyleLbl="node1" presStyleIdx="4" presStyleCnt="7">
        <dgm:presLayoutVars>
          <dgm:bulletEnabled val="1"/>
        </dgm:presLayoutVars>
      </dgm:prSet>
      <dgm:spPr/>
    </dgm:pt>
    <dgm:pt modelId="{51C04F7D-91FB-4EE3-8349-69F43CBC5F57}" type="pres">
      <dgm:prSet presAssocID="{1F1B886B-9F25-40B4-8C8A-1D4242435DD0}" presName="sibTrans" presStyleCnt="0"/>
      <dgm:spPr/>
    </dgm:pt>
    <dgm:pt modelId="{6FA9D1DB-B055-4B0A-8E29-F94F1DAD8F42}" type="pres">
      <dgm:prSet presAssocID="{8CFAE9A4-C333-47BD-98F0-591118880574}" presName="textNode" presStyleLbl="node1" presStyleIdx="5" presStyleCnt="7">
        <dgm:presLayoutVars>
          <dgm:bulletEnabled val="1"/>
        </dgm:presLayoutVars>
      </dgm:prSet>
      <dgm:spPr/>
    </dgm:pt>
    <dgm:pt modelId="{7DC5E8A2-9344-4470-969C-27D01BA4E6F5}" type="pres">
      <dgm:prSet presAssocID="{4336B46A-5BFD-4438-9013-B9968EAB72C4}" presName="sibTrans" presStyleCnt="0"/>
      <dgm:spPr/>
    </dgm:pt>
    <dgm:pt modelId="{8EF83DD5-5FAF-47A4-90F4-7EF585D9129C}" type="pres">
      <dgm:prSet presAssocID="{F8DD4896-87E8-497D-9515-233E6A1FB901}" presName="textNode" presStyleLbl="node1" presStyleIdx="6" presStyleCnt="7">
        <dgm:presLayoutVars>
          <dgm:bulletEnabled val="1"/>
        </dgm:presLayoutVars>
      </dgm:prSet>
      <dgm:spPr/>
    </dgm:pt>
  </dgm:ptLst>
  <dgm:cxnLst>
    <dgm:cxn modelId="{0F99E102-A76F-4766-AD39-2813478FF7D7}" type="presOf" srcId="{DBADF96D-3A1C-4EC4-9A45-4E6026AC64C6}" destId="{AEE6ED27-5C62-48F2-8CA0-A4A5D76733EF}" srcOrd="0" destOrd="0" presId="urn:microsoft.com/office/officeart/2005/8/layout/hProcess9"/>
    <dgm:cxn modelId="{7E3B0016-FF3F-4BEF-BF61-196E9331D319}" srcId="{347DB403-C9E5-42BE-9D1E-3C9A7E5A3C39}" destId="{F8DD4896-87E8-497D-9515-233E6A1FB901}" srcOrd="6" destOrd="0" parTransId="{291FA73A-68F9-4487-93D2-11CEA74D34BB}" sibTransId="{C1FF6E1E-AA0F-41D8-9C3A-E9EDF047B830}"/>
    <dgm:cxn modelId="{5506941E-7053-4BE4-8EF5-3DE6C9735B02}" srcId="{347DB403-C9E5-42BE-9D1E-3C9A7E5A3C39}" destId="{06CEE5B5-461E-4E03-8D94-F7C85F078E8F}" srcOrd="1" destOrd="0" parTransId="{EBED925B-A0F3-4F46-BCCA-8E83A67A6766}" sibTransId="{345CE3A2-ACF3-4093-89DE-ECC30189925E}"/>
    <dgm:cxn modelId="{EECD4020-D909-432E-9D7C-8CD99892F257}" srcId="{347DB403-C9E5-42BE-9D1E-3C9A7E5A3C39}" destId="{9D232634-9AD8-45A4-BB33-CB53B77FE1CA}" srcOrd="3" destOrd="0" parTransId="{E068C405-66D1-4D26-94F5-B464601AF193}" sibTransId="{6A58FDEA-46A5-47AA-BCBB-7D3D6AFC5DA4}"/>
    <dgm:cxn modelId="{CFE43127-AB19-4217-B4E2-08F8BA752498}" type="presOf" srcId="{9D232634-9AD8-45A4-BB33-CB53B77FE1CA}" destId="{682B3645-E021-41AA-94C8-F533C34AEFD4}" srcOrd="0" destOrd="0" presId="urn:microsoft.com/office/officeart/2005/8/layout/hProcess9"/>
    <dgm:cxn modelId="{F0856349-EE42-4E40-B40B-7D03842279F5}" type="presOf" srcId="{F8DD4896-87E8-497D-9515-233E6A1FB901}" destId="{8EF83DD5-5FAF-47A4-90F4-7EF585D9129C}" srcOrd="0" destOrd="0" presId="urn:microsoft.com/office/officeart/2005/8/layout/hProcess9"/>
    <dgm:cxn modelId="{1C2F6656-AF3A-4101-B409-CBA78DBA8F32}" srcId="{347DB403-C9E5-42BE-9D1E-3C9A7E5A3C39}" destId="{EE103542-1BCB-4764-9913-FCB73C5A18DB}" srcOrd="2" destOrd="0" parTransId="{98B4324D-708A-4649-9B17-F16BB17F6705}" sibTransId="{12421162-E9B4-4CD6-A6DE-FCA922786933}"/>
    <dgm:cxn modelId="{0767E49F-58D8-42C8-BCE6-45F1F92A1399}" type="presOf" srcId="{347DB403-C9E5-42BE-9D1E-3C9A7E5A3C39}" destId="{CBE53811-9984-4416-AB6D-E167FABF6043}" srcOrd="0" destOrd="0" presId="urn:microsoft.com/office/officeart/2005/8/layout/hProcess9"/>
    <dgm:cxn modelId="{80758EA4-4016-45B4-B199-DE54B3D86D71}" type="presOf" srcId="{06CEE5B5-461E-4E03-8D94-F7C85F078E8F}" destId="{7D7486C0-DC3C-4ABA-A177-8F8A5339E40F}" srcOrd="0" destOrd="0" presId="urn:microsoft.com/office/officeart/2005/8/layout/hProcess9"/>
    <dgm:cxn modelId="{B6F372AD-A20E-4A92-8471-B0F41364B44A}" srcId="{347DB403-C9E5-42BE-9D1E-3C9A7E5A3C39}" destId="{358AC270-6700-420C-9EE0-1BBC82B15E86}" srcOrd="4" destOrd="0" parTransId="{6B9DC710-6B10-4BD2-9264-C47404F57D58}" sibTransId="{1F1B886B-9F25-40B4-8C8A-1D4242435DD0}"/>
    <dgm:cxn modelId="{646517B3-C2F2-453E-8126-09F194114BEC}" type="presOf" srcId="{8CFAE9A4-C333-47BD-98F0-591118880574}" destId="{6FA9D1DB-B055-4B0A-8E29-F94F1DAD8F42}" srcOrd="0" destOrd="0" presId="urn:microsoft.com/office/officeart/2005/8/layout/hProcess9"/>
    <dgm:cxn modelId="{E3BDACB8-A07C-4037-995E-9D048C1BE33D}" type="presOf" srcId="{358AC270-6700-420C-9EE0-1BBC82B15E86}" destId="{17B253D8-FE4B-47F3-BCA1-DE11B5A3710B}" srcOrd="0" destOrd="0" presId="urn:microsoft.com/office/officeart/2005/8/layout/hProcess9"/>
    <dgm:cxn modelId="{84D8F2DA-B1BA-4A58-9DC0-9FB38DCF44F6}" srcId="{347DB403-C9E5-42BE-9D1E-3C9A7E5A3C39}" destId="{DBADF96D-3A1C-4EC4-9A45-4E6026AC64C6}" srcOrd="0" destOrd="0" parTransId="{D8963D4E-E7E7-42B3-A42F-5F4169E9B2BC}" sibTransId="{7AD9F0E7-D430-41C7-8E32-F165A11A8930}"/>
    <dgm:cxn modelId="{516D13FA-0573-4E19-8C76-B5692E346011}" srcId="{347DB403-C9E5-42BE-9D1E-3C9A7E5A3C39}" destId="{8CFAE9A4-C333-47BD-98F0-591118880574}" srcOrd="5" destOrd="0" parTransId="{533253D5-0F3D-4F63-874C-AD3867AFDF15}" sibTransId="{4336B46A-5BFD-4438-9013-B9968EAB72C4}"/>
    <dgm:cxn modelId="{B097A2FE-19FE-4B67-BBFD-186104212592}" type="presOf" srcId="{EE103542-1BCB-4764-9913-FCB73C5A18DB}" destId="{7D534AF8-E647-439B-8405-D6D6CA183BFA}" srcOrd="0" destOrd="0" presId="urn:microsoft.com/office/officeart/2005/8/layout/hProcess9"/>
    <dgm:cxn modelId="{39271A02-2247-493C-9890-A583E9825931}" type="presParOf" srcId="{CBE53811-9984-4416-AB6D-E167FABF6043}" destId="{202AF63E-F5B2-4FAF-B78D-93CADE8AD251}" srcOrd="0" destOrd="0" presId="urn:microsoft.com/office/officeart/2005/8/layout/hProcess9"/>
    <dgm:cxn modelId="{F3067609-906E-45A9-839B-D98EB38C1FBA}" type="presParOf" srcId="{CBE53811-9984-4416-AB6D-E167FABF6043}" destId="{38DF89AE-3BA1-4BDB-84A0-F21E4B0AC61E}" srcOrd="1" destOrd="0" presId="urn:microsoft.com/office/officeart/2005/8/layout/hProcess9"/>
    <dgm:cxn modelId="{8FA7DF90-D3F9-413B-99EC-6540FD0606EC}" type="presParOf" srcId="{38DF89AE-3BA1-4BDB-84A0-F21E4B0AC61E}" destId="{AEE6ED27-5C62-48F2-8CA0-A4A5D76733EF}" srcOrd="0" destOrd="0" presId="urn:microsoft.com/office/officeart/2005/8/layout/hProcess9"/>
    <dgm:cxn modelId="{ADA94AE9-8CE5-456B-B427-7C00375693BC}" type="presParOf" srcId="{38DF89AE-3BA1-4BDB-84A0-F21E4B0AC61E}" destId="{2E3DA8EE-0426-4E1C-87EE-C504B13A178F}" srcOrd="1" destOrd="0" presId="urn:microsoft.com/office/officeart/2005/8/layout/hProcess9"/>
    <dgm:cxn modelId="{A83DEA1F-099E-49D3-A1F8-3FF7DD18318E}" type="presParOf" srcId="{38DF89AE-3BA1-4BDB-84A0-F21E4B0AC61E}" destId="{7D7486C0-DC3C-4ABA-A177-8F8A5339E40F}" srcOrd="2" destOrd="0" presId="urn:microsoft.com/office/officeart/2005/8/layout/hProcess9"/>
    <dgm:cxn modelId="{75EF1EBF-2A93-44EC-A8B3-5585C9FCBFA5}" type="presParOf" srcId="{38DF89AE-3BA1-4BDB-84A0-F21E4B0AC61E}" destId="{C124930B-2B1A-4684-BF78-1AF32950D8FE}" srcOrd="3" destOrd="0" presId="urn:microsoft.com/office/officeart/2005/8/layout/hProcess9"/>
    <dgm:cxn modelId="{FDEDC4DA-D377-4C41-9373-863A978E8C53}" type="presParOf" srcId="{38DF89AE-3BA1-4BDB-84A0-F21E4B0AC61E}" destId="{7D534AF8-E647-439B-8405-D6D6CA183BFA}" srcOrd="4" destOrd="0" presId="urn:microsoft.com/office/officeart/2005/8/layout/hProcess9"/>
    <dgm:cxn modelId="{636F1824-7034-462A-921C-6B38F79E318C}" type="presParOf" srcId="{38DF89AE-3BA1-4BDB-84A0-F21E4B0AC61E}" destId="{CF2EDD5E-7352-4F91-89DA-1D601ED0AA6F}" srcOrd="5" destOrd="0" presId="urn:microsoft.com/office/officeart/2005/8/layout/hProcess9"/>
    <dgm:cxn modelId="{5BBC0F64-BB91-426A-87A6-D93B19848116}" type="presParOf" srcId="{38DF89AE-3BA1-4BDB-84A0-F21E4B0AC61E}" destId="{682B3645-E021-41AA-94C8-F533C34AEFD4}" srcOrd="6" destOrd="0" presId="urn:microsoft.com/office/officeart/2005/8/layout/hProcess9"/>
    <dgm:cxn modelId="{DAA43D5B-C00D-4A71-A973-AB433955C948}" type="presParOf" srcId="{38DF89AE-3BA1-4BDB-84A0-F21E4B0AC61E}" destId="{EB2B556B-81DD-4A53-8624-BD96E33D5F31}" srcOrd="7" destOrd="0" presId="urn:microsoft.com/office/officeart/2005/8/layout/hProcess9"/>
    <dgm:cxn modelId="{8443CCE2-1B39-4105-9412-C3EB5C799861}" type="presParOf" srcId="{38DF89AE-3BA1-4BDB-84A0-F21E4B0AC61E}" destId="{17B253D8-FE4B-47F3-BCA1-DE11B5A3710B}" srcOrd="8" destOrd="0" presId="urn:microsoft.com/office/officeart/2005/8/layout/hProcess9"/>
    <dgm:cxn modelId="{C004DD12-6965-4D92-BA6F-5F8A33875C19}" type="presParOf" srcId="{38DF89AE-3BA1-4BDB-84A0-F21E4B0AC61E}" destId="{51C04F7D-91FB-4EE3-8349-69F43CBC5F57}" srcOrd="9" destOrd="0" presId="urn:microsoft.com/office/officeart/2005/8/layout/hProcess9"/>
    <dgm:cxn modelId="{1E780167-EA6E-42F5-B120-F00A8D6C4235}" type="presParOf" srcId="{38DF89AE-3BA1-4BDB-84A0-F21E4B0AC61E}" destId="{6FA9D1DB-B055-4B0A-8E29-F94F1DAD8F42}" srcOrd="10" destOrd="0" presId="urn:microsoft.com/office/officeart/2005/8/layout/hProcess9"/>
    <dgm:cxn modelId="{51255B32-9445-4219-9BA6-439154CCF739}" type="presParOf" srcId="{38DF89AE-3BA1-4BDB-84A0-F21E4B0AC61E}" destId="{7DC5E8A2-9344-4470-969C-27D01BA4E6F5}" srcOrd="11" destOrd="0" presId="urn:microsoft.com/office/officeart/2005/8/layout/hProcess9"/>
    <dgm:cxn modelId="{7421F1C8-04A1-42E6-9067-D69C5927D3A9}" type="presParOf" srcId="{38DF89AE-3BA1-4BDB-84A0-F21E4B0AC61E}" destId="{8EF83DD5-5FAF-47A4-90F4-7EF585D9129C}" srcOrd="12"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740CE5B-1B38-49B6-8491-24826213924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E8CF794-85AA-4FA1-B620-94B1E72C8DCE}">
      <dgm:prSet phldrT="[Text]"/>
      <dgm:spPr>
        <a:solidFill>
          <a:srgbClr val="004F71"/>
        </a:solidFill>
      </dgm:spPr>
      <dgm:t>
        <a:bodyPr/>
        <a:lstStyle/>
        <a:p>
          <a:r>
            <a:rPr lang="en-US" dirty="0"/>
            <a:t>Diagnosis with Cable Testing Tools</a:t>
          </a:r>
        </a:p>
      </dgm:t>
    </dgm:pt>
    <dgm:pt modelId="{A5818481-165F-4D45-9AD5-345DA73D4A6C}" type="parTrans" cxnId="{4A95145F-2B0A-43A6-A5DF-09281006C366}">
      <dgm:prSet/>
      <dgm:spPr/>
      <dgm:t>
        <a:bodyPr/>
        <a:lstStyle/>
        <a:p>
          <a:endParaRPr lang="en-US"/>
        </a:p>
      </dgm:t>
    </dgm:pt>
    <dgm:pt modelId="{7EA435D6-77C8-4FA3-81AE-3AE96F97DC28}" type="sibTrans" cxnId="{4A95145F-2B0A-43A6-A5DF-09281006C366}">
      <dgm:prSet/>
      <dgm:spPr/>
      <dgm:t>
        <a:bodyPr/>
        <a:lstStyle/>
        <a:p>
          <a:endParaRPr lang="en-US"/>
        </a:p>
      </dgm:t>
    </dgm:pt>
    <dgm:pt modelId="{61B93325-EF4C-4B9A-8E2D-723569D5731A}">
      <dgm:prSe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Used when cable is not directly accessible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49CB8E5-BCDE-43D6-9A5E-7B1C1FF688B5}" type="parTrans" cxnId="{50C69631-1532-4A30-B261-117E4B8108B6}">
      <dgm:prSet/>
      <dgm:spPr/>
      <dgm:t>
        <a:bodyPr/>
        <a:lstStyle/>
        <a:p>
          <a:endParaRPr lang="en-US"/>
        </a:p>
      </dgm:t>
    </dgm:pt>
    <dgm:pt modelId="{E44E30E9-34DE-4930-AA22-D90B913384AB}" type="sibTrans" cxnId="{50C69631-1532-4A30-B261-117E4B8108B6}">
      <dgm:prSet/>
      <dgm:spPr/>
      <dgm:t>
        <a:bodyPr/>
        <a:lstStyle/>
        <a:p>
          <a:endParaRPr lang="en-US"/>
        </a:p>
      </dgm:t>
    </dgm:pt>
    <dgm:pt modelId="{8266BD75-9E6A-4013-A3B3-D6B8880B7B79}">
      <dgm:prSe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Diagnose intermittent connectivity or performance issues</a:t>
          </a:r>
        </a:p>
      </dgm:t>
    </dgm:pt>
    <dgm:pt modelId="{D9FCC757-FABC-4F5E-B589-4A17A7B4FD4E}" type="parTrans" cxnId="{4237C805-0C21-4DB9-9A65-E63CCD63E1B4}">
      <dgm:prSet/>
      <dgm:spPr/>
      <dgm:t>
        <a:bodyPr/>
        <a:lstStyle/>
        <a:p>
          <a:endParaRPr lang="en-US"/>
        </a:p>
      </dgm:t>
    </dgm:pt>
    <dgm:pt modelId="{9EB99BC4-F35E-4A7D-B31F-868F68090569}" type="sibTrans" cxnId="{4237C805-0C21-4DB9-9A65-E63CCD63E1B4}">
      <dgm:prSet/>
      <dgm:spPr/>
      <dgm:t>
        <a:bodyPr/>
        <a:lstStyle/>
        <a:p>
          <a:endParaRPr lang="en-US"/>
        </a:p>
      </dgm:t>
    </dgm:pt>
    <dgm:pt modelId="{8C6B5614-3721-43C2-A54C-25E2A89187B9}">
      <dgm:prSet/>
      <dgm:spPr>
        <a:solidFill>
          <a:srgbClr val="004F71"/>
        </a:solidFill>
      </dgm:spPr>
      <dgm:t>
        <a:bodyPr/>
        <a:lstStyle/>
        <a:p>
          <a:r>
            <a:rPr lang="en-US" dirty="0"/>
            <a:t>Cable Tester Functions</a:t>
          </a:r>
        </a:p>
      </dgm:t>
    </dgm:pt>
    <dgm:pt modelId="{814026C0-549C-4619-A86B-A8E6D4911A6F}" type="parTrans" cxnId="{17D51299-FDCE-450F-B33A-C24D44DA665B}">
      <dgm:prSet/>
      <dgm:spPr/>
      <dgm:t>
        <a:bodyPr/>
        <a:lstStyle/>
        <a:p>
          <a:endParaRPr lang="en-US"/>
        </a:p>
      </dgm:t>
    </dgm:pt>
    <dgm:pt modelId="{210682D9-CA91-4EB4-A53B-5F94DDE40E37}" type="sibTrans" cxnId="{17D51299-FDCE-450F-B33A-C24D44DA665B}">
      <dgm:prSet/>
      <dgm:spPr/>
      <dgm:t>
        <a:bodyPr/>
        <a:lstStyle/>
        <a:p>
          <a:endParaRPr lang="en-US"/>
        </a:p>
      </dgm:t>
    </dgm:pt>
    <dgm:pt modelId="{92BEE386-7779-40B2-90C7-4DD8649ACA30}">
      <dgm:prSe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Reports on physical and electrical properties</a:t>
          </a:r>
        </a:p>
      </dgm:t>
    </dgm:pt>
    <dgm:pt modelId="{9ADA5D1F-391A-413D-B9C8-019DDF36DC82}" type="parTrans" cxnId="{32CAE9C4-591C-497C-B6E6-896DD0C8F625}">
      <dgm:prSet/>
      <dgm:spPr/>
      <dgm:t>
        <a:bodyPr/>
        <a:lstStyle/>
        <a:p>
          <a:endParaRPr lang="en-US"/>
        </a:p>
      </dgm:t>
    </dgm:pt>
    <dgm:pt modelId="{08B0549A-18FA-446A-A11E-057058D92718}" type="sibTrans" cxnId="{32CAE9C4-591C-497C-B6E6-896DD0C8F625}">
      <dgm:prSet/>
      <dgm:spPr/>
      <dgm:t>
        <a:bodyPr/>
        <a:lstStyle/>
        <a:p>
          <a:endParaRPr lang="en-US"/>
        </a:p>
      </dgm:t>
    </dgm:pt>
    <dgm:pt modelId="{355BAF83-76B7-4A76-BBF6-5EE77C327E86}">
      <dgm:prSe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Tests conditions, crosstalk, attenuation, noise, resistance</a:t>
          </a:r>
        </a:p>
      </dgm:t>
    </dgm:pt>
    <dgm:pt modelId="{502F2395-8760-4D7F-A4A2-DB891D3F0F20}" type="parTrans" cxnId="{A4680442-32EA-4832-919B-4FBF55CA07A6}">
      <dgm:prSet/>
      <dgm:spPr/>
      <dgm:t>
        <a:bodyPr/>
        <a:lstStyle/>
        <a:p>
          <a:endParaRPr lang="en-US"/>
        </a:p>
      </dgm:t>
    </dgm:pt>
    <dgm:pt modelId="{CFCAC98D-4145-4667-A645-70009E44D9F6}" type="sibTrans" cxnId="{A4680442-32EA-4832-919B-4FBF55CA07A6}">
      <dgm:prSet/>
      <dgm:spPr/>
      <dgm:t>
        <a:bodyPr/>
        <a:lstStyle/>
        <a:p>
          <a:endParaRPr lang="en-US"/>
        </a:p>
      </dgm:t>
    </dgm:pt>
    <dgm:pt modelId="{97A4C47D-988E-48DA-A474-CA8AFF1B8E5A}" type="pres">
      <dgm:prSet presAssocID="{A740CE5B-1B38-49B6-8491-248262139243}" presName="linear" presStyleCnt="0">
        <dgm:presLayoutVars>
          <dgm:dir/>
          <dgm:animLvl val="lvl"/>
          <dgm:resizeHandles val="exact"/>
        </dgm:presLayoutVars>
      </dgm:prSet>
      <dgm:spPr/>
    </dgm:pt>
    <dgm:pt modelId="{4C896E8F-8D8B-44B5-AD56-4FF307DD83DA}" type="pres">
      <dgm:prSet presAssocID="{5E8CF794-85AA-4FA1-B620-94B1E72C8DCE}" presName="parentLin" presStyleCnt="0"/>
      <dgm:spPr/>
    </dgm:pt>
    <dgm:pt modelId="{C3682618-CBCD-4FF6-B289-FC91C45808F9}" type="pres">
      <dgm:prSet presAssocID="{5E8CF794-85AA-4FA1-B620-94B1E72C8DCE}" presName="parentLeftMargin" presStyleLbl="node1" presStyleIdx="0" presStyleCnt="2"/>
      <dgm:spPr/>
    </dgm:pt>
    <dgm:pt modelId="{B4462D5C-70FD-4AA8-AD9A-A0B118AE561E}" type="pres">
      <dgm:prSet presAssocID="{5E8CF794-85AA-4FA1-B620-94B1E72C8DCE}" presName="parentText" presStyleLbl="node1" presStyleIdx="0" presStyleCnt="2">
        <dgm:presLayoutVars>
          <dgm:chMax val="0"/>
          <dgm:bulletEnabled val="1"/>
        </dgm:presLayoutVars>
      </dgm:prSet>
      <dgm:spPr/>
    </dgm:pt>
    <dgm:pt modelId="{B3611470-04A1-4A82-B08F-248D2A9A7170}" type="pres">
      <dgm:prSet presAssocID="{5E8CF794-85AA-4FA1-B620-94B1E72C8DCE}" presName="negativeSpace" presStyleCnt="0"/>
      <dgm:spPr/>
    </dgm:pt>
    <dgm:pt modelId="{A529FAC3-5A5D-431F-BED6-C39AEF2FA394}" type="pres">
      <dgm:prSet presAssocID="{5E8CF794-85AA-4FA1-B620-94B1E72C8DCE}" presName="childText" presStyleLbl="conFgAcc1" presStyleIdx="0" presStyleCnt="2">
        <dgm:presLayoutVars>
          <dgm:bulletEnabled val="1"/>
        </dgm:presLayoutVars>
      </dgm:prSet>
      <dgm:spPr/>
    </dgm:pt>
    <dgm:pt modelId="{CCCF62F3-EF9C-49D8-A9AF-827C0EB8070B}" type="pres">
      <dgm:prSet presAssocID="{7EA435D6-77C8-4FA3-81AE-3AE96F97DC28}" presName="spaceBetweenRectangles" presStyleCnt="0"/>
      <dgm:spPr/>
    </dgm:pt>
    <dgm:pt modelId="{16366787-DC90-43BF-8A16-CB314823BF80}" type="pres">
      <dgm:prSet presAssocID="{8C6B5614-3721-43C2-A54C-25E2A89187B9}" presName="parentLin" presStyleCnt="0"/>
      <dgm:spPr/>
    </dgm:pt>
    <dgm:pt modelId="{4D19E52B-BC27-4D82-83E4-708FDEC1636B}" type="pres">
      <dgm:prSet presAssocID="{8C6B5614-3721-43C2-A54C-25E2A89187B9}" presName="parentLeftMargin" presStyleLbl="node1" presStyleIdx="0" presStyleCnt="2"/>
      <dgm:spPr/>
    </dgm:pt>
    <dgm:pt modelId="{9DA9CD64-ED79-431D-8BE6-4370F5148BC6}" type="pres">
      <dgm:prSet presAssocID="{8C6B5614-3721-43C2-A54C-25E2A89187B9}" presName="parentText" presStyleLbl="node1" presStyleIdx="1" presStyleCnt="2">
        <dgm:presLayoutVars>
          <dgm:chMax val="0"/>
          <dgm:bulletEnabled val="1"/>
        </dgm:presLayoutVars>
      </dgm:prSet>
      <dgm:spPr/>
    </dgm:pt>
    <dgm:pt modelId="{1A5D642F-03F6-460B-BE64-D052EBA68DC8}" type="pres">
      <dgm:prSet presAssocID="{8C6B5614-3721-43C2-A54C-25E2A89187B9}" presName="negativeSpace" presStyleCnt="0"/>
      <dgm:spPr/>
    </dgm:pt>
    <dgm:pt modelId="{A860A5DE-70CA-4231-A7CE-1B509A558568}" type="pres">
      <dgm:prSet presAssocID="{8C6B5614-3721-43C2-A54C-25E2A89187B9}" presName="childText" presStyleLbl="conFgAcc1" presStyleIdx="1" presStyleCnt="2">
        <dgm:presLayoutVars>
          <dgm:bulletEnabled val="1"/>
        </dgm:presLayoutVars>
      </dgm:prSet>
      <dgm:spPr/>
    </dgm:pt>
  </dgm:ptLst>
  <dgm:cxnLst>
    <dgm:cxn modelId="{4237C805-0C21-4DB9-9A65-E63CCD63E1B4}" srcId="{5E8CF794-85AA-4FA1-B620-94B1E72C8DCE}" destId="{8266BD75-9E6A-4013-A3B3-D6B8880B7B79}" srcOrd="1" destOrd="0" parTransId="{D9FCC757-FABC-4F5E-B589-4A17A7B4FD4E}" sibTransId="{9EB99BC4-F35E-4A7D-B31F-868F68090569}"/>
    <dgm:cxn modelId="{934E8D0D-C2DB-486C-8F9C-CE89927915C3}" type="presOf" srcId="{355BAF83-76B7-4A76-BBF6-5EE77C327E86}" destId="{A860A5DE-70CA-4231-A7CE-1B509A558568}" srcOrd="0" destOrd="1" presId="urn:microsoft.com/office/officeart/2005/8/layout/list1"/>
    <dgm:cxn modelId="{50C69631-1532-4A30-B261-117E4B8108B6}" srcId="{5E8CF794-85AA-4FA1-B620-94B1E72C8DCE}" destId="{61B93325-EF4C-4B9A-8E2D-723569D5731A}" srcOrd="0" destOrd="0" parTransId="{949CB8E5-BCDE-43D6-9A5E-7B1C1FF688B5}" sibTransId="{E44E30E9-34DE-4930-AA22-D90B913384AB}"/>
    <dgm:cxn modelId="{BB04423B-1547-4695-A6FC-1D8E37BFFD0E}" type="presOf" srcId="{61B93325-EF4C-4B9A-8E2D-723569D5731A}" destId="{A529FAC3-5A5D-431F-BED6-C39AEF2FA394}" srcOrd="0" destOrd="0" presId="urn:microsoft.com/office/officeart/2005/8/layout/list1"/>
    <dgm:cxn modelId="{4A95145F-2B0A-43A6-A5DF-09281006C366}" srcId="{A740CE5B-1B38-49B6-8491-248262139243}" destId="{5E8CF794-85AA-4FA1-B620-94B1E72C8DCE}" srcOrd="0" destOrd="0" parTransId="{A5818481-165F-4D45-9AD5-345DA73D4A6C}" sibTransId="{7EA435D6-77C8-4FA3-81AE-3AE96F97DC28}"/>
    <dgm:cxn modelId="{A4680442-32EA-4832-919B-4FBF55CA07A6}" srcId="{8C6B5614-3721-43C2-A54C-25E2A89187B9}" destId="{355BAF83-76B7-4A76-BBF6-5EE77C327E86}" srcOrd="1" destOrd="0" parTransId="{502F2395-8760-4D7F-A4A2-DB891D3F0F20}" sibTransId="{CFCAC98D-4145-4667-A645-70009E44D9F6}"/>
    <dgm:cxn modelId="{28FF157D-4682-49A2-92C6-D7640E6EC0BC}" type="presOf" srcId="{8266BD75-9E6A-4013-A3B3-D6B8880B7B79}" destId="{A529FAC3-5A5D-431F-BED6-C39AEF2FA394}" srcOrd="0" destOrd="1" presId="urn:microsoft.com/office/officeart/2005/8/layout/list1"/>
    <dgm:cxn modelId="{48836984-7B8E-4655-B423-612A02777E00}" type="presOf" srcId="{8C6B5614-3721-43C2-A54C-25E2A89187B9}" destId="{9DA9CD64-ED79-431D-8BE6-4370F5148BC6}" srcOrd="1" destOrd="0" presId="urn:microsoft.com/office/officeart/2005/8/layout/list1"/>
    <dgm:cxn modelId="{6BF21189-D77C-4BFE-9903-75C32E1D2752}" type="presOf" srcId="{92BEE386-7779-40B2-90C7-4DD8649ACA30}" destId="{A860A5DE-70CA-4231-A7CE-1B509A558568}" srcOrd="0" destOrd="0" presId="urn:microsoft.com/office/officeart/2005/8/layout/list1"/>
    <dgm:cxn modelId="{17D51299-FDCE-450F-B33A-C24D44DA665B}" srcId="{A740CE5B-1B38-49B6-8491-248262139243}" destId="{8C6B5614-3721-43C2-A54C-25E2A89187B9}" srcOrd="1" destOrd="0" parTransId="{814026C0-549C-4619-A86B-A8E6D4911A6F}" sibTransId="{210682D9-CA91-4EB4-A53B-5F94DDE40E37}"/>
    <dgm:cxn modelId="{6288C6A8-9DA4-46F3-A6D6-750E812F7975}" type="presOf" srcId="{5E8CF794-85AA-4FA1-B620-94B1E72C8DCE}" destId="{B4462D5C-70FD-4AA8-AD9A-A0B118AE561E}" srcOrd="1" destOrd="0" presId="urn:microsoft.com/office/officeart/2005/8/layout/list1"/>
    <dgm:cxn modelId="{6BAEEEBF-1662-4BDE-B698-B9798D6EE478}" type="presOf" srcId="{8C6B5614-3721-43C2-A54C-25E2A89187B9}" destId="{4D19E52B-BC27-4D82-83E4-708FDEC1636B}" srcOrd="0" destOrd="0" presId="urn:microsoft.com/office/officeart/2005/8/layout/list1"/>
    <dgm:cxn modelId="{32CAE9C4-591C-497C-B6E6-896DD0C8F625}" srcId="{8C6B5614-3721-43C2-A54C-25E2A89187B9}" destId="{92BEE386-7779-40B2-90C7-4DD8649ACA30}" srcOrd="0" destOrd="0" parTransId="{9ADA5D1F-391A-413D-B9C8-019DDF36DC82}" sibTransId="{08B0549A-18FA-446A-A11E-057058D92718}"/>
    <dgm:cxn modelId="{98942CED-6EFB-4837-BFAD-19A2E188A8A8}" type="presOf" srcId="{A740CE5B-1B38-49B6-8491-248262139243}" destId="{97A4C47D-988E-48DA-A474-CA8AFF1B8E5A}" srcOrd="0" destOrd="0" presId="urn:microsoft.com/office/officeart/2005/8/layout/list1"/>
    <dgm:cxn modelId="{6372E7EF-1C7F-4BFA-B44A-DE74E7E057F2}" type="presOf" srcId="{5E8CF794-85AA-4FA1-B620-94B1E72C8DCE}" destId="{C3682618-CBCD-4FF6-B289-FC91C45808F9}" srcOrd="0" destOrd="0" presId="urn:microsoft.com/office/officeart/2005/8/layout/list1"/>
    <dgm:cxn modelId="{F4DFDD52-AE3A-43F3-AD2B-67BF47FCCF24}" type="presParOf" srcId="{97A4C47D-988E-48DA-A474-CA8AFF1B8E5A}" destId="{4C896E8F-8D8B-44B5-AD56-4FF307DD83DA}" srcOrd="0" destOrd="0" presId="urn:microsoft.com/office/officeart/2005/8/layout/list1"/>
    <dgm:cxn modelId="{693E4568-33CC-4D09-B755-C316E6F55D5E}" type="presParOf" srcId="{4C896E8F-8D8B-44B5-AD56-4FF307DD83DA}" destId="{C3682618-CBCD-4FF6-B289-FC91C45808F9}" srcOrd="0" destOrd="0" presId="urn:microsoft.com/office/officeart/2005/8/layout/list1"/>
    <dgm:cxn modelId="{54FF71E0-04B9-4B2F-9505-0EC3DB68953C}" type="presParOf" srcId="{4C896E8F-8D8B-44B5-AD56-4FF307DD83DA}" destId="{B4462D5C-70FD-4AA8-AD9A-A0B118AE561E}" srcOrd="1" destOrd="0" presId="urn:microsoft.com/office/officeart/2005/8/layout/list1"/>
    <dgm:cxn modelId="{E0C03952-BB7D-4955-8B4A-CD1D72DA1E62}" type="presParOf" srcId="{97A4C47D-988E-48DA-A474-CA8AFF1B8E5A}" destId="{B3611470-04A1-4A82-B08F-248D2A9A7170}" srcOrd="1" destOrd="0" presId="urn:microsoft.com/office/officeart/2005/8/layout/list1"/>
    <dgm:cxn modelId="{BB9F7C9F-4697-4A2C-A7BA-93F19CD5A4A9}" type="presParOf" srcId="{97A4C47D-988E-48DA-A474-CA8AFF1B8E5A}" destId="{A529FAC3-5A5D-431F-BED6-C39AEF2FA394}" srcOrd="2" destOrd="0" presId="urn:microsoft.com/office/officeart/2005/8/layout/list1"/>
    <dgm:cxn modelId="{38A8C6E5-BFE1-465A-B31E-3E5F16B1F41A}" type="presParOf" srcId="{97A4C47D-988E-48DA-A474-CA8AFF1B8E5A}" destId="{CCCF62F3-EF9C-49D8-A9AF-827C0EB8070B}" srcOrd="3" destOrd="0" presId="urn:microsoft.com/office/officeart/2005/8/layout/list1"/>
    <dgm:cxn modelId="{ECFC6666-4375-4BC1-B6D7-BEC0BE2C9B5B}" type="presParOf" srcId="{97A4C47D-988E-48DA-A474-CA8AFF1B8E5A}" destId="{16366787-DC90-43BF-8A16-CB314823BF80}" srcOrd="4" destOrd="0" presId="urn:microsoft.com/office/officeart/2005/8/layout/list1"/>
    <dgm:cxn modelId="{B678EE2E-7633-4E0D-80A8-708C779D86AE}" type="presParOf" srcId="{16366787-DC90-43BF-8A16-CB314823BF80}" destId="{4D19E52B-BC27-4D82-83E4-708FDEC1636B}" srcOrd="0" destOrd="0" presId="urn:microsoft.com/office/officeart/2005/8/layout/list1"/>
    <dgm:cxn modelId="{542688A2-4D3B-4221-8998-A2F959F83769}" type="presParOf" srcId="{16366787-DC90-43BF-8A16-CB314823BF80}" destId="{9DA9CD64-ED79-431D-8BE6-4370F5148BC6}" srcOrd="1" destOrd="0" presId="urn:microsoft.com/office/officeart/2005/8/layout/list1"/>
    <dgm:cxn modelId="{EB3C47F7-749F-460C-9C49-26265D5F5A8C}" type="presParOf" srcId="{97A4C47D-988E-48DA-A474-CA8AFF1B8E5A}" destId="{1A5D642F-03F6-460B-BE64-D052EBA68DC8}" srcOrd="5" destOrd="0" presId="urn:microsoft.com/office/officeart/2005/8/layout/list1"/>
    <dgm:cxn modelId="{2A6E5B8C-4414-4236-BE78-77F1335CBB31}" type="presParOf" srcId="{97A4C47D-988E-48DA-A474-CA8AFF1B8E5A}" destId="{A860A5DE-70CA-4231-A7CE-1B509A55856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E208488-0846-487A-9F6C-9CC5B014A3F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3AD16663-BD25-4D12-A907-795FB333A83D}">
      <dgm:prSet phldrT="[Text]"/>
      <dgm:spPr>
        <a:solidFill>
          <a:srgbClr val="004F71"/>
        </a:solidFill>
      </dgm:spPr>
      <dgm:t>
        <a:bodyPr/>
        <a:lstStyle/>
        <a:p>
          <a:pPr>
            <a:spcBef>
              <a:spcPts val="600"/>
            </a:spcBef>
            <a:spcAft>
              <a:spcPts val="600"/>
            </a:spcAft>
          </a:pPr>
          <a:r>
            <a:rPr lang="en-US" dirty="0"/>
            <a:t>Wire Map Testers</a:t>
          </a:r>
        </a:p>
      </dgm:t>
    </dgm:pt>
    <dgm:pt modelId="{874CD2D2-1BCA-4043-87A9-2A9B35677644}" type="parTrans" cxnId="{3E88E274-3204-4AF4-8025-46676D181BFD}">
      <dgm:prSet/>
      <dgm:spPr/>
      <dgm:t>
        <a:bodyPr/>
        <a:lstStyle/>
        <a:p>
          <a:pPr>
            <a:spcBef>
              <a:spcPts val="600"/>
            </a:spcBef>
            <a:spcAft>
              <a:spcPts val="600"/>
            </a:spcAft>
          </a:pPr>
          <a:endParaRPr lang="en-US"/>
        </a:p>
      </dgm:t>
    </dgm:pt>
    <dgm:pt modelId="{F139C076-46A0-4B47-ABED-0FD04133630B}" type="sibTrans" cxnId="{3E88E274-3204-4AF4-8025-46676D181BFD}">
      <dgm:prSet/>
      <dgm:spPr/>
      <dgm:t>
        <a:bodyPr/>
        <a:lstStyle/>
        <a:p>
          <a:pPr>
            <a:spcBef>
              <a:spcPts val="600"/>
            </a:spcBef>
            <a:spcAft>
              <a:spcPts val="600"/>
            </a:spcAft>
          </a:pPr>
          <a:endParaRPr lang="en-US"/>
        </a:p>
      </dgm:t>
    </dgm:pt>
    <dgm:pt modelId="{AC3423A1-91D0-4F31-AB0B-3F44C91A0918}">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Detect improper cable termination</a:t>
          </a:r>
        </a:p>
      </dgm:t>
    </dgm:pt>
    <dgm:pt modelId="{868AA024-58BB-4825-854E-1135B72E7DE6}" type="parTrans" cxnId="{7F4E27FA-B536-4B7A-87C3-9C9AB5F5CBB8}">
      <dgm:prSet/>
      <dgm:spPr/>
      <dgm:t>
        <a:bodyPr/>
        <a:lstStyle/>
        <a:p>
          <a:pPr>
            <a:spcBef>
              <a:spcPts val="600"/>
            </a:spcBef>
            <a:spcAft>
              <a:spcPts val="600"/>
            </a:spcAft>
          </a:pPr>
          <a:endParaRPr lang="en-US"/>
        </a:p>
      </dgm:t>
    </dgm:pt>
    <dgm:pt modelId="{418A813C-A368-474C-92AF-47B30D4ADA07}" type="sibTrans" cxnId="{7F4E27FA-B536-4B7A-87C3-9C9AB5F5CBB8}">
      <dgm:prSet/>
      <dgm:spPr/>
      <dgm:t>
        <a:bodyPr/>
        <a:lstStyle/>
        <a:p>
          <a:pPr>
            <a:spcBef>
              <a:spcPts val="600"/>
            </a:spcBef>
            <a:spcAft>
              <a:spcPts val="600"/>
            </a:spcAft>
          </a:pPr>
          <a:endParaRPr lang="en-US"/>
        </a:p>
      </dgm:t>
    </dgm:pt>
    <dgm:pt modelId="{A1642C27-15DB-4CC4-931E-E8C3F9F31751}">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Use base and remote units to test each wire conductor</a:t>
          </a:r>
        </a:p>
      </dgm:t>
    </dgm:pt>
    <dgm:pt modelId="{EA7DBD66-797E-46F9-A8C1-E82D62FE086F}" type="parTrans" cxnId="{493933F8-AD37-4493-8DF2-3741DDB8BDB2}">
      <dgm:prSet/>
      <dgm:spPr/>
      <dgm:t>
        <a:bodyPr/>
        <a:lstStyle/>
        <a:p>
          <a:pPr>
            <a:spcBef>
              <a:spcPts val="600"/>
            </a:spcBef>
            <a:spcAft>
              <a:spcPts val="600"/>
            </a:spcAft>
          </a:pPr>
          <a:endParaRPr lang="en-US"/>
        </a:p>
      </dgm:t>
    </dgm:pt>
    <dgm:pt modelId="{87D1A798-25C4-4A29-BF45-FBE6BEC7FA51}" type="sibTrans" cxnId="{493933F8-AD37-4493-8DF2-3741DDB8BDB2}">
      <dgm:prSet/>
      <dgm:spPr/>
      <dgm:t>
        <a:bodyPr/>
        <a:lstStyle/>
        <a:p>
          <a:pPr>
            <a:spcBef>
              <a:spcPts val="600"/>
            </a:spcBef>
            <a:spcAft>
              <a:spcPts val="600"/>
            </a:spcAft>
          </a:pPr>
          <a:endParaRPr lang="en-US"/>
        </a:p>
      </dgm:t>
    </dgm:pt>
    <dgm:pt modelId="{A292A263-02DB-4A42-AD9A-998FBCC389A6}">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Identify issues like open circuits, shorts, and incorrect pin-outs</a:t>
          </a:r>
        </a:p>
      </dgm:t>
    </dgm:pt>
    <dgm:pt modelId="{6142C279-B5ED-453A-BDE1-D25019171E9A}" type="parTrans" cxnId="{F30D5DE8-1189-437E-A4EE-A41AD12A6C5E}">
      <dgm:prSet/>
      <dgm:spPr/>
      <dgm:t>
        <a:bodyPr/>
        <a:lstStyle/>
        <a:p>
          <a:pPr>
            <a:spcBef>
              <a:spcPts val="600"/>
            </a:spcBef>
            <a:spcAft>
              <a:spcPts val="600"/>
            </a:spcAft>
          </a:pPr>
          <a:endParaRPr lang="en-US"/>
        </a:p>
      </dgm:t>
    </dgm:pt>
    <dgm:pt modelId="{BC7B9DC9-AEA4-4491-9B64-F41CC51B8FCE}" type="sibTrans" cxnId="{F30D5DE8-1189-437E-A4EE-A41AD12A6C5E}">
      <dgm:prSet/>
      <dgm:spPr/>
      <dgm:t>
        <a:bodyPr/>
        <a:lstStyle/>
        <a:p>
          <a:pPr>
            <a:spcBef>
              <a:spcPts val="600"/>
            </a:spcBef>
            <a:spcAft>
              <a:spcPts val="600"/>
            </a:spcAft>
          </a:pPr>
          <a:endParaRPr lang="en-US"/>
        </a:p>
      </dgm:t>
    </dgm:pt>
    <dgm:pt modelId="{6B2D9F03-254B-4218-A205-B509C36195A1}">
      <dgm:prSet/>
      <dgm:spPr>
        <a:solidFill>
          <a:srgbClr val="004F71"/>
        </a:solidFill>
      </dgm:spPr>
      <dgm:t>
        <a:bodyPr/>
        <a:lstStyle/>
        <a:p>
          <a:pPr>
            <a:spcBef>
              <a:spcPts val="600"/>
            </a:spcBef>
            <a:spcAft>
              <a:spcPts val="600"/>
            </a:spcAft>
            <a:buFont typeface="+mj-lt"/>
            <a:buAutoNum type="arabicPeriod"/>
          </a:pPr>
          <a:r>
            <a:rPr lang="en-US" b="0" i="0" dirty="0"/>
            <a:t>Tone Generators</a:t>
          </a:r>
          <a:endParaRPr lang="en-US" b="0" dirty="0"/>
        </a:p>
      </dgm:t>
    </dgm:pt>
    <dgm:pt modelId="{5B6579B1-C064-43EE-8E37-CEE96750B039}" type="parTrans" cxnId="{DE5E7196-B0A9-44F1-9CF7-BB123B34A349}">
      <dgm:prSet/>
      <dgm:spPr/>
      <dgm:t>
        <a:bodyPr/>
        <a:lstStyle/>
        <a:p>
          <a:pPr>
            <a:spcBef>
              <a:spcPts val="600"/>
            </a:spcBef>
            <a:spcAft>
              <a:spcPts val="600"/>
            </a:spcAft>
          </a:pPr>
          <a:endParaRPr lang="en-US"/>
        </a:p>
      </dgm:t>
    </dgm:pt>
    <dgm:pt modelId="{42001ECE-1C33-4D69-AAC6-DC194E0707F9}" type="sibTrans" cxnId="{DE5E7196-B0A9-44F1-9CF7-BB123B34A349}">
      <dgm:prSet/>
      <dgm:spPr/>
      <dgm:t>
        <a:bodyPr/>
        <a:lstStyle/>
        <a:p>
          <a:pPr>
            <a:spcBef>
              <a:spcPts val="600"/>
            </a:spcBef>
            <a:spcAft>
              <a:spcPts val="600"/>
            </a:spcAft>
          </a:pPr>
          <a:endParaRPr lang="en-US"/>
        </a:p>
      </dgm:t>
    </dgm:pt>
    <dgm:pt modelId="{1B16DE9B-BC4E-4488-8715-15CE7EEBD1F4}">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b="0" i="0" dirty="0">
              <a:solidFill>
                <a:srgbClr val="20282F"/>
              </a:solidFill>
            </a:rPr>
            <a:t>Trace cables through walls or identify active cables in a bundle</a:t>
          </a:r>
        </a:p>
      </dgm:t>
    </dgm:pt>
    <dgm:pt modelId="{EEBBE741-3CDD-4073-BA35-1E5252298A0A}" type="parTrans" cxnId="{3D017192-8FEB-433B-8CC8-5E61A329EF02}">
      <dgm:prSet/>
      <dgm:spPr/>
      <dgm:t>
        <a:bodyPr/>
        <a:lstStyle/>
        <a:p>
          <a:pPr>
            <a:spcBef>
              <a:spcPts val="600"/>
            </a:spcBef>
            <a:spcAft>
              <a:spcPts val="600"/>
            </a:spcAft>
          </a:pPr>
          <a:endParaRPr lang="en-US"/>
        </a:p>
      </dgm:t>
    </dgm:pt>
    <dgm:pt modelId="{B48AD182-E709-4740-9C7B-9178BB8E4D18}" type="sibTrans" cxnId="{3D017192-8FEB-433B-8CC8-5E61A329EF02}">
      <dgm:prSet/>
      <dgm:spPr/>
      <dgm:t>
        <a:bodyPr/>
        <a:lstStyle/>
        <a:p>
          <a:pPr>
            <a:spcBef>
              <a:spcPts val="600"/>
            </a:spcBef>
            <a:spcAft>
              <a:spcPts val="600"/>
            </a:spcAft>
          </a:pPr>
          <a:endParaRPr lang="en-US"/>
        </a:p>
      </dgm:t>
    </dgm:pt>
    <dgm:pt modelId="{E3FABA89-6BA3-429C-9A9F-3E8198CEC371}">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b="0" i="0" dirty="0">
              <a:solidFill>
                <a:srgbClr val="20282F"/>
              </a:solidFill>
            </a:rPr>
            <a:t>Known as “Fox and Hound”</a:t>
          </a:r>
        </a:p>
      </dgm:t>
    </dgm:pt>
    <dgm:pt modelId="{D0E8752B-5B7D-4431-AB47-DAF08AEA62D4}" type="parTrans" cxnId="{14F059F8-0A1E-4D45-B38A-3ECC26D7371A}">
      <dgm:prSet/>
      <dgm:spPr/>
      <dgm:t>
        <a:bodyPr/>
        <a:lstStyle/>
        <a:p>
          <a:pPr>
            <a:spcBef>
              <a:spcPts val="600"/>
            </a:spcBef>
            <a:spcAft>
              <a:spcPts val="600"/>
            </a:spcAft>
          </a:pPr>
          <a:endParaRPr lang="en-US"/>
        </a:p>
      </dgm:t>
    </dgm:pt>
    <dgm:pt modelId="{6A14ADCB-67F1-4D1A-9958-7581593989E1}" type="sibTrans" cxnId="{14F059F8-0A1E-4D45-B38A-3ECC26D7371A}">
      <dgm:prSet/>
      <dgm:spPr/>
      <dgm:t>
        <a:bodyPr/>
        <a:lstStyle/>
        <a:p>
          <a:pPr>
            <a:spcBef>
              <a:spcPts val="600"/>
            </a:spcBef>
            <a:spcAft>
              <a:spcPts val="600"/>
            </a:spcAft>
          </a:pPr>
          <a:endParaRPr lang="en-US"/>
        </a:p>
      </dgm:t>
    </dgm:pt>
    <dgm:pt modelId="{87ED30E4-CAA5-46F8-A18C-38BEE1808D39}">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b="0" i="0" dirty="0">
              <a:solidFill>
                <a:srgbClr val="20282F"/>
              </a:solidFill>
            </a:rPr>
            <a:t>Apply signal to trace cable with a probe</a:t>
          </a:r>
        </a:p>
      </dgm:t>
    </dgm:pt>
    <dgm:pt modelId="{3E0D172B-3C03-4822-AF7F-800B30C193B8}" type="sibTrans" cxnId="{F567FF9F-517F-4C76-8B29-7DC2AD33140D}">
      <dgm:prSet/>
      <dgm:spPr/>
      <dgm:t>
        <a:bodyPr/>
        <a:lstStyle/>
        <a:p>
          <a:pPr>
            <a:spcBef>
              <a:spcPts val="600"/>
            </a:spcBef>
            <a:spcAft>
              <a:spcPts val="600"/>
            </a:spcAft>
          </a:pPr>
          <a:endParaRPr lang="en-US"/>
        </a:p>
      </dgm:t>
    </dgm:pt>
    <dgm:pt modelId="{E11215DC-B637-477B-8450-7145CD6F87E1}" type="parTrans" cxnId="{F567FF9F-517F-4C76-8B29-7DC2AD33140D}">
      <dgm:prSet/>
      <dgm:spPr/>
      <dgm:t>
        <a:bodyPr/>
        <a:lstStyle/>
        <a:p>
          <a:pPr>
            <a:spcBef>
              <a:spcPts val="600"/>
            </a:spcBef>
            <a:spcAft>
              <a:spcPts val="600"/>
            </a:spcAft>
          </a:pPr>
          <a:endParaRPr lang="en-US"/>
        </a:p>
      </dgm:t>
    </dgm:pt>
    <dgm:pt modelId="{253BEDD8-479A-4B2D-BE8B-119F19D27C80}" type="pres">
      <dgm:prSet presAssocID="{CE208488-0846-487A-9F6C-9CC5B014A3F6}" presName="Name0" presStyleCnt="0">
        <dgm:presLayoutVars>
          <dgm:dir/>
          <dgm:animLvl val="lvl"/>
          <dgm:resizeHandles val="exact"/>
        </dgm:presLayoutVars>
      </dgm:prSet>
      <dgm:spPr/>
    </dgm:pt>
    <dgm:pt modelId="{45E3194A-ED85-4E6A-AB9F-EA2111123611}" type="pres">
      <dgm:prSet presAssocID="{3AD16663-BD25-4D12-A907-795FB333A83D}" presName="composite" presStyleCnt="0"/>
      <dgm:spPr/>
    </dgm:pt>
    <dgm:pt modelId="{B501123E-A1DD-4AEB-9B5C-398DA894AB27}" type="pres">
      <dgm:prSet presAssocID="{3AD16663-BD25-4D12-A907-795FB333A83D}" presName="parTx" presStyleLbl="alignNode1" presStyleIdx="0" presStyleCnt="2">
        <dgm:presLayoutVars>
          <dgm:chMax val="0"/>
          <dgm:chPref val="0"/>
          <dgm:bulletEnabled val="1"/>
        </dgm:presLayoutVars>
      </dgm:prSet>
      <dgm:spPr/>
    </dgm:pt>
    <dgm:pt modelId="{DA381047-A716-4A4C-972C-31D65626B0B4}" type="pres">
      <dgm:prSet presAssocID="{3AD16663-BD25-4D12-A907-795FB333A83D}" presName="desTx" presStyleLbl="alignAccFollowNode1" presStyleIdx="0" presStyleCnt="2">
        <dgm:presLayoutVars>
          <dgm:bulletEnabled val="1"/>
        </dgm:presLayoutVars>
      </dgm:prSet>
      <dgm:spPr/>
    </dgm:pt>
    <dgm:pt modelId="{9A6313DF-251F-406C-AD23-6CE630BDB817}" type="pres">
      <dgm:prSet presAssocID="{F139C076-46A0-4B47-ABED-0FD04133630B}" presName="space" presStyleCnt="0"/>
      <dgm:spPr/>
    </dgm:pt>
    <dgm:pt modelId="{1317E89C-5F4D-4723-9E8A-2985CF20AC9A}" type="pres">
      <dgm:prSet presAssocID="{6B2D9F03-254B-4218-A205-B509C36195A1}" presName="composite" presStyleCnt="0"/>
      <dgm:spPr/>
    </dgm:pt>
    <dgm:pt modelId="{797D50C0-5EE6-4921-8708-594D64D27C5A}" type="pres">
      <dgm:prSet presAssocID="{6B2D9F03-254B-4218-A205-B509C36195A1}" presName="parTx" presStyleLbl="alignNode1" presStyleIdx="1" presStyleCnt="2">
        <dgm:presLayoutVars>
          <dgm:chMax val="0"/>
          <dgm:chPref val="0"/>
          <dgm:bulletEnabled val="1"/>
        </dgm:presLayoutVars>
      </dgm:prSet>
      <dgm:spPr/>
    </dgm:pt>
    <dgm:pt modelId="{72280F90-31DB-4E05-84F1-686AFCFC4ACE}" type="pres">
      <dgm:prSet presAssocID="{6B2D9F03-254B-4218-A205-B509C36195A1}" presName="desTx" presStyleLbl="alignAccFollowNode1" presStyleIdx="1" presStyleCnt="2">
        <dgm:presLayoutVars>
          <dgm:bulletEnabled val="1"/>
        </dgm:presLayoutVars>
      </dgm:prSet>
      <dgm:spPr/>
    </dgm:pt>
  </dgm:ptLst>
  <dgm:cxnLst>
    <dgm:cxn modelId="{9AE26612-AB95-4D28-8D91-1B1719C910EE}" type="presOf" srcId="{A292A263-02DB-4A42-AD9A-998FBCC389A6}" destId="{DA381047-A716-4A4C-972C-31D65626B0B4}" srcOrd="0" destOrd="2" presId="urn:microsoft.com/office/officeart/2005/8/layout/hList1"/>
    <dgm:cxn modelId="{C3D05028-502D-4439-A54E-0C4CAF1CF64E}" type="presOf" srcId="{6B2D9F03-254B-4218-A205-B509C36195A1}" destId="{797D50C0-5EE6-4921-8708-594D64D27C5A}" srcOrd="0" destOrd="0" presId="urn:microsoft.com/office/officeart/2005/8/layout/hList1"/>
    <dgm:cxn modelId="{CE53693A-047E-4E09-BCCE-3BAE078CACA0}" type="presOf" srcId="{E3FABA89-6BA3-429C-9A9F-3E8198CEC371}" destId="{72280F90-31DB-4E05-84F1-686AFCFC4ACE}" srcOrd="0" destOrd="1" presId="urn:microsoft.com/office/officeart/2005/8/layout/hList1"/>
    <dgm:cxn modelId="{E16B565E-8FAD-4EC1-9ABA-6DAE17E54331}" type="presOf" srcId="{87ED30E4-CAA5-46F8-A18C-38BEE1808D39}" destId="{72280F90-31DB-4E05-84F1-686AFCFC4ACE}" srcOrd="0" destOrd="2" presId="urn:microsoft.com/office/officeart/2005/8/layout/hList1"/>
    <dgm:cxn modelId="{33A8CC69-AC97-492A-8CE0-9D15A08A35C0}" type="presOf" srcId="{CE208488-0846-487A-9F6C-9CC5B014A3F6}" destId="{253BEDD8-479A-4B2D-BE8B-119F19D27C80}" srcOrd="0" destOrd="0" presId="urn:microsoft.com/office/officeart/2005/8/layout/hList1"/>
    <dgm:cxn modelId="{3E88E274-3204-4AF4-8025-46676D181BFD}" srcId="{CE208488-0846-487A-9F6C-9CC5B014A3F6}" destId="{3AD16663-BD25-4D12-A907-795FB333A83D}" srcOrd="0" destOrd="0" parTransId="{874CD2D2-1BCA-4043-87A9-2A9B35677644}" sibTransId="{F139C076-46A0-4B47-ABED-0FD04133630B}"/>
    <dgm:cxn modelId="{9AACFA55-3256-475D-8CFE-3944089F9DB2}" type="presOf" srcId="{3AD16663-BD25-4D12-A907-795FB333A83D}" destId="{B501123E-A1DD-4AEB-9B5C-398DA894AB27}" srcOrd="0" destOrd="0" presId="urn:microsoft.com/office/officeart/2005/8/layout/hList1"/>
    <dgm:cxn modelId="{1D73A77D-445B-4A6E-B29B-53A49290DABD}" type="presOf" srcId="{A1642C27-15DB-4CC4-931E-E8C3F9F31751}" destId="{DA381047-A716-4A4C-972C-31D65626B0B4}" srcOrd="0" destOrd="1" presId="urn:microsoft.com/office/officeart/2005/8/layout/hList1"/>
    <dgm:cxn modelId="{3D017192-8FEB-433B-8CC8-5E61A329EF02}" srcId="{6B2D9F03-254B-4218-A205-B509C36195A1}" destId="{1B16DE9B-BC4E-4488-8715-15CE7EEBD1F4}" srcOrd="0" destOrd="0" parTransId="{EEBBE741-3CDD-4073-BA35-1E5252298A0A}" sibTransId="{B48AD182-E709-4740-9C7B-9178BB8E4D18}"/>
    <dgm:cxn modelId="{DE5E7196-B0A9-44F1-9CF7-BB123B34A349}" srcId="{CE208488-0846-487A-9F6C-9CC5B014A3F6}" destId="{6B2D9F03-254B-4218-A205-B509C36195A1}" srcOrd="1" destOrd="0" parTransId="{5B6579B1-C064-43EE-8E37-CEE96750B039}" sibTransId="{42001ECE-1C33-4D69-AAC6-DC194E0707F9}"/>
    <dgm:cxn modelId="{FDD97A9A-0E61-4E36-AA63-14685AD2D0C1}" type="presOf" srcId="{AC3423A1-91D0-4F31-AB0B-3F44C91A0918}" destId="{DA381047-A716-4A4C-972C-31D65626B0B4}" srcOrd="0" destOrd="0" presId="urn:microsoft.com/office/officeart/2005/8/layout/hList1"/>
    <dgm:cxn modelId="{F567FF9F-517F-4C76-8B29-7DC2AD33140D}" srcId="{6B2D9F03-254B-4218-A205-B509C36195A1}" destId="{87ED30E4-CAA5-46F8-A18C-38BEE1808D39}" srcOrd="2" destOrd="0" parTransId="{E11215DC-B637-477B-8450-7145CD6F87E1}" sibTransId="{3E0D172B-3C03-4822-AF7F-800B30C193B8}"/>
    <dgm:cxn modelId="{F30D5DE8-1189-437E-A4EE-A41AD12A6C5E}" srcId="{3AD16663-BD25-4D12-A907-795FB333A83D}" destId="{A292A263-02DB-4A42-AD9A-998FBCC389A6}" srcOrd="2" destOrd="0" parTransId="{6142C279-B5ED-453A-BDE1-D25019171E9A}" sibTransId="{BC7B9DC9-AEA4-4491-9B64-F41CC51B8FCE}"/>
    <dgm:cxn modelId="{5152E7F2-BE25-47B9-BEFF-A906392707C0}" type="presOf" srcId="{1B16DE9B-BC4E-4488-8715-15CE7EEBD1F4}" destId="{72280F90-31DB-4E05-84F1-686AFCFC4ACE}" srcOrd="0" destOrd="0" presId="urn:microsoft.com/office/officeart/2005/8/layout/hList1"/>
    <dgm:cxn modelId="{493933F8-AD37-4493-8DF2-3741DDB8BDB2}" srcId="{3AD16663-BD25-4D12-A907-795FB333A83D}" destId="{A1642C27-15DB-4CC4-931E-E8C3F9F31751}" srcOrd="1" destOrd="0" parTransId="{EA7DBD66-797E-46F9-A8C1-E82D62FE086F}" sibTransId="{87D1A798-25C4-4A29-BF45-FBE6BEC7FA51}"/>
    <dgm:cxn modelId="{14F059F8-0A1E-4D45-B38A-3ECC26D7371A}" srcId="{6B2D9F03-254B-4218-A205-B509C36195A1}" destId="{E3FABA89-6BA3-429C-9A9F-3E8198CEC371}" srcOrd="1" destOrd="0" parTransId="{D0E8752B-5B7D-4431-AB47-DAF08AEA62D4}" sibTransId="{6A14ADCB-67F1-4D1A-9958-7581593989E1}"/>
    <dgm:cxn modelId="{7F4E27FA-B536-4B7A-87C3-9C9AB5F5CBB8}" srcId="{3AD16663-BD25-4D12-A907-795FB333A83D}" destId="{AC3423A1-91D0-4F31-AB0B-3F44C91A0918}" srcOrd="0" destOrd="0" parTransId="{868AA024-58BB-4825-854E-1135B72E7DE6}" sibTransId="{418A813C-A368-474C-92AF-47B30D4ADA07}"/>
    <dgm:cxn modelId="{5F35386B-317D-40BC-B045-C6E14899D25B}" type="presParOf" srcId="{253BEDD8-479A-4B2D-BE8B-119F19D27C80}" destId="{45E3194A-ED85-4E6A-AB9F-EA2111123611}" srcOrd="0" destOrd="0" presId="urn:microsoft.com/office/officeart/2005/8/layout/hList1"/>
    <dgm:cxn modelId="{746B2056-D048-402A-AB09-60E7341908B2}" type="presParOf" srcId="{45E3194A-ED85-4E6A-AB9F-EA2111123611}" destId="{B501123E-A1DD-4AEB-9B5C-398DA894AB27}" srcOrd="0" destOrd="0" presId="urn:microsoft.com/office/officeart/2005/8/layout/hList1"/>
    <dgm:cxn modelId="{65678518-54AA-494E-94E6-6C0A461C09A0}" type="presParOf" srcId="{45E3194A-ED85-4E6A-AB9F-EA2111123611}" destId="{DA381047-A716-4A4C-972C-31D65626B0B4}" srcOrd="1" destOrd="0" presId="urn:microsoft.com/office/officeart/2005/8/layout/hList1"/>
    <dgm:cxn modelId="{C7F7A248-A033-4075-8950-0ED3F4B50731}" type="presParOf" srcId="{253BEDD8-479A-4B2D-BE8B-119F19D27C80}" destId="{9A6313DF-251F-406C-AD23-6CE630BDB817}" srcOrd="1" destOrd="0" presId="urn:microsoft.com/office/officeart/2005/8/layout/hList1"/>
    <dgm:cxn modelId="{762D0E4D-FEE6-49D8-964F-37A53291FFB2}" type="presParOf" srcId="{253BEDD8-479A-4B2D-BE8B-119F19D27C80}" destId="{1317E89C-5F4D-4723-9E8A-2985CF20AC9A}" srcOrd="2" destOrd="0" presId="urn:microsoft.com/office/officeart/2005/8/layout/hList1"/>
    <dgm:cxn modelId="{F5B091C0-4415-426F-8545-C4D6674B7849}" type="presParOf" srcId="{1317E89C-5F4D-4723-9E8A-2985CF20AC9A}" destId="{797D50C0-5EE6-4921-8708-594D64D27C5A}" srcOrd="0" destOrd="0" presId="urn:microsoft.com/office/officeart/2005/8/layout/hList1"/>
    <dgm:cxn modelId="{1D2BBF53-C844-42D5-8E7C-EB0C75A9062F}" type="presParOf" srcId="{1317E89C-5F4D-4723-9E8A-2985CF20AC9A}" destId="{72280F90-31DB-4E05-84F1-686AFCFC4AC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D2973BF-35D2-4EFE-AB62-AE664AC1E20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CB8C67-0F9A-48DB-AF24-0E8FE281E464}">
      <dgm:prSet phldrT="[Text]"/>
      <dgm:spPr/>
      <dgm:t>
        <a:bodyPr/>
        <a:lstStyle/>
        <a:p>
          <a:r>
            <a:rPr lang="en-US" dirty="0">
              <a:solidFill>
                <a:schemeClr val="bg1"/>
              </a:solidFill>
            </a:rPr>
            <a:t>Issues</a:t>
          </a:r>
        </a:p>
      </dgm:t>
    </dgm:pt>
    <dgm:pt modelId="{EEE6F45F-9F20-479B-84AA-6B075C508436}" type="parTrans" cxnId="{D1CB160F-A462-4DB4-AC6D-451EEE026580}">
      <dgm:prSet/>
      <dgm:spPr/>
      <dgm:t>
        <a:bodyPr/>
        <a:lstStyle/>
        <a:p>
          <a:endParaRPr lang="en-US">
            <a:solidFill>
              <a:srgbClr val="20282F"/>
            </a:solidFill>
          </a:endParaRPr>
        </a:p>
      </dgm:t>
    </dgm:pt>
    <dgm:pt modelId="{7658F407-B4D6-4B7F-BABB-CDD5A50EB79A}" type="sibTrans" cxnId="{D1CB160F-A462-4DB4-AC6D-451EEE026580}">
      <dgm:prSet/>
      <dgm:spPr/>
      <dgm:t>
        <a:bodyPr/>
        <a:lstStyle/>
        <a:p>
          <a:endParaRPr lang="en-US">
            <a:solidFill>
              <a:srgbClr val="20282F"/>
            </a:solidFill>
          </a:endParaRPr>
        </a:p>
      </dgm:t>
    </dgm:pt>
    <dgm:pt modelId="{46880BD3-296E-401B-9BD6-7A577AC78FDA}">
      <dgm:prSet/>
      <dgm:spPr/>
      <dgm:t>
        <a:bodyPr/>
        <a:lstStyle/>
        <a:p>
          <a:r>
            <a:rPr lang="en-US" dirty="0">
              <a:solidFill>
                <a:srgbClr val="20282F"/>
              </a:solidFill>
            </a:rPr>
            <a:t>Signal strength loss during transmission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74B1D7B-F628-4A47-9262-E3EE73BB0B7A}" type="parTrans" cxnId="{C5532A3E-177E-4CE1-B6CC-874D5E446A6D}">
      <dgm:prSet/>
      <dgm:spPr/>
      <dgm:t>
        <a:bodyPr/>
        <a:lstStyle/>
        <a:p>
          <a:endParaRPr lang="en-US">
            <a:solidFill>
              <a:srgbClr val="20282F"/>
            </a:solidFill>
          </a:endParaRPr>
        </a:p>
      </dgm:t>
    </dgm:pt>
    <dgm:pt modelId="{683A9F74-9A25-46B3-9696-622821233A5C}" type="sibTrans" cxnId="{C5532A3E-177E-4CE1-B6CC-874D5E446A6D}">
      <dgm:prSet/>
      <dgm:spPr/>
      <dgm:t>
        <a:bodyPr/>
        <a:lstStyle/>
        <a:p>
          <a:endParaRPr lang="en-US">
            <a:solidFill>
              <a:srgbClr val="20282F"/>
            </a:solidFill>
          </a:endParaRPr>
        </a:p>
      </dgm:t>
    </dgm:pt>
    <dgm:pt modelId="{15296637-F99A-4CFD-86AF-BFF7FA08D039}">
      <dgm:prSet/>
      <dgm:spPr/>
      <dgm:t>
        <a:bodyPr/>
        <a:lstStyle/>
        <a:p>
          <a:r>
            <a:rPr lang="en-US" dirty="0">
              <a:solidFill>
                <a:srgbClr val="20282F"/>
              </a:solidFill>
            </a:rPr>
            <a:t>Higher impedance, higher attenuation</a:t>
          </a:r>
        </a:p>
      </dgm:t>
    </dgm:pt>
    <dgm:pt modelId="{A35665C5-24F8-4A9B-8EF4-D8E35CF69865}" type="parTrans" cxnId="{412A2235-F9D2-44B8-BDB2-B062F25DEA3C}">
      <dgm:prSet/>
      <dgm:spPr/>
      <dgm:t>
        <a:bodyPr/>
        <a:lstStyle/>
        <a:p>
          <a:endParaRPr lang="en-US">
            <a:solidFill>
              <a:srgbClr val="20282F"/>
            </a:solidFill>
          </a:endParaRPr>
        </a:p>
      </dgm:t>
    </dgm:pt>
    <dgm:pt modelId="{3387FEDC-E202-4B35-8FCC-8F4A12F15133}" type="sibTrans" cxnId="{412A2235-F9D2-44B8-BDB2-B062F25DEA3C}">
      <dgm:prSet/>
      <dgm:spPr/>
      <dgm:t>
        <a:bodyPr/>
        <a:lstStyle/>
        <a:p>
          <a:endParaRPr lang="en-US">
            <a:solidFill>
              <a:srgbClr val="20282F"/>
            </a:solidFill>
          </a:endParaRPr>
        </a:p>
      </dgm:t>
    </dgm:pt>
    <dgm:pt modelId="{AAAA4D13-3513-49C4-96DA-7FE1E9642392}">
      <dgm:prSet/>
      <dgm:spPr/>
      <dgm:t>
        <a:bodyPr/>
        <a:lstStyle/>
        <a:p>
          <a:r>
            <a:rPr lang="en-US" dirty="0">
              <a:solidFill>
                <a:srgbClr val="20282F"/>
              </a:solidFill>
            </a:rPr>
            <a:t>Long cabling distance</a:t>
          </a:r>
        </a:p>
      </dgm:t>
    </dgm:pt>
    <dgm:pt modelId="{DCE60734-F94D-4F6D-B4AE-BB41742847BB}" type="parTrans" cxnId="{08C812C3-8460-49E7-AA4A-BC25066C3877}">
      <dgm:prSet/>
      <dgm:spPr/>
      <dgm:t>
        <a:bodyPr/>
        <a:lstStyle/>
        <a:p>
          <a:endParaRPr lang="en-US">
            <a:solidFill>
              <a:srgbClr val="20282F"/>
            </a:solidFill>
          </a:endParaRPr>
        </a:p>
      </dgm:t>
    </dgm:pt>
    <dgm:pt modelId="{0A214301-8F8A-4908-BC77-817D747E5F4C}" type="sibTrans" cxnId="{08C812C3-8460-49E7-AA4A-BC25066C3877}">
      <dgm:prSet/>
      <dgm:spPr/>
      <dgm:t>
        <a:bodyPr/>
        <a:lstStyle/>
        <a:p>
          <a:endParaRPr lang="en-US">
            <a:solidFill>
              <a:srgbClr val="20282F"/>
            </a:solidFill>
          </a:endParaRPr>
        </a:p>
      </dgm:t>
    </dgm:pt>
    <dgm:pt modelId="{CA4CDB0E-B7BF-4748-8A91-54DC3D14FF92}">
      <dgm:prSet/>
      <dgm:spPr/>
      <dgm:t>
        <a:bodyPr/>
        <a:lstStyle/>
        <a:p>
          <a:r>
            <a:rPr lang="en-US" dirty="0">
              <a:solidFill>
                <a:srgbClr val="20282F"/>
              </a:solidFill>
            </a:rPr>
            <a:t>Thin wire size</a:t>
          </a:r>
        </a:p>
      </dgm:t>
    </dgm:pt>
    <dgm:pt modelId="{13E9659F-8F73-4344-8896-3B338E29999A}" type="parTrans" cxnId="{0932294A-4E27-41AD-9320-9F8046EF5BAE}">
      <dgm:prSet/>
      <dgm:spPr/>
      <dgm:t>
        <a:bodyPr/>
        <a:lstStyle/>
        <a:p>
          <a:endParaRPr lang="en-US">
            <a:solidFill>
              <a:srgbClr val="20282F"/>
            </a:solidFill>
          </a:endParaRPr>
        </a:p>
      </dgm:t>
    </dgm:pt>
    <dgm:pt modelId="{BFD0DA1E-8113-4593-9F73-53BAF8BDD9EE}" type="sibTrans" cxnId="{0932294A-4E27-41AD-9320-9F8046EF5BAE}">
      <dgm:prSet/>
      <dgm:spPr/>
      <dgm:t>
        <a:bodyPr/>
        <a:lstStyle/>
        <a:p>
          <a:endParaRPr lang="en-US">
            <a:solidFill>
              <a:srgbClr val="20282F"/>
            </a:solidFill>
          </a:endParaRPr>
        </a:p>
      </dgm:t>
    </dgm:pt>
    <dgm:pt modelId="{90B28433-2229-4309-B6F7-B3764AE4095B}">
      <dgm:prSet/>
      <dgm:spPr/>
      <dgm:t>
        <a:bodyPr/>
        <a:lstStyle/>
        <a:p>
          <a:r>
            <a:rPr lang="en-US" dirty="0">
              <a:solidFill>
                <a:srgbClr val="20282F"/>
              </a:solidFill>
            </a:rPr>
            <a:t>Environmental factors</a:t>
          </a:r>
        </a:p>
      </dgm:t>
    </dgm:pt>
    <dgm:pt modelId="{0E59E948-AFE6-44F9-8F08-BA7C214E5631}" type="parTrans" cxnId="{13A292C4-26E4-425A-BFE0-3D5AACBE0CE2}">
      <dgm:prSet/>
      <dgm:spPr/>
      <dgm:t>
        <a:bodyPr/>
        <a:lstStyle/>
        <a:p>
          <a:endParaRPr lang="en-US">
            <a:solidFill>
              <a:srgbClr val="20282F"/>
            </a:solidFill>
          </a:endParaRPr>
        </a:p>
      </dgm:t>
    </dgm:pt>
    <dgm:pt modelId="{965AA2DC-DACF-4895-A604-630A503BED82}" type="sibTrans" cxnId="{13A292C4-26E4-425A-BFE0-3D5AACBE0CE2}">
      <dgm:prSet/>
      <dgm:spPr/>
      <dgm:t>
        <a:bodyPr/>
        <a:lstStyle/>
        <a:p>
          <a:endParaRPr lang="en-US">
            <a:solidFill>
              <a:srgbClr val="20282F"/>
            </a:solidFill>
          </a:endParaRPr>
        </a:p>
      </dgm:t>
    </dgm:pt>
    <dgm:pt modelId="{2F5AC5A4-B399-4C04-9861-7CC256A9A7ED}">
      <dgm:prSet/>
      <dgm:spPr/>
      <dgm:t>
        <a:bodyPr/>
        <a:lstStyle/>
        <a:p>
          <a:r>
            <a:rPr lang="en-US" dirty="0">
              <a:solidFill>
                <a:schemeClr val="bg1"/>
              </a:solidFill>
            </a:rPr>
            <a:t>Solutions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F7688CC-0D58-4B25-B553-611DBF804DDA}" type="parTrans" cxnId="{99E11E3C-0E00-4F40-86BC-99001D909185}">
      <dgm:prSet/>
      <dgm:spPr/>
      <dgm:t>
        <a:bodyPr/>
        <a:lstStyle/>
        <a:p>
          <a:endParaRPr lang="en-US">
            <a:solidFill>
              <a:srgbClr val="20282F"/>
            </a:solidFill>
          </a:endParaRPr>
        </a:p>
      </dgm:t>
    </dgm:pt>
    <dgm:pt modelId="{CFDFF7D9-08CD-436B-B2BD-A0D6D90E37D0}" type="sibTrans" cxnId="{99E11E3C-0E00-4F40-86BC-99001D909185}">
      <dgm:prSet/>
      <dgm:spPr/>
      <dgm:t>
        <a:bodyPr/>
        <a:lstStyle/>
        <a:p>
          <a:endParaRPr lang="en-US">
            <a:solidFill>
              <a:srgbClr val="20282F"/>
            </a:solidFill>
          </a:endParaRPr>
        </a:p>
      </dgm:t>
    </dgm:pt>
    <dgm:pt modelId="{7BDB2F84-09E6-413E-A54D-86B3D31CEFA7}">
      <dgm:prSet/>
      <dgm:spPr/>
      <dgm:t>
        <a:bodyPr/>
        <a:lstStyle/>
        <a:p>
          <a:r>
            <a:rPr lang="en-US" dirty="0">
              <a:solidFill>
                <a:srgbClr val="20282F"/>
              </a:solidFill>
            </a:rPr>
            <a:t>Shorten cable lengths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F216D0A6-6B3D-4710-A640-A12B69D98578}" type="parTrans" cxnId="{F3E9B837-46B6-49B3-ACB6-2874BB5AF275}">
      <dgm:prSet/>
      <dgm:spPr/>
      <dgm:t>
        <a:bodyPr/>
        <a:lstStyle/>
        <a:p>
          <a:endParaRPr lang="en-US">
            <a:solidFill>
              <a:srgbClr val="20282F"/>
            </a:solidFill>
          </a:endParaRPr>
        </a:p>
      </dgm:t>
    </dgm:pt>
    <dgm:pt modelId="{FE9131C1-94A6-4B64-BEC9-D982FF141434}" type="sibTrans" cxnId="{F3E9B837-46B6-49B3-ACB6-2874BB5AF275}">
      <dgm:prSet/>
      <dgm:spPr/>
      <dgm:t>
        <a:bodyPr/>
        <a:lstStyle/>
        <a:p>
          <a:endParaRPr lang="en-US">
            <a:solidFill>
              <a:srgbClr val="20282F"/>
            </a:solidFill>
          </a:endParaRPr>
        </a:p>
      </dgm:t>
    </dgm:pt>
    <dgm:pt modelId="{F70CF6F7-4403-43A3-88F1-61E430B76582}">
      <dgm:prSet/>
      <dgm:spPr/>
      <dgm:t>
        <a:bodyPr/>
        <a:lstStyle/>
        <a:p>
          <a:r>
            <a:rPr lang="en-US" dirty="0">
              <a:solidFill>
                <a:srgbClr val="20282F"/>
              </a:solidFill>
            </a:rPr>
            <a:t>Use repeaters/extenders</a:t>
          </a:r>
        </a:p>
      </dgm:t>
    </dgm:pt>
    <dgm:pt modelId="{F2292011-61FC-4E05-9668-3F7D1078EB1A}" type="parTrans" cxnId="{2106ECC8-17E9-41D2-993D-6BC3F0515F49}">
      <dgm:prSet/>
      <dgm:spPr/>
      <dgm:t>
        <a:bodyPr/>
        <a:lstStyle/>
        <a:p>
          <a:endParaRPr lang="en-US">
            <a:solidFill>
              <a:srgbClr val="20282F"/>
            </a:solidFill>
          </a:endParaRPr>
        </a:p>
      </dgm:t>
    </dgm:pt>
    <dgm:pt modelId="{313BA8D3-F0E2-483F-AE4E-3FDFB673147E}" type="sibTrans" cxnId="{2106ECC8-17E9-41D2-993D-6BC3F0515F49}">
      <dgm:prSet/>
      <dgm:spPr/>
      <dgm:t>
        <a:bodyPr/>
        <a:lstStyle/>
        <a:p>
          <a:endParaRPr lang="en-US">
            <a:solidFill>
              <a:srgbClr val="20282F"/>
            </a:solidFill>
          </a:endParaRPr>
        </a:p>
      </dgm:t>
    </dgm:pt>
    <dgm:pt modelId="{578E2113-5576-4181-8848-0A279C530031}">
      <dgm:prSet/>
      <dgm:spPr/>
      <dgm:t>
        <a:bodyPr/>
        <a:lstStyle/>
        <a:p>
          <a:r>
            <a:rPr lang="en-US" dirty="0">
              <a:solidFill>
                <a:srgbClr val="20282F"/>
              </a:solidFill>
            </a:rPr>
            <a:t>Upgrade to high-quality cables</a:t>
          </a:r>
        </a:p>
      </dgm:t>
    </dgm:pt>
    <dgm:pt modelId="{A998B447-AA9E-4C97-8E82-548FB5F9B939}" type="parTrans" cxnId="{203918AC-6D67-4937-8165-67A48FB41E35}">
      <dgm:prSet/>
      <dgm:spPr/>
      <dgm:t>
        <a:bodyPr/>
        <a:lstStyle/>
        <a:p>
          <a:endParaRPr lang="en-US">
            <a:solidFill>
              <a:srgbClr val="20282F"/>
            </a:solidFill>
          </a:endParaRPr>
        </a:p>
      </dgm:t>
    </dgm:pt>
    <dgm:pt modelId="{E986D05E-932D-43E3-841C-F9E072766C5F}" type="sibTrans" cxnId="{203918AC-6D67-4937-8165-67A48FB41E35}">
      <dgm:prSet/>
      <dgm:spPr/>
      <dgm:t>
        <a:bodyPr/>
        <a:lstStyle/>
        <a:p>
          <a:endParaRPr lang="en-US">
            <a:solidFill>
              <a:srgbClr val="20282F"/>
            </a:solidFill>
          </a:endParaRPr>
        </a:p>
      </dgm:t>
    </dgm:pt>
    <dgm:pt modelId="{F2D51869-8381-447E-A01E-0F221CF6CE48}">
      <dgm:prSet/>
      <dgm:spPr/>
      <dgm:t>
        <a:bodyPr/>
        <a:lstStyle/>
        <a:p>
          <a:r>
            <a:rPr lang="en-US" dirty="0">
              <a:solidFill>
                <a:srgbClr val="20282F"/>
              </a:solidFill>
            </a:rPr>
            <a:t>Measure and test signal attenuation at installation</a:t>
          </a:r>
        </a:p>
      </dgm:t>
    </dgm:pt>
    <dgm:pt modelId="{9FC712B3-C711-4F22-B492-6D47D1957DBE}" type="parTrans" cxnId="{6505A69B-473B-47F1-8DB4-7625B36D7B78}">
      <dgm:prSet/>
      <dgm:spPr/>
      <dgm:t>
        <a:bodyPr/>
        <a:lstStyle/>
        <a:p>
          <a:endParaRPr lang="en-US">
            <a:solidFill>
              <a:srgbClr val="20282F"/>
            </a:solidFill>
          </a:endParaRPr>
        </a:p>
      </dgm:t>
    </dgm:pt>
    <dgm:pt modelId="{B23C5967-2CB1-4BB6-9314-900E7F828E11}" type="sibTrans" cxnId="{6505A69B-473B-47F1-8DB4-7625B36D7B78}">
      <dgm:prSet/>
      <dgm:spPr/>
      <dgm:t>
        <a:bodyPr/>
        <a:lstStyle/>
        <a:p>
          <a:endParaRPr lang="en-US">
            <a:solidFill>
              <a:srgbClr val="20282F"/>
            </a:solidFill>
          </a:endParaRPr>
        </a:p>
      </dgm:t>
    </dgm:pt>
    <dgm:pt modelId="{0DC3E42D-3C15-EB4F-BD4F-B2FAC55710FD}" type="pres">
      <dgm:prSet presAssocID="{ED2973BF-35D2-4EFE-AB62-AE664AC1E201}" presName="linear" presStyleCnt="0">
        <dgm:presLayoutVars>
          <dgm:animLvl val="lvl"/>
          <dgm:resizeHandles val="exact"/>
        </dgm:presLayoutVars>
      </dgm:prSet>
      <dgm:spPr/>
    </dgm:pt>
    <dgm:pt modelId="{2B1D443C-123C-854B-8F05-D91C095FF2CA}" type="pres">
      <dgm:prSet presAssocID="{2CCB8C67-0F9A-48DB-AF24-0E8FE281E464}" presName="parentText" presStyleLbl="node1" presStyleIdx="0" presStyleCnt="2" custLinFactNeighborY="-1540">
        <dgm:presLayoutVars>
          <dgm:chMax val="0"/>
          <dgm:bulletEnabled val="1"/>
        </dgm:presLayoutVars>
      </dgm:prSet>
      <dgm:spPr/>
    </dgm:pt>
    <dgm:pt modelId="{F1B0B2E5-92FA-9B4B-9253-A641A0461C2D}" type="pres">
      <dgm:prSet presAssocID="{2CCB8C67-0F9A-48DB-AF24-0E8FE281E464}" presName="childText" presStyleLbl="revTx" presStyleIdx="0" presStyleCnt="2">
        <dgm:presLayoutVars>
          <dgm:bulletEnabled val="1"/>
        </dgm:presLayoutVars>
      </dgm:prSet>
      <dgm:spPr/>
    </dgm:pt>
    <dgm:pt modelId="{E162806D-2F37-D142-9ADB-E9E49B75BDCB}" type="pres">
      <dgm:prSet presAssocID="{2F5AC5A4-B399-4C04-9861-7CC256A9A7ED}" presName="parentText" presStyleLbl="node1" presStyleIdx="1" presStyleCnt="2">
        <dgm:presLayoutVars>
          <dgm:chMax val="0"/>
          <dgm:bulletEnabled val="1"/>
        </dgm:presLayoutVars>
      </dgm:prSet>
      <dgm:spPr/>
    </dgm:pt>
    <dgm:pt modelId="{5F9DFF43-0221-2F4E-9A88-AF4E1874B302}" type="pres">
      <dgm:prSet presAssocID="{2F5AC5A4-B399-4C04-9861-7CC256A9A7ED}" presName="childText" presStyleLbl="revTx" presStyleIdx="1" presStyleCnt="2">
        <dgm:presLayoutVars>
          <dgm:bulletEnabled val="1"/>
        </dgm:presLayoutVars>
      </dgm:prSet>
      <dgm:spPr/>
    </dgm:pt>
  </dgm:ptLst>
  <dgm:cxnLst>
    <dgm:cxn modelId="{D1CB160F-A462-4DB4-AC6D-451EEE026580}" srcId="{ED2973BF-35D2-4EFE-AB62-AE664AC1E201}" destId="{2CCB8C67-0F9A-48DB-AF24-0E8FE281E464}" srcOrd="0" destOrd="0" parTransId="{EEE6F45F-9F20-479B-84AA-6B075C508436}" sibTransId="{7658F407-B4D6-4B7F-BABB-CDD5A50EB79A}"/>
    <dgm:cxn modelId="{267B0E2C-52AA-B849-884D-D2E920659E48}" type="presOf" srcId="{2CCB8C67-0F9A-48DB-AF24-0E8FE281E464}" destId="{2B1D443C-123C-854B-8F05-D91C095FF2CA}" srcOrd="0" destOrd="0" presId="urn:microsoft.com/office/officeart/2005/8/layout/vList2"/>
    <dgm:cxn modelId="{412A2235-F9D2-44B8-BDB2-B062F25DEA3C}" srcId="{2CCB8C67-0F9A-48DB-AF24-0E8FE281E464}" destId="{15296637-F99A-4CFD-86AF-BFF7FA08D039}" srcOrd="1" destOrd="0" parTransId="{A35665C5-24F8-4A9B-8EF4-D8E35CF69865}" sibTransId="{3387FEDC-E202-4B35-8FCC-8F4A12F15133}"/>
    <dgm:cxn modelId="{CB236435-D8B7-CF41-8345-60916AC825D4}" type="presOf" srcId="{AAAA4D13-3513-49C4-96DA-7FE1E9642392}" destId="{F1B0B2E5-92FA-9B4B-9253-A641A0461C2D}" srcOrd="0" destOrd="2" presId="urn:microsoft.com/office/officeart/2005/8/layout/vList2"/>
    <dgm:cxn modelId="{F3E9B837-46B6-49B3-ACB6-2874BB5AF275}" srcId="{2F5AC5A4-B399-4C04-9861-7CC256A9A7ED}" destId="{7BDB2F84-09E6-413E-A54D-86B3D31CEFA7}" srcOrd="0" destOrd="0" parTransId="{F216D0A6-6B3D-4710-A640-A12B69D98578}" sibTransId="{FE9131C1-94A6-4B64-BEC9-D982FF141434}"/>
    <dgm:cxn modelId="{99E11E3C-0E00-4F40-86BC-99001D909185}" srcId="{ED2973BF-35D2-4EFE-AB62-AE664AC1E201}" destId="{2F5AC5A4-B399-4C04-9861-7CC256A9A7ED}" srcOrd="1" destOrd="0" parTransId="{1F7688CC-0D58-4B25-B553-611DBF804DDA}" sibTransId="{CFDFF7D9-08CD-436B-B2BD-A0D6D90E37D0}"/>
    <dgm:cxn modelId="{C5532A3E-177E-4CE1-B6CC-874D5E446A6D}" srcId="{2CCB8C67-0F9A-48DB-AF24-0E8FE281E464}" destId="{46880BD3-296E-401B-9BD6-7A577AC78FDA}" srcOrd="0" destOrd="0" parTransId="{774B1D7B-F628-4A47-9262-E3EE73BB0B7A}" sibTransId="{683A9F74-9A25-46B3-9696-622821233A5C}"/>
    <dgm:cxn modelId="{A245F340-1AF5-1641-94D4-0606B7DB7503}" type="presOf" srcId="{2F5AC5A4-B399-4C04-9861-7CC256A9A7ED}" destId="{E162806D-2F37-D142-9ADB-E9E49B75BDCB}" srcOrd="0" destOrd="0" presId="urn:microsoft.com/office/officeart/2005/8/layout/vList2"/>
    <dgm:cxn modelId="{0932294A-4E27-41AD-9320-9F8046EF5BAE}" srcId="{2CCB8C67-0F9A-48DB-AF24-0E8FE281E464}" destId="{CA4CDB0E-B7BF-4748-8A91-54DC3D14FF92}" srcOrd="3" destOrd="0" parTransId="{13E9659F-8F73-4344-8896-3B338E29999A}" sibTransId="{BFD0DA1E-8113-4593-9F73-53BAF8BDD9EE}"/>
    <dgm:cxn modelId="{A140686A-DB3C-BD4D-A5CB-5AC15096FB2C}" type="presOf" srcId="{F70CF6F7-4403-43A3-88F1-61E430B76582}" destId="{5F9DFF43-0221-2F4E-9A88-AF4E1874B302}" srcOrd="0" destOrd="1" presId="urn:microsoft.com/office/officeart/2005/8/layout/vList2"/>
    <dgm:cxn modelId="{94DF5F4D-87F3-444A-8706-374CC28368D1}" type="presOf" srcId="{46880BD3-296E-401B-9BD6-7A577AC78FDA}" destId="{F1B0B2E5-92FA-9B4B-9253-A641A0461C2D}" srcOrd="0" destOrd="0" presId="urn:microsoft.com/office/officeart/2005/8/layout/vList2"/>
    <dgm:cxn modelId="{97BC4E4D-DD91-8042-8CB7-E0FA095414DB}" type="presOf" srcId="{CA4CDB0E-B7BF-4748-8A91-54DC3D14FF92}" destId="{F1B0B2E5-92FA-9B4B-9253-A641A0461C2D}" srcOrd="0" destOrd="3" presId="urn:microsoft.com/office/officeart/2005/8/layout/vList2"/>
    <dgm:cxn modelId="{7113DC51-4AB7-F44C-9E32-648F8C9D58A7}" type="presOf" srcId="{90B28433-2229-4309-B6F7-B3764AE4095B}" destId="{F1B0B2E5-92FA-9B4B-9253-A641A0461C2D}" srcOrd="0" destOrd="4" presId="urn:microsoft.com/office/officeart/2005/8/layout/vList2"/>
    <dgm:cxn modelId="{AFA62483-357C-9B4D-AC44-26A9D846FB52}" type="presOf" srcId="{7BDB2F84-09E6-413E-A54D-86B3D31CEFA7}" destId="{5F9DFF43-0221-2F4E-9A88-AF4E1874B302}" srcOrd="0" destOrd="0" presId="urn:microsoft.com/office/officeart/2005/8/layout/vList2"/>
    <dgm:cxn modelId="{6505A69B-473B-47F1-8DB4-7625B36D7B78}" srcId="{2F5AC5A4-B399-4C04-9861-7CC256A9A7ED}" destId="{F2D51869-8381-447E-A01E-0F221CF6CE48}" srcOrd="3" destOrd="0" parTransId="{9FC712B3-C711-4F22-B492-6D47D1957DBE}" sibTransId="{B23C5967-2CB1-4BB6-9314-900E7F828E11}"/>
    <dgm:cxn modelId="{98DE829D-744D-FA44-BF13-706D39B2F9E0}" type="presOf" srcId="{15296637-F99A-4CFD-86AF-BFF7FA08D039}" destId="{F1B0B2E5-92FA-9B4B-9253-A641A0461C2D}" srcOrd="0" destOrd="1" presId="urn:microsoft.com/office/officeart/2005/8/layout/vList2"/>
    <dgm:cxn modelId="{7E80319F-6993-3745-A835-2BF33B190D8D}" type="presOf" srcId="{ED2973BF-35D2-4EFE-AB62-AE664AC1E201}" destId="{0DC3E42D-3C15-EB4F-BD4F-B2FAC55710FD}" srcOrd="0" destOrd="0" presId="urn:microsoft.com/office/officeart/2005/8/layout/vList2"/>
    <dgm:cxn modelId="{203918AC-6D67-4937-8165-67A48FB41E35}" srcId="{2F5AC5A4-B399-4C04-9861-7CC256A9A7ED}" destId="{578E2113-5576-4181-8848-0A279C530031}" srcOrd="2" destOrd="0" parTransId="{A998B447-AA9E-4C97-8E82-548FB5F9B939}" sibTransId="{E986D05E-932D-43E3-841C-F9E072766C5F}"/>
    <dgm:cxn modelId="{08C812C3-8460-49E7-AA4A-BC25066C3877}" srcId="{2CCB8C67-0F9A-48DB-AF24-0E8FE281E464}" destId="{AAAA4D13-3513-49C4-96DA-7FE1E9642392}" srcOrd="2" destOrd="0" parTransId="{DCE60734-F94D-4F6D-B4AE-BB41742847BB}" sibTransId="{0A214301-8F8A-4908-BC77-817D747E5F4C}"/>
    <dgm:cxn modelId="{13A292C4-26E4-425A-BFE0-3D5AACBE0CE2}" srcId="{2CCB8C67-0F9A-48DB-AF24-0E8FE281E464}" destId="{90B28433-2229-4309-B6F7-B3764AE4095B}" srcOrd="4" destOrd="0" parTransId="{0E59E948-AFE6-44F9-8F08-BA7C214E5631}" sibTransId="{965AA2DC-DACF-4895-A604-630A503BED82}"/>
    <dgm:cxn modelId="{A770E7C4-A6A5-B746-A5AD-DEE23E5ACC9B}" type="presOf" srcId="{F2D51869-8381-447E-A01E-0F221CF6CE48}" destId="{5F9DFF43-0221-2F4E-9A88-AF4E1874B302}" srcOrd="0" destOrd="3" presId="urn:microsoft.com/office/officeart/2005/8/layout/vList2"/>
    <dgm:cxn modelId="{2106ECC8-17E9-41D2-993D-6BC3F0515F49}" srcId="{2F5AC5A4-B399-4C04-9861-7CC256A9A7ED}" destId="{F70CF6F7-4403-43A3-88F1-61E430B76582}" srcOrd="1" destOrd="0" parTransId="{F2292011-61FC-4E05-9668-3F7D1078EB1A}" sibTransId="{313BA8D3-F0E2-483F-AE4E-3FDFB673147E}"/>
    <dgm:cxn modelId="{CF0C69F6-45C6-FB4A-8025-B09D170F4C9C}" type="presOf" srcId="{578E2113-5576-4181-8848-0A279C530031}" destId="{5F9DFF43-0221-2F4E-9A88-AF4E1874B302}" srcOrd="0" destOrd="2" presId="urn:microsoft.com/office/officeart/2005/8/layout/vList2"/>
    <dgm:cxn modelId="{6CF19C22-8BF2-3945-ACE6-FB5BB5D7374E}" type="presParOf" srcId="{0DC3E42D-3C15-EB4F-BD4F-B2FAC55710FD}" destId="{2B1D443C-123C-854B-8F05-D91C095FF2CA}" srcOrd="0" destOrd="0" presId="urn:microsoft.com/office/officeart/2005/8/layout/vList2"/>
    <dgm:cxn modelId="{6F57DA23-A51D-7F4D-BC50-5C267A8F407C}" type="presParOf" srcId="{0DC3E42D-3C15-EB4F-BD4F-B2FAC55710FD}" destId="{F1B0B2E5-92FA-9B4B-9253-A641A0461C2D}" srcOrd="1" destOrd="0" presId="urn:microsoft.com/office/officeart/2005/8/layout/vList2"/>
    <dgm:cxn modelId="{613E1DF1-F41E-304B-BCDB-44DA4C4D87F6}" type="presParOf" srcId="{0DC3E42D-3C15-EB4F-BD4F-B2FAC55710FD}" destId="{E162806D-2F37-D142-9ADB-E9E49B75BDCB}" srcOrd="2" destOrd="0" presId="urn:microsoft.com/office/officeart/2005/8/layout/vList2"/>
    <dgm:cxn modelId="{AFF2A21B-4E92-654A-A4D2-34034EDE7ED8}" type="presParOf" srcId="{0DC3E42D-3C15-EB4F-BD4F-B2FAC55710FD}" destId="{5F9DFF43-0221-2F4E-9A88-AF4E1874B30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D2973BF-35D2-4EFE-AB62-AE664AC1E20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CB8C67-0F9A-48DB-AF24-0E8FE281E464}">
      <dgm:prSet phldrT="[Text]"/>
      <dgm:spPr/>
      <dgm:t>
        <a:bodyPr/>
        <a:lstStyle/>
        <a:p>
          <a:r>
            <a:rPr lang="en-US" dirty="0"/>
            <a:t>Issues</a:t>
          </a:r>
        </a:p>
      </dgm:t>
    </dgm:pt>
    <dgm:pt modelId="{EEE6F45F-9F20-479B-84AA-6B075C508436}" type="parTrans" cxnId="{D1CB160F-A462-4DB4-AC6D-451EEE026580}">
      <dgm:prSet/>
      <dgm:spPr/>
      <dgm:t>
        <a:bodyPr/>
        <a:lstStyle/>
        <a:p>
          <a:endParaRPr lang="en-US"/>
        </a:p>
      </dgm:t>
    </dgm:pt>
    <dgm:pt modelId="{7658F407-B4D6-4B7F-BABB-CDD5A50EB79A}" type="sibTrans" cxnId="{D1CB160F-A462-4DB4-AC6D-451EEE026580}">
      <dgm:prSet/>
      <dgm:spPr/>
      <dgm:t>
        <a:bodyPr/>
        <a:lstStyle/>
        <a:p>
          <a:endParaRPr lang="en-US"/>
        </a:p>
      </dgm:t>
    </dgm:pt>
    <dgm:pt modelId="{46880BD3-296E-401B-9BD6-7A577AC78FDA}">
      <dgm:prSet/>
      <dgm:spPr/>
      <dgm:t>
        <a:bodyPr/>
        <a:lstStyle/>
        <a:p>
          <a:r>
            <a:rPr lang="en-US" dirty="0">
              <a:solidFill>
                <a:srgbClr val="20282F"/>
              </a:solidFill>
            </a:rPr>
            <a:t>Electromagnetic interference (EMI)</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74B1D7B-F628-4A47-9262-E3EE73BB0B7A}" type="parTrans" cxnId="{C5532A3E-177E-4CE1-B6CC-874D5E446A6D}">
      <dgm:prSet/>
      <dgm:spPr/>
      <dgm:t>
        <a:bodyPr/>
        <a:lstStyle/>
        <a:p>
          <a:endParaRPr lang="en-US"/>
        </a:p>
      </dgm:t>
    </dgm:pt>
    <dgm:pt modelId="{683A9F74-9A25-46B3-9696-622821233A5C}" type="sibTrans" cxnId="{C5532A3E-177E-4CE1-B6CC-874D5E446A6D}">
      <dgm:prSet/>
      <dgm:spPr/>
      <dgm:t>
        <a:bodyPr/>
        <a:lstStyle/>
        <a:p>
          <a:endParaRPr lang="en-US"/>
        </a:p>
      </dgm:t>
    </dgm:pt>
    <dgm:pt modelId="{15296637-F99A-4CFD-86AF-BFF7FA08D039}">
      <dgm:prSet/>
      <dgm:spPr/>
      <dgm:t>
        <a:bodyPr/>
        <a:lstStyle/>
        <a:p>
          <a:r>
            <a:rPr lang="en-US" dirty="0">
              <a:solidFill>
                <a:srgbClr val="20282F"/>
              </a:solidFill>
            </a:rPr>
            <a:t>Radio frequency interference (RFI)</a:t>
          </a:r>
        </a:p>
      </dgm:t>
    </dgm:pt>
    <dgm:pt modelId="{A35665C5-24F8-4A9B-8EF4-D8E35CF69865}" type="parTrans" cxnId="{412A2235-F9D2-44B8-BDB2-B062F25DEA3C}">
      <dgm:prSet/>
      <dgm:spPr/>
      <dgm:t>
        <a:bodyPr/>
        <a:lstStyle/>
        <a:p>
          <a:endParaRPr lang="en-US"/>
        </a:p>
      </dgm:t>
    </dgm:pt>
    <dgm:pt modelId="{3387FEDC-E202-4B35-8FCC-8F4A12F15133}" type="sibTrans" cxnId="{412A2235-F9D2-44B8-BDB2-B062F25DEA3C}">
      <dgm:prSet/>
      <dgm:spPr/>
      <dgm:t>
        <a:bodyPr/>
        <a:lstStyle/>
        <a:p>
          <a:endParaRPr lang="en-US"/>
        </a:p>
      </dgm:t>
    </dgm:pt>
    <dgm:pt modelId="{AAAA4D13-3513-49C4-96DA-7FE1E9642392}">
      <dgm:prSet/>
      <dgm:spPr/>
      <dgm:t>
        <a:bodyPr/>
        <a:lstStyle/>
        <a:p>
          <a:r>
            <a:rPr lang="en-US" dirty="0">
              <a:solidFill>
                <a:srgbClr val="20282F"/>
              </a:solidFill>
            </a:rPr>
            <a:t>Crosstalk from adjacent wires</a:t>
          </a:r>
        </a:p>
      </dgm:t>
    </dgm:pt>
    <dgm:pt modelId="{DCE60734-F94D-4F6D-B4AE-BB41742847BB}" type="parTrans" cxnId="{08C812C3-8460-49E7-AA4A-BC25066C3877}">
      <dgm:prSet/>
      <dgm:spPr/>
      <dgm:t>
        <a:bodyPr/>
        <a:lstStyle/>
        <a:p>
          <a:endParaRPr lang="en-US"/>
        </a:p>
      </dgm:t>
    </dgm:pt>
    <dgm:pt modelId="{0A214301-8F8A-4908-BC77-817D747E5F4C}" type="sibTrans" cxnId="{08C812C3-8460-49E7-AA4A-BC25066C3877}">
      <dgm:prSet/>
      <dgm:spPr/>
      <dgm:t>
        <a:bodyPr/>
        <a:lstStyle/>
        <a:p>
          <a:endParaRPr lang="en-US"/>
        </a:p>
      </dgm:t>
    </dgm:pt>
    <dgm:pt modelId="{CA4CDB0E-B7BF-4748-8A91-54DC3D14FF92}">
      <dgm:prSet/>
      <dgm:spPr/>
      <dgm:t>
        <a:bodyPr/>
        <a:lstStyle/>
        <a:p>
          <a:r>
            <a:rPr lang="en-US" dirty="0">
              <a:solidFill>
                <a:srgbClr val="20282F"/>
              </a:solidFill>
            </a:rPr>
            <a:t>Defective connectors/conductors</a:t>
          </a:r>
        </a:p>
      </dgm:t>
    </dgm:pt>
    <dgm:pt modelId="{13E9659F-8F73-4344-8896-3B338E29999A}" type="parTrans" cxnId="{0932294A-4E27-41AD-9320-9F8046EF5BAE}">
      <dgm:prSet/>
      <dgm:spPr/>
      <dgm:t>
        <a:bodyPr/>
        <a:lstStyle/>
        <a:p>
          <a:endParaRPr lang="en-US"/>
        </a:p>
      </dgm:t>
    </dgm:pt>
    <dgm:pt modelId="{BFD0DA1E-8113-4593-9F73-53BAF8BDD9EE}" type="sibTrans" cxnId="{0932294A-4E27-41AD-9320-9F8046EF5BAE}">
      <dgm:prSet/>
      <dgm:spPr/>
      <dgm:t>
        <a:bodyPr/>
        <a:lstStyle/>
        <a:p>
          <a:endParaRPr lang="en-US"/>
        </a:p>
      </dgm:t>
    </dgm:pt>
    <dgm:pt modelId="{2F5AC5A4-B399-4C04-9861-7CC256A9A7ED}">
      <dgm:prSet/>
      <dgm:spPr/>
      <dgm:t>
        <a:bodyPr/>
        <a:lstStyle/>
        <a:p>
          <a:r>
            <a:rPr lang="en-US" dirty="0"/>
            <a:t>Solutions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F7688CC-0D58-4B25-B553-611DBF804DDA}" type="parTrans" cxnId="{99E11E3C-0E00-4F40-86BC-99001D909185}">
      <dgm:prSet/>
      <dgm:spPr/>
      <dgm:t>
        <a:bodyPr/>
        <a:lstStyle/>
        <a:p>
          <a:endParaRPr lang="en-US"/>
        </a:p>
      </dgm:t>
    </dgm:pt>
    <dgm:pt modelId="{CFDFF7D9-08CD-436B-B2BD-A0D6D90E37D0}" type="sibTrans" cxnId="{99E11E3C-0E00-4F40-86BC-99001D909185}">
      <dgm:prSet/>
      <dgm:spPr/>
      <dgm:t>
        <a:bodyPr/>
        <a:lstStyle/>
        <a:p>
          <a:endParaRPr lang="en-US"/>
        </a:p>
      </dgm:t>
    </dgm:pt>
    <dgm:pt modelId="{7BDB2F84-09E6-413E-A54D-86B3D31CEFA7}">
      <dgm:prSet/>
      <dgm:spPr/>
      <dgm:t>
        <a:bodyPr/>
        <a:lstStyle/>
        <a:p>
          <a:r>
            <a:rPr lang="en-US" dirty="0">
              <a:solidFill>
                <a:srgbClr val="20282F"/>
              </a:solidFill>
            </a:rPr>
            <a:t>Shielding techniques (foil/braided shields)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F216D0A6-6B3D-4710-A640-A12B69D98578}" type="parTrans" cxnId="{F3E9B837-46B6-49B3-ACB6-2874BB5AF275}">
      <dgm:prSet/>
      <dgm:spPr/>
      <dgm:t>
        <a:bodyPr/>
        <a:lstStyle/>
        <a:p>
          <a:endParaRPr lang="en-US"/>
        </a:p>
      </dgm:t>
    </dgm:pt>
    <dgm:pt modelId="{FE9131C1-94A6-4B64-BEC9-D982FF141434}" type="sibTrans" cxnId="{F3E9B837-46B6-49B3-ACB6-2874BB5AF275}">
      <dgm:prSet/>
      <dgm:spPr/>
      <dgm:t>
        <a:bodyPr/>
        <a:lstStyle/>
        <a:p>
          <a:endParaRPr lang="en-US"/>
        </a:p>
      </dgm:t>
    </dgm:pt>
    <dgm:pt modelId="{578E2113-5576-4181-8848-0A279C530031}">
      <dgm:prSet/>
      <dgm:spPr/>
      <dgm:t>
        <a:bodyPr/>
        <a:lstStyle/>
        <a:p>
          <a:r>
            <a:rPr lang="en-US" dirty="0">
              <a:solidFill>
                <a:srgbClr val="20282F"/>
              </a:solidFill>
            </a:rPr>
            <a:t>Use robust materials and strain relief</a:t>
          </a:r>
        </a:p>
      </dgm:t>
    </dgm:pt>
    <dgm:pt modelId="{A998B447-AA9E-4C97-8E82-548FB5F9B939}" type="parTrans" cxnId="{203918AC-6D67-4937-8165-67A48FB41E35}">
      <dgm:prSet/>
      <dgm:spPr/>
      <dgm:t>
        <a:bodyPr/>
        <a:lstStyle/>
        <a:p>
          <a:endParaRPr lang="en-US"/>
        </a:p>
      </dgm:t>
    </dgm:pt>
    <dgm:pt modelId="{E986D05E-932D-43E3-841C-F9E072766C5F}" type="sibTrans" cxnId="{203918AC-6D67-4937-8165-67A48FB41E35}">
      <dgm:prSet/>
      <dgm:spPr/>
      <dgm:t>
        <a:bodyPr/>
        <a:lstStyle/>
        <a:p>
          <a:endParaRPr lang="en-US"/>
        </a:p>
      </dgm:t>
    </dgm:pt>
    <dgm:pt modelId="{F2D51869-8381-447E-A01E-0F221CF6CE48}">
      <dgm:prSet/>
      <dgm:spPr/>
      <dgm:t>
        <a:bodyPr/>
        <a:lstStyle/>
        <a:p>
          <a:r>
            <a:rPr lang="en-US" dirty="0">
              <a:solidFill>
                <a:srgbClr val="20282F"/>
              </a:solidFill>
            </a:rPr>
            <a:t>Compatibility testing</a:t>
          </a:r>
        </a:p>
      </dgm:t>
    </dgm:pt>
    <dgm:pt modelId="{9FC712B3-C711-4F22-B492-6D47D1957DBE}" type="parTrans" cxnId="{6505A69B-473B-47F1-8DB4-7625B36D7B78}">
      <dgm:prSet/>
      <dgm:spPr/>
      <dgm:t>
        <a:bodyPr/>
        <a:lstStyle/>
        <a:p>
          <a:endParaRPr lang="en-US"/>
        </a:p>
      </dgm:t>
    </dgm:pt>
    <dgm:pt modelId="{B23C5967-2CB1-4BB6-9314-900E7F828E11}" type="sibTrans" cxnId="{6505A69B-473B-47F1-8DB4-7625B36D7B78}">
      <dgm:prSet/>
      <dgm:spPr/>
      <dgm:t>
        <a:bodyPr/>
        <a:lstStyle/>
        <a:p>
          <a:endParaRPr lang="en-US"/>
        </a:p>
      </dgm:t>
    </dgm:pt>
    <dgm:pt modelId="{0C86CAA1-B14E-C144-9155-2155924F775D}">
      <dgm:prSet/>
      <dgm:spPr/>
      <dgm:t>
        <a:bodyPr/>
        <a:lstStyle/>
        <a:p>
          <a:r>
            <a:rPr lang="en-US" dirty="0">
              <a:solidFill>
                <a:srgbClr val="20282F"/>
              </a:solidFill>
            </a:rPr>
            <a:t>Systematic cable routing and organization</a:t>
          </a:r>
        </a:p>
      </dgm:t>
    </dgm:pt>
    <dgm:pt modelId="{FA751687-2C91-7B4C-85A6-495EC14C951F}" type="parTrans" cxnId="{F164FB9F-867D-5A43-ADC2-A7C148C92142}">
      <dgm:prSet/>
      <dgm:spPr/>
      <dgm:t>
        <a:bodyPr/>
        <a:lstStyle/>
        <a:p>
          <a:endParaRPr lang="en-US"/>
        </a:p>
      </dgm:t>
    </dgm:pt>
    <dgm:pt modelId="{38EB2A0D-6BFE-5142-A043-255152CB144B}" type="sibTrans" cxnId="{F164FB9F-867D-5A43-ADC2-A7C148C92142}">
      <dgm:prSet/>
      <dgm:spPr/>
      <dgm:t>
        <a:bodyPr/>
        <a:lstStyle/>
        <a:p>
          <a:endParaRPr lang="en-US"/>
        </a:p>
      </dgm:t>
    </dgm:pt>
    <dgm:pt modelId="{2FD70381-C286-0C47-8237-87CF1953A102}" type="pres">
      <dgm:prSet presAssocID="{ED2973BF-35D2-4EFE-AB62-AE664AC1E201}" presName="linear" presStyleCnt="0">
        <dgm:presLayoutVars>
          <dgm:animLvl val="lvl"/>
          <dgm:resizeHandles val="exact"/>
        </dgm:presLayoutVars>
      </dgm:prSet>
      <dgm:spPr/>
    </dgm:pt>
    <dgm:pt modelId="{0289C56B-269F-4248-A190-04F5FBA203C4}" type="pres">
      <dgm:prSet presAssocID="{2CCB8C67-0F9A-48DB-AF24-0E8FE281E464}" presName="parentText" presStyleLbl="node1" presStyleIdx="0" presStyleCnt="2">
        <dgm:presLayoutVars>
          <dgm:chMax val="0"/>
          <dgm:bulletEnabled val="1"/>
        </dgm:presLayoutVars>
      </dgm:prSet>
      <dgm:spPr/>
    </dgm:pt>
    <dgm:pt modelId="{52FFB3FA-8940-274C-8C6E-1DF45336D085}" type="pres">
      <dgm:prSet presAssocID="{2CCB8C67-0F9A-48DB-AF24-0E8FE281E464}" presName="childText" presStyleLbl="revTx" presStyleIdx="0" presStyleCnt="2">
        <dgm:presLayoutVars>
          <dgm:bulletEnabled val="1"/>
        </dgm:presLayoutVars>
      </dgm:prSet>
      <dgm:spPr/>
    </dgm:pt>
    <dgm:pt modelId="{BBC2DA7C-D40B-E748-BF86-4F29296CF9C4}" type="pres">
      <dgm:prSet presAssocID="{2F5AC5A4-B399-4C04-9861-7CC256A9A7ED}" presName="parentText" presStyleLbl="node1" presStyleIdx="1" presStyleCnt="2">
        <dgm:presLayoutVars>
          <dgm:chMax val="0"/>
          <dgm:bulletEnabled val="1"/>
        </dgm:presLayoutVars>
      </dgm:prSet>
      <dgm:spPr/>
    </dgm:pt>
    <dgm:pt modelId="{91D88357-DF19-0149-8BAA-18A491730501}" type="pres">
      <dgm:prSet presAssocID="{2F5AC5A4-B399-4C04-9861-7CC256A9A7ED}" presName="childText" presStyleLbl="revTx" presStyleIdx="1" presStyleCnt="2">
        <dgm:presLayoutVars>
          <dgm:bulletEnabled val="1"/>
        </dgm:presLayoutVars>
      </dgm:prSet>
      <dgm:spPr/>
    </dgm:pt>
  </dgm:ptLst>
  <dgm:cxnLst>
    <dgm:cxn modelId="{1F386909-6AE7-E24C-83F6-FBA16D0B2471}" type="presOf" srcId="{AAAA4D13-3513-49C4-96DA-7FE1E9642392}" destId="{52FFB3FA-8940-274C-8C6E-1DF45336D085}" srcOrd="0" destOrd="2" presId="urn:microsoft.com/office/officeart/2005/8/layout/vList2"/>
    <dgm:cxn modelId="{1AC9450B-6D5C-2244-BC0B-4A4D314B1625}" type="presOf" srcId="{2CCB8C67-0F9A-48DB-AF24-0E8FE281E464}" destId="{0289C56B-269F-4248-A190-04F5FBA203C4}" srcOrd="0" destOrd="0" presId="urn:microsoft.com/office/officeart/2005/8/layout/vList2"/>
    <dgm:cxn modelId="{D1CB160F-A462-4DB4-AC6D-451EEE026580}" srcId="{ED2973BF-35D2-4EFE-AB62-AE664AC1E201}" destId="{2CCB8C67-0F9A-48DB-AF24-0E8FE281E464}" srcOrd="0" destOrd="0" parTransId="{EEE6F45F-9F20-479B-84AA-6B075C508436}" sibTransId="{7658F407-B4D6-4B7F-BABB-CDD5A50EB79A}"/>
    <dgm:cxn modelId="{CC957B18-1655-4F42-BB65-9532B1C80B98}" type="presOf" srcId="{15296637-F99A-4CFD-86AF-BFF7FA08D039}" destId="{52FFB3FA-8940-274C-8C6E-1DF45336D085}" srcOrd="0" destOrd="1" presId="urn:microsoft.com/office/officeart/2005/8/layout/vList2"/>
    <dgm:cxn modelId="{3D8C1C24-ABDD-6242-9AF7-AC1251012274}" type="presOf" srcId="{46880BD3-296E-401B-9BD6-7A577AC78FDA}" destId="{52FFB3FA-8940-274C-8C6E-1DF45336D085}" srcOrd="0" destOrd="0" presId="urn:microsoft.com/office/officeart/2005/8/layout/vList2"/>
    <dgm:cxn modelId="{412A2235-F9D2-44B8-BDB2-B062F25DEA3C}" srcId="{2CCB8C67-0F9A-48DB-AF24-0E8FE281E464}" destId="{15296637-F99A-4CFD-86AF-BFF7FA08D039}" srcOrd="1" destOrd="0" parTransId="{A35665C5-24F8-4A9B-8EF4-D8E35CF69865}" sibTransId="{3387FEDC-E202-4B35-8FCC-8F4A12F15133}"/>
    <dgm:cxn modelId="{F3E9B837-46B6-49B3-ACB6-2874BB5AF275}" srcId="{2F5AC5A4-B399-4C04-9861-7CC256A9A7ED}" destId="{7BDB2F84-09E6-413E-A54D-86B3D31CEFA7}" srcOrd="0" destOrd="0" parTransId="{F216D0A6-6B3D-4710-A640-A12B69D98578}" sibTransId="{FE9131C1-94A6-4B64-BEC9-D982FF141434}"/>
    <dgm:cxn modelId="{99E11E3C-0E00-4F40-86BC-99001D909185}" srcId="{ED2973BF-35D2-4EFE-AB62-AE664AC1E201}" destId="{2F5AC5A4-B399-4C04-9861-7CC256A9A7ED}" srcOrd="1" destOrd="0" parTransId="{1F7688CC-0D58-4B25-B553-611DBF804DDA}" sibTransId="{CFDFF7D9-08CD-436B-B2BD-A0D6D90E37D0}"/>
    <dgm:cxn modelId="{C5532A3E-177E-4CE1-B6CC-874D5E446A6D}" srcId="{2CCB8C67-0F9A-48DB-AF24-0E8FE281E464}" destId="{46880BD3-296E-401B-9BD6-7A577AC78FDA}" srcOrd="0" destOrd="0" parTransId="{774B1D7B-F628-4A47-9262-E3EE73BB0B7A}" sibTransId="{683A9F74-9A25-46B3-9696-622821233A5C}"/>
    <dgm:cxn modelId="{7FE3C268-8726-DC45-839A-8FFE36849435}" type="presOf" srcId="{ED2973BF-35D2-4EFE-AB62-AE664AC1E201}" destId="{2FD70381-C286-0C47-8237-87CF1953A102}" srcOrd="0" destOrd="0" presId="urn:microsoft.com/office/officeart/2005/8/layout/vList2"/>
    <dgm:cxn modelId="{0932294A-4E27-41AD-9320-9F8046EF5BAE}" srcId="{2CCB8C67-0F9A-48DB-AF24-0E8FE281E464}" destId="{CA4CDB0E-B7BF-4748-8A91-54DC3D14FF92}" srcOrd="3" destOrd="0" parTransId="{13E9659F-8F73-4344-8896-3B338E29999A}" sibTransId="{BFD0DA1E-8113-4593-9F73-53BAF8BDD9EE}"/>
    <dgm:cxn modelId="{8A2EAF7F-BEAD-6E47-8CE4-18E4412553E1}" type="presOf" srcId="{F2D51869-8381-447E-A01E-0F221CF6CE48}" destId="{91D88357-DF19-0149-8BAA-18A491730501}" srcOrd="0" destOrd="3" presId="urn:microsoft.com/office/officeart/2005/8/layout/vList2"/>
    <dgm:cxn modelId="{284E8A9A-1D4B-824E-A09B-5148771329E2}" type="presOf" srcId="{7BDB2F84-09E6-413E-A54D-86B3D31CEFA7}" destId="{91D88357-DF19-0149-8BAA-18A491730501}" srcOrd="0" destOrd="0" presId="urn:microsoft.com/office/officeart/2005/8/layout/vList2"/>
    <dgm:cxn modelId="{6505A69B-473B-47F1-8DB4-7625B36D7B78}" srcId="{2F5AC5A4-B399-4C04-9861-7CC256A9A7ED}" destId="{F2D51869-8381-447E-A01E-0F221CF6CE48}" srcOrd="3" destOrd="0" parTransId="{9FC712B3-C711-4F22-B492-6D47D1957DBE}" sibTransId="{B23C5967-2CB1-4BB6-9314-900E7F828E11}"/>
    <dgm:cxn modelId="{F164FB9F-867D-5A43-ADC2-A7C148C92142}" srcId="{2F5AC5A4-B399-4C04-9861-7CC256A9A7ED}" destId="{0C86CAA1-B14E-C144-9155-2155924F775D}" srcOrd="1" destOrd="0" parTransId="{FA751687-2C91-7B4C-85A6-495EC14C951F}" sibTransId="{38EB2A0D-6BFE-5142-A043-255152CB144B}"/>
    <dgm:cxn modelId="{F8FF4AAB-C3A9-B04E-B9AA-5016B0CA4193}" type="presOf" srcId="{CA4CDB0E-B7BF-4748-8A91-54DC3D14FF92}" destId="{52FFB3FA-8940-274C-8C6E-1DF45336D085}" srcOrd="0" destOrd="3" presId="urn:microsoft.com/office/officeart/2005/8/layout/vList2"/>
    <dgm:cxn modelId="{203918AC-6D67-4937-8165-67A48FB41E35}" srcId="{2F5AC5A4-B399-4C04-9861-7CC256A9A7ED}" destId="{578E2113-5576-4181-8848-0A279C530031}" srcOrd="2" destOrd="0" parTransId="{A998B447-AA9E-4C97-8E82-548FB5F9B939}" sibTransId="{E986D05E-932D-43E3-841C-F9E072766C5F}"/>
    <dgm:cxn modelId="{091F98C1-7ABC-3E4F-989F-14FCA08B2A4B}" type="presOf" srcId="{578E2113-5576-4181-8848-0A279C530031}" destId="{91D88357-DF19-0149-8BAA-18A491730501}" srcOrd="0" destOrd="2" presId="urn:microsoft.com/office/officeart/2005/8/layout/vList2"/>
    <dgm:cxn modelId="{08C812C3-8460-49E7-AA4A-BC25066C3877}" srcId="{2CCB8C67-0F9A-48DB-AF24-0E8FE281E464}" destId="{AAAA4D13-3513-49C4-96DA-7FE1E9642392}" srcOrd="2" destOrd="0" parTransId="{DCE60734-F94D-4F6D-B4AE-BB41742847BB}" sibTransId="{0A214301-8F8A-4908-BC77-817D747E5F4C}"/>
    <dgm:cxn modelId="{DD3144E6-8163-334B-8C60-2155E3C952E9}" type="presOf" srcId="{0C86CAA1-B14E-C144-9155-2155924F775D}" destId="{91D88357-DF19-0149-8BAA-18A491730501}" srcOrd="0" destOrd="1" presId="urn:microsoft.com/office/officeart/2005/8/layout/vList2"/>
    <dgm:cxn modelId="{BC8B55E8-1989-0544-9082-CFAEB56497A1}" type="presOf" srcId="{2F5AC5A4-B399-4C04-9861-7CC256A9A7ED}" destId="{BBC2DA7C-D40B-E748-BF86-4F29296CF9C4}" srcOrd="0" destOrd="0" presId="urn:microsoft.com/office/officeart/2005/8/layout/vList2"/>
    <dgm:cxn modelId="{E7B8AD51-6BB1-834C-9780-28A9D010A757}" type="presParOf" srcId="{2FD70381-C286-0C47-8237-87CF1953A102}" destId="{0289C56B-269F-4248-A190-04F5FBA203C4}" srcOrd="0" destOrd="0" presId="urn:microsoft.com/office/officeart/2005/8/layout/vList2"/>
    <dgm:cxn modelId="{8E1765B9-55A2-CE4A-B544-0C930B616846}" type="presParOf" srcId="{2FD70381-C286-0C47-8237-87CF1953A102}" destId="{52FFB3FA-8940-274C-8C6E-1DF45336D085}" srcOrd="1" destOrd="0" presId="urn:microsoft.com/office/officeart/2005/8/layout/vList2"/>
    <dgm:cxn modelId="{2F55C7EF-03A9-8445-ACCF-32342AB4FF43}" type="presParOf" srcId="{2FD70381-C286-0C47-8237-87CF1953A102}" destId="{BBC2DA7C-D40B-E748-BF86-4F29296CF9C4}" srcOrd="2" destOrd="0" presId="urn:microsoft.com/office/officeart/2005/8/layout/vList2"/>
    <dgm:cxn modelId="{EE5ECF4E-556A-A946-AD0D-11AF50EBB49C}" type="presParOf" srcId="{2FD70381-C286-0C47-8237-87CF1953A102}" destId="{91D88357-DF19-0149-8BAA-18A49173050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D2973BF-35D2-4EFE-AB62-AE664AC1E20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A086A74-36AD-4603-A017-B3D524DEE87C}">
      <dgm:prSet/>
      <dgm:spPr>
        <a:solidFill>
          <a:srgbClr val="004F71"/>
        </a:solidFill>
      </dgm:spPr>
      <dgm:t>
        <a:bodyPr/>
        <a:lstStyle/>
        <a:p>
          <a:r>
            <a:rPr lang="en-US" b="1" i="0" dirty="0">
              <a:latin typeface="+mn-lt"/>
            </a:rPr>
            <a:t>Near End Crosstalk (NEXT)</a:t>
          </a:r>
        </a:p>
      </dgm:t>
    </dgm:pt>
    <dgm:pt modelId="{8D8412FB-D33E-4A1D-8A2F-1A769E2583D5}" type="parTrans" cxnId="{9C11A941-A473-48D4-92B9-55C41CA680A4}">
      <dgm:prSet/>
      <dgm:spPr/>
      <dgm:t>
        <a:bodyPr/>
        <a:lstStyle/>
        <a:p>
          <a:endParaRPr lang="en-US">
            <a:latin typeface="+mn-lt"/>
          </a:endParaRPr>
        </a:p>
      </dgm:t>
    </dgm:pt>
    <dgm:pt modelId="{9F4A479B-C966-44E0-9F8B-737FAF73DEED}" type="sibTrans" cxnId="{9C11A941-A473-48D4-92B9-55C41CA680A4}">
      <dgm:prSet/>
      <dgm:spPr/>
      <dgm:t>
        <a:bodyPr/>
        <a:lstStyle/>
        <a:p>
          <a:endParaRPr lang="en-US">
            <a:latin typeface="+mn-lt"/>
          </a:endParaRPr>
        </a:p>
      </dgm:t>
    </dgm:pt>
    <dgm:pt modelId="{FE5FD03D-EC16-40FC-9F7B-79E5BBD34108}">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Crosstalk at transmitter</a:t>
          </a:r>
        </a:p>
      </dgm:t>
    </dgm:pt>
    <dgm:pt modelId="{CBA86162-F761-4C41-98E8-13FBAD51CC20}" type="parTrans" cxnId="{02F1252A-3E77-4F2D-A3CF-AF124E9BEAE9}">
      <dgm:prSet/>
      <dgm:spPr/>
      <dgm:t>
        <a:bodyPr/>
        <a:lstStyle/>
        <a:p>
          <a:endParaRPr lang="en-US">
            <a:latin typeface="+mn-lt"/>
          </a:endParaRPr>
        </a:p>
      </dgm:t>
    </dgm:pt>
    <dgm:pt modelId="{CFB44108-3044-43DD-A8D7-D9391E142F59}" type="sibTrans" cxnId="{02F1252A-3E77-4F2D-A3CF-AF124E9BEAE9}">
      <dgm:prSet/>
      <dgm:spPr/>
      <dgm:t>
        <a:bodyPr/>
        <a:lstStyle/>
        <a:p>
          <a:endParaRPr lang="en-US">
            <a:latin typeface="+mn-lt"/>
          </a:endParaRPr>
        </a:p>
      </dgm:t>
    </dgm:pt>
    <dgm:pt modelId="{F1DA9C7C-7837-4AD9-A2B0-B5E750577984}">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Caused by untwisting, faulty shields</a:t>
          </a:r>
        </a:p>
      </dgm:t>
    </dgm:pt>
    <dgm:pt modelId="{8962C409-1706-49A8-A10B-FCD9EB4E68B9}" type="parTrans" cxnId="{BB23307B-D59B-4AC8-B867-DFCAC4B3DFBB}">
      <dgm:prSet/>
      <dgm:spPr/>
      <dgm:t>
        <a:bodyPr/>
        <a:lstStyle/>
        <a:p>
          <a:endParaRPr lang="en-US">
            <a:latin typeface="+mn-lt"/>
          </a:endParaRPr>
        </a:p>
      </dgm:t>
    </dgm:pt>
    <dgm:pt modelId="{37A90667-B46C-46D9-B9CF-DFDBB6458590}" type="sibTrans" cxnId="{BB23307B-D59B-4AC8-B867-DFCAC4B3DFBB}">
      <dgm:prSet/>
      <dgm:spPr/>
      <dgm:t>
        <a:bodyPr/>
        <a:lstStyle/>
        <a:p>
          <a:endParaRPr lang="en-US">
            <a:latin typeface="+mn-lt"/>
          </a:endParaRPr>
        </a:p>
      </dgm:t>
    </dgm:pt>
    <dgm:pt modelId="{D2A3F2DD-D405-4728-92DC-868096549039}">
      <dgm:prSet/>
      <dgm:spPr>
        <a:solidFill>
          <a:srgbClr val="004F71"/>
        </a:solidFill>
      </dgm:spPr>
      <dgm:t>
        <a:bodyPr/>
        <a:lstStyle/>
        <a:p>
          <a:r>
            <a:rPr lang="en-US" b="1" i="0" dirty="0">
              <a:latin typeface="+mn-lt"/>
            </a:rPr>
            <a:t>Attenuation to Crosstalk Radio, Near End (ACRN)</a:t>
          </a:r>
        </a:p>
      </dgm:t>
    </dgm:pt>
    <dgm:pt modelId="{9871C5AE-DE81-4967-B043-28DC6B9FA345}" type="parTrans" cxnId="{2245BA9A-9453-4E39-9336-F4D33F90E623}">
      <dgm:prSet/>
      <dgm:spPr/>
      <dgm:t>
        <a:bodyPr/>
        <a:lstStyle/>
        <a:p>
          <a:endParaRPr lang="en-US">
            <a:latin typeface="+mn-lt"/>
          </a:endParaRPr>
        </a:p>
      </dgm:t>
    </dgm:pt>
    <dgm:pt modelId="{9E3ED99A-98C6-4DE4-A894-5020D989919E}" type="sibTrans" cxnId="{2245BA9A-9453-4E39-9336-F4D33F90E623}">
      <dgm:prSet/>
      <dgm:spPr/>
      <dgm:t>
        <a:bodyPr/>
        <a:lstStyle/>
        <a:p>
          <a:endParaRPr lang="en-US">
            <a:latin typeface="+mn-lt"/>
          </a:endParaRPr>
        </a:p>
      </dgm:t>
    </dgm:pt>
    <dgm:pt modelId="{00DC0557-5CE4-414C-9418-B220E5899E86}">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Insertion loss vs. NEXT</a:t>
          </a:r>
        </a:p>
      </dgm:t>
    </dgm:pt>
    <dgm:pt modelId="{E32A9047-3D31-4E40-8E37-583879B0A7A6}" type="parTrans" cxnId="{302D347A-83D5-4CBD-9F5D-C7B9ACB6EC02}">
      <dgm:prSet/>
      <dgm:spPr/>
      <dgm:t>
        <a:bodyPr/>
        <a:lstStyle/>
        <a:p>
          <a:endParaRPr lang="en-US">
            <a:latin typeface="+mn-lt"/>
          </a:endParaRPr>
        </a:p>
      </dgm:t>
    </dgm:pt>
    <dgm:pt modelId="{5A6650E2-2302-464D-AF18-C04CAA02F339}" type="sibTrans" cxnId="{302D347A-83D5-4CBD-9F5D-C7B9ACB6EC02}">
      <dgm:prSet/>
      <dgm:spPr/>
      <dgm:t>
        <a:bodyPr/>
        <a:lstStyle/>
        <a:p>
          <a:endParaRPr lang="en-US">
            <a:latin typeface="+mn-lt"/>
          </a:endParaRPr>
        </a:p>
      </dgm:t>
    </dgm:pt>
    <dgm:pt modelId="{AAF0B2B9-560A-4C09-A8A6-4FB4B3945745}">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High value: strong signal</a:t>
          </a:r>
        </a:p>
      </dgm:t>
    </dgm:pt>
    <dgm:pt modelId="{6C0BC510-B12E-4B91-A66B-E2B609F59D44}" type="parTrans" cxnId="{D4953CC9-7A35-479A-B98E-7C7FAA74E2F1}">
      <dgm:prSet/>
      <dgm:spPr/>
      <dgm:t>
        <a:bodyPr/>
        <a:lstStyle/>
        <a:p>
          <a:endParaRPr lang="en-US">
            <a:latin typeface="+mn-lt"/>
          </a:endParaRPr>
        </a:p>
      </dgm:t>
    </dgm:pt>
    <dgm:pt modelId="{867FDDA4-BC68-4C5F-9FDC-BDCA294F46CB}" type="sibTrans" cxnId="{D4953CC9-7A35-479A-B98E-7C7FAA74E2F1}">
      <dgm:prSet/>
      <dgm:spPr/>
      <dgm:t>
        <a:bodyPr/>
        <a:lstStyle/>
        <a:p>
          <a:endParaRPr lang="en-US">
            <a:latin typeface="+mn-lt"/>
          </a:endParaRPr>
        </a:p>
      </dgm:t>
    </dgm:pt>
    <dgm:pt modelId="{B910869E-F710-49DA-9BB9-59B44042748D}">
      <dgm:prSet/>
      <dgm:spPr>
        <a:solidFill>
          <a:srgbClr val="004F71"/>
        </a:solidFill>
      </dgm:spPr>
      <dgm:t>
        <a:bodyPr/>
        <a:lstStyle/>
        <a:p>
          <a:r>
            <a:rPr lang="en-US" b="1" i="0" dirty="0">
              <a:latin typeface="+mn-lt"/>
            </a:rPr>
            <a:t>Attenuation to Crosstalk Radio, Far End (ACRF)</a:t>
          </a:r>
        </a:p>
      </dgm:t>
    </dgm:pt>
    <dgm:pt modelId="{FF462363-34FA-4921-8932-5229A71FC041}" type="parTrans" cxnId="{FC0732D4-3E55-41D7-B55C-B90F96A28570}">
      <dgm:prSet/>
      <dgm:spPr/>
      <dgm:t>
        <a:bodyPr/>
        <a:lstStyle/>
        <a:p>
          <a:endParaRPr lang="en-US">
            <a:latin typeface="+mn-lt"/>
          </a:endParaRPr>
        </a:p>
      </dgm:t>
    </dgm:pt>
    <dgm:pt modelId="{32B57319-02BF-42E5-9B34-F82690F89F20}" type="sibTrans" cxnId="{FC0732D4-3E55-41D7-B55C-B90F96A28570}">
      <dgm:prSet/>
      <dgm:spPr/>
      <dgm:t>
        <a:bodyPr/>
        <a:lstStyle/>
        <a:p>
          <a:endParaRPr lang="en-US">
            <a:latin typeface="+mn-lt"/>
          </a:endParaRPr>
        </a:p>
      </dgm:t>
    </dgm:pt>
    <dgm:pt modelId="{A32B49B7-40C2-42E1-8180-5EFF98866FCE}">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FEXT at recipient end</a:t>
          </a:r>
        </a:p>
      </dgm:t>
    </dgm:pt>
    <dgm:pt modelId="{D5A9CAB4-4114-4DE7-AB81-0BEF5DF0A6AB}" type="parTrans" cxnId="{AEE2194C-4449-4AB1-A2C5-539E324CDA92}">
      <dgm:prSet/>
      <dgm:spPr/>
      <dgm:t>
        <a:bodyPr/>
        <a:lstStyle/>
        <a:p>
          <a:endParaRPr lang="en-US">
            <a:latin typeface="+mn-lt"/>
          </a:endParaRPr>
        </a:p>
      </dgm:t>
    </dgm:pt>
    <dgm:pt modelId="{A6DFAC86-C4CD-4CDC-8FFD-5EDFC5CF6123}" type="sibTrans" cxnId="{AEE2194C-4449-4AB1-A2C5-539E324CDA92}">
      <dgm:prSet/>
      <dgm:spPr/>
      <dgm:t>
        <a:bodyPr/>
        <a:lstStyle/>
        <a:p>
          <a:endParaRPr lang="en-US">
            <a:latin typeface="+mn-lt"/>
          </a:endParaRPr>
        </a:p>
      </dgm:t>
    </dgm:pt>
    <dgm:pt modelId="{B807C947-FD9B-44CA-93EA-5711256B4C75}">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Independent of link length</a:t>
          </a:r>
        </a:p>
      </dgm:t>
    </dgm:pt>
    <dgm:pt modelId="{149FAA88-85E5-400C-9CD6-9AD0F5416FB3}" type="parTrans" cxnId="{DB2CA8A6-FCFF-40BE-A1A9-6776276B6B01}">
      <dgm:prSet/>
      <dgm:spPr/>
      <dgm:t>
        <a:bodyPr/>
        <a:lstStyle/>
        <a:p>
          <a:endParaRPr lang="en-US">
            <a:latin typeface="+mn-lt"/>
          </a:endParaRPr>
        </a:p>
      </dgm:t>
    </dgm:pt>
    <dgm:pt modelId="{6EAE014C-07CE-4E3F-885E-CACDF5335ED9}" type="sibTrans" cxnId="{DB2CA8A6-FCFF-40BE-A1A9-6776276B6B01}">
      <dgm:prSet/>
      <dgm:spPr/>
      <dgm:t>
        <a:bodyPr/>
        <a:lstStyle/>
        <a:p>
          <a:endParaRPr lang="en-US">
            <a:latin typeface="+mn-lt"/>
          </a:endParaRPr>
        </a:p>
      </dgm:t>
    </dgm:pt>
    <dgm:pt modelId="{F27E2B28-7A54-4791-AD3B-74069C428EEB}">
      <dgm:prSet/>
      <dgm:spPr>
        <a:solidFill>
          <a:srgbClr val="004F71"/>
        </a:solidFill>
      </dgm:spPr>
      <dgm:t>
        <a:bodyPr/>
        <a:lstStyle/>
        <a:p>
          <a:r>
            <a:rPr lang="en-US" b="1" i="0" dirty="0">
              <a:latin typeface="+mn-lt"/>
            </a:rPr>
            <a:t>Power Sum</a:t>
          </a:r>
        </a:p>
      </dgm:t>
    </dgm:pt>
    <dgm:pt modelId="{1FDD64B3-00CD-4FE1-A35A-EA8CEC391C07}" type="parTrans" cxnId="{B2BB51E9-AE4D-4D34-AF73-0337F3665BB5}">
      <dgm:prSet/>
      <dgm:spPr/>
      <dgm:t>
        <a:bodyPr/>
        <a:lstStyle/>
        <a:p>
          <a:endParaRPr lang="en-US">
            <a:latin typeface="+mn-lt"/>
          </a:endParaRPr>
        </a:p>
      </dgm:t>
    </dgm:pt>
    <dgm:pt modelId="{8FB4AD96-0A5B-406B-8C9F-C6CECB8F1ED8}" type="sibTrans" cxnId="{B2BB51E9-AE4D-4D34-AF73-0337F3665BB5}">
      <dgm:prSet/>
      <dgm:spPr/>
      <dgm:t>
        <a:bodyPr/>
        <a:lstStyle/>
        <a:p>
          <a:endParaRPr lang="en-US">
            <a:latin typeface="+mn-lt"/>
          </a:endParaRPr>
        </a:p>
      </dgm:t>
    </dgm:pt>
    <dgm:pt modelId="{AEF1D090-EED5-4E1B-AE30-CCCD035A9952}">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Ensures cable suitability</a:t>
          </a:r>
        </a:p>
      </dgm:t>
    </dgm:pt>
    <dgm:pt modelId="{0E4EDB4A-F25B-450A-833F-EAD92B52378E}" type="parTrans" cxnId="{769D973A-7850-48F2-ABE3-F5BA7A29D028}">
      <dgm:prSet/>
      <dgm:spPr/>
      <dgm:t>
        <a:bodyPr/>
        <a:lstStyle/>
        <a:p>
          <a:endParaRPr lang="en-US">
            <a:latin typeface="+mn-lt"/>
          </a:endParaRPr>
        </a:p>
      </dgm:t>
    </dgm:pt>
    <dgm:pt modelId="{7BEBD018-18DC-457E-ADC5-5F7B16DD8978}" type="sibTrans" cxnId="{769D973A-7850-48F2-ABE3-F5BA7A29D028}">
      <dgm:prSet/>
      <dgm:spPr/>
      <dgm:t>
        <a:bodyPr/>
        <a:lstStyle/>
        <a:p>
          <a:endParaRPr lang="en-US">
            <a:latin typeface="+mn-lt"/>
          </a:endParaRPr>
        </a:p>
      </dgm:t>
    </dgm:pt>
    <dgm:pt modelId="{BD302789-32A5-4A9D-8570-03CA7738E3D9}">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Interference from nearby cables</a:t>
          </a:r>
        </a:p>
      </dgm:t>
    </dgm:pt>
    <dgm:pt modelId="{4F0301F9-98A0-4563-8EF7-52981FAC5325}" type="parTrans" cxnId="{8F97CCD4-B148-4E62-9775-042F1996A3BD}">
      <dgm:prSet/>
      <dgm:spPr/>
      <dgm:t>
        <a:bodyPr/>
        <a:lstStyle/>
        <a:p>
          <a:endParaRPr lang="en-US">
            <a:latin typeface="+mn-lt"/>
          </a:endParaRPr>
        </a:p>
      </dgm:t>
    </dgm:pt>
    <dgm:pt modelId="{2D352694-DEB5-45AB-AFA2-089544A04001}" type="sibTrans" cxnId="{8F97CCD4-B148-4E62-9775-042F1996A3BD}">
      <dgm:prSet/>
      <dgm:spPr/>
      <dgm:t>
        <a:bodyPr/>
        <a:lstStyle/>
        <a:p>
          <a:endParaRPr lang="en-US">
            <a:latin typeface="+mn-lt"/>
          </a:endParaRPr>
        </a:p>
      </dgm:t>
    </dgm:pt>
    <dgm:pt modelId="{A7A69A55-B27C-4F87-AB47-AC1DCF19DB23}">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Due to tight bundling, bad termination</a:t>
          </a:r>
        </a:p>
      </dgm:t>
    </dgm:pt>
    <dgm:pt modelId="{5B138E2D-97E9-4586-BF2B-2EBEDF1B25A1}" type="parTrans" cxnId="{2D93CB06-8DDE-4F10-B13B-8917F231D573}">
      <dgm:prSet/>
      <dgm:spPr/>
      <dgm:t>
        <a:bodyPr/>
        <a:lstStyle/>
        <a:p>
          <a:endParaRPr lang="en-US">
            <a:latin typeface="+mn-lt"/>
          </a:endParaRPr>
        </a:p>
      </dgm:t>
    </dgm:pt>
    <dgm:pt modelId="{82712280-12F3-49AC-80E9-7614F941E29E}" type="sibTrans" cxnId="{2D93CB06-8DDE-4F10-B13B-8917F231D573}">
      <dgm:prSet/>
      <dgm:spPr/>
      <dgm:t>
        <a:bodyPr/>
        <a:lstStyle/>
        <a:p>
          <a:endParaRPr lang="en-US">
            <a:latin typeface="+mn-lt"/>
          </a:endParaRPr>
        </a:p>
      </dgm:t>
    </dgm:pt>
    <dgm:pt modelId="{4826A6F4-0EC2-4A9B-B3F9-D590B232790F}">
      <dgm:prSet custT="1"/>
      <dgm:spPr>
        <a:solidFill>
          <a:schemeClr val="bg1">
            <a:lumMod val="95000"/>
            <a:alpha val="90000"/>
          </a:schemeClr>
        </a:solidFill>
        <a:ln w="9525">
          <a:solidFill>
            <a:schemeClr val="bg1">
              <a:lumMod val="85000"/>
              <a:alpha val="90000"/>
            </a:schemeClr>
          </a:solidFill>
        </a:ln>
      </dgm:spPr>
      <dgm: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For Gigabit/10 GbE Ethernet</a:t>
          </a:r>
        </a:p>
      </dgm:t>
    </dgm:pt>
    <dgm:pt modelId="{D990410D-0B16-409F-AF2B-AA8D3D023E0B}" type="parTrans" cxnId="{03480C1C-D5C1-4253-9989-50521C0B78C8}">
      <dgm:prSet/>
      <dgm:spPr/>
      <dgm:t>
        <a:bodyPr/>
        <a:lstStyle/>
        <a:p>
          <a:endParaRPr lang="en-US">
            <a:latin typeface="+mn-lt"/>
          </a:endParaRPr>
        </a:p>
      </dgm:t>
    </dgm:pt>
    <dgm:pt modelId="{F57DB96D-588E-48DF-BDE8-463EEF5A8CE0}" type="sibTrans" cxnId="{03480C1C-D5C1-4253-9989-50521C0B78C8}">
      <dgm:prSet/>
      <dgm:spPr/>
      <dgm:t>
        <a:bodyPr/>
        <a:lstStyle/>
        <a:p>
          <a:endParaRPr lang="en-US">
            <a:latin typeface="+mn-lt"/>
          </a:endParaRPr>
        </a:p>
      </dgm:t>
    </dgm:pt>
    <dgm:pt modelId="{771BEA85-4691-4B31-8224-395ECBE5E90A}">
      <dgm:prSet/>
      <dgm:spPr>
        <a:solidFill>
          <a:srgbClr val="004F71"/>
        </a:solidFill>
      </dgm:spPr>
      <dgm:t>
        <a:bodyPr/>
        <a:lstStyle/>
        <a:p>
          <a:pPr>
            <a:buFont typeface="Arial" panose="020B0604020202020204" pitchFamily="34" charset="0"/>
            <a:buChar char="•"/>
          </a:pPr>
          <a:r>
            <a:rPr lang="en-US" b="1" i="0" dirty="0">
              <a:latin typeface="+mn-lt"/>
            </a:rPr>
            <a:t>Alien Crosstalk</a:t>
          </a:r>
        </a:p>
      </dgm:t>
    </dgm:pt>
    <dgm:pt modelId="{69A64614-20D2-4A12-B05D-95E664AA286D}" type="parTrans" cxnId="{729C0369-AD3A-4C53-B11C-42E0984477DC}">
      <dgm:prSet/>
      <dgm:spPr/>
      <dgm:t>
        <a:bodyPr/>
        <a:lstStyle/>
        <a:p>
          <a:endParaRPr lang="en-US">
            <a:latin typeface="+mn-lt"/>
          </a:endParaRPr>
        </a:p>
      </dgm:t>
    </dgm:pt>
    <dgm:pt modelId="{A7B0BC3D-1CBC-4D1B-AFFC-25684D36312B}" type="sibTrans" cxnId="{729C0369-AD3A-4C53-B11C-42E0984477DC}">
      <dgm:prSet/>
      <dgm:spPr/>
      <dgm:t>
        <a:bodyPr/>
        <a:lstStyle/>
        <a:p>
          <a:endParaRPr lang="en-US">
            <a:latin typeface="+mn-lt"/>
          </a:endParaRPr>
        </a:p>
      </dgm:t>
    </dgm:pt>
    <dgm:pt modelId="{38D62F9B-AB7A-AC49-BC10-8AC304C0ECDA}" type="pres">
      <dgm:prSet presAssocID="{ED2973BF-35D2-4EFE-AB62-AE664AC1E201}" presName="Name0" presStyleCnt="0">
        <dgm:presLayoutVars>
          <dgm:dir/>
          <dgm:animLvl val="lvl"/>
          <dgm:resizeHandles val="exact"/>
        </dgm:presLayoutVars>
      </dgm:prSet>
      <dgm:spPr/>
    </dgm:pt>
    <dgm:pt modelId="{04CF205C-3604-1F4E-BEE1-011CCF259E26}" type="pres">
      <dgm:prSet presAssocID="{EA086A74-36AD-4603-A017-B3D524DEE87C}" presName="composite" presStyleCnt="0"/>
      <dgm:spPr/>
    </dgm:pt>
    <dgm:pt modelId="{CD7EB556-69BB-8741-BFA4-4D4497AA7AA1}" type="pres">
      <dgm:prSet presAssocID="{EA086A74-36AD-4603-A017-B3D524DEE87C}" presName="parTx" presStyleLbl="alignNode1" presStyleIdx="0" presStyleCnt="5">
        <dgm:presLayoutVars>
          <dgm:chMax val="0"/>
          <dgm:chPref val="0"/>
          <dgm:bulletEnabled val="1"/>
        </dgm:presLayoutVars>
      </dgm:prSet>
      <dgm:spPr/>
    </dgm:pt>
    <dgm:pt modelId="{D628A13A-A99D-CF4E-B694-7DDBF2A806A8}" type="pres">
      <dgm:prSet presAssocID="{EA086A74-36AD-4603-A017-B3D524DEE87C}" presName="desTx" presStyleLbl="alignAccFollowNode1" presStyleIdx="0" presStyleCnt="5">
        <dgm:presLayoutVars>
          <dgm:bulletEnabled val="1"/>
        </dgm:presLayoutVars>
      </dgm:prSet>
      <dgm:spPr/>
    </dgm:pt>
    <dgm:pt modelId="{FEA47F9E-6C30-BA49-A240-8D99EA5E548E}" type="pres">
      <dgm:prSet presAssocID="{9F4A479B-C966-44E0-9F8B-737FAF73DEED}" presName="space" presStyleCnt="0"/>
      <dgm:spPr/>
    </dgm:pt>
    <dgm:pt modelId="{0E2C964A-22B1-BA44-83CD-E86AA61AE004}" type="pres">
      <dgm:prSet presAssocID="{D2A3F2DD-D405-4728-92DC-868096549039}" presName="composite" presStyleCnt="0"/>
      <dgm:spPr/>
    </dgm:pt>
    <dgm:pt modelId="{1FB6A459-1B6C-BB45-8E11-7869E4AE38C9}" type="pres">
      <dgm:prSet presAssocID="{D2A3F2DD-D405-4728-92DC-868096549039}" presName="parTx" presStyleLbl="alignNode1" presStyleIdx="1" presStyleCnt="5">
        <dgm:presLayoutVars>
          <dgm:chMax val="0"/>
          <dgm:chPref val="0"/>
          <dgm:bulletEnabled val="1"/>
        </dgm:presLayoutVars>
      </dgm:prSet>
      <dgm:spPr/>
    </dgm:pt>
    <dgm:pt modelId="{4015D6F7-F60F-3146-AF93-85A23630A181}" type="pres">
      <dgm:prSet presAssocID="{D2A3F2DD-D405-4728-92DC-868096549039}" presName="desTx" presStyleLbl="alignAccFollowNode1" presStyleIdx="1" presStyleCnt="5">
        <dgm:presLayoutVars>
          <dgm:bulletEnabled val="1"/>
        </dgm:presLayoutVars>
      </dgm:prSet>
      <dgm:spPr/>
    </dgm:pt>
    <dgm:pt modelId="{6FE020E4-FDD1-8445-9F88-BB3D18AEC28B}" type="pres">
      <dgm:prSet presAssocID="{9E3ED99A-98C6-4DE4-A894-5020D989919E}" presName="space" presStyleCnt="0"/>
      <dgm:spPr/>
    </dgm:pt>
    <dgm:pt modelId="{C66E102A-48AE-5644-80C9-B7FEBB5EB713}" type="pres">
      <dgm:prSet presAssocID="{B910869E-F710-49DA-9BB9-59B44042748D}" presName="composite" presStyleCnt="0"/>
      <dgm:spPr/>
    </dgm:pt>
    <dgm:pt modelId="{7878C98E-876D-2B49-9150-BE3EBB7D3CB7}" type="pres">
      <dgm:prSet presAssocID="{B910869E-F710-49DA-9BB9-59B44042748D}" presName="parTx" presStyleLbl="alignNode1" presStyleIdx="2" presStyleCnt="5">
        <dgm:presLayoutVars>
          <dgm:chMax val="0"/>
          <dgm:chPref val="0"/>
          <dgm:bulletEnabled val="1"/>
        </dgm:presLayoutVars>
      </dgm:prSet>
      <dgm:spPr/>
    </dgm:pt>
    <dgm:pt modelId="{222B2745-EC0B-8544-86C5-F77848CA5CF0}" type="pres">
      <dgm:prSet presAssocID="{B910869E-F710-49DA-9BB9-59B44042748D}" presName="desTx" presStyleLbl="alignAccFollowNode1" presStyleIdx="2" presStyleCnt="5">
        <dgm:presLayoutVars>
          <dgm:bulletEnabled val="1"/>
        </dgm:presLayoutVars>
      </dgm:prSet>
      <dgm:spPr/>
    </dgm:pt>
    <dgm:pt modelId="{3C1EC7F2-5F77-E240-8D8C-BB2F5EA19BAF}" type="pres">
      <dgm:prSet presAssocID="{32B57319-02BF-42E5-9B34-F82690F89F20}" presName="space" presStyleCnt="0"/>
      <dgm:spPr/>
    </dgm:pt>
    <dgm:pt modelId="{D128F317-4EAB-3542-9729-81F2E4F96DE8}" type="pres">
      <dgm:prSet presAssocID="{F27E2B28-7A54-4791-AD3B-74069C428EEB}" presName="composite" presStyleCnt="0"/>
      <dgm:spPr/>
    </dgm:pt>
    <dgm:pt modelId="{D9F882B2-C4F4-EE40-9323-4F35BDDFBAE2}" type="pres">
      <dgm:prSet presAssocID="{F27E2B28-7A54-4791-AD3B-74069C428EEB}" presName="parTx" presStyleLbl="alignNode1" presStyleIdx="3" presStyleCnt="5">
        <dgm:presLayoutVars>
          <dgm:chMax val="0"/>
          <dgm:chPref val="0"/>
          <dgm:bulletEnabled val="1"/>
        </dgm:presLayoutVars>
      </dgm:prSet>
      <dgm:spPr/>
    </dgm:pt>
    <dgm:pt modelId="{A74DDD88-691A-BE4A-8B6D-45F6E82CDC35}" type="pres">
      <dgm:prSet presAssocID="{F27E2B28-7A54-4791-AD3B-74069C428EEB}" presName="desTx" presStyleLbl="alignAccFollowNode1" presStyleIdx="3" presStyleCnt="5">
        <dgm:presLayoutVars>
          <dgm:bulletEnabled val="1"/>
        </dgm:presLayoutVars>
      </dgm:prSet>
      <dgm:spPr/>
    </dgm:pt>
    <dgm:pt modelId="{4056ED30-C8D8-1A4F-8F0C-2882A5C3144A}" type="pres">
      <dgm:prSet presAssocID="{8FB4AD96-0A5B-406B-8C9F-C6CECB8F1ED8}" presName="space" presStyleCnt="0"/>
      <dgm:spPr/>
    </dgm:pt>
    <dgm:pt modelId="{8D145051-B6C9-6047-8693-9B3C98DDF0D1}" type="pres">
      <dgm:prSet presAssocID="{771BEA85-4691-4B31-8224-395ECBE5E90A}" presName="composite" presStyleCnt="0"/>
      <dgm:spPr/>
    </dgm:pt>
    <dgm:pt modelId="{41964CEB-408F-8B4E-A68A-71CD5D0D3AB9}" type="pres">
      <dgm:prSet presAssocID="{771BEA85-4691-4B31-8224-395ECBE5E90A}" presName="parTx" presStyleLbl="alignNode1" presStyleIdx="4" presStyleCnt="5">
        <dgm:presLayoutVars>
          <dgm:chMax val="0"/>
          <dgm:chPref val="0"/>
          <dgm:bulletEnabled val="1"/>
        </dgm:presLayoutVars>
      </dgm:prSet>
      <dgm:spPr/>
    </dgm:pt>
    <dgm:pt modelId="{788FAF41-F7EB-B14B-A7DF-C1F8BC3E8E36}" type="pres">
      <dgm:prSet presAssocID="{771BEA85-4691-4B31-8224-395ECBE5E90A}" presName="desTx" presStyleLbl="alignAccFollowNode1" presStyleIdx="4" presStyleCnt="5">
        <dgm:presLayoutVars>
          <dgm:bulletEnabled val="1"/>
        </dgm:presLayoutVars>
      </dgm:prSet>
      <dgm:spPr/>
    </dgm:pt>
  </dgm:ptLst>
  <dgm:cxnLst>
    <dgm:cxn modelId="{8F33E702-8C8B-A848-8358-FAEB7995F2DB}" type="presOf" srcId="{F27E2B28-7A54-4791-AD3B-74069C428EEB}" destId="{D9F882B2-C4F4-EE40-9323-4F35BDDFBAE2}" srcOrd="0" destOrd="0" presId="urn:microsoft.com/office/officeart/2005/8/layout/hList1"/>
    <dgm:cxn modelId="{2D93CB06-8DDE-4F10-B13B-8917F231D573}" srcId="{771BEA85-4691-4B31-8224-395ECBE5E90A}" destId="{A7A69A55-B27C-4F87-AB47-AC1DCF19DB23}" srcOrd="1" destOrd="0" parTransId="{5B138E2D-97E9-4586-BF2B-2EBEDF1B25A1}" sibTransId="{82712280-12F3-49AC-80E9-7614F941E29E}"/>
    <dgm:cxn modelId="{D7791B09-2C95-3947-BFE6-07B6471B8308}" type="presOf" srcId="{F1DA9C7C-7837-4AD9-A2B0-B5E750577984}" destId="{D628A13A-A99D-CF4E-B694-7DDBF2A806A8}" srcOrd="0" destOrd="1" presId="urn:microsoft.com/office/officeart/2005/8/layout/hList1"/>
    <dgm:cxn modelId="{FCBAAF14-D822-6842-AAEC-8768D3A4F39F}" type="presOf" srcId="{D2A3F2DD-D405-4728-92DC-868096549039}" destId="{1FB6A459-1B6C-BB45-8E11-7869E4AE38C9}" srcOrd="0" destOrd="0" presId="urn:microsoft.com/office/officeart/2005/8/layout/hList1"/>
    <dgm:cxn modelId="{03480C1C-D5C1-4253-9989-50521C0B78C8}" srcId="{F27E2B28-7A54-4791-AD3B-74069C428EEB}" destId="{4826A6F4-0EC2-4A9B-B3F9-D590B232790F}" srcOrd="0" destOrd="0" parTransId="{D990410D-0B16-409F-AF2B-AA8D3D023E0B}" sibTransId="{F57DB96D-588E-48DF-BDE8-463EEF5A8CE0}"/>
    <dgm:cxn modelId="{91403620-1D82-CA45-86D7-4CE495B01999}" type="presOf" srcId="{EA086A74-36AD-4603-A017-B3D524DEE87C}" destId="{CD7EB556-69BB-8741-BFA4-4D4497AA7AA1}" srcOrd="0" destOrd="0" presId="urn:microsoft.com/office/officeart/2005/8/layout/hList1"/>
    <dgm:cxn modelId="{E3BE0A26-21B0-B544-8772-49EB5CFF0914}" type="presOf" srcId="{771BEA85-4691-4B31-8224-395ECBE5E90A}" destId="{41964CEB-408F-8B4E-A68A-71CD5D0D3AB9}" srcOrd="0" destOrd="0" presId="urn:microsoft.com/office/officeart/2005/8/layout/hList1"/>
    <dgm:cxn modelId="{02F1252A-3E77-4F2D-A3CF-AF124E9BEAE9}" srcId="{EA086A74-36AD-4603-A017-B3D524DEE87C}" destId="{FE5FD03D-EC16-40FC-9F7B-79E5BBD34108}" srcOrd="0" destOrd="0" parTransId="{CBA86162-F761-4C41-98E8-13FBAD51CC20}" sibTransId="{CFB44108-3044-43DD-A8D7-D9391E142F59}"/>
    <dgm:cxn modelId="{769D973A-7850-48F2-ABE3-F5BA7A29D028}" srcId="{F27E2B28-7A54-4791-AD3B-74069C428EEB}" destId="{AEF1D090-EED5-4E1B-AE30-CCCD035A9952}" srcOrd="1" destOrd="0" parTransId="{0E4EDB4A-F25B-450A-833F-EAD92B52378E}" sibTransId="{7BEBD018-18DC-457E-ADC5-5F7B16DD8978}"/>
    <dgm:cxn modelId="{B13BA260-F7F4-B043-B728-B5272808B4A1}" type="presOf" srcId="{B807C947-FD9B-44CA-93EA-5711256B4C75}" destId="{222B2745-EC0B-8544-86C5-F77848CA5CF0}" srcOrd="0" destOrd="1" presId="urn:microsoft.com/office/officeart/2005/8/layout/hList1"/>
    <dgm:cxn modelId="{9C11A941-A473-48D4-92B9-55C41CA680A4}" srcId="{ED2973BF-35D2-4EFE-AB62-AE664AC1E201}" destId="{EA086A74-36AD-4603-A017-B3D524DEE87C}" srcOrd="0" destOrd="0" parTransId="{8D8412FB-D33E-4A1D-8A2F-1A769E2583D5}" sibTransId="{9F4A479B-C966-44E0-9F8B-737FAF73DEED}"/>
    <dgm:cxn modelId="{729C0369-AD3A-4C53-B11C-42E0984477DC}" srcId="{ED2973BF-35D2-4EFE-AB62-AE664AC1E201}" destId="{771BEA85-4691-4B31-8224-395ECBE5E90A}" srcOrd="4" destOrd="0" parTransId="{69A64614-20D2-4A12-B05D-95E664AA286D}" sibTransId="{A7B0BC3D-1CBC-4D1B-AFFC-25684D36312B}"/>
    <dgm:cxn modelId="{AEE2194C-4449-4AB1-A2C5-539E324CDA92}" srcId="{B910869E-F710-49DA-9BB9-59B44042748D}" destId="{A32B49B7-40C2-42E1-8180-5EFF98866FCE}" srcOrd="0" destOrd="0" parTransId="{D5A9CAB4-4114-4DE7-AB81-0BEF5DF0A6AB}" sibTransId="{A6DFAC86-C4CD-4CDC-8FFD-5EDFC5CF6123}"/>
    <dgm:cxn modelId="{F9EC0E4E-6B02-B74B-85E0-172481003BC4}" type="presOf" srcId="{FE5FD03D-EC16-40FC-9F7B-79E5BBD34108}" destId="{D628A13A-A99D-CF4E-B694-7DDBF2A806A8}" srcOrd="0" destOrd="0" presId="urn:microsoft.com/office/officeart/2005/8/layout/hList1"/>
    <dgm:cxn modelId="{302D347A-83D5-4CBD-9F5D-C7B9ACB6EC02}" srcId="{D2A3F2DD-D405-4728-92DC-868096549039}" destId="{00DC0557-5CE4-414C-9418-B220E5899E86}" srcOrd="0" destOrd="0" parTransId="{E32A9047-3D31-4E40-8E37-583879B0A7A6}" sibTransId="{5A6650E2-2302-464D-AF18-C04CAA02F339}"/>
    <dgm:cxn modelId="{BB23307B-D59B-4AC8-B867-DFCAC4B3DFBB}" srcId="{EA086A74-36AD-4603-A017-B3D524DEE87C}" destId="{F1DA9C7C-7837-4AD9-A2B0-B5E750577984}" srcOrd="1" destOrd="0" parTransId="{8962C409-1706-49A8-A10B-FCD9EB4E68B9}" sibTransId="{37A90667-B46C-46D9-B9CF-DFDBB6458590}"/>
    <dgm:cxn modelId="{2245BA9A-9453-4E39-9336-F4D33F90E623}" srcId="{ED2973BF-35D2-4EFE-AB62-AE664AC1E201}" destId="{D2A3F2DD-D405-4728-92DC-868096549039}" srcOrd="1" destOrd="0" parTransId="{9871C5AE-DE81-4967-B043-28DC6B9FA345}" sibTransId="{9E3ED99A-98C6-4DE4-A894-5020D989919E}"/>
    <dgm:cxn modelId="{B79BF5A4-C55B-D246-A375-C180D8ACE096}" type="presOf" srcId="{B910869E-F710-49DA-9BB9-59B44042748D}" destId="{7878C98E-876D-2B49-9150-BE3EBB7D3CB7}" srcOrd="0" destOrd="0" presId="urn:microsoft.com/office/officeart/2005/8/layout/hList1"/>
    <dgm:cxn modelId="{DB2CA8A6-FCFF-40BE-A1A9-6776276B6B01}" srcId="{B910869E-F710-49DA-9BB9-59B44042748D}" destId="{B807C947-FD9B-44CA-93EA-5711256B4C75}" srcOrd="1" destOrd="0" parTransId="{149FAA88-85E5-400C-9CD6-9AD0F5416FB3}" sibTransId="{6EAE014C-07CE-4E3F-885E-CACDF5335ED9}"/>
    <dgm:cxn modelId="{3761C1AF-214B-2F4F-901A-1B808120F300}" type="presOf" srcId="{A32B49B7-40C2-42E1-8180-5EFF98866FCE}" destId="{222B2745-EC0B-8544-86C5-F77848CA5CF0}" srcOrd="0" destOrd="0" presId="urn:microsoft.com/office/officeart/2005/8/layout/hList1"/>
    <dgm:cxn modelId="{6135A5B0-72B7-BF49-B707-2BDB8842C5C6}" type="presOf" srcId="{BD302789-32A5-4A9D-8570-03CA7738E3D9}" destId="{788FAF41-F7EB-B14B-A7DF-C1F8BC3E8E36}" srcOrd="0" destOrd="0" presId="urn:microsoft.com/office/officeart/2005/8/layout/hList1"/>
    <dgm:cxn modelId="{C661DAB4-00B7-A14E-83BE-4E5C43E78702}" type="presOf" srcId="{AAF0B2B9-560A-4C09-A8A6-4FB4B3945745}" destId="{4015D6F7-F60F-3146-AF93-85A23630A181}" srcOrd="0" destOrd="1" presId="urn:microsoft.com/office/officeart/2005/8/layout/hList1"/>
    <dgm:cxn modelId="{EB8D00C9-AAB3-3E4E-8E35-D26B6C7E607A}" type="presOf" srcId="{AEF1D090-EED5-4E1B-AE30-CCCD035A9952}" destId="{A74DDD88-691A-BE4A-8B6D-45F6E82CDC35}" srcOrd="0" destOrd="1" presId="urn:microsoft.com/office/officeart/2005/8/layout/hList1"/>
    <dgm:cxn modelId="{D4953CC9-7A35-479A-B98E-7C7FAA74E2F1}" srcId="{D2A3F2DD-D405-4728-92DC-868096549039}" destId="{AAF0B2B9-560A-4C09-A8A6-4FB4B3945745}" srcOrd="1" destOrd="0" parTransId="{6C0BC510-B12E-4B91-A66B-E2B609F59D44}" sibTransId="{867FDDA4-BC68-4C5F-9FDC-BDCA294F46CB}"/>
    <dgm:cxn modelId="{FC0732D4-3E55-41D7-B55C-B90F96A28570}" srcId="{ED2973BF-35D2-4EFE-AB62-AE664AC1E201}" destId="{B910869E-F710-49DA-9BB9-59B44042748D}" srcOrd="2" destOrd="0" parTransId="{FF462363-34FA-4921-8932-5229A71FC041}" sibTransId="{32B57319-02BF-42E5-9B34-F82690F89F20}"/>
    <dgm:cxn modelId="{8F97CCD4-B148-4E62-9775-042F1996A3BD}" srcId="{771BEA85-4691-4B31-8224-395ECBE5E90A}" destId="{BD302789-32A5-4A9D-8570-03CA7738E3D9}" srcOrd="0" destOrd="0" parTransId="{4F0301F9-98A0-4563-8EF7-52981FAC5325}" sibTransId="{2D352694-DEB5-45AB-AFA2-089544A04001}"/>
    <dgm:cxn modelId="{8B7AF9D8-123B-5646-946E-8D3D6E7AFA73}" type="presOf" srcId="{4826A6F4-0EC2-4A9B-B3F9-D590B232790F}" destId="{A74DDD88-691A-BE4A-8B6D-45F6E82CDC35}" srcOrd="0" destOrd="0" presId="urn:microsoft.com/office/officeart/2005/8/layout/hList1"/>
    <dgm:cxn modelId="{451B10E3-1697-014D-AC08-7021B6EAF131}" type="presOf" srcId="{ED2973BF-35D2-4EFE-AB62-AE664AC1E201}" destId="{38D62F9B-AB7A-AC49-BC10-8AC304C0ECDA}" srcOrd="0" destOrd="0" presId="urn:microsoft.com/office/officeart/2005/8/layout/hList1"/>
    <dgm:cxn modelId="{B2BB51E9-AE4D-4D34-AF73-0337F3665BB5}" srcId="{ED2973BF-35D2-4EFE-AB62-AE664AC1E201}" destId="{F27E2B28-7A54-4791-AD3B-74069C428EEB}" srcOrd="3" destOrd="0" parTransId="{1FDD64B3-00CD-4FE1-A35A-EA8CEC391C07}" sibTransId="{8FB4AD96-0A5B-406B-8C9F-C6CECB8F1ED8}"/>
    <dgm:cxn modelId="{BC1786EF-B113-724D-AD84-F0BC83513C02}" type="presOf" srcId="{00DC0557-5CE4-414C-9418-B220E5899E86}" destId="{4015D6F7-F60F-3146-AF93-85A23630A181}" srcOrd="0" destOrd="0" presId="urn:microsoft.com/office/officeart/2005/8/layout/hList1"/>
    <dgm:cxn modelId="{E2D87CFD-12B7-4A4F-9183-C75057326251}" type="presOf" srcId="{A7A69A55-B27C-4F87-AB47-AC1DCF19DB23}" destId="{788FAF41-F7EB-B14B-A7DF-C1F8BC3E8E36}" srcOrd="0" destOrd="1" presId="urn:microsoft.com/office/officeart/2005/8/layout/hList1"/>
    <dgm:cxn modelId="{64DD7D60-00BF-0846-87F6-E22D85676BAE}" type="presParOf" srcId="{38D62F9B-AB7A-AC49-BC10-8AC304C0ECDA}" destId="{04CF205C-3604-1F4E-BEE1-011CCF259E26}" srcOrd="0" destOrd="0" presId="urn:microsoft.com/office/officeart/2005/8/layout/hList1"/>
    <dgm:cxn modelId="{0F045937-DA0C-5944-A39B-7EC7C2B6A32A}" type="presParOf" srcId="{04CF205C-3604-1F4E-BEE1-011CCF259E26}" destId="{CD7EB556-69BB-8741-BFA4-4D4497AA7AA1}" srcOrd="0" destOrd="0" presId="urn:microsoft.com/office/officeart/2005/8/layout/hList1"/>
    <dgm:cxn modelId="{33A21331-B299-EC42-85FD-358C276E373E}" type="presParOf" srcId="{04CF205C-3604-1F4E-BEE1-011CCF259E26}" destId="{D628A13A-A99D-CF4E-B694-7DDBF2A806A8}" srcOrd="1" destOrd="0" presId="urn:microsoft.com/office/officeart/2005/8/layout/hList1"/>
    <dgm:cxn modelId="{94A2EAEA-C365-CB47-9BFC-E86E423E01FF}" type="presParOf" srcId="{38D62F9B-AB7A-AC49-BC10-8AC304C0ECDA}" destId="{FEA47F9E-6C30-BA49-A240-8D99EA5E548E}" srcOrd="1" destOrd="0" presId="urn:microsoft.com/office/officeart/2005/8/layout/hList1"/>
    <dgm:cxn modelId="{7B91F44C-B8CF-4F49-A258-82C988543EB0}" type="presParOf" srcId="{38D62F9B-AB7A-AC49-BC10-8AC304C0ECDA}" destId="{0E2C964A-22B1-BA44-83CD-E86AA61AE004}" srcOrd="2" destOrd="0" presId="urn:microsoft.com/office/officeart/2005/8/layout/hList1"/>
    <dgm:cxn modelId="{19E61406-2A26-9740-B938-BE53C1441582}" type="presParOf" srcId="{0E2C964A-22B1-BA44-83CD-E86AA61AE004}" destId="{1FB6A459-1B6C-BB45-8E11-7869E4AE38C9}" srcOrd="0" destOrd="0" presId="urn:microsoft.com/office/officeart/2005/8/layout/hList1"/>
    <dgm:cxn modelId="{D91634B3-9C22-A449-B0E5-44B0BD38D438}" type="presParOf" srcId="{0E2C964A-22B1-BA44-83CD-E86AA61AE004}" destId="{4015D6F7-F60F-3146-AF93-85A23630A181}" srcOrd="1" destOrd="0" presId="urn:microsoft.com/office/officeart/2005/8/layout/hList1"/>
    <dgm:cxn modelId="{D89E80D3-07D5-D547-9400-65B697E2EDF7}" type="presParOf" srcId="{38D62F9B-AB7A-AC49-BC10-8AC304C0ECDA}" destId="{6FE020E4-FDD1-8445-9F88-BB3D18AEC28B}" srcOrd="3" destOrd="0" presId="urn:microsoft.com/office/officeart/2005/8/layout/hList1"/>
    <dgm:cxn modelId="{251D70A3-4F2E-224B-A45B-71D349143A07}" type="presParOf" srcId="{38D62F9B-AB7A-AC49-BC10-8AC304C0ECDA}" destId="{C66E102A-48AE-5644-80C9-B7FEBB5EB713}" srcOrd="4" destOrd="0" presId="urn:microsoft.com/office/officeart/2005/8/layout/hList1"/>
    <dgm:cxn modelId="{9C03F3F1-77F5-1643-909D-763C7A5002D5}" type="presParOf" srcId="{C66E102A-48AE-5644-80C9-B7FEBB5EB713}" destId="{7878C98E-876D-2B49-9150-BE3EBB7D3CB7}" srcOrd="0" destOrd="0" presId="urn:microsoft.com/office/officeart/2005/8/layout/hList1"/>
    <dgm:cxn modelId="{21A81AD4-0193-8F4B-B0FB-319996955C54}" type="presParOf" srcId="{C66E102A-48AE-5644-80C9-B7FEBB5EB713}" destId="{222B2745-EC0B-8544-86C5-F77848CA5CF0}" srcOrd="1" destOrd="0" presId="urn:microsoft.com/office/officeart/2005/8/layout/hList1"/>
    <dgm:cxn modelId="{E4D7073C-116A-4541-A3A9-83970E9D0793}" type="presParOf" srcId="{38D62F9B-AB7A-AC49-BC10-8AC304C0ECDA}" destId="{3C1EC7F2-5F77-E240-8D8C-BB2F5EA19BAF}" srcOrd="5" destOrd="0" presId="urn:microsoft.com/office/officeart/2005/8/layout/hList1"/>
    <dgm:cxn modelId="{F37AA61B-DC43-FB41-ABC6-DE092797DCD4}" type="presParOf" srcId="{38D62F9B-AB7A-AC49-BC10-8AC304C0ECDA}" destId="{D128F317-4EAB-3542-9729-81F2E4F96DE8}" srcOrd="6" destOrd="0" presId="urn:microsoft.com/office/officeart/2005/8/layout/hList1"/>
    <dgm:cxn modelId="{EF86359B-506C-924D-8994-D1CA64B783A8}" type="presParOf" srcId="{D128F317-4EAB-3542-9729-81F2E4F96DE8}" destId="{D9F882B2-C4F4-EE40-9323-4F35BDDFBAE2}" srcOrd="0" destOrd="0" presId="urn:microsoft.com/office/officeart/2005/8/layout/hList1"/>
    <dgm:cxn modelId="{05FB7D3E-B1C0-7F4C-A85C-31E2E50C9895}" type="presParOf" srcId="{D128F317-4EAB-3542-9729-81F2E4F96DE8}" destId="{A74DDD88-691A-BE4A-8B6D-45F6E82CDC35}" srcOrd="1" destOrd="0" presId="urn:microsoft.com/office/officeart/2005/8/layout/hList1"/>
    <dgm:cxn modelId="{8BB849CF-31D9-394E-927B-0D17DC4CC15E}" type="presParOf" srcId="{38D62F9B-AB7A-AC49-BC10-8AC304C0ECDA}" destId="{4056ED30-C8D8-1A4F-8F0C-2882A5C3144A}" srcOrd="7" destOrd="0" presId="urn:microsoft.com/office/officeart/2005/8/layout/hList1"/>
    <dgm:cxn modelId="{223780F0-7450-C14A-B427-997AD30CAC8F}" type="presParOf" srcId="{38D62F9B-AB7A-AC49-BC10-8AC304C0ECDA}" destId="{8D145051-B6C9-6047-8693-9B3C98DDF0D1}" srcOrd="8" destOrd="0" presId="urn:microsoft.com/office/officeart/2005/8/layout/hList1"/>
    <dgm:cxn modelId="{140156A5-85FC-614A-AA85-66FB12D0AFEA}" type="presParOf" srcId="{8D145051-B6C9-6047-8693-9B3C98DDF0D1}" destId="{41964CEB-408F-8B4E-A68A-71CD5D0D3AB9}" srcOrd="0" destOrd="0" presId="urn:microsoft.com/office/officeart/2005/8/layout/hList1"/>
    <dgm:cxn modelId="{2E424042-98C5-8348-AE4C-5F8E7D78BA85}" type="presParOf" srcId="{8D145051-B6C9-6047-8693-9B3C98DDF0D1}" destId="{788FAF41-F7EB-B14B-A7DF-C1F8BC3E8E3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ED2973BF-35D2-4EFE-AB62-AE664AC1E20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766A3DE-919E-41A5-B63F-20BAD3120EE4}">
      <dgm:prSet/>
      <dgm:spPr>
        <a:solidFill>
          <a:srgbClr val="004F71"/>
        </a:solidFill>
      </dgm:spPr>
      <dgm:t>
        <a:bodyPr/>
        <a:lstStyle/>
        <a:p>
          <a:r>
            <a:rPr lang="en-US" dirty="0"/>
            <a:t>Check for physical damage </a:t>
          </a:r>
          <a:br>
            <a:rPr lang="en-US" dirty="0"/>
          </a:br>
          <a:r>
            <a:rPr lang="en-US" dirty="0"/>
            <a:t>and improper installation</a:t>
          </a:r>
        </a:p>
      </dgm:t>
    </dgm:pt>
    <dgm:pt modelId="{356C7E97-8026-483B-914B-13912F92FEC4}" type="parTrans" cxnId="{E2553375-97E8-49FB-99AC-7F37C9A0C294}">
      <dgm:prSet/>
      <dgm:spPr/>
      <dgm:t>
        <a:bodyPr/>
        <a:lstStyle/>
        <a:p>
          <a:endParaRPr lang="en-US"/>
        </a:p>
      </dgm:t>
    </dgm:pt>
    <dgm:pt modelId="{A2EBBD8B-4629-47F9-80BB-B8E3D58CB5E4}" type="sibTrans" cxnId="{E2553375-97E8-49FB-99AC-7F37C9A0C294}">
      <dgm:prSet/>
      <dgm:spPr/>
      <dgm:t>
        <a:bodyPr/>
        <a:lstStyle/>
        <a:p>
          <a:endParaRPr lang="en-US"/>
        </a:p>
      </dgm:t>
    </dgm:pt>
    <dgm:pt modelId="{BBA7BAA2-FB19-4F21-B912-2A9A2D1D0A1C}">
      <dgm:prSet/>
      <dgm:spPr>
        <a:solidFill>
          <a:srgbClr val="004F71"/>
        </a:solidFill>
      </dgm:spPr>
      <dgm:t>
        <a:bodyPr/>
        <a:lstStyle/>
        <a:p>
          <a:r>
            <a:rPr lang="en-US" dirty="0"/>
            <a:t>Avoid excessive untwisting</a:t>
          </a:r>
        </a:p>
      </dgm:t>
    </dgm:pt>
    <dgm:pt modelId="{9DA31E11-CCCD-4F8C-B140-71D24F20CC05}" type="parTrans" cxnId="{C857296A-0C3E-4E22-91DA-0BEECC464045}">
      <dgm:prSet/>
      <dgm:spPr/>
      <dgm:t>
        <a:bodyPr/>
        <a:lstStyle/>
        <a:p>
          <a:endParaRPr lang="en-US"/>
        </a:p>
      </dgm:t>
    </dgm:pt>
    <dgm:pt modelId="{2B3A5DDB-37C1-4C4D-BEEA-A30F0D3EE027}" type="sibTrans" cxnId="{C857296A-0C3E-4E22-91DA-0BEECC464045}">
      <dgm:prSet/>
      <dgm:spPr/>
      <dgm:t>
        <a:bodyPr/>
        <a:lstStyle/>
        <a:p>
          <a:endParaRPr lang="en-US"/>
        </a:p>
      </dgm:t>
    </dgm:pt>
    <dgm:pt modelId="{45E31C72-1FC8-416F-BADC-FAEB55BC783C}">
      <dgm:prSet/>
      <dgm:spPr>
        <a:solidFill>
          <a:srgbClr val="004F71"/>
        </a:solidFill>
      </dgm:spPr>
      <dgm:t>
        <a:bodyPr/>
        <a:lstStyle/>
        <a:p>
          <a:r>
            <a:rPr lang="en-US" dirty="0"/>
            <a:t>Use appropriate cable types </a:t>
          </a:r>
          <a:br>
            <a:rPr lang="en-US" dirty="0"/>
          </a:br>
          <a:r>
            <a:rPr lang="en-US" dirty="0"/>
            <a:t>and connectors</a:t>
          </a:r>
        </a:p>
      </dgm:t>
    </dgm:pt>
    <dgm:pt modelId="{B141870D-1B09-4BDD-B4FA-D6DED652A270}" type="parTrans" cxnId="{43DCCB5C-E960-4EC6-B38B-6705FA871FA3}">
      <dgm:prSet/>
      <dgm:spPr/>
      <dgm:t>
        <a:bodyPr/>
        <a:lstStyle/>
        <a:p>
          <a:endParaRPr lang="en-US"/>
        </a:p>
      </dgm:t>
    </dgm:pt>
    <dgm:pt modelId="{A9800114-9374-4CA1-AD60-8782546FCC89}" type="sibTrans" cxnId="{43DCCB5C-E960-4EC6-B38B-6705FA871FA3}">
      <dgm:prSet/>
      <dgm:spPr/>
      <dgm:t>
        <a:bodyPr/>
        <a:lstStyle/>
        <a:p>
          <a:endParaRPr lang="en-US"/>
        </a:p>
      </dgm:t>
    </dgm:pt>
    <dgm:pt modelId="{E772A867-478A-4DED-8966-8F230746D55E}">
      <dgm:prSet/>
      <dgm:spPr>
        <a:solidFill>
          <a:srgbClr val="004F71"/>
        </a:solidFill>
      </dgm:spPr>
      <dgm:t>
        <a:bodyPr/>
        <a:lstStyle/>
        <a:p>
          <a:r>
            <a:rPr lang="en-US" dirty="0"/>
            <a:t>Ensure proper bundling</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F0D9ADB2-EC91-4B16-BA64-82C228719580}" type="parTrans" cxnId="{37C35B77-8676-49C9-BB21-7C5957F60FDF}">
      <dgm:prSet/>
      <dgm:spPr/>
      <dgm:t>
        <a:bodyPr/>
        <a:lstStyle/>
        <a:p>
          <a:endParaRPr lang="en-US"/>
        </a:p>
      </dgm:t>
    </dgm:pt>
    <dgm:pt modelId="{BE106DDB-003B-4853-A760-81234935FD14}" type="sibTrans" cxnId="{37C35B77-8676-49C9-BB21-7C5957F60FDF}">
      <dgm:prSet/>
      <dgm:spPr/>
      <dgm:t>
        <a:bodyPr/>
        <a:lstStyle/>
        <a:p>
          <a:endParaRPr lang="en-US"/>
        </a:p>
      </dgm:t>
    </dgm:pt>
    <dgm:pt modelId="{D93535BB-0FA7-2D45-A9FA-4A7525A16EDA}" type="pres">
      <dgm:prSet presAssocID="{ED2973BF-35D2-4EFE-AB62-AE664AC1E201}" presName="diagram" presStyleCnt="0">
        <dgm:presLayoutVars>
          <dgm:dir/>
          <dgm:resizeHandles val="exact"/>
        </dgm:presLayoutVars>
      </dgm:prSet>
      <dgm:spPr/>
    </dgm:pt>
    <dgm:pt modelId="{CC72C881-0309-4C43-AEC7-1AE1EBC3BA97}" type="pres">
      <dgm:prSet presAssocID="{8766A3DE-919E-41A5-B63F-20BAD3120EE4}" presName="node" presStyleLbl="node1" presStyleIdx="0" presStyleCnt="4">
        <dgm:presLayoutVars>
          <dgm:bulletEnabled val="1"/>
        </dgm:presLayoutVars>
      </dgm:prSet>
      <dgm:spPr/>
    </dgm:pt>
    <dgm:pt modelId="{BF569915-59A1-D949-A877-67C561B84946}" type="pres">
      <dgm:prSet presAssocID="{A2EBBD8B-4629-47F9-80BB-B8E3D58CB5E4}" presName="sibTrans" presStyleCnt="0"/>
      <dgm:spPr/>
    </dgm:pt>
    <dgm:pt modelId="{0EB3D6BA-0FB3-C744-8EE5-60F87E358D99}" type="pres">
      <dgm:prSet presAssocID="{BBA7BAA2-FB19-4F21-B912-2A9A2D1D0A1C}" presName="node" presStyleLbl="node1" presStyleIdx="1" presStyleCnt="4">
        <dgm:presLayoutVars>
          <dgm:bulletEnabled val="1"/>
        </dgm:presLayoutVars>
      </dgm:prSet>
      <dgm:spPr/>
    </dgm:pt>
    <dgm:pt modelId="{923C87C2-BCD8-5948-98C3-A29A9C6A824F}" type="pres">
      <dgm:prSet presAssocID="{2B3A5DDB-37C1-4C4D-BEEA-A30F0D3EE027}" presName="sibTrans" presStyleCnt="0"/>
      <dgm:spPr/>
    </dgm:pt>
    <dgm:pt modelId="{6ADBC5EE-5CE8-8A44-A720-1D6F8E369C5E}" type="pres">
      <dgm:prSet presAssocID="{E772A867-478A-4DED-8966-8F230746D55E}" presName="node" presStyleLbl="node1" presStyleIdx="2" presStyleCnt="4">
        <dgm:presLayoutVars>
          <dgm:bulletEnabled val="1"/>
        </dgm:presLayoutVars>
      </dgm:prSet>
      <dgm:spPr/>
    </dgm:pt>
    <dgm:pt modelId="{C49E52EB-D7D5-8D45-AED9-092F0E5DF3E9}" type="pres">
      <dgm:prSet presAssocID="{BE106DDB-003B-4853-A760-81234935FD14}" presName="sibTrans" presStyleCnt="0"/>
      <dgm:spPr/>
    </dgm:pt>
    <dgm:pt modelId="{220697E7-F4DA-CC42-B961-1545EBC13458}" type="pres">
      <dgm:prSet presAssocID="{45E31C72-1FC8-416F-BADC-FAEB55BC783C}" presName="node" presStyleLbl="node1" presStyleIdx="3" presStyleCnt="4">
        <dgm:presLayoutVars>
          <dgm:bulletEnabled val="1"/>
        </dgm:presLayoutVars>
      </dgm:prSet>
      <dgm:spPr/>
    </dgm:pt>
  </dgm:ptLst>
  <dgm:cxnLst>
    <dgm:cxn modelId="{E89D290E-3F5B-654A-8CA0-83AB46DF67A4}" type="presOf" srcId="{8766A3DE-919E-41A5-B63F-20BAD3120EE4}" destId="{CC72C881-0309-4C43-AEC7-1AE1EBC3BA97}" srcOrd="0" destOrd="0" presId="urn:microsoft.com/office/officeart/2005/8/layout/default"/>
    <dgm:cxn modelId="{9187172C-A767-2C47-9EB1-3E10259B167C}" type="presOf" srcId="{ED2973BF-35D2-4EFE-AB62-AE664AC1E201}" destId="{D93535BB-0FA7-2D45-A9FA-4A7525A16EDA}" srcOrd="0" destOrd="0" presId="urn:microsoft.com/office/officeart/2005/8/layout/default"/>
    <dgm:cxn modelId="{43DCCB5C-E960-4EC6-B38B-6705FA871FA3}" srcId="{ED2973BF-35D2-4EFE-AB62-AE664AC1E201}" destId="{45E31C72-1FC8-416F-BADC-FAEB55BC783C}" srcOrd="3" destOrd="0" parTransId="{B141870D-1B09-4BDD-B4FA-D6DED652A270}" sibTransId="{A9800114-9374-4CA1-AD60-8782546FCC89}"/>
    <dgm:cxn modelId="{4F667447-74A8-CF47-9E97-EFB8EDFFB7DA}" type="presOf" srcId="{E772A867-478A-4DED-8966-8F230746D55E}" destId="{6ADBC5EE-5CE8-8A44-A720-1D6F8E369C5E}" srcOrd="0" destOrd="0" presId="urn:microsoft.com/office/officeart/2005/8/layout/default"/>
    <dgm:cxn modelId="{C857296A-0C3E-4E22-91DA-0BEECC464045}" srcId="{ED2973BF-35D2-4EFE-AB62-AE664AC1E201}" destId="{BBA7BAA2-FB19-4F21-B912-2A9A2D1D0A1C}" srcOrd="1" destOrd="0" parTransId="{9DA31E11-CCCD-4F8C-B140-71D24F20CC05}" sibTransId="{2B3A5DDB-37C1-4C4D-BEEA-A30F0D3EE027}"/>
    <dgm:cxn modelId="{E2553375-97E8-49FB-99AC-7F37C9A0C294}" srcId="{ED2973BF-35D2-4EFE-AB62-AE664AC1E201}" destId="{8766A3DE-919E-41A5-B63F-20BAD3120EE4}" srcOrd="0" destOrd="0" parTransId="{356C7E97-8026-483B-914B-13912F92FEC4}" sibTransId="{A2EBBD8B-4629-47F9-80BB-B8E3D58CB5E4}"/>
    <dgm:cxn modelId="{AD696D55-A709-D241-9EE4-DB962BADDDB2}" type="presOf" srcId="{45E31C72-1FC8-416F-BADC-FAEB55BC783C}" destId="{220697E7-F4DA-CC42-B961-1545EBC13458}" srcOrd="0" destOrd="0" presId="urn:microsoft.com/office/officeart/2005/8/layout/default"/>
    <dgm:cxn modelId="{37C35B77-8676-49C9-BB21-7C5957F60FDF}" srcId="{ED2973BF-35D2-4EFE-AB62-AE664AC1E201}" destId="{E772A867-478A-4DED-8966-8F230746D55E}" srcOrd="2" destOrd="0" parTransId="{F0D9ADB2-EC91-4B16-BA64-82C228719580}" sibTransId="{BE106DDB-003B-4853-A760-81234935FD14}"/>
    <dgm:cxn modelId="{16D9B8D1-7365-EE4C-BF23-D762CED4B507}" type="presOf" srcId="{BBA7BAA2-FB19-4F21-B912-2A9A2D1D0A1C}" destId="{0EB3D6BA-0FB3-C744-8EE5-60F87E358D99}" srcOrd="0" destOrd="0" presId="urn:microsoft.com/office/officeart/2005/8/layout/default"/>
    <dgm:cxn modelId="{D4520EB0-50B5-A045-994E-BB0B65D4C854}" type="presParOf" srcId="{D93535BB-0FA7-2D45-A9FA-4A7525A16EDA}" destId="{CC72C881-0309-4C43-AEC7-1AE1EBC3BA97}" srcOrd="0" destOrd="0" presId="urn:microsoft.com/office/officeart/2005/8/layout/default"/>
    <dgm:cxn modelId="{1B699B7E-663D-D94B-BC61-1E05F2E3F849}" type="presParOf" srcId="{D93535BB-0FA7-2D45-A9FA-4A7525A16EDA}" destId="{BF569915-59A1-D949-A877-67C561B84946}" srcOrd="1" destOrd="0" presId="urn:microsoft.com/office/officeart/2005/8/layout/default"/>
    <dgm:cxn modelId="{0D8BC04B-9B84-5648-9AA3-22E3BBFFE86A}" type="presParOf" srcId="{D93535BB-0FA7-2D45-A9FA-4A7525A16EDA}" destId="{0EB3D6BA-0FB3-C744-8EE5-60F87E358D99}" srcOrd="2" destOrd="0" presId="urn:microsoft.com/office/officeart/2005/8/layout/default"/>
    <dgm:cxn modelId="{7B8AE9B0-F69D-8C49-9894-AA839B064940}" type="presParOf" srcId="{D93535BB-0FA7-2D45-A9FA-4A7525A16EDA}" destId="{923C87C2-BCD8-5948-98C3-A29A9C6A824F}" srcOrd="3" destOrd="0" presId="urn:microsoft.com/office/officeart/2005/8/layout/default"/>
    <dgm:cxn modelId="{4E22D401-34CE-904D-BD85-8861067B3B57}" type="presParOf" srcId="{D93535BB-0FA7-2D45-A9FA-4A7525A16EDA}" destId="{6ADBC5EE-5CE8-8A44-A720-1D6F8E369C5E}" srcOrd="4" destOrd="0" presId="urn:microsoft.com/office/officeart/2005/8/layout/default"/>
    <dgm:cxn modelId="{9D92299A-E123-8B4F-8BA4-44B8387F3EFC}" type="presParOf" srcId="{D93535BB-0FA7-2D45-A9FA-4A7525A16EDA}" destId="{C49E52EB-D7D5-8D45-AED9-092F0E5DF3E9}" srcOrd="5" destOrd="0" presId="urn:microsoft.com/office/officeart/2005/8/layout/default"/>
    <dgm:cxn modelId="{64AC0EE7-6D63-3C4E-8F7E-F9399F7B441F}" type="presParOf" srcId="{D93535BB-0FA7-2D45-A9FA-4A7525A16EDA}" destId="{220697E7-F4DA-CC42-B961-1545EBC13458}"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A39ED8-9CC7-4DF2-AF38-F2FF14718A2A}">
      <dsp:nvSpPr>
        <dsp:cNvPr id="0" name=""/>
        <dsp:cNvSpPr/>
      </dsp:nvSpPr>
      <dsp:spPr>
        <a:xfrm>
          <a:off x="1901" y="0"/>
          <a:ext cx="1865774" cy="2884488"/>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Purpose</a:t>
          </a:r>
        </a:p>
      </dsp:txBody>
      <dsp:txXfrm>
        <a:off x="1901" y="0"/>
        <a:ext cx="1865774" cy="865346"/>
      </dsp:txXfrm>
    </dsp:sp>
    <dsp:sp modelId="{A115BAF0-22EF-497E-AFBD-583A9E563772}">
      <dsp:nvSpPr>
        <dsp:cNvPr id="0" name=""/>
        <dsp:cNvSpPr/>
      </dsp:nvSpPr>
      <dsp:spPr>
        <a:xfrm>
          <a:off x="188478" y="865346"/>
          <a:ext cx="1492619" cy="187491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Regulates communication in networks with shared transmission mediums</a:t>
          </a:r>
        </a:p>
      </dsp:txBody>
      <dsp:txXfrm>
        <a:off x="232195" y="909063"/>
        <a:ext cx="1405185" cy="1787483"/>
      </dsp:txXfrm>
    </dsp:sp>
    <dsp:sp modelId="{226BC424-068F-4A52-9C35-1E66E8B06E1F}">
      <dsp:nvSpPr>
        <dsp:cNvPr id="0" name=""/>
        <dsp:cNvSpPr/>
      </dsp:nvSpPr>
      <dsp:spPr>
        <a:xfrm>
          <a:off x="2007608" y="0"/>
          <a:ext cx="1865774" cy="2884488"/>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Process</a:t>
          </a:r>
        </a:p>
      </dsp:txBody>
      <dsp:txXfrm>
        <a:off x="2007608" y="0"/>
        <a:ext cx="1865774" cy="865346"/>
      </dsp:txXfrm>
    </dsp:sp>
    <dsp:sp modelId="{F87579E5-0C7A-4B06-8301-5F116A3C6966}">
      <dsp:nvSpPr>
        <dsp:cNvPr id="0" name=""/>
        <dsp:cNvSpPr/>
      </dsp:nvSpPr>
      <dsp:spPr>
        <a:xfrm>
          <a:off x="2194186" y="866191"/>
          <a:ext cx="1492619" cy="86971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Carrier Sense</a:t>
          </a:r>
        </a:p>
      </dsp:txBody>
      <dsp:txXfrm>
        <a:off x="2219659" y="891664"/>
        <a:ext cx="1441673" cy="818766"/>
      </dsp:txXfrm>
    </dsp:sp>
    <dsp:sp modelId="{EDF11DAB-487F-4599-9240-9F31FC4A50E5}">
      <dsp:nvSpPr>
        <dsp:cNvPr id="0" name=""/>
        <dsp:cNvSpPr/>
      </dsp:nvSpPr>
      <dsp:spPr>
        <a:xfrm>
          <a:off x="2194186" y="1869705"/>
          <a:ext cx="1492619" cy="86971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Multiple Access</a:t>
          </a:r>
        </a:p>
      </dsp:txBody>
      <dsp:txXfrm>
        <a:off x="2219659" y="1895178"/>
        <a:ext cx="1441673" cy="818766"/>
      </dsp:txXfrm>
    </dsp:sp>
    <dsp:sp modelId="{8C0F207D-BF12-4C20-B455-3239255B9833}">
      <dsp:nvSpPr>
        <dsp:cNvPr id="0" name=""/>
        <dsp:cNvSpPr/>
      </dsp:nvSpPr>
      <dsp:spPr>
        <a:xfrm>
          <a:off x="4013316" y="0"/>
          <a:ext cx="1865774" cy="2884488"/>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Collision Detection</a:t>
          </a:r>
        </a:p>
      </dsp:txBody>
      <dsp:txXfrm>
        <a:off x="4013316" y="0"/>
        <a:ext cx="1865774" cy="865346"/>
      </dsp:txXfrm>
    </dsp:sp>
    <dsp:sp modelId="{1D3E9739-6122-4974-A283-7D48281AE6D8}">
      <dsp:nvSpPr>
        <dsp:cNvPr id="0" name=""/>
        <dsp:cNvSpPr/>
      </dsp:nvSpPr>
      <dsp:spPr>
        <a:xfrm>
          <a:off x="4199893" y="865346"/>
          <a:ext cx="1492619" cy="187491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If two devices transmit simultaneously, a collision is detected.</a:t>
          </a:r>
        </a:p>
      </dsp:txBody>
      <dsp:txXfrm>
        <a:off x="4243610" y="909063"/>
        <a:ext cx="1405185" cy="1787483"/>
      </dsp:txXfrm>
    </dsp:sp>
    <dsp:sp modelId="{B3EC426C-0B1A-4028-97C8-9148544E680B}">
      <dsp:nvSpPr>
        <dsp:cNvPr id="0" name=""/>
        <dsp:cNvSpPr/>
      </dsp:nvSpPr>
      <dsp:spPr>
        <a:xfrm>
          <a:off x="6019024" y="0"/>
          <a:ext cx="1865774" cy="2884488"/>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Resolution</a:t>
          </a:r>
        </a:p>
      </dsp:txBody>
      <dsp:txXfrm>
        <a:off x="6019024" y="0"/>
        <a:ext cx="1865774" cy="865346"/>
      </dsp:txXfrm>
    </dsp:sp>
    <dsp:sp modelId="{2A2204A6-D934-442A-9BD9-7F889181F55E}">
      <dsp:nvSpPr>
        <dsp:cNvPr id="0" name=""/>
        <dsp:cNvSpPr/>
      </dsp:nvSpPr>
      <dsp:spPr>
        <a:xfrm>
          <a:off x="6205601" y="866191"/>
          <a:ext cx="1492619" cy="86971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Jam Signal</a:t>
          </a:r>
        </a:p>
      </dsp:txBody>
      <dsp:txXfrm>
        <a:off x="6231074" y="891664"/>
        <a:ext cx="1441673" cy="818766"/>
      </dsp:txXfrm>
    </dsp:sp>
    <dsp:sp modelId="{833A0D4B-5187-4315-B1DE-2DC5407885CB}">
      <dsp:nvSpPr>
        <dsp:cNvPr id="0" name=""/>
        <dsp:cNvSpPr/>
      </dsp:nvSpPr>
      <dsp:spPr>
        <a:xfrm>
          <a:off x="6205601" y="1869705"/>
          <a:ext cx="1492619" cy="86971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Backoff Algorithm</a:t>
          </a:r>
        </a:p>
      </dsp:txBody>
      <dsp:txXfrm>
        <a:off x="6231074" y="1895178"/>
        <a:ext cx="1441673" cy="8187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31F0A3-70DB-4C88-A911-71BA79807A9F}">
      <dsp:nvSpPr>
        <dsp:cNvPr id="0" name=""/>
        <dsp:cNvSpPr/>
      </dsp:nvSpPr>
      <dsp:spPr>
        <a:xfrm>
          <a:off x="0" y="156402"/>
          <a:ext cx="3943350" cy="4677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6048" tIns="187452" rIns="306048"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Contains 2 to 8 pairs in a plastic jacket</a:t>
          </a:r>
        </a:p>
      </dsp:txBody>
      <dsp:txXfrm>
        <a:off x="0" y="156402"/>
        <a:ext cx="3943350" cy="467775"/>
      </dsp:txXfrm>
    </dsp:sp>
    <dsp:sp modelId="{A466DA0B-EA69-44A3-A4B1-5FED131C9622}">
      <dsp:nvSpPr>
        <dsp:cNvPr id="0" name=""/>
        <dsp:cNvSpPr/>
      </dsp:nvSpPr>
      <dsp:spPr>
        <a:xfrm>
          <a:off x="197167" y="23562"/>
          <a:ext cx="276034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334" tIns="0" rIns="104334" bIns="0" numCol="1" spcCol="1270" anchor="ctr" anchorCtr="0">
          <a:noAutofit/>
        </a:bodyPr>
        <a:lstStyle/>
        <a:p>
          <a:pPr marL="0" lvl="0" indent="0" algn="l" defTabSz="533400">
            <a:lnSpc>
              <a:spcPct val="90000"/>
            </a:lnSpc>
            <a:spcBef>
              <a:spcPct val="0"/>
            </a:spcBef>
            <a:spcAft>
              <a:spcPct val="35000"/>
            </a:spcAft>
            <a:buNone/>
          </a:pPr>
          <a:r>
            <a:rPr lang="en-US" sz="1200" b="1" kern="1200" dirty="0"/>
            <a:t>Structure</a:t>
          </a:r>
        </a:p>
      </dsp:txBody>
      <dsp:txXfrm>
        <a:off x="210136" y="36531"/>
        <a:ext cx="2734407" cy="239742"/>
      </dsp:txXfrm>
    </dsp:sp>
    <dsp:sp modelId="{624B3F83-9B23-43D4-A463-C55E42CE45D3}">
      <dsp:nvSpPr>
        <dsp:cNvPr id="0" name=""/>
        <dsp:cNvSpPr/>
      </dsp:nvSpPr>
      <dsp:spPr>
        <a:xfrm>
          <a:off x="0" y="805617"/>
          <a:ext cx="3943350" cy="4677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6048" tIns="187452" rIns="306048"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Minimal EMI protection</a:t>
          </a:r>
        </a:p>
      </dsp:txBody>
      <dsp:txXfrm>
        <a:off x="0" y="805617"/>
        <a:ext cx="3943350" cy="467775"/>
      </dsp:txXfrm>
    </dsp:sp>
    <dsp:sp modelId="{4D71563B-5463-4B9A-9948-BD0DF9043B3F}">
      <dsp:nvSpPr>
        <dsp:cNvPr id="0" name=""/>
        <dsp:cNvSpPr/>
      </dsp:nvSpPr>
      <dsp:spPr>
        <a:xfrm>
          <a:off x="197167" y="672777"/>
          <a:ext cx="276034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334" tIns="0" rIns="104334" bIns="0" numCol="1" spcCol="1270" anchor="ctr" anchorCtr="0">
          <a:noAutofit/>
        </a:bodyPr>
        <a:lstStyle/>
        <a:p>
          <a:pPr marL="0" lvl="0" indent="0" algn="l" defTabSz="533400">
            <a:lnSpc>
              <a:spcPct val="90000"/>
            </a:lnSpc>
            <a:spcBef>
              <a:spcPct val="0"/>
            </a:spcBef>
            <a:spcAft>
              <a:spcPct val="35000"/>
            </a:spcAft>
            <a:buNone/>
          </a:pPr>
          <a:r>
            <a:rPr lang="en-US" sz="1200" b="1" kern="1200" dirty="0"/>
            <a:t>Interference</a:t>
          </a:r>
        </a:p>
      </dsp:txBody>
      <dsp:txXfrm>
        <a:off x="210136" y="685746"/>
        <a:ext cx="2734407" cy="239742"/>
      </dsp:txXfrm>
    </dsp:sp>
    <dsp:sp modelId="{A6652518-D150-4027-B329-84452C18459E}">
      <dsp:nvSpPr>
        <dsp:cNvPr id="0" name=""/>
        <dsp:cNvSpPr/>
      </dsp:nvSpPr>
      <dsp:spPr>
        <a:xfrm>
          <a:off x="0" y="1454833"/>
          <a:ext cx="3943350" cy="4677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6048" tIns="187452" rIns="306048"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Popular for LANs because it is cost-effective</a:t>
          </a:r>
        </a:p>
      </dsp:txBody>
      <dsp:txXfrm>
        <a:off x="0" y="1454833"/>
        <a:ext cx="3943350" cy="467775"/>
      </dsp:txXfrm>
    </dsp:sp>
    <dsp:sp modelId="{F18DE470-19B5-427D-A649-E1027DDCA938}">
      <dsp:nvSpPr>
        <dsp:cNvPr id="0" name=""/>
        <dsp:cNvSpPr/>
      </dsp:nvSpPr>
      <dsp:spPr>
        <a:xfrm>
          <a:off x="197167" y="1321993"/>
          <a:ext cx="276034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334" tIns="0" rIns="104334" bIns="0" numCol="1" spcCol="1270" anchor="ctr" anchorCtr="0">
          <a:noAutofit/>
        </a:bodyPr>
        <a:lstStyle/>
        <a:p>
          <a:pPr marL="0" lvl="0" indent="0" algn="l" defTabSz="533400">
            <a:lnSpc>
              <a:spcPct val="90000"/>
            </a:lnSpc>
            <a:spcBef>
              <a:spcPct val="0"/>
            </a:spcBef>
            <a:spcAft>
              <a:spcPct val="35000"/>
            </a:spcAft>
            <a:buNone/>
          </a:pPr>
          <a:r>
            <a:rPr lang="en-US" sz="1200" b="1" kern="1200" dirty="0"/>
            <a:t>Use</a:t>
          </a:r>
        </a:p>
      </dsp:txBody>
      <dsp:txXfrm>
        <a:off x="210136" y="1334962"/>
        <a:ext cx="2734407" cy="239742"/>
      </dsp:txXfrm>
    </dsp:sp>
    <dsp:sp modelId="{08F62367-CB24-4769-995E-F3E2DA81BC49}">
      <dsp:nvSpPr>
        <dsp:cNvPr id="0" name=""/>
        <dsp:cNvSpPr/>
      </dsp:nvSpPr>
      <dsp:spPr>
        <a:xfrm>
          <a:off x="0" y="2104048"/>
          <a:ext cx="3943350" cy="6520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6048" tIns="187452" rIns="306048"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Grades like Cat5e (1 Gbps) and Cat6a (10 Gbps)</a:t>
          </a:r>
        </a:p>
      </dsp:txBody>
      <dsp:txXfrm>
        <a:off x="0" y="2104048"/>
        <a:ext cx="3943350" cy="652050"/>
      </dsp:txXfrm>
    </dsp:sp>
    <dsp:sp modelId="{1B79F088-3267-41A5-8E22-963DF9D6ECC8}">
      <dsp:nvSpPr>
        <dsp:cNvPr id="0" name=""/>
        <dsp:cNvSpPr/>
      </dsp:nvSpPr>
      <dsp:spPr>
        <a:xfrm>
          <a:off x="197167" y="1971208"/>
          <a:ext cx="276034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334" tIns="0" rIns="104334" bIns="0" numCol="1" spcCol="1270" anchor="ctr" anchorCtr="0">
          <a:noAutofit/>
        </a:bodyPr>
        <a:lstStyle/>
        <a:p>
          <a:pPr marL="0" lvl="0" indent="0" algn="l" defTabSz="533400">
            <a:lnSpc>
              <a:spcPct val="90000"/>
            </a:lnSpc>
            <a:spcBef>
              <a:spcPct val="0"/>
            </a:spcBef>
            <a:spcAft>
              <a:spcPct val="35000"/>
            </a:spcAft>
            <a:buNone/>
          </a:pPr>
          <a:r>
            <a:rPr lang="en-US" sz="1200" b="1" kern="1200" dirty="0"/>
            <a:t>Categories</a:t>
          </a:r>
        </a:p>
      </dsp:txBody>
      <dsp:txXfrm>
        <a:off x="210136" y="1984177"/>
        <a:ext cx="2734407" cy="239742"/>
      </dsp:txXfrm>
    </dsp:sp>
    <dsp:sp modelId="{67914176-27EE-4BD0-AE21-27423FAB4521}">
      <dsp:nvSpPr>
        <dsp:cNvPr id="0" name=""/>
        <dsp:cNvSpPr/>
      </dsp:nvSpPr>
      <dsp:spPr>
        <a:xfrm>
          <a:off x="0" y="2937538"/>
          <a:ext cx="3943350" cy="6520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6048" tIns="187452" rIns="306048"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Avoid sharp bends, keep away from EMI sources</a:t>
          </a:r>
        </a:p>
      </dsp:txBody>
      <dsp:txXfrm>
        <a:off x="0" y="2937538"/>
        <a:ext cx="3943350" cy="652050"/>
      </dsp:txXfrm>
    </dsp:sp>
    <dsp:sp modelId="{F5CC6097-3380-48D0-9D31-C8A22A164D0A}">
      <dsp:nvSpPr>
        <dsp:cNvPr id="0" name=""/>
        <dsp:cNvSpPr/>
      </dsp:nvSpPr>
      <dsp:spPr>
        <a:xfrm>
          <a:off x="197167" y="2804698"/>
          <a:ext cx="276034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334" tIns="0" rIns="104334" bIns="0" numCol="1" spcCol="1270" anchor="ctr" anchorCtr="0">
          <a:noAutofit/>
        </a:bodyPr>
        <a:lstStyle/>
        <a:p>
          <a:pPr marL="0" lvl="0" indent="0" algn="l" defTabSz="533400">
            <a:lnSpc>
              <a:spcPct val="90000"/>
            </a:lnSpc>
            <a:spcBef>
              <a:spcPct val="0"/>
            </a:spcBef>
            <a:spcAft>
              <a:spcPct val="35000"/>
            </a:spcAft>
            <a:buNone/>
          </a:pPr>
          <a:r>
            <a:rPr lang="en-US" sz="1200" b="1" kern="1200" dirty="0"/>
            <a:t>Installation</a:t>
          </a:r>
        </a:p>
      </dsp:txBody>
      <dsp:txXfrm>
        <a:off x="210136" y="2817667"/>
        <a:ext cx="2734407" cy="239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558FB1-B98D-374C-8E00-111080F37D76}">
      <dsp:nvSpPr>
        <dsp:cNvPr id="0" name=""/>
        <dsp:cNvSpPr/>
      </dsp:nvSpPr>
      <dsp:spPr>
        <a:xfrm>
          <a:off x="4236" y="0"/>
          <a:ext cx="1486458"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20282F"/>
              </a:solidFill>
            </a:rPr>
            <a:t>Structure</a:t>
          </a:r>
        </a:p>
      </dsp:txBody>
      <dsp:txXfrm>
        <a:off x="4236" y="0"/>
        <a:ext cx="1486458" cy="997743"/>
      </dsp:txXfrm>
    </dsp:sp>
    <dsp:sp modelId="{45FEF0D3-A677-B947-8E37-387E6BE5D627}">
      <dsp:nvSpPr>
        <dsp:cNvPr id="0" name=""/>
        <dsp:cNvSpPr/>
      </dsp:nvSpPr>
      <dsp:spPr>
        <a:xfrm>
          <a:off x="152881" y="998718"/>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Twisted copper wires </a:t>
          </a:r>
        </a:p>
      </dsp:txBody>
      <dsp:txXfrm>
        <a:off x="182251" y="1028088"/>
        <a:ext cx="1130426" cy="944038"/>
      </dsp:txXfrm>
    </dsp:sp>
    <dsp:sp modelId="{03904068-8C12-E243-B264-DDB1E4202858}">
      <dsp:nvSpPr>
        <dsp:cNvPr id="0" name=""/>
        <dsp:cNvSpPr/>
      </dsp:nvSpPr>
      <dsp:spPr>
        <a:xfrm>
          <a:off x="152881" y="2155769"/>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Conductive shielding</a:t>
          </a:r>
        </a:p>
      </dsp:txBody>
      <dsp:txXfrm>
        <a:off x="182251" y="2185139"/>
        <a:ext cx="1130426" cy="944038"/>
      </dsp:txXfrm>
    </dsp:sp>
    <dsp:sp modelId="{84F15A87-628D-254F-B2FD-E6E5C499F558}">
      <dsp:nvSpPr>
        <dsp:cNvPr id="0" name=""/>
        <dsp:cNvSpPr/>
      </dsp:nvSpPr>
      <dsp:spPr>
        <a:xfrm>
          <a:off x="1602178" y="0"/>
          <a:ext cx="1486458"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20282F"/>
              </a:solidFill>
            </a:rPr>
            <a:t>Interference</a:t>
          </a:r>
        </a:p>
      </dsp:txBody>
      <dsp:txXfrm>
        <a:off x="1602178" y="0"/>
        <a:ext cx="1486458" cy="997743"/>
      </dsp:txXfrm>
    </dsp:sp>
    <dsp:sp modelId="{9856CDC7-52C0-114E-BCCA-1272E34DA3A7}">
      <dsp:nvSpPr>
        <dsp:cNvPr id="0" name=""/>
        <dsp:cNvSpPr/>
      </dsp:nvSpPr>
      <dsp:spPr>
        <a:xfrm>
          <a:off x="1750824" y="998718"/>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EMI protection</a:t>
          </a:r>
        </a:p>
      </dsp:txBody>
      <dsp:txXfrm>
        <a:off x="1780194" y="1028088"/>
        <a:ext cx="1130426" cy="944038"/>
      </dsp:txXfrm>
    </dsp:sp>
    <dsp:sp modelId="{9FEC0628-3A02-F541-9F25-BF493ACBB828}">
      <dsp:nvSpPr>
        <dsp:cNvPr id="0" name=""/>
        <dsp:cNvSpPr/>
      </dsp:nvSpPr>
      <dsp:spPr>
        <a:xfrm>
          <a:off x="1750824" y="2155769"/>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Reduced crosstalk</a:t>
          </a:r>
        </a:p>
      </dsp:txBody>
      <dsp:txXfrm>
        <a:off x="1780194" y="2185139"/>
        <a:ext cx="1130426" cy="944038"/>
      </dsp:txXfrm>
    </dsp:sp>
    <dsp:sp modelId="{FB884CA0-4D11-DD4C-BC98-42C2F78C0D46}">
      <dsp:nvSpPr>
        <dsp:cNvPr id="0" name=""/>
        <dsp:cNvSpPr/>
      </dsp:nvSpPr>
      <dsp:spPr>
        <a:xfrm>
          <a:off x="3200120" y="0"/>
          <a:ext cx="1486458"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20282F"/>
              </a:solidFill>
            </a:rPr>
            <a:t>Use</a:t>
          </a:r>
        </a:p>
      </dsp:txBody>
      <dsp:txXfrm>
        <a:off x="3200120" y="0"/>
        <a:ext cx="1486458" cy="997743"/>
      </dsp:txXfrm>
    </dsp:sp>
    <dsp:sp modelId="{825A3FC2-D369-0F4E-A8C5-F81862FBC95A}">
      <dsp:nvSpPr>
        <dsp:cNvPr id="0" name=""/>
        <dsp:cNvSpPr/>
      </dsp:nvSpPr>
      <dsp:spPr>
        <a:xfrm>
          <a:off x="3348766" y="998718"/>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High-interference areas</a:t>
          </a:r>
        </a:p>
      </dsp:txBody>
      <dsp:txXfrm>
        <a:off x="3378136" y="1028088"/>
        <a:ext cx="1130426" cy="944038"/>
      </dsp:txXfrm>
    </dsp:sp>
    <dsp:sp modelId="{36B46F4B-07DB-0C49-B68B-1D5C0EAB6B52}">
      <dsp:nvSpPr>
        <dsp:cNvPr id="0" name=""/>
        <dsp:cNvSpPr/>
      </dsp:nvSpPr>
      <dsp:spPr>
        <a:xfrm>
          <a:off x="3348766" y="2155769"/>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Sensitive data transmission</a:t>
          </a:r>
        </a:p>
      </dsp:txBody>
      <dsp:txXfrm>
        <a:off x="3378136" y="2185139"/>
        <a:ext cx="1130426" cy="944038"/>
      </dsp:txXfrm>
    </dsp:sp>
    <dsp:sp modelId="{0A8835EF-E2F4-4841-A8F8-0C0B708F0402}">
      <dsp:nvSpPr>
        <dsp:cNvPr id="0" name=""/>
        <dsp:cNvSpPr/>
      </dsp:nvSpPr>
      <dsp:spPr>
        <a:xfrm>
          <a:off x="4798063" y="0"/>
          <a:ext cx="1486458"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20282F"/>
              </a:solidFill>
            </a:rPr>
            <a:t>Categories</a:t>
          </a:r>
        </a:p>
      </dsp:txBody>
      <dsp:txXfrm>
        <a:off x="4798063" y="0"/>
        <a:ext cx="1486458" cy="997743"/>
      </dsp:txXfrm>
    </dsp:sp>
    <dsp:sp modelId="{9B3C1E9F-AD2E-4948-8763-7982E9C742D2}">
      <dsp:nvSpPr>
        <dsp:cNvPr id="0" name=""/>
        <dsp:cNvSpPr/>
      </dsp:nvSpPr>
      <dsp:spPr>
        <a:xfrm>
          <a:off x="4946709" y="997743"/>
          <a:ext cx="1189166" cy="2161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Grades such as Cat5e, 6, 7</a:t>
          </a:r>
        </a:p>
      </dsp:txBody>
      <dsp:txXfrm>
        <a:off x="4981538" y="1032572"/>
        <a:ext cx="1119508" cy="2092120"/>
      </dsp:txXfrm>
    </dsp:sp>
    <dsp:sp modelId="{441C3A6F-5066-BE40-9920-9B60E89F2149}">
      <dsp:nvSpPr>
        <dsp:cNvPr id="0" name=""/>
        <dsp:cNvSpPr/>
      </dsp:nvSpPr>
      <dsp:spPr>
        <a:xfrm>
          <a:off x="6396005" y="0"/>
          <a:ext cx="1486458"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20282F"/>
              </a:solidFill>
            </a:rPr>
            <a:t>Installation</a:t>
          </a:r>
        </a:p>
      </dsp:txBody>
      <dsp:txXfrm>
        <a:off x="6396005" y="0"/>
        <a:ext cx="1486458" cy="997743"/>
      </dsp:txXfrm>
    </dsp:sp>
    <dsp:sp modelId="{E6313D08-711B-FD4B-984C-1CAA9919ED9A}">
      <dsp:nvSpPr>
        <dsp:cNvPr id="0" name=""/>
        <dsp:cNvSpPr/>
      </dsp:nvSpPr>
      <dsp:spPr>
        <a:xfrm>
          <a:off x="6544651" y="998718"/>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Careful handling </a:t>
          </a:r>
        </a:p>
      </dsp:txBody>
      <dsp:txXfrm>
        <a:off x="6574021" y="1028088"/>
        <a:ext cx="1130426" cy="944038"/>
      </dsp:txXfrm>
    </dsp:sp>
    <dsp:sp modelId="{F9B16054-CC83-5941-BDD9-F2A923354DCA}">
      <dsp:nvSpPr>
        <dsp:cNvPr id="0" name=""/>
        <dsp:cNvSpPr/>
      </dsp:nvSpPr>
      <dsp:spPr>
        <a:xfrm>
          <a:off x="6544651" y="2155769"/>
          <a:ext cx="1189166"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Avoid sharp bends</a:t>
          </a:r>
        </a:p>
      </dsp:txBody>
      <dsp:txXfrm>
        <a:off x="6574021" y="2185139"/>
        <a:ext cx="1130426" cy="9440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5CB02-D617-BC48-8415-E6DACBAEFCDD}">
      <dsp:nvSpPr>
        <dsp:cNvPr id="0" name=""/>
        <dsp:cNvSpPr/>
      </dsp:nvSpPr>
      <dsp:spPr>
        <a:xfrm>
          <a:off x="38" y="34098"/>
          <a:ext cx="3685337"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1"/>
              </a:solidFill>
            </a:rPr>
            <a:t>Plenum-rated</a:t>
          </a:r>
        </a:p>
      </dsp:txBody>
      <dsp:txXfrm>
        <a:off x="38" y="34098"/>
        <a:ext cx="3685337" cy="547200"/>
      </dsp:txXfrm>
    </dsp:sp>
    <dsp:sp modelId="{027F24D5-AA1A-BC43-93D0-EABA75A47ADE}">
      <dsp:nvSpPr>
        <dsp:cNvPr id="0" name=""/>
        <dsp:cNvSpPr/>
      </dsp:nvSpPr>
      <dsp:spPr>
        <a:xfrm>
          <a:off x="38" y="581298"/>
          <a:ext cx="3685337" cy="219050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solidFill>
                <a:srgbClr val="20282F"/>
              </a:solidFill>
            </a:rPr>
            <a:t>Installed in plenum spaces</a:t>
          </a:r>
        </a:p>
        <a:p>
          <a:pPr marL="171450" lvl="1" indent="-171450" algn="l" defTabSz="844550">
            <a:lnSpc>
              <a:spcPct val="90000"/>
            </a:lnSpc>
            <a:spcBef>
              <a:spcPct val="0"/>
            </a:spcBef>
            <a:spcAft>
              <a:spcPct val="15000"/>
            </a:spcAft>
            <a:buChar char="•"/>
          </a:pPr>
          <a:r>
            <a:rPr lang="en-US" sz="1900" kern="1200" dirty="0">
              <a:solidFill>
                <a:srgbClr val="20282F"/>
              </a:solidFill>
            </a:rPr>
            <a:t>Made of fire-resistant low toxic materials </a:t>
          </a:r>
        </a:p>
        <a:p>
          <a:pPr marL="171450" lvl="1" indent="-171450" algn="l" defTabSz="844550">
            <a:lnSpc>
              <a:spcPct val="90000"/>
            </a:lnSpc>
            <a:spcBef>
              <a:spcPct val="0"/>
            </a:spcBef>
            <a:spcAft>
              <a:spcPct val="15000"/>
            </a:spcAft>
            <a:buChar char="•"/>
          </a:pPr>
          <a:r>
            <a:rPr lang="en-US" sz="1900" kern="1200" dirty="0">
              <a:solidFill>
                <a:srgbClr val="20282F"/>
              </a:solidFill>
            </a:rPr>
            <a:t>Meets higher fire </a:t>
          </a:r>
          <a:br>
            <a:rPr lang="en-US" sz="1900" kern="1200" dirty="0">
              <a:solidFill>
                <a:srgbClr val="20282F"/>
              </a:solidFill>
            </a:rPr>
          </a:br>
          <a:r>
            <a:rPr lang="en-US" sz="1900" kern="1200" dirty="0">
              <a:solidFill>
                <a:srgbClr val="20282F"/>
              </a:solidFill>
            </a:rPr>
            <a:t>safety standards</a:t>
          </a:r>
        </a:p>
        <a:p>
          <a:pPr marL="171450" lvl="1" indent="-171450" algn="l" defTabSz="844550">
            <a:lnSpc>
              <a:spcPct val="90000"/>
            </a:lnSpc>
            <a:spcBef>
              <a:spcPct val="0"/>
            </a:spcBef>
            <a:spcAft>
              <a:spcPct val="15000"/>
            </a:spcAft>
            <a:buChar char="•"/>
          </a:pPr>
          <a:r>
            <a:rPr lang="en-US" sz="1900" kern="1200" dirty="0">
              <a:solidFill>
                <a:srgbClr val="20282F"/>
              </a:solidFill>
            </a:rPr>
            <a:t>More expensive</a:t>
          </a:r>
        </a:p>
      </dsp:txBody>
      <dsp:txXfrm>
        <a:off x="38" y="581298"/>
        <a:ext cx="3685337" cy="2190509"/>
      </dsp:txXfrm>
    </dsp:sp>
    <dsp:sp modelId="{721D9683-7194-AC4A-9216-CFAB7F972D28}">
      <dsp:nvSpPr>
        <dsp:cNvPr id="0" name=""/>
        <dsp:cNvSpPr/>
      </dsp:nvSpPr>
      <dsp:spPr>
        <a:xfrm>
          <a:off x="4201323" y="34098"/>
          <a:ext cx="3685337"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1"/>
              </a:solidFill>
            </a:rPr>
            <a:t>Riser-rated</a:t>
          </a:r>
        </a:p>
      </dsp:txBody>
      <dsp:txXfrm>
        <a:off x="4201323" y="34098"/>
        <a:ext cx="3685337" cy="547200"/>
      </dsp:txXfrm>
    </dsp:sp>
    <dsp:sp modelId="{38F4C5BF-4AA7-F34E-87BF-34CE1F980700}">
      <dsp:nvSpPr>
        <dsp:cNvPr id="0" name=""/>
        <dsp:cNvSpPr/>
      </dsp:nvSpPr>
      <dsp:spPr>
        <a:xfrm>
          <a:off x="4201323" y="581298"/>
          <a:ext cx="3685337" cy="219050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solidFill>
                <a:srgbClr val="20282F"/>
              </a:solidFill>
            </a:rPr>
            <a:t>Used in vertical spaces between floors </a:t>
          </a:r>
        </a:p>
        <a:p>
          <a:pPr marL="171450" lvl="1" indent="-171450" algn="l" defTabSz="844550">
            <a:lnSpc>
              <a:spcPct val="90000"/>
            </a:lnSpc>
            <a:spcBef>
              <a:spcPct val="0"/>
            </a:spcBef>
            <a:spcAft>
              <a:spcPct val="15000"/>
            </a:spcAft>
            <a:buChar char="•"/>
          </a:pPr>
          <a:r>
            <a:rPr lang="en-US" sz="1900" kern="1200" dirty="0">
              <a:solidFill>
                <a:srgbClr val="20282F"/>
              </a:solidFill>
            </a:rPr>
            <a:t>Fire-resistant </a:t>
          </a:r>
        </a:p>
        <a:p>
          <a:pPr marL="171450" lvl="1" indent="-171450" algn="l" defTabSz="844550">
            <a:lnSpc>
              <a:spcPct val="90000"/>
            </a:lnSpc>
            <a:spcBef>
              <a:spcPct val="0"/>
            </a:spcBef>
            <a:spcAft>
              <a:spcPct val="15000"/>
            </a:spcAft>
            <a:buChar char="•"/>
          </a:pPr>
          <a:r>
            <a:rPr lang="en-US" sz="1900" kern="1200" dirty="0">
              <a:solidFill>
                <a:srgbClr val="20282F"/>
              </a:solidFill>
            </a:rPr>
            <a:t>Prevent the spread of fire between floors</a:t>
          </a:r>
        </a:p>
        <a:p>
          <a:pPr marL="171450" lvl="1" indent="-171450" algn="l" defTabSz="844550">
            <a:lnSpc>
              <a:spcPct val="90000"/>
            </a:lnSpc>
            <a:spcBef>
              <a:spcPct val="0"/>
            </a:spcBef>
            <a:spcAft>
              <a:spcPct val="15000"/>
            </a:spcAft>
            <a:buChar char="•"/>
          </a:pPr>
          <a:r>
            <a:rPr lang="en-US" sz="1900" kern="1200" dirty="0">
              <a:solidFill>
                <a:srgbClr val="20282F"/>
              </a:solidFill>
            </a:rPr>
            <a:t>More cost-effective</a:t>
          </a:r>
        </a:p>
      </dsp:txBody>
      <dsp:txXfrm>
        <a:off x="4201323" y="581298"/>
        <a:ext cx="3685337" cy="21905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F665F-D159-0D4F-91E6-8504D0984EF3}">
      <dsp:nvSpPr>
        <dsp:cNvPr id="0" name=""/>
        <dsp:cNvSpPr/>
      </dsp:nvSpPr>
      <dsp:spPr>
        <a:xfrm>
          <a:off x="0" y="2900"/>
          <a:ext cx="3548816" cy="85059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What would be the </a:t>
          </a:r>
          <a:br>
            <a:rPr lang="en-US" sz="2000" kern="1200" dirty="0"/>
          </a:br>
          <a:r>
            <a:rPr lang="en-US" sz="2000" kern="1200" dirty="0"/>
            <a:t>best cable to use?</a:t>
          </a:r>
        </a:p>
      </dsp:txBody>
      <dsp:txXfrm>
        <a:off x="41523" y="44423"/>
        <a:ext cx="3465770" cy="767548"/>
      </dsp:txXfrm>
    </dsp:sp>
    <dsp:sp modelId="{A971276D-14D8-1E4F-A93A-886A58501512}">
      <dsp:nvSpPr>
        <dsp:cNvPr id="0" name=""/>
        <dsp:cNvSpPr/>
      </dsp:nvSpPr>
      <dsp:spPr>
        <a:xfrm>
          <a:off x="0" y="853495"/>
          <a:ext cx="3548816" cy="2114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675" tIns="25400" rIns="142240" bIns="25400" numCol="1" spcCol="1270" anchor="t" anchorCtr="0">
          <a:noAutofit/>
        </a:bodyPr>
        <a:lstStyle/>
        <a:p>
          <a:pPr marL="228600" lvl="1" indent="-228600" algn="l" defTabSz="889000">
            <a:lnSpc>
              <a:spcPct val="90000"/>
            </a:lnSpc>
            <a:spcBef>
              <a:spcPct val="0"/>
            </a:spcBef>
            <a:spcAft>
              <a:spcPct val="20000"/>
            </a:spcAft>
            <a:buFont typeface="Wingdings" panose="05000000000000000000" pitchFamily="2" charset="2"/>
            <a:buChar char="q"/>
          </a:pPr>
          <a:r>
            <a:rPr lang="en-US" sz="2000" kern="1200" dirty="0">
              <a:solidFill>
                <a:srgbClr val="20282F"/>
              </a:solidFill>
            </a:rPr>
            <a:t>Unshielded Twisted </a:t>
          </a:r>
          <a:br>
            <a:rPr lang="en-US" sz="2000" kern="1200" dirty="0">
              <a:solidFill>
                <a:srgbClr val="20282F"/>
              </a:solidFill>
            </a:rPr>
          </a:br>
          <a:r>
            <a:rPr lang="en-US" sz="2000" kern="1200" dirty="0">
              <a:solidFill>
                <a:srgbClr val="20282F"/>
              </a:solidFill>
            </a:rPr>
            <a:t>Pair (UTP)</a:t>
          </a:r>
        </a:p>
        <a:p>
          <a:pPr marL="228600" lvl="1" indent="-228600" algn="l" defTabSz="889000">
            <a:lnSpc>
              <a:spcPct val="90000"/>
            </a:lnSpc>
            <a:spcBef>
              <a:spcPct val="0"/>
            </a:spcBef>
            <a:spcAft>
              <a:spcPct val="20000"/>
            </a:spcAft>
            <a:buFont typeface="Wingdings" panose="05000000000000000000" pitchFamily="2" charset="2"/>
            <a:buChar char="q"/>
          </a:pPr>
          <a:r>
            <a:rPr lang="en-US" sz="2000" kern="1200" dirty="0">
              <a:solidFill>
                <a:srgbClr val="20282F"/>
              </a:solidFill>
            </a:rPr>
            <a:t>Shielded Twisted </a:t>
          </a:r>
          <a:br>
            <a:rPr lang="en-US" sz="2000" kern="1200" dirty="0">
              <a:solidFill>
                <a:srgbClr val="20282F"/>
              </a:solidFill>
            </a:rPr>
          </a:br>
          <a:r>
            <a:rPr lang="en-US" sz="2000" kern="1200" dirty="0">
              <a:solidFill>
                <a:srgbClr val="20282F"/>
              </a:solidFill>
            </a:rPr>
            <a:t>Pair (STP)</a:t>
          </a:r>
        </a:p>
        <a:p>
          <a:pPr marL="228600" lvl="1" indent="-228600" algn="l" defTabSz="889000">
            <a:lnSpc>
              <a:spcPct val="90000"/>
            </a:lnSpc>
            <a:spcBef>
              <a:spcPct val="0"/>
            </a:spcBef>
            <a:spcAft>
              <a:spcPct val="20000"/>
            </a:spcAft>
            <a:buFont typeface="Wingdings" panose="05000000000000000000" pitchFamily="2" charset="2"/>
            <a:buChar char="q"/>
          </a:pPr>
          <a:r>
            <a:rPr lang="en-US" sz="2000" kern="1200" dirty="0">
              <a:solidFill>
                <a:srgbClr val="20282F"/>
              </a:solidFill>
            </a:rPr>
            <a:t>Coaxial Cable </a:t>
          </a:r>
        </a:p>
        <a:p>
          <a:pPr marL="228600" lvl="1" indent="-228600" algn="l" defTabSz="889000">
            <a:lnSpc>
              <a:spcPct val="90000"/>
            </a:lnSpc>
            <a:spcBef>
              <a:spcPct val="0"/>
            </a:spcBef>
            <a:spcAft>
              <a:spcPct val="20000"/>
            </a:spcAft>
            <a:buFont typeface="Wingdings" panose="05000000000000000000" pitchFamily="2" charset="2"/>
            <a:buChar char="q"/>
          </a:pPr>
          <a:r>
            <a:rPr lang="en-US" sz="2000" kern="1200" dirty="0">
              <a:solidFill>
                <a:srgbClr val="20282F"/>
              </a:solidFill>
            </a:rPr>
            <a:t>Fiber Optic Cable</a:t>
          </a:r>
        </a:p>
      </dsp:txBody>
      <dsp:txXfrm>
        <a:off x="0" y="853495"/>
        <a:ext cx="3548816" cy="21149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E17DF-C910-4068-B41B-4B600DD7ED90}">
      <dsp:nvSpPr>
        <dsp:cNvPr id="0" name=""/>
        <dsp:cNvSpPr/>
      </dsp:nvSpPr>
      <dsp:spPr>
        <a:xfrm>
          <a:off x="3850" y="226754"/>
          <a:ext cx="1969749" cy="27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b="1" kern="1200" dirty="0">
              <a:solidFill>
                <a:schemeClr val="accent6"/>
              </a:solidFill>
            </a:rPr>
            <a:t>Work Area </a:t>
          </a:r>
        </a:p>
      </dsp:txBody>
      <dsp:txXfrm>
        <a:off x="3850" y="226754"/>
        <a:ext cx="1969749" cy="273487"/>
      </dsp:txXfrm>
    </dsp:sp>
    <dsp:sp modelId="{F258932D-5A6C-4365-9380-4EAB6BDB593A}">
      <dsp:nvSpPr>
        <dsp:cNvPr id="0" name=""/>
        <dsp:cNvSpPr/>
      </dsp:nvSpPr>
      <dsp:spPr>
        <a:xfrm>
          <a:off x="1973600" y="209661"/>
          <a:ext cx="393949" cy="307673"/>
        </a:xfrm>
        <a:prstGeom prst="leftBrace">
          <a:avLst>
            <a:gd name="adj1" fmla="val 35000"/>
            <a:gd name="adj2" fmla="val 50000"/>
          </a:avLst>
        </a:prstGeom>
        <a:noFill/>
        <a:ln w="12700" cap="flat" cmpd="sng" algn="ctr">
          <a:solidFill>
            <a:schemeClr val="accent6"/>
          </a:solidFill>
          <a:prstDash val="solid"/>
          <a:miter lim="800000"/>
        </a:ln>
        <a:effectLst/>
      </dsp:spPr>
      <dsp:style>
        <a:lnRef idx="2">
          <a:scrgbClr r="0" g="0" b="0"/>
        </a:lnRef>
        <a:fillRef idx="0">
          <a:scrgbClr r="0" g="0" b="0"/>
        </a:fillRef>
        <a:effectRef idx="0">
          <a:scrgbClr r="0" g="0" b="0"/>
        </a:effectRef>
        <a:fontRef idx="minor"/>
      </dsp:style>
    </dsp:sp>
    <dsp:sp modelId="{80548552-FE85-4BA1-9F51-EDED2F831AF1}">
      <dsp:nvSpPr>
        <dsp:cNvPr id="0" name=""/>
        <dsp:cNvSpPr/>
      </dsp:nvSpPr>
      <dsp:spPr>
        <a:xfrm>
          <a:off x="2525130" y="209661"/>
          <a:ext cx="5357718" cy="307673"/>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User connection point </a:t>
          </a:r>
        </a:p>
      </dsp:txBody>
      <dsp:txXfrm>
        <a:off x="2525130" y="209661"/>
        <a:ext cx="5357718" cy="307673"/>
      </dsp:txXfrm>
    </dsp:sp>
    <dsp:sp modelId="{49A60BC1-400B-4526-8913-35F650CDD323}">
      <dsp:nvSpPr>
        <dsp:cNvPr id="0" name=""/>
        <dsp:cNvSpPr/>
      </dsp:nvSpPr>
      <dsp:spPr>
        <a:xfrm>
          <a:off x="3850" y="696605"/>
          <a:ext cx="1969749" cy="27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b="1" kern="1200" dirty="0">
              <a:solidFill>
                <a:schemeClr val="accent6"/>
              </a:solidFill>
            </a:rPr>
            <a:t>Horizontal Cabling </a:t>
          </a:r>
        </a:p>
      </dsp:txBody>
      <dsp:txXfrm>
        <a:off x="3850" y="696605"/>
        <a:ext cx="1969749" cy="273487"/>
      </dsp:txXfrm>
    </dsp:sp>
    <dsp:sp modelId="{D4957A31-208A-468B-A63B-AE1D4A290FA3}">
      <dsp:nvSpPr>
        <dsp:cNvPr id="0" name=""/>
        <dsp:cNvSpPr/>
      </dsp:nvSpPr>
      <dsp:spPr>
        <a:xfrm>
          <a:off x="1973600" y="564134"/>
          <a:ext cx="393949" cy="538428"/>
        </a:xfrm>
        <a:prstGeom prst="leftBrace">
          <a:avLst>
            <a:gd name="adj1" fmla="val 35000"/>
            <a:gd name="adj2" fmla="val 50000"/>
          </a:avLst>
        </a:prstGeom>
        <a:noFill/>
        <a:ln w="12700" cap="flat" cmpd="sng" algn="ctr">
          <a:solidFill>
            <a:schemeClr val="accent6"/>
          </a:solidFill>
          <a:prstDash val="solid"/>
          <a:miter lim="800000"/>
        </a:ln>
        <a:effectLst/>
      </dsp:spPr>
      <dsp:style>
        <a:lnRef idx="2">
          <a:scrgbClr r="0" g="0" b="0"/>
        </a:lnRef>
        <a:fillRef idx="0">
          <a:scrgbClr r="0" g="0" b="0"/>
        </a:fillRef>
        <a:effectRef idx="0">
          <a:scrgbClr r="0" g="0" b="0"/>
        </a:effectRef>
        <a:fontRef idx="minor"/>
      </dsp:style>
    </dsp:sp>
    <dsp:sp modelId="{29B11505-9577-4CFF-BE02-90DBF855036C}">
      <dsp:nvSpPr>
        <dsp:cNvPr id="0" name=""/>
        <dsp:cNvSpPr/>
      </dsp:nvSpPr>
      <dsp:spPr>
        <a:xfrm>
          <a:off x="2525130" y="564134"/>
          <a:ext cx="5357718" cy="53842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Floor-level networking</a:t>
          </a:r>
        </a:p>
        <a:p>
          <a:pPr marL="114300" lvl="1" indent="-114300" algn="l" defTabSz="577850">
            <a:lnSpc>
              <a:spcPct val="90000"/>
            </a:lnSpc>
            <a:spcBef>
              <a:spcPct val="0"/>
            </a:spcBef>
            <a:spcAft>
              <a:spcPct val="15000"/>
            </a:spcAft>
            <a:buChar char="•"/>
          </a:pPr>
          <a:r>
            <a:rPr lang="en-US" sz="1300" kern="1200" dirty="0"/>
            <a:t>Multiple intermediate distribution frames (IDFs)</a:t>
          </a:r>
        </a:p>
      </dsp:txBody>
      <dsp:txXfrm>
        <a:off x="2525130" y="564134"/>
        <a:ext cx="5357718" cy="538428"/>
      </dsp:txXfrm>
    </dsp:sp>
    <dsp:sp modelId="{75665609-0861-4E94-939E-29C0A9961A99}">
      <dsp:nvSpPr>
        <dsp:cNvPr id="0" name=""/>
        <dsp:cNvSpPr/>
      </dsp:nvSpPr>
      <dsp:spPr>
        <a:xfrm>
          <a:off x="3850" y="1305085"/>
          <a:ext cx="1969749" cy="47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b="1" kern="1200" dirty="0">
              <a:solidFill>
                <a:schemeClr val="accent6"/>
              </a:solidFill>
            </a:rPr>
            <a:t>Telecommunications Room</a:t>
          </a:r>
        </a:p>
      </dsp:txBody>
      <dsp:txXfrm>
        <a:off x="3850" y="1305085"/>
        <a:ext cx="1969749" cy="474581"/>
      </dsp:txXfrm>
    </dsp:sp>
    <dsp:sp modelId="{90BF79F6-4BCF-4B45-B19E-A26FFA00E056}">
      <dsp:nvSpPr>
        <dsp:cNvPr id="0" name=""/>
        <dsp:cNvSpPr/>
      </dsp:nvSpPr>
      <dsp:spPr>
        <a:xfrm>
          <a:off x="1973600" y="1149363"/>
          <a:ext cx="393949" cy="786025"/>
        </a:xfrm>
        <a:prstGeom prst="leftBrace">
          <a:avLst>
            <a:gd name="adj1" fmla="val 35000"/>
            <a:gd name="adj2" fmla="val 50000"/>
          </a:avLst>
        </a:prstGeom>
        <a:noFill/>
        <a:ln w="12700" cap="flat" cmpd="sng" algn="ctr">
          <a:solidFill>
            <a:schemeClr val="accent6"/>
          </a:solidFill>
          <a:prstDash val="solid"/>
          <a:miter lim="800000"/>
        </a:ln>
        <a:effectLst/>
      </dsp:spPr>
      <dsp:style>
        <a:lnRef idx="2">
          <a:scrgbClr r="0" g="0" b="0"/>
        </a:lnRef>
        <a:fillRef idx="0">
          <a:scrgbClr r="0" g="0" b="0"/>
        </a:fillRef>
        <a:effectRef idx="0">
          <a:scrgbClr r="0" g="0" b="0"/>
        </a:effectRef>
        <a:fontRef idx="minor"/>
      </dsp:style>
    </dsp:sp>
    <dsp:sp modelId="{1AF4E7FC-88D4-4D38-97B1-885506E5963B}">
      <dsp:nvSpPr>
        <dsp:cNvPr id="0" name=""/>
        <dsp:cNvSpPr/>
      </dsp:nvSpPr>
      <dsp:spPr>
        <a:xfrm>
          <a:off x="2525130" y="1149363"/>
          <a:ext cx="5357718" cy="786025"/>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Equipment hub </a:t>
          </a:r>
        </a:p>
        <a:p>
          <a:pPr marL="114300" lvl="1" indent="-114300" algn="l" defTabSz="577850">
            <a:lnSpc>
              <a:spcPct val="90000"/>
            </a:lnSpc>
            <a:spcBef>
              <a:spcPct val="0"/>
            </a:spcBef>
            <a:spcAft>
              <a:spcPct val="15000"/>
            </a:spcAft>
            <a:buChar char="•"/>
          </a:pPr>
          <a:r>
            <a:rPr lang="en-US" sz="1300" kern="1200" dirty="0"/>
            <a:t>Dedicated space </a:t>
          </a:r>
        </a:p>
        <a:p>
          <a:pPr marL="114300" lvl="1" indent="-114300" algn="l" defTabSz="577850">
            <a:lnSpc>
              <a:spcPct val="90000"/>
            </a:lnSpc>
            <a:spcBef>
              <a:spcPct val="0"/>
            </a:spcBef>
            <a:spcAft>
              <a:spcPct val="15000"/>
            </a:spcAft>
            <a:buChar char="•"/>
          </a:pPr>
          <a:r>
            <a:rPr lang="en-US" sz="1300" kern="1200" dirty="0"/>
            <a:t>Houses an IDF</a:t>
          </a:r>
        </a:p>
      </dsp:txBody>
      <dsp:txXfrm>
        <a:off x="2525130" y="1149363"/>
        <a:ext cx="5357718" cy="786025"/>
      </dsp:txXfrm>
    </dsp:sp>
    <dsp:sp modelId="{E86A515C-FAC5-4C0B-9D37-CCBDCD8AF257}">
      <dsp:nvSpPr>
        <dsp:cNvPr id="0" name=""/>
        <dsp:cNvSpPr/>
      </dsp:nvSpPr>
      <dsp:spPr>
        <a:xfrm>
          <a:off x="3850" y="2114659"/>
          <a:ext cx="1969749" cy="27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b="1" kern="1200" dirty="0">
              <a:solidFill>
                <a:schemeClr val="accent6"/>
              </a:solidFill>
            </a:rPr>
            <a:t>Backbone Cabling</a:t>
          </a:r>
        </a:p>
      </dsp:txBody>
      <dsp:txXfrm>
        <a:off x="3850" y="2114659"/>
        <a:ext cx="1969749" cy="273487"/>
      </dsp:txXfrm>
    </dsp:sp>
    <dsp:sp modelId="{16AAA027-2428-47E2-B165-D2970389F17C}">
      <dsp:nvSpPr>
        <dsp:cNvPr id="0" name=""/>
        <dsp:cNvSpPr/>
      </dsp:nvSpPr>
      <dsp:spPr>
        <a:xfrm>
          <a:off x="1973600" y="1982188"/>
          <a:ext cx="393949" cy="538428"/>
        </a:xfrm>
        <a:prstGeom prst="leftBrace">
          <a:avLst>
            <a:gd name="adj1" fmla="val 35000"/>
            <a:gd name="adj2" fmla="val 50000"/>
          </a:avLst>
        </a:prstGeom>
        <a:noFill/>
        <a:ln w="12700" cap="flat" cmpd="sng" algn="ctr">
          <a:solidFill>
            <a:schemeClr val="accent6"/>
          </a:solidFill>
          <a:prstDash val="solid"/>
          <a:miter lim="800000"/>
        </a:ln>
        <a:effectLst/>
      </dsp:spPr>
      <dsp:style>
        <a:lnRef idx="2">
          <a:scrgbClr r="0" g="0" b="0"/>
        </a:lnRef>
        <a:fillRef idx="0">
          <a:scrgbClr r="0" g="0" b="0"/>
        </a:fillRef>
        <a:effectRef idx="0">
          <a:scrgbClr r="0" g="0" b="0"/>
        </a:effectRef>
        <a:fontRef idx="minor"/>
      </dsp:style>
    </dsp:sp>
    <dsp:sp modelId="{3BC58BD5-D592-48E1-BA5B-A35DFCCF3579}">
      <dsp:nvSpPr>
        <dsp:cNvPr id="0" name=""/>
        <dsp:cNvSpPr/>
      </dsp:nvSpPr>
      <dsp:spPr>
        <a:xfrm>
          <a:off x="2525130" y="1982188"/>
          <a:ext cx="5357718" cy="53842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Vertical connections</a:t>
          </a:r>
        </a:p>
        <a:p>
          <a:pPr marL="114300" lvl="1" indent="-114300" algn="l" defTabSz="577850">
            <a:lnSpc>
              <a:spcPct val="90000"/>
            </a:lnSpc>
            <a:spcBef>
              <a:spcPct val="0"/>
            </a:spcBef>
            <a:spcAft>
              <a:spcPct val="15000"/>
            </a:spcAft>
            <a:buChar char="•"/>
          </a:pPr>
          <a:r>
            <a:rPr lang="en-US" sz="1300" kern="1200" dirty="0"/>
            <a:t>Connects IDFs to a main distribution frame (MDF)</a:t>
          </a:r>
        </a:p>
      </dsp:txBody>
      <dsp:txXfrm>
        <a:off x="2525130" y="1982188"/>
        <a:ext cx="5357718" cy="538428"/>
      </dsp:txXfrm>
    </dsp:sp>
    <dsp:sp modelId="{F8F18342-3E74-4DC6-A608-977972C15C69}">
      <dsp:nvSpPr>
        <dsp:cNvPr id="0" name=""/>
        <dsp:cNvSpPr/>
      </dsp:nvSpPr>
      <dsp:spPr>
        <a:xfrm>
          <a:off x="3850" y="2604493"/>
          <a:ext cx="1969749" cy="47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b="1" kern="1200" dirty="0">
              <a:solidFill>
                <a:schemeClr val="accent6"/>
              </a:solidFill>
            </a:rPr>
            <a:t>Entrance Facilities/Demarc</a:t>
          </a:r>
        </a:p>
      </dsp:txBody>
      <dsp:txXfrm>
        <a:off x="3850" y="2604493"/>
        <a:ext cx="1969749" cy="474581"/>
      </dsp:txXfrm>
    </dsp:sp>
    <dsp:sp modelId="{40B5486E-87E2-45B6-BE4B-3D3A7B612358}">
      <dsp:nvSpPr>
        <dsp:cNvPr id="0" name=""/>
        <dsp:cNvSpPr/>
      </dsp:nvSpPr>
      <dsp:spPr>
        <a:xfrm>
          <a:off x="1973600" y="2567417"/>
          <a:ext cx="393949" cy="548734"/>
        </a:xfrm>
        <a:prstGeom prst="leftBrace">
          <a:avLst>
            <a:gd name="adj1" fmla="val 35000"/>
            <a:gd name="adj2" fmla="val 50000"/>
          </a:avLst>
        </a:prstGeom>
        <a:noFill/>
        <a:ln w="12700" cap="flat" cmpd="sng" algn="ctr">
          <a:solidFill>
            <a:schemeClr val="accent6"/>
          </a:solidFill>
          <a:prstDash val="solid"/>
          <a:miter lim="800000"/>
        </a:ln>
        <a:effectLst/>
      </dsp:spPr>
      <dsp:style>
        <a:lnRef idx="2">
          <a:scrgbClr r="0" g="0" b="0"/>
        </a:lnRef>
        <a:fillRef idx="0">
          <a:scrgbClr r="0" g="0" b="0"/>
        </a:fillRef>
        <a:effectRef idx="0">
          <a:scrgbClr r="0" g="0" b="0"/>
        </a:effectRef>
        <a:fontRef idx="minor"/>
      </dsp:style>
    </dsp:sp>
    <dsp:sp modelId="{930A3FFB-FAC3-4D28-89C9-83EBC04D958E}">
      <dsp:nvSpPr>
        <dsp:cNvPr id="0" name=""/>
        <dsp:cNvSpPr/>
      </dsp:nvSpPr>
      <dsp:spPr>
        <a:xfrm>
          <a:off x="2525130" y="2567417"/>
          <a:ext cx="5357718" cy="54873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Network transition point </a:t>
          </a:r>
        </a:p>
        <a:p>
          <a:pPr marL="114300" lvl="1" indent="-114300" algn="l" defTabSz="577850">
            <a:lnSpc>
              <a:spcPct val="90000"/>
            </a:lnSpc>
            <a:spcBef>
              <a:spcPct val="0"/>
            </a:spcBef>
            <a:spcAft>
              <a:spcPct val="15000"/>
            </a:spcAft>
            <a:buChar char="•"/>
          </a:pPr>
          <a:r>
            <a:rPr lang="en-US" sz="1300" kern="1200" dirty="0"/>
            <a:t>Local exchange carrier (LEC) integration</a:t>
          </a:r>
        </a:p>
      </dsp:txBody>
      <dsp:txXfrm>
        <a:off x="2525130" y="2567417"/>
        <a:ext cx="5357718" cy="548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C4A30E-E2A2-4DE5-AD66-E64769C872AB}">
      <dsp:nvSpPr>
        <dsp:cNvPr id="0" name=""/>
        <dsp:cNvSpPr/>
      </dsp:nvSpPr>
      <dsp:spPr>
        <a:xfrm>
          <a:off x="2965" y="4948"/>
          <a:ext cx="1782979" cy="6048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None/>
          </a:pPr>
          <a:r>
            <a:rPr lang="en-US" sz="1500" b="0" kern="1200" dirty="0"/>
            <a:t>Purpose</a:t>
          </a:r>
        </a:p>
      </dsp:txBody>
      <dsp:txXfrm>
        <a:off x="2965" y="4948"/>
        <a:ext cx="1782979" cy="604800"/>
      </dsp:txXfrm>
    </dsp:sp>
    <dsp:sp modelId="{85B74216-A953-4D92-9671-0FE1DBC9A749}">
      <dsp:nvSpPr>
        <dsp:cNvPr id="0" name=""/>
        <dsp:cNvSpPr/>
      </dsp:nvSpPr>
      <dsp:spPr>
        <a:xfrm>
          <a:off x="2965" y="609748"/>
          <a:ext cx="1782979" cy="271111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Facilitates cable management</a:t>
          </a:r>
        </a:p>
      </dsp:txBody>
      <dsp:txXfrm>
        <a:off x="2965" y="609748"/>
        <a:ext cx="1782979" cy="2711116"/>
      </dsp:txXfrm>
    </dsp:sp>
    <dsp:sp modelId="{716C5FBA-3612-4BC7-A3CA-29CE4314B0F2}">
      <dsp:nvSpPr>
        <dsp:cNvPr id="0" name=""/>
        <dsp:cNvSpPr/>
      </dsp:nvSpPr>
      <dsp:spPr>
        <a:xfrm>
          <a:off x="2035561" y="4948"/>
          <a:ext cx="1782979" cy="6048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None/>
          </a:pPr>
          <a:r>
            <a:rPr lang="en-US" sz="1500" b="0" kern="1200" dirty="0"/>
            <a:t>Structure</a:t>
          </a:r>
        </a:p>
      </dsp:txBody>
      <dsp:txXfrm>
        <a:off x="2035561" y="4948"/>
        <a:ext cx="1782979" cy="604800"/>
      </dsp:txXfrm>
    </dsp:sp>
    <dsp:sp modelId="{818BF4CC-8CD8-45CA-80FC-234D475809C6}">
      <dsp:nvSpPr>
        <dsp:cNvPr id="0" name=""/>
        <dsp:cNvSpPr/>
      </dsp:nvSpPr>
      <dsp:spPr>
        <a:xfrm>
          <a:off x="2035561" y="614696"/>
          <a:ext cx="1782979" cy="271111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Punch down blocks at rear for cable termination</a:t>
          </a:r>
        </a:p>
        <a:p>
          <a:pPr marL="114300" lvl="1" indent="-114300" algn="l" defTabSz="666750">
            <a:lnSpc>
              <a:spcPct val="90000"/>
            </a:lnSpc>
            <a:spcBef>
              <a:spcPts val="600"/>
            </a:spcBef>
            <a:spcAft>
              <a:spcPts val="600"/>
            </a:spcAft>
            <a:buChar char="•"/>
          </a:pPr>
          <a:r>
            <a:rPr lang="en-US" sz="1500" kern="1200" dirty="0">
              <a:solidFill>
                <a:srgbClr val="20282F"/>
              </a:solidFill>
            </a:rPr>
            <a:t>RJ45 ports in front for device connections</a:t>
          </a:r>
        </a:p>
      </dsp:txBody>
      <dsp:txXfrm>
        <a:off x="2035561" y="614696"/>
        <a:ext cx="1782979" cy="2711116"/>
      </dsp:txXfrm>
    </dsp:sp>
    <dsp:sp modelId="{75A15283-52C7-4E20-A3BA-CA767DE71A18}">
      <dsp:nvSpPr>
        <dsp:cNvPr id="0" name=""/>
        <dsp:cNvSpPr/>
      </dsp:nvSpPr>
      <dsp:spPr>
        <a:xfrm>
          <a:off x="4068158" y="4948"/>
          <a:ext cx="1782979" cy="6048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None/>
          </a:pPr>
          <a:r>
            <a:rPr lang="en-US" sz="1500" b="0" kern="1200" dirty="0"/>
            <a:t>Function</a:t>
          </a:r>
        </a:p>
      </dsp:txBody>
      <dsp:txXfrm>
        <a:off x="4068158" y="4948"/>
        <a:ext cx="1782979" cy="604800"/>
      </dsp:txXfrm>
    </dsp:sp>
    <dsp:sp modelId="{F1492C0D-C27C-4FE9-9B21-CA5007616FC2}">
      <dsp:nvSpPr>
        <dsp:cNvPr id="0" name=""/>
        <dsp:cNvSpPr/>
      </dsp:nvSpPr>
      <dsp:spPr>
        <a:xfrm>
          <a:off x="4068158" y="609748"/>
          <a:ext cx="1782979" cy="271111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IDC terminals allow for secure and compact cable termination</a:t>
          </a:r>
        </a:p>
        <a:p>
          <a:pPr marL="114300" lvl="1" indent="-114300" algn="l" defTabSz="666750">
            <a:lnSpc>
              <a:spcPct val="90000"/>
            </a:lnSpc>
            <a:spcBef>
              <a:spcPts val="600"/>
            </a:spcBef>
            <a:spcAft>
              <a:spcPts val="600"/>
            </a:spcAft>
            <a:buChar char="•"/>
          </a:pPr>
          <a:r>
            <a:rPr lang="en-US" sz="1500" kern="1200" dirty="0">
              <a:solidFill>
                <a:srgbClr val="20282F"/>
              </a:solidFill>
            </a:rPr>
            <a:t>RJ45 ports enable easy reconfiguration of network connections</a:t>
          </a:r>
        </a:p>
      </dsp:txBody>
      <dsp:txXfrm>
        <a:off x="4068158" y="609748"/>
        <a:ext cx="1782979" cy="2711116"/>
      </dsp:txXfrm>
    </dsp:sp>
    <dsp:sp modelId="{19B6D125-5957-4C8C-8A0B-E87C44095A3F}">
      <dsp:nvSpPr>
        <dsp:cNvPr id="0" name=""/>
        <dsp:cNvSpPr/>
      </dsp:nvSpPr>
      <dsp:spPr>
        <a:xfrm>
          <a:off x="6100754" y="4948"/>
          <a:ext cx="1782979" cy="6048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None/>
          </a:pPr>
          <a:r>
            <a:rPr lang="en-US" sz="1500" b="0" kern="1200" dirty="0"/>
            <a:t>Wiring Standards</a:t>
          </a:r>
        </a:p>
      </dsp:txBody>
      <dsp:txXfrm>
        <a:off x="6100754" y="4948"/>
        <a:ext cx="1782979" cy="604800"/>
      </dsp:txXfrm>
    </dsp:sp>
    <dsp:sp modelId="{8EA08F54-86BB-4169-8B61-FD573876411C}">
      <dsp:nvSpPr>
        <dsp:cNvPr id="0" name=""/>
        <dsp:cNvSpPr/>
      </dsp:nvSpPr>
      <dsp:spPr>
        <a:xfrm>
          <a:off x="6100754" y="609748"/>
          <a:ext cx="1782979" cy="271111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Supports T568A wiring schemes</a:t>
          </a:r>
        </a:p>
        <a:p>
          <a:pPr marL="114300" lvl="1" indent="-114300" algn="l" defTabSz="666750">
            <a:lnSpc>
              <a:spcPct val="90000"/>
            </a:lnSpc>
            <a:spcBef>
              <a:spcPts val="600"/>
            </a:spcBef>
            <a:spcAft>
              <a:spcPts val="600"/>
            </a:spcAft>
            <a:buChar char="•"/>
          </a:pPr>
          <a:r>
            <a:rPr lang="en-US" sz="1500" kern="1200" dirty="0">
              <a:solidFill>
                <a:srgbClr val="20282F"/>
              </a:solidFill>
            </a:rPr>
            <a:t>Supports T568B wiring schemes</a:t>
          </a:r>
        </a:p>
      </dsp:txBody>
      <dsp:txXfrm>
        <a:off x="6100754" y="609748"/>
        <a:ext cx="1782979" cy="27111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CFE76-1987-4725-8459-20F980913DB8}">
      <dsp:nvSpPr>
        <dsp:cNvPr id="0" name=""/>
        <dsp:cNvSpPr/>
      </dsp:nvSpPr>
      <dsp:spPr>
        <a:xfrm>
          <a:off x="6474" y="1320975"/>
          <a:ext cx="1096671" cy="904524"/>
        </a:xfrm>
        <a:prstGeom prst="roundRect">
          <a:avLst>
            <a:gd name="adj" fmla="val 10000"/>
          </a:avLst>
        </a:prstGeom>
        <a:solidFill>
          <a:schemeClr val="bg1">
            <a:lumMod val="95000"/>
            <a:alpha val="90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n-US" sz="1100" kern="1200" dirty="0"/>
            <a:t>Gather tools </a:t>
          </a:r>
        </a:p>
        <a:p>
          <a:pPr marL="57150" lvl="1" indent="-57150" algn="l" defTabSz="488950">
            <a:lnSpc>
              <a:spcPct val="90000"/>
            </a:lnSpc>
            <a:spcBef>
              <a:spcPct val="0"/>
            </a:spcBef>
            <a:spcAft>
              <a:spcPct val="15000"/>
            </a:spcAft>
            <a:buChar char="•"/>
          </a:pPr>
          <a:r>
            <a:rPr lang="en-US" sz="1100" kern="1200" dirty="0"/>
            <a:t>Plan route</a:t>
          </a:r>
        </a:p>
      </dsp:txBody>
      <dsp:txXfrm>
        <a:off x="27290" y="1341791"/>
        <a:ext cx="1055039" cy="669065"/>
      </dsp:txXfrm>
    </dsp:sp>
    <dsp:sp modelId="{67A1A376-BC7A-468D-8C68-F72B9E3070E8}">
      <dsp:nvSpPr>
        <dsp:cNvPr id="0" name=""/>
        <dsp:cNvSpPr/>
      </dsp:nvSpPr>
      <dsp:spPr>
        <a:xfrm>
          <a:off x="611443" y="1495704"/>
          <a:ext cx="1269550" cy="1269550"/>
        </a:xfrm>
        <a:prstGeom prst="leftCircularArrow">
          <a:avLst>
            <a:gd name="adj1" fmla="val 3625"/>
            <a:gd name="adj2" fmla="val 451075"/>
            <a:gd name="adj3" fmla="val 2226586"/>
            <a:gd name="adj4" fmla="val 9024489"/>
            <a:gd name="adj5" fmla="val 4229"/>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sp>
    <dsp:sp modelId="{F423B208-466E-470A-8686-EAA515954392}">
      <dsp:nvSpPr>
        <dsp:cNvPr id="0" name=""/>
        <dsp:cNvSpPr/>
      </dsp:nvSpPr>
      <dsp:spPr>
        <a:xfrm>
          <a:off x="250179" y="2031673"/>
          <a:ext cx="974818" cy="38765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Preparation </a:t>
          </a:r>
        </a:p>
      </dsp:txBody>
      <dsp:txXfrm>
        <a:off x="261533" y="2043027"/>
        <a:ext cx="952110" cy="364945"/>
      </dsp:txXfrm>
    </dsp:sp>
    <dsp:sp modelId="{0F4620CB-E1E6-4F7F-80EC-31899D96EE6F}">
      <dsp:nvSpPr>
        <dsp:cNvPr id="0" name=""/>
        <dsp:cNvSpPr/>
      </dsp:nvSpPr>
      <dsp:spPr>
        <a:xfrm>
          <a:off x="1444124" y="1320975"/>
          <a:ext cx="1096671" cy="904524"/>
        </a:xfrm>
        <a:prstGeom prst="roundRect">
          <a:avLst>
            <a:gd name="adj" fmla="val 10000"/>
          </a:avLst>
        </a:prstGeom>
        <a:solidFill>
          <a:schemeClr val="bg1">
            <a:lumMod val="95000"/>
            <a:alpha val="90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n-US" sz="1100" kern="1200" dirty="0"/>
            <a:t>Label cables</a:t>
          </a:r>
        </a:p>
        <a:p>
          <a:pPr marL="57150" lvl="1" indent="-57150" algn="l" defTabSz="488950">
            <a:lnSpc>
              <a:spcPct val="90000"/>
            </a:lnSpc>
            <a:spcBef>
              <a:spcPct val="0"/>
            </a:spcBef>
            <a:spcAft>
              <a:spcPct val="15000"/>
            </a:spcAft>
            <a:buChar char="•"/>
          </a:pPr>
          <a:r>
            <a:rPr lang="en-US" sz="1100" kern="1200" dirty="0"/>
            <a:t>Route cables </a:t>
          </a:r>
        </a:p>
        <a:p>
          <a:pPr marL="57150" lvl="1" indent="-57150" algn="l" defTabSz="488950">
            <a:lnSpc>
              <a:spcPct val="90000"/>
            </a:lnSpc>
            <a:spcBef>
              <a:spcPct val="0"/>
            </a:spcBef>
            <a:spcAft>
              <a:spcPct val="15000"/>
            </a:spcAft>
            <a:buChar char="•"/>
          </a:pPr>
          <a:r>
            <a:rPr lang="en-US" sz="1100" kern="1200" dirty="0"/>
            <a:t>Bundle cables</a:t>
          </a:r>
        </a:p>
      </dsp:txBody>
      <dsp:txXfrm>
        <a:off x="1464940" y="1535617"/>
        <a:ext cx="1055039" cy="669065"/>
      </dsp:txXfrm>
    </dsp:sp>
    <dsp:sp modelId="{8A4529A9-B537-4EA1-8308-1B42F9C7ECE6}">
      <dsp:nvSpPr>
        <dsp:cNvPr id="0" name=""/>
        <dsp:cNvSpPr/>
      </dsp:nvSpPr>
      <dsp:spPr>
        <a:xfrm>
          <a:off x="2039954" y="745753"/>
          <a:ext cx="1409681" cy="1409681"/>
        </a:xfrm>
        <a:prstGeom prst="circularArrow">
          <a:avLst>
            <a:gd name="adj1" fmla="val 3264"/>
            <a:gd name="adj2" fmla="val 402765"/>
            <a:gd name="adj3" fmla="val 19421725"/>
            <a:gd name="adj4" fmla="val 12575511"/>
            <a:gd name="adj5" fmla="val 3808"/>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sp>
    <dsp:sp modelId="{2E5E0D06-C2BD-498B-9648-5DE60D556A00}">
      <dsp:nvSpPr>
        <dsp:cNvPr id="0" name=""/>
        <dsp:cNvSpPr/>
      </dsp:nvSpPr>
      <dsp:spPr>
        <a:xfrm>
          <a:off x="1687829" y="1127148"/>
          <a:ext cx="974818" cy="38765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Pulling Cable</a:t>
          </a:r>
        </a:p>
      </dsp:txBody>
      <dsp:txXfrm>
        <a:off x="1699183" y="1138502"/>
        <a:ext cx="952110" cy="364945"/>
      </dsp:txXfrm>
    </dsp:sp>
    <dsp:sp modelId="{72CE5A8E-7FAA-45D7-8AF5-EDCEAE5F657C}">
      <dsp:nvSpPr>
        <dsp:cNvPr id="0" name=""/>
        <dsp:cNvSpPr/>
      </dsp:nvSpPr>
      <dsp:spPr>
        <a:xfrm>
          <a:off x="2881774" y="1320975"/>
          <a:ext cx="1096671" cy="904524"/>
        </a:xfrm>
        <a:prstGeom prst="roundRect">
          <a:avLst>
            <a:gd name="adj" fmla="val 10000"/>
          </a:avLst>
        </a:prstGeom>
        <a:solidFill>
          <a:schemeClr val="bg1">
            <a:lumMod val="95000"/>
            <a:alpha val="90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n-US" sz="1100" kern="1200" dirty="0"/>
            <a:t>Service loop </a:t>
          </a:r>
        </a:p>
        <a:p>
          <a:pPr marL="57150" lvl="1" indent="-57150" algn="l" defTabSz="488950">
            <a:lnSpc>
              <a:spcPct val="90000"/>
            </a:lnSpc>
            <a:spcBef>
              <a:spcPct val="0"/>
            </a:spcBef>
            <a:spcAft>
              <a:spcPct val="15000"/>
            </a:spcAft>
            <a:buChar char="•"/>
          </a:pPr>
          <a:r>
            <a:rPr lang="en-US" sz="1100" kern="1200" dirty="0"/>
            <a:t>Cut and label</a:t>
          </a:r>
        </a:p>
      </dsp:txBody>
      <dsp:txXfrm>
        <a:off x="2902590" y="1341791"/>
        <a:ext cx="1055039" cy="669065"/>
      </dsp:txXfrm>
    </dsp:sp>
    <dsp:sp modelId="{43E75535-8711-4838-A440-51D561846F8D}">
      <dsp:nvSpPr>
        <dsp:cNvPr id="0" name=""/>
        <dsp:cNvSpPr/>
      </dsp:nvSpPr>
      <dsp:spPr>
        <a:xfrm>
          <a:off x="3486743" y="1495704"/>
          <a:ext cx="1269550" cy="1269550"/>
        </a:xfrm>
        <a:prstGeom prst="leftCircularArrow">
          <a:avLst>
            <a:gd name="adj1" fmla="val 3625"/>
            <a:gd name="adj2" fmla="val 451075"/>
            <a:gd name="adj3" fmla="val 2226586"/>
            <a:gd name="adj4" fmla="val 9024489"/>
            <a:gd name="adj5" fmla="val 4229"/>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sp>
    <dsp:sp modelId="{5B46D05A-9D11-436F-8F4E-2E7C66C3A9FF}">
      <dsp:nvSpPr>
        <dsp:cNvPr id="0" name=""/>
        <dsp:cNvSpPr/>
      </dsp:nvSpPr>
      <dsp:spPr>
        <a:xfrm>
          <a:off x="3125479" y="2031673"/>
          <a:ext cx="974818" cy="38765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Termination</a:t>
          </a:r>
        </a:p>
      </dsp:txBody>
      <dsp:txXfrm>
        <a:off x="3136833" y="2043027"/>
        <a:ext cx="952110" cy="364945"/>
      </dsp:txXfrm>
    </dsp:sp>
    <dsp:sp modelId="{48AD10EA-BFAF-4645-B887-1FEEB206B24E}">
      <dsp:nvSpPr>
        <dsp:cNvPr id="0" name=""/>
        <dsp:cNvSpPr/>
      </dsp:nvSpPr>
      <dsp:spPr>
        <a:xfrm>
          <a:off x="4319424" y="1320975"/>
          <a:ext cx="1096671" cy="904524"/>
        </a:xfrm>
        <a:prstGeom prst="roundRect">
          <a:avLst>
            <a:gd name="adj" fmla="val 10000"/>
          </a:avLst>
        </a:prstGeom>
        <a:solidFill>
          <a:schemeClr val="bg1">
            <a:lumMod val="95000"/>
            <a:alpha val="90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n-US" sz="1100" kern="1200" dirty="0"/>
            <a:t>Patch panel</a:t>
          </a:r>
        </a:p>
        <a:p>
          <a:pPr marL="57150" lvl="1" indent="-57150" algn="l" defTabSz="488950">
            <a:lnSpc>
              <a:spcPct val="90000"/>
            </a:lnSpc>
            <a:spcBef>
              <a:spcPct val="0"/>
            </a:spcBef>
            <a:spcAft>
              <a:spcPct val="15000"/>
            </a:spcAft>
            <a:buChar char="•"/>
          </a:pPr>
          <a:r>
            <a:rPr lang="en-US" sz="1100" kern="1200" dirty="0"/>
            <a:t>Work area</a:t>
          </a:r>
        </a:p>
      </dsp:txBody>
      <dsp:txXfrm>
        <a:off x="4340240" y="1535617"/>
        <a:ext cx="1055039" cy="669065"/>
      </dsp:txXfrm>
    </dsp:sp>
    <dsp:sp modelId="{1626F8F8-6E95-4645-9128-1262577C2111}">
      <dsp:nvSpPr>
        <dsp:cNvPr id="0" name=""/>
        <dsp:cNvSpPr/>
      </dsp:nvSpPr>
      <dsp:spPr>
        <a:xfrm>
          <a:off x="4915254" y="745753"/>
          <a:ext cx="1409681" cy="1409681"/>
        </a:xfrm>
        <a:prstGeom prst="circularArrow">
          <a:avLst>
            <a:gd name="adj1" fmla="val 3264"/>
            <a:gd name="adj2" fmla="val 402765"/>
            <a:gd name="adj3" fmla="val 19421725"/>
            <a:gd name="adj4" fmla="val 12575511"/>
            <a:gd name="adj5" fmla="val 3808"/>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sp>
    <dsp:sp modelId="{EAA8E277-1D1F-4A6A-BD71-8F6DCFEDFEC6}">
      <dsp:nvSpPr>
        <dsp:cNvPr id="0" name=""/>
        <dsp:cNvSpPr/>
      </dsp:nvSpPr>
      <dsp:spPr>
        <a:xfrm>
          <a:off x="4563129" y="1127148"/>
          <a:ext cx="974818" cy="38765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Connection</a:t>
          </a:r>
        </a:p>
      </dsp:txBody>
      <dsp:txXfrm>
        <a:off x="4574483" y="1138502"/>
        <a:ext cx="952110" cy="364945"/>
      </dsp:txXfrm>
    </dsp:sp>
    <dsp:sp modelId="{9B176C9F-F689-49E3-9305-E31509723E95}">
      <dsp:nvSpPr>
        <dsp:cNvPr id="0" name=""/>
        <dsp:cNvSpPr/>
      </dsp:nvSpPr>
      <dsp:spPr>
        <a:xfrm>
          <a:off x="5757074" y="1320975"/>
          <a:ext cx="1096671" cy="904524"/>
        </a:xfrm>
        <a:prstGeom prst="roundRect">
          <a:avLst>
            <a:gd name="adj" fmla="val 10000"/>
          </a:avLst>
        </a:prstGeom>
        <a:solidFill>
          <a:schemeClr val="bg1">
            <a:lumMod val="95000"/>
            <a:alpha val="90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n-US" sz="1100" kern="1200" dirty="0"/>
            <a:t>Verify connections</a:t>
          </a:r>
        </a:p>
        <a:p>
          <a:pPr marL="57150" lvl="1" indent="-57150" algn="l" defTabSz="488950">
            <a:lnSpc>
              <a:spcPct val="90000"/>
            </a:lnSpc>
            <a:spcBef>
              <a:spcPct val="0"/>
            </a:spcBef>
            <a:spcAft>
              <a:spcPct val="15000"/>
            </a:spcAft>
            <a:buChar char="•"/>
          </a:pPr>
          <a:r>
            <a:rPr lang="en-US" sz="1100" kern="1200" dirty="0"/>
            <a:t>Test network</a:t>
          </a:r>
        </a:p>
      </dsp:txBody>
      <dsp:txXfrm>
        <a:off x="5777890" y="1341791"/>
        <a:ext cx="1055039" cy="669065"/>
      </dsp:txXfrm>
    </dsp:sp>
    <dsp:sp modelId="{D51EF1B0-E252-4C5D-AE6B-14D5DF9294D3}">
      <dsp:nvSpPr>
        <dsp:cNvPr id="0" name=""/>
        <dsp:cNvSpPr/>
      </dsp:nvSpPr>
      <dsp:spPr>
        <a:xfrm>
          <a:off x="6362043" y="1495704"/>
          <a:ext cx="1269550" cy="1269550"/>
        </a:xfrm>
        <a:prstGeom prst="leftCircularArrow">
          <a:avLst>
            <a:gd name="adj1" fmla="val 3625"/>
            <a:gd name="adj2" fmla="val 451075"/>
            <a:gd name="adj3" fmla="val 2226586"/>
            <a:gd name="adj4" fmla="val 9024489"/>
            <a:gd name="adj5" fmla="val 4229"/>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sp>
    <dsp:sp modelId="{C6BEF230-451B-497E-945A-1EC242AD1ED4}">
      <dsp:nvSpPr>
        <dsp:cNvPr id="0" name=""/>
        <dsp:cNvSpPr/>
      </dsp:nvSpPr>
      <dsp:spPr>
        <a:xfrm>
          <a:off x="6000779" y="2031673"/>
          <a:ext cx="974818" cy="38765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Testing</a:t>
          </a:r>
        </a:p>
      </dsp:txBody>
      <dsp:txXfrm>
        <a:off x="6012133" y="2043027"/>
        <a:ext cx="952110" cy="364945"/>
      </dsp:txXfrm>
    </dsp:sp>
    <dsp:sp modelId="{55DEF229-31FD-478F-AFB3-09F4DAE28B8E}">
      <dsp:nvSpPr>
        <dsp:cNvPr id="0" name=""/>
        <dsp:cNvSpPr/>
      </dsp:nvSpPr>
      <dsp:spPr>
        <a:xfrm>
          <a:off x="7194724" y="1320975"/>
          <a:ext cx="1096671" cy="904524"/>
        </a:xfrm>
        <a:prstGeom prst="roundRect">
          <a:avLst>
            <a:gd name="adj" fmla="val 10000"/>
          </a:avLst>
        </a:prstGeom>
        <a:solidFill>
          <a:schemeClr val="bg1">
            <a:lumMod val="95000"/>
            <a:alpha val="90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n-US" sz="1100" kern="1200" dirty="0"/>
            <a:t>Record details</a:t>
          </a:r>
        </a:p>
      </dsp:txBody>
      <dsp:txXfrm>
        <a:off x="7215540" y="1535617"/>
        <a:ext cx="1055039" cy="669065"/>
      </dsp:txXfrm>
    </dsp:sp>
    <dsp:sp modelId="{715B5011-FAED-4D1E-94F5-82E41C6B4A3A}">
      <dsp:nvSpPr>
        <dsp:cNvPr id="0" name=""/>
        <dsp:cNvSpPr/>
      </dsp:nvSpPr>
      <dsp:spPr>
        <a:xfrm>
          <a:off x="7438429" y="1127148"/>
          <a:ext cx="974818" cy="38765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Documentation</a:t>
          </a:r>
        </a:p>
      </dsp:txBody>
      <dsp:txXfrm>
        <a:off x="7449783" y="1138502"/>
        <a:ext cx="952110" cy="36494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B225E-0A8A-104F-8727-2C62E559D427}">
      <dsp:nvSpPr>
        <dsp:cNvPr id="0" name=""/>
        <dsp:cNvSpPr/>
      </dsp:nvSpPr>
      <dsp:spPr>
        <a:xfrm>
          <a:off x="0" y="0"/>
          <a:ext cx="7886700" cy="1496615"/>
        </a:xfrm>
        <a:prstGeom prst="roundRect">
          <a:avLst>
            <a:gd name="adj" fmla="val 10000"/>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sp>
    <dsp:sp modelId="{D0AB72D1-A0B1-CD47-AEBA-88D8A3C7F3A9}">
      <dsp:nvSpPr>
        <dsp:cNvPr id="0" name=""/>
        <dsp:cNvSpPr/>
      </dsp:nvSpPr>
      <dsp:spPr>
        <a:xfrm>
          <a:off x="238772" y="199548"/>
          <a:ext cx="1723059" cy="1097518"/>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2292EC-A60D-C74A-BC6F-61681B40EE7E}">
      <dsp:nvSpPr>
        <dsp:cNvPr id="0" name=""/>
        <dsp:cNvSpPr/>
      </dsp:nvSpPr>
      <dsp:spPr>
        <a:xfrm rot="10800000">
          <a:off x="238772" y="1496615"/>
          <a:ext cx="1723059" cy="182919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US" sz="1600" kern="1200" dirty="0"/>
            <a:t>Cable Cutters</a:t>
          </a:r>
        </a:p>
        <a:p>
          <a:pPr marL="114300" lvl="1" indent="-114300" algn="l" defTabSz="533400">
            <a:lnSpc>
              <a:spcPct val="90000"/>
            </a:lnSpc>
            <a:spcBef>
              <a:spcPct val="0"/>
            </a:spcBef>
            <a:spcAft>
              <a:spcPct val="15000"/>
            </a:spcAft>
            <a:buChar char="•"/>
          </a:pPr>
          <a:r>
            <a:rPr lang="en-US" sz="1200" kern="1200" dirty="0"/>
            <a:t>For clean cuts of the cable without damaging wires.</a:t>
          </a:r>
        </a:p>
      </dsp:txBody>
      <dsp:txXfrm rot="10800000">
        <a:off x="291762" y="1496615"/>
        <a:ext cx="1617079" cy="1776207"/>
      </dsp:txXfrm>
    </dsp:sp>
    <dsp:sp modelId="{F35CED9A-B6E8-3543-AB03-57233E3A4421}">
      <dsp:nvSpPr>
        <dsp:cNvPr id="0" name=""/>
        <dsp:cNvSpPr/>
      </dsp:nvSpPr>
      <dsp:spPr>
        <a:xfrm>
          <a:off x="2134137" y="199548"/>
          <a:ext cx="1723059" cy="1097518"/>
        </a:xfrm>
        <a:prstGeom prst="roundRect">
          <a:avLst>
            <a:gd name="adj" fmla="val 10000"/>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C0A09C-CDA0-FF4D-ADAD-3DE688E2CD63}">
      <dsp:nvSpPr>
        <dsp:cNvPr id="0" name=""/>
        <dsp:cNvSpPr/>
      </dsp:nvSpPr>
      <dsp:spPr>
        <a:xfrm rot="10800000">
          <a:off x="2134137" y="1496615"/>
          <a:ext cx="1723059" cy="182919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US" sz="1600" kern="1200" dirty="0"/>
            <a:t>Crimp Tools</a:t>
          </a:r>
        </a:p>
        <a:p>
          <a:pPr marL="114300" lvl="1" indent="-114300" algn="l" defTabSz="533400">
            <a:lnSpc>
              <a:spcPct val="90000"/>
            </a:lnSpc>
            <a:spcBef>
              <a:spcPct val="0"/>
            </a:spcBef>
            <a:spcAft>
              <a:spcPct val="15000"/>
            </a:spcAft>
            <a:buChar char="•"/>
          </a:pPr>
          <a:r>
            <a:rPr lang="en-US" sz="1200" kern="1200" dirty="0"/>
            <a:t>To attach connectors to the cable ends.</a:t>
          </a:r>
        </a:p>
      </dsp:txBody>
      <dsp:txXfrm rot="10800000">
        <a:off x="2187127" y="1496615"/>
        <a:ext cx="1617079" cy="1776207"/>
      </dsp:txXfrm>
    </dsp:sp>
    <dsp:sp modelId="{4BAF7463-37FF-3F48-954E-B054E21345BD}">
      <dsp:nvSpPr>
        <dsp:cNvPr id="0" name=""/>
        <dsp:cNvSpPr/>
      </dsp:nvSpPr>
      <dsp:spPr>
        <a:xfrm>
          <a:off x="4029502" y="199548"/>
          <a:ext cx="1723059" cy="1097518"/>
        </a:xfrm>
        <a:prstGeom prst="roundRect">
          <a:avLst>
            <a:gd name="adj" fmla="val 10000"/>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A07171-C045-7843-83EA-DA151BBB48C6}">
      <dsp:nvSpPr>
        <dsp:cNvPr id="0" name=""/>
        <dsp:cNvSpPr/>
      </dsp:nvSpPr>
      <dsp:spPr>
        <a:xfrm rot="10800000">
          <a:off x="4029502" y="1496615"/>
          <a:ext cx="1723059" cy="182919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US" sz="1600" kern="1200" dirty="0"/>
            <a:t>Punch-Down Tools</a:t>
          </a:r>
        </a:p>
        <a:p>
          <a:pPr marL="114300" lvl="1" indent="-114300" algn="l" defTabSz="533400">
            <a:lnSpc>
              <a:spcPct val="90000"/>
            </a:lnSpc>
            <a:spcBef>
              <a:spcPct val="0"/>
            </a:spcBef>
            <a:spcAft>
              <a:spcPct val="15000"/>
            </a:spcAft>
            <a:buChar char="•"/>
          </a:pPr>
          <a:r>
            <a:rPr lang="en-US" sz="1200" kern="1200" dirty="0"/>
            <a:t>For terminating cable wires in punch down blocks.</a:t>
          </a:r>
        </a:p>
      </dsp:txBody>
      <dsp:txXfrm rot="10800000">
        <a:off x="4082492" y="1496615"/>
        <a:ext cx="1617079" cy="1776207"/>
      </dsp:txXfrm>
    </dsp:sp>
    <dsp:sp modelId="{8B9AD465-6EEF-6F42-A7D8-1D8F142B07F5}">
      <dsp:nvSpPr>
        <dsp:cNvPr id="0" name=""/>
        <dsp:cNvSpPr/>
      </dsp:nvSpPr>
      <dsp:spPr>
        <a:xfrm>
          <a:off x="5924867" y="199548"/>
          <a:ext cx="1723059" cy="1097518"/>
        </a:xfrm>
        <a:prstGeom prst="roundRect">
          <a:avLst>
            <a:gd name="adj" fmla="val 10000"/>
          </a:avLst>
        </a:prstGeom>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B58F10-718F-4846-8866-C47FBAF4DE88}">
      <dsp:nvSpPr>
        <dsp:cNvPr id="0" name=""/>
        <dsp:cNvSpPr/>
      </dsp:nvSpPr>
      <dsp:spPr>
        <a:xfrm rot="10800000">
          <a:off x="5924867" y="1496615"/>
          <a:ext cx="1723059" cy="182919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US" sz="1600" kern="1200" dirty="0"/>
            <a:t>Cable Strippers</a:t>
          </a:r>
        </a:p>
        <a:p>
          <a:pPr marL="114300" lvl="1" indent="-114300" algn="l" defTabSz="533400">
            <a:lnSpc>
              <a:spcPct val="90000"/>
            </a:lnSpc>
            <a:spcBef>
              <a:spcPct val="0"/>
            </a:spcBef>
            <a:spcAft>
              <a:spcPct val="15000"/>
            </a:spcAft>
            <a:buChar char="•"/>
          </a:pPr>
          <a:r>
            <a:rPr lang="en-US" sz="1200" kern="1200" dirty="0"/>
            <a:t>For safely removing insulation without nicking wires.</a:t>
          </a:r>
        </a:p>
      </dsp:txBody>
      <dsp:txXfrm rot="10800000">
        <a:off x="5977857" y="1496615"/>
        <a:ext cx="1617079" cy="177620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6AAA0-378D-4255-ACC5-67780EA6B317}">
      <dsp:nvSpPr>
        <dsp:cNvPr id="0" name=""/>
        <dsp:cNvSpPr/>
      </dsp:nvSpPr>
      <dsp:spPr>
        <a:xfrm>
          <a:off x="1066549" y="162202"/>
          <a:ext cx="1545076" cy="1299519"/>
        </a:xfrm>
        <a:prstGeom prst="rect">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0EF1CC-2113-4986-B41B-5D8C585F17B3}">
      <dsp:nvSpPr>
        <dsp:cNvPr id="0" name=""/>
        <dsp:cNvSpPr/>
      </dsp:nvSpPr>
      <dsp:spPr>
        <a:xfrm>
          <a:off x="490953" y="708496"/>
          <a:ext cx="837376" cy="83737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1</a:t>
          </a:r>
        </a:p>
      </dsp:txBody>
      <dsp:txXfrm>
        <a:off x="490953" y="708496"/>
        <a:ext cx="837376" cy="837376"/>
      </dsp:txXfrm>
    </dsp:sp>
    <dsp:sp modelId="{CD6FE25A-3993-49E8-AF64-3D6196880D89}">
      <dsp:nvSpPr>
        <dsp:cNvPr id="0" name=""/>
        <dsp:cNvSpPr/>
      </dsp:nvSpPr>
      <dsp:spPr>
        <a:xfrm>
          <a:off x="3458609" y="162202"/>
          <a:ext cx="1545076" cy="1299519"/>
        </a:xfrm>
        <a:prstGeom prst="rect">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900451-3683-42E5-A68F-06D7EB13B41F}">
      <dsp:nvSpPr>
        <dsp:cNvPr id="0" name=""/>
        <dsp:cNvSpPr/>
      </dsp:nvSpPr>
      <dsp:spPr>
        <a:xfrm>
          <a:off x="2883013" y="708496"/>
          <a:ext cx="837376" cy="83737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2</a:t>
          </a:r>
        </a:p>
      </dsp:txBody>
      <dsp:txXfrm>
        <a:off x="2883013" y="708496"/>
        <a:ext cx="837376" cy="837376"/>
      </dsp:txXfrm>
    </dsp:sp>
    <dsp:sp modelId="{F46C45A3-F638-42CC-AB45-571C9EDE2751}">
      <dsp:nvSpPr>
        <dsp:cNvPr id="0" name=""/>
        <dsp:cNvSpPr/>
      </dsp:nvSpPr>
      <dsp:spPr>
        <a:xfrm>
          <a:off x="5850670" y="162202"/>
          <a:ext cx="1545076" cy="1299519"/>
        </a:xfrm>
        <a:prstGeom prst="rect">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EC1FBC-116E-4F04-86AB-09A77364C1B9}">
      <dsp:nvSpPr>
        <dsp:cNvPr id="0" name=""/>
        <dsp:cNvSpPr/>
      </dsp:nvSpPr>
      <dsp:spPr>
        <a:xfrm>
          <a:off x="5275074" y="708496"/>
          <a:ext cx="837376" cy="83737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3</a:t>
          </a:r>
        </a:p>
      </dsp:txBody>
      <dsp:txXfrm>
        <a:off x="5275074" y="708496"/>
        <a:ext cx="837376" cy="837376"/>
      </dsp:txXfrm>
    </dsp:sp>
    <dsp:sp modelId="{853A1602-9095-4911-BA41-565FC73E323A}">
      <dsp:nvSpPr>
        <dsp:cNvPr id="0" name=""/>
        <dsp:cNvSpPr/>
      </dsp:nvSpPr>
      <dsp:spPr>
        <a:xfrm>
          <a:off x="3458609" y="1779939"/>
          <a:ext cx="1545076" cy="1299519"/>
        </a:xfrm>
        <a:prstGeom prst="rect">
          <a:avLst/>
        </a:prstGeom>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E69B0B-EB45-4848-8785-1FA98CED8F4D}">
      <dsp:nvSpPr>
        <dsp:cNvPr id="0" name=""/>
        <dsp:cNvSpPr/>
      </dsp:nvSpPr>
      <dsp:spPr>
        <a:xfrm>
          <a:off x="2883013" y="2326234"/>
          <a:ext cx="837376" cy="83737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4</a:t>
          </a:r>
        </a:p>
      </dsp:txBody>
      <dsp:txXfrm>
        <a:off x="2883013" y="2326234"/>
        <a:ext cx="837376" cy="8373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42E487-50D2-9648-8E61-F9ABD399D332}">
      <dsp:nvSpPr>
        <dsp:cNvPr id="0" name=""/>
        <dsp:cNvSpPr/>
      </dsp:nvSpPr>
      <dsp:spPr>
        <a:xfrm>
          <a:off x="2464" y="39259"/>
          <a:ext cx="2402978" cy="489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Fiber optic cables</a:t>
          </a:r>
        </a:p>
      </dsp:txBody>
      <dsp:txXfrm>
        <a:off x="2464" y="39259"/>
        <a:ext cx="2402978" cy="489600"/>
      </dsp:txXfrm>
    </dsp:sp>
    <dsp:sp modelId="{DA438D30-98E1-2145-B37F-8BCDCF457EB8}">
      <dsp:nvSpPr>
        <dsp:cNvPr id="0" name=""/>
        <dsp:cNvSpPr/>
      </dsp:nvSpPr>
      <dsp:spPr>
        <a:xfrm>
          <a:off x="2464" y="528859"/>
          <a:ext cx="2402978" cy="2452099"/>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Thin stands of glass or plastic </a:t>
          </a:r>
        </a:p>
        <a:p>
          <a:pPr marL="171450" lvl="1" indent="-171450" algn="l" defTabSz="755650">
            <a:lnSpc>
              <a:spcPct val="90000"/>
            </a:lnSpc>
            <a:spcBef>
              <a:spcPct val="0"/>
            </a:spcBef>
            <a:spcAft>
              <a:spcPct val="15000"/>
            </a:spcAft>
            <a:buChar char="•"/>
          </a:pPr>
          <a:r>
            <a:rPr lang="en-US" sz="1700" kern="1200" dirty="0">
              <a:solidFill>
                <a:srgbClr val="20282F"/>
              </a:solidFill>
            </a:rPr>
            <a:t>Transmit data using light pulses </a:t>
          </a:r>
        </a:p>
      </dsp:txBody>
      <dsp:txXfrm>
        <a:off x="2464" y="528859"/>
        <a:ext cx="2402978" cy="2452099"/>
      </dsp:txXfrm>
    </dsp:sp>
    <dsp:sp modelId="{C574B46D-4157-D94F-8C7B-0F53264EB6D3}">
      <dsp:nvSpPr>
        <dsp:cNvPr id="0" name=""/>
        <dsp:cNvSpPr/>
      </dsp:nvSpPr>
      <dsp:spPr>
        <a:xfrm>
          <a:off x="2741860" y="39259"/>
          <a:ext cx="2402978" cy="489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Composition</a:t>
          </a:r>
        </a:p>
      </dsp:txBody>
      <dsp:txXfrm>
        <a:off x="2741860" y="39259"/>
        <a:ext cx="2402978" cy="489600"/>
      </dsp:txXfrm>
    </dsp:sp>
    <dsp:sp modelId="{3D5E5A39-A709-FB46-9131-556EA249C0D1}">
      <dsp:nvSpPr>
        <dsp:cNvPr id="0" name=""/>
        <dsp:cNvSpPr/>
      </dsp:nvSpPr>
      <dsp:spPr>
        <a:xfrm>
          <a:off x="2741860" y="528859"/>
          <a:ext cx="2402978" cy="2452099"/>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Core: ultra-pure strands of glass or plastic</a:t>
          </a:r>
        </a:p>
        <a:p>
          <a:pPr marL="171450" lvl="1" indent="-171450" algn="l" defTabSz="755650">
            <a:lnSpc>
              <a:spcPct val="90000"/>
            </a:lnSpc>
            <a:spcBef>
              <a:spcPct val="0"/>
            </a:spcBef>
            <a:spcAft>
              <a:spcPct val="15000"/>
            </a:spcAft>
            <a:buChar char="•"/>
          </a:pPr>
          <a:r>
            <a:rPr lang="en-US" sz="1700" kern="1200" dirty="0">
              <a:solidFill>
                <a:srgbClr val="20282F"/>
              </a:solidFill>
            </a:rPr>
            <a:t>Cladding: reflects light back into the core</a:t>
          </a:r>
        </a:p>
        <a:p>
          <a:pPr marL="171450" lvl="1" indent="-171450" algn="l" defTabSz="755650">
            <a:lnSpc>
              <a:spcPct val="90000"/>
            </a:lnSpc>
            <a:spcBef>
              <a:spcPct val="0"/>
            </a:spcBef>
            <a:spcAft>
              <a:spcPct val="15000"/>
            </a:spcAft>
            <a:buChar char="•"/>
          </a:pPr>
          <a:r>
            <a:rPr lang="en-US" sz="1700" kern="1200" dirty="0">
              <a:solidFill>
                <a:srgbClr val="20282F"/>
              </a:solidFill>
            </a:rPr>
            <a:t>Buffer: outer protective jacket </a:t>
          </a:r>
        </a:p>
      </dsp:txBody>
      <dsp:txXfrm>
        <a:off x="2741860" y="528859"/>
        <a:ext cx="2402978" cy="2452099"/>
      </dsp:txXfrm>
    </dsp:sp>
    <dsp:sp modelId="{735BBDBF-3D7C-5649-BBEE-0D1A64A372A5}">
      <dsp:nvSpPr>
        <dsp:cNvPr id="0" name=""/>
        <dsp:cNvSpPr/>
      </dsp:nvSpPr>
      <dsp:spPr>
        <a:xfrm>
          <a:off x="5481256" y="39259"/>
          <a:ext cx="2402978" cy="489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Benefits </a:t>
          </a:r>
        </a:p>
      </dsp:txBody>
      <dsp:txXfrm>
        <a:off x="5481256" y="39259"/>
        <a:ext cx="2402978" cy="489600"/>
      </dsp:txXfrm>
    </dsp:sp>
    <dsp:sp modelId="{CA709133-F90D-1C40-9F7D-67A376E2D4B8}">
      <dsp:nvSpPr>
        <dsp:cNvPr id="0" name=""/>
        <dsp:cNvSpPr/>
      </dsp:nvSpPr>
      <dsp:spPr>
        <a:xfrm>
          <a:off x="5481256" y="528859"/>
          <a:ext cx="2402978" cy="2452099"/>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Transmit data up to 400 Gbps </a:t>
          </a:r>
        </a:p>
        <a:p>
          <a:pPr marL="171450" lvl="1" indent="-171450" algn="l" defTabSz="755650">
            <a:lnSpc>
              <a:spcPct val="90000"/>
            </a:lnSpc>
            <a:spcBef>
              <a:spcPct val="0"/>
            </a:spcBef>
            <a:spcAft>
              <a:spcPct val="15000"/>
            </a:spcAft>
            <a:buChar char="•"/>
          </a:pPr>
          <a:r>
            <a:rPr lang="en-US" sz="1700" kern="1200" dirty="0">
              <a:solidFill>
                <a:srgbClr val="20282F"/>
              </a:solidFill>
            </a:rPr>
            <a:t>Maintain signal quality over long distances</a:t>
          </a:r>
        </a:p>
        <a:p>
          <a:pPr marL="171450" lvl="1" indent="-171450" algn="l" defTabSz="755650">
            <a:lnSpc>
              <a:spcPct val="90000"/>
            </a:lnSpc>
            <a:spcBef>
              <a:spcPct val="0"/>
            </a:spcBef>
            <a:spcAft>
              <a:spcPct val="15000"/>
            </a:spcAft>
            <a:buChar char="•"/>
          </a:pPr>
          <a:r>
            <a:rPr lang="en-US" sz="1700" kern="1200" dirty="0">
              <a:solidFill>
                <a:srgbClr val="20282F"/>
              </a:solidFill>
            </a:rPr>
            <a:t>Immune to electromagnetic interference</a:t>
          </a:r>
        </a:p>
      </dsp:txBody>
      <dsp:txXfrm>
        <a:off x="5481256" y="528859"/>
        <a:ext cx="2402978" cy="245209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AF1F1B-D101-434A-9C5E-A8519532EB25}">
      <dsp:nvSpPr>
        <dsp:cNvPr id="0" name=""/>
        <dsp:cNvSpPr/>
      </dsp:nvSpPr>
      <dsp:spPr>
        <a:xfrm>
          <a:off x="2464" y="3317"/>
          <a:ext cx="2402978" cy="46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dirty="0"/>
            <a:t>Bidirectional WDM (BiDi):</a:t>
          </a:r>
        </a:p>
      </dsp:txBody>
      <dsp:txXfrm>
        <a:off x="2464" y="3317"/>
        <a:ext cx="2402978" cy="460800"/>
      </dsp:txXfrm>
    </dsp:sp>
    <dsp:sp modelId="{BAC9A417-5957-DC4F-BBB5-5A6459A5E600}">
      <dsp:nvSpPr>
        <dsp:cNvPr id="0" name=""/>
        <dsp:cNvSpPr/>
      </dsp:nvSpPr>
      <dsp:spPr>
        <a:xfrm>
          <a:off x="2464" y="464117"/>
          <a:ext cx="2402978" cy="2353837"/>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Supports Tx and Rx over the same fiber strand</a:t>
          </a:r>
        </a:p>
        <a:p>
          <a:pPr marL="114300" lvl="1" indent="-114300" algn="l" defTabSz="533400">
            <a:lnSpc>
              <a:spcPct val="90000"/>
            </a:lnSpc>
            <a:spcBef>
              <a:spcPct val="0"/>
            </a:spcBef>
            <a:spcAft>
              <a:spcPct val="15000"/>
            </a:spcAft>
            <a:buChar char="•"/>
          </a:pPr>
          <a:r>
            <a:rPr lang="en-US" sz="1200" kern="1200" dirty="0">
              <a:solidFill>
                <a:srgbClr val="20282F"/>
              </a:solidFill>
            </a:rPr>
            <a:t>Uses shifted wavelengths (1310 nm for Tx, 1490 nm for Rx)</a:t>
          </a:r>
        </a:p>
        <a:p>
          <a:pPr marL="114300" lvl="1" indent="-114300" algn="l" defTabSz="533400">
            <a:lnSpc>
              <a:spcPct val="90000"/>
            </a:lnSpc>
            <a:spcBef>
              <a:spcPct val="0"/>
            </a:spcBef>
            <a:spcAft>
              <a:spcPct val="15000"/>
            </a:spcAft>
            <a:buChar char="•"/>
          </a:pPr>
          <a:r>
            <a:rPr lang="en-US" sz="1200" kern="1200" dirty="0">
              <a:solidFill>
                <a:srgbClr val="20282F"/>
              </a:solidFill>
            </a:rPr>
            <a:t>Requires installation in opposite pairs</a:t>
          </a:r>
        </a:p>
        <a:p>
          <a:pPr marL="114300" lvl="1" indent="-114300" algn="l" defTabSz="533400">
            <a:lnSpc>
              <a:spcPct val="90000"/>
            </a:lnSpc>
            <a:spcBef>
              <a:spcPct val="0"/>
            </a:spcBef>
            <a:spcAft>
              <a:spcPct val="15000"/>
            </a:spcAft>
            <a:buChar char="•"/>
          </a:pPr>
          <a:r>
            <a:rPr lang="en-US" sz="1200" kern="1200" dirty="0">
              <a:solidFill>
                <a:srgbClr val="20282F"/>
              </a:solidFill>
            </a:rPr>
            <a:t>Documented in Ethernet standards (1000BASE-BX, 10GBASE-BX)</a:t>
          </a:r>
        </a:p>
      </dsp:txBody>
      <dsp:txXfrm>
        <a:off x="2464" y="464117"/>
        <a:ext cx="2402978" cy="2353837"/>
      </dsp:txXfrm>
    </dsp:sp>
    <dsp:sp modelId="{D814B261-4225-E140-A520-6F0B642CBF7F}">
      <dsp:nvSpPr>
        <dsp:cNvPr id="0" name=""/>
        <dsp:cNvSpPr/>
      </dsp:nvSpPr>
      <dsp:spPr>
        <a:xfrm>
          <a:off x="2741860" y="3317"/>
          <a:ext cx="2402978" cy="46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dirty="0"/>
            <a:t>Coarse WDM (CWDM):</a:t>
          </a:r>
        </a:p>
      </dsp:txBody>
      <dsp:txXfrm>
        <a:off x="2741860" y="3317"/>
        <a:ext cx="2402978" cy="460800"/>
      </dsp:txXfrm>
    </dsp:sp>
    <dsp:sp modelId="{0C393C21-E03D-8147-B81F-EE17FDC9A276}">
      <dsp:nvSpPr>
        <dsp:cNvPr id="0" name=""/>
        <dsp:cNvSpPr/>
      </dsp:nvSpPr>
      <dsp:spPr>
        <a:xfrm>
          <a:off x="2741860" y="464117"/>
          <a:ext cx="2402978" cy="2353837"/>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Supports up to 16 wavelengths</a:t>
          </a:r>
        </a:p>
        <a:p>
          <a:pPr marL="114300" lvl="1" indent="-114300" algn="l" defTabSz="533400">
            <a:lnSpc>
              <a:spcPct val="90000"/>
            </a:lnSpc>
            <a:spcBef>
              <a:spcPct val="0"/>
            </a:spcBef>
            <a:spcAft>
              <a:spcPct val="15000"/>
            </a:spcAft>
            <a:buChar char="•"/>
          </a:pPr>
          <a:r>
            <a:rPr lang="en-US" sz="1200" kern="1200" dirty="0">
              <a:solidFill>
                <a:srgbClr val="20282F"/>
              </a:solidFill>
            </a:rPr>
            <a:t>Typically used for 4-8 bidirectional channels on </a:t>
          </a:r>
          <a:br>
            <a:rPr lang="en-US" sz="1200" kern="1200" dirty="0">
              <a:solidFill>
                <a:srgbClr val="20282F"/>
              </a:solidFill>
            </a:rPr>
          </a:br>
          <a:r>
            <a:rPr lang="en-US" sz="1200" kern="1200" dirty="0">
              <a:solidFill>
                <a:srgbClr val="20282F"/>
              </a:solidFill>
            </a:rPr>
            <a:t>a single strand</a:t>
          </a:r>
        </a:p>
        <a:p>
          <a:pPr marL="114300" lvl="1" indent="-114300" algn="l" defTabSz="533400">
            <a:lnSpc>
              <a:spcPct val="90000"/>
            </a:lnSpc>
            <a:spcBef>
              <a:spcPct val="0"/>
            </a:spcBef>
            <a:spcAft>
              <a:spcPct val="15000"/>
            </a:spcAft>
            <a:buChar char="•"/>
          </a:pPr>
          <a:r>
            <a:rPr lang="en-US" sz="1200" kern="1200" dirty="0">
              <a:solidFill>
                <a:srgbClr val="20282F"/>
              </a:solidFill>
            </a:rPr>
            <a:t>Can also be used for unidirectional channels </a:t>
          </a:r>
          <a:br>
            <a:rPr lang="en-US" sz="1200" kern="1200" dirty="0">
              <a:solidFill>
                <a:srgbClr val="20282F"/>
              </a:solidFill>
            </a:rPr>
          </a:br>
          <a:r>
            <a:rPr lang="en-US" sz="1200" kern="1200" dirty="0">
              <a:solidFill>
                <a:srgbClr val="20282F"/>
              </a:solidFill>
            </a:rPr>
            <a:t>on dual strands</a:t>
          </a:r>
        </a:p>
      </dsp:txBody>
      <dsp:txXfrm>
        <a:off x="2741860" y="464117"/>
        <a:ext cx="2402978" cy="2353837"/>
      </dsp:txXfrm>
    </dsp:sp>
    <dsp:sp modelId="{A7071220-CF0E-0F40-8DEA-C0E876058B91}">
      <dsp:nvSpPr>
        <dsp:cNvPr id="0" name=""/>
        <dsp:cNvSpPr/>
      </dsp:nvSpPr>
      <dsp:spPr>
        <a:xfrm>
          <a:off x="5481256" y="3317"/>
          <a:ext cx="2402978" cy="46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dirty="0"/>
            <a:t>Dense WDM (DWDM):</a:t>
          </a:r>
        </a:p>
      </dsp:txBody>
      <dsp:txXfrm>
        <a:off x="5481256" y="3317"/>
        <a:ext cx="2402978" cy="460800"/>
      </dsp:txXfrm>
    </dsp:sp>
    <dsp:sp modelId="{1AC49805-DEBC-DA4C-ADEC-8F2DA2D34CB0}">
      <dsp:nvSpPr>
        <dsp:cNvPr id="0" name=""/>
        <dsp:cNvSpPr/>
      </dsp:nvSpPr>
      <dsp:spPr>
        <a:xfrm>
          <a:off x="5481256" y="464117"/>
          <a:ext cx="2402978" cy="2353837"/>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20282F"/>
              </a:solidFill>
            </a:rPr>
            <a:t>Provisions more channels (20, 40, 80, or 160)</a:t>
          </a:r>
        </a:p>
        <a:p>
          <a:pPr marL="114300" lvl="1" indent="-114300" algn="l" defTabSz="533400">
            <a:lnSpc>
              <a:spcPct val="90000"/>
            </a:lnSpc>
            <a:spcBef>
              <a:spcPct val="0"/>
            </a:spcBef>
            <a:spcAft>
              <a:spcPct val="15000"/>
            </a:spcAft>
            <a:buChar char="•"/>
          </a:pPr>
          <a:r>
            <a:rPr lang="en-US" sz="1200" kern="1200" dirty="0">
              <a:solidFill>
                <a:srgbClr val="20282F"/>
              </a:solidFill>
            </a:rPr>
            <a:t>Requires precise lasers due to less spacing between channels</a:t>
          </a:r>
        </a:p>
        <a:p>
          <a:pPr marL="114300" lvl="1" indent="-114300" algn="l" defTabSz="533400">
            <a:lnSpc>
              <a:spcPct val="90000"/>
            </a:lnSpc>
            <a:spcBef>
              <a:spcPct val="0"/>
            </a:spcBef>
            <a:spcAft>
              <a:spcPct val="15000"/>
            </a:spcAft>
            <a:buChar char="•"/>
          </a:pPr>
          <a:r>
            <a:rPr lang="en-US" sz="1200" kern="1200" dirty="0">
              <a:solidFill>
                <a:srgbClr val="20282F"/>
              </a:solidFill>
            </a:rPr>
            <a:t>Supports multi-channel </a:t>
          </a:r>
          <a:br>
            <a:rPr lang="en-US" sz="1200" kern="1200" dirty="0">
              <a:solidFill>
                <a:srgbClr val="20282F"/>
              </a:solidFill>
            </a:rPr>
          </a:br>
          <a:r>
            <a:rPr lang="en-US" sz="1200" kern="1200" dirty="0">
              <a:solidFill>
                <a:srgbClr val="20282F"/>
              </a:solidFill>
            </a:rPr>
            <a:t>1G, 10G, and 40G Ethernet links</a:t>
          </a:r>
        </a:p>
        <a:p>
          <a:pPr marL="114300" lvl="1" indent="-114300" algn="l" defTabSz="533400">
            <a:lnSpc>
              <a:spcPct val="90000"/>
            </a:lnSpc>
            <a:spcBef>
              <a:spcPct val="0"/>
            </a:spcBef>
            <a:spcAft>
              <a:spcPct val="15000"/>
            </a:spcAft>
            <a:buChar char="•"/>
          </a:pPr>
          <a:r>
            <a:rPr lang="en-US" sz="1200" kern="1200" dirty="0">
              <a:solidFill>
                <a:srgbClr val="20282F"/>
              </a:solidFill>
            </a:rPr>
            <a:t>Transceivers installed in opposite pairs for proper function</a:t>
          </a:r>
        </a:p>
      </dsp:txBody>
      <dsp:txXfrm>
        <a:off x="5481256" y="464117"/>
        <a:ext cx="2402978" cy="235383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ADA6E-8107-46CA-A623-AF0A3C0168D0}">
      <dsp:nvSpPr>
        <dsp:cNvPr id="0" name=""/>
        <dsp:cNvSpPr/>
      </dsp:nvSpPr>
      <dsp:spPr>
        <a:xfrm>
          <a:off x="1258483" y="846"/>
          <a:ext cx="2557016" cy="1534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Fiber optic cables are made of thin strands </a:t>
          </a:r>
          <a:br>
            <a:rPr lang="en-US" sz="1700" kern="1200" dirty="0"/>
          </a:br>
          <a:r>
            <a:rPr lang="en-US" sz="1700" kern="1200" dirty="0"/>
            <a:t>of glass or plastic that transmit data using light pulses</a:t>
          </a:r>
        </a:p>
      </dsp:txBody>
      <dsp:txXfrm>
        <a:off x="1258483" y="846"/>
        <a:ext cx="2557016" cy="1534209"/>
      </dsp:txXfrm>
    </dsp:sp>
    <dsp:sp modelId="{32264424-B973-464D-8891-DCA3BB60BE10}">
      <dsp:nvSpPr>
        <dsp:cNvPr id="0" name=""/>
        <dsp:cNvSpPr/>
      </dsp:nvSpPr>
      <dsp:spPr>
        <a:xfrm>
          <a:off x="4071200" y="846"/>
          <a:ext cx="2557016" cy="1534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Single mode fiber causes more dispersion and attenuation then multimode fiber </a:t>
          </a:r>
        </a:p>
      </dsp:txBody>
      <dsp:txXfrm>
        <a:off x="4071200" y="846"/>
        <a:ext cx="2557016" cy="1534209"/>
      </dsp:txXfrm>
    </dsp:sp>
    <dsp:sp modelId="{E36BC0F0-55E0-4B3A-9A51-A3806D6B2670}">
      <dsp:nvSpPr>
        <dsp:cNvPr id="0" name=""/>
        <dsp:cNvSpPr/>
      </dsp:nvSpPr>
      <dsp:spPr>
        <a:xfrm>
          <a:off x="2664841" y="1790757"/>
          <a:ext cx="2557016" cy="1534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Lucent connectors are often used for heavily populated patch panels</a:t>
          </a:r>
        </a:p>
      </dsp:txBody>
      <dsp:txXfrm>
        <a:off x="2664841" y="1790757"/>
        <a:ext cx="2557016" cy="153420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201B02-E459-2644-A8CF-AAEC5B5694CB}">
      <dsp:nvSpPr>
        <dsp:cNvPr id="0" name=""/>
        <dsp:cNvSpPr/>
      </dsp:nvSpPr>
      <dsp:spPr>
        <a:xfrm rot="5400000">
          <a:off x="4817155" y="-2173789"/>
          <a:ext cx="677776" cy="5198322"/>
        </a:xfrm>
        <a:prstGeom prst="round2Same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solidFill>
                <a:srgbClr val="20282F"/>
              </a:solidFill>
            </a:rPr>
            <a:t>Telecommunications closets, equipment rooms, server rooms</a:t>
          </a: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solidFill>
                <a:srgbClr val="20282F"/>
              </a:solidFill>
            </a:rPr>
            <a:t>Datacenters for server provisioning</a:t>
          </a:r>
        </a:p>
      </dsp:txBody>
      <dsp:txXfrm rot="-5400000">
        <a:off x="2556882" y="119570"/>
        <a:ext cx="5165236" cy="611604"/>
      </dsp:txXfrm>
    </dsp:sp>
    <dsp:sp modelId="{657A3C22-4120-9440-905E-4DEF1B597609}">
      <dsp:nvSpPr>
        <dsp:cNvPr id="0" name=""/>
        <dsp:cNvSpPr/>
      </dsp:nvSpPr>
      <dsp:spPr>
        <a:xfrm>
          <a:off x="367173" y="1761"/>
          <a:ext cx="2189708" cy="8472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Font typeface="+mj-lt"/>
            <a:buNone/>
          </a:pPr>
          <a:r>
            <a:rPr lang="en-US" sz="1600" b="0" i="0" kern="1200" dirty="0"/>
            <a:t>Secure Areas</a:t>
          </a:r>
        </a:p>
      </dsp:txBody>
      <dsp:txXfrm>
        <a:off x="408531" y="43119"/>
        <a:ext cx="2106992" cy="764504"/>
      </dsp:txXfrm>
    </dsp:sp>
    <dsp:sp modelId="{4EA37DDD-ED22-0343-82A2-7DF7DF507AAE}">
      <dsp:nvSpPr>
        <dsp:cNvPr id="0" name=""/>
        <dsp:cNvSpPr/>
      </dsp:nvSpPr>
      <dsp:spPr>
        <a:xfrm rot="5400000">
          <a:off x="4817155" y="-1284208"/>
          <a:ext cx="677776" cy="5198322"/>
        </a:xfrm>
        <a:prstGeom prst="round2Same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solidFill>
                <a:srgbClr val="20282F"/>
              </a:solidFill>
            </a:rPr>
            <a:t>Physical access controls for authorized entry</a:t>
          </a:r>
        </a:p>
      </dsp:txBody>
      <dsp:txXfrm rot="-5400000">
        <a:off x="2556882" y="1009151"/>
        <a:ext cx="5165236" cy="611604"/>
      </dsp:txXfrm>
    </dsp:sp>
    <dsp:sp modelId="{1EBD9C8D-CAEE-124A-94BC-051110D47A1F}">
      <dsp:nvSpPr>
        <dsp:cNvPr id="0" name=""/>
        <dsp:cNvSpPr/>
      </dsp:nvSpPr>
      <dsp:spPr>
        <a:xfrm>
          <a:off x="367173" y="891342"/>
          <a:ext cx="2189708" cy="8472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Font typeface="+mj-lt"/>
            <a:buNone/>
          </a:pPr>
          <a:r>
            <a:rPr lang="en-US" sz="1600" b="0" i="0" kern="1200" dirty="0"/>
            <a:t>Access Control</a:t>
          </a:r>
        </a:p>
      </dsp:txBody>
      <dsp:txXfrm>
        <a:off x="408531" y="932700"/>
        <a:ext cx="2106992" cy="764504"/>
      </dsp:txXfrm>
    </dsp:sp>
    <dsp:sp modelId="{50491DC1-3152-AB41-9181-68B4CF283532}">
      <dsp:nvSpPr>
        <dsp:cNvPr id="0" name=""/>
        <dsp:cNvSpPr/>
      </dsp:nvSpPr>
      <dsp:spPr>
        <a:xfrm rot="5400000">
          <a:off x="4817155" y="-394626"/>
          <a:ext cx="677776" cy="5198322"/>
        </a:xfrm>
        <a:prstGeom prst="round2Same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solidFill>
                <a:srgbClr val="20282F"/>
              </a:solidFill>
            </a:rPr>
            <a:t>Steel shelving systems for standard-size equipment</a:t>
          </a: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solidFill>
                <a:srgbClr val="20282F"/>
              </a:solidFill>
            </a:rPr>
            <a:t>Secure, compact storage; increased density</a:t>
          </a:r>
        </a:p>
      </dsp:txBody>
      <dsp:txXfrm rot="-5400000">
        <a:off x="2556882" y="1898733"/>
        <a:ext cx="5165236" cy="611604"/>
      </dsp:txXfrm>
    </dsp:sp>
    <dsp:sp modelId="{13273BD4-25EF-8841-9B9B-07BC159300F4}">
      <dsp:nvSpPr>
        <dsp:cNvPr id="0" name=""/>
        <dsp:cNvSpPr/>
      </dsp:nvSpPr>
      <dsp:spPr>
        <a:xfrm>
          <a:off x="367173" y="1780924"/>
          <a:ext cx="2189708" cy="8472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Font typeface="+mj-lt"/>
            <a:buNone/>
          </a:pPr>
          <a:r>
            <a:rPr lang="en-US" sz="1600" b="0" i="0" kern="1200" dirty="0"/>
            <a:t>Rack Installation</a:t>
          </a:r>
        </a:p>
      </dsp:txBody>
      <dsp:txXfrm>
        <a:off x="408531" y="1822282"/>
        <a:ext cx="2106992" cy="764504"/>
      </dsp:txXfrm>
    </dsp:sp>
    <dsp:sp modelId="{FE1D5B06-0997-FB47-984D-C80715DAFDD7}">
      <dsp:nvSpPr>
        <dsp:cNvPr id="0" name=""/>
        <dsp:cNvSpPr/>
      </dsp:nvSpPr>
      <dsp:spPr>
        <a:xfrm rot="5400000">
          <a:off x="4817155" y="494955"/>
          <a:ext cx="677776" cy="5198322"/>
        </a:xfrm>
        <a:prstGeom prst="round2Same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solidFill>
                <a:srgbClr val="20282F"/>
              </a:solidFill>
            </a:rPr>
            <a:t>EIA standard 19"/48.26 cm width for rack-mounting</a:t>
          </a:r>
        </a:p>
      </dsp:txBody>
      <dsp:txXfrm rot="-5400000">
        <a:off x="2556882" y="2788314"/>
        <a:ext cx="5165236" cy="611604"/>
      </dsp:txXfrm>
    </dsp:sp>
    <dsp:sp modelId="{85B148B1-374B-3E4C-A61E-47B95F66544C}">
      <dsp:nvSpPr>
        <dsp:cNvPr id="0" name=""/>
        <dsp:cNvSpPr/>
      </dsp:nvSpPr>
      <dsp:spPr>
        <a:xfrm>
          <a:off x="367173" y="2670506"/>
          <a:ext cx="2189708" cy="8472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Font typeface="+mj-lt"/>
            <a:buNone/>
          </a:pPr>
          <a:r>
            <a:rPr lang="en-US" sz="1600" b="0" i="0" kern="1200" dirty="0"/>
            <a:t>Standard Sizing</a:t>
          </a:r>
        </a:p>
      </dsp:txBody>
      <dsp:txXfrm>
        <a:off x="408531" y="2711864"/>
        <a:ext cx="2106992" cy="76450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58B03-09CB-8E40-A50E-92CF5EE5E98A}">
      <dsp:nvSpPr>
        <dsp:cNvPr id="0" name=""/>
        <dsp:cNvSpPr/>
      </dsp:nvSpPr>
      <dsp:spPr>
        <a:xfrm>
          <a:off x="2965" y="345966"/>
          <a:ext cx="1782979" cy="634319"/>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Temperature Monitoring</a:t>
          </a:r>
        </a:p>
      </dsp:txBody>
      <dsp:txXfrm>
        <a:off x="2965" y="345966"/>
        <a:ext cx="1782979" cy="634319"/>
      </dsp:txXfrm>
    </dsp:sp>
    <dsp:sp modelId="{BFF827AD-CD76-7E46-B783-0A6EE719B14E}">
      <dsp:nvSpPr>
        <dsp:cNvPr id="0" name=""/>
        <dsp:cNvSpPr/>
      </dsp:nvSpPr>
      <dsp:spPr>
        <a:xfrm>
          <a:off x="2965" y="980285"/>
          <a:ext cx="1782979" cy="199956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Prevents overheating</a:t>
          </a:r>
        </a:p>
        <a:p>
          <a:pPr marL="171450" lvl="1" indent="-171450" algn="l" defTabSz="711200">
            <a:lnSpc>
              <a:spcPct val="90000"/>
            </a:lnSpc>
            <a:spcBef>
              <a:spcPct val="0"/>
            </a:spcBef>
            <a:spcAft>
              <a:spcPct val="15000"/>
            </a:spcAft>
            <a:buChar char="•"/>
          </a:pPr>
          <a:r>
            <a:rPr lang="en-US" sz="1600" kern="1200" dirty="0">
              <a:solidFill>
                <a:srgbClr val="20282F"/>
              </a:solidFill>
            </a:rPr>
            <a:t>Ensures effective heat dissipation</a:t>
          </a:r>
        </a:p>
      </dsp:txBody>
      <dsp:txXfrm>
        <a:off x="2965" y="980285"/>
        <a:ext cx="1782979" cy="1999560"/>
      </dsp:txXfrm>
    </dsp:sp>
    <dsp:sp modelId="{C139C253-A64B-CC4C-80C5-37FBBDCF7398}">
      <dsp:nvSpPr>
        <dsp:cNvPr id="0" name=""/>
        <dsp:cNvSpPr/>
      </dsp:nvSpPr>
      <dsp:spPr>
        <a:xfrm>
          <a:off x="2035561" y="345966"/>
          <a:ext cx="1782979" cy="634319"/>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Humidity Control</a:t>
          </a:r>
        </a:p>
      </dsp:txBody>
      <dsp:txXfrm>
        <a:off x="2035561" y="345966"/>
        <a:ext cx="1782979" cy="634319"/>
      </dsp:txXfrm>
    </dsp:sp>
    <dsp:sp modelId="{644240A8-261D-FB42-A212-42ECF8A10E78}">
      <dsp:nvSpPr>
        <dsp:cNvPr id="0" name=""/>
        <dsp:cNvSpPr/>
      </dsp:nvSpPr>
      <dsp:spPr>
        <a:xfrm>
          <a:off x="2035561" y="980285"/>
          <a:ext cx="1782979" cy="199956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Avoids condensation and corrosion</a:t>
          </a:r>
        </a:p>
        <a:p>
          <a:pPr marL="171450" lvl="1" indent="-171450" algn="l" defTabSz="711200">
            <a:lnSpc>
              <a:spcPct val="90000"/>
            </a:lnSpc>
            <a:spcBef>
              <a:spcPct val="0"/>
            </a:spcBef>
            <a:spcAft>
              <a:spcPct val="15000"/>
            </a:spcAft>
            <a:buChar char="•"/>
          </a:pPr>
          <a:r>
            <a:rPr lang="en-US" sz="1600" kern="1200" dirty="0">
              <a:solidFill>
                <a:srgbClr val="20282F"/>
              </a:solidFill>
            </a:rPr>
            <a:t>Reduces static charge risks</a:t>
          </a:r>
        </a:p>
      </dsp:txBody>
      <dsp:txXfrm>
        <a:off x="2035561" y="980285"/>
        <a:ext cx="1782979" cy="1999560"/>
      </dsp:txXfrm>
    </dsp:sp>
    <dsp:sp modelId="{6FC44857-EF4E-7340-AB1D-760299B19B3C}">
      <dsp:nvSpPr>
        <dsp:cNvPr id="0" name=""/>
        <dsp:cNvSpPr/>
      </dsp:nvSpPr>
      <dsp:spPr>
        <a:xfrm>
          <a:off x="4068158" y="345966"/>
          <a:ext cx="1782979" cy="634319"/>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Electrical Stability</a:t>
          </a:r>
        </a:p>
      </dsp:txBody>
      <dsp:txXfrm>
        <a:off x="4068158" y="345966"/>
        <a:ext cx="1782979" cy="634319"/>
      </dsp:txXfrm>
    </dsp:sp>
    <dsp:sp modelId="{33498771-176D-D648-8E4C-B11B58046969}">
      <dsp:nvSpPr>
        <dsp:cNvPr id="0" name=""/>
        <dsp:cNvSpPr/>
      </dsp:nvSpPr>
      <dsp:spPr>
        <a:xfrm>
          <a:off x="4068158" y="980285"/>
          <a:ext cx="1782979" cy="199956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Ensures uninterrupted power supply</a:t>
          </a:r>
        </a:p>
        <a:p>
          <a:pPr marL="171450" lvl="1" indent="-171450" algn="l" defTabSz="711200">
            <a:lnSpc>
              <a:spcPct val="90000"/>
            </a:lnSpc>
            <a:spcBef>
              <a:spcPct val="0"/>
            </a:spcBef>
            <a:spcAft>
              <a:spcPct val="15000"/>
            </a:spcAft>
            <a:buChar char="•"/>
          </a:pPr>
          <a:r>
            <a:rPr lang="en-US" sz="1600" kern="1200" dirty="0">
              <a:solidFill>
                <a:srgbClr val="20282F"/>
              </a:solidFill>
            </a:rPr>
            <a:t>Monitors for voltage irregularities</a:t>
          </a:r>
        </a:p>
      </dsp:txBody>
      <dsp:txXfrm>
        <a:off x="4068158" y="980285"/>
        <a:ext cx="1782979" cy="1999560"/>
      </dsp:txXfrm>
    </dsp:sp>
    <dsp:sp modelId="{D08934C9-E9DD-D142-B0B3-1376BDAE9B86}">
      <dsp:nvSpPr>
        <dsp:cNvPr id="0" name=""/>
        <dsp:cNvSpPr/>
      </dsp:nvSpPr>
      <dsp:spPr>
        <a:xfrm>
          <a:off x="6100755" y="345966"/>
          <a:ext cx="1782979" cy="634319"/>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Flood </a:t>
          </a:r>
          <a:br>
            <a:rPr lang="en-US" sz="1600" kern="1200" dirty="0"/>
          </a:br>
          <a:r>
            <a:rPr lang="en-US" sz="1600" kern="1200" dirty="0"/>
            <a:t>Detection</a:t>
          </a:r>
        </a:p>
      </dsp:txBody>
      <dsp:txXfrm>
        <a:off x="6100755" y="345966"/>
        <a:ext cx="1782979" cy="634319"/>
      </dsp:txXfrm>
    </dsp:sp>
    <dsp:sp modelId="{6AC0C622-9D02-0D43-A2AD-21648968B78B}">
      <dsp:nvSpPr>
        <dsp:cNvPr id="0" name=""/>
        <dsp:cNvSpPr/>
      </dsp:nvSpPr>
      <dsp:spPr>
        <a:xfrm>
          <a:off x="6100755" y="980285"/>
          <a:ext cx="1782979" cy="199956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Identifies water-related risks</a:t>
          </a:r>
        </a:p>
        <a:p>
          <a:pPr marL="171450" lvl="1" indent="-171450" algn="l" defTabSz="711200">
            <a:lnSpc>
              <a:spcPct val="90000"/>
            </a:lnSpc>
            <a:spcBef>
              <a:spcPct val="0"/>
            </a:spcBef>
            <a:spcAft>
              <a:spcPct val="15000"/>
            </a:spcAft>
            <a:buChar char="•"/>
          </a:pPr>
          <a:r>
            <a:rPr lang="en-US" sz="1600" kern="1200" dirty="0">
              <a:solidFill>
                <a:srgbClr val="20282F"/>
              </a:solidFill>
            </a:rPr>
            <a:t>Triggers immediate system shutdowns</a:t>
          </a:r>
        </a:p>
      </dsp:txBody>
      <dsp:txXfrm>
        <a:off x="6100755" y="980285"/>
        <a:ext cx="1782979" cy="199956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48903-CBE4-E24D-9BD7-0790AD7CA813}">
      <dsp:nvSpPr>
        <dsp:cNvPr id="0" name=""/>
        <dsp:cNvSpPr/>
      </dsp:nvSpPr>
      <dsp:spPr>
        <a:xfrm>
          <a:off x="3008" y="12800"/>
          <a:ext cx="1809204" cy="72368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0" kern="1200" dirty="0"/>
            <a:t>Power Essentials</a:t>
          </a:r>
        </a:p>
      </dsp:txBody>
      <dsp:txXfrm>
        <a:off x="3008" y="12800"/>
        <a:ext cx="1809204" cy="723681"/>
      </dsp:txXfrm>
    </dsp:sp>
    <dsp:sp modelId="{B2AF096B-797B-B045-AA34-001363BEED48}">
      <dsp:nvSpPr>
        <dsp:cNvPr id="0" name=""/>
        <dsp:cNvSpPr/>
      </dsp:nvSpPr>
      <dsp:spPr>
        <a:xfrm>
          <a:off x="3008" y="736482"/>
          <a:ext cx="1809204" cy="26791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Essential stable power for network appliances</a:t>
          </a:r>
        </a:p>
        <a:p>
          <a:pPr marL="114300" lvl="1" indent="-114300" algn="l" defTabSz="666750">
            <a:lnSpc>
              <a:spcPct val="90000"/>
            </a:lnSpc>
            <a:spcBef>
              <a:spcPct val="0"/>
            </a:spcBef>
            <a:spcAft>
              <a:spcPct val="15000"/>
            </a:spcAft>
            <a:buChar char="•"/>
          </a:pPr>
          <a:r>
            <a:rPr lang="en-US" sz="1500" kern="1200" dirty="0">
              <a:solidFill>
                <a:srgbClr val="20282F"/>
              </a:solidFill>
            </a:rPr>
            <a:t>Protection against voltage spikes, surges, and failures</a:t>
          </a:r>
        </a:p>
      </dsp:txBody>
      <dsp:txXfrm>
        <a:off x="3008" y="736482"/>
        <a:ext cx="1809204" cy="2679120"/>
      </dsp:txXfrm>
    </dsp:sp>
    <dsp:sp modelId="{4F0DEB0C-F10B-FD42-9057-D1C9FFA0255A}">
      <dsp:nvSpPr>
        <dsp:cNvPr id="0" name=""/>
        <dsp:cNvSpPr/>
      </dsp:nvSpPr>
      <dsp:spPr>
        <a:xfrm>
          <a:off x="2065501" y="12800"/>
          <a:ext cx="1809204" cy="72368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0" kern="1200" dirty="0"/>
            <a:t>Load and Voltage</a:t>
          </a:r>
        </a:p>
      </dsp:txBody>
      <dsp:txXfrm>
        <a:off x="2065501" y="12800"/>
        <a:ext cx="1809204" cy="723681"/>
      </dsp:txXfrm>
    </dsp:sp>
    <dsp:sp modelId="{7ACFCAFD-4ADE-804B-8092-7060B904319E}">
      <dsp:nvSpPr>
        <dsp:cNvPr id="0" name=""/>
        <dsp:cNvSpPr/>
      </dsp:nvSpPr>
      <dsp:spPr>
        <a:xfrm>
          <a:off x="2065501" y="736482"/>
          <a:ext cx="1809204" cy="26791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AC circuits aligned with equipment load</a:t>
          </a:r>
        </a:p>
        <a:p>
          <a:pPr marL="114300" lvl="1" indent="-114300" algn="l" defTabSz="666750">
            <a:lnSpc>
              <a:spcPct val="90000"/>
            </a:lnSpc>
            <a:spcBef>
              <a:spcPct val="0"/>
            </a:spcBef>
            <a:spcAft>
              <a:spcPct val="15000"/>
            </a:spcAft>
            <a:buChar char="•"/>
          </a:pPr>
          <a:r>
            <a:rPr lang="en-US" sz="1500" kern="1200" dirty="0">
              <a:solidFill>
                <a:srgbClr val="20282F"/>
              </a:solidFill>
            </a:rPr>
            <a:t>High-voltage circuits in datacenters</a:t>
          </a:r>
        </a:p>
      </dsp:txBody>
      <dsp:txXfrm>
        <a:off x="2065501" y="736482"/>
        <a:ext cx="1809204" cy="2679120"/>
      </dsp:txXfrm>
    </dsp:sp>
    <dsp:sp modelId="{4A3EAF89-7934-CA46-BCD8-929493540A4A}">
      <dsp:nvSpPr>
        <dsp:cNvPr id="0" name=""/>
        <dsp:cNvSpPr/>
      </dsp:nvSpPr>
      <dsp:spPr>
        <a:xfrm>
          <a:off x="4127994" y="12800"/>
          <a:ext cx="1809204" cy="72368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0" kern="1200" dirty="0"/>
            <a:t>PDUs</a:t>
          </a:r>
        </a:p>
      </dsp:txBody>
      <dsp:txXfrm>
        <a:off x="4127994" y="12800"/>
        <a:ext cx="1809204" cy="723681"/>
      </dsp:txXfrm>
    </dsp:sp>
    <dsp:sp modelId="{0B3C31DB-557D-104E-A2FA-325D8C4F3572}">
      <dsp:nvSpPr>
        <dsp:cNvPr id="0" name=""/>
        <dsp:cNvSpPr/>
      </dsp:nvSpPr>
      <dsp:spPr>
        <a:xfrm>
          <a:off x="4127994" y="736482"/>
          <a:ext cx="1809204" cy="26791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Ensure clean power signals</a:t>
          </a:r>
        </a:p>
        <a:p>
          <a:pPr marL="114300" lvl="1" indent="-114300" algn="l" defTabSz="666750">
            <a:lnSpc>
              <a:spcPct val="90000"/>
            </a:lnSpc>
            <a:spcBef>
              <a:spcPct val="0"/>
            </a:spcBef>
            <a:spcAft>
              <a:spcPct val="15000"/>
            </a:spcAft>
            <a:buChar char="•"/>
          </a:pPr>
          <a:r>
            <a:rPr lang="en-US" sz="1500" kern="1200" dirty="0">
              <a:solidFill>
                <a:srgbClr val="20282F"/>
              </a:solidFill>
            </a:rPr>
            <a:t>Offer remote monitoring/ control</a:t>
          </a:r>
        </a:p>
      </dsp:txBody>
      <dsp:txXfrm>
        <a:off x="4127994" y="736482"/>
        <a:ext cx="1809204" cy="2679120"/>
      </dsp:txXfrm>
    </dsp:sp>
    <dsp:sp modelId="{527AB4F8-215B-F345-A3EF-D5D0954A930B}">
      <dsp:nvSpPr>
        <dsp:cNvPr id="0" name=""/>
        <dsp:cNvSpPr/>
      </dsp:nvSpPr>
      <dsp:spPr>
        <a:xfrm>
          <a:off x="6190487" y="12800"/>
          <a:ext cx="1809204" cy="72368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0" kern="1200" dirty="0"/>
            <a:t>Battery Backups</a:t>
          </a:r>
        </a:p>
      </dsp:txBody>
      <dsp:txXfrm>
        <a:off x="6190487" y="12800"/>
        <a:ext cx="1809204" cy="723681"/>
      </dsp:txXfrm>
    </dsp:sp>
    <dsp:sp modelId="{CFE1CD7C-5F41-C24B-BCDF-99C07AB2B26E}">
      <dsp:nvSpPr>
        <dsp:cNvPr id="0" name=""/>
        <dsp:cNvSpPr/>
      </dsp:nvSpPr>
      <dsp:spPr>
        <a:xfrm>
          <a:off x="6190487" y="736482"/>
          <a:ext cx="1809204" cy="26791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Component-level storage device protection</a:t>
          </a:r>
        </a:p>
        <a:p>
          <a:pPr marL="114300" lvl="1" indent="-114300" algn="l" defTabSz="666750">
            <a:lnSpc>
              <a:spcPct val="90000"/>
            </a:lnSpc>
            <a:spcBef>
              <a:spcPct val="0"/>
            </a:spcBef>
            <a:spcAft>
              <a:spcPct val="15000"/>
            </a:spcAft>
            <a:buChar char="•"/>
          </a:pPr>
          <a:r>
            <a:rPr lang="en-US" sz="1500" kern="1200" dirty="0">
              <a:solidFill>
                <a:srgbClr val="20282F"/>
              </a:solidFill>
            </a:rPr>
            <a:t>UPS for system-level power continuity</a:t>
          </a:r>
        </a:p>
        <a:p>
          <a:pPr marL="114300" lvl="1" indent="-114300" algn="l" defTabSz="666750">
            <a:lnSpc>
              <a:spcPct val="90000"/>
            </a:lnSpc>
            <a:spcBef>
              <a:spcPct val="0"/>
            </a:spcBef>
            <a:spcAft>
              <a:spcPct val="15000"/>
            </a:spcAft>
            <a:buChar char="•"/>
          </a:pPr>
          <a:r>
            <a:rPr lang="en-US" sz="1500" kern="1200" dirty="0">
              <a:solidFill>
                <a:srgbClr val="20282F"/>
              </a:solidFill>
            </a:rPr>
            <a:t>UPS runtime dependent on load/model</a:t>
          </a:r>
        </a:p>
      </dsp:txBody>
      <dsp:txXfrm>
        <a:off x="6190487" y="736482"/>
        <a:ext cx="1809204" cy="267912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F1440-E40A-4436-BEE9-CAFC35F8F459}">
      <dsp:nvSpPr>
        <dsp:cNvPr id="0" name=""/>
        <dsp:cNvSpPr/>
      </dsp:nvSpPr>
      <dsp:spPr>
        <a:xfrm>
          <a:off x="4236" y="0"/>
          <a:ext cx="1486458" cy="3546475"/>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20282F"/>
              </a:solidFill>
            </a:rPr>
            <a:t>Fire Safety Elements</a:t>
          </a:r>
        </a:p>
      </dsp:txBody>
      <dsp:txXfrm>
        <a:off x="4236" y="0"/>
        <a:ext cx="1486458" cy="1063942"/>
      </dsp:txXfrm>
    </dsp:sp>
    <dsp:sp modelId="{E299659D-096B-4395-9E5A-5E7216AA06D6}">
      <dsp:nvSpPr>
        <dsp:cNvPr id="0" name=""/>
        <dsp:cNvSpPr/>
      </dsp:nvSpPr>
      <dsp:spPr>
        <a:xfrm>
          <a:off x="152881" y="1064245"/>
          <a:ext cx="1189166" cy="69674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11175">
            <a:lnSpc>
              <a:spcPct val="90000"/>
            </a:lnSpc>
            <a:spcBef>
              <a:spcPct val="0"/>
            </a:spcBef>
            <a:spcAft>
              <a:spcPct val="35000"/>
            </a:spcAft>
            <a:buNone/>
          </a:pPr>
          <a:r>
            <a:rPr lang="en-US" sz="1150" kern="1200" dirty="0"/>
            <a:t>Clearly marked fire exits</a:t>
          </a:r>
        </a:p>
      </dsp:txBody>
      <dsp:txXfrm>
        <a:off x="173288" y="1084652"/>
        <a:ext cx="1148352" cy="655926"/>
      </dsp:txXfrm>
    </dsp:sp>
    <dsp:sp modelId="{0C23BB94-85C5-4059-9D7E-FD5BDE304DB7}">
      <dsp:nvSpPr>
        <dsp:cNvPr id="0" name=""/>
        <dsp:cNvSpPr/>
      </dsp:nvSpPr>
      <dsp:spPr>
        <a:xfrm>
          <a:off x="152881" y="1868176"/>
          <a:ext cx="1189166" cy="69674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11175">
            <a:lnSpc>
              <a:spcPct val="90000"/>
            </a:lnSpc>
            <a:spcBef>
              <a:spcPct val="0"/>
            </a:spcBef>
            <a:spcAft>
              <a:spcPct val="35000"/>
            </a:spcAft>
            <a:buNone/>
          </a:pPr>
          <a:r>
            <a:rPr lang="en-US" sz="1150" kern="1200" dirty="0"/>
            <a:t>Regular emergency evacuation drills</a:t>
          </a:r>
        </a:p>
      </dsp:txBody>
      <dsp:txXfrm>
        <a:off x="173288" y="1888583"/>
        <a:ext cx="1148352" cy="655926"/>
      </dsp:txXfrm>
    </dsp:sp>
    <dsp:sp modelId="{18F9313C-E2D9-4132-8FA9-C71D28F212C4}">
      <dsp:nvSpPr>
        <dsp:cNvPr id="0" name=""/>
        <dsp:cNvSpPr/>
      </dsp:nvSpPr>
      <dsp:spPr>
        <a:xfrm>
          <a:off x="152881" y="2672107"/>
          <a:ext cx="1189166" cy="69674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11175">
            <a:lnSpc>
              <a:spcPct val="90000"/>
            </a:lnSpc>
            <a:spcBef>
              <a:spcPct val="0"/>
            </a:spcBef>
            <a:spcAft>
              <a:spcPct val="35000"/>
            </a:spcAft>
            <a:buNone/>
          </a:pPr>
          <a:r>
            <a:rPr lang="en-US" sz="1150" kern="1200" dirty="0"/>
            <a:t>Fire-resistant building design</a:t>
          </a:r>
        </a:p>
      </dsp:txBody>
      <dsp:txXfrm>
        <a:off x="173288" y="2692514"/>
        <a:ext cx="1148352" cy="655926"/>
      </dsp:txXfrm>
    </dsp:sp>
    <dsp:sp modelId="{49C78F81-0AD2-407C-B8B2-6494E3F0EAC1}">
      <dsp:nvSpPr>
        <dsp:cNvPr id="0" name=""/>
        <dsp:cNvSpPr/>
      </dsp:nvSpPr>
      <dsp:spPr>
        <a:xfrm>
          <a:off x="1602178" y="0"/>
          <a:ext cx="1486458" cy="3546475"/>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20282F"/>
              </a:solidFill>
            </a:rPr>
            <a:t>Detection and Alarms</a:t>
          </a:r>
        </a:p>
      </dsp:txBody>
      <dsp:txXfrm>
        <a:off x="1602178" y="0"/>
        <a:ext cx="1486458" cy="1063942"/>
      </dsp:txXfrm>
    </dsp:sp>
    <dsp:sp modelId="{E761C034-AB1F-4CD3-AB88-6AE1600002F1}">
      <dsp:nvSpPr>
        <dsp:cNvPr id="0" name=""/>
        <dsp:cNvSpPr/>
      </dsp:nvSpPr>
      <dsp:spPr>
        <a:xfrm>
          <a:off x="1750824" y="1063942"/>
          <a:ext cx="1189166" cy="230520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Automatic and manual smoke/fire detection systems</a:t>
          </a:r>
        </a:p>
      </dsp:txBody>
      <dsp:txXfrm>
        <a:off x="1785653" y="1098771"/>
        <a:ext cx="1119508" cy="2235550"/>
      </dsp:txXfrm>
    </dsp:sp>
    <dsp:sp modelId="{3DB42A0E-F7F0-45BC-9700-E050B5C0C896}">
      <dsp:nvSpPr>
        <dsp:cNvPr id="0" name=""/>
        <dsp:cNvSpPr/>
      </dsp:nvSpPr>
      <dsp:spPr>
        <a:xfrm>
          <a:off x="3200120" y="0"/>
          <a:ext cx="1486458" cy="3546475"/>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20282F"/>
              </a:solidFill>
            </a:rPr>
            <a:t>Extinguishers</a:t>
          </a:r>
        </a:p>
      </dsp:txBody>
      <dsp:txXfrm>
        <a:off x="3200120" y="0"/>
        <a:ext cx="1486458" cy="1063942"/>
      </dsp:txXfrm>
    </dsp:sp>
    <dsp:sp modelId="{7DBF3A8B-E577-4271-B847-CEFB133438C5}">
      <dsp:nvSpPr>
        <dsp:cNvPr id="0" name=""/>
        <dsp:cNvSpPr/>
      </dsp:nvSpPr>
      <dsp:spPr>
        <a:xfrm>
          <a:off x="3348766" y="1064981"/>
          <a:ext cx="1189166" cy="106931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Various types for different fire classes</a:t>
          </a:r>
        </a:p>
      </dsp:txBody>
      <dsp:txXfrm>
        <a:off x="3380085" y="1096300"/>
        <a:ext cx="1126528" cy="1006672"/>
      </dsp:txXfrm>
    </dsp:sp>
    <dsp:sp modelId="{8DDCCF05-7E93-481F-A22C-317205BAB1F7}">
      <dsp:nvSpPr>
        <dsp:cNvPr id="0" name=""/>
        <dsp:cNvSpPr/>
      </dsp:nvSpPr>
      <dsp:spPr>
        <a:xfrm>
          <a:off x="3348766" y="2298801"/>
          <a:ext cx="1189166" cy="106931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Class C extinguishers for electrical safety</a:t>
          </a:r>
        </a:p>
      </dsp:txBody>
      <dsp:txXfrm>
        <a:off x="3380085" y="2330120"/>
        <a:ext cx="1126528" cy="1006672"/>
      </dsp:txXfrm>
    </dsp:sp>
    <dsp:sp modelId="{BEBE24B0-A863-48A1-BF31-DD49B9D18C73}">
      <dsp:nvSpPr>
        <dsp:cNvPr id="0" name=""/>
        <dsp:cNvSpPr/>
      </dsp:nvSpPr>
      <dsp:spPr>
        <a:xfrm>
          <a:off x="4798063" y="0"/>
          <a:ext cx="1486458" cy="3546475"/>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20282F"/>
              </a:solidFill>
            </a:rPr>
            <a:t>Sprinkler Systems</a:t>
          </a:r>
        </a:p>
      </dsp:txBody>
      <dsp:txXfrm>
        <a:off x="4798063" y="0"/>
        <a:ext cx="1486458" cy="1063942"/>
      </dsp:txXfrm>
    </dsp:sp>
    <dsp:sp modelId="{E1D07DEB-8476-4025-A519-6CBBF000E578}">
      <dsp:nvSpPr>
        <dsp:cNvPr id="0" name=""/>
        <dsp:cNvSpPr/>
      </dsp:nvSpPr>
      <dsp:spPr>
        <a:xfrm>
          <a:off x="4946709" y="1064981"/>
          <a:ext cx="1189166" cy="106931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Heat-triggered, water discharge</a:t>
          </a:r>
        </a:p>
      </dsp:txBody>
      <dsp:txXfrm>
        <a:off x="4978028" y="1096300"/>
        <a:ext cx="1126528" cy="1006672"/>
      </dsp:txXfrm>
    </dsp:sp>
    <dsp:sp modelId="{6515A7C5-C430-4336-8F95-EB141C69B02C}">
      <dsp:nvSpPr>
        <dsp:cNvPr id="0" name=""/>
        <dsp:cNvSpPr/>
      </dsp:nvSpPr>
      <dsp:spPr>
        <a:xfrm>
          <a:off x="4946709" y="2298801"/>
          <a:ext cx="1189166" cy="106931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Risk of burst pipes, accidental triggering</a:t>
          </a:r>
        </a:p>
      </dsp:txBody>
      <dsp:txXfrm>
        <a:off x="4978028" y="2330120"/>
        <a:ext cx="1126528" cy="1006672"/>
      </dsp:txXfrm>
    </dsp:sp>
    <dsp:sp modelId="{744FE2EC-055D-41D9-8FB1-DCBC7CFBADA3}">
      <dsp:nvSpPr>
        <dsp:cNvPr id="0" name=""/>
        <dsp:cNvSpPr/>
      </dsp:nvSpPr>
      <dsp:spPr>
        <a:xfrm>
          <a:off x="6396005" y="0"/>
          <a:ext cx="1486458" cy="3546475"/>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20282F"/>
              </a:solidFill>
            </a:rPr>
            <a:t>Sprinkler Alternatives</a:t>
          </a:r>
        </a:p>
      </dsp:txBody>
      <dsp:txXfrm>
        <a:off x="6396005" y="0"/>
        <a:ext cx="1486458" cy="1063942"/>
      </dsp:txXfrm>
    </dsp:sp>
    <dsp:sp modelId="{8EE6FBD1-7974-489F-880B-0E0D74871392}">
      <dsp:nvSpPr>
        <dsp:cNvPr id="0" name=""/>
        <dsp:cNvSpPr/>
      </dsp:nvSpPr>
      <dsp:spPr>
        <a:xfrm>
          <a:off x="6544651" y="1064029"/>
          <a:ext cx="1189166" cy="516645"/>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Dry-pipe</a:t>
          </a:r>
        </a:p>
      </dsp:txBody>
      <dsp:txXfrm>
        <a:off x="6559783" y="1079161"/>
        <a:ext cx="1158902" cy="486381"/>
      </dsp:txXfrm>
    </dsp:sp>
    <dsp:sp modelId="{196411DD-E591-4D65-8077-8A1A0BE071D3}">
      <dsp:nvSpPr>
        <dsp:cNvPr id="0" name=""/>
        <dsp:cNvSpPr/>
      </dsp:nvSpPr>
      <dsp:spPr>
        <a:xfrm>
          <a:off x="6544651" y="1660158"/>
          <a:ext cx="1189166" cy="516645"/>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Pre-action</a:t>
          </a:r>
        </a:p>
      </dsp:txBody>
      <dsp:txXfrm>
        <a:off x="6559783" y="1675290"/>
        <a:ext cx="1158902" cy="486381"/>
      </dsp:txXfrm>
    </dsp:sp>
    <dsp:sp modelId="{5353DCBA-A0DB-4D1C-8C85-8964D4A9EF46}">
      <dsp:nvSpPr>
        <dsp:cNvPr id="0" name=""/>
        <dsp:cNvSpPr/>
      </dsp:nvSpPr>
      <dsp:spPr>
        <a:xfrm>
          <a:off x="6544651" y="2256288"/>
          <a:ext cx="1189166" cy="516645"/>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Halon (phased out)</a:t>
          </a:r>
        </a:p>
      </dsp:txBody>
      <dsp:txXfrm>
        <a:off x="6559783" y="2271420"/>
        <a:ext cx="1158902" cy="486381"/>
      </dsp:txXfrm>
    </dsp:sp>
    <dsp:sp modelId="{D8BC125B-EBCB-44D1-87E6-4A3836611CEC}">
      <dsp:nvSpPr>
        <dsp:cNvPr id="0" name=""/>
        <dsp:cNvSpPr/>
      </dsp:nvSpPr>
      <dsp:spPr>
        <a:xfrm>
          <a:off x="6544651" y="2852418"/>
          <a:ext cx="1189166" cy="516645"/>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Clean agent</a:t>
          </a:r>
        </a:p>
      </dsp:txBody>
      <dsp:txXfrm>
        <a:off x="6559783" y="2867550"/>
        <a:ext cx="1158902" cy="48638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C29067-4D06-0444-990B-6CCAC501A65E}">
      <dsp:nvSpPr>
        <dsp:cNvPr id="0" name=""/>
        <dsp:cNvSpPr/>
      </dsp:nvSpPr>
      <dsp:spPr>
        <a:xfrm>
          <a:off x="0" y="254771"/>
          <a:ext cx="7886700" cy="3042899"/>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874776"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solidFill>
                <a:srgbClr val="20282F"/>
              </a:solidFill>
            </a:rPr>
            <a:t>Prevent equipment from overheating </a:t>
          </a:r>
          <a:br>
            <a:rPr lang="en-US" sz="2400" kern="1200" dirty="0">
              <a:solidFill>
                <a:srgbClr val="20282F"/>
              </a:solidFill>
            </a:rPr>
          </a:br>
          <a:r>
            <a:rPr lang="en-US" sz="2400" kern="1200" dirty="0">
              <a:solidFill>
                <a:srgbClr val="20282F"/>
              </a:solidFill>
            </a:rPr>
            <a:t>in a server room?</a:t>
          </a:r>
        </a:p>
        <a:p>
          <a:pPr marL="228600" lvl="1" indent="-228600" algn="l" defTabSz="1066800">
            <a:lnSpc>
              <a:spcPct val="90000"/>
            </a:lnSpc>
            <a:spcBef>
              <a:spcPct val="0"/>
            </a:spcBef>
            <a:spcAft>
              <a:spcPct val="15000"/>
            </a:spcAft>
            <a:buChar char="•"/>
          </a:pPr>
          <a:r>
            <a:rPr lang="en-US" sz="2400" kern="1200" dirty="0">
              <a:solidFill>
                <a:srgbClr val="20282F"/>
              </a:solidFill>
            </a:rPr>
            <a:t>Prevent static discharge?</a:t>
          </a:r>
        </a:p>
        <a:p>
          <a:pPr marL="228600" lvl="1" indent="-228600" algn="l" defTabSz="1066800">
            <a:lnSpc>
              <a:spcPct val="90000"/>
            </a:lnSpc>
            <a:spcBef>
              <a:spcPct val="0"/>
            </a:spcBef>
            <a:spcAft>
              <a:spcPct val="15000"/>
            </a:spcAft>
            <a:buChar char="•"/>
          </a:pPr>
          <a:r>
            <a:rPr lang="en-US" sz="2400" kern="1200" dirty="0">
              <a:solidFill>
                <a:srgbClr val="20282F"/>
              </a:solidFill>
            </a:rPr>
            <a:t>Protect equipment and data from </a:t>
          </a:r>
          <a:br>
            <a:rPr lang="en-US" sz="2400" kern="1200" dirty="0">
              <a:solidFill>
                <a:srgbClr val="20282F"/>
              </a:solidFill>
            </a:rPr>
          </a:br>
          <a:r>
            <a:rPr lang="en-US" sz="2400" kern="1200" dirty="0">
              <a:solidFill>
                <a:srgbClr val="20282F"/>
              </a:solidFill>
            </a:rPr>
            <a:t>under-voltage events?</a:t>
          </a:r>
        </a:p>
      </dsp:txBody>
      <dsp:txXfrm>
        <a:off x="0" y="254771"/>
        <a:ext cx="7886700" cy="3042899"/>
      </dsp:txXfrm>
    </dsp:sp>
    <dsp:sp modelId="{E2186015-3768-204A-8F7E-C6A48DCFC213}">
      <dsp:nvSpPr>
        <dsp:cNvPr id="0" name=""/>
        <dsp:cNvSpPr/>
      </dsp:nvSpPr>
      <dsp:spPr>
        <a:xfrm>
          <a:off x="394335" y="28141"/>
          <a:ext cx="5520690" cy="8465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How would you…</a:t>
          </a:r>
        </a:p>
      </dsp:txBody>
      <dsp:txXfrm>
        <a:off x="435660" y="69466"/>
        <a:ext cx="5438040" cy="7639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DA44C-3961-43D5-B432-34172C445D30}">
      <dsp:nvSpPr>
        <dsp:cNvPr id="0" name=""/>
        <dsp:cNvSpPr/>
      </dsp:nvSpPr>
      <dsp:spPr>
        <a:xfrm>
          <a:off x="2464" y="119012"/>
          <a:ext cx="2402978" cy="4320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b="0" kern="1200" dirty="0"/>
            <a:t>Physical layer</a:t>
          </a:r>
        </a:p>
      </dsp:txBody>
      <dsp:txXfrm>
        <a:off x="2464" y="119012"/>
        <a:ext cx="2402978" cy="432000"/>
      </dsp:txXfrm>
    </dsp:sp>
    <dsp:sp modelId="{370AE9FF-BC8B-4369-B99C-5E84071D72A2}">
      <dsp:nvSpPr>
        <dsp:cNvPr id="0" name=""/>
        <dsp:cNvSpPr/>
      </dsp:nvSpPr>
      <dsp:spPr>
        <a:xfrm>
          <a:off x="2464" y="551012"/>
          <a:ext cx="2402978" cy="2655787"/>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Symbols: events like voltage pulses or wave transitions</a:t>
          </a:r>
        </a:p>
        <a:p>
          <a:pPr marL="114300" lvl="1" indent="-114300" algn="l" defTabSz="666750">
            <a:lnSpc>
              <a:spcPct val="90000"/>
            </a:lnSpc>
            <a:spcBef>
              <a:spcPts val="600"/>
            </a:spcBef>
            <a:spcAft>
              <a:spcPts val="600"/>
            </a:spcAft>
            <a:buChar char="•"/>
          </a:pPr>
          <a:r>
            <a:rPr lang="en-US" sz="1500" kern="1200" dirty="0">
              <a:solidFill>
                <a:srgbClr val="20282F"/>
              </a:solidFill>
            </a:rPr>
            <a:t>Baud rate: symbols per second (measured in Hz, MHz, GHz)</a:t>
          </a:r>
        </a:p>
      </dsp:txBody>
      <dsp:txXfrm>
        <a:off x="2464" y="551012"/>
        <a:ext cx="2402978" cy="2655787"/>
      </dsp:txXfrm>
    </dsp:sp>
    <dsp:sp modelId="{A3293355-69E5-4BCA-B0D6-5045C7817CD7}">
      <dsp:nvSpPr>
        <dsp:cNvPr id="0" name=""/>
        <dsp:cNvSpPr/>
      </dsp:nvSpPr>
      <dsp:spPr>
        <a:xfrm>
          <a:off x="2741860" y="119012"/>
          <a:ext cx="2402978" cy="4320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b="0" kern="1200" dirty="0"/>
            <a:t>Data Link Layer</a:t>
          </a:r>
        </a:p>
      </dsp:txBody>
      <dsp:txXfrm>
        <a:off x="2741860" y="119012"/>
        <a:ext cx="2402978" cy="432000"/>
      </dsp:txXfrm>
    </dsp:sp>
    <dsp:sp modelId="{64582D87-015C-47ED-991E-5C7C4BC59344}">
      <dsp:nvSpPr>
        <dsp:cNvPr id="0" name=""/>
        <dsp:cNvSpPr/>
      </dsp:nvSpPr>
      <dsp:spPr>
        <a:xfrm>
          <a:off x="2741860" y="551012"/>
          <a:ext cx="2402978" cy="2655787"/>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Nominal bit rate: information transmitter per second</a:t>
          </a:r>
        </a:p>
        <a:p>
          <a:pPr marL="114300" lvl="1" indent="-114300" algn="l" defTabSz="666750">
            <a:lnSpc>
              <a:spcPct val="90000"/>
            </a:lnSpc>
            <a:spcBef>
              <a:spcPts val="600"/>
            </a:spcBef>
            <a:spcAft>
              <a:spcPts val="600"/>
            </a:spcAft>
            <a:buChar char="•"/>
          </a:pPr>
          <a:r>
            <a:rPr lang="en-US" sz="1500" kern="1200" dirty="0">
              <a:solidFill>
                <a:srgbClr val="20282F"/>
              </a:solidFill>
            </a:rPr>
            <a:t>Encoding methods: higher bit rate than baud rate</a:t>
          </a:r>
        </a:p>
        <a:p>
          <a:pPr marL="114300" lvl="1" indent="-114300" algn="l" defTabSz="666750">
            <a:lnSpc>
              <a:spcPct val="90000"/>
            </a:lnSpc>
            <a:spcBef>
              <a:spcPts val="600"/>
            </a:spcBef>
            <a:spcAft>
              <a:spcPts val="600"/>
            </a:spcAft>
            <a:buChar char="•"/>
          </a:pPr>
          <a:r>
            <a:rPr lang="en-US" sz="1500" kern="1200" dirty="0">
              <a:solidFill>
                <a:srgbClr val="20282F"/>
              </a:solidFill>
            </a:rPr>
            <a:t>Ethernet: expected performance (10 Mbps, 100 Mbps, 1 Gbps, etc.)</a:t>
          </a:r>
        </a:p>
      </dsp:txBody>
      <dsp:txXfrm>
        <a:off x="2741860" y="551012"/>
        <a:ext cx="2402978" cy="2655787"/>
      </dsp:txXfrm>
    </dsp:sp>
    <dsp:sp modelId="{DA139D8B-9059-49DA-936D-70864C216423}">
      <dsp:nvSpPr>
        <dsp:cNvPr id="0" name=""/>
        <dsp:cNvSpPr/>
      </dsp:nvSpPr>
      <dsp:spPr>
        <a:xfrm>
          <a:off x="5481256" y="119012"/>
          <a:ext cx="2402978" cy="4320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b="0" kern="1200" dirty="0"/>
            <a:t>Throughput</a:t>
          </a:r>
        </a:p>
      </dsp:txBody>
      <dsp:txXfrm>
        <a:off x="5481256" y="119012"/>
        <a:ext cx="2402978" cy="432000"/>
      </dsp:txXfrm>
    </dsp:sp>
    <dsp:sp modelId="{78D94342-89B0-4BB5-B64E-F97B7436C7DD}">
      <dsp:nvSpPr>
        <dsp:cNvPr id="0" name=""/>
        <dsp:cNvSpPr/>
      </dsp:nvSpPr>
      <dsp:spPr>
        <a:xfrm>
          <a:off x="5481256" y="551012"/>
          <a:ext cx="2402978" cy="2655787"/>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Average data transfer rate over time</a:t>
          </a:r>
        </a:p>
        <a:p>
          <a:pPr marL="114300" lvl="1" indent="-114300" algn="l" defTabSz="666750">
            <a:lnSpc>
              <a:spcPct val="90000"/>
            </a:lnSpc>
            <a:spcBef>
              <a:spcPts val="600"/>
            </a:spcBef>
            <a:spcAft>
              <a:spcPts val="600"/>
            </a:spcAft>
            <a:buChar char="•"/>
          </a:pPr>
          <a:r>
            <a:rPr lang="en-US" sz="1500" kern="1200" dirty="0">
              <a:solidFill>
                <a:srgbClr val="20282F"/>
              </a:solidFill>
            </a:rPr>
            <a:t>Goodput: Averaged data transfer rate at Application layer</a:t>
          </a:r>
        </a:p>
        <a:p>
          <a:pPr marL="114300" lvl="1" indent="-114300" algn="l" defTabSz="666750">
            <a:lnSpc>
              <a:spcPct val="90000"/>
            </a:lnSpc>
            <a:spcBef>
              <a:spcPts val="600"/>
            </a:spcBef>
            <a:spcAft>
              <a:spcPts val="600"/>
            </a:spcAft>
            <a:buChar char="•"/>
          </a:pPr>
          <a:r>
            <a:rPr lang="en-US" sz="1500" kern="1200" dirty="0">
              <a:solidFill>
                <a:srgbClr val="20282F"/>
              </a:solidFill>
            </a:rPr>
            <a:t>Latency (speed): time unit (ms), also referred to as delay</a:t>
          </a:r>
        </a:p>
      </dsp:txBody>
      <dsp:txXfrm>
        <a:off x="5481256" y="551012"/>
        <a:ext cx="2402978" cy="265578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DA44C-3961-43D5-B432-34172C445D30}">
      <dsp:nvSpPr>
        <dsp:cNvPr id="0" name=""/>
        <dsp:cNvSpPr/>
      </dsp:nvSpPr>
      <dsp:spPr>
        <a:xfrm>
          <a:off x="2464" y="106694"/>
          <a:ext cx="2402978" cy="5184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kern="1200" dirty="0"/>
            <a:t>Distance limitations</a:t>
          </a:r>
        </a:p>
      </dsp:txBody>
      <dsp:txXfrm>
        <a:off x="2464" y="106694"/>
        <a:ext cx="2402978" cy="518400"/>
      </dsp:txXfrm>
    </dsp:sp>
    <dsp:sp modelId="{370AE9FF-BC8B-4369-B99C-5E84071D72A2}">
      <dsp:nvSpPr>
        <dsp:cNvPr id="0" name=""/>
        <dsp:cNvSpPr/>
      </dsp:nvSpPr>
      <dsp:spPr>
        <a:xfrm>
          <a:off x="2464" y="625094"/>
          <a:ext cx="2402978" cy="259402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Media types support specific bit rates over defined distances</a:t>
          </a:r>
        </a:p>
      </dsp:txBody>
      <dsp:txXfrm>
        <a:off x="2464" y="625094"/>
        <a:ext cx="2402978" cy="2594024"/>
      </dsp:txXfrm>
    </dsp:sp>
    <dsp:sp modelId="{910742A4-9196-4CDD-AFC3-B7A70096A781}">
      <dsp:nvSpPr>
        <dsp:cNvPr id="0" name=""/>
        <dsp:cNvSpPr/>
      </dsp:nvSpPr>
      <dsp:spPr>
        <a:xfrm>
          <a:off x="2741860" y="106694"/>
          <a:ext cx="2402978" cy="5184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Attenuation</a:t>
          </a:r>
        </a:p>
      </dsp:txBody>
      <dsp:txXfrm>
        <a:off x="2741860" y="106694"/>
        <a:ext cx="2402978" cy="518400"/>
      </dsp:txXfrm>
    </dsp:sp>
    <dsp:sp modelId="{2428EA0F-DDD2-4529-8ED4-C4FC77E9D48B}">
      <dsp:nvSpPr>
        <dsp:cNvPr id="0" name=""/>
        <dsp:cNvSpPr/>
      </dsp:nvSpPr>
      <dsp:spPr>
        <a:xfrm>
          <a:off x="2741860" y="625094"/>
          <a:ext cx="2402978" cy="259402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Loss of signal strength (dB)
Ratio of signal strength at origin vs. destination</a:t>
          </a:r>
        </a:p>
      </dsp:txBody>
      <dsp:txXfrm>
        <a:off x="2741860" y="625094"/>
        <a:ext cx="2402978" cy="2594024"/>
      </dsp:txXfrm>
    </dsp:sp>
    <dsp:sp modelId="{DAA6645C-BEE1-4C1E-8AEC-506407DDD790}">
      <dsp:nvSpPr>
        <dsp:cNvPr id="0" name=""/>
        <dsp:cNvSpPr/>
      </dsp:nvSpPr>
      <dsp:spPr>
        <a:xfrm>
          <a:off x="5481256" y="106694"/>
          <a:ext cx="2402978" cy="5184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Interference (Noise)</a:t>
          </a:r>
        </a:p>
      </dsp:txBody>
      <dsp:txXfrm>
        <a:off x="5481256" y="106694"/>
        <a:ext cx="2402978" cy="518400"/>
      </dsp:txXfrm>
    </dsp:sp>
    <dsp:sp modelId="{99183B2A-A124-4CD4-A9F7-30D0238BC067}">
      <dsp:nvSpPr>
        <dsp:cNvPr id="0" name=""/>
        <dsp:cNvSpPr/>
      </dsp:nvSpPr>
      <dsp:spPr>
        <a:xfrm>
          <a:off x="5481256" y="625094"/>
          <a:ext cx="2402978" cy="259402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Unintended signals within or near the channel
Causes errors and retransmissions
Expressed as Signal to Noise Ratio (SNR)</a:t>
          </a:r>
        </a:p>
      </dsp:txBody>
      <dsp:txXfrm>
        <a:off x="5481256" y="625094"/>
        <a:ext cx="2402978" cy="259402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0109E-75A6-4DAE-A7F1-7CCB93CEEFF2}">
      <dsp:nvSpPr>
        <dsp:cNvPr id="0" name=""/>
        <dsp:cNvSpPr/>
      </dsp:nvSpPr>
      <dsp:spPr>
        <a:xfrm>
          <a:off x="0" y="60920"/>
          <a:ext cx="2464593" cy="147875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Slow Internet speeds</a:t>
          </a:r>
        </a:p>
      </dsp:txBody>
      <dsp:txXfrm>
        <a:off x="0" y="60920"/>
        <a:ext cx="2464593" cy="1478756"/>
      </dsp:txXfrm>
    </dsp:sp>
    <dsp:sp modelId="{46C1AD9A-396C-4E1D-98ED-2DCB1D550C3D}">
      <dsp:nvSpPr>
        <dsp:cNvPr id="0" name=""/>
        <dsp:cNvSpPr/>
      </dsp:nvSpPr>
      <dsp:spPr>
        <a:xfrm>
          <a:off x="2711053" y="60920"/>
          <a:ext cx="2464593" cy="147875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Random disconnections and reconnections</a:t>
          </a:r>
        </a:p>
      </dsp:txBody>
      <dsp:txXfrm>
        <a:off x="2711053" y="60920"/>
        <a:ext cx="2464593" cy="1478756"/>
      </dsp:txXfrm>
    </dsp:sp>
    <dsp:sp modelId="{C5C067C9-C9F0-4996-8D26-360D98EE4C63}">
      <dsp:nvSpPr>
        <dsp:cNvPr id="0" name=""/>
        <dsp:cNvSpPr/>
      </dsp:nvSpPr>
      <dsp:spPr>
        <a:xfrm>
          <a:off x="5422106" y="60920"/>
          <a:ext cx="2464593" cy="147875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Connection timeouts</a:t>
          </a:r>
        </a:p>
      </dsp:txBody>
      <dsp:txXfrm>
        <a:off x="5422106" y="60920"/>
        <a:ext cx="2464593" cy="1478756"/>
      </dsp:txXfrm>
    </dsp:sp>
    <dsp:sp modelId="{1AA88218-36A5-4E88-8ACC-AAAD5756368C}">
      <dsp:nvSpPr>
        <dsp:cNvPr id="0" name=""/>
        <dsp:cNvSpPr/>
      </dsp:nvSpPr>
      <dsp:spPr>
        <a:xfrm>
          <a:off x="0" y="1786136"/>
          <a:ext cx="2464593" cy="147875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Slowing down </a:t>
          </a:r>
          <a:br>
            <a:rPr lang="en-US" sz="2100" kern="1200" dirty="0"/>
          </a:br>
          <a:r>
            <a:rPr lang="en-US" sz="2100" kern="1200" dirty="0"/>
            <a:t>of applications</a:t>
          </a:r>
        </a:p>
      </dsp:txBody>
      <dsp:txXfrm>
        <a:off x="0" y="1786136"/>
        <a:ext cx="2464593" cy="1478756"/>
      </dsp:txXfrm>
    </dsp:sp>
    <dsp:sp modelId="{A492E0AD-6298-4B62-9C62-FE2A211792FF}">
      <dsp:nvSpPr>
        <dsp:cNvPr id="0" name=""/>
        <dsp:cNvSpPr/>
      </dsp:nvSpPr>
      <dsp:spPr>
        <a:xfrm>
          <a:off x="2711053" y="1786136"/>
          <a:ext cx="2464593" cy="147875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Lagging audio/video communication</a:t>
          </a:r>
        </a:p>
      </dsp:txBody>
      <dsp:txXfrm>
        <a:off x="2711053" y="1786136"/>
        <a:ext cx="2464593" cy="1478756"/>
      </dsp:txXfrm>
    </dsp:sp>
    <dsp:sp modelId="{987AE61B-D623-495A-9417-5BA1DAE31FD9}">
      <dsp:nvSpPr>
        <dsp:cNvPr id="0" name=""/>
        <dsp:cNvSpPr/>
      </dsp:nvSpPr>
      <dsp:spPr>
        <a:xfrm>
          <a:off x="5422106" y="1786136"/>
          <a:ext cx="2464593" cy="1478756"/>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Frequent drops </a:t>
          </a:r>
          <a:br>
            <a:rPr lang="en-US" sz="2100" kern="1200" dirty="0"/>
          </a:br>
          <a:r>
            <a:rPr lang="en-US" sz="2100" kern="1200" dirty="0"/>
            <a:t>or unstable network link</a:t>
          </a:r>
        </a:p>
      </dsp:txBody>
      <dsp:txXfrm>
        <a:off x="5422106" y="1786136"/>
        <a:ext cx="2464593" cy="147875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AF63E-F5B2-4FAF-B78D-93CADE8AD251}">
      <dsp:nvSpPr>
        <dsp:cNvPr id="0" name=""/>
        <dsp:cNvSpPr/>
      </dsp:nvSpPr>
      <dsp:spPr>
        <a:xfrm>
          <a:off x="593919" y="0"/>
          <a:ext cx="6731087" cy="3774446"/>
        </a:xfrm>
        <a:prstGeom prst="rightArrow">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sp>
    <dsp:sp modelId="{AEE6ED27-5C62-48F2-8CA0-A4A5D76733EF}">
      <dsp:nvSpPr>
        <dsp:cNvPr id="0" name=""/>
        <dsp:cNvSpPr/>
      </dsp:nvSpPr>
      <dsp:spPr>
        <a:xfrm>
          <a:off x="676"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Physical inspection of cables</a:t>
          </a:r>
        </a:p>
      </dsp:txBody>
      <dsp:txXfrm>
        <a:off x="53622" y="1185279"/>
        <a:ext cx="978707" cy="1403886"/>
      </dsp:txXfrm>
    </dsp:sp>
    <dsp:sp modelId="{7D7486C0-DC3C-4ABA-A177-8F8A5339E40F}">
      <dsp:nvSpPr>
        <dsp:cNvPr id="0" name=""/>
        <dsp:cNvSpPr/>
      </dsp:nvSpPr>
      <dsp:spPr>
        <a:xfrm>
          <a:off x="1139505"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Verify patch cord connections</a:t>
          </a:r>
        </a:p>
      </dsp:txBody>
      <dsp:txXfrm>
        <a:off x="1192451" y="1185279"/>
        <a:ext cx="978707" cy="1403886"/>
      </dsp:txXfrm>
    </dsp:sp>
    <dsp:sp modelId="{7D534AF8-E647-439B-8405-D6D6CA183BFA}">
      <dsp:nvSpPr>
        <dsp:cNvPr id="0" name=""/>
        <dsp:cNvSpPr/>
      </dsp:nvSpPr>
      <dsp:spPr>
        <a:xfrm>
          <a:off x="2278334"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Substitute patch cords with known good ones if faulty</a:t>
          </a:r>
        </a:p>
      </dsp:txBody>
      <dsp:txXfrm>
        <a:off x="2331280" y="1185279"/>
        <a:ext cx="978707" cy="1403886"/>
      </dsp:txXfrm>
    </dsp:sp>
    <dsp:sp modelId="{682B3645-E021-41AA-94C8-F533C34AEFD4}">
      <dsp:nvSpPr>
        <dsp:cNvPr id="0" name=""/>
        <dsp:cNvSpPr/>
      </dsp:nvSpPr>
      <dsp:spPr>
        <a:xfrm>
          <a:off x="3417163"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Test transceivers with a loopback tool</a:t>
          </a:r>
        </a:p>
      </dsp:txBody>
      <dsp:txXfrm>
        <a:off x="3470109" y="1185279"/>
        <a:ext cx="978707" cy="1403886"/>
      </dsp:txXfrm>
    </dsp:sp>
    <dsp:sp modelId="{17B253D8-FE4B-47F3-BCA1-DE11B5A3710B}">
      <dsp:nvSpPr>
        <dsp:cNvPr id="0" name=""/>
        <dsp:cNvSpPr/>
      </dsp:nvSpPr>
      <dsp:spPr>
        <a:xfrm>
          <a:off x="4555993"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Use alternative hosts or switch ports to test connectivity</a:t>
          </a:r>
        </a:p>
      </dsp:txBody>
      <dsp:txXfrm>
        <a:off x="4608939" y="1185279"/>
        <a:ext cx="978707" cy="1403886"/>
      </dsp:txXfrm>
    </dsp:sp>
    <dsp:sp modelId="{6FA9D1DB-B055-4B0A-8E29-F94F1DAD8F42}">
      <dsp:nvSpPr>
        <dsp:cNvPr id="0" name=""/>
        <dsp:cNvSpPr/>
      </dsp:nvSpPr>
      <dsp:spPr>
        <a:xfrm>
          <a:off x="5694822"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Check structured cabling with appropriate tools</a:t>
          </a:r>
        </a:p>
      </dsp:txBody>
      <dsp:txXfrm>
        <a:off x="5747768" y="1185279"/>
        <a:ext cx="978707" cy="1403886"/>
      </dsp:txXfrm>
    </dsp:sp>
    <dsp:sp modelId="{8EF83DD5-5FAF-47A4-90F4-7EF585D9129C}">
      <dsp:nvSpPr>
        <dsp:cNvPr id="0" name=""/>
        <dsp:cNvSpPr/>
      </dsp:nvSpPr>
      <dsp:spPr>
        <a:xfrm>
          <a:off x="6833651" y="1132333"/>
          <a:ext cx="1084599" cy="1509778"/>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Verify drivers and network adapter</a:t>
          </a:r>
        </a:p>
      </dsp:txBody>
      <dsp:txXfrm>
        <a:off x="6886597" y="1185279"/>
        <a:ext cx="978707" cy="140388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9FAC3-5A5D-431F-BED6-C39AEF2FA394}">
      <dsp:nvSpPr>
        <dsp:cNvPr id="0" name=""/>
        <dsp:cNvSpPr/>
      </dsp:nvSpPr>
      <dsp:spPr>
        <a:xfrm>
          <a:off x="0" y="480306"/>
          <a:ext cx="7886700" cy="1134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Used when cable is not directly accessible</a:t>
          </a:r>
        </a:p>
        <a:p>
          <a:pPr marL="171450" lvl="1" indent="-171450" algn="l" defTabSz="800100">
            <a:lnSpc>
              <a:spcPct val="90000"/>
            </a:lnSpc>
            <a:spcBef>
              <a:spcPct val="0"/>
            </a:spcBef>
            <a:spcAft>
              <a:spcPct val="15000"/>
            </a:spcAft>
            <a:buChar char="•"/>
          </a:pPr>
          <a:r>
            <a:rPr lang="en-US" sz="1800" kern="1200" dirty="0">
              <a:solidFill>
                <a:srgbClr val="20282F"/>
              </a:solidFill>
            </a:rPr>
            <a:t>Diagnose intermittent connectivity or performance issues</a:t>
          </a:r>
        </a:p>
      </dsp:txBody>
      <dsp:txXfrm>
        <a:off x="0" y="480306"/>
        <a:ext cx="7886700" cy="1134000"/>
      </dsp:txXfrm>
    </dsp:sp>
    <dsp:sp modelId="{B4462D5C-70FD-4AA8-AD9A-A0B118AE561E}">
      <dsp:nvSpPr>
        <dsp:cNvPr id="0" name=""/>
        <dsp:cNvSpPr/>
      </dsp:nvSpPr>
      <dsp:spPr>
        <a:xfrm>
          <a:off x="394335" y="214626"/>
          <a:ext cx="5520690" cy="53136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Diagnosis with Cable Testing Tools</a:t>
          </a:r>
        </a:p>
      </dsp:txBody>
      <dsp:txXfrm>
        <a:off x="420274" y="240565"/>
        <a:ext cx="5468812" cy="479482"/>
      </dsp:txXfrm>
    </dsp:sp>
    <dsp:sp modelId="{A860A5DE-70CA-4231-A7CE-1B509A558568}">
      <dsp:nvSpPr>
        <dsp:cNvPr id="0" name=""/>
        <dsp:cNvSpPr/>
      </dsp:nvSpPr>
      <dsp:spPr>
        <a:xfrm>
          <a:off x="0" y="1977186"/>
          <a:ext cx="7886700" cy="1134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Reports on physical and electrical properties</a:t>
          </a:r>
        </a:p>
        <a:p>
          <a:pPr marL="171450" lvl="1" indent="-171450" algn="l" defTabSz="800100">
            <a:lnSpc>
              <a:spcPct val="90000"/>
            </a:lnSpc>
            <a:spcBef>
              <a:spcPct val="0"/>
            </a:spcBef>
            <a:spcAft>
              <a:spcPct val="15000"/>
            </a:spcAft>
            <a:buChar char="•"/>
          </a:pPr>
          <a:r>
            <a:rPr lang="en-US" sz="1800" kern="1200" dirty="0">
              <a:solidFill>
                <a:srgbClr val="20282F"/>
              </a:solidFill>
            </a:rPr>
            <a:t>Tests conditions, crosstalk, attenuation, noise, resistance</a:t>
          </a:r>
        </a:p>
      </dsp:txBody>
      <dsp:txXfrm>
        <a:off x="0" y="1977186"/>
        <a:ext cx="7886700" cy="1134000"/>
      </dsp:txXfrm>
    </dsp:sp>
    <dsp:sp modelId="{9DA9CD64-ED79-431D-8BE6-4370F5148BC6}">
      <dsp:nvSpPr>
        <dsp:cNvPr id="0" name=""/>
        <dsp:cNvSpPr/>
      </dsp:nvSpPr>
      <dsp:spPr>
        <a:xfrm>
          <a:off x="394335" y="1711506"/>
          <a:ext cx="5520690" cy="53136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Cable Tester Functions</a:t>
          </a:r>
        </a:p>
      </dsp:txBody>
      <dsp:txXfrm>
        <a:off x="420274" y="1737445"/>
        <a:ext cx="5468812" cy="47948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01123E-A1DD-4AEB-9B5C-398DA894AB27}">
      <dsp:nvSpPr>
        <dsp:cNvPr id="0" name=""/>
        <dsp:cNvSpPr/>
      </dsp:nvSpPr>
      <dsp:spPr>
        <a:xfrm>
          <a:off x="38" y="59353"/>
          <a:ext cx="3685337" cy="5472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ts val="600"/>
            </a:spcBef>
            <a:spcAft>
              <a:spcPts val="600"/>
            </a:spcAft>
            <a:buNone/>
          </a:pPr>
          <a:r>
            <a:rPr lang="en-US" sz="1900" kern="1200" dirty="0"/>
            <a:t>Wire Map Testers</a:t>
          </a:r>
        </a:p>
      </dsp:txBody>
      <dsp:txXfrm>
        <a:off x="38" y="59353"/>
        <a:ext cx="3685337" cy="547200"/>
      </dsp:txXfrm>
    </dsp:sp>
    <dsp:sp modelId="{DA381047-A716-4A4C-972C-31D65626B0B4}">
      <dsp:nvSpPr>
        <dsp:cNvPr id="0" name=""/>
        <dsp:cNvSpPr/>
      </dsp:nvSpPr>
      <dsp:spPr>
        <a:xfrm>
          <a:off x="38" y="606554"/>
          <a:ext cx="3685337" cy="265990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ts val="600"/>
            </a:spcBef>
            <a:spcAft>
              <a:spcPts val="600"/>
            </a:spcAft>
            <a:buChar char="•"/>
          </a:pPr>
          <a:r>
            <a:rPr lang="en-US" sz="1900" kern="1200" dirty="0">
              <a:solidFill>
                <a:srgbClr val="20282F"/>
              </a:solidFill>
            </a:rPr>
            <a:t>Detect improper cable termination</a:t>
          </a:r>
        </a:p>
        <a:p>
          <a:pPr marL="171450" lvl="1" indent="-171450" algn="l" defTabSz="844550">
            <a:lnSpc>
              <a:spcPct val="90000"/>
            </a:lnSpc>
            <a:spcBef>
              <a:spcPts val="600"/>
            </a:spcBef>
            <a:spcAft>
              <a:spcPts val="600"/>
            </a:spcAft>
            <a:buChar char="•"/>
          </a:pPr>
          <a:r>
            <a:rPr lang="en-US" sz="1900" kern="1200" dirty="0">
              <a:solidFill>
                <a:srgbClr val="20282F"/>
              </a:solidFill>
            </a:rPr>
            <a:t>Use base and remote units to test each wire conductor</a:t>
          </a:r>
        </a:p>
        <a:p>
          <a:pPr marL="171450" lvl="1" indent="-171450" algn="l" defTabSz="844550">
            <a:lnSpc>
              <a:spcPct val="90000"/>
            </a:lnSpc>
            <a:spcBef>
              <a:spcPts val="600"/>
            </a:spcBef>
            <a:spcAft>
              <a:spcPts val="600"/>
            </a:spcAft>
            <a:buChar char="•"/>
          </a:pPr>
          <a:r>
            <a:rPr lang="en-US" sz="1900" kern="1200" dirty="0">
              <a:solidFill>
                <a:srgbClr val="20282F"/>
              </a:solidFill>
            </a:rPr>
            <a:t>Identify issues like open circuits, shorts, and incorrect pin-outs</a:t>
          </a:r>
        </a:p>
      </dsp:txBody>
      <dsp:txXfrm>
        <a:off x="38" y="606554"/>
        <a:ext cx="3685337" cy="2659905"/>
      </dsp:txXfrm>
    </dsp:sp>
    <dsp:sp modelId="{797D50C0-5EE6-4921-8708-594D64D27C5A}">
      <dsp:nvSpPr>
        <dsp:cNvPr id="0" name=""/>
        <dsp:cNvSpPr/>
      </dsp:nvSpPr>
      <dsp:spPr>
        <a:xfrm>
          <a:off x="4201323" y="59353"/>
          <a:ext cx="3685337" cy="5472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ts val="600"/>
            </a:spcBef>
            <a:spcAft>
              <a:spcPts val="600"/>
            </a:spcAft>
            <a:buFont typeface="+mj-lt"/>
            <a:buNone/>
          </a:pPr>
          <a:r>
            <a:rPr lang="en-US" sz="1900" b="0" i="0" kern="1200" dirty="0"/>
            <a:t>Tone Generators</a:t>
          </a:r>
          <a:endParaRPr lang="en-US" sz="1900" b="0" kern="1200" dirty="0"/>
        </a:p>
      </dsp:txBody>
      <dsp:txXfrm>
        <a:off x="4201323" y="59353"/>
        <a:ext cx="3685337" cy="547200"/>
      </dsp:txXfrm>
    </dsp:sp>
    <dsp:sp modelId="{72280F90-31DB-4E05-84F1-686AFCFC4ACE}">
      <dsp:nvSpPr>
        <dsp:cNvPr id="0" name=""/>
        <dsp:cNvSpPr/>
      </dsp:nvSpPr>
      <dsp:spPr>
        <a:xfrm>
          <a:off x="4201323" y="606554"/>
          <a:ext cx="3685337" cy="265990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ts val="600"/>
            </a:spcBef>
            <a:spcAft>
              <a:spcPts val="600"/>
            </a:spcAft>
            <a:buFont typeface="Arial" panose="020B0604020202020204" pitchFamily="34" charset="0"/>
            <a:buChar char="•"/>
          </a:pPr>
          <a:r>
            <a:rPr lang="en-US" sz="1900" b="0" i="0" kern="1200" dirty="0">
              <a:solidFill>
                <a:srgbClr val="20282F"/>
              </a:solidFill>
            </a:rPr>
            <a:t>Trace cables through walls or identify active cables in a bundle</a:t>
          </a:r>
        </a:p>
        <a:p>
          <a:pPr marL="171450" lvl="1" indent="-171450" algn="l" defTabSz="844550">
            <a:lnSpc>
              <a:spcPct val="90000"/>
            </a:lnSpc>
            <a:spcBef>
              <a:spcPts val="600"/>
            </a:spcBef>
            <a:spcAft>
              <a:spcPts val="600"/>
            </a:spcAft>
            <a:buFont typeface="Arial" panose="020B0604020202020204" pitchFamily="34" charset="0"/>
            <a:buChar char="•"/>
          </a:pPr>
          <a:r>
            <a:rPr lang="en-US" sz="1900" b="0" i="0" kern="1200" dirty="0">
              <a:solidFill>
                <a:srgbClr val="20282F"/>
              </a:solidFill>
            </a:rPr>
            <a:t>Known as “Fox and Hound”</a:t>
          </a:r>
        </a:p>
        <a:p>
          <a:pPr marL="171450" lvl="1" indent="-171450" algn="l" defTabSz="844550">
            <a:lnSpc>
              <a:spcPct val="90000"/>
            </a:lnSpc>
            <a:spcBef>
              <a:spcPts val="600"/>
            </a:spcBef>
            <a:spcAft>
              <a:spcPts val="600"/>
            </a:spcAft>
            <a:buFont typeface="Arial" panose="020B0604020202020204" pitchFamily="34" charset="0"/>
            <a:buChar char="•"/>
          </a:pPr>
          <a:r>
            <a:rPr lang="en-US" sz="1900" b="0" i="0" kern="1200" dirty="0">
              <a:solidFill>
                <a:srgbClr val="20282F"/>
              </a:solidFill>
            </a:rPr>
            <a:t>Apply signal to trace cable with a probe</a:t>
          </a:r>
        </a:p>
      </dsp:txBody>
      <dsp:txXfrm>
        <a:off x="4201323" y="606554"/>
        <a:ext cx="3685337" cy="265990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1D443C-123C-854B-8F05-D91C095FF2CA}">
      <dsp:nvSpPr>
        <dsp:cNvPr id="0" name=""/>
        <dsp:cNvSpPr/>
      </dsp:nvSpPr>
      <dsp:spPr>
        <a:xfrm>
          <a:off x="0" y="0"/>
          <a:ext cx="3886200" cy="463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rPr>
            <a:t>Issues</a:t>
          </a:r>
        </a:p>
      </dsp:txBody>
      <dsp:txXfrm>
        <a:off x="22617" y="22617"/>
        <a:ext cx="3840966" cy="418086"/>
      </dsp:txXfrm>
    </dsp:sp>
    <dsp:sp modelId="{F1B0B2E5-92FA-9B4B-9253-A641A0461C2D}">
      <dsp:nvSpPr>
        <dsp:cNvPr id="0" name=""/>
        <dsp:cNvSpPr/>
      </dsp:nvSpPr>
      <dsp:spPr>
        <a:xfrm>
          <a:off x="0" y="483844"/>
          <a:ext cx="3886200" cy="1341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8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solidFill>
                <a:srgbClr val="20282F"/>
              </a:solidFill>
            </a:rPr>
            <a:t>Signal strength loss during transmission</a:t>
          </a:r>
        </a:p>
        <a:p>
          <a:pPr marL="114300" lvl="1" indent="-114300" algn="l" defTabSz="622300">
            <a:lnSpc>
              <a:spcPct val="90000"/>
            </a:lnSpc>
            <a:spcBef>
              <a:spcPct val="0"/>
            </a:spcBef>
            <a:spcAft>
              <a:spcPct val="20000"/>
            </a:spcAft>
            <a:buChar char="•"/>
          </a:pPr>
          <a:r>
            <a:rPr lang="en-US" sz="1400" kern="1200" dirty="0">
              <a:solidFill>
                <a:srgbClr val="20282F"/>
              </a:solidFill>
            </a:rPr>
            <a:t>Higher impedance, higher attenuation</a:t>
          </a:r>
        </a:p>
        <a:p>
          <a:pPr marL="114300" lvl="1" indent="-114300" algn="l" defTabSz="622300">
            <a:lnSpc>
              <a:spcPct val="90000"/>
            </a:lnSpc>
            <a:spcBef>
              <a:spcPct val="0"/>
            </a:spcBef>
            <a:spcAft>
              <a:spcPct val="20000"/>
            </a:spcAft>
            <a:buChar char="•"/>
          </a:pPr>
          <a:r>
            <a:rPr lang="en-US" sz="1400" kern="1200" dirty="0">
              <a:solidFill>
                <a:srgbClr val="20282F"/>
              </a:solidFill>
            </a:rPr>
            <a:t>Long cabling distance</a:t>
          </a:r>
        </a:p>
        <a:p>
          <a:pPr marL="114300" lvl="1" indent="-114300" algn="l" defTabSz="622300">
            <a:lnSpc>
              <a:spcPct val="90000"/>
            </a:lnSpc>
            <a:spcBef>
              <a:spcPct val="0"/>
            </a:spcBef>
            <a:spcAft>
              <a:spcPct val="20000"/>
            </a:spcAft>
            <a:buChar char="•"/>
          </a:pPr>
          <a:r>
            <a:rPr lang="en-US" sz="1400" kern="1200" dirty="0">
              <a:solidFill>
                <a:srgbClr val="20282F"/>
              </a:solidFill>
            </a:rPr>
            <a:t>Thin wire size</a:t>
          </a:r>
        </a:p>
        <a:p>
          <a:pPr marL="114300" lvl="1" indent="-114300" algn="l" defTabSz="622300">
            <a:lnSpc>
              <a:spcPct val="90000"/>
            </a:lnSpc>
            <a:spcBef>
              <a:spcPct val="0"/>
            </a:spcBef>
            <a:spcAft>
              <a:spcPct val="20000"/>
            </a:spcAft>
            <a:buChar char="•"/>
          </a:pPr>
          <a:r>
            <a:rPr lang="en-US" sz="1400" kern="1200" dirty="0">
              <a:solidFill>
                <a:srgbClr val="20282F"/>
              </a:solidFill>
            </a:rPr>
            <a:t>Environmental factors</a:t>
          </a:r>
        </a:p>
      </dsp:txBody>
      <dsp:txXfrm>
        <a:off x="0" y="483844"/>
        <a:ext cx="3886200" cy="1341360"/>
      </dsp:txXfrm>
    </dsp:sp>
    <dsp:sp modelId="{E162806D-2F37-D142-9ADB-E9E49B75BDCB}">
      <dsp:nvSpPr>
        <dsp:cNvPr id="0" name=""/>
        <dsp:cNvSpPr/>
      </dsp:nvSpPr>
      <dsp:spPr>
        <a:xfrm>
          <a:off x="0" y="1825205"/>
          <a:ext cx="3886200" cy="463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rPr>
            <a:t>Solutions</a:t>
          </a:r>
        </a:p>
      </dsp:txBody>
      <dsp:txXfrm>
        <a:off x="22617" y="1847822"/>
        <a:ext cx="3840966" cy="418086"/>
      </dsp:txXfrm>
    </dsp:sp>
    <dsp:sp modelId="{5F9DFF43-0221-2F4E-9A88-AF4E1874B302}">
      <dsp:nvSpPr>
        <dsp:cNvPr id="0" name=""/>
        <dsp:cNvSpPr/>
      </dsp:nvSpPr>
      <dsp:spPr>
        <a:xfrm>
          <a:off x="0" y="2288525"/>
          <a:ext cx="3886200"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8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solidFill>
                <a:srgbClr val="20282F"/>
              </a:solidFill>
            </a:rPr>
            <a:t>Shorten cable lengths</a:t>
          </a:r>
        </a:p>
        <a:p>
          <a:pPr marL="114300" lvl="1" indent="-114300" algn="l" defTabSz="622300">
            <a:lnSpc>
              <a:spcPct val="90000"/>
            </a:lnSpc>
            <a:spcBef>
              <a:spcPct val="0"/>
            </a:spcBef>
            <a:spcAft>
              <a:spcPct val="20000"/>
            </a:spcAft>
            <a:buChar char="•"/>
          </a:pPr>
          <a:r>
            <a:rPr lang="en-US" sz="1400" kern="1200" dirty="0">
              <a:solidFill>
                <a:srgbClr val="20282F"/>
              </a:solidFill>
            </a:rPr>
            <a:t>Use repeaters/extenders</a:t>
          </a:r>
        </a:p>
        <a:p>
          <a:pPr marL="114300" lvl="1" indent="-114300" algn="l" defTabSz="622300">
            <a:lnSpc>
              <a:spcPct val="90000"/>
            </a:lnSpc>
            <a:spcBef>
              <a:spcPct val="0"/>
            </a:spcBef>
            <a:spcAft>
              <a:spcPct val="20000"/>
            </a:spcAft>
            <a:buChar char="•"/>
          </a:pPr>
          <a:r>
            <a:rPr lang="en-US" sz="1400" kern="1200" dirty="0">
              <a:solidFill>
                <a:srgbClr val="20282F"/>
              </a:solidFill>
            </a:rPr>
            <a:t>Upgrade to high-quality cables</a:t>
          </a:r>
        </a:p>
        <a:p>
          <a:pPr marL="114300" lvl="1" indent="-114300" algn="l" defTabSz="622300">
            <a:lnSpc>
              <a:spcPct val="90000"/>
            </a:lnSpc>
            <a:spcBef>
              <a:spcPct val="0"/>
            </a:spcBef>
            <a:spcAft>
              <a:spcPct val="20000"/>
            </a:spcAft>
            <a:buChar char="•"/>
          </a:pPr>
          <a:r>
            <a:rPr lang="en-US" sz="1400" kern="1200" dirty="0">
              <a:solidFill>
                <a:srgbClr val="20282F"/>
              </a:solidFill>
            </a:rPr>
            <a:t>Measure and test signal attenuation at installation</a:t>
          </a:r>
        </a:p>
      </dsp:txBody>
      <dsp:txXfrm>
        <a:off x="0" y="2288525"/>
        <a:ext cx="3886200" cy="130410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9C56B-269F-4248-A190-04F5FBA203C4}">
      <dsp:nvSpPr>
        <dsp:cNvPr id="0" name=""/>
        <dsp:cNvSpPr/>
      </dsp:nvSpPr>
      <dsp:spPr>
        <a:xfrm>
          <a:off x="0" y="242255"/>
          <a:ext cx="3886200" cy="437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Issues</a:t>
          </a:r>
        </a:p>
      </dsp:txBody>
      <dsp:txXfrm>
        <a:off x="21361" y="263616"/>
        <a:ext cx="3843478" cy="394858"/>
      </dsp:txXfrm>
    </dsp:sp>
    <dsp:sp modelId="{52FFB3FA-8940-274C-8C6E-1DF45336D085}">
      <dsp:nvSpPr>
        <dsp:cNvPr id="0" name=""/>
        <dsp:cNvSpPr/>
      </dsp:nvSpPr>
      <dsp:spPr>
        <a:xfrm>
          <a:off x="0" y="679835"/>
          <a:ext cx="3886200" cy="1002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8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solidFill>
                <a:srgbClr val="20282F"/>
              </a:solidFill>
            </a:rPr>
            <a:t>Electromagnetic interference (EMI)</a:t>
          </a:r>
        </a:p>
        <a:p>
          <a:pPr marL="114300" lvl="1" indent="-114300" algn="l" defTabSz="577850">
            <a:lnSpc>
              <a:spcPct val="90000"/>
            </a:lnSpc>
            <a:spcBef>
              <a:spcPct val="0"/>
            </a:spcBef>
            <a:spcAft>
              <a:spcPct val="20000"/>
            </a:spcAft>
            <a:buChar char="•"/>
          </a:pPr>
          <a:r>
            <a:rPr lang="en-US" sz="1300" kern="1200" dirty="0">
              <a:solidFill>
                <a:srgbClr val="20282F"/>
              </a:solidFill>
            </a:rPr>
            <a:t>Radio frequency interference (RFI)</a:t>
          </a:r>
        </a:p>
        <a:p>
          <a:pPr marL="114300" lvl="1" indent="-114300" algn="l" defTabSz="577850">
            <a:lnSpc>
              <a:spcPct val="90000"/>
            </a:lnSpc>
            <a:spcBef>
              <a:spcPct val="0"/>
            </a:spcBef>
            <a:spcAft>
              <a:spcPct val="20000"/>
            </a:spcAft>
            <a:buChar char="•"/>
          </a:pPr>
          <a:r>
            <a:rPr lang="en-US" sz="1300" kern="1200" dirty="0">
              <a:solidFill>
                <a:srgbClr val="20282F"/>
              </a:solidFill>
            </a:rPr>
            <a:t>Crosstalk from adjacent wires</a:t>
          </a:r>
        </a:p>
        <a:p>
          <a:pPr marL="114300" lvl="1" indent="-114300" algn="l" defTabSz="577850">
            <a:lnSpc>
              <a:spcPct val="90000"/>
            </a:lnSpc>
            <a:spcBef>
              <a:spcPct val="0"/>
            </a:spcBef>
            <a:spcAft>
              <a:spcPct val="20000"/>
            </a:spcAft>
            <a:buChar char="•"/>
          </a:pPr>
          <a:r>
            <a:rPr lang="en-US" sz="1300" kern="1200" dirty="0">
              <a:solidFill>
                <a:srgbClr val="20282F"/>
              </a:solidFill>
            </a:rPr>
            <a:t>Defective connectors/conductors</a:t>
          </a:r>
        </a:p>
      </dsp:txBody>
      <dsp:txXfrm>
        <a:off x="0" y="679835"/>
        <a:ext cx="3886200" cy="1002915"/>
      </dsp:txXfrm>
    </dsp:sp>
    <dsp:sp modelId="{BBC2DA7C-D40B-E748-BF86-4F29296CF9C4}">
      <dsp:nvSpPr>
        <dsp:cNvPr id="0" name=""/>
        <dsp:cNvSpPr/>
      </dsp:nvSpPr>
      <dsp:spPr>
        <a:xfrm>
          <a:off x="0" y="1682750"/>
          <a:ext cx="3886200" cy="437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Solutions</a:t>
          </a:r>
        </a:p>
      </dsp:txBody>
      <dsp:txXfrm>
        <a:off x="21361" y="1704111"/>
        <a:ext cx="3843478" cy="394858"/>
      </dsp:txXfrm>
    </dsp:sp>
    <dsp:sp modelId="{91D88357-DF19-0149-8BAA-18A491730501}">
      <dsp:nvSpPr>
        <dsp:cNvPr id="0" name=""/>
        <dsp:cNvSpPr/>
      </dsp:nvSpPr>
      <dsp:spPr>
        <a:xfrm>
          <a:off x="0" y="2120330"/>
          <a:ext cx="3886200" cy="1002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8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solidFill>
                <a:srgbClr val="20282F"/>
              </a:solidFill>
            </a:rPr>
            <a:t>Shielding techniques (foil/braided shields)</a:t>
          </a:r>
        </a:p>
        <a:p>
          <a:pPr marL="114300" lvl="1" indent="-114300" algn="l" defTabSz="577850">
            <a:lnSpc>
              <a:spcPct val="90000"/>
            </a:lnSpc>
            <a:spcBef>
              <a:spcPct val="0"/>
            </a:spcBef>
            <a:spcAft>
              <a:spcPct val="20000"/>
            </a:spcAft>
            <a:buChar char="•"/>
          </a:pPr>
          <a:r>
            <a:rPr lang="en-US" sz="1300" kern="1200" dirty="0">
              <a:solidFill>
                <a:srgbClr val="20282F"/>
              </a:solidFill>
            </a:rPr>
            <a:t>Systematic cable routing and organization</a:t>
          </a:r>
        </a:p>
        <a:p>
          <a:pPr marL="114300" lvl="1" indent="-114300" algn="l" defTabSz="577850">
            <a:lnSpc>
              <a:spcPct val="90000"/>
            </a:lnSpc>
            <a:spcBef>
              <a:spcPct val="0"/>
            </a:spcBef>
            <a:spcAft>
              <a:spcPct val="20000"/>
            </a:spcAft>
            <a:buChar char="•"/>
          </a:pPr>
          <a:r>
            <a:rPr lang="en-US" sz="1300" kern="1200" dirty="0">
              <a:solidFill>
                <a:srgbClr val="20282F"/>
              </a:solidFill>
            </a:rPr>
            <a:t>Use robust materials and strain relief</a:t>
          </a:r>
        </a:p>
        <a:p>
          <a:pPr marL="114300" lvl="1" indent="-114300" algn="l" defTabSz="577850">
            <a:lnSpc>
              <a:spcPct val="90000"/>
            </a:lnSpc>
            <a:spcBef>
              <a:spcPct val="0"/>
            </a:spcBef>
            <a:spcAft>
              <a:spcPct val="20000"/>
            </a:spcAft>
            <a:buChar char="•"/>
          </a:pPr>
          <a:r>
            <a:rPr lang="en-US" sz="1300" kern="1200" dirty="0">
              <a:solidFill>
                <a:srgbClr val="20282F"/>
              </a:solidFill>
            </a:rPr>
            <a:t>Compatibility testing</a:t>
          </a:r>
        </a:p>
      </dsp:txBody>
      <dsp:txXfrm>
        <a:off x="0" y="2120330"/>
        <a:ext cx="3886200" cy="100291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EB556-69BB-8741-BFA4-4D4497AA7AA1}">
      <dsp:nvSpPr>
        <dsp:cNvPr id="0" name=""/>
        <dsp:cNvSpPr/>
      </dsp:nvSpPr>
      <dsp:spPr>
        <a:xfrm>
          <a:off x="3809" y="573926"/>
          <a:ext cx="1460149" cy="549365"/>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rPr>
            <a:t>Near End Crosstalk (NEXT)</a:t>
          </a:r>
        </a:p>
      </dsp:txBody>
      <dsp:txXfrm>
        <a:off x="3809" y="573926"/>
        <a:ext cx="1460149" cy="549365"/>
      </dsp:txXfrm>
    </dsp:sp>
    <dsp:sp modelId="{D628A13A-A99D-CF4E-B694-7DDBF2A806A8}">
      <dsp:nvSpPr>
        <dsp:cNvPr id="0" name=""/>
        <dsp:cNvSpPr/>
      </dsp:nvSpPr>
      <dsp:spPr>
        <a:xfrm>
          <a:off x="3809" y="1123291"/>
          <a:ext cx="1460149" cy="120608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Crosstalk at transmitter</a:t>
          </a:r>
        </a:p>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Caused by untwisting, faulty shields</a:t>
          </a:r>
        </a:p>
      </dsp:txBody>
      <dsp:txXfrm>
        <a:off x="3809" y="1123291"/>
        <a:ext cx="1460149" cy="1206084"/>
      </dsp:txXfrm>
    </dsp:sp>
    <dsp:sp modelId="{1FB6A459-1B6C-BB45-8E11-7869E4AE38C9}">
      <dsp:nvSpPr>
        <dsp:cNvPr id="0" name=""/>
        <dsp:cNvSpPr/>
      </dsp:nvSpPr>
      <dsp:spPr>
        <a:xfrm>
          <a:off x="1668379" y="573926"/>
          <a:ext cx="1460149" cy="549365"/>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rPr>
            <a:t>Attenuation to Crosstalk Radio, Near End (ACRN)</a:t>
          </a:r>
        </a:p>
      </dsp:txBody>
      <dsp:txXfrm>
        <a:off x="1668379" y="573926"/>
        <a:ext cx="1460149" cy="549365"/>
      </dsp:txXfrm>
    </dsp:sp>
    <dsp:sp modelId="{4015D6F7-F60F-3146-AF93-85A23630A181}">
      <dsp:nvSpPr>
        <dsp:cNvPr id="0" name=""/>
        <dsp:cNvSpPr/>
      </dsp:nvSpPr>
      <dsp:spPr>
        <a:xfrm>
          <a:off x="1668379" y="1123291"/>
          <a:ext cx="1460149" cy="120608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Insertion loss vs. NEXT</a:t>
          </a:r>
        </a:p>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High value: strong signal</a:t>
          </a:r>
        </a:p>
      </dsp:txBody>
      <dsp:txXfrm>
        <a:off x="1668379" y="1123291"/>
        <a:ext cx="1460149" cy="1206084"/>
      </dsp:txXfrm>
    </dsp:sp>
    <dsp:sp modelId="{7878C98E-876D-2B49-9150-BE3EBB7D3CB7}">
      <dsp:nvSpPr>
        <dsp:cNvPr id="0" name=""/>
        <dsp:cNvSpPr/>
      </dsp:nvSpPr>
      <dsp:spPr>
        <a:xfrm>
          <a:off x="3332950" y="573926"/>
          <a:ext cx="1460149" cy="549365"/>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rPr>
            <a:t>Attenuation to Crosstalk Radio, Far End (ACRF)</a:t>
          </a:r>
        </a:p>
      </dsp:txBody>
      <dsp:txXfrm>
        <a:off x="3332950" y="573926"/>
        <a:ext cx="1460149" cy="549365"/>
      </dsp:txXfrm>
    </dsp:sp>
    <dsp:sp modelId="{222B2745-EC0B-8544-86C5-F77848CA5CF0}">
      <dsp:nvSpPr>
        <dsp:cNvPr id="0" name=""/>
        <dsp:cNvSpPr/>
      </dsp:nvSpPr>
      <dsp:spPr>
        <a:xfrm>
          <a:off x="3332950" y="1123291"/>
          <a:ext cx="1460149" cy="120608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FEXT at recipient end</a:t>
          </a:r>
        </a:p>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Independent of link length</a:t>
          </a:r>
        </a:p>
      </dsp:txBody>
      <dsp:txXfrm>
        <a:off x="3332950" y="1123291"/>
        <a:ext cx="1460149" cy="1206084"/>
      </dsp:txXfrm>
    </dsp:sp>
    <dsp:sp modelId="{D9F882B2-C4F4-EE40-9323-4F35BDDFBAE2}">
      <dsp:nvSpPr>
        <dsp:cNvPr id="0" name=""/>
        <dsp:cNvSpPr/>
      </dsp:nvSpPr>
      <dsp:spPr>
        <a:xfrm>
          <a:off x="4997521" y="573926"/>
          <a:ext cx="1460149" cy="549365"/>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rPr>
            <a:t>Power Sum</a:t>
          </a:r>
        </a:p>
      </dsp:txBody>
      <dsp:txXfrm>
        <a:off x="4997521" y="573926"/>
        <a:ext cx="1460149" cy="549365"/>
      </dsp:txXfrm>
    </dsp:sp>
    <dsp:sp modelId="{A74DDD88-691A-BE4A-8B6D-45F6E82CDC35}">
      <dsp:nvSpPr>
        <dsp:cNvPr id="0" name=""/>
        <dsp:cNvSpPr/>
      </dsp:nvSpPr>
      <dsp:spPr>
        <a:xfrm>
          <a:off x="4997521" y="1123291"/>
          <a:ext cx="1460149" cy="120608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For Gigabit/10 GbE Ethernet</a:t>
          </a:r>
        </a:p>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Ensures cable suitability</a:t>
          </a:r>
        </a:p>
      </dsp:txBody>
      <dsp:txXfrm>
        <a:off x="4997521" y="1123291"/>
        <a:ext cx="1460149" cy="1206084"/>
      </dsp:txXfrm>
    </dsp:sp>
    <dsp:sp modelId="{41964CEB-408F-8B4E-A68A-71CD5D0D3AB9}">
      <dsp:nvSpPr>
        <dsp:cNvPr id="0" name=""/>
        <dsp:cNvSpPr/>
      </dsp:nvSpPr>
      <dsp:spPr>
        <a:xfrm>
          <a:off x="6662092" y="573926"/>
          <a:ext cx="1460149" cy="549365"/>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1" i="0" kern="1200" dirty="0">
              <a:latin typeface="+mn-lt"/>
            </a:rPr>
            <a:t>Alien Crosstalk</a:t>
          </a:r>
        </a:p>
      </dsp:txBody>
      <dsp:txXfrm>
        <a:off x="6662092" y="573926"/>
        <a:ext cx="1460149" cy="549365"/>
      </dsp:txXfrm>
    </dsp:sp>
    <dsp:sp modelId="{788FAF41-F7EB-B14B-A7DF-C1F8BC3E8E36}">
      <dsp:nvSpPr>
        <dsp:cNvPr id="0" name=""/>
        <dsp:cNvSpPr/>
      </dsp:nvSpPr>
      <dsp:spPr>
        <a:xfrm>
          <a:off x="6662092" y="1123291"/>
          <a:ext cx="1460149" cy="1206084"/>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Interference from nearby cables</a:t>
          </a:r>
        </a:p>
        <a:p>
          <a:pPr marL="177800" lvl="1" indent="-166688" algn="l" defTabSz="488950">
            <a:lnSpc>
              <a:spcPct val="90000"/>
            </a:lnSpc>
            <a:spcBef>
              <a:spcPct val="0"/>
            </a:spcBef>
            <a:spcAft>
              <a:spcPct val="15000"/>
            </a:spcAft>
            <a:buFont typeface="Arial" panose="020B0604020202020204" pitchFamily="34" charset="0"/>
            <a:buChar char="•"/>
            <a:tabLst/>
          </a:pPr>
          <a:r>
            <a:rPr lang="en-US" sz="1100" kern="1200" dirty="0">
              <a:solidFill>
                <a:srgbClr val="20282F"/>
              </a:solidFill>
              <a:latin typeface="+mn-lt"/>
              <a:ea typeface="+mn-ea"/>
              <a:cs typeface="+mn-cs"/>
            </a:rPr>
            <a:t>Due to tight bundling, bad termination</a:t>
          </a:r>
        </a:p>
      </dsp:txBody>
      <dsp:txXfrm>
        <a:off x="6662092" y="1123291"/>
        <a:ext cx="1460149" cy="120608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72C881-0309-4C43-AEC7-1AE1EBC3BA97}">
      <dsp:nvSpPr>
        <dsp:cNvPr id="0" name=""/>
        <dsp:cNvSpPr/>
      </dsp:nvSpPr>
      <dsp:spPr>
        <a:xfrm>
          <a:off x="1258483" y="846"/>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Check for physical damage </a:t>
          </a:r>
          <a:br>
            <a:rPr lang="en-US" sz="2100" kern="1200" dirty="0"/>
          </a:br>
          <a:r>
            <a:rPr lang="en-US" sz="2100" kern="1200" dirty="0"/>
            <a:t>and improper installation</a:t>
          </a:r>
        </a:p>
      </dsp:txBody>
      <dsp:txXfrm>
        <a:off x="1258483" y="846"/>
        <a:ext cx="2557016" cy="1534209"/>
      </dsp:txXfrm>
    </dsp:sp>
    <dsp:sp modelId="{0EB3D6BA-0FB3-C744-8EE5-60F87E358D99}">
      <dsp:nvSpPr>
        <dsp:cNvPr id="0" name=""/>
        <dsp:cNvSpPr/>
      </dsp:nvSpPr>
      <dsp:spPr>
        <a:xfrm>
          <a:off x="4071200" y="846"/>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Avoid excessive untwisting</a:t>
          </a:r>
        </a:p>
      </dsp:txBody>
      <dsp:txXfrm>
        <a:off x="4071200" y="846"/>
        <a:ext cx="2557016" cy="1534209"/>
      </dsp:txXfrm>
    </dsp:sp>
    <dsp:sp modelId="{6ADBC5EE-5CE8-8A44-A720-1D6F8E369C5E}">
      <dsp:nvSpPr>
        <dsp:cNvPr id="0" name=""/>
        <dsp:cNvSpPr/>
      </dsp:nvSpPr>
      <dsp:spPr>
        <a:xfrm>
          <a:off x="1258483" y="1790757"/>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Ensure proper bundling</a:t>
          </a:r>
        </a:p>
      </dsp:txBody>
      <dsp:txXfrm>
        <a:off x="1258483" y="1790757"/>
        <a:ext cx="2557016" cy="1534209"/>
      </dsp:txXfrm>
    </dsp:sp>
    <dsp:sp modelId="{220697E7-F4DA-CC42-B961-1545EBC13458}">
      <dsp:nvSpPr>
        <dsp:cNvPr id="0" name=""/>
        <dsp:cNvSpPr/>
      </dsp:nvSpPr>
      <dsp:spPr>
        <a:xfrm>
          <a:off x="4071200" y="1790757"/>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Use appropriate cable types </a:t>
          </a:r>
          <a:br>
            <a:rPr lang="en-US" sz="2100" kern="1200" dirty="0"/>
          </a:br>
          <a:r>
            <a:rPr lang="en-US" sz="2100" kern="1200" dirty="0"/>
            <a:t>and connectors</a:t>
          </a:r>
        </a:p>
      </dsp:txBody>
      <dsp:txXfrm>
        <a:off x="4071200" y="1790757"/>
        <a:ext cx="2557016" cy="153420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10.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4/21/2025</a:t>
            </a:fld>
            <a:endParaRPr lang="en-US" dirty="0"/>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dirty="0"/>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4/21/2025</a:t>
            </a:fld>
            <a:endParaRPr lang="en-US" dirty="0"/>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dirty="0"/>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dirty="0"/>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i="0" dirty="0">
              <a:solidFill>
                <a:srgbClr val="FFFFFF"/>
              </a:solidFill>
              <a:effectLst/>
              <a:latin typeface="roboto" panose="02000000000000000000" pitchFamily="2" charset="0"/>
            </a:endParaRPr>
          </a:p>
          <a:p>
            <a:pPr marL="0" lvl="0" indent="0">
              <a:buFont typeface="Courier New" panose="02070309020205020404" pitchFamily="49" charset="0"/>
              <a:buNone/>
            </a:pPr>
            <a:endParaRPr lang="en-GB" dirty="0"/>
          </a:p>
        </p:txBody>
      </p:sp>
      <p:sp>
        <p:nvSpPr>
          <p:cNvPr id="4" name="Footer Placeholder 3">
            <a:extLst>
              <a:ext uri="{FF2B5EF4-FFF2-40B4-BE49-F238E27FC236}">
                <a16:creationId xmlns:a16="http://schemas.microsoft.com/office/drawing/2014/main" id="{12471DED-9A32-9E09-7020-A32CBA15E21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marL="6350">
              <a:buNone/>
            </a:pPr>
            <a:r>
              <a:rPr lang="en-US" b="1" i="0" u="none" strike="noStrike" dirty="0">
                <a:solidFill>
                  <a:srgbClr val="000000"/>
                </a:solidFill>
                <a:effectLst/>
              </a:rPr>
              <a:t>The learning objectives align with the following Exam Objectives for Module 2:</a:t>
            </a:r>
          </a:p>
          <a:p>
            <a:pPr marL="171450" lvl="1" indent="-171450">
              <a:buFont typeface="Arial" panose="020B0604020202020204" pitchFamily="34" charset="0"/>
              <a:buChar char="•"/>
            </a:pPr>
            <a:r>
              <a:rPr lang="en-US" dirty="0"/>
              <a:t>1.5 Compare and contrast transmission media and transceivers.</a:t>
            </a:r>
          </a:p>
          <a:p>
            <a:pPr marL="171450" lvl="1" indent="-171450">
              <a:buFont typeface="Arial" panose="020B0604020202020204" pitchFamily="34" charset="0"/>
              <a:buChar char="•"/>
            </a:pPr>
            <a:r>
              <a:rPr lang="en-US" dirty="0"/>
              <a:t>2.4 Explain important factors of physical installations.</a:t>
            </a:r>
          </a:p>
          <a:p>
            <a:pPr marL="171450" lvl="1" indent="-171450">
              <a:buFont typeface="Arial" panose="020B0604020202020204" pitchFamily="34" charset="0"/>
              <a:buChar char="•"/>
            </a:pPr>
            <a:r>
              <a:rPr lang="en-US" dirty="0"/>
              <a:t>5.2 Given a scenario, troubleshoot common cabling and physical interface issues.</a:t>
            </a:r>
          </a:p>
          <a:p>
            <a:pPr marL="171450" lvl="1" indent="-171450">
              <a:buFont typeface="Arial" panose="020B0604020202020204" pitchFamily="34" charset="0"/>
              <a:buChar char="•"/>
            </a:pPr>
            <a:r>
              <a:rPr lang="en-US" dirty="0"/>
              <a:t>5.5 Given a scenario, use the appropriate tool or protocol to solve networking issues.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dirty="0"/>
          </a:p>
        </p:txBody>
      </p:sp>
      <p:sp>
        <p:nvSpPr>
          <p:cNvPr id="5" name="Footer Placeholder 4">
            <a:extLst>
              <a:ext uri="{FF2B5EF4-FFF2-40B4-BE49-F238E27FC236}">
                <a16:creationId xmlns:a16="http://schemas.microsoft.com/office/drawing/2014/main" id="{53D4C32F-DD7E-2607-57CF-6FD6D64B024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 - Ethernet</a:t>
            </a:r>
          </a:p>
          <a:p>
            <a:pPr marL="6350">
              <a:buNone/>
            </a:pPr>
            <a:r>
              <a:rPr lang="en-US" dirty="0"/>
              <a:t>The main goal of this topic is for students to understand the concepts of media access control and collision domains. </a:t>
            </a:r>
          </a:p>
          <a:p>
            <a:pPr marL="6350">
              <a:buNone/>
            </a:pPr>
            <a:endParaRPr lang="en-US" dirty="0"/>
          </a:p>
          <a:p>
            <a:pPr marL="6350">
              <a:buNone/>
            </a:pPr>
            <a:r>
              <a:rPr lang="en-US" b="1" dirty="0"/>
              <a:t>Exam Objectives Covered</a:t>
            </a:r>
          </a:p>
          <a:p>
            <a:pPr marL="171450" lvl="1" indent="-171450">
              <a:buFont typeface="Arial" panose="020B0604020202020204" pitchFamily="34" charset="0"/>
              <a:buChar char="•"/>
            </a:pPr>
            <a:r>
              <a:rPr lang="en-US" dirty="0"/>
              <a:t>1.5 Compare and contrast transmission media and transceivers.</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Tips – Ethernet Standards</a:t>
            </a:r>
          </a:p>
          <a:p>
            <a:pPr marL="6350">
              <a:buNone/>
            </a:pPr>
            <a:endParaRPr lang="en-US" b="1" dirty="0"/>
          </a:p>
          <a:p>
            <a:pPr marL="6350">
              <a:buNone/>
            </a:pPr>
            <a:r>
              <a:rPr lang="en-US" b="0" dirty="0"/>
              <a:t>The exam tends not to focus too heavily on specific distance limitations, but it encourages students to learn them just in case. Emphasize which standard is applicable to a particular scenario: </a:t>
            </a:r>
            <a:r>
              <a:rPr lang="en-US" dirty="0"/>
              <a:t>100BASE-TX on a legacy network, 10 GbE in a datacenter, and so on.</a:t>
            </a:r>
            <a:endParaRPr lang="en-US" b="0" dirty="0"/>
          </a:p>
          <a:p>
            <a:pPr marL="6350">
              <a:buNone/>
            </a:pPr>
            <a:endParaRPr lang="en-US" b="1" dirty="0"/>
          </a:p>
          <a:p>
            <a:pPr marL="6350">
              <a:buNone/>
            </a:pPr>
            <a:r>
              <a:rPr lang="en-US" b="0" dirty="0"/>
              <a:t>Notes:</a:t>
            </a:r>
          </a:p>
          <a:p>
            <a:pPr marL="171450" lvl="1" indent="-171450">
              <a:buFont typeface="Arial" panose="020B0604020202020204" pitchFamily="34" charset="0"/>
              <a:buChar char="•"/>
            </a:pPr>
            <a:r>
              <a:rPr lang="en-US" dirty="0"/>
              <a:t>Ethernet Standards: A foundation for wired network connections</a:t>
            </a:r>
          </a:p>
          <a:p>
            <a:pPr marL="171450" lvl="1" indent="-171450">
              <a:buFont typeface="Arial" panose="020B0604020202020204" pitchFamily="34" charset="0"/>
              <a:buChar char="•"/>
            </a:pPr>
            <a:r>
              <a:rPr lang="en-US" dirty="0"/>
              <a:t>Key Differentiators:</a:t>
            </a:r>
          </a:p>
          <a:p>
            <a:pPr marL="457200" lvl="2" indent="-174625">
              <a:buFont typeface="Courier New" panose="02070309020205020404" pitchFamily="49" charset="0"/>
              <a:buChar char="o"/>
            </a:pPr>
            <a:r>
              <a:rPr lang="en-US" dirty="0"/>
              <a:t>Data Transfer Speed: Measured in Megabits per second (Mbps) or Gigabits per second (Gbps) - How fast data travels across the network.</a:t>
            </a:r>
          </a:p>
          <a:p>
            <a:pPr marL="457200" lvl="2" indent="-174625">
              <a:buFont typeface="Courier New" panose="02070309020205020404" pitchFamily="49" charset="0"/>
              <a:buChar char="o"/>
            </a:pPr>
            <a:r>
              <a:rPr lang="en-US" dirty="0"/>
              <a:t>Cable Type: The specific network cable required for the standard to function.</a:t>
            </a:r>
          </a:p>
          <a:p>
            <a:pPr marL="6350">
              <a:buNone/>
            </a:pPr>
            <a:endParaRPr lang="en-US" b="0" dirty="0"/>
          </a:p>
          <a:p>
            <a:pPr marL="6350">
              <a:buNone/>
            </a:pPr>
            <a:r>
              <a:rPr lang="en-US" b="0" dirty="0"/>
              <a:t>This table presents a comparison of common Ethernet standards. As you can see, the speed increases significantly as we move from 10BASE-T to 10GBASE-T. The cable type also becomes more sophisticated to support the faster data transfer rates. Applications are also an important consideration. While 10BASE-T is sufficient for basic tasks, 10GBASE-T is ideal for data centers or applications requiring exceptional speed. 100BASE-TX uses twisted-pair copper cables to maintain 100 Mbps speed, while 100BASE-FX offers an option for using fiber optic cables for extended reach at the same speed.</a:t>
            </a:r>
          </a:p>
          <a:p>
            <a:pPr marL="6350">
              <a:buNone/>
            </a:pPr>
            <a:endParaRPr lang="en-US" b="0" dirty="0"/>
          </a:p>
          <a:p>
            <a:pPr marL="6350">
              <a:buNone/>
            </a:pPr>
            <a:r>
              <a:rPr lang="en-US" b="0" dirty="0"/>
              <a:t>Remember, choosing the right standard depends on your specific needs. Consider the required speed, cable infrastructure, and budget when making your decision.</a:t>
            </a:r>
          </a:p>
          <a:p>
            <a:pPr marL="158750" indent="0">
              <a:buNone/>
            </a:pPr>
            <a:endParaRPr lang="en-US" b="1" dirty="0"/>
          </a:p>
        </p:txBody>
      </p:sp>
      <p:sp>
        <p:nvSpPr>
          <p:cNvPr id="4" name="Footer Placeholder 3">
            <a:extLst>
              <a:ext uri="{FF2B5EF4-FFF2-40B4-BE49-F238E27FC236}">
                <a16:creationId xmlns:a16="http://schemas.microsoft.com/office/drawing/2014/main" id="{17DA8D9F-76B1-2051-C8AF-90D02DAC2CB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38463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lgn="l">
              <a:buNone/>
            </a:pPr>
            <a:r>
              <a:rPr lang="en-US" b="1" dirty="0"/>
              <a:t>Suggested Instructional Tips – Carrier Sense Multiple Access with Collision Detection (CSMA/CD)</a:t>
            </a:r>
          </a:p>
          <a:p>
            <a:pPr marL="171450" lvl="1" indent="-171450">
              <a:buFont typeface="Arial" panose="020B0604020202020204" pitchFamily="34" charset="0"/>
              <a:buChar char="•"/>
            </a:pPr>
            <a:r>
              <a:rPr lang="en-US" dirty="0"/>
              <a:t>Emphasize the overall principle of media access and contention. Point out that multiplexing is another media access method, but it is more typical of WANs than LANs.</a:t>
            </a:r>
          </a:p>
          <a:p>
            <a:pPr marL="171450" lvl="1" indent="-171450">
              <a:buFont typeface="Arial" panose="020B0604020202020204" pitchFamily="34" charset="0"/>
              <a:buChar char="•"/>
            </a:pPr>
            <a:r>
              <a:rPr lang="en-US" dirty="0"/>
              <a:t>While CSMA/CD is a bit outdated, explain how it works and point out that related questions will likely be featured in the certification exam. More information about CSMA/CD and wireless technologies is presented later in the course.</a:t>
            </a:r>
          </a:p>
          <a:p>
            <a:pPr marL="6350" algn="l">
              <a:buNone/>
            </a:pPr>
            <a:endParaRPr lang="en-US" dirty="0"/>
          </a:p>
          <a:p>
            <a:pPr marL="6350" algn="l">
              <a:buNone/>
            </a:pPr>
            <a:r>
              <a:rPr lang="en-US" dirty="0"/>
              <a:t>Carrier Sense Multiple Access with Collision Detection (CSMA/CD) is a media access control (MAC) method used in Ethernet networks. It essentially dictates how multiple devices share a single cable to transmit data without causing chaos. Here's a breakdown of its key aspects:</a:t>
            </a:r>
          </a:p>
          <a:p>
            <a:pPr marL="6350" algn="l">
              <a:buNone/>
            </a:pPr>
            <a:endParaRPr lang="en-US" dirty="0"/>
          </a:p>
          <a:p>
            <a:pPr marL="6350" algn="l"/>
            <a:r>
              <a:rPr lang="en-US" dirty="0"/>
              <a:t>Carrier Sense:</a:t>
            </a:r>
          </a:p>
          <a:p>
            <a:pPr marL="171450" lvl="1" indent="-171450">
              <a:buFont typeface="Arial" panose="020B0604020202020204" pitchFamily="34" charset="0"/>
              <a:buChar char="•"/>
            </a:pPr>
            <a:r>
              <a:rPr lang="en-US" dirty="0"/>
              <a:t>Before transmitting data, a device listens to the network cable to see if it's currently being used by another device. This is like checking if someone is already talking on a walkie-talkie before you try to speak.</a:t>
            </a:r>
          </a:p>
          <a:p>
            <a:pPr marL="171450" lvl="1" indent="-171450">
              <a:buFont typeface="Arial" panose="020B0604020202020204" pitchFamily="34" charset="0"/>
              <a:buChar char="•"/>
            </a:pPr>
            <a:r>
              <a:rPr lang="en-US" dirty="0"/>
              <a:t>If the cable is free (carrier sense), the device can proceed with sending its data.</a:t>
            </a:r>
          </a:p>
          <a:p>
            <a:pPr marL="6350" lvl="1" indent="-298450"/>
            <a:r>
              <a:rPr lang="en-US" dirty="0"/>
              <a:t>Multiple Access:</a:t>
            </a:r>
          </a:p>
          <a:p>
            <a:pPr marL="171450" lvl="1" indent="-171450">
              <a:buFont typeface="Arial" panose="020B0604020202020204" pitchFamily="34" charset="0"/>
              <a:buChar char="•"/>
            </a:pPr>
            <a:r>
              <a:rPr lang="en-US" dirty="0"/>
              <a:t>In a CSMA/CD network, multiple devices share the same cable. This means they all have the potential to transmit data at any given time.</a:t>
            </a:r>
          </a:p>
          <a:p>
            <a:pPr marL="171450" lvl="1" indent="-171450">
              <a:buFont typeface="Arial" panose="020B0604020202020204" pitchFamily="34" charset="0"/>
              <a:buChar char="•"/>
            </a:pPr>
            <a:r>
              <a:rPr lang="en-US" dirty="0"/>
              <a:t>Imagine a classroom where everyone can raise their hand to answer a question, but only one person can speak at a time.</a:t>
            </a:r>
          </a:p>
          <a:p>
            <a:pPr marL="6350"/>
            <a:r>
              <a:rPr lang="en-US" dirty="0"/>
              <a:t>Collision Detection:</a:t>
            </a:r>
          </a:p>
          <a:p>
            <a:pPr marL="171450" lvl="1" indent="-171450">
              <a:buFont typeface="Arial" panose="020B0604020202020204" pitchFamily="34" charset="0"/>
              <a:buChar char="•"/>
            </a:pPr>
            <a:r>
              <a:rPr lang="en-US" dirty="0"/>
              <a:t>Even after checking the cable, collisions can still happen if two devices attempt to transmit data simultaneously. This is like two people talking over each other at the same time.</a:t>
            </a:r>
          </a:p>
          <a:p>
            <a:pPr marL="171450" lvl="1" indent="-171450">
              <a:buFont typeface="Arial" panose="020B0604020202020204" pitchFamily="34" charset="0"/>
              <a:buChar char="•"/>
            </a:pPr>
            <a:r>
              <a:rPr lang="en-US" dirty="0"/>
              <a:t>When a collision occurs, both devices detect it and stop transmitting for a random amount of time before retrying. This helps prevent further collisions and ensures data gets sent eventually.</a:t>
            </a:r>
          </a:p>
        </p:txBody>
      </p:sp>
      <p:sp>
        <p:nvSpPr>
          <p:cNvPr id="4" name="Footer Placeholder 3">
            <a:extLst>
              <a:ext uri="{FF2B5EF4-FFF2-40B4-BE49-F238E27FC236}">
                <a16:creationId xmlns:a16="http://schemas.microsoft.com/office/drawing/2014/main" id="{B1E8707F-C12C-680F-59AC-5BC892189B1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255046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EBE1-C385-B588-7E3B-8F859487F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93F48-29E8-DC2E-DF34-09CB57382754}"/>
              </a:ext>
            </a:extLst>
          </p:cNvPr>
          <p:cNvSpPr>
            <a:spLocks noGrp="1" noRot="1" noChangeAspect="1"/>
          </p:cNvSpPr>
          <p:nvPr>
            <p:ph type="sldImg"/>
          </p:nvPr>
        </p:nvSpPr>
        <p:spPr>
          <a:xfrm>
            <a:off x="684213" y="1143000"/>
            <a:ext cx="5489575" cy="3086100"/>
          </a:xfrm>
        </p:spPr>
      </p:sp>
      <p:sp>
        <p:nvSpPr>
          <p:cNvPr id="3" name="Notes Placeholder 2">
            <a:extLst>
              <a:ext uri="{FF2B5EF4-FFF2-40B4-BE49-F238E27FC236}">
                <a16:creationId xmlns:a16="http://schemas.microsoft.com/office/drawing/2014/main" id="{BFE70D72-A6D1-6493-39D6-0227452B7046}"/>
              </a:ext>
            </a:extLst>
          </p:cNvPr>
          <p:cNvSpPr>
            <a:spLocks noGrp="1"/>
          </p:cNvSpPr>
          <p:nvPr>
            <p:ph type="body" idx="1"/>
          </p:nvPr>
        </p:nvSpPr>
        <p:spPr/>
        <p:txBody>
          <a:bodyPr/>
          <a:lstStyle/>
          <a:p>
            <a:pPr indent="0"/>
            <a:r>
              <a:rPr lang="en-US" b="1" dirty="0"/>
              <a:t>Image Description – CSMA/CD Diagram</a:t>
            </a:r>
          </a:p>
          <a:p>
            <a:r>
              <a:rPr lang="en-US" dirty="0"/>
              <a:t>This slide presents a diagram illustrating the Carrier Sense Multiple Access with Collision Detection (CSMA/CD) protocol. This protocol is used in Ethernet networks to manage data transmission and avoid collisions.</a:t>
            </a:r>
          </a:p>
          <a:p>
            <a:endParaRPr lang="en-US" dirty="0"/>
          </a:p>
          <a:p>
            <a:r>
              <a:rPr lang="en-US" dirty="0"/>
              <a:t>Image Caption:</a:t>
            </a:r>
          </a:p>
          <a:p>
            <a:pPr indent="0"/>
            <a:r>
              <a:rPr lang="en-US" dirty="0"/>
              <a:t>The CSMA/CD media access method. (Images © 123RF.com.)</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47723CFC-AE0D-CC32-4B38-FDD078D519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75287-3A7F-4B73-AE9A-3DD78FAB3C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371A257-1BCC-6E0D-7ABF-C41808B55D0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413102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Tips - Fiber Ethernet Standards</a:t>
            </a:r>
          </a:p>
          <a:p>
            <a:pPr marL="171450" lvl="1" indent="-171450">
              <a:buFont typeface="Arial" panose="020B0604020202020204" pitchFamily="34" charset="0"/>
              <a:buChar char="•"/>
            </a:pPr>
            <a:r>
              <a:rPr lang="en-US" dirty="0"/>
              <a:t>Fiber Optic Advantage: Highlight the primary benefit of Fiber Optic Ethernet - higher bandwidth and longer distances compared to traditional copper-based Ethernet standards.</a:t>
            </a:r>
          </a:p>
          <a:p>
            <a:pPr marL="457200" lvl="2" indent="-174625">
              <a:buFont typeface="Courier New" panose="02070309020205020404" pitchFamily="49" charset="0"/>
              <a:buChar char="o"/>
            </a:pPr>
            <a:r>
              <a:rPr lang="en-US" dirty="0"/>
              <a:t>Emphasize that fiber optic cables transmit data using light pulses, which travel faster and experience less signal degradation over distance compared to electrical signals in copper cables.</a:t>
            </a:r>
          </a:p>
          <a:p>
            <a:pPr marL="171450" lvl="1" indent="-171450">
              <a:buFont typeface="Arial" panose="020B0604020202020204" pitchFamily="34" charset="0"/>
              <a:buChar char="•"/>
            </a:pPr>
            <a:r>
              <a:rPr lang="en-US" dirty="0"/>
              <a:t>Standard Specifics:  Use the table to explain the key differentiators between the listed Fiber Ethernet standards:</a:t>
            </a:r>
          </a:p>
          <a:p>
            <a:pPr marL="457200" lvl="2" indent="-174625">
              <a:buFont typeface="Courier New" panose="02070309020205020404" pitchFamily="49" charset="0"/>
              <a:buChar char="o"/>
            </a:pPr>
            <a:r>
              <a:rPr lang="en-US" dirty="0"/>
              <a:t>Speed: Point out the varying data transfer speeds (100 Mbps to 10 Gbps) offered by different standards.</a:t>
            </a:r>
          </a:p>
          <a:p>
            <a:pPr marL="457200" lvl="2" indent="-174625">
              <a:buFont typeface="Courier New" panose="02070309020205020404" pitchFamily="49" charset="0"/>
              <a:buChar char="o"/>
            </a:pPr>
            <a:r>
              <a:rPr lang="en-US" dirty="0"/>
              <a:t>Cable Types: Introduce the concept of different fiber optic cable types (e.g., Single-mode vs. Multi-mode) used in these standards.</a:t>
            </a:r>
          </a:p>
          <a:p>
            <a:pPr marL="630238" lvl="3" indent="-173038">
              <a:buFont typeface="Wingdings" pitchFamily="2" charset="2"/>
              <a:buChar char="§"/>
            </a:pPr>
            <a:r>
              <a:rPr lang="en-US" dirty="0"/>
              <a:t>Briefly explain that Single-mode offers longer reach but requires specialized connectors, while Multi-mode is more common for shorter distances and easier to connect.</a:t>
            </a:r>
          </a:p>
          <a:p>
            <a:pPr marL="457200" lvl="2" indent="-174625">
              <a:buFont typeface="Courier New" panose="02070309020205020404" pitchFamily="49" charset="0"/>
              <a:buChar char="o"/>
            </a:pPr>
            <a:r>
              <a:rPr lang="en-US" dirty="0"/>
              <a:t>Applications: Discuss the ideal applications for each standard based on speed and distance capabilities.</a:t>
            </a:r>
          </a:p>
          <a:p>
            <a:pPr marL="630238" lvl="3" indent="-173038">
              <a:buFont typeface="Wingdings" pitchFamily="2" charset="2"/>
              <a:buChar char="§"/>
            </a:pPr>
            <a:r>
              <a:rPr lang="en-US" dirty="0"/>
              <a:t>For instance, 100Base-SX might be suitable for short-distance, high-bandwidth connections within a building, while 10GBase-LR is suited for long-haul applications between buildings or campuses.</a:t>
            </a:r>
          </a:p>
          <a:p>
            <a:pPr marL="171450" lvl="1" indent="-171450">
              <a:buFont typeface="Arial" panose="020B0604020202020204" pitchFamily="34" charset="0"/>
              <a:buChar char="•"/>
            </a:pPr>
            <a:r>
              <a:rPr lang="en-US" dirty="0"/>
              <a:t>Beyond the table</a:t>
            </a:r>
          </a:p>
          <a:p>
            <a:pPr marL="457200" lvl="2" indent="-174625">
              <a:buFont typeface="Courier New" panose="02070309020205020404" pitchFamily="49" charset="0"/>
              <a:buChar char="o"/>
            </a:pPr>
            <a:r>
              <a:rPr lang="en-US" dirty="0"/>
              <a:t>You can mention additional benefits of Fiber Optics like immunity to electromagnetic interference (EMI) which can disrupt copper cables in certain environments.</a:t>
            </a:r>
          </a:p>
          <a:p>
            <a:pPr marL="457200" lvl="2" indent="-174625">
              <a:buFont typeface="Courier New" panose="02070309020205020404" pitchFamily="49" charset="0"/>
              <a:buChar char="o"/>
            </a:pPr>
            <a:r>
              <a:rPr lang="en-US" dirty="0"/>
              <a:t>Briefly touch upon cost considerations - while fiber optic cabling offers superior performance, it can have a higher initial cost compared to copper.</a:t>
            </a:r>
          </a:p>
        </p:txBody>
      </p:sp>
      <p:sp>
        <p:nvSpPr>
          <p:cNvPr id="4" name="Footer Placeholder 3">
            <a:extLst>
              <a:ext uri="{FF2B5EF4-FFF2-40B4-BE49-F238E27FC236}">
                <a16:creationId xmlns:a16="http://schemas.microsoft.com/office/drawing/2014/main" id="{8883C8A8-C362-6048-BF9D-EFA2A289929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228536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True or False</a:t>
            </a:r>
          </a:p>
          <a:p>
            <a:r>
              <a:rPr lang="en-US" dirty="0"/>
              <a:t>Answer: True</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8</a:t>
            </a:fld>
            <a:endParaRPr lang="en-US" dirty="0"/>
          </a:p>
        </p:txBody>
      </p:sp>
    </p:spTree>
    <p:extLst>
      <p:ext uri="{BB962C8B-B14F-4D97-AF65-F5344CB8AC3E}">
        <p14:creationId xmlns:p14="http://schemas.microsoft.com/office/powerpoint/2010/main" val="3425328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Tips – Copper Cables and Connectors</a:t>
            </a:r>
          </a:p>
          <a:p>
            <a:pPr marL="6350"/>
            <a:r>
              <a:rPr lang="en-US" dirty="0"/>
              <a:t>While students need to know these specifications, you should not need to spend too long on this content in class. Focus on appropriate uses of the different cable types.</a:t>
            </a:r>
          </a:p>
          <a:p>
            <a:pPr marL="6350"/>
            <a:endParaRPr lang="en-US" dirty="0"/>
          </a:p>
          <a:p>
            <a:pPr marL="6350">
              <a:buNone/>
            </a:pPr>
            <a:r>
              <a:rPr lang="en-US" b="1" dirty="0"/>
              <a:t>Exam Objectives Covered:</a:t>
            </a:r>
          </a:p>
          <a:p>
            <a:pPr marL="6350"/>
            <a:r>
              <a:rPr lang="en-US" dirty="0"/>
              <a:t>1.5 Compare and contrast transmission media and transceivers.</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767671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Tips – Unshielded Twisted Pair (UTP)</a:t>
            </a:r>
          </a:p>
          <a:p>
            <a:pPr marL="6350">
              <a:buNone/>
            </a:pPr>
            <a:r>
              <a:rPr lang="en-US" dirty="0"/>
              <a:t>Explain that twisted pair is very widely deployed as horizontal cabling that links a work area to a patch panel.</a:t>
            </a:r>
          </a:p>
          <a:p>
            <a:pPr marL="171450" lvl="1" indent="-171450">
              <a:buFont typeface="Arial" panose="020B0604020202020204" pitchFamily="34" charset="0"/>
              <a:buChar char="•"/>
            </a:pPr>
            <a:r>
              <a:rPr lang="en-US" dirty="0"/>
              <a:t>Definition: UTP is a type of cabling that consists of pairs of insulated copper wires twisted together without additional shielding</a:t>
            </a:r>
          </a:p>
          <a:p>
            <a:pPr marL="171450" lvl="1" indent="-171450">
              <a:buFont typeface="Arial" panose="020B0604020202020204" pitchFamily="34" charset="0"/>
              <a:buChar char="•"/>
            </a:pPr>
            <a:r>
              <a:rPr lang="en-US" dirty="0"/>
              <a:t>Structure: Typically includes 2 to 8 twisted pairs encased in an outer plastic jacket</a:t>
            </a:r>
          </a:p>
          <a:p>
            <a:pPr marL="171450" lvl="1" indent="-171450">
              <a:buFont typeface="Arial" panose="020B0604020202020204" pitchFamily="34" charset="0"/>
              <a:buChar char="•"/>
            </a:pPr>
            <a:r>
              <a:rPr lang="en-US" dirty="0"/>
              <a:t>Interference: Lacks internal shielding, offering minimal protection against electromagnetic interference (EMI)</a:t>
            </a:r>
          </a:p>
          <a:p>
            <a:pPr marL="171450" lvl="1" indent="-171450">
              <a:buFont typeface="Arial" panose="020B0604020202020204" pitchFamily="34" charset="0"/>
              <a:buChar char="•"/>
            </a:pPr>
            <a:r>
              <a:rPr lang="en-US" dirty="0"/>
              <a:t>Use: Commonly used for network cabling in LANs due to its low cost, flexibility, and good performance</a:t>
            </a:r>
          </a:p>
          <a:p>
            <a:pPr marL="171450" lvl="1" indent="-171450">
              <a:buFont typeface="Arial" panose="020B0604020202020204" pitchFamily="34" charset="0"/>
              <a:buChar char="•"/>
            </a:pPr>
            <a:r>
              <a:rPr lang="en-US" dirty="0"/>
              <a:t>Categories: Comes in various grades, such as Cat5e for up to 1 Gbps and Cat6a for up to 10 Gbps</a:t>
            </a:r>
          </a:p>
          <a:p>
            <a:pPr marL="171450" lvl="1" indent="-171450">
              <a:buFont typeface="Arial" panose="020B0604020202020204" pitchFamily="34" charset="0"/>
              <a:buChar char="•"/>
            </a:pPr>
            <a:r>
              <a:rPr lang="en-US" dirty="0"/>
              <a:t>Installation Tips: Avoid bending sharply and keep away from sources of EMI for optimal performance</a:t>
            </a:r>
          </a:p>
          <a:p>
            <a:pPr marL="171450" lvl="1" indent="-171450">
              <a:buFont typeface="Arial" panose="020B0604020202020204" pitchFamily="34" charset="0"/>
              <a:buChar char="•"/>
            </a:pPr>
            <a:endParaRPr lang="en-US" dirty="0"/>
          </a:p>
          <a:p>
            <a:pPr marL="158750" indent="0">
              <a:buNone/>
            </a:pPr>
            <a:endParaRPr lang="en-US" dirty="0"/>
          </a:p>
        </p:txBody>
      </p:sp>
      <p:sp>
        <p:nvSpPr>
          <p:cNvPr id="4" name="Footer Placeholder 3">
            <a:extLst>
              <a:ext uri="{FF2B5EF4-FFF2-40B4-BE49-F238E27FC236}">
                <a16:creationId xmlns:a16="http://schemas.microsoft.com/office/drawing/2014/main" id="{39777FF0-9E81-7962-79FB-43E43DD38FF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743550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a:buNone/>
            </a:pPr>
            <a:r>
              <a:rPr lang="en-US" b="1" dirty="0"/>
              <a:t>Suggested Instructional Tips – Shielded Twisted Pair Cable (STP)</a:t>
            </a:r>
          </a:p>
          <a:p>
            <a:pPr>
              <a:buNone/>
            </a:pPr>
            <a:r>
              <a:rPr lang="en-US" b="0" dirty="0"/>
              <a:t>Explain that STP is very widely used to mean any kind of screened or shielded cable, but the actual 150-ohm STP for Token Ring networks is no longer used. F/UTP usually now means Cat 6A cable (though there are older 5e and 6 varieties), while S/FTP usually means Cat 7 or Cat 8.</a:t>
            </a:r>
          </a:p>
          <a:p>
            <a:pPr>
              <a:buFont typeface="Arial" panose="020B0604020202020204" pitchFamily="34" charset="0"/>
              <a:buNone/>
            </a:pPr>
            <a:endParaRPr lang="en-US" b="0" dirty="0"/>
          </a:p>
          <a:p>
            <a:pPr marL="171450" lvl="1" indent="-171450">
              <a:buFont typeface="Arial" panose="020B0604020202020204" pitchFamily="34" charset="0"/>
              <a:buChar char="•"/>
            </a:pPr>
            <a:r>
              <a:rPr lang="en-US" b="1" dirty="0"/>
              <a:t>Structure</a:t>
            </a:r>
            <a:r>
              <a:rPr lang="en-US" dirty="0"/>
              <a:t>:</a:t>
            </a:r>
          </a:p>
          <a:p>
            <a:pPr marL="457200" lvl="2" indent="-174625">
              <a:buFont typeface="Courier New" panose="02070309020205020404" pitchFamily="49" charset="0"/>
              <a:buChar char="o"/>
            </a:pPr>
            <a:r>
              <a:rPr lang="en-US" dirty="0"/>
              <a:t>Twisted Copper Wires: Pairs of insulated copper wires twisted together.</a:t>
            </a:r>
          </a:p>
          <a:p>
            <a:pPr marL="457200" lvl="2" indent="-174625">
              <a:buFont typeface="Courier New" panose="02070309020205020404" pitchFamily="49" charset="0"/>
              <a:buChar char="o"/>
            </a:pPr>
            <a:r>
              <a:rPr lang="en-US" dirty="0"/>
              <a:t>Conductive Shielding: Each pair wrapped in foil or braided shield.</a:t>
            </a:r>
          </a:p>
          <a:p>
            <a:pPr marL="171450" indent="-171450">
              <a:buFont typeface="Arial" panose="020B0604020202020204" pitchFamily="34" charset="0"/>
              <a:buChar char="•"/>
            </a:pPr>
            <a:r>
              <a:rPr lang="en-US" b="1" dirty="0"/>
              <a:t>Interference</a:t>
            </a:r>
            <a:r>
              <a:rPr lang="en-US" b="0" dirty="0"/>
              <a:t>:</a:t>
            </a:r>
          </a:p>
          <a:p>
            <a:pPr marL="457200" lvl="2" indent="-174625">
              <a:buFont typeface="Courier New" panose="02070309020205020404" pitchFamily="49" charset="0"/>
              <a:buChar char="o"/>
            </a:pPr>
            <a:r>
              <a:rPr lang="en-US" dirty="0"/>
              <a:t>EMI Protection: Shields block external electromagnetic interference.</a:t>
            </a:r>
          </a:p>
          <a:p>
            <a:pPr marL="457200" lvl="2" indent="-174625">
              <a:buFont typeface="Courier New" panose="02070309020205020404" pitchFamily="49" charset="0"/>
              <a:buChar char="o"/>
            </a:pPr>
            <a:r>
              <a:rPr lang="en-US" dirty="0"/>
              <a:t>Reduced Crosstalk: Twisting reduces signal interference between pairs.</a:t>
            </a:r>
          </a:p>
          <a:p>
            <a:pPr marL="171450" indent="-171450">
              <a:buFont typeface="Arial" panose="020B0604020202020204" pitchFamily="34" charset="0"/>
              <a:buChar char="•"/>
            </a:pPr>
            <a:r>
              <a:rPr lang="en-US" b="1" dirty="0"/>
              <a:t>Use</a:t>
            </a:r>
            <a:r>
              <a:rPr lang="en-US" b="0" dirty="0"/>
              <a:t>:</a:t>
            </a:r>
          </a:p>
          <a:p>
            <a:pPr marL="457200" lvl="2" indent="-174625">
              <a:buFont typeface="Courier New" panose="02070309020205020404" pitchFamily="49" charset="0"/>
              <a:buChar char="o"/>
            </a:pPr>
            <a:r>
              <a:rPr lang="en-US" dirty="0"/>
              <a:t>High-Interference Areas: Ideal for environments with heavy electrical noise.</a:t>
            </a:r>
          </a:p>
          <a:p>
            <a:pPr marL="457200" lvl="2" indent="-174625">
              <a:buFont typeface="Courier New" panose="02070309020205020404" pitchFamily="49" charset="0"/>
              <a:buChar char="o"/>
            </a:pPr>
            <a:r>
              <a:rPr lang="en-US" dirty="0"/>
              <a:t>Sensitive Data Transmission: Preferred for secure or private network installations.</a:t>
            </a:r>
          </a:p>
          <a:p>
            <a:pPr marL="171450" indent="-171450">
              <a:buFont typeface="Arial" panose="020B0604020202020204" pitchFamily="34" charset="0"/>
              <a:buChar char="•"/>
            </a:pPr>
            <a:r>
              <a:rPr lang="en-US" b="1" dirty="0"/>
              <a:t>Categories</a:t>
            </a:r>
            <a:r>
              <a:rPr lang="en-US" b="0" dirty="0"/>
              <a:t>:</a:t>
            </a:r>
          </a:p>
          <a:p>
            <a:pPr marL="457200" lvl="2" indent="-174625">
              <a:buFont typeface="Courier New" panose="02070309020205020404" pitchFamily="49" charset="0"/>
              <a:buChar char="o"/>
            </a:pPr>
            <a:r>
              <a:rPr lang="en-US" dirty="0"/>
              <a:t>Performance Grades: Available in Cat5e, Cat6, Cat7, etc., for varying speeds and frequencies.</a:t>
            </a:r>
          </a:p>
          <a:p>
            <a:pPr marL="171450" indent="-171450">
              <a:buFont typeface="Arial" panose="020B0604020202020204" pitchFamily="34" charset="0"/>
              <a:buChar char="•"/>
            </a:pPr>
            <a:r>
              <a:rPr lang="en-US" b="1" dirty="0"/>
              <a:t>Installation:</a:t>
            </a:r>
          </a:p>
          <a:p>
            <a:pPr marL="457200" lvl="2" indent="-174625">
              <a:buFont typeface="Courier New" panose="02070309020205020404" pitchFamily="49" charset="0"/>
              <a:buChar char="o"/>
            </a:pPr>
            <a:r>
              <a:rPr lang="en-US" dirty="0"/>
              <a:t>Careful Handling: Shielding must be grounded properly to be effective.</a:t>
            </a:r>
          </a:p>
          <a:p>
            <a:pPr marL="457200" lvl="2" indent="-174625">
              <a:buFont typeface="Courier New" panose="02070309020205020404" pitchFamily="49" charset="0"/>
              <a:buChar char="o"/>
            </a:pPr>
            <a:r>
              <a:rPr lang="en-US" dirty="0"/>
              <a:t>Avoid Sharp Bends: To maintain cable integrity and performance.</a:t>
            </a:r>
          </a:p>
          <a:p>
            <a:pPr marL="158750" indent="0">
              <a:buNone/>
            </a:pPr>
            <a:endParaRPr lang="en-US" b="0" dirty="0"/>
          </a:p>
          <a:p>
            <a:pPr marL="158750" indent="0">
              <a:buNone/>
            </a:pPr>
            <a:endParaRPr lang="en-US" b="0" dirty="0"/>
          </a:p>
        </p:txBody>
      </p:sp>
      <p:sp>
        <p:nvSpPr>
          <p:cNvPr id="4" name="Footer Placeholder 3">
            <a:extLst>
              <a:ext uri="{FF2B5EF4-FFF2-40B4-BE49-F238E27FC236}">
                <a16:creationId xmlns:a16="http://schemas.microsoft.com/office/drawing/2014/main" id="{87F2658C-0F5F-C68E-E2E8-3978EFB74FD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547925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lgn="l">
              <a:buNone/>
            </a:pPr>
            <a:r>
              <a:rPr lang="en-US" b="1" dirty="0"/>
              <a:t>Suggested Instructional Tip - Ethernet Connectors</a:t>
            </a:r>
          </a:p>
          <a:p>
            <a:pPr marL="171450" indent="-171450" algn="l">
              <a:buFont typeface="Arial" panose="020B0604020202020204" pitchFamily="34" charset="0"/>
              <a:buChar char="•"/>
            </a:pPr>
            <a:r>
              <a:rPr lang="en-US" dirty="0"/>
              <a:t>RJ45 plugs have a plastic retaining clip. This is normally protected by a rubber boot. This type of cable construction is also referred to as snagless.</a:t>
            </a:r>
          </a:p>
          <a:p>
            <a:pPr marL="171450" indent="-171450" algn="l">
              <a:buFont typeface="Arial" panose="020B0604020202020204" pitchFamily="34" charset="0"/>
              <a:buChar char="•"/>
            </a:pPr>
            <a:r>
              <a:rPr lang="en-US" dirty="0"/>
              <a:t>There are also GG45 and TERA connectors, associated with ISO Class F and Class II cabling. GG45 has a similar form factor to RJ45 but has four conductors in the corners. TERA connectors have a completely different form factor.</a:t>
            </a:r>
          </a:p>
          <a:p>
            <a:pPr marL="158750" indent="0">
              <a:buNone/>
            </a:pPr>
            <a:br>
              <a:rPr lang="en-US" dirty="0"/>
            </a:br>
            <a:endParaRPr lang="en-US" dirty="0"/>
          </a:p>
        </p:txBody>
      </p:sp>
      <p:sp>
        <p:nvSpPr>
          <p:cNvPr id="4" name="Footer Placeholder 3">
            <a:extLst>
              <a:ext uri="{FF2B5EF4-FFF2-40B4-BE49-F238E27FC236}">
                <a16:creationId xmlns:a16="http://schemas.microsoft.com/office/drawing/2014/main" id="{A32F19BF-D5A7-93D5-D330-A3338B8794A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902295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Suggested Instructional Tip - Plenum and Riser-Related Cable</a:t>
            </a:r>
            <a:endParaRPr lang="en-US" dirty="0"/>
          </a:p>
          <a:p>
            <a:pPr marL="171450" indent="-171450">
              <a:buFont typeface="Arial" panose="020B0604020202020204" pitchFamily="34" charset="0"/>
              <a:buChar char="•"/>
            </a:pPr>
            <a:r>
              <a:rPr lang="en-US" b="1" dirty="0"/>
              <a:t>Plenum-Rated Cable (CMP)</a:t>
            </a:r>
            <a:r>
              <a:rPr lang="en-US" dirty="0"/>
              <a:t>:</a:t>
            </a:r>
          </a:p>
          <a:p>
            <a:pPr marL="457200" lvl="2" indent="-174625">
              <a:buFont typeface="Courier New" panose="02070309020205020404" pitchFamily="49" charset="0"/>
              <a:buChar char="o"/>
            </a:pPr>
            <a:r>
              <a:rPr lang="en-US" dirty="0"/>
              <a:t>Usage: Installed in plenum spaces (a void in a building designed to carry heating, ventilation, and air conditioning (HVAC) systems) used for air circulation in HVAC systems.</a:t>
            </a:r>
          </a:p>
          <a:p>
            <a:pPr marL="457200" lvl="2" indent="-174625">
              <a:buFont typeface="Courier New" panose="02070309020205020404" pitchFamily="49" charset="0"/>
              <a:buChar char="o"/>
            </a:pPr>
            <a:r>
              <a:rPr lang="en-US" dirty="0"/>
              <a:t>Material: Made of materials like PVC or FEP that are fire-resistant and emit fewer toxic fumes.</a:t>
            </a:r>
          </a:p>
          <a:p>
            <a:pPr marL="457200" lvl="2" indent="-174625">
              <a:buFont typeface="Courier New" panose="02070309020205020404" pitchFamily="49" charset="0"/>
              <a:buChar char="o"/>
            </a:pPr>
            <a:r>
              <a:rPr lang="en-US" dirty="0"/>
              <a:t>Safety: Meets higher fire safety standards due to the potential of air circulation spreading smoke.</a:t>
            </a:r>
          </a:p>
          <a:p>
            <a:pPr marL="457200" lvl="2" indent="-174625">
              <a:buFont typeface="Courier New" panose="02070309020205020404" pitchFamily="49" charset="0"/>
              <a:buChar char="o"/>
            </a:pPr>
            <a:r>
              <a:rPr lang="en-US" dirty="0"/>
              <a:t>Cost: Generally, more expensive due to the higher material and safety standards.</a:t>
            </a:r>
          </a:p>
          <a:p>
            <a:pPr marL="171450" lvl="0" indent="-171450">
              <a:buFont typeface="Arial" panose="020B0604020202020204" pitchFamily="34" charset="0"/>
              <a:buChar char="•"/>
            </a:pPr>
            <a:r>
              <a:rPr lang="en-US" b="1" dirty="0"/>
              <a:t>Riser-Rated Cable (CMR)</a:t>
            </a:r>
            <a:r>
              <a:rPr lang="en-US" dirty="0"/>
              <a:t>:</a:t>
            </a:r>
          </a:p>
          <a:p>
            <a:pPr marL="457200" lvl="2" indent="-174625">
              <a:buFont typeface="Courier New" panose="02070309020205020404" pitchFamily="49" charset="0"/>
              <a:buChar char="o"/>
            </a:pPr>
            <a:r>
              <a:rPr lang="en-US" dirty="0"/>
              <a:t>Usage: Used in vertical spaces (risers) that run between floors to distribute utilities.</a:t>
            </a:r>
          </a:p>
          <a:p>
            <a:pPr marL="457200" lvl="2" indent="-174625">
              <a:buFont typeface="Courier New" panose="02070309020205020404" pitchFamily="49" charset="0"/>
              <a:buChar char="o"/>
            </a:pPr>
            <a:r>
              <a:rPr lang="en-US" dirty="0"/>
              <a:t>Material: Fire-resistant but not to the same degree as plenum-rated cables.</a:t>
            </a:r>
          </a:p>
          <a:p>
            <a:pPr marL="457200" lvl="2" indent="-174625">
              <a:buFont typeface="Courier New" panose="02070309020205020404" pitchFamily="49" charset="0"/>
              <a:buChar char="o"/>
            </a:pPr>
            <a:r>
              <a:rPr lang="en-US" dirty="0"/>
              <a:t>Safety: Designed to prevent the spread of fire between floors, less stringent than plenum requirements.</a:t>
            </a:r>
          </a:p>
          <a:p>
            <a:pPr marL="457200" lvl="2" indent="-174625">
              <a:buFont typeface="Courier New" panose="02070309020205020404" pitchFamily="49" charset="0"/>
              <a:buChar char="o"/>
            </a:pPr>
            <a:r>
              <a:rPr lang="en-US" dirty="0"/>
              <a:t>Cost: More cost-effective than plenum-rated cables.</a:t>
            </a:r>
          </a:p>
          <a:p>
            <a:endParaRPr lang="en-US" dirty="0"/>
          </a:p>
          <a:p>
            <a:r>
              <a:rPr lang="en-US" dirty="0"/>
              <a:t>Key Points:</a:t>
            </a:r>
          </a:p>
          <a:p>
            <a:pPr marL="457200" lvl="2" indent="-174625">
              <a:buFont typeface="Courier New" panose="02070309020205020404" pitchFamily="49" charset="0"/>
              <a:buChar char="o"/>
            </a:pPr>
            <a:r>
              <a:rPr lang="en-US" dirty="0"/>
              <a:t>Plenum-rated cables are necessary for spaces where air is recirculated throughout a building.</a:t>
            </a:r>
          </a:p>
          <a:p>
            <a:pPr marL="457200" lvl="2" indent="-174625">
              <a:buFont typeface="Courier New" panose="02070309020205020404" pitchFamily="49" charset="0"/>
              <a:buChar char="o"/>
            </a:pPr>
            <a:r>
              <a:rPr lang="en-US" dirty="0"/>
              <a:t>Riser-rated cables are suitable for vertical runs in non-plenum spaces.</a:t>
            </a:r>
          </a:p>
          <a:p>
            <a:pPr marL="457200" lvl="2" indent="-174625">
              <a:buFont typeface="Courier New" panose="02070309020205020404" pitchFamily="49" charset="0"/>
              <a:buChar char="o"/>
            </a:pPr>
            <a:r>
              <a:rPr lang="en-US" dirty="0"/>
              <a:t>Both types are flame-retardant, but plenum cables have stricter fire resistance due to their location in airflow spaces12.</a:t>
            </a:r>
          </a:p>
          <a:p>
            <a:pPr marL="457200" lvl="2" indent="-174625">
              <a:buFont typeface="Courier New" panose="02070309020205020404" pitchFamily="49" charset="0"/>
              <a:buChar char="o"/>
            </a:pPr>
            <a:r>
              <a:rPr lang="en-US" dirty="0"/>
              <a:t>A plenum cable can be used in a riser space, but a riser cable generally cannot be used in a plenum space3.</a:t>
            </a:r>
          </a:p>
        </p:txBody>
      </p:sp>
      <p:sp>
        <p:nvSpPr>
          <p:cNvPr id="4" name="Footer Placeholder 3">
            <a:extLst>
              <a:ext uri="{FF2B5EF4-FFF2-40B4-BE49-F238E27FC236}">
                <a16:creationId xmlns:a16="http://schemas.microsoft.com/office/drawing/2014/main" id="{A3289D1D-256E-7F7E-6B51-BD5289E17454}"/>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731699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a:t>
            </a:r>
          </a:p>
          <a:p>
            <a:pPr marL="6350">
              <a:buNone/>
            </a:pPr>
            <a:r>
              <a:rPr lang="en-US" dirty="0"/>
              <a:t>Inform students that coax is not widely deployed except in CATV and datacenters (twinax). The RG specification codes come from their page numbers in the Radio Guide manual, the original military specification (Mil-Spec) for coax cables, which is no longer in use.</a:t>
            </a:r>
          </a:p>
          <a:p>
            <a:pPr marL="6350">
              <a:buNone/>
            </a:pPr>
            <a:endParaRPr lang="en-US" dirty="0"/>
          </a:p>
          <a:p>
            <a:pPr marL="6350">
              <a:buNone/>
            </a:pPr>
            <a:r>
              <a:rPr lang="en-US" b="0" dirty="0"/>
              <a:t>Image (left) caption:</a:t>
            </a:r>
          </a:p>
          <a:p>
            <a:pPr marL="6350">
              <a:buNone/>
            </a:pPr>
            <a:r>
              <a:rPr lang="en-US" dirty="0"/>
              <a:t>Direct Attach Copper (DAC) twinax cabling with SFP+ termination. (Image created by Labsy and reproduced under the Creative Commons Attribution ShareAlike 4.0 license.)</a:t>
            </a:r>
          </a:p>
          <a:p>
            <a:pPr marL="6350">
              <a:buNone/>
            </a:pPr>
            <a:endParaRPr lang="en-US" dirty="0"/>
          </a:p>
          <a:p>
            <a:pPr marL="6350">
              <a:buNone/>
            </a:pPr>
            <a:r>
              <a:rPr lang="en-US" b="0" dirty="0"/>
              <a:t>Image (right) caption:</a:t>
            </a:r>
          </a:p>
          <a:p>
            <a:pPr marL="6350">
              <a:buNone/>
            </a:pPr>
            <a:r>
              <a:rPr lang="en-US" dirty="0"/>
              <a:t>Coax cable. (Image by destinacigdem © 123RF.com.)</a:t>
            </a:r>
          </a:p>
        </p:txBody>
      </p:sp>
      <p:sp>
        <p:nvSpPr>
          <p:cNvPr id="4" name="Footer Placeholder 3">
            <a:extLst>
              <a:ext uri="{FF2B5EF4-FFF2-40B4-BE49-F238E27FC236}">
                <a16:creationId xmlns:a16="http://schemas.microsoft.com/office/drawing/2014/main" id="{C9A95C37-39F5-876D-9761-0E0FC78656D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640645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EBE1-C385-B588-7E3B-8F859487F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93F48-29E8-DC2E-DF34-09CB57382754}"/>
              </a:ext>
            </a:extLst>
          </p:cNvPr>
          <p:cNvSpPr>
            <a:spLocks noGrp="1" noRot="1" noChangeAspect="1"/>
          </p:cNvSpPr>
          <p:nvPr>
            <p:ph type="sldImg"/>
          </p:nvPr>
        </p:nvSpPr>
        <p:spPr>
          <a:xfrm>
            <a:off x="684213" y="1143000"/>
            <a:ext cx="5489575" cy="3086100"/>
          </a:xfrm>
        </p:spPr>
      </p:sp>
      <p:sp>
        <p:nvSpPr>
          <p:cNvPr id="3" name="Notes Placeholder 2">
            <a:extLst>
              <a:ext uri="{FF2B5EF4-FFF2-40B4-BE49-F238E27FC236}">
                <a16:creationId xmlns:a16="http://schemas.microsoft.com/office/drawing/2014/main" id="{BFE70D72-A6D1-6493-39D6-0227452B7046}"/>
              </a:ext>
            </a:extLst>
          </p:cNvPr>
          <p:cNvSpPr>
            <a:spLocks noGrp="1"/>
          </p:cNvSpPr>
          <p:nvPr>
            <p:ph type="body" idx="1"/>
          </p:nvPr>
        </p:nvSpPr>
        <p:spPr/>
        <p:txBody>
          <a:bodyPr/>
          <a:lstStyle/>
          <a:p>
            <a:pPr marL="6350">
              <a:buNone/>
            </a:pPr>
            <a:r>
              <a:rPr lang="en-US" b="1" dirty="0"/>
              <a:t>Suggested Activity – Multiple Choice</a:t>
            </a:r>
          </a:p>
          <a:p>
            <a:pPr marL="6350">
              <a:buNone/>
            </a:pPr>
            <a:r>
              <a:rPr lang="en-US" dirty="0"/>
              <a:t>Correct answer: B. Shielded Twisted Pair (STP)</a:t>
            </a:r>
          </a:p>
          <a:p>
            <a:pPr marL="6350">
              <a:buNone/>
            </a:pPr>
            <a:endParaRPr lang="en-US" dirty="0"/>
          </a:p>
          <a:p>
            <a:pPr marL="6350">
              <a:buNone/>
            </a:pPr>
            <a:r>
              <a:rPr lang="en-US" b="1" dirty="0"/>
              <a:t>Explanations</a:t>
            </a:r>
          </a:p>
          <a:p>
            <a:pPr marL="171450" indent="-171450">
              <a:buFont typeface="Arial" panose="020B0604020202020204" pitchFamily="34" charset="0"/>
              <a:buChar char="•"/>
            </a:pPr>
            <a:r>
              <a:rPr lang="en-US" dirty="0"/>
              <a:t>Unshielded Twisted Pair (UTP)</a:t>
            </a:r>
          </a:p>
          <a:p>
            <a:pPr marL="457200" lvl="2" indent="-174625">
              <a:buFont typeface="Courier New" panose="02070309020205020404" pitchFamily="49" charset="0"/>
              <a:buChar char="o"/>
            </a:pPr>
            <a:r>
              <a:rPr lang="en-US" dirty="0"/>
              <a:t>Though affordable and commonly used, UTP's lack of shielding makes it unsuitable for environments with significant EMI.</a:t>
            </a:r>
          </a:p>
          <a:p>
            <a:pPr marL="171450" indent="-171450">
              <a:buFont typeface="Arial" panose="020B0604020202020204" pitchFamily="34" charset="0"/>
              <a:buChar char="•"/>
            </a:pPr>
            <a:r>
              <a:rPr lang="en-US" b="1" dirty="0"/>
              <a:t>**Shielded Twisted Pair (STP)</a:t>
            </a:r>
          </a:p>
          <a:p>
            <a:pPr marL="457200" lvl="2" indent="-174625">
              <a:buFont typeface="Courier New" panose="02070309020205020404" pitchFamily="49" charset="0"/>
              <a:buChar char="o"/>
            </a:pPr>
            <a:r>
              <a:rPr lang="en-US" dirty="0"/>
              <a:t>Electromagnetic Interference (EMI) Resistance: The question specifies significant EMI from machinery. UTP cables are susceptible to EMI, which can disrupt data transmission. STP offers a metal braid shielding that significantly reduces the impact of EMI, making it a more reliable choice in this environment.</a:t>
            </a:r>
          </a:p>
          <a:p>
            <a:pPr marL="457200" lvl="2" indent="-174625">
              <a:buFont typeface="Courier New" panose="02070309020205020404" pitchFamily="49" charset="0"/>
              <a:buChar char="o"/>
            </a:pPr>
            <a:r>
              <a:rPr lang="en-US" dirty="0"/>
              <a:t>High-Speed Data Transfer: While not quite reaching the performance of fiber optics, STP can handle high-speed data transfer within data centers. It can support Gigabit Ethernet and even 10 Gigabit Ethernet for shorter distances (like the 100 meters mentioned in the question).</a:t>
            </a:r>
          </a:p>
          <a:p>
            <a:pPr marL="457200" lvl="2" indent="-174625">
              <a:buFont typeface="Courier New" panose="02070309020205020404" pitchFamily="49" charset="0"/>
              <a:buChar char="o"/>
            </a:pPr>
            <a:r>
              <a:rPr lang="en-US" dirty="0"/>
              <a:t>Cost-Effectiveness: Compared to fiber optic cables, STP offers a more cost-effective solution, especially for shorter distances within a data center.</a:t>
            </a:r>
          </a:p>
          <a:p>
            <a:pPr marL="457200" lvl="2" indent="-174625">
              <a:buFont typeface="Courier New" panose="02070309020205020404" pitchFamily="49" charset="0"/>
              <a:buChar char="o"/>
            </a:pPr>
            <a:r>
              <a:rPr lang="en-US" dirty="0"/>
              <a:t>Distance Limitation: The question specifies cable runs not exceeding 100 meters. While both STP and fiber optics can handle this distance, fiber becomes less cost-effective for shorter runs.</a:t>
            </a:r>
          </a:p>
          <a:p>
            <a:pPr marL="171450" indent="-171450">
              <a:buFont typeface="Arial" panose="020B0604020202020204" pitchFamily="34" charset="0"/>
              <a:buChar char="•"/>
            </a:pPr>
            <a:r>
              <a:rPr lang="en-US" dirty="0"/>
              <a:t>Coaxial Cable </a:t>
            </a:r>
          </a:p>
          <a:p>
            <a:pPr marL="457200" lvl="2" indent="-174625">
              <a:buFont typeface="Courier New" panose="02070309020205020404" pitchFamily="49" charset="0"/>
              <a:buChar char="o"/>
            </a:pPr>
            <a:r>
              <a:rPr lang="en-US" dirty="0"/>
              <a:t>While offering some EMI protection, coaxial cables are generally thicker and less flexible than STP, making them less ideal for data center applications.</a:t>
            </a:r>
          </a:p>
          <a:p>
            <a:pPr marL="171450" indent="-171450">
              <a:buFont typeface="Arial" panose="020B0604020202020204" pitchFamily="34" charset="0"/>
              <a:buChar char="•"/>
            </a:pPr>
            <a:r>
              <a:rPr lang="en-US" dirty="0"/>
              <a:t>Fiber Optic Cable</a:t>
            </a:r>
          </a:p>
          <a:p>
            <a:pPr marL="457200" lvl="2" indent="-174625">
              <a:buFont typeface="Courier New" panose="02070309020205020404" pitchFamily="49" charset="0"/>
              <a:buChar char="o"/>
            </a:pPr>
            <a:r>
              <a:rPr lang="en-US" dirty="0"/>
              <a:t>Provides the highest immunity to EMI and excellent data transfer speeds. However, for shorter data center runs (under 100 meters), the cost and complexity of installation might not be justified compared to STP.</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47723CFC-AE0D-CC32-4B38-FDD078D519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75287-3A7F-4B73-AE9A-3DD78FAB3C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371A257-1BCC-6E0D-7ABF-C41808B55D0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898102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Tips – Wiring Implementation</a:t>
            </a:r>
          </a:p>
          <a:p>
            <a:pPr marL="6350">
              <a:buNone/>
            </a:pPr>
            <a:endParaRPr lang="en-US" b="1" dirty="0"/>
          </a:p>
          <a:p>
            <a:pPr marL="6350">
              <a:buNone/>
            </a:pPr>
            <a:r>
              <a:rPr lang="en-US" b="1" dirty="0"/>
              <a:t>Interaction Opportunity</a:t>
            </a:r>
          </a:p>
          <a:p>
            <a:pPr marL="6350"/>
            <a:r>
              <a:rPr lang="en-US" dirty="0"/>
              <a:t>Because of the difficulty in specifying equipment, there are no specific hardware activities in this topic. Students would benefit from hands-on experience of wiring a patch panel and wall plates (and to a lesser extent crimping patch cords or creating a crossover cable). </a:t>
            </a:r>
          </a:p>
          <a:p>
            <a:pPr marL="6350"/>
            <a:r>
              <a:rPr lang="en-US" dirty="0"/>
              <a:t>If you have the facilities and tools available in your training center, then leading students through a hands-on activity is recommended. Alternatively, if you can arrange it, visit the telecommunications room in your facility so that students can observe the cabling.</a:t>
            </a:r>
          </a:p>
          <a:p>
            <a:pPr marL="6350"/>
            <a:endParaRPr lang="en-GB" dirty="0"/>
          </a:p>
          <a:p>
            <a:pPr marL="6350">
              <a:buNone/>
            </a:pPr>
            <a:r>
              <a:rPr lang="en-US" b="1" dirty="0"/>
              <a:t>Exam Objectives Covered</a:t>
            </a:r>
          </a:p>
          <a:p>
            <a:pPr marL="171450" indent="-171450">
              <a:buFont typeface="Arial" panose="020B0604020202020204" pitchFamily="34" charset="0"/>
              <a:buChar char="•"/>
            </a:pPr>
            <a:r>
              <a:rPr lang="en-US" dirty="0"/>
              <a:t>2.4 Explain important factors of physical installations.</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732639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EBE1-C385-B588-7E3B-8F859487F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93F48-29E8-DC2E-DF34-09CB57382754}"/>
              </a:ext>
            </a:extLst>
          </p:cNvPr>
          <p:cNvSpPr>
            <a:spLocks noGrp="1" noRot="1" noChangeAspect="1"/>
          </p:cNvSpPr>
          <p:nvPr>
            <p:ph type="sldImg"/>
          </p:nvPr>
        </p:nvSpPr>
        <p:spPr>
          <a:xfrm>
            <a:off x="684213" y="1143000"/>
            <a:ext cx="5489575" cy="3086100"/>
          </a:xfrm>
        </p:spPr>
      </p:sp>
      <p:sp>
        <p:nvSpPr>
          <p:cNvPr id="3" name="Notes Placeholder 2">
            <a:extLst>
              <a:ext uri="{FF2B5EF4-FFF2-40B4-BE49-F238E27FC236}">
                <a16:creationId xmlns:a16="http://schemas.microsoft.com/office/drawing/2014/main" id="{BFE70D72-A6D1-6493-39D6-0227452B7046}"/>
              </a:ext>
            </a:extLst>
          </p:cNvPr>
          <p:cNvSpPr>
            <a:spLocks noGrp="1"/>
          </p:cNvSpPr>
          <p:nvPr>
            <p:ph type="body" idx="1"/>
          </p:nvPr>
        </p:nvSpPr>
        <p:spPr/>
        <p:txBody>
          <a:bodyPr/>
          <a:lstStyle/>
          <a:p>
            <a:r>
              <a:rPr lang="en-US" b="1" dirty="0"/>
              <a:t>Suggested Instructional Tip - Structured Cabling System</a:t>
            </a:r>
            <a:endParaRPr lang="en-US" dirty="0"/>
          </a:p>
          <a:p>
            <a:endParaRPr lang="en-US" dirty="0"/>
          </a:p>
          <a:p>
            <a:r>
              <a:rPr lang="en-US" b="1" dirty="0"/>
              <a:t>Work Area</a:t>
            </a:r>
            <a:r>
              <a:rPr lang="en-US" dirty="0"/>
              <a:t>:</a:t>
            </a:r>
          </a:p>
          <a:p>
            <a:pPr marL="171450" indent="-171450">
              <a:buFont typeface="Arial" panose="020B0604020202020204" pitchFamily="34" charset="0"/>
              <a:buChar char="•"/>
            </a:pPr>
            <a:r>
              <a:rPr lang="en-US" dirty="0"/>
              <a:t>User Connection Point: Where devices connect to the network via patch cables and wall ports.</a:t>
            </a:r>
          </a:p>
          <a:p>
            <a:endParaRPr lang="en-US" dirty="0"/>
          </a:p>
          <a:p>
            <a:r>
              <a:rPr lang="en-US" b="1" dirty="0"/>
              <a:t>Horizontal Cabling</a:t>
            </a:r>
            <a:r>
              <a:rPr lang="en-US" dirty="0"/>
              <a:t>:</a:t>
            </a:r>
          </a:p>
          <a:p>
            <a:pPr marL="171450" lvl="1" indent="-171450">
              <a:buFont typeface="Arial" panose="020B0604020202020204" pitchFamily="34" charset="0"/>
              <a:buChar char="•"/>
            </a:pPr>
            <a:r>
              <a:rPr lang="en-US" dirty="0"/>
              <a:t>Floor-Level Networking: Links work areas to an Intermediate Distribution Frame (IDF) within 90 meters.</a:t>
            </a:r>
          </a:p>
          <a:p>
            <a:pPr marL="171450" lvl="1" indent="-171450">
              <a:buFont typeface="Arial" panose="020B0604020202020204" pitchFamily="34" charset="0"/>
              <a:buChar char="•"/>
            </a:pPr>
            <a:r>
              <a:rPr lang="en-US" dirty="0"/>
              <a:t>Multiple IDFs: Used when a single IDF can’t serve all areas due to distance limitations.</a:t>
            </a:r>
          </a:p>
          <a:p>
            <a:endParaRPr lang="en-US" dirty="0"/>
          </a:p>
          <a:p>
            <a:r>
              <a:rPr lang="en-US" b="1" dirty="0"/>
              <a:t>Telecommunications Room</a:t>
            </a:r>
            <a:r>
              <a:rPr lang="en-US" dirty="0"/>
              <a:t>:</a:t>
            </a:r>
          </a:p>
          <a:p>
            <a:pPr marL="171450" lvl="1" indent="-171450">
              <a:buFont typeface="Arial" panose="020B0604020202020204" pitchFamily="34" charset="0"/>
              <a:buChar char="•"/>
            </a:pPr>
            <a:r>
              <a:rPr lang="en-US" dirty="0"/>
              <a:t>Equipment Hub: Houses IDFs and networking equipment like switches.</a:t>
            </a:r>
          </a:p>
          <a:p>
            <a:pPr marL="171450" lvl="1" indent="-171450">
              <a:buFont typeface="Arial" panose="020B0604020202020204" pitchFamily="34" charset="0"/>
              <a:buChar char="•"/>
            </a:pPr>
            <a:r>
              <a:rPr lang="en-US" dirty="0"/>
              <a:t>Dedicated Space: Reserved solely for networking, not general storage.</a:t>
            </a:r>
          </a:p>
          <a:p>
            <a:endParaRPr lang="en-US" dirty="0"/>
          </a:p>
          <a:p>
            <a:r>
              <a:rPr lang="en-US" b="1" dirty="0"/>
              <a:t>Backbone Cabling</a:t>
            </a:r>
            <a:r>
              <a:rPr lang="en-US" dirty="0"/>
              <a:t>:</a:t>
            </a:r>
          </a:p>
          <a:p>
            <a:pPr marL="171450" lvl="1" indent="-171450">
              <a:buFont typeface="Arial" panose="020B0604020202020204" pitchFamily="34" charset="0"/>
              <a:buChar char="•"/>
            </a:pPr>
            <a:r>
              <a:rPr lang="en-US" dirty="0"/>
              <a:t>Vertical Connections: Runs between floors, linking IDFs to the Main Distribution Frame (MDF).</a:t>
            </a:r>
          </a:p>
          <a:p>
            <a:endParaRPr lang="en-US" dirty="0"/>
          </a:p>
          <a:p>
            <a:r>
              <a:rPr lang="en-US" b="1" dirty="0"/>
              <a:t>Entrance Facilities/Demarc</a:t>
            </a:r>
            <a:r>
              <a:rPr lang="en-US" dirty="0"/>
              <a:t>:</a:t>
            </a:r>
          </a:p>
          <a:p>
            <a:pPr marL="171450" lvl="1" indent="-171450">
              <a:buFont typeface="Arial" panose="020B0604020202020204" pitchFamily="34" charset="0"/>
              <a:buChar char="•"/>
            </a:pPr>
            <a:r>
              <a:rPr lang="en-US" dirty="0"/>
              <a:t>Network Transition Point: Where external and internal cabling meet at the MDF.</a:t>
            </a:r>
          </a:p>
          <a:p>
            <a:pPr marL="171450" lvl="1" indent="-171450">
              <a:buFont typeface="Arial" panose="020B0604020202020204" pitchFamily="34" charset="0"/>
              <a:buChar char="•"/>
            </a:pPr>
            <a:r>
              <a:rPr lang="en-US" dirty="0"/>
              <a:t>LEC Integration: Connects the building to the local exchange carrier’s network.</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47723CFC-AE0D-CC32-4B38-FDD078D519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75287-3A7F-4B73-AE9A-3DD78FAB3C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371A257-1BCC-6E0D-7ABF-C41808B55D0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765327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Tips – Structured Cabling Diagram</a:t>
            </a:r>
          </a:p>
          <a:p>
            <a:pPr marL="171450" indent="-171450">
              <a:buFont typeface="Arial" panose="020B0604020202020204" pitchFamily="34" charset="0"/>
              <a:buChar char="•"/>
            </a:pPr>
            <a:r>
              <a:rPr lang="en-US" dirty="0"/>
              <a:t>Run through the elements of the TIA wiring distribution scheme.</a:t>
            </a:r>
          </a:p>
          <a:p>
            <a:pPr marL="6350">
              <a:buNone/>
            </a:pPr>
            <a:endParaRPr lang="en-US" dirty="0"/>
          </a:p>
          <a:p>
            <a:pPr marL="6350">
              <a:buNone/>
            </a:pPr>
            <a:r>
              <a:rPr lang="en-US" b="0" dirty="0"/>
              <a:t>Image Caption:</a:t>
            </a:r>
          </a:p>
          <a:p>
            <a:pPr marL="6350">
              <a:buNone/>
            </a:pPr>
            <a:r>
              <a:rPr lang="en-US" b="0" dirty="0"/>
              <a:t>Wiring distribution components. (Images © 123RF.com.)</a:t>
            </a:r>
          </a:p>
          <a:p>
            <a:pPr marL="6350">
              <a:buNone/>
            </a:pPr>
            <a:endParaRPr lang="en-US" b="0" dirty="0"/>
          </a:p>
          <a:p>
            <a:pPr marL="6350">
              <a:buNone/>
            </a:pPr>
            <a:r>
              <a:rPr lang="en-US" b="0" dirty="0"/>
              <a:t>Image Description:</a:t>
            </a:r>
          </a:p>
          <a:p>
            <a:pPr marL="6350">
              <a:buNone/>
            </a:pPr>
            <a:r>
              <a:rPr lang="en-US" dirty="0"/>
              <a:t>The components are telecommunication closet, horizontal cabling, work areas, backbone cabling, equipment room, access provider's cabling, modem or demarc, and entrance facilities.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18</a:t>
            </a:fld>
            <a:endParaRPr lang="en-US" dirty="0"/>
          </a:p>
        </p:txBody>
      </p:sp>
    </p:spTree>
    <p:extLst>
      <p:ext uri="{BB962C8B-B14F-4D97-AF65-F5344CB8AC3E}">
        <p14:creationId xmlns:p14="http://schemas.microsoft.com/office/powerpoint/2010/main" val="554490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T568A and T568B Termination Standards</a:t>
            </a:r>
          </a:p>
          <a:p>
            <a:pPr marL="0" indent="0">
              <a:buFont typeface="Arial" panose="020B0604020202020204" pitchFamily="34" charset="0"/>
              <a:buNone/>
            </a:pPr>
            <a:r>
              <a:rPr lang="en-US" b="0" dirty="0"/>
              <a:t>Encourage students to memorize these wiring configurations.</a:t>
            </a:r>
          </a:p>
          <a:p>
            <a:endParaRPr lang="en-US" dirty="0"/>
          </a:p>
          <a:p>
            <a:pPr marL="171450" indent="-171450">
              <a:buFont typeface="Arial" panose="020B0604020202020204" pitchFamily="34" charset="0"/>
              <a:buChar char="•"/>
            </a:pPr>
            <a:r>
              <a:rPr lang="en-US" b="1" dirty="0"/>
              <a:t>T568A Termination Standard</a:t>
            </a:r>
            <a:r>
              <a:rPr lang="en-US" dirty="0"/>
              <a:t>:</a:t>
            </a:r>
          </a:p>
          <a:p>
            <a:pPr marL="457200" lvl="2" indent="-174625">
              <a:buFont typeface="Courier New" panose="02070309020205020404" pitchFamily="49" charset="0"/>
              <a:buChar char="o"/>
            </a:pPr>
            <a:r>
              <a:rPr lang="en-US" dirty="0"/>
              <a:t>Wire Arrangement: Green and orange pairs are in different positions compared to T568B.</a:t>
            </a:r>
          </a:p>
          <a:p>
            <a:pPr marL="457200" lvl="2" indent="-174625">
              <a:buFont typeface="Courier New" panose="02070309020205020404" pitchFamily="49" charset="0"/>
              <a:buChar char="o"/>
            </a:pPr>
            <a:r>
              <a:rPr lang="en-US" dirty="0"/>
              <a:t>Backward Compatibility: Recommended for residential installations for compatibility with older technology like fax machines</a:t>
            </a:r>
          </a:p>
          <a:p>
            <a:pPr marL="457200" lvl="2" indent="-174625">
              <a:buFont typeface="Courier New" panose="02070309020205020404" pitchFamily="49" charset="0"/>
              <a:buChar char="o"/>
            </a:pPr>
            <a:r>
              <a:rPr lang="en-US" dirty="0"/>
              <a:t>Government Use: Sometimes specified in U.S. government contracts</a:t>
            </a:r>
          </a:p>
          <a:p>
            <a:pPr marL="171450" indent="-171450">
              <a:buFont typeface="Arial" panose="020B0604020202020204" pitchFamily="34" charset="0"/>
              <a:buChar char="•"/>
            </a:pPr>
            <a:r>
              <a:rPr lang="en-US" b="1" dirty="0"/>
              <a:t>T568B Termination Standard</a:t>
            </a:r>
            <a:r>
              <a:rPr lang="en-US" dirty="0"/>
              <a:t>:</a:t>
            </a:r>
          </a:p>
          <a:p>
            <a:pPr marL="457200" lvl="2" indent="-174625">
              <a:buFont typeface="Courier New" panose="02070309020205020404" pitchFamily="49" charset="0"/>
              <a:buChar char="o"/>
            </a:pPr>
            <a:r>
              <a:rPr lang="en-US" dirty="0"/>
              <a:t>Wire Arrangement: Orange pair is in pins 1 and 2, green in pins 3 and 6, which is different from T568A.</a:t>
            </a:r>
          </a:p>
          <a:p>
            <a:pPr marL="457200" lvl="2" indent="-174625">
              <a:buFont typeface="Courier New" panose="02070309020205020404" pitchFamily="49" charset="0"/>
              <a:buChar char="o"/>
            </a:pPr>
            <a:r>
              <a:rPr lang="en-US" dirty="0"/>
              <a:t>Common Use: Preferred for most installed telecom infrastructures and current Ethernet applications</a:t>
            </a:r>
          </a:p>
          <a:p>
            <a:pPr marL="457200" lvl="2" indent="-174625">
              <a:buFont typeface="Courier New" panose="02070309020205020404" pitchFamily="49" charset="0"/>
              <a:buChar char="o"/>
            </a:pPr>
            <a:r>
              <a:rPr lang="en-US" dirty="0"/>
              <a:t>Noise Protection: Offers better protection from noise and isolates signals more effectively than T568A</a:t>
            </a:r>
          </a:p>
          <a:p>
            <a:pPr marL="6350" lvl="0">
              <a:buNone/>
            </a:pPr>
            <a:endParaRPr lang="en-US" dirty="0"/>
          </a:p>
          <a:p>
            <a:pPr marL="6350" lvl="0">
              <a:buNone/>
            </a:pPr>
            <a:r>
              <a:rPr lang="en-US" b="0" dirty="0"/>
              <a:t>Image Description:</a:t>
            </a:r>
          </a:p>
          <a:p>
            <a:pPr marL="6350" lvl="0">
              <a:buNone/>
            </a:pPr>
            <a:r>
              <a:rPr lang="en-US" dirty="0"/>
              <a:t>RJ-45 connector EIA or TIA 568A standard and RJ-45 connector EIA or TIA 568B standard have eight pins and four wire pairs, each.</a:t>
            </a:r>
          </a:p>
          <a:p>
            <a:pPr marL="6350" lvl="0">
              <a:buNone/>
            </a:pPr>
            <a:endParaRPr lang="en-US" dirty="0"/>
          </a:p>
          <a:p>
            <a:pPr marL="6350" lvl="0">
              <a:buNone/>
            </a:pPr>
            <a:r>
              <a:rPr lang="en-US" b="0" dirty="0"/>
              <a:t>Image Caption:</a:t>
            </a:r>
          </a:p>
          <a:p>
            <a:pPr marL="6350" lvl="0">
              <a:buNone/>
            </a:pPr>
            <a:r>
              <a:rPr lang="en-US" dirty="0"/>
              <a:t>T568A and T568B wiring diagrams. (Images © 123RF.com.)</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19</a:t>
            </a:fld>
            <a:endParaRPr lang="en-US" dirty="0"/>
          </a:p>
        </p:txBody>
      </p:sp>
    </p:spTree>
    <p:extLst>
      <p:ext uri="{BB962C8B-B14F-4D97-AF65-F5344CB8AC3E}">
        <p14:creationId xmlns:p14="http://schemas.microsoft.com/office/powerpoint/2010/main" val="2221990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lgn="l">
              <a:buNone/>
            </a:pPr>
            <a:r>
              <a:rPr lang="en-US" b="1" i="0" dirty="0"/>
              <a:t>Suggested Instructional Tips – Patch Panels</a:t>
            </a:r>
          </a:p>
          <a:p>
            <a:pPr marL="6350" algn="l">
              <a:buNone/>
            </a:pPr>
            <a:r>
              <a:rPr lang="en-US" b="0" i="0" dirty="0">
                <a:effectLst/>
                <a:cs typeface="Open Sans"/>
              </a:rPr>
              <a:t>If possible, provide examples of wiring blocks that the students can pass around and examine.</a:t>
            </a:r>
          </a:p>
          <a:p>
            <a:pPr marL="6350" algn="l">
              <a:buNone/>
            </a:pPr>
            <a:endParaRPr lang="en-US" b="0" i="0" dirty="0">
              <a:effectLst/>
              <a:highlight>
                <a:srgbClr val="FFFFFF"/>
              </a:highlight>
              <a:cs typeface="Open Sans"/>
            </a:endParaRPr>
          </a:p>
          <a:p>
            <a:pPr marL="6350" algn="l">
              <a:buNone/>
            </a:pPr>
            <a:r>
              <a:rPr lang="en-US" dirty="0">
                <a:cs typeface="Open Sans"/>
              </a:rPr>
              <a:t>Patch panels are typically mounted in network closets or server rooms and are an integral part of the LAN infrastructure, providing a centralized point for all network cables. They are designed to accommodate a variety of cable types and are essential for maintaining a tidy and functional network environment.</a:t>
            </a:r>
            <a:br>
              <a:rPr lang="en-US" b="0" i="0" dirty="0">
                <a:effectLst/>
                <a:highlight>
                  <a:srgbClr val="FFFFFF"/>
                </a:highlight>
                <a:cs typeface="Open Sans"/>
              </a:rPr>
            </a:br>
            <a:endParaRPr lang="en-US" dirty="0"/>
          </a:p>
          <a:p>
            <a:pPr marL="6350">
              <a:buNone/>
            </a:pPr>
            <a:r>
              <a:rPr lang="en-US" b="0" dirty="0"/>
              <a:t>Image Caption:</a:t>
            </a:r>
          </a:p>
          <a:p>
            <a:pPr marL="6350">
              <a:buNone/>
            </a:pPr>
            <a:r>
              <a:rPr lang="en-US" dirty="0"/>
              <a:t>IDCs at the rear of a patch panel. (Image by plus69 © 123RF.com.)</a:t>
            </a:r>
            <a:endParaRPr lang="en-US" dirty="0">
              <a:ea typeface="Calibri"/>
              <a:cs typeface="Calibri"/>
            </a:endParaRP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20</a:t>
            </a:fld>
            <a:endParaRPr lang="en-US" dirty="0"/>
          </a:p>
        </p:txBody>
      </p:sp>
    </p:spTree>
    <p:extLst>
      <p:ext uri="{BB962C8B-B14F-4D97-AF65-F5344CB8AC3E}">
        <p14:creationId xmlns:p14="http://schemas.microsoft.com/office/powerpoint/2010/main" val="1283311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lgn="l">
              <a:buNone/>
            </a:pPr>
            <a:r>
              <a:rPr lang="en-US" b="1" i="0" dirty="0"/>
              <a:t>Suggested Instructional Tips – Patch Panels</a:t>
            </a:r>
          </a:p>
          <a:p>
            <a:pPr marL="6350" algn="l">
              <a:buNone/>
            </a:pPr>
            <a:r>
              <a:rPr lang="en-US" b="0" i="0" dirty="0">
                <a:effectLst/>
                <a:cs typeface="Open Sans"/>
              </a:rPr>
              <a:t>If possible, provide examples of wiring blocks that the students can pass around and examine.</a:t>
            </a:r>
          </a:p>
          <a:p>
            <a:pPr marL="6350" algn="l">
              <a:buNone/>
            </a:pPr>
            <a:endParaRPr lang="en-US" b="0" i="0" dirty="0">
              <a:effectLst/>
              <a:highlight>
                <a:srgbClr val="FFFFFF"/>
              </a:highlight>
              <a:cs typeface="Open Sans"/>
            </a:endParaRPr>
          </a:p>
          <a:p>
            <a:pPr marL="6350" algn="l">
              <a:buNone/>
            </a:pPr>
            <a:r>
              <a:rPr lang="en-US" dirty="0">
                <a:cs typeface="Open Sans"/>
              </a:rPr>
              <a:t>Patch panels are typically mounted in network closets or server rooms and are an integral part of the LAN infrastructure, providing a centralized point for all network cables. They are designed to accommodate a variety of cable types and are essential for maintaining a tidy and functional network environment.</a:t>
            </a:r>
            <a:br>
              <a:rPr lang="en-US" b="0" i="0" dirty="0">
                <a:effectLst/>
                <a:highlight>
                  <a:srgbClr val="FFFFFF"/>
                </a:highlight>
                <a:cs typeface="Open Sans"/>
              </a:rPr>
            </a:br>
            <a:endParaRPr lang="en-US" dirty="0"/>
          </a:p>
          <a:p>
            <a:pPr marL="6350">
              <a:buNone/>
            </a:pPr>
            <a:r>
              <a:rPr lang="en-US" b="0" dirty="0"/>
              <a:t>Image Caption:</a:t>
            </a:r>
          </a:p>
          <a:p>
            <a:pPr marL="6350">
              <a:buNone/>
            </a:pPr>
            <a:r>
              <a:rPr lang="en-US" dirty="0"/>
              <a:t>IDCs at the rear of a patch panel. (Image by plus69 © 123RF.com.</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21</a:t>
            </a:fld>
            <a:endParaRPr lang="en-US" dirty="0"/>
          </a:p>
        </p:txBody>
      </p:sp>
    </p:spTree>
    <p:extLst>
      <p:ext uri="{BB962C8B-B14F-4D97-AF65-F5344CB8AC3E}">
        <p14:creationId xmlns:p14="http://schemas.microsoft.com/office/powerpoint/2010/main" val="3433577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 - Structured Cable Installation</a:t>
            </a:r>
            <a:endParaRPr lang="en-US" dirty="0"/>
          </a:p>
          <a:p>
            <a:pPr marL="171450" indent="-171450">
              <a:buFont typeface="Arial" panose="020B0604020202020204" pitchFamily="34" charset="0"/>
              <a:buChar char="•"/>
            </a:pPr>
            <a:r>
              <a:rPr lang="en-US" b="1" dirty="0"/>
              <a:t>Preparation</a:t>
            </a:r>
            <a:r>
              <a:rPr lang="en-US" dirty="0"/>
              <a:t>:</a:t>
            </a:r>
          </a:p>
          <a:p>
            <a:pPr marL="457200" lvl="2" indent="-174625">
              <a:buFont typeface="Courier New" panose="02070309020205020404" pitchFamily="49" charset="0"/>
              <a:buChar char="o"/>
            </a:pPr>
            <a:r>
              <a:rPr lang="en-US" dirty="0"/>
              <a:t>Gather Tools: Obtain necessary tools like electrician’s scissors, cable strippers, and labels.</a:t>
            </a:r>
          </a:p>
          <a:p>
            <a:pPr marL="457200" lvl="2" indent="-174625">
              <a:buFont typeface="Courier New" panose="02070309020205020404" pitchFamily="49" charset="0"/>
              <a:buChar char="o"/>
            </a:pPr>
            <a:r>
              <a:rPr lang="en-US" dirty="0"/>
              <a:t>Plan Route: Determine the path from the telecommunications closet to the work area, avoiding electrical interference sources.</a:t>
            </a:r>
          </a:p>
          <a:p>
            <a:pPr marL="171450" indent="-171450">
              <a:buFont typeface="Arial" panose="020B0604020202020204" pitchFamily="34" charset="0"/>
              <a:buChar char="•"/>
            </a:pPr>
            <a:r>
              <a:rPr lang="en-US" b="1" dirty="0"/>
              <a:t>Pulling Cable</a:t>
            </a:r>
            <a:r>
              <a:rPr lang="en-US" dirty="0"/>
              <a:t>:</a:t>
            </a:r>
          </a:p>
          <a:p>
            <a:pPr marL="457200" lvl="2" indent="-174625">
              <a:buFont typeface="Courier New" panose="02070309020205020404" pitchFamily="49" charset="0"/>
              <a:buChar char="o"/>
            </a:pPr>
            <a:r>
              <a:rPr lang="en-US" dirty="0"/>
              <a:t>Label Cable: Mark the cable end with the jack ID before pulling.</a:t>
            </a:r>
          </a:p>
          <a:p>
            <a:pPr marL="457200" lvl="2" indent="-174625">
              <a:buFont typeface="Courier New" panose="02070309020205020404" pitchFamily="49" charset="0"/>
              <a:buChar char="o"/>
            </a:pPr>
            <a:r>
              <a:rPr lang="en-US" dirty="0"/>
              <a:t>Route Cable: Carefully pull the cable through conduits or wall spaces, ensuring no excessive bends.</a:t>
            </a:r>
          </a:p>
          <a:p>
            <a:pPr marL="457200" lvl="2" indent="-174625">
              <a:buFont typeface="Courier New" panose="02070309020205020404" pitchFamily="49" charset="0"/>
              <a:buChar char="o"/>
            </a:pPr>
            <a:r>
              <a:rPr lang="en-US" dirty="0"/>
              <a:t>Bundle Cables: Group multiple cables if they share a destination to streamline the process.</a:t>
            </a:r>
          </a:p>
          <a:p>
            <a:pPr marL="171450" indent="-171450">
              <a:buFont typeface="Arial" panose="020B0604020202020204" pitchFamily="34" charset="0"/>
              <a:buChar char="•"/>
            </a:pPr>
            <a:r>
              <a:rPr lang="en-US" b="1" dirty="0"/>
              <a:t>Termination</a:t>
            </a:r>
            <a:r>
              <a:rPr lang="en-US" dirty="0"/>
              <a:t>:</a:t>
            </a:r>
          </a:p>
          <a:p>
            <a:pPr marL="457200" lvl="2" indent="-174625">
              <a:buFont typeface="Courier New" panose="02070309020205020404" pitchFamily="49" charset="0"/>
              <a:buChar char="o"/>
            </a:pPr>
            <a:r>
              <a:rPr lang="en-US" dirty="0"/>
              <a:t>Service Loop: Leave extra cable at both ends for future adjustments.</a:t>
            </a:r>
          </a:p>
          <a:p>
            <a:pPr marL="457200" lvl="2" indent="-174625">
              <a:buFont typeface="Courier New" panose="02070309020205020404" pitchFamily="49" charset="0"/>
              <a:buChar char="o"/>
            </a:pPr>
            <a:r>
              <a:rPr lang="en-US" dirty="0"/>
              <a:t>Cut and Label: Trim the cable to the needed length and label the other end with the corresponding ID.</a:t>
            </a:r>
          </a:p>
          <a:p>
            <a:pPr marL="171450" indent="-171450">
              <a:buFont typeface="Arial" panose="020B0604020202020204" pitchFamily="34" charset="0"/>
              <a:buChar char="•"/>
            </a:pPr>
            <a:r>
              <a:rPr lang="en-US" b="1" dirty="0"/>
              <a:t>Connection</a:t>
            </a:r>
            <a:r>
              <a:rPr lang="en-US" dirty="0"/>
              <a:t>:</a:t>
            </a:r>
          </a:p>
          <a:p>
            <a:pPr marL="457200" lvl="2" indent="-174625">
              <a:buFont typeface="Courier New" panose="02070309020205020404" pitchFamily="49" charset="0"/>
              <a:buChar char="o"/>
            </a:pPr>
            <a:r>
              <a:rPr lang="en-US" dirty="0"/>
              <a:t>Patch Panel: Connect the cable to the patch panel using the punch down tool.</a:t>
            </a:r>
          </a:p>
          <a:p>
            <a:pPr marL="457200" lvl="2" indent="-174625">
              <a:buFont typeface="Courier New" panose="02070309020205020404" pitchFamily="49" charset="0"/>
              <a:buChar char="o"/>
            </a:pPr>
            <a:r>
              <a:rPr lang="en-US" dirty="0"/>
              <a:t>Work Area: Run the cable to the work area outlet and secure it.</a:t>
            </a:r>
          </a:p>
          <a:p>
            <a:pPr marL="171450" indent="-171450">
              <a:buFont typeface="Arial" panose="020B0604020202020204" pitchFamily="34" charset="0"/>
              <a:buChar char="•"/>
            </a:pPr>
            <a:r>
              <a:rPr lang="en-US" b="1" dirty="0"/>
              <a:t>Testing</a:t>
            </a:r>
            <a:r>
              <a:rPr lang="en-US" dirty="0"/>
              <a:t>:</a:t>
            </a:r>
          </a:p>
          <a:p>
            <a:pPr marL="457200" lvl="2" indent="-174625">
              <a:buFont typeface="Courier New" panose="02070309020205020404" pitchFamily="49" charset="0"/>
              <a:buChar char="o"/>
            </a:pPr>
            <a:r>
              <a:rPr lang="en-US" dirty="0"/>
              <a:t>Verify Connections: Ensure all cables are correctly terminated and seated.</a:t>
            </a:r>
          </a:p>
          <a:p>
            <a:pPr marL="457200" lvl="2" indent="-174625">
              <a:buFont typeface="Courier New" panose="02070309020205020404" pitchFamily="49" charset="0"/>
              <a:buChar char="o"/>
            </a:pPr>
            <a:r>
              <a:rPr lang="en-US" dirty="0"/>
              <a:t>Test Network: Use a cable tester to check for continuity and proper signal transmission.</a:t>
            </a:r>
          </a:p>
          <a:p>
            <a:pPr marL="171450" indent="-171450">
              <a:buFont typeface="Arial" panose="020B0604020202020204" pitchFamily="34" charset="0"/>
              <a:buChar char="•"/>
            </a:pPr>
            <a:r>
              <a:rPr lang="en-US" b="1" dirty="0"/>
              <a:t>Documentation</a:t>
            </a:r>
            <a:r>
              <a:rPr lang="en-US" dirty="0"/>
              <a:t>:</a:t>
            </a:r>
          </a:p>
          <a:p>
            <a:pPr marL="457200" lvl="2" indent="-174625">
              <a:buFont typeface="Courier New" panose="02070309020205020404" pitchFamily="49" charset="0"/>
              <a:buChar char="o"/>
            </a:pPr>
            <a:r>
              <a:rPr lang="en-US" dirty="0"/>
              <a:t>Record Details: Document the cable runs, IDs, and any other relevant information for maintenance and troubleshooting.</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22</a:t>
            </a:fld>
            <a:endParaRPr lang="en-US" dirty="0"/>
          </a:p>
        </p:txBody>
      </p:sp>
    </p:spTree>
    <p:extLst>
      <p:ext uri="{BB962C8B-B14F-4D97-AF65-F5344CB8AC3E}">
        <p14:creationId xmlns:p14="http://schemas.microsoft.com/office/powerpoint/2010/main" val="275773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lgn="l">
              <a:buNone/>
            </a:pPr>
            <a:r>
              <a:rPr lang="en-US" b="1" i="0" dirty="0"/>
              <a:t>Suggested Instructional Tip – Termination Tools</a:t>
            </a:r>
          </a:p>
          <a:p>
            <a:pPr marL="6350" algn="l">
              <a:buNone/>
            </a:pPr>
            <a:r>
              <a:rPr lang="en-US" b="0" i="0" dirty="0">
                <a:effectLst/>
                <a:cs typeface="Open Sans"/>
              </a:rPr>
              <a:t>If possible, provide examples of termination tools that the students can pass around and examine.</a:t>
            </a:r>
          </a:p>
          <a:p>
            <a:pPr marL="6350">
              <a:buNone/>
            </a:pPr>
            <a:br>
              <a:rPr lang="en-US" b="0" i="0" dirty="0">
                <a:effectLst/>
                <a:highlight>
                  <a:srgbClr val="FFFFFF"/>
                </a:highlight>
                <a:cs typeface="Open Sans"/>
              </a:rPr>
            </a:br>
            <a:r>
              <a:rPr lang="en-US" dirty="0"/>
              <a:t>Note:</a:t>
            </a:r>
          </a:p>
          <a:p>
            <a:pPr marL="171450" indent="-171450">
              <a:buFont typeface="Arial" panose="020B0604020202020204" pitchFamily="34" charset="0"/>
              <a:buChar char="•"/>
            </a:pPr>
            <a:r>
              <a:rPr lang="en-US" dirty="0"/>
              <a:t>To terminate a cable, untwist the ends of the wire pairs and place them into the punch down block in the correct order for the wiring configuration (T568A or T568B) you want to use. </a:t>
            </a:r>
          </a:p>
          <a:p>
            <a:pPr marL="171450" indent="-171450">
              <a:buFont typeface="Arial" panose="020B0604020202020204" pitchFamily="34" charset="0"/>
              <a:buChar char="•"/>
            </a:pPr>
            <a:r>
              <a:rPr lang="en-US" dirty="0"/>
              <a:t>You must not untwist the wires too much. Cat 6 is demanding in this respect and requires no more than 0.375" (1 cm) of untwisting.</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23</a:t>
            </a:fld>
            <a:endParaRPr lang="en-US" dirty="0"/>
          </a:p>
        </p:txBody>
      </p:sp>
    </p:spTree>
    <p:extLst>
      <p:ext uri="{BB962C8B-B14F-4D97-AF65-F5344CB8AC3E}">
        <p14:creationId xmlns:p14="http://schemas.microsoft.com/office/powerpoint/2010/main" val="242829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i="0" dirty="0"/>
              <a:t>Suggested Activity – What is it?</a:t>
            </a:r>
            <a:endParaRPr lang="en-US" i="0" dirty="0"/>
          </a:p>
          <a:p>
            <a:pPr marL="234950" marR="0" lvl="0" indent="-228600" algn="l" defTabSz="914400" rtl="0" eaLnBrk="1" fontAlgn="auto" latinLnBrk="0" hangingPunct="1">
              <a:lnSpc>
                <a:spcPct val="100000"/>
              </a:lnSpc>
              <a:spcBef>
                <a:spcPts val="0"/>
              </a:spcBef>
              <a:spcAft>
                <a:spcPts val="0"/>
              </a:spcAft>
              <a:buClr>
                <a:srgbClr val="000000"/>
              </a:buClr>
              <a:buSzPct val="100000"/>
              <a:buFont typeface="+mj-lt"/>
              <a:buAutoNum type="arabicPeriod"/>
              <a:defRPr/>
            </a:pPr>
            <a:r>
              <a:rPr lang="en-US" i="0" dirty="0"/>
              <a:t>Wire stripper </a:t>
            </a:r>
          </a:p>
          <a:p>
            <a:pPr marL="234950" marR="0" lvl="0" indent="-228600" algn="l" defTabSz="914400" rtl="0" eaLnBrk="1" fontAlgn="auto" latinLnBrk="0" hangingPunct="1">
              <a:lnSpc>
                <a:spcPct val="100000"/>
              </a:lnSpc>
              <a:spcBef>
                <a:spcPts val="0"/>
              </a:spcBef>
              <a:spcAft>
                <a:spcPts val="0"/>
              </a:spcAft>
              <a:buClr>
                <a:srgbClr val="000000"/>
              </a:buClr>
              <a:buSzPct val="100000"/>
              <a:buFont typeface="+mj-lt"/>
              <a:buAutoNum type="arabicPeriod"/>
              <a:defRPr/>
            </a:pPr>
            <a:r>
              <a:rPr lang="en-US" i="0" dirty="0"/>
              <a:t>Crimping tool </a:t>
            </a:r>
          </a:p>
          <a:p>
            <a:pPr marL="234950" marR="0" lvl="0" indent="-228600" algn="l" defTabSz="914400" rtl="0" eaLnBrk="1" fontAlgn="auto" latinLnBrk="0" hangingPunct="1">
              <a:lnSpc>
                <a:spcPct val="100000"/>
              </a:lnSpc>
              <a:spcBef>
                <a:spcPts val="0"/>
              </a:spcBef>
              <a:spcAft>
                <a:spcPts val="0"/>
              </a:spcAft>
              <a:buClr>
                <a:srgbClr val="000000"/>
              </a:buClr>
              <a:buSzPct val="100000"/>
              <a:buFont typeface="+mj-lt"/>
              <a:buAutoNum type="arabicPeriod"/>
              <a:defRPr/>
            </a:pPr>
            <a:r>
              <a:rPr lang="en-US" i="0" dirty="0"/>
              <a:t>Punch down tool </a:t>
            </a:r>
          </a:p>
          <a:p>
            <a:pPr marL="234950" marR="0" lvl="0" indent="-228600" algn="l" defTabSz="914400" rtl="0" eaLnBrk="1" fontAlgn="auto" latinLnBrk="0" hangingPunct="1">
              <a:lnSpc>
                <a:spcPct val="100000"/>
              </a:lnSpc>
              <a:spcBef>
                <a:spcPts val="0"/>
              </a:spcBef>
              <a:spcAft>
                <a:spcPts val="0"/>
              </a:spcAft>
              <a:buClr>
                <a:srgbClr val="000000"/>
              </a:buClr>
              <a:buSzPct val="100000"/>
              <a:buFont typeface="+mj-lt"/>
              <a:buAutoNum type="arabicPeriod"/>
              <a:defRPr/>
            </a:pPr>
            <a:r>
              <a:rPr lang="en-US" i="0" dirty="0"/>
              <a:t>Cable cutter</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24</a:t>
            </a:fld>
            <a:endParaRPr lang="en-US" dirty="0"/>
          </a:p>
        </p:txBody>
      </p:sp>
    </p:spTree>
    <p:extLst>
      <p:ext uri="{BB962C8B-B14F-4D97-AF65-F5344CB8AC3E}">
        <p14:creationId xmlns:p14="http://schemas.microsoft.com/office/powerpoint/2010/main" val="786772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 – Fiber Optic Cables and Connectors</a:t>
            </a:r>
          </a:p>
          <a:p>
            <a:pPr marL="6350">
              <a:buNone/>
            </a:pPr>
            <a:r>
              <a:rPr lang="en-US" dirty="0"/>
              <a:t>Fiber optic cabling installation tends to be performed by specialists, but be sure to explain deployment considerations, such as the type and grade of cable to use plus suitable connectors.</a:t>
            </a:r>
            <a:endParaRPr lang="en-US" b="1" dirty="0"/>
          </a:p>
          <a:p>
            <a:pPr marL="6350">
              <a:buNone/>
            </a:pPr>
            <a:endParaRPr lang="en-US" b="1" dirty="0"/>
          </a:p>
          <a:p>
            <a:pPr marL="6350">
              <a:buNone/>
            </a:pPr>
            <a:r>
              <a:rPr lang="en-US" b="1" dirty="0"/>
              <a:t>Exam Objectives Covered</a:t>
            </a:r>
          </a:p>
          <a:p>
            <a:pPr marL="177800" indent="-171450">
              <a:buFont typeface="Arial" panose="020B0604020202020204" pitchFamily="34" charset="0"/>
              <a:buChar char="•"/>
            </a:pPr>
            <a:r>
              <a:rPr lang="en-US" dirty="0"/>
              <a:t>1.5 Compare and contrast transmission media and transceivers.</a:t>
            </a:r>
          </a:p>
          <a:p>
            <a:pPr marL="177800" indent="-171450">
              <a:buFont typeface="Arial" panose="020B0604020202020204" pitchFamily="34" charset="0"/>
              <a:buChar char="•"/>
            </a:pPr>
            <a:r>
              <a:rPr lang="en-US" dirty="0"/>
              <a:t>2.4 Explain important factors of physical installations.</a:t>
            </a:r>
          </a:p>
          <a:p>
            <a:pPr marL="158750" indent="0">
              <a:buNone/>
            </a:pPr>
            <a:endParaRPr lang="en-US" dirty="0"/>
          </a:p>
          <a:p>
            <a:pPr marL="158750" indent="0">
              <a:buNone/>
            </a:pPr>
            <a:endParaRPr lang="en-US" dirty="0"/>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0499707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Tips – Fiber Optic Considerations</a:t>
            </a:r>
          </a:p>
          <a:p>
            <a:pPr marL="6350">
              <a:buNone/>
            </a:pPr>
            <a:r>
              <a:rPr lang="en-US" dirty="0"/>
              <a:t>Fiber optic is used on LANs for backbone cabling and is widely deployed on telecommunications networks and within datacenters. </a:t>
            </a:r>
          </a:p>
          <a:p>
            <a:pPr marL="6350">
              <a:buNone/>
            </a:pPr>
            <a:endParaRPr lang="en-US" dirty="0"/>
          </a:p>
          <a:p>
            <a:pPr marL="6350">
              <a:buNone/>
            </a:pPr>
            <a:r>
              <a:rPr lang="en-US" b="1" dirty="0"/>
              <a:t>Fiber Optic Cable Construction:</a:t>
            </a:r>
          </a:p>
          <a:p>
            <a:pPr marL="177800" indent="-171450">
              <a:buFont typeface="Arial" panose="020B0604020202020204" pitchFamily="34" charset="0"/>
              <a:buChar char="•"/>
            </a:pPr>
            <a:r>
              <a:rPr lang="en-US" dirty="0"/>
              <a:t>Imagine thin strands of glass or plastic – that's the essence of a fiber optic cable! These strands, called the core, are the path for light pulses to travel and carry data.</a:t>
            </a:r>
          </a:p>
          <a:p>
            <a:pPr marL="177800" indent="-171450">
              <a:buFont typeface="Arial" panose="020B0604020202020204" pitchFamily="34" charset="0"/>
              <a:buChar char="•"/>
            </a:pPr>
            <a:r>
              <a:rPr lang="en-US" dirty="0"/>
              <a:t>Core: Made of ultra-pure glass or plastic, it guides the light pulses with minimal signal loss.</a:t>
            </a:r>
          </a:p>
          <a:p>
            <a:pPr marL="177800" indent="-171450">
              <a:buFont typeface="Arial" panose="020B0604020202020204" pitchFamily="34" charset="0"/>
              <a:buChar char="•"/>
            </a:pPr>
            <a:r>
              <a:rPr lang="en-US" dirty="0"/>
              <a:t>Cladding: This layer surrounds the core. It's made of a material with a slightly lower refractive index than the core, causing light to reflect back into the core instead of escaping. This ensures efficient light transmission.</a:t>
            </a:r>
          </a:p>
          <a:p>
            <a:pPr marL="177800" indent="-171450">
              <a:buFont typeface="Arial" panose="020B0604020202020204" pitchFamily="34" charset="0"/>
              <a:buChar char="•"/>
            </a:pPr>
            <a:r>
              <a:rPr lang="en-US" dirty="0"/>
              <a:t>Buffer: The outermost layer provides physical protection for the core and cladding. It's typically a flexible material like plastic to withstand bends and external pressure.</a:t>
            </a:r>
          </a:p>
          <a:p>
            <a:pPr marL="6350">
              <a:buNone/>
            </a:pPr>
            <a:r>
              <a:rPr lang="en-US" b="1" dirty="0"/>
              <a:t>Benefits of Fiber Optic Cables:</a:t>
            </a:r>
          </a:p>
          <a:p>
            <a:pPr marL="177800" indent="-171450">
              <a:buFont typeface="Arial" panose="020B0604020202020204" pitchFamily="34" charset="0"/>
              <a:buChar char="•"/>
            </a:pPr>
            <a:r>
              <a:rPr lang="en-US" dirty="0"/>
              <a:t>Unmatched Speed: Fiber optic cables can transmit data at blazing-fast speeds, currently reaching up to a staggering 400 Gigabits per second (Gbps). This is significantly higher compared to traditional copper cables.</a:t>
            </a:r>
          </a:p>
          <a:p>
            <a:pPr marL="177800" indent="-171450">
              <a:buFont typeface="Arial" panose="020B0604020202020204" pitchFamily="34" charset="0"/>
              <a:buChar char="•"/>
            </a:pPr>
            <a:r>
              <a:rPr lang="en-US" dirty="0"/>
              <a:t>Long-Distance Champion: Unlike copper cables that experience signal degradation over distance, fiber optics can maintain strong signal quality for kilometers. This makes them ideal for connecting buildings, campuses, or even cities with minimal data loss.</a:t>
            </a:r>
          </a:p>
          <a:p>
            <a:pPr marL="177800" indent="-171450">
              <a:buFont typeface="Arial" panose="020B0604020202020204" pitchFamily="34" charset="0"/>
              <a:buChar char="•"/>
            </a:pPr>
            <a:r>
              <a:rPr lang="en-US" dirty="0"/>
              <a:t>EMI Immunity: Electromagnetic interference (EMI) from electrical devices can disrupt data transmission in copper cables. Fiber optic cables, however, are immune to EMI because they transmit data using light pulses, not electrical signals. This ensures reliable data transfer even in noisy industrial environments.</a:t>
            </a:r>
          </a:p>
          <a:p>
            <a:pPr marL="6350">
              <a:buNone/>
            </a:pPr>
            <a:r>
              <a:rPr lang="en-US" b="1" dirty="0"/>
              <a:t>Additional Points:</a:t>
            </a:r>
          </a:p>
          <a:p>
            <a:pPr marL="177800" indent="-171450">
              <a:buFont typeface="Arial" panose="020B0604020202020204" pitchFamily="34" charset="0"/>
              <a:buChar char="•"/>
            </a:pPr>
            <a:r>
              <a:rPr lang="en-US" dirty="0"/>
              <a:t>Briefly mention different types of fiber optic cables (Single-mode vs. Multi-mode) and their suitability for various distances.</a:t>
            </a:r>
          </a:p>
          <a:p>
            <a:pPr marL="177800" indent="-171450">
              <a:buFont typeface="Arial" panose="020B0604020202020204" pitchFamily="34" charset="0"/>
              <a:buChar char="•"/>
            </a:pPr>
            <a:r>
              <a:rPr lang="en-US" dirty="0"/>
              <a:t>Touch upon the cost factor – while offering superior performance, fiber optic cabling can have a higher initial cost compared to copper. However, the long lifespan and low maintenance needs can offset the initial investment in the long run.</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26</a:t>
            </a:fld>
            <a:endParaRPr lang="en-US" dirty="0"/>
          </a:p>
        </p:txBody>
      </p:sp>
    </p:spTree>
    <p:extLst>
      <p:ext uri="{BB962C8B-B14F-4D97-AF65-F5344CB8AC3E}">
        <p14:creationId xmlns:p14="http://schemas.microsoft.com/office/powerpoint/2010/main" val="3577969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lgn="l">
              <a:buNone/>
            </a:pPr>
            <a:r>
              <a:rPr lang="en-US" b="1" dirty="0"/>
              <a:t>Suggested Instructional Tips – Single Mode and Multimode Fiber</a:t>
            </a:r>
          </a:p>
          <a:p>
            <a:pPr marL="6350" algn="l">
              <a:buFont typeface="Arial" panose="020B0604020202020204" pitchFamily="34" charset="0"/>
              <a:buNone/>
            </a:pPr>
            <a:r>
              <a:rPr lang="en-US" dirty="0"/>
              <a:t>Point out that SMF is required for long-distance links. For shorter links, there is a choice between MMF and SMF. Historically, MMF was widely used because it uses cheaper optical transceivers. That price differential is now much less, meaning that SMF is increasingly popular for short-range datacenter applications.</a:t>
            </a:r>
          </a:p>
          <a:p>
            <a:pPr marL="6350">
              <a:buNone/>
            </a:pPr>
            <a:endParaRPr lang="en-US" dirty="0"/>
          </a:p>
          <a:p>
            <a:pPr marL="6350">
              <a:buNone/>
            </a:pPr>
            <a:r>
              <a:rPr lang="en-US" dirty="0"/>
              <a:t>Note:</a:t>
            </a:r>
          </a:p>
          <a:p>
            <a:pPr marL="6350">
              <a:buNone/>
            </a:pPr>
            <a:r>
              <a:rPr lang="en-US" dirty="0"/>
              <a:t>Optical transceivers for SMF are now only slightly more expensive than ones for MMF. Consequently, SMF is often used for short-range applications in datacenters, as well as for long-distance links. SMF still comes at a slight price premium, but it provides better support for 40 Gbps and 100 Gbps Ethernet standards.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27</a:t>
            </a:fld>
            <a:endParaRPr lang="en-US" dirty="0"/>
          </a:p>
        </p:txBody>
      </p:sp>
    </p:spTree>
    <p:extLst>
      <p:ext uri="{BB962C8B-B14F-4D97-AF65-F5344CB8AC3E}">
        <p14:creationId xmlns:p14="http://schemas.microsoft.com/office/powerpoint/2010/main" val="23841140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Fiber Optic Connector Types</a:t>
            </a:r>
          </a:p>
          <a:p>
            <a:pPr marL="6350">
              <a:buNone/>
            </a:pPr>
            <a:endParaRPr lang="en-US" b="1" dirty="0"/>
          </a:p>
          <a:p>
            <a:pPr marL="6350">
              <a:buNone/>
            </a:pPr>
            <a:r>
              <a:rPr lang="en-US" b="1" dirty="0"/>
              <a:t>Straight Tip (ST) Connector </a:t>
            </a:r>
            <a:r>
              <a:rPr lang="en-US" dirty="0"/>
              <a:t>(Refer to slide image)</a:t>
            </a:r>
          </a:p>
          <a:p>
            <a:pPr marL="177800" indent="-171450">
              <a:buFont typeface="Arial" panose="020B0604020202020204" pitchFamily="34" charset="0"/>
              <a:buChar char="•"/>
            </a:pPr>
            <a:r>
              <a:rPr lang="en-US" dirty="0"/>
              <a:t>Description: The granddaddy of fiber optic connectors, the ST connector has a cylindrical metal housing with a bayonet locking mechanism.</a:t>
            </a:r>
          </a:p>
          <a:p>
            <a:pPr marL="177800" indent="-171450">
              <a:buFont typeface="Arial" panose="020B0604020202020204" pitchFamily="34" charset="0"/>
              <a:buChar char="•"/>
            </a:pPr>
            <a:r>
              <a:rPr lang="en-US" dirty="0"/>
              <a:t>Pros: Simple and durable design, well-suited for harsh environments.</a:t>
            </a:r>
          </a:p>
          <a:p>
            <a:pPr marL="177800" indent="-171450">
              <a:buFont typeface="Arial" panose="020B0604020202020204" pitchFamily="34" charset="0"/>
              <a:buChar char="•"/>
            </a:pPr>
            <a:r>
              <a:rPr lang="en-US" dirty="0"/>
              <a:t>Cons: Larger size compared to newer connectors, less common in modern data center applications.</a:t>
            </a:r>
          </a:p>
          <a:p>
            <a:pPr marL="6350">
              <a:buNone/>
            </a:pPr>
            <a:endParaRPr lang="en-US" dirty="0"/>
          </a:p>
          <a:p>
            <a:pPr marL="6350">
              <a:buNone/>
            </a:pPr>
            <a:r>
              <a:rPr lang="en-US" b="1" dirty="0"/>
              <a:t>Subscriber Connector (SC) Connector </a:t>
            </a:r>
            <a:r>
              <a:rPr lang="en-US" dirty="0"/>
              <a:t>(Refer to slide image)</a:t>
            </a:r>
          </a:p>
          <a:p>
            <a:pPr marL="177800" indent="-171450">
              <a:buFont typeface="Arial" panose="020B0604020202020204" pitchFamily="34" charset="0"/>
              <a:buChar char="•"/>
            </a:pPr>
            <a:r>
              <a:rPr lang="en-US" dirty="0"/>
              <a:t>Description: A popular choice, the SC connector features a square-shaped plastic housing with a push-pull locking mechanism.</a:t>
            </a:r>
          </a:p>
          <a:p>
            <a:pPr marL="177800" indent="-171450">
              <a:buFont typeface="Arial" panose="020B0604020202020204" pitchFamily="34" charset="0"/>
              <a:buChar char="•"/>
            </a:pPr>
            <a:r>
              <a:rPr lang="en-US" dirty="0"/>
              <a:t>Pros: Compact design, easier to use than ST connectors, widely available.</a:t>
            </a:r>
          </a:p>
          <a:p>
            <a:pPr marL="177800" indent="-171450">
              <a:buFont typeface="Arial" panose="020B0604020202020204" pitchFamily="34" charset="0"/>
              <a:buChar char="•"/>
            </a:pPr>
            <a:r>
              <a:rPr lang="en-US" dirty="0"/>
              <a:t>Cons: Not ideal for high-density applications due to its square shape.</a:t>
            </a:r>
          </a:p>
          <a:p>
            <a:pPr marL="6350">
              <a:buNone/>
            </a:pPr>
            <a:endParaRPr lang="en-US" dirty="0"/>
          </a:p>
          <a:p>
            <a:pPr marL="6350">
              <a:buNone/>
            </a:pPr>
            <a:r>
              <a:rPr lang="en-US" b="1" dirty="0"/>
              <a:t>Local Connector (LC) Connector </a:t>
            </a:r>
            <a:r>
              <a:rPr lang="en-US" dirty="0"/>
              <a:t>(Refer to slide image)</a:t>
            </a:r>
          </a:p>
          <a:p>
            <a:pPr marL="177800" indent="-171450">
              <a:buFont typeface="Arial" panose="020B0604020202020204" pitchFamily="34" charset="0"/>
              <a:buChar char="•"/>
            </a:pPr>
            <a:r>
              <a:rPr lang="en-US" dirty="0"/>
              <a:t>Description: The LC connector is a miniature version of the SC connector, boasting a rectangular plastic housing with a push-pull locking mechanism.</a:t>
            </a:r>
          </a:p>
          <a:p>
            <a:pPr marL="177800" indent="-171450">
              <a:buFont typeface="Arial" panose="020B0604020202020204" pitchFamily="34" charset="0"/>
              <a:buChar char="•"/>
            </a:pPr>
            <a:r>
              <a:rPr lang="en-US" dirty="0"/>
              <a:t>Pros: Smallest of the three, ideal for high-density installations in data centers due to its compact size.</a:t>
            </a:r>
          </a:p>
          <a:p>
            <a:pPr marL="177800" indent="-171450">
              <a:buFont typeface="Arial" panose="020B0604020202020204" pitchFamily="34" charset="0"/>
              <a:buChar char="•"/>
            </a:pPr>
            <a:r>
              <a:rPr lang="en-US" dirty="0"/>
              <a:t>Cons: More delicate design compared to ST connectors, might require more care during handling.</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28</a:t>
            </a:fld>
            <a:endParaRPr lang="en-US" dirty="0"/>
          </a:p>
        </p:txBody>
      </p:sp>
    </p:spTree>
    <p:extLst>
      <p:ext uri="{BB962C8B-B14F-4D97-AF65-F5344CB8AC3E}">
        <p14:creationId xmlns:p14="http://schemas.microsoft.com/office/powerpoint/2010/main" val="1038582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Wavelength Division Multiplexing (WDM)</a:t>
            </a:r>
            <a:endParaRPr lang="en-US" dirty="0"/>
          </a:p>
          <a:p>
            <a:pPr marL="6350">
              <a:buNone/>
            </a:pPr>
            <a:r>
              <a:rPr lang="en-US" dirty="0"/>
              <a:t>Fiber optic cables provide incredible bandwidth for transmitting information. But what if we could squeeze even more data through a single fiber? That's the benefit of Wavelength Division Multiplexing (WDM): WDM allows us to transmit multiple data streams simultaneously on a single fiber optic cable, using different colors of light.</a:t>
            </a:r>
          </a:p>
          <a:p>
            <a:pPr marL="6350">
              <a:buNone/>
            </a:pPr>
            <a:endParaRPr lang="en-US" dirty="0"/>
          </a:p>
          <a:p>
            <a:pPr marL="6350">
              <a:buNone/>
            </a:pPr>
            <a:r>
              <a:rPr lang="en-US" b="1" dirty="0"/>
              <a:t>Breaking Down WDM:</a:t>
            </a:r>
          </a:p>
          <a:p>
            <a:pPr marL="177800" indent="-171450">
              <a:buFont typeface="Arial" panose="020B0604020202020204" pitchFamily="34" charset="0"/>
              <a:buChar char="•"/>
            </a:pPr>
            <a:r>
              <a:rPr lang="en-US" dirty="0"/>
              <a:t>Imagine a highway with multiple lanes. WDM is like taking advantage of those lanes to send different data streams concurrently on a single fiber optic cable.</a:t>
            </a:r>
          </a:p>
          <a:p>
            <a:pPr marL="177800" indent="-171450">
              <a:buFont typeface="Arial" panose="020B0604020202020204" pitchFamily="34" charset="0"/>
              <a:buChar char="•"/>
            </a:pPr>
            <a:r>
              <a:rPr lang="en-US" dirty="0"/>
              <a:t>Instead of lanes, WDM uses different wavelengths of light to carry separate data streams. Each wavelength acts like a virtual lane on the fiber optic cable.</a:t>
            </a:r>
          </a:p>
          <a:p>
            <a:pPr marL="6350">
              <a:buNone/>
            </a:pPr>
            <a:endParaRPr lang="en-US" dirty="0"/>
          </a:p>
          <a:p>
            <a:pPr marL="6350">
              <a:buNone/>
            </a:pPr>
            <a:r>
              <a:rPr lang="en-US" b="1" dirty="0"/>
              <a:t>Types of WDM Systems</a:t>
            </a:r>
          </a:p>
          <a:p>
            <a:pPr marL="177800" indent="-171450">
              <a:buFont typeface="Arial" panose="020B0604020202020204" pitchFamily="34" charset="0"/>
              <a:buChar char="•"/>
            </a:pPr>
            <a:r>
              <a:rPr lang="en-US" dirty="0"/>
              <a:t>BiDi WDM: utilizes separate wavelengths for transmission and reception. This allows for full-duplex communication, where data can flow in both directions on a single fiber optic cable.</a:t>
            </a:r>
          </a:p>
          <a:p>
            <a:pPr marL="177800" indent="-171450">
              <a:buFont typeface="Arial" panose="020B0604020202020204" pitchFamily="34" charset="0"/>
              <a:buChar char="•"/>
            </a:pPr>
            <a:r>
              <a:rPr lang="en-US" dirty="0"/>
              <a:t>Coarse Wavelength Division Multiplexing (CWDM): Uses wider channel spacing, making it simpler and more affordable. Ideal for shorter distances and lower data capacity requirements.</a:t>
            </a:r>
          </a:p>
          <a:p>
            <a:pPr marL="177800" indent="-171450">
              <a:buFont typeface="Arial" panose="020B0604020202020204" pitchFamily="34" charset="0"/>
              <a:buChar char="•"/>
            </a:pPr>
            <a:r>
              <a:rPr lang="en-US" dirty="0"/>
              <a:t>Dense Wavelength Division Multiplexing (DWDM): Utilizes narrower channel spacing, enabling more channels on a single fiber. Perfect for high-capacity, long-distance networks.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29</a:t>
            </a:fld>
            <a:endParaRPr lang="en-US" dirty="0"/>
          </a:p>
        </p:txBody>
      </p:sp>
    </p:spTree>
    <p:extLst>
      <p:ext uri="{BB962C8B-B14F-4D97-AF65-F5344CB8AC3E}">
        <p14:creationId xmlns:p14="http://schemas.microsoft.com/office/powerpoint/2010/main" val="2925344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Activity – Two Truths and a Lie</a:t>
            </a:r>
          </a:p>
          <a:p>
            <a:pPr marL="6350">
              <a:buNone/>
            </a:pPr>
            <a:r>
              <a:rPr lang="en-US" dirty="0"/>
              <a:t>LIE: Single mode fiber causes more dispersion and attenuation than multimode fiber. </a:t>
            </a:r>
          </a:p>
          <a:p>
            <a:endParaRPr lang="en-US" dirty="0"/>
          </a:p>
          <a:p>
            <a:pPr marL="171450" indent="-171450">
              <a:buFont typeface="Arial" panose="020B0604020202020204" pitchFamily="34" charset="0"/>
              <a:buChar char="•"/>
            </a:pPr>
            <a:r>
              <a:rPr lang="en-US" b="1" dirty="0"/>
              <a:t>Dispersion</a:t>
            </a:r>
            <a:r>
              <a:rPr lang="en-US" dirty="0"/>
              <a:t>:  Multimode fiber suffers from a phenomenon called modal dispersion. Light travels through the larger core of multimode fiber in multiple paths (modes). These modes arrive at the receiving end at slightly different times, causing the signal to spread and weaken (dispersion). Single-mode fiber, with its smaller core, allows only one mode of light propagation, minimizing modal dispersion and keeping the signal strong and well-defined.</a:t>
            </a:r>
          </a:p>
          <a:p>
            <a:pPr marL="171450" indent="-171450">
              <a:buFont typeface="Arial" panose="020B0604020202020204" pitchFamily="34" charset="0"/>
              <a:buChar char="•"/>
            </a:pPr>
            <a:r>
              <a:rPr lang="en-US" b="1" dirty="0"/>
              <a:t>Attenuation</a:t>
            </a:r>
            <a:r>
              <a:rPr lang="en-US" dirty="0"/>
              <a:t>:  Attenuation refers to the loss of signal strength as it travels through the fiber. While both types experience attenuation, single-mode fiber generally exhibits lower attenuation compared to multimode fiber, especially at longer distances. This is because the smaller core in single-mode fiber reduces light scattering and absorption within the cable.</a:t>
            </a:r>
          </a:p>
          <a:p>
            <a:pPr marL="6350"/>
            <a:endParaRPr lang="en-US" dirty="0"/>
          </a:p>
          <a:p>
            <a:pPr marL="6350">
              <a:buNone/>
            </a:pPr>
            <a:r>
              <a:rPr lang="en-US" dirty="0"/>
              <a:t>Therefore, single-mode fiber is the preferred choice for high-bandwidth, long-distance applications where minimizing signal degradation is critical. Multimode fiber, while easier to work with due to its larger core size, is more suited for shorter distances and lower-bandwidth applications where cost might be a bigger factor.</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30</a:t>
            </a:fld>
            <a:endParaRPr lang="en-US" dirty="0"/>
          </a:p>
        </p:txBody>
      </p:sp>
    </p:spTree>
    <p:extLst>
      <p:ext uri="{BB962C8B-B14F-4D97-AF65-F5344CB8AC3E}">
        <p14:creationId xmlns:p14="http://schemas.microsoft.com/office/powerpoint/2010/main" val="39488159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dirty="0"/>
              <a:t>Exam Objectives Covered</a:t>
            </a:r>
          </a:p>
          <a:p>
            <a:pPr marL="177800" indent="-171450">
              <a:buFont typeface="Arial" panose="020B0604020202020204" pitchFamily="34" charset="0"/>
              <a:buChar char="•"/>
            </a:pPr>
            <a:r>
              <a:rPr lang="en-US" dirty="0"/>
              <a:t>2.4 Explain important factors of physical installations.</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664697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lgn="l"/>
            <a:r>
              <a:rPr lang="en-US" b="1" dirty="0"/>
              <a:t>Suggested Instructional Tip - Rack Systems</a:t>
            </a:r>
          </a:p>
          <a:p>
            <a:pPr marL="6350" algn="l"/>
            <a:r>
              <a:rPr lang="en-US" b="1" dirty="0"/>
              <a:t>Secure Installation Areas:</a:t>
            </a:r>
          </a:p>
          <a:p>
            <a:pPr marL="177800" lvl="1" indent="-171450">
              <a:buFont typeface="Arial" panose="020B0604020202020204" pitchFamily="34" charset="0"/>
              <a:buChar char="•"/>
            </a:pPr>
            <a:r>
              <a:rPr lang="en-US" dirty="0"/>
              <a:t>Equipment should be in secure areas like telecommunications closets, equipment rooms, or server rooms.</a:t>
            </a:r>
          </a:p>
          <a:p>
            <a:pPr marL="177800" lvl="1" indent="-171450">
              <a:buFont typeface="Arial" panose="020B0604020202020204" pitchFamily="34" charset="0"/>
              <a:buChar char="•"/>
            </a:pPr>
            <a:r>
              <a:rPr lang="en-US" dirty="0"/>
              <a:t>A dedicated facility for servers is known as a datacenter.</a:t>
            </a:r>
          </a:p>
          <a:p>
            <a:pPr marL="177800" lvl="1" indent="-171450">
              <a:buFont typeface="Arial" panose="020B0604020202020204" pitchFamily="34" charset="0"/>
              <a:buChar char="•"/>
            </a:pPr>
            <a:r>
              <a:rPr lang="en-US" dirty="0"/>
              <a:t>These spaces are exclusively for technology equipment, not for general storage.</a:t>
            </a:r>
          </a:p>
          <a:p>
            <a:pPr marL="6350" indent="-298450"/>
            <a:endParaRPr lang="en-US" dirty="0">
              <a:highlight>
                <a:srgbClr val="FFFFFF"/>
              </a:highlight>
              <a:latin typeface="-apple-system"/>
            </a:endParaRPr>
          </a:p>
          <a:p>
            <a:pPr marL="6350" indent="-298450"/>
            <a:r>
              <a:rPr lang="en-US" b="1" dirty="0"/>
              <a:t>Access Control:</a:t>
            </a:r>
          </a:p>
          <a:p>
            <a:pPr marL="177800" lvl="1" indent="-171450">
              <a:buFont typeface="Arial" panose="020B0604020202020204" pitchFamily="34" charset="0"/>
              <a:buChar char="•"/>
            </a:pPr>
            <a:r>
              <a:rPr lang="en-US" dirty="0"/>
              <a:t>Physical access controls are necessary to ensure only authorized personnel can enter these areas.</a:t>
            </a:r>
          </a:p>
          <a:p>
            <a:pPr marL="6350" indent="-298450"/>
            <a:endParaRPr lang="en-US" dirty="0">
              <a:highlight>
                <a:srgbClr val="FFFFFF"/>
              </a:highlight>
              <a:latin typeface="-apple-system"/>
            </a:endParaRPr>
          </a:p>
          <a:p>
            <a:pPr marL="6350" indent="-298450"/>
            <a:r>
              <a:rPr lang="en-US" b="1" dirty="0"/>
              <a:t>Rack Installation:</a:t>
            </a:r>
          </a:p>
          <a:p>
            <a:pPr marL="177800" lvl="1" indent="-171450">
              <a:buFont typeface="Arial" panose="020B0604020202020204" pitchFamily="34" charset="0"/>
              <a:buChar char="•"/>
            </a:pPr>
            <a:r>
              <a:rPr lang="en-US" dirty="0"/>
              <a:t>Equipment is installed in racks, which are steel shelving systems designed for standard-size equipment.</a:t>
            </a:r>
          </a:p>
          <a:p>
            <a:pPr marL="177800" lvl="1" indent="-171450">
              <a:buFont typeface="Arial" panose="020B0604020202020204" pitchFamily="34" charset="0"/>
              <a:buChar char="•"/>
            </a:pPr>
            <a:r>
              <a:rPr lang="en-US" dirty="0"/>
              <a:t>Racks provide secure and compact storage, increasing the density of computing appliances.</a:t>
            </a:r>
          </a:p>
          <a:p>
            <a:pPr marL="6350" indent="-298450"/>
            <a:endParaRPr lang="en-US" dirty="0">
              <a:highlight>
                <a:srgbClr val="FFFFFF"/>
              </a:highlight>
              <a:latin typeface="-apple-system"/>
            </a:endParaRPr>
          </a:p>
          <a:p>
            <a:pPr marL="6350" indent="-298450"/>
            <a:r>
              <a:rPr lang="en-US" b="1" dirty="0"/>
              <a:t>Standard Sizing:</a:t>
            </a:r>
          </a:p>
          <a:p>
            <a:pPr marL="177800" lvl="1" indent="-171450">
              <a:buFont typeface="Arial" panose="020B0604020202020204" pitchFamily="34" charset="0"/>
              <a:buChar char="•"/>
            </a:pPr>
            <a:r>
              <a:rPr lang="en-US" dirty="0"/>
              <a:t>Network appliances and server hardware are designed for EIA standard 19" / 48.26 cm rack-mounting.</a:t>
            </a:r>
          </a:p>
          <a:p>
            <a:pPr marL="177800" lvl="1" indent="-171450">
              <a:buFont typeface="Arial" panose="020B0604020202020204" pitchFamily="34" charset="0"/>
              <a:buChar char="•"/>
            </a:pPr>
            <a:r>
              <a:rPr lang="en-US" dirty="0"/>
              <a:t>Standard components are screwed directly into the rack.</a:t>
            </a:r>
          </a:p>
          <a:p>
            <a:pPr marL="6350" indent="-298450"/>
            <a:endParaRPr lang="en-US" dirty="0">
              <a:highlight>
                <a:srgbClr val="FFFFFF"/>
              </a:highlight>
              <a:latin typeface="-apple-system"/>
            </a:endParaRPr>
          </a:p>
          <a:p>
            <a:pPr marL="6350" indent="-298450"/>
            <a:r>
              <a:rPr lang="en-US" b="1" dirty="0"/>
              <a:t>Nonstandard Components:</a:t>
            </a:r>
          </a:p>
          <a:p>
            <a:pPr marL="177800" lvl="1" indent="-171450">
              <a:buFont typeface="Arial" panose="020B0604020202020204" pitchFamily="34" charset="0"/>
              <a:buChar char="•"/>
            </a:pPr>
            <a:r>
              <a:rPr lang="en-US" dirty="0"/>
              <a:t>Items like tower servers or monitors can be installed on shelves within the racks.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32</a:t>
            </a:fld>
            <a:endParaRPr lang="en-US" dirty="0"/>
          </a:p>
        </p:txBody>
      </p:sp>
    </p:spTree>
    <p:extLst>
      <p:ext uri="{BB962C8B-B14F-4D97-AF65-F5344CB8AC3E}">
        <p14:creationId xmlns:p14="http://schemas.microsoft.com/office/powerpoint/2010/main" val="4408153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Humidity and Temperature</a:t>
            </a:r>
          </a:p>
          <a:p>
            <a:pPr marL="6350">
              <a:buNone/>
            </a:pPr>
            <a:r>
              <a:rPr lang="en-US" dirty="0"/>
              <a:t>Servers and appliances are fitted with internal sensors to monitor conditions within the device chassis. These can report problems such as excessive temperatures within the device chassis, fan speeds, component failure, and chassis intrusion to a monitoring system.</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dirty="0"/>
          </a:p>
        </p:txBody>
      </p:sp>
    </p:spTree>
    <p:extLst>
      <p:ext uri="{BB962C8B-B14F-4D97-AF65-F5344CB8AC3E}">
        <p14:creationId xmlns:p14="http://schemas.microsoft.com/office/powerpoint/2010/main" val="2402878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b="1" dirty="0"/>
              <a:t>Suggested Instructional Tip - Power Management</a:t>
            </a:r>
            <a:endParaRPr lang="en-US" dirty="0"/>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b="1" dirty="0"/>
              <a:t>Power Essentials</a:t>
            </a:r>
            <a:r>
              <a:rPr lang="en-US" dirty="0"/>
              <a:t>:</a:t>
            </a:r>
          </a:p>
          <a:p>
            <a:pPr marL="514213" lvl="1" indent="-171450">
              <a:buFont typeface="Courier New" panose="02070309020205020404" pitchFamily="49" charset="0"/>
              <a:buChar char="o"/>
            </a:pPr>
            <a:r>
              <a:rPr lang="en-US" dirty="0"/>
              <a:t>Stable power supply is crucial for all network appliances.</a:t>
            </a:r>
          </a:p>
          <a:p>
            <a:pPr marL="514213" lvl="1" indent="-171450">
              <a:buFont typeface="Courier New" panose="02070309020205020404" pitchFamily="49" charset="0"/>
              <a:buChar char="o"/>
            </a:pPr>
            <a:r>
              <a:rPr lang="en-US" dirty="0"/>
              <a:t>Voltage spikes, surges, under-voltage events, and power failures can cause equipment crashes or failures.</a:t>
            </a:r>
          </a:p>
          <a:p>
            <a:pPr marL="171450" lvl="0" indent="-171450">
              <a:buFont typeface="Arial" panose="020B0604020202020204" pitchFamily="34" charset="0"/>
              <a:buChar char="•"/>
            </a:pPr>
            <a:r>
              <a:rPr lang="en-US" b="1" dirty="0"/>
              <a:t>Load and Voltage</a:t>
            </a:r>
            <a:r>
              <a:rPr lang="en-US" dirty="0"/>
              <a:t>:</a:t>
            </a:r>
          </a:p>
          <a:p>
            <a:pPr marL="514213" lvl="1" indent="-171450">
              <a:buFont typeface="Courier New" panose="02070309020205020404" pitchFamily="49" charset="0"/>
              <a:buChar char="o"/>
            </a:pPr>
            <a:r>
              <a:rPr lang="en-US" dirty="0"/>
              <a:t>AC circuits supplying power must match equipment load capacity.</a:t>
            </a:r>
          </a:p>
          <a:p>
            <a:pPr marL="514213" lvl="1" indent="-171450">
              <a:buFont typeface="Courier New" panose="02070309020205020404" pitchFamily="49" charset="0"/>
              <a:buChar char="o"/>
            </a:pPr>
            <a:r>
              <a:rPr lang="en-US" dirty="0"/>
              <a:t>High-voltage circuits (e.g., 240 VAC) are common in datacenters.</a:t>
            </a:r>
          </a:p>
          <a:p>
            <a:pPr marL="171450" lvl="0" indent="-171450">
              <a:buFont typeface="Arial" panose="020B0604020202020204" pitchFamily="34" charset="0"/>
              <a:buChar char="•"/>
            </a:pPr>
            <a:r>
              <a:rPr lang="en-US" b="1" dirty="0"/>
              <a:t>Power Distribution Units (PDUs)</a:t>
            </a:r>
            <a:r>
              <a:rPr lang="en-US" dirty="0"/>
              <a:t>:</a:t>
            </a:r>
          </a:p>
          <a:p>
            <a:pPr marL="514213" lvl="1" indent="-171450">
              <a:buFont typeface="Courier New" panose="02070309020205020404" pitchFamily="49" charset="0"/>
              <a:buChar char="o"/>
            </a:pPr>
            <a:r>
              <a:rPr lang="en-US" dirty="0"/>
              <a:t>Clean power signals, protect against events.</a:t>
            </a:r>
          </a:p>
          <a:p>
            <a:pPr marL="514213" lvl="1" indent="-171450">
              <a:buFont typeface="Courier New" panose="02070309020205020404" pitchFamily="49" charset="0"/>
              <a:buChar char="o"/>
            </a:pPr>
            <a:r>
              <a:rPr lang="en-US" dirty="0"/>
              <a:t>Remote monitoring and control options.</a:t>
            </a:r>
          </a:p>
          <a:p>
            <a:pPr marL="171450" lvl="0" indent="-171450">
              <a:buFont typeface="Arial" panose="020B0604020202020204" pitchFamily="34" charset="0"/>
              <a:buChar char="•"/>
            </a:pPr>
            <a:r>
              <a:rPr lang="en-US" b="1" dirty="0"/>
              <a:t>Battery Backups</a:t>
            </a:r>
            <a:r>
              <a:rPr lang="en-US" dirty="0"/>
              <a:t>:</a:t>
            </a:r>
          </a:p>
          <a:p>
            <a:pPr marL="514213" lvl="1" indent="-171450">
              <a:buFont typeface="Courier New" panose="02070309020205020404" pitchFamily="49" charset="0"/>
              <a:buChar char="o"/>
            </a:pPr>
            <a:r>
              <a:rPr lang="en-US" dirty="0"/>
              <a:t>Component-level backup for storage devices.</a:t>
            </a:r>
          </a:p>
          <a:p>
            <a:pPr marL="171450" lvl="0" indent="-171450">
              <a:buFont typeface="Arial" panose="020B0604020202020204" pitchFamily="34" charset="0"/>
              <a:buChar char="•"/>
            </a:pPr>
            <a:r>
              <a:rPr lang="en-US" b="1" dirty="0"/>
              <a:t>Uninterruptible Power Supplies (UPS)</a:t>
            </a:r>
          </a:p>
          <a:p>
            <a:pPr marL="514213" lvl="1" indent="-171450">
              <a:buFont typeface="Courier New" panose="02070309020205020404" pitchFamily="49" charset="0"/>
              <a:buChar char="o"/>
            </a:pPr>
            <a:r>
              <a:rPr lang="en-US" dirty="0"/>
              <a:t>Sustain system operation during power loss.</a:t>
            </a:r>
          </a:p>
          <a:p>
            <a:pPr marL="514213" lvl="1" indent="-171450">
              <a:buFont typeface="Courier New" panose="02070309020205020404" pitchFamily="49" charset="0"/>
              <a:buChar char="o"/>
            </a:pPr>
            <a:r>
              <a:rPr lang="en-US" dirty="0"/>
              <a:t>UPS runtime varies based on load and model.</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34</a:t>
            </a:fld>
            <a:endParaRPr lang="en-US" dirty="0"/>
          </a:p>
        </p:txBody>
      </p:sp>
    </p:spTree>
    <p:extLst>
      <p:ext uri="{BB962C8B-B14F-4D97-AF65-F5344CB8AC3E}">
        <p14:creationId xmlns:p14="http://schemas.microsoft.com/office/powerpoint/2010/main" val="40429482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b="1" dirty="0"/>
              <a:t>Suggested Instructional Tip - Fire Suppression</a:t>
            </a:r>
            <a:endParaRPr lang="en-US" dirty="0"/>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b="1" dirty="0"/>
              <a:t>Fire Safety Elements</a:t>
            </a:r>
            <a:r>
              <a:rPr lang="en-US" dirty="0"/>
              <a:t>:</a:t>
            </a:r>
          </a:p>
          <a:p>
            <a:pPr marL="514213" lvl="1" indent="-171450">
              <a:buFont typeface="Courier New" panose="02070309020205020404" pitchFamily="49" charset="0"/>
              <a:buChar char="o"/>
            </a:pPr>
            <a:r>
              <a:rPr lang="en-US" dirty="0"/>
              <a:t>Clearly marked fire exits.</a:t>
            </a:r>
          </a:p>
          <a:p>
            <a:pPr marL="514213" lvl="1" indent="-171450">
              <a:buFont typeface="Courier New" panose="02070309020205020404" pitchFamily="49" charset="0"/>
              <a:buChar char="o"/>
            </a:pPr>
            <a:r>
              <a:rPr lang="en-US" dirty="0"/>
              <a:t>Regular emergency evacuation drills.</a:t>
            </a:r>
          </a:p>
          <a:p>
            <a:pPr marL="514213" lvl="1" indent="-171450">
              <a:buFont typeface="Courier New" panose="02070309020205020404" pitchFamily="49" charset="0"/>
              <a:buChar char="o"/>
            </a:pPr>
            <a:r>
              <a:rPr lang="en-US" dirty="0"/>
              <a:t>Fire-resistant building design.</a:t>
            </a:r>
          </a:p>
          <a:p>
            <a:pPr marL="171450" lvl="0" indent="-171450">
              <a:buFont typeface="Arial" panose="020B0604020202020204" pitchFamily="34" charset="0"/>
              <a:buChar char="•"/>
            </a:pPr>
            <a:r>
              <a:rPr lang="en-US" b="1" dirty="0"/>
              <a:t>Detection and Alarms</a:t>
            </a:r>
            <a:r>
              <a:rPr lang="en-US" dirty="0"/>
              <a:t>:</a:t>
            </a:r>
          </a:p>
          <a:p>
            <a:pPr marL="514213" lvl="1" indent="-171450">
              <a:buFont typeface="Courier New" panose="02070309020205020404" pitchFamily="49" charset="0"/>
              <a:buChar char="o"/>
            </a:pPr>
            <a:r>
              <a:rPr lang="en-US" dirty="0"/>
              <a:t>Automatic and manual smoke/fire detection systems.</a:t>
            </a:r>
          </a:p>
          <a:p>
            <a:pPr marL="171450" lvl="0" indent="-171450">
              <a:buFont typeface="Arial" panose="020B0604020202020204" pitchFamily="34" charset="0"/>
              <a:buChar char="•"/>
            </a:pPr>
            <a:r>
              <a:rPr lang="en-US" b="1" dirty="0"/>
              <a:t>Extinguishers</a:t>
            </a:r>
            <a:r>
              <a:rPr lang="en-US" dirty="0"/>
              <a:t>:</a:t>
            </a:r>
          </a:p>
          <a:p>
            <a:pPr marL="514213" lvl="1" indent="-171450">
              <a:buFont typeface="Courier New" panose="02070309020205020404" pitchFamily="49" charset="0"/>
              <a:buChar char="o"/>
            </a:pPr>
            <a:r>
              <a:rPr lang="en-US" dirty="0"/>
              <a:t>Various types for different fire classes.</a:t>
            </a:r>
          </a:p>
          <a:p>
            <a:pPr marL="514213" lvl="1" indent="-171450">
              <a:buFont typeface="Courier New" panose="02070309020205020404" pitchFamily="49" charset="0"/>
              <a:buChar char="o"/>
            </a:pPr>
            <a:r>
              <a:rPr lang="en-US" dirty="0"/>
              <a:t>Class C extinguishers for electrical safety.</a:t>
            </a:r>
          </a:p>
          <a:p>
            <a:pPr marL="171450" lvl="0" indent="-171450">
              <a:buFont typeface="Arial" panose="020B0604020202020204" pitchFamily="34" charset="0"/>
              <a:buChar char="•"/>
            </a:pPr>
            <a:r>
              <a:rPr lang="en-US" b="1" dirty="0"/>
              <a:t>Sprinkler Systems</a:t>
            </a:r>
            <a:r>
              <a:rPr lang="en-US" dirty="0"/>
              <a:t>:</a:t>
            </a:r>
          </a:p>
          <a:p>
            <a:pPr marL="514213" lvl="1" indent="-171450">
              <a:buFont typeface="Courier New" panose="02070309020205020404" pitchFamily="49" charset="0"/>
              <a:buChar char="o"/>
            </a:pPr>
            <a:r>
              <a:rPr lang="en-US" dirty="0"/>
              <a:t>Wet-pipe: Heat-triggered, water discharge.</a:t>
            </a:r>
          </a:p>
          <a:p>
            <a:pPr marL="514213" lvl="1" indent="-171450">
              <a:buFont typeface="Courier New" panose="02070309020205020404" pitchFamily="49" charset="0"/>
              <a:buChar char="o"/>
            </a:pPr>
            <a:r>
              <a:rPr lang="en-US" dirty="0"/>
              <a:t>Risks: Burst pipes, accidental triggering.</a:t>
            </a:r>
          </a:p>
          <a:p>
            <a:pPr marL="171450" lvl="0" indent="-171450">
              <a:buFont typeface="Arial" panose="020B0604020202020204" pitchFamily="34" charset="0"/>
              <a:buChar char="•"/>
            </a:pPr>
            <a:r>
              <a:rPr lang="en-US" b="1" dirty="0"/>
              <a:t>Sprinkler Alternatives</a:t>
            </a:r>
            <a:r>
              <a:rPr lang="en-US" dirty="0"/>
              <a:t>:</a:t>
            </a:r>
          </a:p>
          <a:p>
            <a:pPr marL="514213" lvl="1" indent="-171450">
              <a:buFont typeface="Courier New" panose="02070309020205020404" pitchFamily="49" charset="0"/>
              <a:buChar char="o"/>
            </a:pPr>
            <a:r>
              <a:rPr lang="en-US" dirty="0"/>
              <a:t>Dry-pipe: For areas at risk of freezing.</a:t>
            </a:r>
          </a:p>
          <a:p>
            <a:pPr marL="514213" lvl="1" indent="-171450">
              <a:buFont typeface="Courier New" panose="02070309020205020404" pitchFamily="49" charset="0"/>
              <a:buChar char="o"/>
            </a:pPr>
            <a:r>
              <a:rPr lang="en-US" dirty="0"/>
              <a:t>Pre-action: Fills with water upon alarm, sprays with heat.</a:t>
            </a:r>
          </a:p>
          <a:p>
            <a:pPr marL="514213" lvl="1" indent="-171450">
              <a:buFont typeface="Courier New" panose="02070309020205020404" pitchFamily="49" charset="0"/>
              <a:buChar char="o"/>
            </a:pPr>
            <a:r>
              <a:rPr lang="en-US" dirty="0"/>
              <a:t>Halon: Non-residue, ozone-depleting (phased out).</a:t>
            </a:r>
          </a:p>
          <a:p>
            <a:pPr marL="514213" lvl="1" indent="-171450">
              <a:buFont typeface="Courier New" panose="02070309020205020404" pitchFamily="49" charset="0"/>
              <a:buChar char="o"/>
            </a:pPr>
            <a:r>
              <a:rPr lang="en-US" dirty="0"/>
              <a:t>Clean agent: Environmentally safe, non-toxic (e.g., INERGEN, FM-200).</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35</a:t>
            </a:fld>
            <a:endParaRPr lang="en-US" dirty="0"/>
          </a:p>
        </p:txBody>
      </p:sp>
    </p:spTree>
    <p:extLst>
      <p:ext uri="{BB962C8B-B14F-4D97-AF65-F5344CB8AC3E}">
        <p14:creationId xmlns:p14="http://schemas.microsoft.com/office/powerpoint/2010/main" val="1669083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72494" y="4400550"/>
            <a:ext cx="5724939" cy="3600450"/>
          </a:xfrm>
        </p:spPr>
        <p:txBody>
          <a:bodyPr/>
          <a:lstStyle/>
          <a:p>
            <a:pPr marL="6350">
              <a:buNone/>
            </a:pPr>
            <a:r>
              <a:rPr lang="en-US" b="1" dirty="0"/>
              <a:t>Suggested Activity - Prevention</a:t>
            </a:r>
            <a:endParaRPr lang="en-US" dirty="0"/>
          </a:p>
          <a:p>
            <a:pPr marL="6350">
              <a:buNone/>
            </a:pPr>
            <a:r>
              <a:rPr lang="en-US" sz="850" b="1" dirty="0"/>
              <a:t>Prevent Equipment from Overheating:</a:t>
            </a:r>
          </a:p>
          <a:p>
            <a:pPr marL="171450" indent="-171450">
              <a:buFont typeface="Arial" panose="020B0604020202020204" pitchFamily="34" charset="0"/>
              <a:buChar char="•"/>
            </a:pPr>
            <a:r>
              <a:rPr lang="en-US" sz="850" dirty="0"/>
              <a:t>Maintain Proper Airflow: Ensure there are no obstructions blocking air vents in server racks or throughout the room. Regularly clean air filters in cooling systems for optimal airflow. Consider strategic placement of server racks to avoid creating hot spots. Explore options like adding ceiling fans or strategically placed fans to improve air circulation.</a:t>
            </a:r>
          </a:p>
          <a:p>
            <a:pPr marL="171450" indent="-171450">
              <a:buFont typeface="Arial" panose="020B0604020202020204" pitchFamily="34" charset="0"/>
              <a:buChar char="•"/>
            </a:pPr>
            <a:r>
              <a:rPr lang="en-US" sz="850" dirty="0"/>
              <a:t>Monitor Temperature: Implement temperature monitoring systems to track server room temperature and identify potential overheating zones. Set up alerts to notify you if temperatures exceed safe operating ranges.</a:t>
            </a:r>
          </a:p>
          <a:p>
            <a:pPr marL="171450" indent="-171450">
              <a:buFont typeface="Arial" panose="020B0604020202020204" pitchFamily="34" charset="0"/>
              <a:buChar char="•"/>
            </a:pPr>
            <a:r>
              <a:rPr lang="en-US" sz="850" dirty="0"/>
              <a:t>Optimize Cooling Systems: Ensure air conditioners or dedicated server cooling units are functioning properly and sized appropriately for the heat load in the room. Consider preventive maintenance for cooling systems to maintain efficiency.</a:t>
            </a:r>
          </a:p>
          <a:p>
            <a:pPr marL="171450" indent="-171450">
              <a:buFont typeface="Arial" panose="020B0604020202020204" pitchFamily="34" charset="0"/>
              <a:buChar char="•"/>
            </a:pPr>
            <a:r>
              <a:rPr lang="en-US" sz="850" dirty="0"/>
              <a:t>Physical Measures: In extreme cases, investigate options like raising the floor for better air circulation or using specialized cooling doors for server racks.</a:t>
            </a:r>
          </a:p>
          <a:p>
            <a:pPr marL="6350">
              <a:buNone/>
            </a:pPr>
            <a:r>
              <a:rPr lang="en-US" sz="850" b="1" dirty="0"/>
              <a:t>Prevent Static Discharge (ESD):</a:t>
            </a:r>
          </a:p>
          <a:p>
            <a:pPr marL="171450" indent="-171450">
              <a:buFont typeface="Arial" panose="020B0604020202020204" pitchFamily="34" charset="0"/>
              <a:buChar char="•"/>
            </a:pPr>
            <a:r>
              <a:rPr lang="en-US" sz="850" dirty="0"/>
              <a:t>Grounding: Implement a proper grounding system throughout the server room. This includes grounding server racks, equipment chassis, and ESD mats at workstations. Ensure personnel wear ESD wrist straps when handling sensitive electronic components.</a:t>
            </a:r>
          </a:p>
          <a:p>
            <a:pPr marL="171450" indent="-171450">
              <a:buFont typeface="Arial" panose="020B0604020202020204" pitchFamily="34" charset="0"/>
              <a:buChar char="•"/>
            </a:pPr>
            <a:r>
              <a:rPr lang="en-US" sz="850" dirty="0"/>
              <a:t>Humidity Control: Maintain a moderate level of humidity (around 40-60%) in the server room. Very dry environments can increase the risk of static buildup. Consider using humidifiers if needed.</a:t>
            </a:r>
          </a:p>
          <a:p>
            <a:pPr marL="171450" indent="-171450">
              <a:buFont typeface="Arial" panose="020B0604020202020204" pitchFamily="34" charset="0"/>
              <a:buChar char="•"/>
            </a:pPr>
            <a:r>
              <a:rPr lang="en-US" sz="850" dirty="0"/>
              <a:t>Flooring: Use anti-static flooring materials to dissipate static charges and reduce the risk of ESD events. Regularly clean and maintain the flooring to ensure its effectiveness.</a:t>
            </a:r>
          </a:p>
          <a:p>
            <a:pPr marL="171450" indent="-171450">
              <a:buFont typeface="Arial" panose="020B0604020202020204" pitchFamily="34" charset="0"/>
              <a:buChar char="•"/>
            </a:pPr>
            <a:r>
              <a:rPr lang="en-US" sz="850" dirty="0"/>
              <a:t>Training: Train personnel on proper handling procedures for electronic components to minimize the risk of accidental static discharge.</a:t>
            </a:r>
          </a:p>
          <a:p>
            <a:pPr marL="6350">
              <a:buNone/>
            </a:pPr>
            <a:r>
              <a:rPr lang="en-US" sz="850" b="1" dirty="0"/>
              <a:t>Protect Equipment and Data from Under-Voltage Events:</a:t>
            </a:r>
          </a:p>
          <a:p>
            <a:pPr marL="171450" indent="-171450">
              <a:buFont typeface="Arial" panose="020B0604020202020204" pitchFamily="34" charset="0"/>
              <a:buChar char="•"/>
            </a:pPr>
            <a:r>
              <a:rPr lang="en-US" sz="850" dirty="0"/>
              <a:t>Uninterruptible Power Supply (UPS): Implement a UPS system to provide backup power in case of power outages or voltage fluctuations. Choose a UPS with appropriate capacity to support your server room equipment for the desired runtime during an outage. Regularly test and maintain the UPS system to ensure its functionality.</a:t>
            </a:r>
          </a:p>
          <a:p>
            <a:pPr marL="171450" indent="-171450">
              <a:buFont typeface="Arial" panose="020B0604020202020204" pitchFamily="34" charset="0"/>
              <a:buChar char="•"/>
            </a:pPr>
            <a:r>
              <a:rPr lang="en-US" sz="850" dirty="0"/>
              <a:t>Surge Protectors: Utilize surge protectors for sensitive equipment to guard against sudden voltage spikes that can damage hardware.</a:t>
            </a:r>
          </a:p>
          <a:p>
            <a:pPr marL="171450" indent="-171450">
              <a:buFont typeface="Arial" panose="020B0604020202020204" pitchFamily="34" charset="0"/>
              <a:buChar char="•"/>
            </a:pPr>
            <a:r>
              <a:rPr lang="en-US" sz="850" dirty="0"/>
              <a:t>Data Backup and Recovery: Implement a robust data backup and recovery plan. Regularly back up your critical data to a secure offsite location to ensure data integrity in case of a disaster. Test your backup and recovery procedures regularly to ensure they function as expected.</a:t>
            </a:r>
          </a:p>
          <a:p>
            <a:pPr marL="171450" indent="-171450">
              <a:buFont typeface="Arial" panose="020B0604020202020204" pitchFamily="34" charset="0"/>
              <a:buChar char="•"/>
            </a:pPr>
            <a:r>
              <a:rPr lang="en-US" sz="850" dirty="0"/>
              <a:t>Power Monitoring: Consider using power monitoring systems to track power fluctuations and identify any potential power quality issues.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36</a:t>
            </a:fld>
            <a:endParaRPr lang="en-US" dirty="0"/>
          </a:p>
        </p:txBody>
      </p:sp>
      <p:sp>
        <p:nvSpPr>
          <p:cNvPr id="6" name="Footer Placeholder 5">
            <a:extLst>
              <a:ext uri="{FF2B5EF4-FFF2-40B4-BE49-F238E27FC236}">
                <a16:creationId xmlns:a16="http://schemas.microsoft.com/office/drawing/2014/main" id="{D3991100-4130-E432-551D-10EBE7F5E9D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9556508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dirty="0"/>
              <a:t>Suggested Instructional Tip – Cable Troubleshooting</a:t>
            </a:r>
            <a:endParaRPr lang="en-US" dirty="0"/>
          </a:p>
          <a:p>
            <a:pPr marL="6350" marR="0" lvl="0" algn="l" defTabSz="685526" rtl="0" eaLnBrk="1" fontAlgn="auto" latinLnBrk="0" hangingPunct="1">
              <a:lnSpc>
                <a:spcPct val="100000"/>
              </a:lnSpc>
              <a:spcBef>
                <a:spcPts val="0"/>
              </a:spcBef>
              <a:spcAft>
                <a:spcPts val="0"/>
              </a:spcAft>
              <a:buClrTx/>
              <a:buSzTx/>
              <a:buFontTx/>
              <a:buNone/>
              <a:defRPr/>
            </a:pPr>
            <a:r>
              <a:rPr lang="en-US" dirty="0"/>
              <a:t>As well as presenting the individual scenarios and tools, try to reinforce application of the troubleshooting model as you work through this topic.</a:t>
            </a:r>
          </a:p>
          <a:p>
            <a:pPr marL="6350">
              <a:buNone/>
            </a:pPr>
            <a:endParaRPr lang="en-US" b="1" dirty="0"/>
          </a:p>
          <a:p>
            <a:pPr marL="6350">
              <a:buNone/>
            </a:pPr>
            <a:r>
              <a:rPr lang="en-US" b="1" dirty="0"/>
              <a:t>Exam Objectives Covered</a:t>
            </a:r>
          </a:p>
          <a:p>
            <a:pPr marL="177800" indent="-171450">
              <a:buFont typeface="Arial" panose="020B0604020202020204" pitchFamily="34" charset="0"/>
              <a:buChar char="•"/>
            </a:pPr>
            <a:r>
              <a:rPr lang="en-US" dirty="0"/>
              <a:t>5.2 Given a scenario, troubleshoot common cabling and physical interface issues.</a:t>
            </a:r>
          </a:p>
          <a:p>
            <a:pPr marL="177800" indent="-171450">
              <a:buFont typeface="Arial" panose="020B0604020202020204" pitchFamily="34" charset="0"/>
              <a:buChar char="•"/>
            </a:pPr>
            <a:r>
              <a:rPr lang="en-US" dirty="0"/>
              <a:t>5.5 Given a scenario, use the appropriate tool or protocol to solve networking issues.</a:t>
            </a:r>
          </a:p>
          <a:p>
            <a:pPr marL="6350">
              <a:buNone/>
            </a:pPr>
            <a:endParaRPr lang="en-US" dirty="0"/>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2480551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Tips – Specification and Limitations: Speed vs. Throughput</a:t>
            </a:r>
          </a:p>
          <a:p>
            <a:pPr marL="177800" indent="-171450">
              <a:buFont typeface="Arial" panose="020B0604020202020204" pitchFamily="34" charset="0"/>
              <a:buChar char="•"/>
            </a:pPr>
            <a:endParaRPr lang="en-US" dirty="0"/>
          </a:p>
          <a:p>
            <a:pPr marL="177800" indent="-171450">
              <a:buFont typeface="Arial" panose="020B0604020202020204" pitchFamily="34" charset="0"/>
              <a:buChar char="•"/>
            </a:pPr>
            <a:r>
              <a:rPr lang="en-US" b="1" dirty="0"/>
              <a:t>Physical Layer</a:t>
            </a:r>
            <a:r>
              <a:rPr lang="en-US" dirty="0"/>
              <a:t>:</a:t>
            </a:r>
          </a:p>
          <a:p>
            <a:pPr marL="514213" lvl="1" indent="-171450">
              <a:buFont typeface="Courier New" panose="02070309020205020404" pitchFamily="49" charset="0"/>
              <a:buChar char="o"/>
            </a:pPr>
            <a:r>
              <a:rPr lang="en-US" dirty="0"/>
              <a:t>Symbols: Think of symbols as cars on a highway. Each car represents a symbol.</a:t>
            </a:r>
          </a:p>
          <a:p>
            <a:pPr marL="514213" lvl="1" indent="-171450">
              <a:buFont typeface="Courier New" panose="02070309020205020404" pitchFamily="49" charset="0"/>
              <a:buChar char="o"/>
            </a:pPr>
            <a:r>
              <a:rPr lang="en-US" dirty="0"/>
              <a:t>Baud Rate: The number of cars passing a point per second. This is like counting how many cars pass a toll booth in one second.</a:t>
            </a:r>
          </a:p>
          <a:p>
            <a:pPr marL="177800" indent="-171450">
              <a:buFont typeface="Arial" panose="020B0604020202020204" pitchFamily="34" charset="0"/>
              <a:buChar char="•"/>
            </a:pPr>
            <a:r>
              <a:rPr lang="en-US" b="1" dirty="0"/>
              <a:t>Data Link Layer</a:t>
            </a:r>
            <a:r>
              <a:rPr lang="en-US" dirty="0"/>
              <a:t>:</a:t>
            </a:r>
          </a:p>
          <a:p>
            <a:pPr marL="514213" lvl="1" indent="-171450">
              <a:buFont typeface="Courier New" panose="02070309020205020404" pitchFamily="49" charset="0"/>
              <a:buChar char="o"/>
            </a:pPr>
            <a:r>
              <a:rPr lang="en-US" dirty="0"/>
              <a:t>Nominal Bit Rate: This is like the maximum speed limit of the highway (e.g., 60 mph). It represents the potential speed at which cars can travel.</a:t>
            </a:r>
          </a:p>
          <a:p>
            <a:pPr marL="514213" lvl="1" indent="-171450">
              <a:buFont typeface="Courier New" panose="02070309020205020404" pitchFamily="49" charset="0"/>
              <a:buChar char="o"/>
            </a:pPr>
            <a:r>
              <a:rPr lang="en-US" dirty="0"/>
              <a:t>Encoding Methods: Imagine each car carrying multiple passengers. More passengers per car mean more information is being transported efficiently.</a:t>
            </a:r>
          </a:p>
          <a:p>
            <a:pPr marL="514213" lvl="1" indent="-171450">
              <a:buFont typeface="Courier New" panose="02070309020205020404" pitchFamily="49" charset="0"/>
              <a:buChar char="o"/>
            </a:pPr>
            <a:r>
              <a:rPr lang="en-US" dirty="0"/>
              <a:t>Ethernet: Different highways have different speed limits (10 mph, 100 mph, 1,000 mph, etc.).</a:t>
            </a:r>
          </a:p>
          <a:p>
            <a:pPr marL="177800" indent="-171450">
              <a:buFont typeface="Arial" panose="020B0604020202020204" pitchFamily="34" charset="0"/>
              <a:buChar char="•"/>
            </a:pPr>
            <a:r>
              <a:rPr lang="en-US" b="1" dirty="0"/>
              <a:t>Throughput</a:t>
            </a:r>
            <a:r>
              <a:rPr lang="en-US" dirty="0"/>
              <a:t>:</a:t>
            </a:r>
          </a:p>
          <a:p>
            <a:pPr marL="514213" lvl="1" indent="-171450">
              <a:buFont typeface="Courier New" panose="02070309020205020404" pitchFamily="49" charset="0"/>
              <a:buChar char="o"/>
            </a:pPr>
            <a:r>
              <a:rPr lang="en-US" dirty="0"/>
              <a:t>Average Data Transfer Rate: This is like the actual average speed of cars on the highway over time, considering traffic, accidents, and road conditions.</a:t>
            </a:r>
          </a:p>
          <a:p>
            <a:pPr marL="514213" lvl="1" indent="-171450">
              <a:buFont typeface="Courier New" panose="02070309020205020404" pitchFamily="49" charset="0"/>
              <a:buChar char="o"/>
            </a:pPr>
            <a:r>
              <a:rPr lang="en-US" dirty="0"/>
              <a:t>Goodput: This is like measuring how many passengers actually reach their destination without delays (accounting for lost or delayed cars).</a:t>
            </a:r>
          </a:p>
          <a:p>
            <a:pPr marL="514213" lvl="1" indent="-171450">
              <a:buFont typeface="Courier New" panose="02070309020205020404" pitchFamily="49" charset="0"/>
              <a:buChar char="o"/>
            </a:pPr>
            <a:r>
              <a:rPr lang="en-US" dirty="0"/>
              <a:t>Latency (Speed): The time it takes for a car to travel from one point to another (measured in milliseconds). This is also referred to as delay.</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38</a:t>
            </a:fld>
            <a:endParaRPr lang="en-US" dirty="0"/>
          </a:p>
        </p:txBody>
      </p:sp>
    </p:spTree>
    <p:extLst>
      <p:ext uri="{BB962C8B-B14F-4D97-AF65-F5344CB8AC3E}">
        <p14:creationId xmlns:p14="http://schemas.microsoft.com/office/powerpoint/2010/main" val="9486047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Tips – Specification and Limitations: Distance Limitations, Attenuation, and Interference</a:t>
            </a:r>
          </a:p>
          <a:p>
            <a:pPr marL="177800" indent="-171450">
              <a:buFont typeface="Arial" panose="020B0604020202020204" pitchFamily="34" charset="0"/>
              <a:buChar char="•"/>
            </a:pPr>
            <a:endParaRPr lang="en-US" dirty="0"/>
          </a:p>
          <a:p>
            <a:pPr marL="177800" indent="-171450">
              <a:buFont typeface="Arial" panose="020B0604020202020204" pitchFamily="34" charset="0"/>
              <a:buChar char="•"/>
            </a:pPr>
            <a:r>
              <a:rPr lang="en-US" b="1" dirty="0"/>
              <a:t>Distance Limitations</a:t>
            </a:r>
            <a:r>
              <a:rPr lang="en-US" dirty="0"/>
              <a:t>:</a:t>
            </a:r>
          </a:p>
          <a:p>
            <a:pPr marL="514213" lvl="1" indent="-171450">
              <a:buFont typeface="Courier New" panose="02070309020205020404" pitchFamily="49" charset="0"/>
              <a:buChar char="o"/>
            </a:pPr>
            <a:r>
              <a:rPr lang="en-US" dirty="0"/>
              <a:t>Different highways can support different speeds over various distances.</a:t>
            </a:r>
          </a:p>
          <a:p>
            <a:pPr marL="177800" lvl="1" indent="-171450">
              <a:buFont typeface="Arial" panose="020B0604020202020204" pitchFamily="34" charset="0"/>
              <a:buChar char="•"/>
            </a:pPr>
            <a:r>
              <a:rPr lang="en-US" b="1" dirty="0"/>
              <a:t>Attenuation</a:t>
            </a:r>
            <a:r>
              <a:rPr lang="en-US" dirty="0"/>
              <a:t>:</a:t>
            </a:r>
          </a:p>
          <a:p>
            <a:pPr marL="514213" lvl="1" indent="-171450">
              <a:buFont typeface="Courier New" panose="02070309020205020404" pitchFamily="49" charset="0"/>
              <a:buChar char="o"/>
            </a:pPr>
            <a:r>
              <a:rPr lang="en-US" dirty="0"/>
              <a:t>Imagine the cars losing fuel as they travel. The further they go, the more fuel they lose, which slows them down (loss of signal strength).</a:t>
            </a:r>
          </a:p>
          <a:p>
            <a:pPr marL="177800" indent="-171450">
              <a:buFont typeface="Arial" panose="020B0604020202020204" pitchFamily="34" charset="0"/>
              <a:buChar char="•"/>
            </a:pPr>
            <a:r>
              <a:rPr lang="en-US" b="1" dirty="0"/>
              <a:t>Interference (Noise)</a:t>
            </a:r>
            <a:r>
              <a:rPr lang="en-US" dirty="0"/>
              <a:t>:</a:t>
            </a:r>
          </a:p>
          <a:p>
            <a:pPr marL="514213" lvl="1" indent="-171450">
              <a:buFont typeface="Courier New" panose="02070309020205020404" pitchFamily="49" charset="0"/>
              <a:buChar char="o"/>
            </a:pPr>
            <a:r>
              <a:rPr lang="en-US" dirty="0"/>
              <a:t>Think of interference as road construction or bad weather. It makes it harder for cars to travel smoothly, causing delays and accidents (errors and retransmissions).</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39</a:t>
            </a:fld>
            <a:endParaRPr lang="en-US" dirty="0"/>
          </a:p>
        </p:txBody>
      </p:sp>
    </p:spTree>
    <p:extLst>
      <p:ext uri="{BB962C8B-B14F-4D97-AF65-F5344CB8AC3E}">
        <p14:creationId xmlns:p14="http://schemas.microsoft.com/office/powerpoint/2010/main" val="39700204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Cable Issues: Symptoms</a:t>
            </a:r>
          </a:p>
          <a:p>
            <a:pPr marL="177800" indent="-171450">
              <a:buFont typeface="Arial" panose="020B0604020202020204" pitchFamily="34" charset="0"/>
              <a:buChar char="•"/>
            </a:pPr>
            <a:r>
              <a:rPr lang="en-US" b="1" dirty="0"/>
              <a:t>Slow Internet Speeds</a:t>
            </a:r>
            <a:r>
              <a:rPr lang="en-US" dirty="0"/>
              <a:t>: This can be caused by:</a:t>
            </a:r>
          </a:p>
          <a:p>
            <a:pPr marL="401638" lvl="1" indent="-173038">
              <a:buFont typeface="Courier New" panose="02070309020205020404" pitchFamily="49" charset="0"/>
              <a:buChar char="o"/>
            </a:pPr>
            <a:r>
              <a:rPr lang="en-US" dirty="0"/>
              <a:t>Cable type limitations: Using a cable type not rated for your desired speed (e.g., Cat5 for Gigabit Ethernet).</a:t>
            </a:r>
          </a:p>
          <a:p>
            <a:pPr marL="401638" lvl="1" indent="-173038">
              <a:buFont typeface="Courier New" panose="02070309020205020404" pitchFamily="49" charset="0"/>
              <a:buChar char="o"/>
            </a:pPr>
            <a:r>
              <a:rPr lang="en-US" dirty="0"/>
              <a:t>Excessive cable length: Signal degradation over long distances can reduce achievable speeds.</a:t>
            </a:r>
          </a:p>
          <a:p>
            <a:pPr marL="401638" lvl="1" indent="-173038">
              <a:buFont typeface="Courier New" panose="02070309020205020404" pitchFamily="49" charset="0"/>
              <a:buChar char="o"/>
            </a:pPr>
            <a:r>
              <a:rPr lang="en-US" dirty="0"/>
              <a:t>Physical damage: Cuts, crimps, or bends in the cable can weaken the signal.</a:t>
            </a:r>
          </a:p>
          <a:p>
            <a:pPr marL="177800" lvl="1" indent="-171450">
              <a:buFont typeface="Arial" panose="020B0604020202020204" pitchFamily="34" charset="0"/>
              <a:buChar char="•"/>
            </a:pPr>
            <a:r>
              <a:rPr lang="en-US" b="1" dirty="0"/>
              <a:t>Random Disconnections and Reconnections</a:t>
            </a:r>
            <a:r>
              <a:rPr lang="en-US" dirty="0"/>
              <a:t>: This could be due to:</a:t>
            </a:r>
          </a:p>
          <a:p>
            <a:pPr marL="514213" lvl="1" indent="-171450">
              <a:buFont typeface="Courier New" panose="02070309020205020404" pitchFamily="49" charset="0"/>
              <a:buChar char="o"/>
            </a:pPr>
            <a:r>
              <a:rPr lang="en-US" dirty="0"/>
              <a:t>Loose or faulty connectors: Ensure connectors are securely fastened and not damaged.</a:t>
            </a:r>
          </a:p>
          <a:p>
            <a:pPr marL="514213" lvl="1" indent="-171450">
              <a:buFont typeface="Courier New" panose="02070309020205020404" pitchFamily="49" charset="0"/>
              <a:buChar char="o"/>
            </a:pPr>
            <a:r>
              <a:rPr lang="en-US" dirty="0"/>
              <a:t>Cable quality issues: Low-quality cables might be more prone to connection drops.</a:t>
            </a:r>
          </a:p>
          <a:p>
            <a:pPr marL="514213" lvl="1" indent="-171450">
              <a:buFont typeface="Courier New" panose="02070309020205020404" pitchFamily="49" charset="0"/>
              <a:buChar char="o"/>
            </a:pPr>
            <a:r>
              <a:rPr lang="en-US" dirty="0"/>
              <a:t>Interference: Electrical noise from nearby devices can disrupt cable signals.</a:t>
            </a:r>
          </a:p>
          <a:p>
            <a:pPr marL="177800" lvl="1" indent="-171450">
              <a:buFont typeface="Arial" panose="020B0604020202020204" pitchFamily="34" charset="0"/>
              <a:buChar char="•"/>
            </a:pPr>
            <a:r>
              <a:rPr lang="en-US" b="1" dirty="0"/>
              <a:t>Connection Timeouts</a:t>
            </a:r>
            <a:r>
              <a:rPr lang="en-US" dirty="0"/>
              <a:t>: Similar to disconnection issues, timeouts can be caused by:</a:t>
            </a:r>
          </a:p>
          <a:p>
            <a:pPr marL="514213" lvl="1" indent="-171450">
              <a:buFont typeface="Courier New" panose="02070309020205020404" pitchFamily="49" charset="0"/>
              <a:buChar char="o"/>
            </a:pPr>
            <a:r>
              <a:rPr lang="en-US" dirty="0"/>
              <a:t>Cable problems: Signal weakness or intermittent disruptions can lead to timeouts.</a:t>
            </a:r>
          </a:p>
          <a:p>
            <a:pPr marL="514213" lvl="1" indent="-171450">
              <a:buFont typeface="Courier New" panose="02070309020205020404" pitchFamily="49" charset="0"/>
              <a:buChar char="o"/>
            </a:pPr>
            <a:r>
              <a:rPr lang="en-US" dirty="0"/>
              <a:t>Network congestion: Heavy traffic on the network can cause delays and timeouts.</a:t>
            </a:r>
          </a:p>
          <a:p>
            <a:pPr marL="177800" lvl="1" indent="-171450">
              <a:buFont typeface="Arial" panose="020B0604020202020204" pitchFamily="34" charset="0"/>
              <a:buChar char="•"/>
            </a:pPr>
            <a:r>
              <a:rPr lang="en-US" b="1" dirty="0"/>
              <a:t>Slowing Down of Applications</a:t>
            </a:r>
            <a:r>
              <a:rPr lang="en-US" dirty="0"/>
              <a:t>: This can be a symptom of:</a:t>
            </a:r>
          </a:p>
          <a:p>
            <a:pPr marL="514213" lvl="1" indent="-171450">
              <a:buFont typeface="Courier New" panose="02070309020205020404" pitchFamily="49" charset="0"/>
              <a:buChar char="o"/>
            </a:pPr>
            <a:r>
              <a:rPr lang="en-US" dirty="0"/>
              <a:t>Overall network slowdown: Underlying cable issues might contribute to sluggish network performance impacting applications.</a:t>
            </a:r>
          </a:p>
          <a:p>
            <a:pPr marL="514213" lvl="1" indent="-171450">
              <a:buFont typeface="Courier New" panose="02070309020205020404" pitchFamily="49" charset="0"/>
              <a:buChar char="o"/>
            </a:pPr>
            <a:r>
              <a:rPr lang="en-US" dirty="0"/>
              <a:t>Insufficient cable bandwidth: For bandwidth-intensive applications, a cable might not be able to handle the data demands.</a:t>
            </a:r>
          </a:p>
          <a:p>
            <a:pPr marL="177800" lvl="1" indent="-171450">
              <a:buFont typeface="Arial" panose="020B0604020202020204" pitchFamily="34" charset="0"/>
              <a:buChar char="•"/>
            </a:pPr>
            <a:r>
              <a:rPr lang="en-US" b="1" dirty="0"/>
              <a:t>Lagging Audio/Video Communication</a:t>
            </a:r>
            <a:r>
              <a:rPr lang="en-US" dirty="0"/>
              <a:t>: This often occurs due to:</a:t>
            </a:r>
          </a:p>
          <a:p>
            <a:pPr marL="514213" lvl="1" indent="-171450">
              <a:buFont typeface="Courier New" panose="02070309020205020404" pitchFamily="49" charset="0"/>
              <a:buChar char="o"/>
            </a:pPr>
            <a:r>
              <a:rPr lang="en-US" dirty="0"/>
              <a:t>Packet loss: Damaged cables can cause data packets to be lost during transmission, resulting in choppy audio or video.</a:t>
            </a:r>
          </a:p>
          <a:p>
            <a:pPr marL="514213" lvl="1" indent="-171450">
              <a:buFont typeface="Courier New" panose="02070309020205020404" pitchFamily="49" charset="0"/>
              <a:buChar char="o"/>
            </a:pPr>
            <a:r>
              <a:rPr lang="en-US" dirty="0"/>
              <a:t>High latency: Delays in data transfer over a compromised cable can lead to lagging communication.</a:t>
            </a:r>
          </a:p>
          <a:p>
            <a:pPr marL="177800" lvl="1" indent="-171450">
              <a:buFont typeface="Arial" panose="020B0604020202020204" pitchFamily="34" charset="0"/>
              <a:buChar char="•"/>
            </a:pPr>
            <a:r>
              <a:rPr lang="en-US" b="1" dirty="0"/>
              <a:t>Frequent Drops or Unstable Network Link</a:t>
            </a:r>
            <a:r>
              <a:rPr lang="en-US" dirty="0"/>
              <a:t>: This indicates potential issues like:</a:t>
            </a:r>
          </a:p>
          <a:p>
            <a:pPr marL="514213" lvl="1" indent="-171450">
              <a:buFont typeface="Courier New" panose="02070309020205020404" pitchFamily="49" charset="0"/>
              <a:buChar char="o"/>
            </a:pPr>
            <a:r>
              <a:rPr lang="en-US" dirty="0"/>
              <a:t>Intermittent cable faults: The cable might have internal damage causing sporadic signal disruptions.</a:t>
            </a:r>
          </a:p>
          <a:p>
            <a:pPr marL="514213" lvl="1" indent="-171450">
              <a:buFont typeface="Courier New" panose="02070309020205020404" pitchFamily="49" charset="0"/>
              <a:buChar char="o"/>
            </a:pPr>
            <a:r>
              <a:rPr lang="en-US" dirty="0"/>
              <a:t>Connectivity problems: Issues with the cable connection points at either end could lead to frequent drops.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40</a:t>
            </a:fld>
            <a:endParaRPr lang="en-US" dirty="0"/>
          </a:p>
        </p:txBody>
      </p:sp>
    </p:spTree>
    <p:extLst>
      <p:ext uri="{BB962C8B-B14F-4D97-AF65-F5344CB8AC3E}">
        <p14:creationId xmlns:p14="http://schemas.microsoft.com/office/powerpoint/2010/main" val="2597611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Cable Issues: Symptoms</a:t>
            </a:r>
            <a:endParaRPr lang="en-US" dirty="0"/>
          </a:p>
          <a:p>
            <a:pPr marL="177800" indent="-171450">
              <a:buFont typeface="Arial" panose="020B0604020202020204" pitchFamily="34" charset="0"/>
              <a:buChar char="•"/>
            </a:pPr>
            <a:r>
              <a:rPr lang="en-US" b="1" dirty="0"/>
              <a:t>Physical Inspection of Cables</a:t>
            </a:r>
            <a:r>
              <a:rPr lang="en-US" dirty="0"/>
              <a:t>: Emphasize the importance of visually inspecting cables for any obvious signs of damage, such as cuts, frays, or kinks. Mention that physical damage can cause connectivity issues and should be addressed immediately. Encourage learners to look for loose or improperly seated connectors. Suggest checking for any environmental factors that might affect the cables, such as exposure to heat or moisture. </a:t>
            </a:r>
          </a:p>
          <a:p>
            <a:pPr marL="177800" indent="-171450">
              <a:buFont typeface="Arial" panose="020B0604020202020204" pitchFamily="34" charset="0"/>
              <a:buChar char="•"/>
            </a:pPr>
            <a:r>
              <a:rPr lang="en-US" b="1" dirty="0"/>
              <a:t>Verify Patch Cord Connections</a:t>
            </a:r>
            <a:r>
              <a:rPr lang="en-US" dirty="0"/>
              <a:t>: Explain that verifying patch cord connections ensures that all cables are securely connected to the correct ports. Suggest double-checking both ends of the patch cords to ensure they are properly plugged in. Recommend labeling cables to avoid confusion and ensure correct connections.</a:t>
            </a:r>
          </a:p>
          <a:p>
            <a:pPr marL="177800" indent="-171450">
              <a:buFont typeface="Arial" panose="020B0604020202020204" pitchFamily="34" charset="0"/>
              <a:buChar char="•"/>
            </a:pPr>
            <a:r>
              <a:rPr lang="en-US" b="1" dirty="0"/>
              <a:t>Substitute Patch Cords with Known Good Ones if Faulty</a:t>
            </a:r>
            <a:r>
              <a:rPr lang="en-US" dirty="0"/>
              <a:t>: Highlight the importance of using known good patch cords to replace potentially faulty ones. Encourage learners to keep a set of tested and verified patch cords for troubleshooting purposes. Suggest marking faulty cables to avoid reusing them in the future.</a:t>
            </a:r>
          </a:p>
          <a:p>
            <a:pPr marL="177800" indent="-171450">
              <a:buFont typeface="Arial" panose="020B0604020202020204" pitchFamily="34" charset="0"/>
              <a:buChar char="•"/>
            </a:pPr>
            <a:r>
              <a:rPr lang="en-US" b="1" dirty="0"/>
              <a:t>Test Transceivers with a Loopback Tool</a:t>
            </a:r>
            <a:r>
              <a:rPr lang="en-US" dirty="0"/>
              <a:t>: Describe how a loopback tool can be used to test transceivers by looping the signal back to the device to verify functionality. Demonstrate how to use a loopback tool and interpret the results. Explain that a successful loopback test indicates that the transceiver is functioning correctly.</a:t>
            </a:r>
          </a:p>
          <a:p>
            <a:pPr marL="177800" indent="-171450">
              <a:buFont typeface="Arial" panose="020B0604020202020204" pitchFamily="34" charset="0"/>
              <a:buChar char="•"/>
            </a:pPr>
            <a:r>
              <a:rPr lang="en-US" b="1" dirty="0"/>
              <a:t>Use Alternative Hosts or Switch Ports to Test Connectivity</a:t>
            </a:r>
            <a:r>
              <a:rPr lang="en-US" dirty="0"/>
              <a:t>: Explain that using alternative hosts or switch ports can help isolate the issue by determining if the problem is with the original host or port. Suggest swapping the cable to a different port on the switch or connecting it to a different host to see if the issue persists. Recommend documenting the results to identify patterns or recurring issues.</a:t>
            </a:r>
          </a:p>
          <a:p>
            <a:pPr marL="177800" indent="-171450">
              <a:buFont typeface="Arial" panose="020B0604020202020204" pitchFamily="34" charset="0"/>
              <a:buChar char="•"/>
            </a:pPr>
            <a:r>
              <a:rPr lang="en-US" b="1" dirty="0"/>
              <a:t>Check Structured Cabling with Appropriate Tools</a:t>
            </a:r>
            <a:r>
              <a:rPr lang="en-US" dirty="0"/>
              <a:t>: Highlight the importance of using appropriate tools, such as cable testers or certifiers, to check the integrity of structured cabling. Demonstrate how to use a cable tester to check for continuity, shorts, and other issues. Explain the importance of following industry standards for structured cabling.</a:t>
            </a:r>
          </a:p>
          <a:p>
            <a:pPr marL="177800" indent="-171450">
              <a:buFont typeface="Arial" panose="020B0604020202020204" pitchFamily="34" charset="0"/>
              <a:buChar char="•"/>
            </a:pPr>
            <a:r>
              <a:rPr lang="en-US" b="1" dirty="0"/>
              <a:t>Verify Drivers and Network Adapter</a:t>
            </a:r>
            <a:r>
              <a:rPr lang="en-US" dirty="0"/>
              <a:t>: Emphasize the need to verify that the drivers and network adapter are functioning correctly and are up to date. Suggest checking the device manager or network settings to ensure the network adapter is recognized and functioning. Recommend updating drivers to the latest version provided by the manufacturer.</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41</a:t>
            </a:fld>
            <a:endParaRPr lang="en-US" dirty="0"/>
          </a:p>
        </p:txBody>
      </p:sp>
    </p:spTree>
    <p:extLst>
      <p:ext uri="{BB962C8B-B14F-4D97-AF65-F5344CB8AC3E}">
        <p14:creationId xmlns:p14="http://schemas.microsoft.com/office/powerpoint/2010/main" val="966077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Cable Testers</a:t>
            </a:r>
          </a:p>
          <a:p>
            <a:pPr marL="171450" indent="-171450">
              <a:buFont typeface="Arial" panose="020B0604020202020204" pitchFamily="34" charset="0"/>
              <a:buChar char="•"/>
            </a:pPr>
            <a:r>
              <a:rPr lang="en-US" dirty="0"/>
              <a:t>Cable testing tools can be used for troubleshooting and verification. It is best to verify wiring installation and termination just after you have made all the connections. This means you should still have access to the cable runs. Identifying and correcting errors at this point will be much simpler than when you are trying to set up end user devices.</a:t>
            </a:r>
          </a:p>
          <a:p>
            <a:endParaRPr lang="en-US" b="0" i="0" dirty="0">
              <a:effectLst/>
              <a:highlight>
                <a:srgbClr val="FFFFFF"/>
              </a:highlight>
            </a:endParaRP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42</a:t>
            </a:fld>
            <a:endParaRPr lang="en-US" dirty="0"/>
          </a:p>
        </p:txBody>
      </p:sp>
    </p:spTree>
    <p:extLst>
      <p:ext uri="{BB962C8B-B14F-4D97-AF65-F5344CB8AC3E}">
        <p14:creationId xmlns:p14="http://schemas.microsoft.com/office/powerpoint/2010/main" val="35505147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Wire Map Testers and Tone Generators</a:t>
            </a:r>
          </a:p>
          <a:p>
            <a:pPr marL="6350">
              <a:buNone/>
            </a:pPr>
            <a:r>
              <a:rPr lang="en-US" dirty="0"/>
              <a:t>Emphasize the different tests that can be performed by a wire map tester.</a:t>
            </a:r>
          </a:p>
          <a:p>
            <a:pPr marL="6350">
              <a:buNone/>
            </a:pPr>
            <a:endParaRPr lang="en-US" dirty="0"/>
          </a:p>
          <a:p>
            <a:r>
              <a:rPr lang="en-US" b="1" dirty="0"/>
              <a:t>Wire Map Testers:</a:t>
            </a:r>
            <a:endParaRPr lang="en-US" b="1" dirty="0">
              <a:cs typeface="Calibri"/>
            </a:endParaRPr>
          </a:p>
          <a:p>
            <a:pPr marL="171450" lvl="1" indent="-171450">
              <a:buFont typeface="Arial" panose="020B0604020202020204" pitchFamily="34" charset="0"/>
              <a:buChar char="•"/>
            </a:pPr>
            <a:r>
              <a:rPr lang="en-US" dirty="0"/>
              <a:t>Identify the continuity, shorts, and opens in wire and cable configurations. Map the wiring sequence (pin-out) of a cable to ensure proper connections at both ends. Commonly used for troubleshooting network cabling (coaxial, twisted-pair), phone lines, and other low-voltage wiring systems.</a:t>
            </a:r>
          </a:p>
          <a:p>
            <a:pPr marL="171450" lvl="1" indent="-171450">
              <a:buFont typeface="Arial" panose="020B0604020202020204" pitchFamily="34" charset="0"/>
              <a:buChar char="•"/>
            </a:pPr>
            <a:r>
              <a:rPr lang="en-US" dirty="0"/>
              <a:t>Demonstrate  proper usage, including connecting the tester to the cable and interpreting the results (lights, beeps, or on-screen displays). Explain different types of wire map testers (basic continuity testers with LEDs or beeps to indicate connection status and advanced testers with LCD screens that display detailed wire map information and can identify cable type and potential faults like crosstalk).</a:t>
            </a:r>
          </a:p>
          <a:p>
            <a:pPr marL="171450" lvl="1" indent="-171450">
              <a:buFont typeface="Arial" panose="020B0604020202020204" pitchFamily="34" charset="0"/>
              <a:buChar char="•"/>
            </a:pPr>
            <a:r>
              <a:rPr lang="en-US" dirty="0"/>
              <a:t>Emphasize their importance in ensuring proper network and communication system installation and maintenance. Highlight how they help troubleshoot connection issues, identify cable faults, and verify wiring configurations.</a:t>
            </a:r>
          </a:p>
          <a:p>
            <a:pPr marL="171450" lvl="1" indent="-171450">
              <a:buFont typeface="Arial" panose="020B0604020202020204" pitchFamily="34" charset="0"/>
              <a:buChar char="•"/>
            </a:pPr>
            <a:r>
              <a:rPr lang="en-US" dirty="0"/>
              <a:t>Mention limitations like not always pinpointing the exact location of a fault within a cable. They might require some familiarity with wiring standards and cable types for accurate interpretation of results.</a:t>
            </a:r>
          </a:p>
          <a:p>
            <a:r>
              <a:rPr lang="en-US" b="1" dirty="0"/>
              <a:t>Tone Generators</a:t>
            </a:r>
            <a:endParaRPr lang="en-US" b="1" dirty="0">
              <a:cs typeface="Calibri"/>
            </a:endParaRPr>
          </a:p>
          <a:p>
            <a:pPr marL="171450" lvl="1" indent="-171450">
              <a:buFont typeface="Arial" panose="020B0604020202020204" pitchFamily="34" charset="0"/>
              <a:buChar char="•"/>
            </a:pPr>
            <a:r>
              <a:rPr lang="en-US" dirty="0"/>
              <a:t>Emit a specific audible tone along a cable. Used in conjunction with a probe on a wire map tester to identify the corresponding cable at the other end. Helpful for tracing cables hidden within walls, ceilings, or bundles.</a:t>
            </a:r>
          </a:p>
          <a:p>
            <a:pPr marL="171450" indent="-171450">
              <a:buFont typeface="Arial" panose="020B0604020202020204" pitchFamily="34" charset="0"/>
              <a:buChar char="•"/>
            </a:pPr>
            <a:r>
              <a:rPr lang="en-US" dirty="0"/>
              <a:t>Highlight different types of tone generators: standalone units or integrated into some wire map testers. Explain how to connect the tone generator to the cable and select the appropriate tone for tracing.</a:t>
            </a:r>
          </a:p>
          <a:p>
            <a:pPr marL="158750" indent="0">
              <a:buNone/>
            </a:pPr>
            <a:r>
              <a:rPr lang="en-US" dirty="0"/>
              <a:t>Showcase their usefulness in locating specific cables within a complex wiring system, especially for hidden or bundled cables. They save time and effort compared to manually tracing cables visually.</a:t>
            </a:r>
          </a:p>
          <a:p>
            <a:pPr marL="171450" indent="-171450">
              <a:buFont typeface="Arial" panose="020B0604020202020204" pitchFamily="34" charset="0"/>
              <a:buChar char="•"/>
            </a:pPr>
            <a:r>
              <a:rPr lang="en-US" dirty="0"/>
              <a:t>They work best for identifying individual cables within a bundle, not necessarily pinpointing the exact path of the cable within a wall or conduit. Background noise in the environment can interfere with the audibility of the tone.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43</a:t>
            </a:fld>
            <a:endParaRPr lang="en-US" dirty="0"/>
          </a:p>
        </p:txBody>
      </p:sp>
      <p:sp>
        <p:nvSpPr>
          <p:cNvPr id="6" name="Footer Placeholder 5">
            <a:extLst>
              <a:ext uri="{FF2B5EF4-FFF2-40B4-BE49-F238E27FC236}">
                <a16:creationId xmlns:a16="http://schemas.microsoft.com/office/drawing/2014/main" id="{05A37FE5-837A-B15A-BEF6-6D5A43879A3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0504281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Attenuation Issues</a:t>
            </a:r>
            <a:endParaRPr lang="en-US" dirty="0"/>
          </a:p>
          <a:p>
            <a:pPr marL="171450" lvl="1" indent="-171450">
              <a:buFont typeface="Arial" panose="020B0604020202020204" pitchFamily="34" charset="0"/>
              <a:buChar char="•"/>
            </a:pPr>
            <a:r>
              <a:rPr lang="en-US" dirty="0"/>
              <a:t>Attenuation is the weakening of a signal as it travels through a cable. It's crucial to minimize attenuation to ensure reliable data transmission.</a:t>
            </a:r>
          </a:p>
          <a:p>
            <a:pPr marL="171450" lvl="1" indent="-171450">
              <a:buFont typeface="Arial" panose="020B0604020202020204" pitchFamily="34" charset="0"/>
              <a:buChar char="•"/>
            </a:pPr>
            <a:r>
              <a:rPr lang="en-US" dirty="0"/>
              <a:t>Several factors contribute to attenuation, including:</a:t>
            </a:r>
          </a:p>
          <a:p>
            <a:pPr marL="171450" lvl="1" indent="-171450">
              <a:buFont typeface="Arial" panose="020B0604020202020204" pitchFamily="34" charset="0"/>
              <a:buChar char="•"/>
            </a:pPr>
            <a:r>
              <a:rPr lang="en-US" dirty="0"/>
              <a:t>Cable length: Longer cables experience greater signal loss.</a:t>
            </a:r>
          </a:p>
          <a:p>
            <a:pPr marL="171450" lvl="1" indent="-171450">
              <a:buFont typeface="Arial" panose="020B0604020202020204" pitchFamily="34" charset="0"/>
              <a:buChar char="•"/>
            </a:pPr>
            <a:r>
              <a:rPr lang="en-US" dirty="0"/>
              <a:t>Impedance: Higher impedance cables are more prone to attenuation.</a:t>
            </a:r>
          </a:p>
          <a:p>
            <a:pPr marL="171450" lvl="1" indent="-171450">
              <a:buFont typeface="Arial" panose="020B0604020202020204" pitchFamily="34" charset="0"/>
              <a:buChar char="•"/>
            </a:pPr>
            <a:r>
              <a:rPr lang="en-US" dirty="0"/>
              <a:t>Wire size: Thinner wires offer less resistance to signal flow, leading to higher attenuation.</a:t>
            </a:r>
          </a:p>
          <a:p>
            <a:pPr marL="171450" lvl="1" indent="-171450">
              <a:buFont typeface="Arial" panose="020B0604020202020204" pitchFamily="34" charset="0"/>
              <a:buChar char="•"/>
            </a:pPr>
            <a:r>
              <a:rPr lang="en-US" dirty="0"/>
              <a:t>Environmental factors: Extreme temperatures can impact signal strength.</a:t>
            </a:r>
          </a:p>
          <a:p>
            <a:pPr marL="6350">
              <a:buNone/>
            </a:pPr>
            <a:r>
              <a:rPr lang="en-US" b="1" dirty="0"/>
              <a:t>Recommended Solutions:</a:t>
            </a:r>
          </a:p>
          <a:p>
            <a:pPr marL="171450" lvl="1" indent="-171450">
              <a:buFont typeface="Arial" panose="020B0604020202020204" pitchFamily="34" charset="0"/>
              <a:buChar char="•"/>
            </a:pPr>
            <a:r>
              <a:rPr lang="en-US" dirty="0"/>
              <a:t>Shorten cable lengths: Whenever possible, use the shortest cable that meets your needs. This minimizes the distance the signal needs to travel and reduces attenuation.</a:t>
            </a:r>
          </a:p>
          <a:p>
            <a:pPr marL="171450" lvl="1" indent="-171450">
              <a:buFont typeface="Arial" panose="020B0604020202020204" pitchFamily="34" charset="0"/>
              <a:buChar char="•"/>
            </a:pPr>
            <a:r>
              <a:rPr lang="en-US" dirty="0"/>
              <a:t>Use repeaters/extenders: For longer distances where signal strength becomes an issue, consider using repeaters or extenders. These devices amplify the signal, allowing it to travel further without significant degradation.</a:t>
            </a:r>
          </a:p>
          <a:p>
            <a:pPr marL="171450" lvl="1" indent="-171450">
              <a:buFont typeface="Arial" panose="020B0604020202020204" pitchFamily="34" charset="0"/>
              <a:buChar char="•"/>
            </a:pPr>
            <a:r>
              <a:rPr lang="en-US" dirty="0"/>
              <a:t>Upgrade to high-quality cables: Invest in high-quality cables with lower impedance and thicker wire gauge. These cables are designed to minimize signal loss over longer distances.</a:t>
            </a:r>
          </a:p>
          <a:p>
            <a:pPr marL="171450" lvl="1" indent="-171450">
              <a:buFont typeface="Arial" panose="020B0604020202020204" pitchFamily="34" charset="0"/>
              <a:buChar char="•"/>
            </a:pPr>
            <a:r>
              <a:rPr lang="en-US" dirty="0"/>
              <a:t>Measure and test signal attenuation at installation: Proactively test and document signal strength during cable installation. This establishes a baseline and helps identify potential issues early on.</a:t>
            </a:r>
          </a:p>
          <a:p>
            <a:pPr marL="6350">
              <a:buNone/>
            </a:pPr>
            <a:r>
              <a:rPr lang="en-US" b="1" dirty="0"/>
              <a:t>Additional Points to Consider:</a:t>
            </a:r>
          </a:p>
          <a:p>
            <a:pPr marL="171450" lvl="1" indent="-171450">
              <a:buFont typeface="Arial" panose="020B0604020202020204" pitchFamily="34" charset="0"/>
              <a:buChar char="•"/>
            </a:pPr>
            <a:r>
              <a:rPr lang="en-US" dirty="0"/>
              <a:t>Briefly explain the concept of signal-to-noise ratio (SNR) and how attenuation can negatively impact it. A strong SNR is crucial for error-free data transmission.</a:t>
            </a:r>
          </a:p>
          <a:p>
            <a:pPr marL="171450" lvl="1" indent="-171450">
              <a:buFont typeface="Arial" panose="020B0604020202020204" pitchFamily="34" charset="0"/>
              <a:buChar char="•"/>
            </a:pPr>
            <a:r>
              <a:rPr lang="en-US" dirty="0"/>
              <a:t>Discuss the importance of using cables that meet the specific requirements of your application. For example, high-bandwidth applications might necessitate thicker cables or specific cable types with lower attenuation characteristics.</a:t>
            </a:r>
          </a:p>
          <a:p>
            <a:pPr marL="171450" lvl="1" indent="-171450">
              <a:buFont typeface="Arial" panose="020B0604020202020204" pitchFamily="34" charset="0"/>
              <a:buChar char="•"/>
            </a:pPr>
            <a:r>
              <a:rPr lang="en-US" dirty="0"/>
              <a:t>If the slide includes visuals of different cable types, use them as a reference point while discussing cable quality upgrades.</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44</a:t>
            </a:fld>
            <a:endParaRPr lang="en-US" dirty="0"/>
          </a:p>
        </p:txBody>
      </p:sp>
    </p:spTree>
    <p:extLst>
      <p:ext uri="{BB962C8B-B14F-4D97-AF65-F5344CB8AC3E}">
        <p14:creationId xmlns:p14="http://schemas.microsoft.com/office/powerpoint/2010/main" val="26972396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Interference Issues</a:t>
            </a:r>
            <a:endParaRPr lang="en-US" dirty="0"/>
          </a:p>
          <a:p>
            <a:pPr marL="6350">
              <a:buNone/>
            </a:pPr>
            <a:endParaRPr lang="en-US" b="1" dirty="0"/>
          </a:p>
          <a:p>
            <a:pPr marL="6350">
              <a:buNone/>
            </a:pPr>
            <a:r>
              <a:rPr lang="en-US" b="1" dirty="0"/>
              <a:t>Understanding Interference</a:t>
            </a:r>
            <a:r>
              <a:rPr lang="en-US" dirty="0"/>
              <a:t>:</a:t>
            </a:r>
          </a:p>
          <a:p>
            <a:pPr marL="171450" lvl="1" indent="-171450">
              <a:buFont typeface="Arial" panose="020B0604020202020204" pitchFamily="34" charset="0"/>
              <a:buChar char="•"/>
            </a:pPr>
            <a:r>
              <a:rPr lang="en-US" dirty="0"/>
              <a:t>Signal interference arises from external or internal sources, causing disruptions and data errors in cable transmissions.</a:t>
            </a:r>
          </a:p>
          <a:p>
            <a:pPr marL="171450" lvl="1" indent="-171450">
              <a:buFont typeface="Arial" panose="020B0604020202020204" pitchFamily="34" charset="0"/>
              <a:buChar char="•"/>
            </a:pPr>
            <a:r>
              <a:rPr lang="en-US" dirty="0"/>
              <a:t>Common culprits include:</a:t>
            </a:r>
          </a:p>
          <a:p>
            <a:pPr marL="685165" lvl="2" indent="-171450">
              <a:buFont typeface="Courier New" panose="020B0604020202020204" pitchFamily="34" charset="0"/>
              <a:buChar char="o"/>
            </a:pPr>
            <a:r>
              <a:rPr lang="en-US" dirty="0"/>
              <a:t>Electromagnetic interference (EMI): Emissions from electrical devices like motors or power lines.</a:t>
            </a:r>
          </a:p>
          <a:p>
            <a:pPr marL="685165" lvl="2" indent="-171450">
              <a:buFont typeface="Courier New" panose="020B0604020202020204" pitchFamily="34" charset="0"/>
              <a:buChar char="o"/>
            </a:pPr>
            <a:r>
              <a:rPr lang="en-US" dirty="0"/>
              <a:t>Radio frequency interference (RFI): Signals from radio waves or wireless devices.</a:t>
            </a:r>
          </a:p>
          <a:p>
            <a:pPr marL="685165" lvl="2" indent="-171450">
              <a:buFont typeface="Courier New" panose="020B0604020202020204" pitchFamily="34" charset="0"/>
              <a:buChar char="o"/>
            </a:pPr>
            <a:r>
              <a:rPr lang="en-US" dirty="0"/>
              <a:t>Crosstalk: Electrical "crosstalk" between adjacent cables, where signals from one cable can couple into another.</a:t>
            </a:r>
          </a:p>
          <a:p>
            <a:pPr marL="685165" lvl="2" indent="-171450">
              <a:buFont typeface="Courier New" panose="020B0604020202020204" pitchFamily="34" charset="0"/>
              <a:buChar char="o"/>
            </a:pPr>
            <a:r>
              <a:rPr lang="en-US" dirty="0"/>
              <a:t>Defective connectors/conductors: Faulty connectors or damaged conductors within the cable itself.</a:t>
            </a:r>
            <a:endParaRPr lang="en-US" dirty="0">
              <a:cs typeface="Calibri" panose="020F0502020204030204"/>
            </a:endParaRPr>
          </a:p>
          <a:p>
            <a:pPr marL="6350">
              <a:buNone/>
            </a:pPr>
            <a:r>
              <a:rPr lang="en-US" b="1" dirty="0"/>
              <a:t>Combating Interference</a:t>
            </a:r>
            <a:r>
              <a:rPr lang="en-US" dirty="0"/>
              <a:t>:</a:t>
            </a:r>
          </a:p>
          <a:p>
            <a:pPr marL="171450" lvl="1" indent="-171450">
              <a:buFont typeface="Arial" panose="020B0604020202020204" pitchFamily="34" charset="0"/>
              <a:buChar char="•"/>
            </a:pPr>
            <a:r>
              <a:rPr lang="en-US" dirty="0"/>
              <a:t>Shielding techniques: Utilize cables with foil or braided shields that act like barriers, deflecting external EMI and RFI.</a:t>
            </a:r>
          </a:p>
          <a:p>
            <a:pPr marL="171450" lvl="1" indent="-171450">
              <a:buFont typeface="Arial" panose="020B0604020202020204" pitchFamily="34" charset="0"/>
              <a:buChar char="•"/>
            </a:pPr>
            <a:r>
              <a:rPr lang="en-US" dirty="0"/>
              <a:t>Systematic cable routing and organization: Maintain proper cable separation to minimize crosstalk. Avoid running power cables and signal cables in close proximity.</a:t>
            </a:r>
          </a:p>
          <a:p>
            <a:pPr marL="171450" lvl="1" indent="-171450">
              <a:buFont typeface="Arial" panose="020B0604020202020204" pitchFamily="34" charset="0"/>
              <a:buChar char="•"/>
            </a:pPr>
            <a:r>
              <a:rPr lang="en-US" dirty="0"/>
              <a:t>Use robust materials and strain relief: Invest in cables with strong outer jackets and strain relief features to protect the conductors from physical damage that can create internal interference.</a:t>
            </a:r>
          </a:p>
          <a:p>
            <a:pPr marL="171450" lvl="1" indent="-171450">
              <a:buFont typeface="Arial" panose="020B0604020202020204" pitchFamily="34" charset="0"/>
              <a:buChar char="•"/>
            </a:pPr>
            <a:r>
              <a:rPr lang="en-US" dirty="0"/>
              <a:t>Compatibility testing: For critical applications, consider compatibility testing between cables and network equipment to ensure they function optimally together and minimize signal disruption.</a:t>
            </a:r>
          </a:p>
          <a:p>
            <a:pPr marL="6350">
              <a:buNone/>
            </a:pPr>
            <a:r>
              <a:rPr lang="en-US" b="1" dirty="0"/>
              <a:t>Additional Points to Consider</a:t>
            </a:r>
            <a:r>
              <a:rPr lang="en-US" dirty="0"/>
              <a:t>:</a:t>
            </a:r>
          </a:p>
          <a:p>
            <a:pPr marL="171450" lvl="1" indent="-171450">
              <a:buFont typeface="Arial" panose="020B0604020202020204" pitchFamily="34" charset="0"/>
              <a:buChar char="•"/>
            </a:pPr>
            <a:r>
              <a:rPr lang="en-US" dirty="0"/>
              <a:t>Briefly explain the concept of "grounded" cables and how proper grounding practices help mitigate EMI and improve signal quality.</a:t>
            </a:r>
          </a:p>
          <a:p>
            <a:pPr marL="171450" lvl="1" indent="-171450">
              <a:buFont typeface="Arial" panose="020B0604020202020204" pitchFamily="34" charset="0"/>
              <a:buChar char="•"/>
            </a:pPr>
            <a:r>
              <a:rPr lang="en-US" dirty="0"/>
              <a:t>Discuss the importance of cable management strategies for maintaining organized cable layouts. This minimizes crosstalk and simplifies troubleshooting efforts.</a:t>
            </a:r>
          </a:p>
          <a:p>
            <a:pPr marL="171450" lvl="1" indent="-171450">
              <a:buFont typeface="Arial" panose="020B0604020202020204" pitchFamily="34" charset="0"/>
              <a:buChar char="•"/>
            </a:pPr>
            <a:r>
              <a:rPr lang="en-US" dirty="0"/>
              <a:t>If the slide includes visuals of different cable shielding types, use them to illustrate the concept of shielding effectiveness.</a:t>
            </a:r>
          </a:p>
          <a:p>
            <a:pPr marL="158750" indent="0">
              <a:buNone/>
            </a:pPr>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45</a:t>
            </a:fld>
            <a:endParaRPr lang="en-US" dirty="0"/>
          </a:p>
        </p:txBody>
      </p:sp>
    </p:spTree>
    <p:extLst>
      <p:ext uri="{BB962C8B-B14F-4D97-AF65-F5344CB8AC3E}">
        <p14:creationId xmlns:p14="http://schemas.microsoft.com/office/powerpoint/2010/main" val="29018322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Crosstalk Issues</a:t>
            </a:r>
          </a:p>
          <a:p>
            <a:pPr marL="6350">
              <a:buNone/>
            </a:pPr>
            <a:r>
              <a:rPr lang="en-US" b="0" dirty="0"/>
              <a:t>Crosstalk is not called out on the exam objectives document. So, you may prefer to skip this section in class.</a:t>
            </a:r>
          </a:p>
          <a:p>
            <a:pPr marL="6350">
              <a:buNone/>
            </a:pPr>
            <a:endParaRPr lang="en-US" b="0" dirty="0"/>
          </a:p>
          <a:p>
            <a:pPr marL="6350">
              <a:buNone/>
            </a:pPr>
            <a:r>
              <a:rPr lang="en-US" b="1" dirty="0"/>
              <a:t>Instructor Notes</a:t>
            </a:r>
          </a:p>
          <a:p>
            <a:pPr marL="171450" lvl="1" indent="-171450">
              <a:buFont typeface="Arial" panose="020B0604020202020204" pitchFamily="34" charset="0"/>
              <a:buChar char="•"/>
            </a:pPr>
            <a:r>
              <a:rPr lang="en-US" b="1" dirty="0"/>
              <a:t>Near End Crosstalk (NEXT)</a:t>
            </a:r>
            <a:r>
              <a:rPr lang="en-US" dirty="0"/>
              <a:t>: Cro</a:t>
            </a:r>
            <a:r>
              <a:rPr lang="en-US" b="0" dirty="0"/>
              <a:t>sstalk measured at the transmitter end on the receive pairs.</a:t>
            </a:r>
          </a:p>
          <a:p>
            <a:pPr marL="514213" lvl="1" indent="-171450">
              <a:buFont typeface="Courier New" panose="02070309020205020404" pitchFamily="49" charset="0"/>
              <a:buChar char="o"/>
            </a:pPr>
            <a:r>
              <a:rPr lang="en-US" b="0" dirty="0"/>
              <a:t>Causes: Often due to excessive untwisting of pairs or faulty bonding of shielded elements.</a:t>
            </a:r>
          </a:p>
          <a:p>
            <a:pPr marL="171450" indent="-171450">
              <a:buFont typeface="Arial" panose="020B0604020202020204" pitchFamily="34" charset="0"/>
              <a:buChar char="•"/>
            </a:pPr>
            <a:r>
              <a:rPr lang="en-US" b="1" dirty="0"/>
              <a:t>Attenuation to Crosstalk Ratio, Near End (ACRN)</a:t>
            </a:r>
            <a:r>
              <a:rPr lang="en-US" b="0" dirty="0"/>
              <a:t>: The difference between insertion loss and NEXT.</a:t>
            </a:r>
          </a:p>
          <a:p>
            <a:pPr marL="514213" lvl="1" indent="-171450">
              <a:buFont typeface="Courier New" panose="02070309020205020404" pitchFamily="49" charset="0"/>
              <a:buChar char="o"/>
            </a:pPr>
            <a:r>
              <a:rPr lang="en-US" b="0" dirty="0"/>
              <a:t>Significance: Acts like a signal-to-noise ratio (SNR). A high ACRN value indicates a strong signal relative to noise; a value near zero suggests potential for high error rates.</a:t>
            </a:r>
          </a:p>
          <a:p>
            <a:pPr marL="171450" indent="-171450">
              <a:buFont typeface="Arial" panose="020B0604020202020204" pitchFamily="34" charset="0"/>
              <a:buChar char="•"/>
            </a:pPr>
            <a:r>
              <a:rPr lang="en-US" b="1" dirty="0"/>
              <a:t>Attenuation-to-Crosstalk Ratio, Far End (ACRF)</a:t>
            </a:r>
            <a:r>
              <a:rPr lang="en-US" b="0" dirty="0"/>
              <a:t>: Measures FEXT on the receive pairs at the recipient end.</a:t>
            </a:r>
          </a:p>
          <a:p>
            <a:pPr marL="514213" lvl="1" indent="-171450">
              <a:buFont typeface="Courier New" panose="02070309020205020404" pitchFamily="49" charset="0"/>
              <a:buChar char="o"/>
            </a:pPr>
            <a:r>
              <a:rPr lang="en-US" b="0" dirty="0"/>
              <a:t>Importance: Provides a measure of cable performance that is independent of link length by comparing insertion loss to FEXT.</a:t>
            </a:r>
          </a:p>
          <a:p>
            <a:pPr marL="171450" indent="-171450" algn="l">
              <a:buFont typeface="Arial" panose="020B0604020202020204" pitchFamily="34" charset="0"/>
              <a:buChar char="•"/>
            </a:pPr>
            <a:r>
              <a:rPr lang="en-US" b="1" dirty="0"/>
              <a:t>Power Sum</a:t>
            </a:r>
            <a:r>
              <a:rPr lang="en-US" dirty="0"/>
              <a:t>: Relevant for Gigabit and 10 GbE Ethernet which use all four pairs.</a:t>
            </a:r>
          </a:p>
          <a:p>
            <a:pPr marL="514213" lvl="1" indent="-171450" algn="l">
              <a:buFont typeface="Courier New" panose="02070309020205020404" pitchFamily="49" charset="0"/>
              <a:buChar char="o"/>
            </a:pPr>
            <a:r>
              <a:rPr lang="en-US" dirty="0"/>
              <a:t>Measurement: Involves PSNEXT, PSACRN, and PSACRF calculations by energizing three pairs at a time to ensure cable suitability for high-speed applications.</a:t>
            </a:r>
          </a:p>
          <a:p>
            <a:pPr marL="171450" indent="-171450" algn="l">
              <a:buFont typeface="Arial" panose="020B0604020202020204" pitchFamily="34" charset="0"/>
              <a:buChar char="•"/>
            </a:pPr>
            <a:r>
              <a:rPr lang="en-US" b="1" dirty="0"/>
              <a:t>Alien Crosstalk</a:t>
            </a:r>
            <a:r>
              <a:rPr lang="en-US" dirty="0"/>
              <a:t>: Interference caused by signal traffic from adjacent cables.</a:t>
            </a:r>
          </a:p>
          <a:p>
            <a:pPr marL="514213" lvl="1" indent="-171450" algn="l">
              <a:buFont typeface="Courier New" panose="02070309020205020404" pitchFamily="49" charset="0"/>
              <a:buChar char="o"/>
            </a:pPr>
            <a:r>
              <a:rPr lang="en-US" dirty="0"/>
              <a:t>Common Causes: Can occur due to tightly cinched cable bundles or poorly terminated cabling.</a:t>
            </a:r>
          </a:p>
          <a:p>
            <a:pPr marL="158750" indent="0">
              <a:buNone/>
            </a:pPr>
            <a:endParaRPr lang="en-US" b="0"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46</a:t>
            </a:fld>
            <a:endParaRPr lang="en-US" dirty="0"/>
          </a:p>
        </p:txBody>
      </p:sp>
    </p:spTree>
    <p:extLst>
      <p:ext uri="{BB962C8B-B14F-4D97-AF65-F5344CB8AC3E}">
        <p14:creationId xmlns:p14="http://schemas.microsoft.com/office/powerpoint/2010/main" val="8111809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dirty="0"/>
              <a:t>Suggested Instructional Tip - Crosstalk Issues: Solutions</a:t>
            </a:r>
          </a:p>
          <a:p>
            <a:pPr marL="6350">
              <a:buNone/>
            </a:pPr>
            <a:r>
              <a:rPr lang="en-US" b="0" dirty="0"/>
              <a:t>Crosstalk is not called out on the exam objectives document. So, you may prefer to skip this section in class.</a:t>
            </a:r>
          </a:p>
          <a:p>
            <a:pPr marL="158750" indent="0">
              <a:buNone/>
            </a:pPr>
            <a:endParaRPr lang="en-US" b="0" i="0" dirty="0">
              <a:effectLst/>
              <a:highlight>
                <a:srgbClr val="FFFFFF"/>
              </a:highlight>
              <a:latin typeface="Open Sans" panose="020B0606030504020204" pitchFamily="34" charset="0"/>
            </a:endParaRP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47</a:t>
            </a:fld>
            <a:endParaRPr lang="en-US" dirty="0"/>
          </a:p>
        </p:txBody>
      </p:sp>
    </p:spTree>
    <p:extLst>
      <p:ext uri="{BB962C8B-B14F-4D97-AF65-F5344CB8AC3E}">
        <p14:creationId xmlns:p14="http://schemas.microsoft.com/office/powerpoint/2010/main" val="6965438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lvl="0">
              <a:buNone/>
            </a:pPr>
            <a:r>
              <a:rPr lang="en-US" b="1" dirty="0"/>
              <a:t>Suggested Activity – Think About It</a:t>
            </a:r>
            <a:endParaRPr lang="en-US" dirty="0"/>
          </a:p>
          <a:p>
            <a:pPr marL="6350" lvl="0">
              <a:buNone/>
            </a:pPr>
            <a:r>
              <a:rPr lang="en-US" dirty="0"/>
              <a:t>What are some symptoms of cabling issues?</a:t>
            </a:r>
          </a:p>
          <a:p>
            <a:pPr marL="171450" lvl="0" indent="-171450">
              <a:buFont typeface="Arial" panose="020B0604020202020204" pitchFamily="34" charset="0"/>
              <a:buChar char="•"/>
            </a:pPr>
            <a:r>
              <a:rPr lang="en-US" dirty="0"/>
              <a:t>Slow Internet Speeds</a:t>
            </a:r>
          </a:p>
          <a:p>
            <a:pPr marL="171450" lvl="0" indent="-171450">
              <a:buFont typeface="Arial" panose="020B0604020202020204" pitchFamily="34" charset="0"/>
              <a:buChar char="•"/>
            </a:pPr>
            <a:r>
              <a:rPr lang="en-US" dirty="0"/>
              <a:t>Random disconnections and reconnections</a:t>
            </a:r>
          </a:p>
          <a:p>
            <a:pPr marL="171450" lvl="0" indent="-171450">
              <a:buFont typeface="Arial" panose="020B0604020202020204" pitchFamily="34" charset="0"/>
              <a:buChar char="•"/>
            </a:pPr>
            <a:r>
              <a:rPr lang="en-US" dirty="0"/>
              <a:t>Connection timeouts.</a:t>
            </a:r>
          </a:p>
          <a:p>
            <a:pPr marL="171450" lvl="0" indent="-171450">
              <a:buFont typeface="Arial" panose="020B0604020202020204" pitchFamily="34" charset="0"/>
              <a:buChar char="•"/>
            </a:pPr>
            <a:r>
              <a:rPr lang="en-US" dirty="0"/>
              <a:t>Slowing down of applications</a:t>
            </a:r>
          </a:p>
          <a:p>
            <a:pPr marL="171450" lvl="0" indent="-171450">
              <a:buFont typeface="Arial" panose="020B0604020202020204" pitchFamily="34" charset="0"/>
              <a:buChar char="•"/>
            </a:pPr>
            <a:r>
              <a:rPr lang="en-US" dirty="0"/>
              <a:t>Lagging audio/video communication</a:t>
            </a:r>
          </a:p>
          <a:p>
            <a:pPr marL="171450" lvl="0" indent="-171450">
              <a:buFont typeface="Arial" panose="020B0604020202020204" pitchFamily="34" charset="0"/>
              <a:buChar char="•"/>
            </a:pPr>
            <a:r>
              <a:rPr lang="en-US" dirty="0"/>
              <a:t>Frequent drops or unstable network link</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48</a:t>
            </a:fld>
            <a:endParaRPr lang="en-US" dirty="0"/>
          </a:p>
        </p:txBody>
      </p:sp>
    </p:spTree>
    <p:extLst>
      <p:ext uri="{BB962C8B-B14F-4D97-AF65-F5344CB8AC3E}">
        <p14:creationId xmlns:p14="http://schemas.microsoft.com/office/powerpoint/2010/main" val="2810146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a:t>
            </a:r>
          </a:p>
          <a:p>
            <a:pPr marL="171450" indent="-171450">
              <a:buFont typeface="Arial" panose="020B0604020202020204" pitchFamily="34" charset="0"/>
              <a:buChar char="•"/>
            </a:pPr>
            <a:r>
              <a:rPr lang="en-US" dirty="0"/>
              <a:t>Ask learners to summarize their key takeaways from this module</a:t>
            </a:r>
          </a:p>
          <a:p>
            <a:pPr marL="171450" indent="-171450">
              <a:buFont typeface="Arial" panose="020B0604020202020204" pitchFamily="34" charset="0"/>
              <a:buChar char="•"/>
            </a:pPr>
            <a:r>
              <a:rPr lang="en-US" dirty="0"/>
              <a:t>Conclude by going over main points on the next slide</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49</a:t>
            </a:fld>
            <a:endParaRPr lang="en-US" dirty="0"/>
          </a:p>
        </p:txBody>
      </p:sp>
    </p:spTree>
    <p:extLst>
      <p:ext uri="{BB962C8B-B14F-4D97-AF65-F5344CB8AC3E}">
        <p14:creationId xmlns:p14="http://schemas.microsoft.com/office/powerpoint/2010/main" val="23899969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 – Main Points</a:t>
            </a:r>
          </a:p>
          <a:p>
            <a:r>
              <a:rPr lang="en-US" b="0" i="0" u="none" strike="noStrike" dirty="0">
                <a:effectLst/>
                <a:latin typeface="+mn-lt"/>
              </a:rPr>
              <a:t>Reiterate the relevance of each point:</a:t>
            </a:r>
            <a:r>
              <a:rPr lang="en-US" b="0" i="0" dirty="0">
                <a:effectLst/>
                <a:latin typeface="+mn-lt"/>
              </a:rPr>
              <a:t>​</a:t>
            </a:r>
          </a:p>
          <a:p>
            <a:pPr marL="171450" indent="-171450">
              <a:buFont typeface="Arial" panose="020B0604020202020204" pitchFamily="34" charset="0"/>
              <a:buChar char="•"/>
            </a:pPr>
            <a:r>
              <a:rPr lang="en-US" b="0" dirty="0">
                <a:latin typeface="+mn-lt"/>
              </a:rPr>
              <a:t>Consider the factors that can affect the performance of network media, such as electromagnetic interference and attenuation and whether shielded copper or fiber optic cable will be required.</a:t>
            </a:r>
          </a:p>
          <a:p>
            <a:pPr marL="171450" indent="-171450">
              <a:buFont typeface="Arial" panose="020B0604020202020204" pitchFamily="34" charset="0"/>
              <a:buChar char="•"/>
            </a:pPr>
            <a:r>
              <a:rPr lang="en-US" b="0" dirty="0">
                <a:latin typeface="+mn-lt"/>
              </a:rPr>
              <a:t>Use appropriate tools to prepare cables and terminate to either punch down blocks or to connectors.</a:t>
            </a:r>
          </a:p>
          <a:p>
            <a:pPr marL="171450" indent="-171450">
              <a:buFont typeface="Arial" panose="020B0604020202020204" pitchFamily="34" charset="0"/>
              <a:buChar char="•"/>
            </a:pPr>
            <a:r>
              <a:rPr lang="en-US" b="0" dirty="0">
                <a:latin typeface="+mn-lt"/>
              </a:rPr>
              <a:t>Verify that cables are being used for their proper application.</a:t>
            </a:r>
          </a:p>
          <a:p>
            <a:pPr marL="171450" indent="-171450">
              <a:buFont typeface="Arial" panose="020B0604020202020204" pitchFamily="34" charset="0"/>
              <a:buChar char="•"/>
            </a:pPr>
            <a:r>
              <a:rPr lang="en-US" b="0" dirty="0">
                <a:latin typeface="+mn-lt"/>
              </a:rPr>
              <a:t>Use cable testing tools to identify faults. </a:t>
            </a:r>
          </a:p>
        </p:txBody>
      </p:sp>
      <p:sp>
        <p:nvSpPr>
          <p:cNvPr id="4" name="Footer Placeholder 3"/>
          <p:cNvSpPr>
            <a:spLocks noGrp="1"/>
          </p:cNvSpPr>
          <p:nvPr>
            <p:ph type="ftr" sz="quarter" idx="4"/>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FC1154-15AF-4CEB-AEC9-7A3CFB195E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844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745431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dirty="0"/>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902412902"/>
      </p:ext>
    </p:extLst>
  </p:cSld>
  <p:clrMapOvr>
    <a:masterClrMapping/>
  </p:clrMapOvr>
  <p:extLst>
    <p:ext uri="{DCECCB84-F9BA-43D5-87BE-67443E8EF086}">
      <p15:sldGuideLst xmlns:p15="http://schemas.microsoft.com/office/powerpoint/2012/main">
        <p15:guide id="1" orient="horz" pos="1618"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319013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602627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720273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34177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383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919769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dirty="0"/>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screen">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1911816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100000"/>
        </a:lnSpc>
        <a:spcBef>
          <a:spcPts val="0"/>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100000"/>
        </a:lnSpc>
        <a:spcBef>
          <a:spcPts val="0"/>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100000"/>
        </a:lnSpc>
        <a:spcBef>
          <a:spcPts val="0"/>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100000"/>
        </a:lnSpc>
        <a:spcBef>
          <a:spcPts val="0"/>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100000"/>
        </a:lnSpc>
        <a:spcBef>
          <a:spcPts val="0"/>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23.xml"/><Relationship Id="rId3" Type="http://schemas.openxmlformats.org/officeDocument/2006/relationships/diagramData" Target="../diagrams/data22.xml"/><Relationship Id="rId7" Type="http://schemas.microsoft.com/office/2007/relationships/diagramDrawing" Target="../diagrams/drawing22.xml"/><Relationship Id="rId12" Type="http://schemas.microsoft.com/office/2007/relationships/diagramDrawing" Target="../diagrams/drawing23.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22.xml"/><Relationship Id="rId11" Type="http://schemas.openxmlformats.org/officeDocument/2006/relationships/diagramColors" Target="../diagrams/colors23.xml"/><Relationship Id="rId5" Type="http://schemas.openxmlformats.org/officeDocument/2006/relationships/diagramQuickStyle" Target="../diagrams/quickStyle22.xml"/><Relationship Id="rId10" Type="http://schemas.openxmlformats.org/officeDocument/2006/relationships/diagramQuickStyle" Target="../diagrams/quickStyle23.xml"/><Relationship Id="rId4" Type="http://schemas.openxmlformats.org/officeDocument/2006/relationships/diagramLayout" Target="../diagrams/layout22.xml"/><Relationship Id="rId9" Type="http://schemas.openxmlformats.org/officeDocument/2006/relationships/diagramLayout" Target="../diagrams/layout2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dirty="0"/>
              <a:t>Module 2</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7318420" cy="1633528"/>
          </a:xfrm>
        </p:spPr>
        <p:txBody>
          <a:bodyPr/>
          <a:lstStyle/>
          <a:p>
            <a:pPr>
              <a:lnSpc>
                <a:spcPct val="100000"/>
              </a:lnSpc>
              <a:spcBef>
                <a:spcPts val="0"/>
              </a:spcBef>
            </a:pPr>
            <a:r>
              <a:rPr lang="en-US" dirty="0"/>
              <a:t>Supporting Cabling </a:t>
            </a:r>
            <a:br>
              <a:rPr lang="en-US" dirty="0"/>
            </a:br>
            <a:r>
              <a:rPr lang="en-US" dirty="0"/>
              <a:t>and Physical Installations</a:t>
            </a:r>
          </a:p>
        </p:txBody>
      </p:sp>
      <p:sp>
        <p:nvSpPr>
          <p:cNvPr id="19" name="Footer Placeholder 18">
            <a:extLst>
              <a:ext uri="{FF2B5EF4-FFF2-40B4-BE49-F238E27FC236}">
                <a16:creationId xmlns:a16="http://schemas.microsoft.com/office/drawing/2014/main" id="{4D1A4C74-397E-1498-20B3-B10B21308A69}"/>
              </a:ext>
            </a:extLst>
          </p:cNvPr>
          <p:cNvSpPr>
            <a:spLocks noGrp="1"/>
          </p:cNvSpPr>
          <p:nvPr>
            <p:ph type="ftr" sz="quarter" idx="3"/>
          </p:nvPr>
        </p:nvSpPr>
        <p:spPr/>
        <p:txBody>
          <a:bodyPr/>
          <a:lstStyle/>
          <a:p>
            <a:r>
              <a:rPr lang="en-US" dirty="0"/>
              <a:t>Copyright © 2025 CompTIA, Inc. All Rights Reserved. </a:t>
            </a:r>
          </a:p>
        </p:txBody>
      </p:sp>
      <p:sp>
        <p:nvSpPr>
          <p:cNvPr id="20" name="Slide Number Placeholder 19">
            <a:extLst>
              <a:ext uri="{FF2B5EF4-FFF2-40B4-BE49-F238E27FC236}">
                <a16:creationId xmlns:a16="http://schemas.microsoft.com/office/drawing/2014/main" id="{660C6AC7-47CE-C5B5-DF3B-93E10AA11821}"/>
              </a:ext>
            </a:extLst>
          </p:cNvPr>
          <p:cNvSpPr>
            <a:spLocks noGrp="1"/>
          </p:cNvSpPr>
          <p:nvPr>
            <p:ph type="sldNum" sz="quarter" idx="12"/>
          </p:nvPr>
        </p:nvSpPr>
        <p:spPr/>
        <p:txBody>
          <a:bodyPr/>
          <a:lstStyle/>
          <a:p>
            <a:fld id="{64537577-822C-42C9-B1FE-62AC5F07B59D}" type="slidenum">
              <a:rPr lang="en-US" smtClean="0"/>
              <a:pPr/>
              <a:t>1</a:t>
            </a:fld>
            <a:endParaRPr lang="en-US" dirty="0"/>
          </a:p>
        </p:txBody>
      </p:sp>
    </p:spTree>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fontScale="90000"/>
          </a:bodyPr>
          <a:lstStyle/>
          <a:p>
            <a:r>
              <a:rPr lang="en-US" noProof="0" dirty="0"/>
              <a:t>Module Objectives</a:t>
            </a:r>
            <a:endParaRPr lang="en-US" dirty="0"/>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dirty="0"/>
              <a:t>Summarize Ethernet standards.</a:t>
            </a:r>
            <a:endParaRPr lang="en-US" noProof="0" dirty="0"/>
          </a:p>
          <a:p>
            <a:r>
              <a:rPr lang="en-US" dirty="0"/>
              <a:t>Summarize copper cabling and connector types.</a:t>
            </a:r>
          </a:p>
          <a:p>
            <a:r>
              <a:rPr lang="en-US" dirty="0"/>
              <a:t>Summarize fiber optic cabling and connector types.</a:t>
            </a:r>
          </a:p>
          <a:p>
            <a:r>
              <a:rPr lang="en-US" noProof="0" dirty="0"/>
              <a:t>Describe physical installation factors for rack-based installations in server rooms and datacenters.</a:t>
            </a:r>
          </a:p>
          <a:p>
            <a:r>
              <a:rPr lang="en-US" dirty="0"/>
              <a:t>Deploy and troubleshoot Ethernet cabling.</a:t>
            </a:r>
            <a:endParaRPr lang="en-US" noProof="0" dirty="0"/>
          </a:p>
        </p:txBody>
      </p:sp>
      <p:sp>
        <p:nvSpPr>
          <p:cNvPr id="5" name="Slide Number Placeholder 4">
            <a:extLst>
              <a:ext uri="{FF2B5EF4-FFF2-40B4-BE49-F238E27FC236}">
                <a16:creationId xmlns:a16="http://schemas.microsoft.com/office/drawing/2014/main" id="{26066F7B-CEA2-A4A1-24CF-BF7F4C0BFAA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dirty="0"/>
          </a:p>
        </p:txBody>
      </p:sp>
      <p:sp>
        <p:nvSpPr>
          <p:cNvPr id="6" name="Footer Placeholder 5">
            <a:extLst>
              <a:ext uri="{FF2B5EF4-FFF2-40B4-BE49-F238E27FC236}">
                <a16:creationId xmlns:a16="http://schemas.microsoft.com/office/drawing/2014/main" id="{81875F3F-41DF-9687-F67C-5BDBC626868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2.1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Ethernet</a:t>
            </a:r>
          </a:p>
        </p:txBody>
      </p:sp>
      <p:sp>
        <p:nvSpPr>
          <p:cNvPr id="5" name="Slide Number Placeholder 4">
            <a:extLst>
              <a:ext uri="{FF2B5EF4-FFF2-40B4-BE49-F238E27FC236}">
                <a16:creationId xmlns:a16="http://schemas.microsoft.com/office/drawing/2014/main" id="{2FFFF0BB-6058-A3C7-0285-9E0437F53A6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dirty="0"/>
          </a:p>
        </p:txBody>
      </p:sp>
      <p:sp>
        <p:nvSpPr>
          <p:cNvPr id="6" name="Footer Placeholder 5">
            <a:extLst>
              <a:ext uri="{FF2B5EF4-FFF2-40B4-BE49-F238E27FC236}">
                <a16:creationId xmlns:a16="http://schemas.microsoft.com/office/drawing/2014/main" id="{C5875C09-FF2C-9A42-FE20-1070951C21B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3E4FB-6528-83F7-9FF2-97EAB0AFFBAC}"/>
              </a:ext>
            </a:extLst>
          </p:cNvPr>
          <p:cNvSpPr>
            <a:spLocks noGrp="1"/>
          </p:cNvSpPr>
          <p:nvPr>
            <p:ph type="title"/>
          </p:nvPr>
        </p:nvSpPr>
        <p:spPr/>
        <p:txBody>
          <a:bodyPr>
            <a:normAutofit fontScale="90000"/>
          </a:bodyPr>
          <a:lstStyle/>
          <a:p>
            <a:r>
              <a:rPr lang="en-US" dirty="0"/>
              <a:t>Ethernet Standards</a:t>
            </a:r>
          </a:p>
        </p:txBody>
      </p:sp>
      <p:sp>
        <p:nvSpPr>
          <p:cNvPr id="6" name="Slide Number Placeholder 5">
            <a:extLst>
              <a:ext uri="{FF2B5EF4-FFF2-40B4-BE49-F238E27FC236}">
                <a16:creationId xmlns:a16="http://schemas.microsoft.com/office/drawing/2014/main" id="{F4ED4DEC-FEF3-B152-B2CC-C4D1482B426F}"/>
              </a:ext>
            </a:extLst>
          </p:cNvPr>
          <p:cNvSpPr>
            <a:spLocks noGrp="1"/>
          </p:cNvSpPr>
          <p:nvPr>
            <p:ph type="sldNum" sz="quarter" idx="12"/>
          </p:nvPr>
        </p:nvSpPr>
        <p:spPr/>
        <p:txBody>
          <a:bodyPr/>
          <a:lstStyle/>
          <a:p>
            <a:fld id="{64537577-822C-42C9-B1FE-62AC5F07B59D}" type="slidenum">
              <a:rPr lang="en-US" smtClean="0"/>
              <a:pPr/>
              <a:t>4</a:t>
            </a:fld>
            <a:endParaRPr lang="en-US" dirty="0"/>
          </a:p>
        </p:txBody>
      </p:sp>
      <p:sp>
        <p:nvSpPr>
          <p:cNvPr id="7" name="Footer Placeholder 6">
            <a:extLst>
              <a:ext uri="{FF2B5EF4-FFF2-40B4-BE49-F238E27FC236}">
                <a16:creationId xmlns:a16="http://schemas.microsoft.com/office/drawing/2014/main" id="{1F6CF827-564D-6D28-9E36-597B5453226F}"/>
              </a:ext>
            </a:extLst>
          </p:cNvPr>
          <p:cNvSpPr>
            <a:spLocks noGrp="1"/>
          </p:cNvSpPr>
          <p:nvPr>
            <p:ph type="ftr" sz="quarter" idx="3"/>
          </p:nvPr>
        </p:nvSpPr>
        <p:spPr/>
        <p:txBody>
          <a:bodyPr/>
          <a:lstStyle/>
          <a:p>
            <a:r>
              <a:rPr lang="en-US"/>
              <a:t>Copyright © 2025 CompTIA, Inc. All Rights Reserved. </a:t>
            </a:r>
            <a:endParaRPr lang="en-US" dirty="0"/>
          </a:p>
        </p:txBody>
      </p:sp>
      <p:sp>
        <p:nvSpPr>
          <p:cNvPr id="3" name="TextBox 2">
            <a:extLst>
              <a:ext uri="{FF2B5EF4-FFF2-40B4-BE49-F238E27FC236}">
                <a16:creationId xmlns:a16="http://schemas.microsoft.com/office/drawing/2014/main" id="{970323E0-C738-0F75-A30E-B235F774F50C}"/>
              </a:ext>
            </a:extLst>
          </p:cNvPr>
          <p:cNvSpPr txBox="1"/>
          <p:nvPr/>
        </p:nvSpPr>
        <p:spPr>
          <a:xfrm>
            <a:off x="878312" y="1156071"/>
            <a:ext cx="7387375" cy="645733"/>
          </a:xfrm>
          <a:prstGeom prst="rect">
            <a:avLst/>
          </a:prstGeom>
          <a:noFill/>
        </p:spPr>
        <p:txBody>
          <a:bodyPr wrap="square" rtlCol="0">
            <a:spAutoFit/>
          </a:bodyPr>
          <a:lstStyle/>
          <a:p>
            <a:pPr algn="ctr"/>
            <a:r>
              <a:rPr lang="en-US" sz="1798" dirty="0">
                <a:solidFill>
                  <a:srgbClr val="404448"/>
                </a:solidFill>
                <a:latin typeface="+mj-lt"/>
              </a:rPr>
              <a:t>IEEE 802.3 standards define the physical layer and data link </a:t>
            </a:r>
            <a:br>
              <a:rPr lang="en-US" sz="1798" dirty="0">
                <a:solidFill>
                  <a:srgbClr val="404448"/>
                </a:solidFill>
                <a:latin typeface="+mj-lt"/>
              </a:rPr>
            </a:br>
            <a:r>
              <a:rPr lang="en-US" sz="1798" dirty="0">
                <a:solidFill>
                  <a:srgbClr val="404448"/>
                </a:solidFill>
                <a:latin typeface="+mj-lt"/>
              </a:rPr>
              <a:t>layer’s media access control (MAC) for wired Ethernet.</a:t>
            </a:r>
          </a:p>
        </p:txBody>
      </p:sp>
      <p:graphicFrame>
        <p:nvGraphicFramePr>
          <p:cNvPr id="8" name="Content Placeholder 7">
            <a:extLst>
              <a:ext uri="{FF2B5EF4-FFF2-40B4-BE49-F238E27FC236}">
                <a16:creationId xmlns:a16="http://schemas.microsoft.com/office/drawing/2014/main" id="{E84EA8F8-4ABC-C3B4-7EFD-F104B843920C}"/>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090322554"/>
              </p:ext>
            </p:extLst>
          </p:nvPr>
        </p:nvGraphicFramePr>
        <p:xfrm>
          <a:off x="628650" y="1901825"/>
          <a:ext cx="7894906" cy="2599004"/>
        </p:xfrm>
        <a:graphic>
          <a:graphicData uri="http://schemas.openxmlformats.org/drawingml/2006/table">
            <a:tbl>
              <a:tblPr firstRow="1" bandRow="1">
                <a:tableStyleId>{5C22544A-7EE6-4342-B048-85BDC9FD1C3A}</a:tableStyleId>
              </a:tblPr>
              <a:tblGrid>
                <a:gridCol w="2413586">
                  <a:extLst>
                    <a:ext uri="{9D8B030D-6E8A-4147-A177-3AD203B41FA5}">
                      <a16:colId xmlns:a16="http://schemas.microsoft.com/office/drawing/2014/main" val="2839191881"/>
                    </a:ext>
                  </a:extLst>
                </a:gridCol>
                <a:gridCol w="3665492">
                  <a:extLst>
                    <a:ext uri="{9D8B030D-6E8A-4147-A177-3AD203B41FA5}">
                      <a16:colId xmlns:a16="http://schemas.microsoft.com/office/drawing/2014/main" val="524503436"/>
                    </a:ext>
                  </a:extLst>
                </a:gridCol>
                <a:gridCol w="1815828">
                  <a:extLst>
                    <a:ext uri="{9D8B030D-6E8A-4147-A177-3AD203B41FA5}">
                      <a16:colId xmlns:a16="http://schemas.microsoft.com/office/drawing/2014/main" val="2116471603"/>
                    </a:ext>
                  </a:extLst>
                </a:gridCol>
              </a:tblGrid>
              <a:tr h="370497">
                <a:tc>
                  <a:txBody>
                    <a:bodyPr/>
                    <a:lstStyle/>
                    <a:p>
                      <a:r>
                        <a:rPr lang="en-US" sz="1800" b="0" dirty="0"/>
                        <a:t>Standard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800" b="0" dirty="0"/>
                        <a:t>Cables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800" b="0" dirty="0"/>
                        <a:t>Speed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879219510"/>
                  </a:ext>
                </a:extLst>
              </a:tr>
              <a:tr h="370497">
                <a:tc>
                  <a:txBody>
                    <a:bodyPr/>
                    <a:lstStyle/>
                    <a:p>
                      <a:r>
                        <a:rPr lang="en-US" sz="1600" dirty="0">
                          <a:solidFill>
                            <a:srgbClr val="20282F"/>
                          </a:solidFill>
                        </a:rPr>
                        <a:t>10Base-T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Unshielded twisted pair (UTP)</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 Mbps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64275756"/>
                  </a:ext>
                </a:extLst>
              </a:tr>
              <a:tr h="370497">
                <a:tc>
                  <a:txBody>
                    <a:bodyPr/>
                    <a:lstStyle/>
                    <a:p>
                      <a:r>
                        <a:rPr lang="en-US" sz="1600" dirty="0">
                          <a:solidFill>
                            <a:srgbClr val="20282F"/>
                          </a:solidFill>
                        </a:rPr>
                        <a:t>100Base-TX</a:t>
                      </a:r>
                    </a:p>
                    <a:p>
                      <a:r>
                        <a:rPr lang="en-US" sz="1600" dirty="0">
                          <a:solidFill>
                            <a:srgbClr val="20282F"/>
                          </a:solidFill>
                        </a:rPr>
                        <a:t>Fast Ethernet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Cat5 or higher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100 Mbps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94614338"/>
                  </a:ext>
                </a:extLst>
              </a:tr>
              <a:tr h="639487">
                <a:tc>
                  <a:txBody>
                    <a:bodyPr/>
                    <a:lstStyle/>
                    <a:p>
                      <a:r>
                        <a:rPr lang="en-US" sz="1600" dirty="0">
                          <a:solidFill>
                            <a:srgbClr val="20282F"/>
                          </a:solidFill>
                        </a:rPr>
                        <a:t>1000Base-T</a:t>
                      </a:r>
                    </a:p>
                    <a:p>
                      <a:r>
                        <a:rPr lang="en-US" sz="1600" dirty="0">
                          <a:solidFill>
                            <a:srgbClr val="20282F"/>
                          </a:solidFill>
                        </a:rPr>
                        <a:t>Gigabit Ethernet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Cat6 or higher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1000 Mbps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43783257"/>
                  </a:ext>
                </a:extLst>
              </a:tr>
              <a:tr h="639487">
                <a:tc>
                  <a:txBody>
                    <a:bodyPr/>
                    <a:lstStyle/>
                    <a:p>
                      <a:r>
                        <a:rPr lang="en-US" sz="1600" dirty="0">
                          <a:solidFill>
                            <a:srgbClr val="20282F"/>
                          </a:solidFill>
                        </a:rPr>
                        <a:t>10GBase-T</a:t>
                      </a:r>
                    </a:p>
                    <a:p>
                      <a:r>
                        <a:rPr lang="en-US" sz="1600" dirty="0">
                          <a:solidFill>
                            <a:srgbClr val="20282F"/>
                          </a:solidFill>
                        </a:rPr>
                        <a:t>10 Gigabit Ethernet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Cat6 or higher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 Gbps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97410957"/>
                  </a:ext>
                </a:extLst>
              </a:tr>
            </a:tbl>
          </a:graphicData>
        </a:graphic>
      </p:graphicFrame>
    </p:spTree>
    <p:extLst>
      <p:ext uri="{BB962C8B-B14F-4D97-AF65-F5344CB8AC3E}">
        <p14:creationId xmlns:p14="http://schemas.microsoft.com/office/powerpoint/2010/main" val="335944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96B2-4CE4-5D29-C1A7-17107280F3F1}"/>
              </a:ext>
            </a:extLst>
          </p:cNvPr>
          <p:cNvSpPr>
            <a:spLocks noGrp="1"/>
          </p:cNvSpPr>
          <p:nvPr>
            <p:ph type="title"/>
          </p:nvPr>
        </p:nvSpPr>
        <p:spPr/>
        <p:txBody>
          <a:bodyPr anchor="t" anchorCtr="0">
            <a:normAutofit fontScale="90000"/>
          </a:bodyPr>
          <a:lstStyle/>
          <a:p>
            <a:r>
              <a:rPr lang="en-US" dirty="0"/>
              <a:t>Carrier Sense Multiple Access </a:t>
            </a:r>
            <a:br>
              <a:rPr lang="en-US" dirty="0"/>
            </a:br>
            <a:r>
              <a:rPr lang="en-US" dirty="0"/>
              <a:t>with Collision Detection (CSMA/CD)</a:t>
            </a:r>
          </a:p>
        </p:txBody>
      </p:sp>
      <p:sp>
        <p:nvSpPr>
          <p:cNvPr id="5" name="Slide Number Placeholder 4">
            <a:extLst>
              <a:ext uri="{FF2B5EF4-FFF2-40B4-BE49-F238E27FC236}">
                <a16:creationId xmlns:a16="http://schemas.microsoft.com/office/drawing/2014/main" id="{A96806C1-9016-71EE-38FF-3E2CAC84D876}"/>
              </a:ext>
            </a:extLst>
          </p:cNvPr>
          <p:cNvSpPr>
            <a:spLocks noGrp="1"/>
          </p:cNvSpPr>
          <p:nvPr>
            <p:ph type="sldNum" sz="quarter" idx="12"/>
          </p:nvPr>
        </p:nvSpPr>
        <p:spPr/>
        <p:txBody>
          <a:bodyPr/>
          <a:lstStyle/>
          <a:p>
            <a:fld id="{64537577-822C-42C9-B1FE-62AC5F07B59D}" type="slidenum">
              <a:rPr lang="en-US" smtClean="0"/>
              <a:pPr/>
              <a:t>5</a:t>
            </a:fld>
            <a:endParaRPr lang="en-US" dirty="0"/>
          </a:p>
        </p:txBody>
      </p:sp>
      <p:sp>
        <p:nvSpPr>
          <p:cNvPr id="6" name="Footer Placeholder 5">
            <a:extLst>
              <a:ext uri="{FF2B5EF4-FFF2-40B4-BE49-F238E27FC236}">
                <a16:creationId xmlns:a16="http://schemas.microsoft.com/office/drawing/2014/main" id="{41A4E007-CC2B-B17E-D2A9-66D58A46285F}"/>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7" name="Content Placeholder 6">
            <a:extLst>
              <a:ext uri="{FF2B5EF4-FFF2-40B4-BE49-F238E27FC236}">
                <a16:creationId xmlns:a16="http://schemas.microsoft.com/office/drawing/2014/main" id="{97AC11F5-F9E1-6AD6-BE2C-654B7D6EE27A}"/>
              </a:ext>
            </a:extLst>
          </p:cNvPr>
          <p:cNvGraphicFramePr>
            <a:graphicFrameLocks noGrp="1"/>
          </p:cNvGraphicFramePr>
          <p:nvPr>
            <p:ph idx="1"/>
            <p:extLst>
              <p:ext uri="{D42A27DB-BD31-4B8C-83A1-F6EECF244321}">
                <p14:modId xmlns:p14="http://schemas.microsoft.com/office/powerpoint/2010/main" val="87889123"/>
              </p:ext>
            </p:extLst>
          </p:nvPr>
        </p:nvGraphicFramePr>
        <p:xfrm>
          <a:off x="628650" y="1657350"/>
          <a:ext cx="7886700" cy="2884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3449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111A-2967-33F7-CF34-CC01CD8B0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D250-0432-F944-CEA5-9F79F4234BF9}"/>
              </a:ext>
            </a:extLst>
          </p:cNvPr>
          <p:cNvSpPr>
            <a:spLocks noGrp="1" noChangeAspect="1"/>
          </p:cNvSpPr>
          <p:nvPr>
            <p:ph type="title"/>
          </p:nvPr>
        </p:nvSpPr>
        <p:spPr>
          <a:xfrm>
            <a:off x="628649" y="584942"/>
            <a:ext cx="7886699" cy="572790"/>
          </a:xfrm>
        </p:spPr>
        <p:txBody>
          <a:bodyPr anchor="ctr">
            <a:normAutofit fontScale="90000"/>
          </a:bodyPr>
          <a:lstStyle/>
          <a:p>
            <a:r>
              <a:rPr lang="en-US" dirty="0"/>
              <a:t>CSMA/CD Diagram</a:t>
            </a:r>
          </a:p>
        </p:txBody>
      </p:sp>
      <p:sp>
        <p:nvSpPr>
          <p:cNvPr id="6" name="Slide Number Placeholder 5">
            <a:extLst>
              <a:ext uri="{FF2B5EF4-FFF2-40B4-BE49-F238E27FC236}">
                <a16:creationId xmlns:a16="http://schemas.microsoft.com/office/drawing/2014/main" id="{4A83C7A9-E156-0591-0004-0908B482DEA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6</a:t>
            </a:fld>
            <a:endParaRPr lang="en-US" dirty="0"/>
          </a:p>
        </p:txBody>
      </p:sp>
      <p:sp>
        <p:nvSpPr>
          <p:cNvPr id="3" name="Footer Placeholder 2">
            <a:extLst>
              <a:ext uri="{FF2B5EF4-FFF2-40B4-BE49-F238E27FC236}">
                <a16:creationId xmlns:a16="http://schemas.microsoft.com/office/drawing/2014/main" id="{8F19264E-028B-B357-3AF8-98650CC62B12}"/>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pSp>
        <p:nvGrpSpPr>
          <p:cNvPr id="15" name="Group 14">
            <a:extLst>
              <a:ext uri="{FF2B5EF4-FFF2-40B4-BE49-F238E27FC236}">
                <a16:creationId xmlns:a16="http://schemas.microsoft.com/office/drawing/2014/main" id="{9EDF871E-1F70-4CCF-4B43-FB10A0CFA4A4}"/>
              </a:ext>
            </a:extLst>
          </p:cNvPr>
          <p:cNvGrpSpPr/>
          <p:nvPr/>
        </p:nvGrpSpPr>
        <p:grpSpPr>
          <a:xfrm>
            <a:off x="1379949" y="1909866"/>
            <a:ext cx="6658422" cy="1575966"/>
            <a:chOff x="1832565" y="1544424"/>
            <a:chExt cx="4574823" cy="1082804"/>
          </a:xfrm>
        </p:grpSpPr>
        <p:pic>
          <p:nvPicPr>
            <p:cNvPr id="4" name="Picture 2">
              <a:extLst>
                <a:ext uri="{FF2B5EF4-FFF2-40B4-BE49-F238E27FC236}">
                  <a16:creationId xmlns:a16="http://schemas.microsoft.com/office/drawing/2014/main" id="{DD51D1CF-CD5E-2E11-7BD0-FA2294B4984D}"/>
                </a:ext>
                <a:ext uri="{C183D7F6-B498-43B3-948B-1728B52AA6E4}">
                  <adec:decorative xmlns:adec="http://schemas.microsoft.com/office/drawing/2017/decorative" val="1"/>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flipH="1">
              <a:off x="5277678" y="1544424"/>
              <a:ext cx="1129710" cy="1082803"/>
            </a:xfrm>
            <a:prstGeom prst="rect">
              <a:avLst/>
            </a:prstGeom>
            <a:solidFill>
              <a:srgbClr val="FFFFFF"/>
            </a:solidFill>
          </p:spPr>
        </p:pic>
        <p:pic>
          <p:nvPicPr>
            <p:cNvPr id="8" name="Picture 2">
              <a:extLst>
                <a:ext uri="{FF2B5EF4-FFF2-40B4-BE49-F238E27FC236}">
                  <a16:creationId xmlns:a16="http://schemas.microsoft.com/office/drawing/2014/main" id="{0164D8FA-C1BD-6093-4284-62C7BC72EB79}"/>
                </a:ext>
                <a:ext uri="{C183D7F6-B498-43B3-948B-1728B52AA6E4}">
                  <adec:decorative xmlns:adec="http://schemas.microsoft.com/office/drawing/2017/decorative" val="1"/>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1832565" y="1544425"/>
              <a:ext cx="1129710" cy="1082803"/>
            </a:xfrm>
            <a:prstGeom prst="rect">
              <a:avLst/>
            </a:prstGeom>
            <a:solidFill>
              <a:srgbClr val="FFFFFF"/>
            </a:solidFill>
          </p:spPr>
        </p:pic>
        <p:cxnSp>
          <p:nvCxnSpPr>
            <p:cNvPr id="10" name="Straight Connector 9">
              <a:extLst>
                <a:ext uri="{FF2B5EF4-FFF2-40B4-BE49-F238E27FC236}">
                  <a16:creationId xmlns:a16="http://schemas.microsoft.com/office/drawing/2014/main" id="{E14A6D90-9A1A-B6FF-25DC-8DEC586C3A53}"/>
                </a:ext>
              </a:extLst>
            </p:cNvPr>
            <p:cNvCxnSpPr>
              <a:cxnSpLocks/>
            </p:cNvCxnSpPr>
            <p:nvPr/>
          </p:nvCxnSpPr>
          <p:spPr>
            <a:xfrm>
              <a:off x="2958962" y="2027804"/>
              <a:ext cx="2322029" cy="0"/>
            </a:xfrm>
            <a:prstGeom prst="line">
              <a:avLst/>
            </a:prstGeom>
            <a:ln w="38100">
              <a:solidFill>
                <a:srgbClr val="455460"/>
              </a:solidFill>
            </a:ln>
          </p:spPr>
          <p:style>
            <a:lnRef idx="1">
              <a:schemeClr val="accent1"/>
            </a:lnRef>
            <a:fillRef idx="0">
              <a:schemeClr val="accent1"/>
            </a:fillRef>
            <a:effectRef idx="0">
              <a:schemeClr val="accent1"/>
            </a:effectRef>
            <a:fontRef idx="minor">
              <a:schemeClr val="tx1"/>
            </a:fontRef>
          </p:style>
        </p:cxnSp>
        <p:pic>
          <p:nvPicPr>
            <p:cNvPr id="7" name="Picture 2">
              <a:extLst>
                <a:ext uri="{FF2B5EF4-FFF2-40B4-BE49-F238E27FC236}">
                  <a16:creationId xmlns:a16="http://schemas.microsoft.com/office/drawing/2014/main" id="{3A48724C-2244-7FB8-DC27-89D64D1524F7}"/>
                </a:ext>
                <a:ext uri="{C183D7F6-B498-43B3-948B-1728B52AA6E4}">
                  <adec:decorative xmlns:adec="http://schemas.microsoft.com/office/drawing/2017/decorative" val="1"/>
                </a:ext>
              </a:extLst>
            </p:cNvPr>
            <p:cNvPicPr>
              <a:picLocks noChangeAspect="1" noChangeArrowheads="1"/>
            </p:cNvPicPr>
            <p:nvPr/>
          </p:nvPicPr>
          <p:blipFill rotWithShape="1">
            <a:blip r:embed="rId4" cstate="hqprint">
              <a:extLst>
                <a:ext uri="{28A0092B-C50C-407E-A947-70E740481C1C}">
                  <a14:useLocalDpi xmlns:a14="http://schemas.microsoft.com/office/drawing/2010/main"/>
                </a:ext>
              </a:extLst>
            </a:blip>
            <a:srcRect/>
            <a:stretch/>
          </p:blipFill>
          <p:spPr bwMode="auto">
            <a:xfrm>
              <a:off x="3670851" y="1610139"/>
              <a:ext cx="742123" cy="748644"/>
            </a:xfrm>
            <a:prstGeom prst="rect">
              <a:avLst/>
            </a:prstGeom>
            <a:solidFill>
              <a:srgbClr val="FFFFFF"/>
            </a:solidFill>
          </p:spPr>
        </p:pic>
        <p:sp>
          <p:nvSpPr>
            <p:cNvPr id="14" name="Rectangle 13">
              <a:extLst>
                <a:ext uri="{FF2B5EF4-FFF2-40B4-BE49-F238E27FC236}">
                  <a16:creationId xmlns:a16="http://schemas.microsoft.com/office/drawing/2014/main" id="{846FE705-6FC2-C59E-07E4-72806A02E414}"/>
                </a:ext>
              </a:extLst>
            </p:cNvPr>
            <p:cNvSpPr/>
            <p:nvPr/>
          </p:nvSpPr>
          <p:spPr>
            <a:xfrm>
              <a:off x="3486150" y="1544424"/>
              <a:ext cx="377190" cy="1472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42477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9D805-019B-9F3A-9B64-1A47FB9B1611}"/>
              </a:ext>
            </a:extLst>
          </p:cNvPr>
          <p:cNvSpPr>
            <a:spLocks noGrp="1"/>
          </p:cNvSpPr>
          <p:nvPr>
            <p:ph type="title"/>
          </p:nvPr>
        </p:nvSpPr>
        <p:spPr/>
        <p:txBody>
          <a:bodyPr>
            <a:normAutofit fontScale="90000"/>
          </a:bodyPr>
          <a:lstStyle/>
          <a:p>
            <a:r>
              <a:rPr lang="en-US" dirty="0"/>
              <a:t>Fiber Ethernet Standards</a:t>
            </a:r>
          </a:p>
        </p:txBody>
      </p:sp>
      <p:sp>
        <p:nvSpPr>
          <p:cNvPr id="5" name="Slide Number Placeholder 4">
            <a:extLst>
              <a:ext uri="{FF2B5EF4-FFF2-40B4-BE49-F238E27FC236}">
                <a16:creationId xmlns:a16="http://schemas.microsoft.com/office/drawing/2014/main" id="{9FDBCC94-E7E5-F80B-260E-10F7E54A4C0D}"/>
              </a:ext>
            </a:extLst>
          </p:cNvPr>
          <p:cNvSpPr>
            <a:spLocks noGrp="1"/>
          </p:cNvSpPr>
          <p:nvPr>
            <p:ph type="sldNum" sz="quarter" idx="12"/>
          </p:nvPr>
        </p:nvSpPr>
        <p:spPr/>
        <p:txBody>
          <a:bodyPr/>
          <a:lstStyle/>
          <a:p>
            <a:fld id="{64537577-822C-42C9-B1FE-62AC5F07B59D}" type="slidenum">
              <a:rPr lang="en-US" smtClean="0"/>
              <a:pPr/>
              <a:t>7</a:t>
            </a:fld>
            <a:endParaRPr lang="en-US" dirty="0"/>
          </a:p>
        </p:txBody>
      </p:sp>
      <p:sp>
        <p:nvSpPr>
          <p:cNvPr id="6" name="Footer Placeholder 5">
            <a:extLst>
              <a:ext uri="{FF2B5EF4-FFF2-40B4-BE49-F238E27FC236}">
                <a16:creationId xmlns:a16="http://schemas.microsoft.com/office/drawing/2014/main" id="{C660A6E8-15B9-AD7B-AB34-FDB412052C2D}"/>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7" name="Content Placeholder 6">
            <a:extLst>
              <a:ext uri="{FF2B5EF4-FFF2-40B4-BE49-F238E27FC236}">
                <a16:creationId xmlns:a16="http://schemas.microsoft.com/office/drawing/2014/main" id="{F95FD1C9-E259-DCDC-5F5B-9B2FF4B6806C}"/>
              </a:ext>
            </a:extLst>
          </p:cNvPr>
          <p:cNvGraphicFramePr>
            <a:graphicFrameLocks noGrp="1"/>
          </p:cNvGraphicFramePr>
          <p:nvPr>
            <p:ph idx="1"/>
            <p:extLst>
              <p:ext uri="{D42A27DB-BD31-4B8C-83A1-F6EECF244321}">
                <p14:modId xmlns:p14="http://schemas.microsoft.com/office/powerpoint/2010/main" val="1786194271"/>
              </p:ext>
            </p:extLst>
          </p:nvPr>
        </p:nvGraphicFramePr>
        <p:xfrm>
          <a:off x="628650" y="1288449"/>
          <a:ext cx="7894906" cy="2862469"/>
        </p:xfrm>
        <a:graphic>
          <a:graphicData uri="http://schemas.openxmlformats.org/drawingml/2006/table">
            <a:tbl>
              <a:tblPr firstRow="1" bandRow="1">
                <a:tableStyleId>{5C22544A-7EE6-4342-B048-85BDC9FD1C3A}</a:tableStyleId>
              </a:tblPr>
              <a:tblGrid>
                <a:gridCol w="2413586">
                  <a:extLst>
                    <a:ext uri="{9D8B030D-6E8A-4147-A177-3AD203B41FA5}">
                      <a16:colId xmlns:a16="http://schemas.microsoft.com/office/drawing/2014/main" val="2839191881"/>
                    </a:ext>
                  </a:extLst>
                </a:gridCol>
                <a:gridCol w="3665492">
                  <a:extLst>
                    <a:ext uri="{9D8B030D-6E8A-4147-A177-3AD203B41FA5}">
                      <a16:colId xmlns:a16="http://schemas.microsoft.com/office/drawing/2014/main" val="524503436"/>
                    </a:ext>
                  </a:extLst>
                </a:gridCol>
                <a:gridCol w="1815828">
                  <a:extLst>
                    <a:ext uri="{9D8B030D-6E8A-4147-A177-3AD203B41FA5}">
                      <a16:colId xmlns:a16="http://schemas.microsoft.com/office/drawing/2014/main" val="2116471603"/>
                    </a:ext>
                  </a:extLst>
                </a:gridCol>
              </a:tblGrid>
              <a:tr h="370497">
                <a:tc>
                  <a:txBody>
                    <a:bodyPr/>
                    <a:lstStyle/>
                    <a:p>
                      <a:r>
                        <a:rPr lang="en-US" sz="1600" b="0" dirty="0"/>
                        <a:t>Standard</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600" b="0" dirty="0"/>
                        <a:t>Cables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600" b="0" dirty="0"/>
                        <a:t>Speed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879219510"/>
                  </a:ext>
                </a:extLst>
              </a:tr>
              <a:tr h="370497">
                <a:tc>
                  <a:txBody>
                    <a:bodyPr/>
                    <a:lstStyle/>
                    <a:p>
                      <a:r>
                        <a:rPr lang="en-US" sz="1600" dirty="0">
                          <a:solidFill>
                            <a:srgbClr val="20282F"/>
                          </a:solidFill>
                        </a:rPr>
                        <a:t>100Base-FX</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MMF (OM1)</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100 Mbps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64275756"/>
                  </a:ext>
                </a:extLst>
              </a:tr>
              <a:tr h="370497">
                <a:tc>
                  <a:txBody>
                    <a:bodyPr/>
                    <a:lstStyle/>
                    <a:p>
                      <a:r>
                        <a:rPr lang="en-US" sz="1600" dirty="0">
                          <a:solidFill>
                            <a:srgbClr val="20282F"/>
                          </a:solidFill>
                        </a:rPr>
                        <a:t>100Base-SX</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MMF (OM1, OM2)</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100 Mbps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94614338"/>
                  </a:ext>
                </a:extLst>
              </a:tr>
              <a:tr h="370497">
                <a:tc>
                  <a:txBody>
                    <a:bodyPr/>
                    <a:lstStyle/>
                    <a:p>
                      <a:r>
                        <a:rPr lang="en-US" sz="1600" dirty="0">
                          <a:solidFill>
                            <a:srgbClr val="20282F"/>
                          </a:solidFill>
                        </a:rPr>
                        <a:t>1000Base-SX</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MMF (OM2, OM3)</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 Gbps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43783257"/>
                  </a:ext>
                </a:extLst>
              </a:tr>
              <a:tr h="639487">
                <a:tc>
                  <a:txBody>
                    <a:bodyPr/>
                    <a:lstStyle/>
                    <a:p>
                      <a:r>
                        <a:rPr lang="en-US" sz="1600" dirty="0">
                          <a:solidFill>
                            <a:srgbClr val="20282F"/>
                          </a:solidFill>
                        </a:rPr>
                        <a:t>1000Base-LX</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MMF (OM1, OM2, OM3), SMF (OS1, OS2)</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 Gbps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97410957"/>
                  </a:ext>
                </a:extLst>
              </a:tr>
              <a:tr h="370497">
                <a:tc>
                  <a:txBody>
                    <a:bodyPr/>
                    <a:lstStyle/>
                    <a:p>
                      <a:r>
                        <a:rPr lang="en-US" sz="1600" dirty="0">
                          <a:solidFill>
                            <a:srgbClr val="20282F"/>
                          </a:solidFill>
                        </a:rPr>
                        <a:t>10GBase-SR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MMF (OM2, OM3, OM4)</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 Gbps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97034474"/>
                  </a:ext>
                </a:extLst>
              </a:tr>
              <a:tr h="370497">
                <a:tc>
                  <a:txBody>
                    <a:bodyPr/>
                    <a:lstStyle/>
                    <a:p>
                      <a:r>
                        <a:rPr lang="en-US" sz="1600" dirty="0">
                          <a:solidFill>
                            <a:srgbClr val="20282F"/>
                          </a:solidFill>
                        </a:rPr>
                        <a:t>10GBase-LR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SMF (OS1,OS2)</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solidFill>
                            <a:srgbClr val="20282F"/>
                          </a:solidFill>
                        </a:rPr>
                        <a:t>10 Gbps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05976831"/>
                  </a:ext>
                </a:extLst>
              </a:tr>
            </a:tbl>
          </a:graphicData>
        </a:graphic>
      </p:graphicFrame>
    </p:spTree>
    <p:extLst>
      <p:ext uri="{BB962C8B-B14F-4D97-AF65-F5344CB8AC3E}">
        <p14:creationId xmlns:p14="http://schemas.microsoft.com/office/powerpoint/2010/main" val="2989468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A7A25-4EEB-A0C0-B290-1FEAC36DFCED}"/>
              </a:ext>
            </a:extLst>
          </p:cNvPr>
          <p:cNvSpPr>
            <a:spLocks noGrp="1"/>
          </p:cNvSpPr>
          <p:nvPr>
            <p:ph type="title"/>
          </p:nvPr>
        </p:nvSpPr>
        <p:spPr/>
        <p:txBody>
          <a:bodyPr anchor="ctr">
            <a:normAutofit fontScale="90000"/>
          </a:bodyPr>
          <a:lstStyle/>
          <a:p>
            <a:r>
              <a:rPr lang="en-US" dirty="0"/>
              <a:t>Activity: True or False</a:t>
            </a:r>
          </a:p>
        </p:txBody>
      </p:sp>
      <p:sp>
        <p:nvSpPr>
          <p:cNvPr id="9" name="Content Placeholder 3">
            <a:extLst>
              <a:ext uri="{FF2B5EF4-FFF2-40B4-BE49-F238E27FC236}">
                <a16:creationId xmlns:a16="http://schemas.microsoft.com/office/drawing/2014/main" id="{CD993FC0-0F8C-D257-51DF-5034CF4BBF57}"/>
              </a:ext>
            </a:extLst>
          </p:cNvPr>
          <p:cNvSpPr>
            <a:spLocks noGrp="1"/>
          </p:cNvSpPr>
          <p:nvPr>
            <p:ph idx="1"/>
          </p:nvPr>
        </p:nvSpPr>
        <p:spPr/>
        <p:txBody>
          <a:bodyPr>
            <a:normAutofit/>
          </a:bodyPr>
          <a:lstStyle/>
          <a:p>
            <a:r>
              <a:rPr lang="en-US" dirty="0"/>
              <a:t>CSMA/CD regulates communication in networks with shared transmission media.</a:t>
            </a:r>
          </a:p>
        </p:txBody>
      </p:sp>
      <p:sp>
        <p:nvSpPr>
          <p:cNvPr id="5" name="Slide Number Placeholder 4">
            <a:extLst>
              <a:ext uri="{FF2B5EF4-FFF2-40B4-BE49-F238E27FC236}">
                <a16:creationId xmlns:a16="http://schemas.microsoft.com/office/drawing/2014/main" id="{7B63BC32-6AF4-D7FD-25A8-BDDFF6BF2FC5}"/>
              </a:ext>
            </a:extLst>
          </p:cNvPr>
          <p:cNvSpPr>
            <a:spLocks noGrp="1"/>
          </p:cNvSpPr>
          <p:nvPr>
            <p:ph type="sldNum" sz="quarter" idx="12"/>
          </p:nvPr>
        </p:nvSpPr>
        <p:spPr/>
        <p:txBody>
          <a:bodyPr anchor="ctr">
            <a:normAutofit/>
          </a:bodyPr>
          <a:lstStyle/>
          <a:p>
            <a:fld id="{64537577-822C-42C9-B1FE-62AC5F07B59D}" type="slidenum">
              <a:rPr lang="en-US" smtClean="0"/>
              <a:pPr/>
              <a:t>8</a:t>
            </a:fld>
            <a:endParaRPr lang="en-US" dirty="0"/>
          </a:p>
        </p:txBody>
      </p:sp>
      <p:sp>
        <p:nvSpPr>
          <p:cNvPr id="4" name="Footer Placeholder 3">
            <a:extLst>
              <a:ext uri="{FF2B5EF4-FFF2-40B4-BE49-F238E27FC236}">
                <a16:creationId xmlns:a16="http://schemas.microsoft.com/office/drawing/2014/main" id="{D6A34D46-FA5E-6E62-8312-5545EA47BDFF}"/>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926509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2.2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Copper Cables and Connectors</a:t>
            </a:r>
          </a:p>
        </p:txBody>
      </p:sp>
      <p:sp>
        <p:nvSpPr>
          <p:cNvPr id="5" name="Slide Number Placeholder 4">
            <a:extLst>
              <a:ext uri="{FF2B5EF4-FFF2-40B4-BE49-F238E27FC236}">
                <a16:creationId xmlns:a16="http://schemas.microsoft.com/office/drawing/2014/main" id="{A55D2D3A-F20A-5C25-0C54-FEC50B43AE5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9</a:t>
            </a:fld>
            <a:endParaRPr lang="en-US" dirty="0"/>
          </a:p>
        </p:txBody>
      </p:sp>
      <p:sp>
        <p:nvSpPr>
          <p:cNvPr id="6" name="Footer Placeholder 5">
            <a:extLst>
              <a:ext uri="{FF2B5EF4-FFF2-40B4-BE49-F238E27FC236}">
                <a16:creationId xmlns:a16="http://schemas.microsoft.com/office/drawing/2014/main" id="{1D94EC25-1CB1-484B-6D71-6AE9F6FAD05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61004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00A5-B39C-C569-7E86-F5DE0DB7BA3C}"/>
              </a:ext>
            </a:extLst>
          </p:cNvPr>
          <p:cNvSpPr>
            <a:spLocks noGrp="1"/>
          </p:cNvSpPr>
          <p:nvPr>
            <p:ph type="title"/>
          </p:nvPr>
        </p:nvSpPr>
        <p:spPr/>
        <p:txBody>
          <a:bodyPr>
            <a:normAutofit fontScale="90000"/>
          </a:bodyPr>
          <a:lstStyle/>
          <a:p>
            <a:r>
              <a:rPr lang="en-US" dirty="0"/>
              <a:t>Unshielded Twisted Pair (UTP)</a:t>
            </a:r>
          </a:p>
        </p:txBody>
      </p:sp>
      <p:sp>
        <p:nvSpPr>
          <p:cNvPr id="6" name="Slide Number Placeholder 5">
            <a:extLst>
              <a:ext uri="{FF2B5EF4-FFF2-40B4-BE49-F238E27FC236}">
                <a16:creationId xmlns:a16="http://schemas.microsoft.com/office/drawing/2014/main" id="{9AD94688-83D3-B8CB-013E-93B4DEEBFDB8}"/>
              </a:ext>
            </a:extLst>
          </p:cNvPr>
          <p:cNvSpPr>
            <a:spLocks noGrp="1"/>
          </p:cNvSpPr>
          <p:nvPr>
            <p:ph type="sldNum" sz="quarter" idx="12"/>
          </p:nvPr>
        </p:nvSpPr>
        <p:spPr/>
        <p:txBody>
          <a:bodyPr/>
          <a:lstStyle/>
          <a:p>
            <a:fld id="{64537577-822C-42C9-B1FE-62AC5F07B59D}" type="slidenum">
              <a:rPr lang="en-US" smtClean="0"/>
              <a:pPr/>
              <a:t>10</a:t>
            </a:fld>
            <a:endParaRPr lang="en-US" dirty="0"/>
          </a:p>
        </p:txBody>
      </p:sp>
      <p:sp>
        <p:nvSpPr>
          <p:cNvPr id="8" name="Footer Placeholder 7">
            <a:extLst>
              <a:ext uri="{FF2B5EF4-FFF2-40B4-BE49-F238E27FC236}">
                <a16:creationId xmlns:a16="http://schemas.microsoft.com/office/drawing/2014/main" id="{7E21734D-31BC-DAC7-B82F-31508BE68E70}"/>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21" name="Content Placeholder 20">
            <a:extLst>
              <a:ext uri="{FF2B5EF4-FFF2-40B4-BE49-F238E27FC236}">
                <a16:creationId xmlns:a16="http://schemas.microsoft.com/office/drawing/2014/main" id="{08297D0C-39B2-EC11-AEB6-8FABB9B5EA47}"/>
              </a:ext>
            </a:extLst>
          </p:cNvPr>
          <p:cNvGraphicFramePr>
            <a:graphicFrameLocks noGrp="1"/>
          </p:cNvGraphicFramePr>
          <p:nvPr>
            <p:ph sz="half" idx="1"/>
            <p:extLst>
              <p:ext uri="{D42A27DB-BD31-4B8C-83A1-F6EECF244321}">
                <p14:modId xmlns:p14="http://schemas.microsoft.com/office/powerpoint/2010/main" val="408991783"/>
              </p:ext>
            </p:extLst>
          </p:nvPr>
        </p:nvGraphicFramePr>
        <p:xfrm>
          <a:off x="628650" y="1097160"/>
          <a:ext cx="3943350" cy="3613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 name="Content Placeholder 21">
            <a:extLst>
              <a:ext uri="{FF2B5EF4-FFF2-40B4-BE49-F238E27FC236}">
                <a16:creationId xmlns:a16="http://schemas.microsoft.com/office/drawing/2014/main" id="{C09F73A5-C36E-CE3B-4AD5-1DE1E9199B96}"/>
              </a:ext>
              <a:ext uri="{C183D7F6-B498-43B3-948B-1728B52AA6E4}">
                <adec:decorative xmlns:adec="http://schemas.microsoft.com/office/drawing/2017/decorative" val="1"/>
              </a:ext>
            </a:extLst>
          </p:cNvPr>
          <p:cNvPicPr>
            <a:picLocks noGrp="1" noChangeAspect="1"/>
          </p:cNvPicPr>
          <p:nvPr>
            <p:ph sz="half" idx="2"/>
          </p:nvPr>
        </p:nvPicPr>
        <p:blipFill rotWithShape="1">
          <a:blip r:embed="rId8" cstate="screen">
            <a:extLst>
              <a:ext uri="{28A0092B-C50C-407E-A947-70E740481C1C}">
                <a14:useLocalDpi xmlns:a14="http://schemas.microsoft.com/office/drawing/2010/main"/>
              </a:ext>
            </a:extLst>
          </a:blip>
          <a:srcRect/>
          <a:stretch/>
        </p:blipFill>
        <p:spPr>
          <a:xfrm>
            <a:off x="4735940" y="1149350"/>
            <a:ext cx="3672620" cy="3365500"/>
          </a:xfrm>
          <a:prstGeom prst="rect">
            <a:avLst/>
          </a:prstGeom>
          <a:ln>
            <a:noFill/>
          </a:ln>
        </p:spPr>
      </p:pic>
    </p:spTree>
    <p:extLst>
      <p:ext uri="{BB962C8B-B14F-4D97-AF65-F5344CB8AC3E}">
        <p14:creationId xmlns:p14="http://schemas.microsoft.com/office/powerpoint/2010/main" val="2820102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B696-5972-79F3-EA3F-3857BA9E4BB6}"/>
              </a:ext>
            </a:extLst>
          </p:cNvPr>
          <p:cNvSpPr>
            <a:spLocks noGrp="1"/>
          </p:cNvSpPr>
          <p:nvPr>
            <p:ph type="title"/>
          </p:nvPr>
        </p:nvSpPr>
        <p:spPr/>
        <p:txBody>
          <a:bodyPr>
            <a:normAutofit fontScale="90000"/>
          </a:bodyPr>
          <a:lstStyle/>
          <a:p>
            <a:r>
              <a:rPr lang="en-US" dirty="0"/>
              <a:t>Shielded Twisted Pair Cable (STP)</a:t>
            </a:r>
          </a:p>
        </p:txBody>
      </p:sp>
      <p:sp>
        <p:nvSpPr>
          <p:cNvPr id="5" name="Slide Number Placeholder 4">
            <a:extLst>
              <a:ext uri="{FF2B5EF4-FFF2-40B4-BE49-F238E27FC236}">
                <a16:creationId xmlns:a16="http://schemas.microsoft.com/office/drawing/2014/main" id="{ED2D0EAC-F1C5-4461-04C3-34A823C82243}"/>
              </a:ext>
            </a:extLst>
          </p:cNvPr>
          <p:cNvSpPr>
            <a:spLocks noGrp="1"/>
          </p:cNvSpPr>
          <p:nvPr>
            <p:ph type="sldNum" sz="quarter" idx="12"/>
          </p:nvPr>
        </p:nvSpPr>
        <p:spPr/>
        <p:txBody>
          <a:bodyPr/>
          <a:lstStyle/>
          <a:p>
            <a:fld id="{64537577-822C-42C9-B1FE-62AC5F07B59D}" type="slidenum">
              <a:rPr lang="en-US" smtClean="0"/>
              <a:pPr/>
              <a:t>11</a:t>
            </a:fld>
            <a:endParaRPr lang="en-US" dirty="0"/>
          </a:p>
        </p:txBody>
      </p:sp>
      <p:sp>
        <p:nvSpPr>
          <p:cNvPr id="6" name="Footer Placeholder 5">
            <a:extLst>
              <a:ext uri="{FF2B5EF4-FFF2-40B4-BE49-F238E27FC236}">
                <a16:creationId xmlns:a16="http://schemas.microsoft.com/office/drawing/2014/main" id="{6B968E3A-7026-4695-BCC4-5354929267A4}"/>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7" name="Content Placeholder 6">
            <a:extLst>
              <a:ext uri="{FF2B5EF4-FFF2-40B4-BE49-F238E27FC236}">
                <a16:creationId xmlns:a16="http://schemas.microsoft.com/office/drawing/2014/main" id="{32F72D72-A648-259D-2140-1C5842F7C091}"/>
              </a:ext>
            </a:extLst>
          </p:cNvPr>
          <p:cNvGraphicFramePr>
            <a:graphicFrameLocks noGrp="1"/>
          </p:cNvGraphicFramePr>
          <p:nvPr>
            <p:ph idx="1"/>
            <p:extLst>
              <p:ext uri="{D42A27DB-BD31-4B8C-83A1-F6EECF244321}">
                <p14:modId xmlns:p14="http://schemas.microsoft.com/office/powerpoint/2010/main" val="3039825744"/>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8309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57DB6-D3AC-3CB2-322E-6AED7D18EF86}"/>
              </a:ext>
            </a:extLst>
          </p:cNvPr>
          <p:cNvSpPr>
            <a:spLocks noGrp="1"/>
          </p:cNvSpPr>
          <p:nvPr>
            <p:ph type="title"/>
          </p:nvPr>
        </p:nvSpPr>
        <p:spPr/>
        <p:txBody>
          <a:bodyPr>
            <a:normAutofit fontScale="90000"/>
          </a:bodyPr>
          <a:lstStyle/>
          <a:p>
            <a:r>
              <a:rPr lang="en-US" dirty="0"/>
              <a:t>Ethernet Connectors </a:t>
            </a:r>
          </a:p>
        </p:txBody>
      </p:sp>
      <p:sp>
        <p:nvSpPr>
          <p:cNvPr id="5" name="Slide Number Placeholder 4">
            <a:extLst>
              <a:ext uri="{FF2B5EF4-FFF2-40B4-BE49-F238E27FC236}">
                <a16:creationId xmlns:a16="http://schemas.microsoft.com/office/drawing/2014/main" id="{D880101C-4997-4755-BC29-276DC54CC0A8}"/>
              </a:ext>
            </a:extLst>
          </p:cNvPr>
          <p:cNvSpPr>
            <a:spLocks noGrp="1"/>
          </p:cNvSpPr>
          <p:nvPr>
            <p:ph type="sldNum" sz="quarter" idx="12"/>
          </p:nvPr>
        </p:nvSpPr>
        <p:spPr/>
        <p:txBody>
          <a:bodyPr/>
          <a:lstStyle/>
          <a:p>
            <a:fld id="{64537577-822C-42C9-B1FE-62AC5F07B59D}" type="slidenum">
              <a:rPr lang="en-US" smtClean="0"/>
              <a:pPr/>
              <a:t>12</a:t>
            </a:fld>
            <a:endParaRPr lang="en-US" dirty="0"/>
          </a:p>
        </p:txBody>
      </p:sp>
      <p:sp>
        <p:nvSpPr>
          <p:cNvPr id="7" name="Footer Placeholder 6">
            <a:extLst>
              <a:ext uri="{FF2B5EF4-FFF2-40B4-BE49-F238E27FC236}">
                <a16:creationId xmlns:a16="http://schemas.microsoft.com/office/drawing/2014/main" id="{75A57216-C32A-7284-F4D8-4DF00ECB8390}"/>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9" name="Content Placeholder 8">
            <a:extLst>
              <a:ext uri="{FF2B5EF4-FFF2-40B4-BE49-F238E27FC236}">
                <a16:creationId xmlns:a16="http://schemas.microsoft.com/office/drawing/2014/main" id="{DC8E5B1E-2720-0938-9ACB-1C430BC47EF2}"/>
              </a:ext>
            </a:extLst>
          </p:cNvPr>
          <p:cNvGraphicFramePr>
            <a:graphicFrameLocks noGrp="1"/>
          </p:cNvGraphicFramePr>
          <p:nvPr>
            <p:ph idx="1"/>
            <p:extLst>
              <p:ext uri="{D42A27DB-BD31-4B8C-83A1-F6EECF244321}">
                <p14:modId xmlns:p14="http://schemas.microsoft.com/office/powerpoint/2010/main" val="1236301106"/>
              </p:ext>
            </p:extLst>
          </p:nvPr>
        </p:nvGraphicFramePr>
        <p:xfrm>
          <a:off x="628650" y="1216025"/>
          <a:ext cx="7974559" cy="3108623"/>
        </p:xfrm>
        <a:graphic>
          <a:graphicData uri="http://schemas.openxmlformats.org/drawingml/2006/table">
            <a:tbl>
              <a:tblPr firstRow="1" bandRow="1">
                <a:tableStyleId>{5C22544A-7EE6-4342-B048-85BDC9FD1C3A}</a:tableStyleId>
              </a:tblPr>
              <a:tblGrid>
                <a:gridCol w="1598718">
                  <a:extLst>
                    <a:ext uri="{9D8B030D-6E8A-4147-A177-3AD203B41FA5}">
                      <a16:colId xmlns:a16="http://schemas.microsoft.com/office/drawing/2014/main" val="3946451833"/>
                    </a:ext>
                  </a:extLst>
                </a:gridCol>
                <a:gridCol w="3225985">
                  <a:extLst>
                    <a:ext uri="{9D8B030D-6E8A-4147-A177-3AD203B41FA5}">
                      <a16:colId xmlns:a16="http://schemas.microsoft.com/office/drawing/2014/main" val="3524281393"/>
                    </a:ext>
                  </a:extLst>
                </a:gridCol>
                <a:gridCol w="3149856">
                  <a:extLst>
                    <a:ext uri="{9D8B030D-6E8A-4147-A177-3AD203B41FA5}">
                      <a16:colId xmlns:a16="http://schemas.microsoft.com/office/drawing/2014/main" val="4144713648"/>
                    </a:ext>
                  </a:extLst>
                </a:gridCol>
              </a:tblGrid>
              <a:tr h="370497">
                <a:tc>
                  <a:txBody>
                    <a:bodyPr/>
                    <a:lstStyle/>
                    <a:p>
                      <a:r>
                        <a:rPr lang="en-US" sz="1800" b="0" dirty="0"/>
                        <a:t>Feature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800" b="0" dirty="0"/>
                        <a:t>RJ11</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800" b="0" dirty="0"/>
                        <a:t>RJ45</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833044406"/>
                  </a:ext>
                </a:extLst>
              </a:tr>
              <a:tr h="1529314">
                <a:tc>
                  <a:txBody>
                    <a:bodyPr/>
                    <a:lstStyle/>
                    <a:p>
                      <a:r>
                        <a:rPr lang="en-US" sz="1500" dirty="0">
                          <a:solidFill>
                            <a:srgbClr val="20282F"/>
                          </a:solidFill>
                        </a:rPr>
                        <a:t>Image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400" dirty="0">
                        <a:solidFill>
                          <a:srgbClr val="20282F"/>
                        </a:solidFill>
                      </a:endParaRPr>
                    </a:p>
                    <a:p>
                      <a:endParaRPr lang="en-US" sz="1400" dirty="0">
                        <a:solidFill>
                          <a:srgbClr val="20282F"/>
                        </a:solidFill>
                      </a:endParaRPr>
                    </a:p>
                    <a:p>
                      <a:endParaRPr lang="en-US" sz="1400" dirty="0">
                        <a:solidFill>
                          <a:srgbClr val="20282F"/>
                        </a:solidFill>
                      </a:endParaRPr>
                    </a:p>
                    <a:p>
                      <a:endParaRPr lang="en-US" sz="1400" dirty="0">
                        <a:solidFill>
                          <a:srgbClr val="20282F"/>
                        </a:solidFill>
                      </a:endParaRPr>
                    </a:p>
                    <a:p>
                      <a:endParaRPr lang="en-US" sz="1400" dirty="0">
                        <a:solidFill>
                          <a:srgbClr val="20282F"/>
                        </a:solidFill>
                      </a:endParaRPr>
                    </a:p>
                    <a:p>
                      <a:endParaRPr lang="en-US" sz="1400" dirty="0">
                        <a:solidFill>
                          <a:srgbClr val="20282F"/>
                        </a:solidFill>
                      </a:endParaRPr>
                    </a:p>
                    <a:p>
                      <a:endParaRPr lang="en-US" sz="14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4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61471109"/>
                  </a:ext>
                </a:extLst>
              </a:tr>
              <a:tr h="370497">
                <a:tc>
                  <a:txBody>
                    <a:bodyPr/>
                    <a:lstStyle/>
                    <a:p>
                      <a:r>
                        <a:rPr lang="en-US" sz="1500" dirty="0">
                          <a:solidFill>
                            <a:srgbClr val="20282F"/>
                          </a:solidFill>
                        </a:rPr>
                        <a:t>Configuration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dirty="0">
                          <a:solidFill>
                            <a:srgbClr val="20282F"/>
                          </a:solidFill>
                        </a:rPr>
                        <a:t>6 positions, 4 connectors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dirty="0">
                          <a:solidFill>
                            <a:srgbClr val="20282F"/>
                          </a:solidFill>
                        </a:rPr>
                        <a:t>8 positions, 8 connectors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0206438"/>
                  </a:ext>
                </a:extLst>
              </a:tr>
              <a:tr h="412256">
                <a:tc>
                  <a:txBody>
                    <a:bodyPr/>
                    <a:lstStyle/>
                    <a:p>
                      <a:r>
                        <a:rPr lang="en-US" sz="1500" dirty="0">
                          <a:solidFill>
                            <a:srgbClr val="20282F"/>
                          </a:solidFill>
                        </a:rPr>
                        <a:t>Usage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dirty="0">
                          <a:solidFill>
                            <a:srgbClr val="20282F"/>
                          </a:solidFill>
                        </a:rPr>
                        <a:t>Phone and modem</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dirty="0">
                          <a:solidFill>
                            <a:srgbClr val="20282F"/>
                          </a:solidFill>
                        </a:rPr>
                        <a:t>Computer networking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60366328"/>
                  </a:ext>
                </a:extLst>
              </a:tr>
              <a:tr h="3704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500" dirty="0">
                          <a:solidFill>
                            <a:srgbClr val="20282F"/>
                          </a:solidFill>
                        </a:rPr>
                        <a:t>Bandwidth</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dirty="0">
                          <a:solidFill>
                            <a:srgbClr val="20282F"/>
                          </a:solidFill>
                        </a:rPr>
                        <a:t>24 Mbps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dirty="0">
                          <a:solidFill>
                            <a:srgbClr val="20282F"/>
                          </a:solidFill>
                        </a:rPr>
                        <a:t>10 Gbps over Ethernet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54466338"/>
                  </a:ext>
                </a:extLst>
              </a:tr>
            </a:tbl>
          </a:graphicData>
        </a:graphic>
      </p:graphicFrame>
      <p:pic>
        <p:nvPicPr>
          <p:cNvPr id="6" name="Picture 5" descr="A computer cable with a plug&#10;&#10;Description automatically generated">
            <a:extLst>
              <a:ext uri="{FF2B5EF4-FFF2-40B4-BE49-F238E27FC236}">
                <a16:creationId xmlns:a16="http://schemas.microsoft.com/office/drawing/2014/main" id="{6EA6A9AE-BF97-C18E-A4E8-908E65044B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17749" y="1677105"/>
            <a:ext cx="1754251" cy="1390855"/>
          </a:xfrm>
          <a:prstGeom prst="rect">
            <a:avLst/>
          </a:prstGeom>
        </p:spPr>
      </p:pic>
      <p:pic>
        <p:nvPicPr>
          <p:cNvPr id="8" name="Picture 7" descr="A close-up of a cable&#10;&#10;Description automatically generated">
            <a:extLst>
              <a:ext uri="{FF2B5EF4-FFF2-40B4-BE49-F238E27FC236}">
                <a16:creationId xmlns:a16="http://schemas.microsoft.com/office/drawing/2014/main" id="{6FF46794-C54E-454F-6488-4DC4922077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83572" y="1651495"/>
            <a:ext cx="1754251" cy="1403833"/>
          </a:xfrm>
          <a:prstGeom prst="rect">
            <a:avLst/>
          </a:prstGeom>
        </p:spPr>
      </p:pic>
    </p:spTree>
    <p:extLst>
      <p:ext uri="{BB962C8B-B14F-4D97-AF65-F5344CB8AC3E}">
        <p14:creationId xmlns:p14="http://schemas.microsoft.com/office/powerpoint/2010/main" val="3922796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285D-FD2C-C3A4-B35E-86CA1DED994D}"/>
              </a:ext>
            </a:extLst>
          </p:cNvPr>
          <p:cNvSpPr>
            <a:spLocks noGrp="1"/>
          </p:cNvSpPr>
          <p:nvPr>
            <p:ph type="title"/>
          </p:nvPr>
        </p:nvSpPr>
        <p:spPr/>
        <p:txBody>
          <a:bodyPr>
            <a:normAutofit fontScale="90000"/>
          </a:bodyPr>
          <a:lstStyle/>
          <a:p>
            <a:r>
              <a:rPr lang="en-US" dirty="0"/>
              <a:t>Plenum and Riser-Rated Cable</a:t>
            </a:r>
          </a:p>
        </p:txBody>
      </p:sp>
      <p:graphicFrame>
        <p:nvGraphicFramePr>
          <p:cNvPr id="7" name="Content Placeholder 6">
            <a:extLst>
              <a:ext uri="{FF2B5EF4-FFF2-40B4-BE49-F238E27FC236}">
                <a16:creationId xmlns:a16="http://schemas.microsoft.com/office/drawing/2014/main" id="{F17B289E-B130-5F52-C6D3-D2B7471800E9}"/>
              </a:ext>
            </a:extLst>
          </p:cNvPr>
          <p:cNvGraphicFramePr>
            <a:graphicFrameLocks noGrp="1"/>
          </p:cNvGraphicFramePr>
          <p:nvPr>
            <p:ph idx="1"/>
            <p:extLst>
              <p:ext uri="{D42A27DB-BD31-4B8C-83A1-F6EECF244321}">
                <p14:modId xmlns:p14="http://schemas.microsoft.com/office/powerpoint/2010/main" val="2503857202"/>
              </p:ext>
            </p:extLst>
          </p:nvPr>
        </p:nvGraphicFramePr>
        <p:xfrm>
          <a:off x="628650" y="1216026"/>
          <a:ext cx="7886700" cy="28059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11C79F6B-C155-3779-B20F-218E8390E74A}"/>
              </a:ext>
            </a:extLst>
          </p:cNvPr>
          <p:cNvSpPr>
            <a:spLocks noGrp="1"/>
          </p:cNvSpPr>
          <p:nvPr>
            <p:ph type="sldNum" sz="quarter" idx="12"/>
          </p:nvPr>
        </p:nvSpPr>
        <p:spPr/>
        <p:txBody>
          <a:bodyPr/>
          <a:lstStyle/>
          <a:p>
            <a:fld id="{64537577-822C-42C9-B1FE-62AC5F07B59D}" type="slidenum">
              <a:rPr lang="en-US" smtClean="0"/>
              <a:pPr/>
              <a:t>13</a:t>
            </a:fld>
            <a:endParaRPr lang="en-US" dirty="0"/>
          </a:p>
        </p:txBody>
      </p:sp>
      <p:sp>
        <p:nvSpPr>
          <p:cNvPr id="5" name="Footer Placeholder 4">
            <a:extLst>
              <a:ext uri="{FF2B5EF4-FFF2-40B4-BE49-F238E27FC236}">
                <a16:creationId xmlns:a16="http://schemas.microsoft.com/office/drawing/2014/main" id="{FE2FF58E-5839-48D9-A347-8BCD0689631D}"/>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6735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82096-BAFA-CDCA-F675-14C2072371D1}"/>
              </a:ext>
            </a:extLst>
          </p:cNvPr>
          <p:cNvSpPr>
            <a:spLocks noGrp="1"/>
          </p:cNvSpPr>
          <p:nvPr>
            <p:ph type="title"/>
          </p:nvPr>
        </p:nvSpPr>
        <p:spPr/>
        <p:txBody>
          <a:bodyPr>
            <a:normAutofit fontScale="90000"/>
          </a:bodyPr>
          <a:lstStyle/>
          <a:p>
            <a:r>
              <a:rPr lang="en-US" dirty="0"/>
              <a:t>Coaxial and Twinaxial Cable</a:t>
            </a:r>
          </a:p>
        </p:txBody>
      </p:sp>
      <p:sp>
        <p:nvSpPr>
          <p:cNvPr id="6" name="Slide Number Placeholder 5">
            <a:extLst>
              <a:ext uri="{FF2B5EF4-FFF2-40B4-BE49-F238E27FC236}">
                <a16:creationId xmlns:a16="http://schemas.microsoft.com/office/drawing/2014/main" id="{E184CB39-A04D-627B-8EA6-32E508BE13CB}"/>
              </a:ext>
            </a:extLst>
          </p:cNvPr>
          <p:cNvSpPr>
            <a:spLocks noGrp="1"/>
          </p:cNvSpPr>
          <p:nvPr>
            <p:ph type="sldNum" sz="quarter" idx="12"/>
          </p:nvPr>
        </p:nvSpPr>
        <p:spPr/>
        <p:txBody>
          <a:bodyPr/>
          <a:lstStyle/>
          <a:p>
            <a:fld id="{64537577-822C-42C9-B1FE-62AC5F07B59D}" type="slidenum">
              <a:rPr lang="en-US" smtClean="0"/>
              <a:pPr/>
              <a:t>14</a:t>
            </a:fld>
            <a:endParaRPr lang="en-US" dirty="0"/>
          </a:p>
        </p:txBody>
      </p:sp>
      <p:sp>
        <p:nvSpPr>
          <p:cNvPr id="8" name="Footer Placeholder 7">
            <a:extLst>
              <a:ext uri="{FF2B5EF4-FFF2-40B4-BE49-F238E27FC236}">
                <a16:creationId xmlns:a16="http://schemas.microsoft.com/office/drawing/2014/main" id="{7284D663-0F86-DC55-13C0-19D836024A36}"/>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9" name="Content Placeholder 8">
            <a:extLst>
              <a:ext uri="{FF2B5EF4-FFF2-40B4-BE49-F238E27FC236}">
                <a16:creationId xmlns:a16="http://schemas.microsoft.com/office/drawing/2014/main" id="{9ECC3B50-B6D7-FD4C-CC6C-6E1B59B4811B}"/>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960709708"/>
              </p:ext>
            </p:extLst>
          </p:nvPr>
        </p:nvGraphicFramePr>
        <p:xfrm>
          <a:off x="628650" y="1216025"/>
          <a:ext cx="7974559" cy="3471534"/>
        </p:xfrm>
        <a:graphic>
          <a:graphicData uri="http://schemas.openxmlformats.org/drawingml/2006/table">
            <a:tbl>
              <a:tblPr firstRow="1" bandRow="1">
                <a:tableStyleId>{5C22544A-7EE6-4342-B048-85BDC9FD1C3A}</a:tableStyleId>
              </a:tblPr>
              <a:tblGrid>
                <a:gridCol w="1598718">
                  <a:extLst>
                    <a:ext uri="{9D8B030D-6E8A-4147-A177-3AD203B41FA5}">
                      <a16:colId xmlns:a16="http://schemas.microsoft.com/office/drawing/2014/main" val="3946451833"/>
                    </a:ext>
                  </a:extLst>
                </a:gridCol>
                <a:gridCol w="3225985">
                  <a:extLst>
                    <a:ext uri="{9D8B030D-6E8A-4147-A177-3AD203B41FA5}">
                      <a16:colId xmlns:a16="http://schemas.microsoft.com/office/drawing/2014/main" val="3524281393"/>
                    </a:ext>
                  </a:extLst>
                </a:gridCol>
                <a:gridCol w="3149856">
                  <a:extLst>
                    <a:ext uri="{9D8B030D-6E8A-4147-A177-3AD203B41FA5}">
                      <a16:colId xmlns:a16="http://schemas.microsoft.com/office/drawing/2014/main" val="4144713648"/>
                    </a:ext>
                  </a:extLst>
                </a:gridCol>
              </a:tblGrid>
              <a:tr h="370497">
                <a:tc>
                  <a:txBody>
                    <a:bodyPr/>
                    <a:lstStyle/>
                    <a:p>
                      <a:r>
                        <a:rPr lang="en-US" sz="1600" b="0" dirty="0"/>
                        <a:t>Feature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600" b="0" dirty="0"/>
                        <a:t>Coaxial</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600" b="0" dirty="0"/>
                        <a:t>Twinaxial</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833044406"/>
                  </a:ext>
                </a:extLst>
              </a:tr>
              <a:tr h="1323891">
                <a:tc>
                  <a:txBody>
                    <a:bodyPr/>
                    <a:lstStyle/>
                    <a:p>
                      <a:r>
                        <a:rPr lang="en-US" sz="1600" dirty="0">
                          <a:solidFill>
                            <a:srgbClr val="20282F"/>
                          </a:solidFill>
                        </a:rPr>
                        <a:t>Image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300" dirty="0">
                        <a:solidFill>
                          <a:srgbClr val="20282F"/>
                        </a:solidFill>
                      </a:endParaRPr>
                    </a:p>
                    <a:p>
                      <a:endParaRPr lang="en-US" sz="1300" dirty="0">
                        <a:solidFill>
                          <a:srgbClr val="20282F"/>
                        </a:solidFill>
                      </a:endParaRPr>
                    </a:p>
                    <a:p>
                      <a:endParaRPr lang="en-US" sz="1300" dirty="0">
                        <a:solidFill>
                          <a:srgbClr val="20282F"/>
                        </a:solidFill>
                      </a:endParaRPr>
                    </a:p>
                    <a:p>
                      <a:endParaRPr lang="en-US" sz="1300" dirty="0">
                        <a:solidFill>
                          <a:srgbClr val="20282F"/>
                        </a:solidFill>
                      </a:endParaRPr>
                    </a:p>
                    <a:p>
                      <a:endParaRPr lang="en-US" sz="1300" dirty="0">
                        <a:solidFill>
                          <a:srgbClr val="20282F"/>
                        </a:solidFill>
                      </a:endParaRPr>
                    </a:p>
                    <a:p>
                      <a:endParaRPr lang="en-US" sz="13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3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61471109"/>
                  </a:ext>
                </a:extLst>
              </a:tr>
              <a:tr h="502201">
                <a:tc>
                  <a:txBody>
                    <a:bodyPr/>
                    <a:lstStyle/>
                    <a:p>
                      <a:r>
                        <a:rPr lang="en-US" sz="1600" dirty="0">
                          <a:solidFill>
                            <a:srgbClr val="20282F"/>
                          </a:solidFill>
                        </a:rPr>
                        <a:t>Configuration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Central conductor, insulation, metallic shield, outer jacket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Two inner conductors in a twisted pair, insulation, outer jacket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0206438"/>
                  </a:ext>
                </a:extLst>
              </a:tr>
              <a:tr h="370497">
                <a:tc>
                  <a:txBody>
                    <a:bodyPr/>
                    <a:lstStyle/>
                    <a:p>
                      <a:r>
                        <a:rPr lang="en-US" sz="1600" dirty="0">
                          <a:solidFill>
                            <a:srgbClr val="20282F"/>
                          </a:solidFill>
                        </a:rPr>
                        <a:t>Usage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TV, Internet, radio signals, CCTV</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10 GB Ethernet networks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60366328"/>
                  </a:ext>
                </a:extLst>
              </a:tr>
              <a:tr h="50220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rgbClr val="20282F"/>
                          </a:solidFill>
                        </a:rPr>
                        <a:t>Bandwidth</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Wide range of frequencies, high-speed data transmission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Very-short range high-speed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54466338"/>
                  </a:ext>
                </a:extLst>
              </a:tr>
              <a:tr h="3704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rgbClr val="20282F"/>
                          </a:solidFill>
                        </a:rPr>
                        <a:t>Connectors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BNC, TNC, SMA</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Proprietary</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17043434"/>
                  </a:ext>
                </a:extLst>
              </a:tr>
            </a:tbl>
          </a:graphicData>
        </a:graphic>
      </p:graphicFrame>
      <p:pic>
        <p:nvPicPr>
          <p:cNvPr id="5" name="Picture 4">
            <a:extLst>
              <a:ext uri="{FF2B5EF4-FFF2-40B4-BE49-F238E27FC236}">
                <a16:creationId xmlns:a16="http://schemas.microsoft.com/office/drawing/2014/main" id="{CFAF9D45-FC3A-DCFD-D538-F7060A9F2DEA}"/>
              </a:ext>
              <a:ext uri="{C183D7F6-B498-43B3-948B-1728B52AA6E4}">
                <adec:decorative xmlns:adec="http://schemas.microsoft.com/office/drawing/2017/decorative" val="1"/>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ackgroundRemoval t="9843" b="89961" l="2783" r="89826">
                        <a14:foregroundMark x1="2783" y1="32087" x2="2783" y2="32087"/>
                        <a14:foregroundMark x1="75304" y1="63386" x2="75304" y2="63386"/>
                        <a14:foregroundMark x1="87826" y1="68110" x2="87826" y2="68110"/>
                        <a14:foregroundMark x1="78522" y1="68898" x2="78522" y2="68898"/>
                        <a14:foregroundMark x1="68435" y1="65157" x2="68435" y2="65157"/>
                        <a14:foregroundMark x1="74522" y1="65157" x2="74522" y2="65157"/>
                        <a14:foregroundMark x1="73130" y1="58661" x2="55565" y2="43504"/>
                        <a14:foregroundMark x1="55391" y1="43701" x2="85043" y2="58465"/>
                        <a14:foregroundMark x1="85043" y1="58465" x2="70261" y2="67717"/>
                        <a14:foregroundMark x1="70261" y1="67717" x2="67217" y2="60827"/>
                        <a14:foregroundMark x1="83826" y1="58661" x2="83913" y2="62008"/>
                        <a14:foregroundMark x1="83130" y1="66142" x2="83130" y2="66142"/>
                        <a14:foregroundMark x1="82261" y1="69488" x2="82261" y2="69488"/>
                        <a14:foregroundMark x1="83565" y1="70866" x2="83565" y2="70866"/>
                        <a14:foregroundMark x1="83478" y1="74016" x2="83478" y2="74016"/>
                        <a14:foregroundMark x1="57739" y1="44488" x2="57739" y2="44488"/>
                        <a14:foregroundMark x1="58522" y1="45079" x2="58522" y2="45079"/>
                        <a14:foregroundMark x1="59826" y1="45276" x2="59826" y2="45276"/>
                        <a14:foregroundMark x1="58087" y1="45079" x2="58087" y2="45079"/>
                        <a14:foregroundMark x1="58087" y1="44488" x2="58087" y2="44488"/>
                        <a14:foregroundMark x1="68000" y1="48031" x2="68000" y2="48031"/>
                        <a14:foregroundMark x1="66000" y1="48031" x2="66000" y2="48031"/>
                        <a14:foregroundMark x1="67130" y1="48622" x2="57130" y2="45276"/>
                        <a14:foregroundMark x1="69478" y1="49016" x2="56870" y2="44685"/>
                        <a14:foregroundMark x1="60087" y1="45276" x2="57565" y2="45276"/>
                        <a14:foregroundMark x1="58174" y1="45079" x2="58174" y2="45079"/>
                        <a14:backgroundMark x1="36348" y1="68110" x2="73826" y2="77953"/>
                      </a14:backgroundRemoval>
                    </a14:imgEffect>
                  </a14:imgLayer>
                </a14:imgProps>
              </a:ext>
              <a:ext uri="{28A0092B-C50C-407E-A947-70E740481C1C}">
                <a14:useLocalDpi xmlns:a14="http://schemas.microsoft.com/office/drawing/2010/main"/>
              </a:ext>
            </a:extLst>
          </a:blip>
          <a:srcRect/>
          <a:stretch/>
        </p:blipFill>
        <p:spPr>
          <a:xfrm>
            <a:off x="2287965" y="1524934"/>
            <a:ext cx="3149214" cy="1342794"/>
          </a:xfrm>
          <a:prstGeom prst="rect">
            <a:avLst/>
          </a:prstGeom>
        </p:spPr>
      </p:pic>
      <p:pic>
        <p:nvPicPr>
          <p:cNvPr id="7" name="Picture 6">
            <a:extLst>
              <a:ext uri="{FF2B5EF4-FFF2-40B4-BE49-F238E27FC236}">
                <a16:creationId xmlns:a16="http://schemas.microsoft.com/office/drawing/2014/main" id="{1247EF7C-098B-5EBB-F966-A0C38F76106E}"/>
              </a:ext>
              <a:ext uri="{C183D7F6-B498-43B3-948B-1728B52AA6E4}">
                <adec:decorative xmlns:adec="http://schemas.microsoft.com/office/drawing/2017/decorative" val="1"/>
              </a:ext>
            </a:extLst>
          </p:cNvPr>
          <p:cNvPicPr>
            <a:picLocks noChangeAspect="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230459" y="1674421"/>
            <a:ext cx="1193307" cy="1193307"/>
          </a:xfrm>
          <a:prstGeom prst="rect">
            <a:avLst/>
          </a:prstGeom>
        </p:spPr>
      </p:pic>
    </p:spTree>
    <p:extLst>
      <p:ext uri="{BB962C8B-B14F-4D97-AF65-F5344CB8AC3E}">
        <p14:creationId xmlns:p14="http://schemas.microsoft.com/office/powerpoint/2010/main" val="1468088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111A-2967-33F7-CF34-CC01CD8B0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D250-0432-F944-CEA5-9F79F4234BF9}"/>
              </a:ext>
            </a:extLst>
          </p:cNvPr>
          <p:cNvSpPr>
            <a:spLocks noGrp="1" noChangeAspect="1"/>
          </p:cNvSpPr>
          <p:nvPr>
            <p:ph type="title"/>
          </p:nvPr>
        </p:nvSpPr>
        <p:spPr>
          <a:xfrm>
            <a:off x="628650" y="591921"/>
            <a:ext cx="7921125" cy="496626"/>
          </a:xfrm>
        </p:spPr>
        <p:txBody>
          <a:bodyPr anchor="ctr">
            <a:normAutofit fontScale="90000"/>
          </a:bodyPr>
          <a:lstStyle/>
          <a:p>
            <a:r>
              <a:rPr lang="en-US" dirty="0"/>
              <a:t>Activity: Multiple Choice</a:t>
            </a:r>
          </a:p>
        </p:txBody>
      </p:sp>
      <p:graphicFrame>
        <p:nvGraphicFramePr>
          <p:cNvPr id="12" name="Content Placeholder 11">
            <a:extLst>
              <a:ext uri="{FF2B5EF4-FFF2-40B4-BE49-F238E27FC236}">
                <a16:creationId xmlns:a16="http://schemas.microsoft.com/office/drawing/2014/main" id="{A40E29D9-E55F-E1F7-A875-756070DAF76D}"/>
              </a:ext>
            </a:extLst>
          </p:cNvPr>
          <p:cNvGraphicFramePr>
            <a:graphicFrameLocks noGrp="1"/>
          </p:cNvGraphicFramePr>
          <p:nvPr>
            <p:ph sz="half" idx="2"/>
            <p:extLst>
              <p:ext uri="{D42A27DB-BD31-4B8C-83A1-F6EECF244321}">
                <p14:modId xmlns:p14="http://schemas.microsoft.com/office/powerpoint/2010/main" val="1368164907"/>
              </p:ext>
            </p:extLst>
          </p:nvPr>
        </p:nvGraphicFramePr>
        <p:xfrm>
          <a:off x="4966534" y="1221642"/>
          <a:ext cx="3548816" cy="2971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Placeholder 2">
            <a:extLst>
              <a:ext uri="{FF2B5EF4-FFF2-40B4-BE49-F238E27FC236}">
                <a16:creationId xmlns:a16="http://schemas.microsoft.com/office/drawing/2014/main" id="{0F9F636D-C546-AA17-2387-E6297159EFDC}"/>
              </a:ext>
            </a:extLst>
          </p:cNvPr>
          <p:cNvSpPr>
            <a:spLocks noGrp="1" noChangeAspect="1"/>
          </p:cNvSpPr>
          <p:nvPr>
            <p:ph sz="half" idx="1"/>
          </p:nvPr>
        </p:nvSpPr>
        <p:spPr>
          <a:xfrm>
            <a:off x="628650" y="1149214"/>
            <a:ext cx="4224008" cy="3613286"/>
          </a:xfrm>
        </p:spPr>
        <p:txBody>
          <a:bodyPr>
            <a:normAutofit fontScale="77500" lnSpcReduction="20000"/>
          </a:bodyPr>
          <a:lstStyle/>
          <a:p>
            <a:pPr marL="0" indent="0">
              <a:lnSpc>
                <a:spcPct val="120000"/>
              </a:lnSpc>
              <a:buNone/>
            </a:pPr>
            <a:r>
              <a:rPr lang="en-US" dirty="0">
                <a:solidFill>
                  <a:srgbClr val="20282F"/>
                </a:solidFill>
              </a:rPr>
              <a:t>A company is setting up a network in an industrial environment where machinery often causes significant electromagnetic interference. </a:t>
            </a:r>
          </a:p>
          <a:p>
            <a:pPr marL="0" indent="0">
              <a:lnSpc>
                <a:spcPct val="120000"/>
              </a:lnSpc>
              <a:buNone/>
            </a:pPr>
            <a:endParaRPr lang="en-US" dirty="0">
              <a:solidFill>
                <a:srgbClr val="20282F"/>
              </a:solidFill>
            </a:endParaRPr>
          </a:p>
          <a:p>
            <a:pPr marL="0" indent="0">
              <a:lnSpc>
                <a:spcPct val="120000"/>
              </a:lnSpc>
              <a:buNone/>
            </a:pPr>
            <a:r>
              <a:rPr lang="en-US" dirty="0">
                <a:solidFill>
                  <a:srgbClr val="20282F"/>
                </a:solidFill>
              </a:rPr>
              <a:t>The network requires a cabling solution that can handle high-speed data transfer while also being resistant to this interference. The cable will be used to connect servers, and the runs will not exceed 100 meters.</a:t>
            </a:r>
          </a:p>
          <a:p>
            <a:pPr>
              <a:lnSpc>
                <a:spcPct val="120000"/>
              </a:lnSpc>
            </a:pPr>
            <a:endParaRPr lang="en-US" dirty="0">
              <a:solidFill>
                <a:srgbClr val="20282F"/>
              </a:solidFill>
            </a:endParaRPr>
          </a:p>
          <a:p>
            <a:pPr>
              <a:lnSpc>
                <a:spcPct val="120000"/>
              </a:lnSpc>
            </a:pPr>
            <a:endParaRPr lang="en-US" noProof="0" dirty="0">
              <a:solidFill>
                <a:srgbClr val="20282F"/>
              </a:solidFill>
            </a:endParaRPr>
          </a:p>
        </p:txBody>
      </p:sp>
      <p:sp>
        <p:nvSpPr>
          <p:cNvPr id="6" name="Slide Number Placeholder 5">
            <a:extLst>
              <a:ext uri="{FF2B5EF4-FFF2-40B4-BE49-F238E27FC236}">
                <a16:creationId xmlns:a16="http://schemas.microsoft.com/office/drawing/2014/main" id="{C8483F63-9F34-34FC-A3A9-65AC003A7F2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dirty="0"/>
          </a:p>
        </p:txBody>
      </p:sp>
      <p:sp>
        <p:nvSpPr>
          <p:cNvPr id="5" name="Footer Placeholder 4">
            <a:extLst>
              <a:ext uri="{FF2B5EF4-FFF2-40B4-BE49-F238E27FC236}">
                <a16:creationId xmlns:a16="http://schemas.microsoft.com/office/drawing/2014/main" id="{851BB452-41D0-3ECA-5A37-29D6AF411A17}"/>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643517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2.3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Wiring Implementation</a:t>
            </a:r>
          </a:p>
        </p:txBody>
      </p:sp>
      <p:sp>
        <p:nvSpPr>
          <p:cNvPr id="5" name="Slide Number Placeholder 4">
            <a:extLst>
              <a:ext uri="{FF2B5EF4-FFF2-40B4-BE49-F238E27FC236}">
                <a16:creationId xmlns:a16="http://schemas.microsoft.com/office/drawing/2014/main" id="{A55D2D3A-F20A-5C25-0C54-FEC50B43AE5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16</a:t>
            </a:fld>
            <a:endParaRPr lang="en-US" dirty="0"/>
          </a:p>
        </p:txBody>
      </p:sp>
      <p:sp>
        <p:nvSpPr>
          <p:cNvPr id="6" name="Footer Placeholder 5">
            <a:extLst>
              <a:ext uri="{FF2B5EF4-FFF2-40B4-BE49-F238E27FC236}">
                <a16:creationId xmlns:a16="http://schemas.microsoft.com/office/drawing/2014/main" id="{AB007F7E-CE38-A4B8-09DA-069CE7559C69}"/>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617626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111A-2967-33F7-CF34-CC01CD8B0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D250-0432-F944-CEA5-9F79F4234BF9}"/>
              </a:ext>
            </a:extLst>
          </p:cNvPr>
          <p:cNvSpPr>
            <a:spLocks noGrp="1" noChangeAspect="1"/>
          </p:cNvSpPr>
          <p:nvPr>
            <p:ph type="title"/>
          </p:nvPr>
        </p:nvSpPr>
        <p:spPr>
          <a:xfrm>
            <a:off x="628649" y="584942"/>
            <a:ext cx="7886699" cy="572790"/>
          </a:xfrm>
        </p:spPr>
        <p:txBody>
          <a:bodyPr>
            <a:normAutofit fontScale="90000"/>
          </a:bodyPr>
          <a:lstStyle/>
          <a:p>
            <a:r>
              <a:rPr lang="en-US" noProof="0" dirty="0"/>
              <a:t>Structured Cabling System</a:t>
            </a:r>
            <a:endParaRPr lang="en-US" dirty="0"/>
          </a:p>
        </p:txBody>
      </p:sp>
      <p:graphicFrame>
        <p:nvGraphicFramePr>
          <p:cNvPr id="6" name="Content Placeholder 5">
            <a:extLst>
              <a:ext uri="{FF2B5EF4-FFF2-40B4-BE49-F238E27FC236}">
                <a16:creationId xmlns:a16="http://schemas.microsoft.com/office/drawing/2014/main" id="{E1500C24-0BDC-BDD0-2656-3C8F897EEF9E}"/>
              </a:ext>
            </a:extLst>
          </p:cNvPr>
          <p:cNvGraphicFramePr>
            <a:graphicFrameLocks noGrp="1"/>
          </p:cNvGraphicFramePr>
          <p:nvPr>
            <p:ph idx="1"/>
            <p:extLst>
              <p:ext uri="{D42A27DB-BD31-4B8C-83A1-F6EECF244321}">
                <p14:modId xmlns:p14="http://schemas.microsoft.com/office/powerpoint/2010/main" val="4199716393"/>
              </p:ext>
            </p:extLst>
          </p:nvPr>
        </p:nvGraphicFramePr>
        <p:xfrm>
          <a:off x="628650" y="1584161"/>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0A961606-E27C-47A7-F7EF-2DCC9B67B30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17</a:t>
            </a:fld>
            <a:endParaRPr lang="en-US" dirty="0"/>
          </a:p>
        </p:txBody>
      </p:sp>
      <p:sp>
        <p:nvSpPr>
          <p:cNvPr id="3" name="Footer Placeholder 2">
            <a:extLst>
              <a:ext uri="{FF2B5EF4-FFF2-40B4-BE49-F238E27FC236}">
                <a16:creationId xmlns:a16="http://schemas.microsoft.com/office/drawing/2014/main" id="{6ED1E0CB-0E2C-A29C-A82A-D6BA4177F139}"/>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7" name="TextBox 6">
            <a:extLst>
              <a:ext uri="{FF2B5EF4-FFF2-40B4-BE49-F238E27FC236}">
                <a16:creationId xmlns:a16="http://schemas.microsoft.com/office/drawing/2014/main" id="{3391CB70-D6C1-0EE1-52A6-A9F5FFA8523F}"/>
              </a:ext>
            </a:extLst>
          </p:cNvPr>
          <p:cNvSpPr txBox="1"/>
          <p:nvPr/>
        </p:nvSpPr>
        <p:spPr>
          <a:xfrm>
            <a:off x="1259483" y="1095554"/>
            <a:ext cx="6625029" cy="584775"/>
          </a:xfrm>
          <a:prstGeom prst="rect">
            <a:avLst/>
          </a:prstGeom>
          <a:noFill/>
        </p:spPr>
        <p:txBody>
          <a:bodyPr wrap="square" rtlCol="0">
            <a:spAutoFit/>
          </a:bodyPr>
          <a:lstStyle/>
          <a:p>
            <a:pPr algn="ctr"/>
            <a:r>
              <a:rPr lang="en-US" sz="1600" dirty="0">
                <a:solidFill>
                  <a:srgbClr val="404448"/>
                </a:solidFill>
              </a:rPr>
              <a:t>A structured cabling scheme is a standard way of provisioning cabled networking for computers in an office building.</a:t>
            </a:r>
          </a:p>
        </p:txBody>
      </p:sp>
    </p:spTree>
    <p:extLst>
      <p:ext uri="{BB962C8B-B14F-4D97-AF65-F5344CB8AC3E}">
        <p14:creationId xmlns:p14="http://schemas.microsoft.com/office/powerpoint/2010/main" val="334732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B5CB-8BB4-D6BA-DE9F-059619A20FB3}"/>
              </a:ext>
            </a:extLst>
          </p:cNvPr>
          <p:cNvSpPr>
            <a:spLocks noGrp="1"/>
          </p:cNvSpPr>
          <p:nvPr>
            <p:ph type="title"/>
          </p:nvPr>
        </p:nvSpPr>
        <p:spPr>
          <a:xfrm>
            <a:off x="628649" y="584942"/>
            <a:ext cx="7886699" cy="572790"/>
          </a:xfrm>
        </p:spPr>
        <p:txBody>
          <a:bodyPr anchor="ctr">
            <a:normAutofit fontScale="90000"/>
          </a:bodyPr>
          <a:lstStyle/>
          <a:p>
            <a:r>
              <a:rPr lang="en-US" dirty="0"/>
              <a:t>Structured Cabling Diagram</a:t>
            </a:r>
          </a:p>
        </p:txBody>
      </p:sp>
      <p:pic>
        <p:nvPicPr>
          <p:cNvPr id="6" name="Picture 2" descr="A diagram shows the components of wiring distribution.">
            <a:extLst>
              <a:ext uri="{FF2B5EF4-FFF2-40B4-BE49-F238E27FC236}">
                <a16:creationId xmlns:a16="http://schemas.microsoft.com/office/drawing/2014/main" id="{F8B888A1-CC13-61FC-1C48-8824FF04A21A}"/>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2140932" y="1421394"/>
            <a:ext cx="4862136" cy="2943802"/>
          </a:xfrm>
          <a:solidFill>
            <a:srgbClr val="FFFFFF"/>
          </a:solidFill>
        </p:spPr>
      </p:pic>
      <p:sp>
        <p:nvSpPr>
          <p:cNvPr id="4" name="Slide Number Placeholder 3">
            <a:extLst>
              <a:ext uri="{FF2B5EF4-FFF2-40B4-BE49-F238E27FC236}">
                <a16:creationId xmlns:a16="http://schemas.microsoft.com/office/drawing/2014/main" id="{968ADEC1-6200-28A3-2365-4D2686C3FC2F}"/>
              </a:ext>
            </a:extLst>
          </p:cNvPr>
          <p:cNvSpPr>
            <a:spLocks noGrp="1"/>
          </p:cNvSpPr>
          <p:nvPr>
            <p:ph type="sldNum" sz="quarter" idx="12"/>
          </p:nvPr>
        </p:nvSpPr>
        <p:spPr>
          <a:xfrm>
            <a:off x="6457949" y="4762849"/>
            <a:ext cx="2173401" cy="273590"/>
          </a:xfrm>
        </p:spPr>
        <p:txBody>
          <a:bodyPr anchor="ctr">
            <a:normAutofit/>
          </a:bodyPr>
          <a:lstStyle/>
          <a:p>
            <a:fld id="{64537577-822C-42C9-B1FE-62AC5F07B59D}" type="slidenum">
              <a:rPr lang="en-US" smtClean="0"/>
              <a:pPr/>
              <a:t>18</a:t>
            </a:fld>
            <a:endParaRPr lang="en-US" dirty="0"/>
          </a:p>
        </p:txBody>
      </p:sp>
      <p:sp>
        <p:nvSpPr>
          <p:cNvPr id="3" name="Footer Placeholder 2">
            <a:extLst>
              <a:ext uri="{FF2B5EF4-FFF2-40B4-BE49-F238E27FC236}">
                <a16:creationId xmlns:a16="http://schemas.microsoft.com/office/drawing/2014/main" id="{AB1EF4DB-FC71-4C82-1293-E0E8692313B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57069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1C36-36FD-CE3E-D578-A93E093D974E}"/>
              </a:ext>
            </a:extLst>
          </p:cNvPr>
          <p:cNvSpPr>
            <a:spLocks noGrp="1"/>
          </p:cNvSpPr>
          <p:nvPr>
            <p:ph type="title"/>
          </p:nvPr>
        </p:nvSpPr>
        <p:spPr>
          <a:xfrm>
            <a:off x="565276" y="607186"/>
            <a:ext cx="8515350" cy="572790"/>
          </a:xfrm>
        </p:spPr>
        <p:txBody>
          <a:bodyPr anchor="ctr">
            <a:normAutofit fontScale="90000"/>
          </a:bodyPr>
          <a:lstStyle/>
          <a:p>
            <a:r>
              <a:rPr lang="en-US" dirty="0"/>
              <a:t>T568A and T568B Termination Standards</a:t>
            </a:r>
          </a:p>
        </p:txBody>
      </p:sp>
      <p:pic>
        <p:nvPicPr>
          <p:cNvPr id="6" name="Picture 2">
            <a:extLst>
              <a:ext uri="{FF2B5EF4-FFF2-40B4-BE49-F238E27FC236}">
                <a16:creationId xmlns:a16="http://schemas.microsoft.com/office/drawing/2014/main" id="{5E34144D-F97C-0BF0-88D9-4F99E254B16F}"/>
              </a:ext>
              <a:ext uri="{C183D7F6-B498-43B3-948B-1728B52AA6E4}">
                <adec:decorative xmlns:adec="http://schemas.microsoft.com/office/drawing/2017/decorative" val="1"/>
              </a:ext>
            </a:extLst>
          </p:cNvPr>
          <p:cNvPicPr>
            <a:picLocks noGrp="1" noChangeAspect="1" noChangeArrowheads="1"/>
          </p:cNvPicPr>
          <p:nvPr>
            <p:ph idx="1"/>
          </p:nvPr>
        </p:nvPicPr>
        <p:blipFill rotWithShape="1">
          <a:blip r:embed="rId3" cstate="screen">
            <a:extLst>
              <a:ext uri="{28A0092B-C50C-407E-A947-70E740481C1C}">
                <a14:useLocalDpi xmlns:a14="http://schemas.microsoft.com/office/drawing/2010/main"/>
              </a:ext>
            </a:extLst>
          </a:blip>
          <a:stretch/>
        </p:blipFill>
        <p:spPr bwMode="auto">
          <a:xfrm>
            <a:off x="1058375" y="1725728"/>
            <a:ext cx="7027250" cy="2490671"/>
          </a:xfrm>
          <a:solidFill>
            <a:srgbClr val="FFFFFF"/>
          </a:solidFill>
        </p:spPr>
      </p:pic>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p:txBody>
          <a:bodyPr anchor="ctr">
            <a:normAutofit/>
          </a:bodyPr>
          <a:lstStyle/>
          <a:p>
            <a:fld id="{64537577-822C-42C9-B1FE-62AC5F07B59D}" type="slidenum">
              <a:rPr lang="en-US" smtClean="0"/>
              <a:pPr/>
              <a:t>19</a:t>
            </a:fld>
            <a:endParaRPr lang="en-US" dirty="0"/>
          </a:p>
        </p:txBody>
      </p:sp>
      <p:sp>
        <p:nvSpPr>
          <p:cNvPr id="3" name="Footer Placeholder 2">
            <a:extLst>
              <a:ext uri="{FF2B5EF4-FFF2-40B4-BE49-F238E27FC236}">
                <a16:creationId xmlns:a16="http://schemas.microsoft.com/office/drawing/2014/main" id="{224E7491-9B13-40DC-0F63-BCE9826E321C}"/>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416460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1C36-36FD-CE3E-D578-A93E093D974E}"/>
              </a:ext>
            </a:extLst>
          </p:cNvPr>
          <p:cNvSpPr>
            <a:spLocks noGrp="1"/>
          </p:cNvSpPr>
          <p:nvPr>
            <p:ph type="title"/>
          </p:nvPr>
        </p:nvSpPr>
        <p:spPr>
          <a:xfrm>
            <a:off x="628649" y="584942"/>
            <a:ext cx="7886699" cy="572790"/>
          </a:xfrm>
        </p:spPr>
        <p:txBody>
          <a:bodyPr>
            <a:normAutofit fontScale="90000"/>
          </a:bodyPr>
          <a:lstStyle/>
          <a:p>
            <a:r>
              <a:rPr lang="en-US" dirty="0"/>
              <a:t>Patch Panels</a:t>
            </a:r>
          </a:p>
        </p:txBody>
      </p:sp>
      <p:graphicFrame>
        <p:nvGraphicFramePr>
          <p:cNvPr id="11" name="Content Placeholder 10">
            <a:extLst>
              <a:ext uri="{FF2B5EF4-FFF2-40B4-BE49-F238E27FC236}">
                <a16:creationId xmlns:a16="http://schemas.microsoft.com/office/drawing/2014/main" id="{08324D76-35E7-7F57-8ACF-D061328FFDF6}"/>
              </a:ext>
            </a:extLst>
          </p:cNvPr>
          <p:cNvGraphicFramePr>
            <a:graphicFrameLocks noGrp="1"/>
          </p:cNvGraphicFramePr>
          <p:nvPr>
            <p:ph idx="1"/>
            <p:extLst>
              <p:ext uri="{D42A27DB-BD31-4B8C-83A1-F6EECF244321}">
                <p14:modId xmlns:p14="http://schemas.microsoft.com/office/powerpoint/2010/main" val="3805814165"/>
              </p:ext>
            </p:extLst>
          </p:nvPr>
        </p:nvGraphicFramePr>
        <p:xfrm>
          <a:off x="628648" y="1227983"/>
          <a:ext cx="7886699"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20</a:t>
            </a:fld>
            <a:endParaRPr lang="en-US" dirty="0"/>
          </a:p>
        </p:txBody>
      </p:sp>
      <p:sp>
        <p:nvSpPr>
          <p:cNvPr id="3" name="Footer Placeholder 2">
            <a:extLst>
              <a:ext uri="{FF2B5EF4-FFF2-40B4-BE49-F238E27FC236}">
                <a16:creationId xmlns:a16="http://schemas.microsoft.com/office/drawing/2014/main" id="{30FC8F40-0EB2-0975-513D-D9482825725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6" name="Title 1">
            <a:extLst>
              <a:ext uri="{FF2B5EF4-FFF2-40B4-BE49-F238E27FC236}">
                <a16:creationId xmlns:a16="http://schemas.microsoft.com/office/drawing/2014/main" id="{D837FF22-A939-578D-6E0B-B32807CA5A04}"/>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spTree>
    <p:extLst>
      <p:ext uri="{BB962C8B-B14F-4D97-AF65-F5344CB8AC3E}">
        <p14:creationId xmlns:p14="http://schemas.microsoft.com/office/powerpoint/2010/main" val="3422546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1C36-36FD-CE3E-D578-A93E093D974E}"/>
              </a:ext>
            </a:extLst>
          </p:cNvPr>
          <p:cNvSpPr>
            <a:spLocks noGrp="1"/>
          </p:cNvSpPr>
          <p:nvPr>
            <p:ph type="title"/>
          </p:nvPr>
        </p:nvSpPr>
        <p:spPr>
          <a:xfrm>
            <a:off x="628649" y="584942"/>
            <a:ext cx="7886699" cy="572790"/>
          </a:xfrm>
        </p:spPr>
        <p:txBody>
          <a:bodyPr>
            <a:normAutofit fontScale="90000"/>
          </a:bodyPr>
          <a:lstStyle/>
          <a:p>
            <a:r>
              <a:rPr lang="en-US" dirty="0"/>
              <a:t>Patch Panels</a:t>
            </a:r>
          </a:p>
        </p:txBody>
      </p:sp>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21</a:t>
            </a:fld>
            <a:endParaRPr lang="en-US" dirty="0"/>
          </a:p>
        </p:txBody>
      </p:sp>
      <p:sp>
        <p:nvSpPr>
          <p:cNvPr id="3" name="Footer Placeholder 2">
            <a:extLst>
              <a:ext uri="{FF2B5EF4-FFF2-40B4-BE49-F238E27FC236}">
                <a16:creationId xmlns:a16="http://schemas.microsoft.com/office/drawing/2014/main" id="{30FC8F40-0EB2-0975-513D-D9482825725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6" name="Title 1">
            <a:extLst>
              <a:ext uri="{FF2B5EF4-FFF2-40B4-BE49-F238E27FC236}">
                <a16:creationId xmlns:a16="http://schemas.microsoft.com/office/drawing/2014/main" id="{D837FF22-A939-578D-6E0B-B32807CA5A04}"/>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pic>
        <p:nvPicPr>
          <p:cNvPr id="8" name="Content Placeholder 7">
            <a:extLst>
              <a:ext uri="{FF2B5EF4-FFF2-40B4-BE49-F238E27FC236}">
                <a16:creationId xmlns:a16="http://schemas.microsoft.com/office/drawing/2014/main" id="{15D92C6C-8F69-5C83-590D-9593446F0840}"/>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1098724" y="1634608"/>
            <a:ext cx="6946551" cy="1869521"/>
          </a:xfrm>
          <a:prstGeom prst="rect">
            <a:avLst/>
          </a:prstGeom>
        </p:spPr>
      </p:pic>
    </p:spTree>
    <p:extLst>
      <p:ext uri="{BB962C8B-B14F-4D97-AF65-F5344CB8AC3E}">
        <p14:creationId xmlns:p14="http://schemas.microsoft.com/office/powerpoint/2010/main" val="1148331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1C36-36FD-CE3E-D578-A93E093D974E}"/>
              </a:ext>
            </a:extLst>
          </p:cNvPr>
          <p:cNvSpPr>
            <a:spLocks noGrp="1"/>
          </p:cNvSpPr>
          <p:nvPr>
            <p:ph type="title"/>
          </p:nvPr>
        </p:nvSpPr>
        <p:spPr>
          <a:xfrm>
            <a:off x="628649" y="584942"/>
            <a:ext cx="7886699" cy="572790"/>
          </a:xfrm>
        </p:spPr>
        <p:txBody>
          <a:bodyPr>
            <a:normAutofit fontScale="90000"/>
          </a:bodyPr>
          <a:lstStyle/>
          <a:p>
            <a:r>
              <a:rPr lang="en-US" dirty="0"/>
              <a:t>Structured Cable Installation</a:t>
            </a:r>
          </a:p>
        </p:txBody>
      </p:sp>
      <p:graphicFrame>
        <p:nvGraphicFramePr>
          <p:cNvPr id="6" name="Content Placeholder 5">
            <a:extLst>
              <a:ext uri="{FF2B5EF4-FFF2-40B4-BE49-F238E27FC236}">
                <a16:creationId xmlns:a16="http://schemas.microsoft.com/office/drawing/2014/main" id="{86C5CB0D-0506-A56E-63F3-35F1187AFBE5}"/>
              </a:ext>
            </a:extLst>
          </p:cNvPr>
          <p:cNvGraphicFramePr>
            <a:graphicFrameLocks noGrp="1"/>
          </p:cNvGraphicFramePr>
          <p:nvPr>
            <p:ph idx="1"/>
            <p:extLst>
              <p:ext uri="{D42A27DB-BD31-4B8C-83A1-F6EECF244321}">
                <p14:modId xmlns:p14="http://schemas.microsoft.com/office/powerpoint/2010/main" val="3151064913"/>
              </p:ext>
            </p:extLst>
          </p:nvPr>
        </p:nvGraphicFramePr>
        <p:xfrm>
          <a:off x="362136" y="1007321"/>
          <a:ext cx="8419723" cy="3546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22</a:t>
            </a:fld>
            <a:endParaRPr lang="en-US" dirty="0"/>
          </a:p>
        </p:txBody>
      </p:sp>
      <p:sp>
        <p:nvSpPr>
          <p:cNvPr id="3" name="Footer Placeholder 2">
            <a:extLst>
              <a:ext uri="{FF2B5EF4-FFF2-40B4-BE49-F238E27FC236}">
                <a16:creationId xmlns:a16="http://schemas.microsoft.com/office/drawing/2014/main" id="{DB9EF5CC-2614-482C-24D6-B5596DF967C8}"/>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156176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25FA027-9B1A-3429-D350-846BA51C4565}"/>
              </a:ext>
            </a:extLst>
          </p:cNvPr>
          <p:cNvSpPr>
            <a:spLocks noGrp="1"/>
          </p:cNvSpPr>
          <p:nvPr>
            <p:ph type="title"/>
          </p:nvPr>
        </p:nvSpPr>
        <p:spPr>
          <a:xfrm>
            <a:off x="628649" y="584942"/>
            <a:ext cx="7886699" cy="572790"/>
          </a:xfrm>
        </p:spPr>
        <p:txBody>
          <a:bodyPr>
            <a:normAutofit fontScale="90000"/>
          </a:bodyPr>
          <a:lstStyle/>
          <a:p>
            <a:r>
              <a:rPr lang="en-US" dirty="0"/>
              <a:t>Termination Tools</a:t>
            </a:r>
          </a:p>
        </p:txBody>
      </p:sp>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23</a:t>
            </a:fld>
            <a:endParaRPr lang="en-US" dirty="0"/>
          </a:p>
        </p:txBody>
      </p:sp>
      <p:sp>
        <p:nvSpPr>
          <p:cNvPr id="2" name="Footer Placeholder 1">
            <a:extLst>
              <a:ext uri="{FF2B5EF4-FFF2-40B4-BE49-F238E27FC236}">
                <a16:creationId xmlns:a16="http://schemas.microsoft.com/office/drawing/2014/main" id="{45D9A235-A06E-3CA7-0777-A468C37EFC51}"/>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9" name="Content Placeholder 8">
            <a:extLst>
              <a:ext uri="{FF2B5EF4-FFF2-40B4-BE49-F238E27FC236}">
                <a16:creationId xmlns:a16="http://schemas.microsoft.com/office/drawing/2014/main" id="{CD33D7ED-2900-636C-7546-1C5C11C381C8}"/>
              </a:ext>
            </a:extLst>
          </p:cNvPr>
          <p:cNvGraphicFramePr>
            <a:graphicFrameLocks noGrp="1"/>
          </p:cNvGraphicFramePr>
          <p:nvPr>
            <p:ph idx="1"/>
            <p:extLst>
              <p:ext uri="{D42A27DB-BD31-4B8C-83A1-F6EECF244321}">
                <p14:modId xmlns:p14="http://schemas.microsoft.com/office/powerpoint/2010/main" val="1173566944"/>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6751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1C36-36FD-CE3E-D578-A93E093D974E}"/>
              </a:ext>
            </a:extLst>
          </p:cNvPr>
          <p:cNvSpPr>
            <a:spLocks noGrp="1"/>
          </p:cNvSpPr>
          <p:nvPr>
            <p:ph type="title"/>
          </p:nvPr>
        </p:nvSpPr>
        <p:spPr>
          <a:xfrm>
            <a:off x="628649" y="584942"/>
            <a:ext cx="7886699" cy="572790"/>
          </a:xfrm>
        </p:spPr>
        <p:txBody>
          <a:bodyPr>
            <a:normAutofit fontScale="90000"/>
          </a:bodyPr>
          <a:lstStyle/>
          <a:p>
            <a:r>
              <a:rPr lang="en-US" dirty="0"/>
              <a:t>Activity: Identify the Termination Tool</a:t>
            </a:r>
          </a:p>
        </p:txBody>
      </p:sp>
      <p:graphicFrame>
        <p:nvGraphicFramePr>
          <p:cNvPr id="9" name="Content Placeholder 8">
            <a:extLst>
              <a:ext uri="{FF2B5EF4-FFF2-40B4-BE49-F238E27FC236}">
                <a16:creationId xmlns:a16="http://schemas.microsoft.com/office/drawing/2014/main" id="{91ECC3AB-A5A5-7CD5-7BC3-AAAB568A5B48}"/>
              </a:ext>
            </a:extLst>
          </p:cNvPr>
          <p:cNvGraphicFramePr>
            <a:graphicFrameLocks noGrp="1"/>
          </p:cNvGraphicFramePr>
          <p:nvPr>
            <p:ph idx="1"/>
            <p:extLst>
              <p:ext uri="{D42A27DB-BD31-4B8C-83A1-F6EECF244321}">
                <p14:modId xmlns:p14="http://schemas.microsoft.com/office/powerpoint/2010/main" val="1809481942"/>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24</a:t>
            </a:fld>
            <a:endParaRPr lang="en-US" dirty="0"/>
          </a:p>
        </p:txBody>
      </p:sp>
      <p:sp>
        <p:nvSpPr>
          <p:cNvPr id="3" name="Footer Placeholder 2">
            <a:extLst>
              <a:ext uri="{FF2B5EF4-FFF2-40B4-BE49-F238E27FC236}">
                <a16:creationId xmlns:a16="http://schemas.microsoft.com/office/drawing/2014/main" id="{0A292A64-94F1-06DF-E31F-D2013E5EF32C}"/>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437933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2.4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Fiber Optic Cables and Connectors</a:t>
            </a:r>
          </a:p>
        </p:txBody>
      </p:sp>
      <p:sp>
        <p:nvSpPr>
          <p:cNvPr id="5" name="Slide Number Placeholder 4">
            <a:extLst>
              <a:ext uri="{FF2B5EF4-FFF2-40B4-BE49-F238E27FC236}">
                <a16:creationId xmlns:a16="http://schemas.microsoft.com/office/drawing/2014/main" id="{A55D2D3A-F20A-5C25-0C54-FEC50B43AE5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25</a:t>
            </a:fld>
            <a:endParaRPr lang="en-US" dirty="0"/>
          </a:p>
        </p:txBody>
      </p:sp>
      <p:sp>
        <p:nvSpPr>
          <p:cNvPr id="6" name="Footer Placeholder 5">
            <a:extLst>
              <a:ext uri="{FF2B5EF4-FFF2-40B4-BE49-F238E27FC236}">
                <a16:creationId xmlns:a16="http://schemas.microsoft.com/office/drawing/2014/main" id="{52713378-6C6C-6862-F704-8E30E81F347B}"/>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577242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DF757CB-D922-45B4-FC83-2DB37712B65B}"/>
              </a:ext>
            </a:extLst>
          </p:cNvPr>
          <p:cNvSpPr>
            <a:spLocks noGrp="1"/>
          </p:cNvSpPr>
          <p:nvPr>
            <p:ph type="title"/>
          </p:nvPr>
        </p:nvSpPr>
        <p:spPr>
          <a:xfrm>
            <a:off x="628649" y="584942"/>
            <a:ext cx="7886699" cy="572790"/>
          </a:xfrm>
        </p:spPr>
        <p:txBody>
          <a:bodyPr>
            <a:normAutofit fontScale="90000"/>
          </a:bodyPr>
          <a:lstStyle/>
          <a:p>
            <a:r>
              <a:rPr lang="en-US" dirty="0"/>
              <a:t> Fiber Optic Considerations</a:t>
            </a:r>
          </a:p>
        </p:txBody>
      </p:sp>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26</a:t>
            </a:fld>
            <a:endParaRPr lang="en-US" dirty="0"/>
          </a:p>
        </p:txBody>
      </p:sp>
      <p:sp>
        <p:nvSpPr>
          <p:cNvPr id="2" name="Footer Placeholder 1">
            <a:extLst>
              <a:ext uri="{FF2B5EF4-FFF2-40B4-BE49-F238E27FC236}">
                <a16:creationId xmlns:a16="http://schemas.microsoft.com/office/drawing/2014/main" id="{0E4EE88B-C46B-A3DB-57A2-E4796D287F4C}"/>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82A1E794-C5A8-E146-277E-FF92A54D40C9}"/>
              </a:ext>
            </a:extLst>
          </p:cNvPr>
          <p:cNvGraphicFramePr>
            <a:graphicFrameLocks noGrp="1"/>
          </p:cNvGraphicFramePr>
          <p:nvPr>
            <p:ph idx="1"/>
            <p:extLst>
              <p:ext uri="{D42A27DB-BD31-4B8C-83A1-F6EECF244321}">
                <p14:modId xmlns:p14="http://schemas.microsoft.com/office/powerpoint/2010/main" val="3171810999"/>
              </p:ext>
            </p:extLst>
          </p:nvPr>
        </p:nvGraphicFramePr>
        <p:xfrm>
          <a:off x="628650" y="1216025"/>
          <a:ext cx="7886700" cy="3020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1318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C2B6D2F-381B-3940-FF66-871B9826DA86}"/>
              </a:ext>
            </a:extLst>
          </p:cNvPr>
          <p:cNvSpPr>
            <a:spLocks noGrp="1"/>
          </p:cNvSpPr>
          <p:nvPr>
            <p:ph type="title"/>
          </p:nvPr>
        </p:nvSpPr>
        <p:spPr>
          <a:xfrm>
            <a:off x="628649" y="584942"/>
            <a:ext cx="7886699" cy="572790"/>
          </a:xfrm>
        </p:spPr>
        <p:txBody>
          <a:bodyPr>
            <a:normAutofit fontScale="90000"/>
          </a:bodyPr>
          <a:lstStyle/>
          <a:p>
            <a:r>
              <a:rPr lang="en-US" dirty="0"/>
              <a:t> Single Mode and Multimode Fiber</a:t>
            </a:r>
          </a:p>
        </p:txBody>
      </p:sp>
      <p:sp>
        <p:nvSpPr>
          <p:cNvPr id="4" name="Slide Number Placeholder 3">
            <a:extLst>
              <a:ext uri="{FF2B5EF4-FFF2-40B4-BE49-F238E27FC236}">
                <a16:creationId xmlns:a16="http://schemas.microsoft.com/office/drawing/2014/main" id="{4821598B-7F8E-758D-7374-7A73BA66F12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27</a:t>
            </a:fld>
            <a:endParaRPr lang="en-US" dirty="0"/>
          </a:p>
        </p:txBody>
      </p:sp>
      <p:sp>
        <p:nvSpPr>
          <p:cNvPr id="2" name="Footer Placeholder 1">
            <a:extLst>
              <a:ext uri="{FF2B5EF4-FFF2-40B4-BE49-F238E27FC236}">
                <a16:creationId xmlns:a16="http://schemas.microsoft.com/office/drawing/2014/main" id="{0E5FD600-FE48-10B0-8854-EED9EBE74BF9}"/>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A06A0628-BB03-E53C-0888-44759D846A39}"/>
              </a:ext>
            </a:extLst>
          </p:cNvPr>
          <p:cNvGraphicFramePr>
            <a:graphicFrameLocks noGrp="1"/>
          </p:cNvGraphicFramePr>
          <p:nvPr>
            <p:ph idx="1"/>
            <p:extLst>
              <p:ext uri="{D42A27DB-BD31-4B8C-83A1-F6EECF244321}">
                <p14:modId xmlns:p14="http://schemas.microsoft.com/office/powerpoint/2010/main" val="2604092858"/>
              </p:ext>
            </p:extLst>
          </p:nvPr>
        </p:nvGraphicFramePr>
        <p:xfrm>
          <a:off x="583618" y="1342773"/>
          <a:ext cx="7976759" cy="3026658"/>
        </p:xfrm>
        <a:graphic>
          <a:graphicData uri="http://schemas.openxmlformats.org/drawingml/2006/table">
            <a:tbl>
              <a:tblPr firstRow="1" bandRow="1">
                <a:tableStyleId>{5C22544A-7EE6-4342-B048-85BDC9FD1C3A}</a:tableStyleId>
              </a:tblPr>
              <a:tblGrid>
                <a:gridCol w="1772527">
                  <a:extLst>
                    <a:ext uri="{9D8B030D-6E8A-4147-A177-3AD203B41FA5}">
                      <a16:colId xmlns:a16="http://schemas.microsoft.com/office/drawing/2014/main" val="2017672184"/>
                    </a:ext>
                  </a:extLst>
                </a:gridCol>
                <a:gridCol w="2983626">
                  <a:extLst>
                    <a:ext uri="{9D8B030D-6E8A-4147-A177-3AD203B41FA5}">
                      <a16:colId xmlns:a16="http://schemas.microsoft.com/office/drawing/2014/main" val="3237386314"/>
                    </a:ext>
                  </a:extLst>
                </a:gridCol>
                <a:gridCol w="3220606">
                  <a:extLst>
                    <a:ext uri="{9D8B030D-6E8A-4147-A177-3AD203B41FA5}">
                      <a16:colId xmlns:a16="http://schemas.microsoft.com/office/drawing/2014/main" val="3394735298"/>
                    </a:ext>
                  </a:extLst>
                </a:gridCol>
              </a:tblGrid>
              <a:tr h="370497">
                <a:tc>
                  <a:txBody>
                    <a:bodyPr/>
                    <a:lstStyle/>
                    <a:p>
                      <a:r>
                        <a:rPr lang="en-US" sz="1400" b="1" dirty="0"/>
                        <a:t>Factor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400" b="1" dirty="0"/>
                        <a:t>Single Mode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400" b="1" dirty="0"/>
                        <a:t>Multimode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2489657908"/>
                  </a:ext>
                </a:extLst>
              </a:tr>
              <a:tr h="502201">
                <a:tc>
                  <a:txBody>
                    <a:bodyPr/>
                    <a:lstStyle/>
                    <a:p>
                      <a:r>
                        <a:rPr lang="en-US" sz="1400" b="1" dirty="0">
                          <a:solidFill>
                            <a:srgbClr val="20282F"/>
                          </a:solidFill>
                        </a:rPr>
                        <a:t>Core diameter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Small core allowing only one light to pass through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Larger core allowing multiple light modes to pass through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60499259"/>
                  </a:ext>
                </a:extLst>
              </a:tr>
              <a:tr h="707623">
                <a:tc>
                  <a:txBody>
                    <a:bodyPr/>
                    <a:lstStyle/>
                    <a:p>
                      <a:r>
                        <a:rPr lang="en-US" sz="1400" b="1" dirty="0">
                          <a:solidFill>
                            <a:srgbClr val="20282F"/>
                          </a:solidFill>
                        </a:rPr>
                        <a:t>Light transmission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Light travels directly down the </a:t>
                      </a:r>
                      <a:br>
                        <a:rPr lang="en-US" sz="1400" dirty="0">
                          <a:solidFill>
                            <a:srgbClr val="20282F"/>
                          </a:solidFill>
                        </a:rPr>
                      </a:br>
                      <a:r>
                        <a:rPr lang="en-US" sz="1400" dirty="0">
                          <a:solidFill>
                            <a:srgbClr val="20282F"/>
                          </a:solidFill>
                        </a:rPr>
                        <a:t>fiber with minimal reflection </a:t>
                      </a:r>
                      <a:br>
                        <a:rPr lang="en-US" sz="1400" dirty="0">
                          <a:solidFill>
                            <a:srgbClr val="20282F"/>
                          </a:solidFill>
                        </a:rPr>
                      </a:br>
                      <a:r>
                        <a:rPr lang="en-US" sz="1400" dirty="0">
                          <a:solidFill>
                            <a:srgbClr val="20282F"/>
                          </a:solidFill>
                        </a:rPr>
                        <a:t>and attenuation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Light bounces more causing more dispersion and attenuation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40481785"/>
                  </a:ext>
                </a:extLst>
              </a:tr>
              <a:tr h="502201">
                <a:tc>
                  <a:txBody>
                    <a:bodyPr/>
                    <a:lstStyle/>
                    <a:p>
                      <a:r>
                        <a:rPr lang="en-US" sz="1400" b="1" dirty="0">
                          <a:solidFill>
                            <a:srgbClr val="20282F"/>
                          </a:solidFill>
                        </a:rPr>
                        <a:t>Distance and bandwidth</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Suitable for long distances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Best for shorter distances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99969438"/>
                  </a:ext>
                </a:extLst>
              </a:tr>
              <a:tr h="502201">
                <a:tc>
                  <a:txBody>
                    <a:bodyPr/>
                    <a:lstStyle/>
                    <a:p>
                      <a:r>
                        <a:rPr lang="en-US" sz="1400" b="1" dirty="0">
                          <a:solidFill>
                            <a:srgbClr val="20282F"/>
                          </a:solidFill>
                        </a:rPr>
                        <a:t>Applications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Long-haul networks, high-speed broadband, telecommunications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Datacenters, LANs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64910945"/>
                  </a:ext>
                </a:extLst>
              </a:tr>
              <a:tr h="370497">
                <a:tc>
                  <a:txBody>
                    <a:bodyPr/>
                    <a:lstStyle/>
                    <a:p>
                      <a:r>
                        <a:rPr lang="en-US" sz="1400" b="1" dirty="0">
                          <a:solidFill>
                            <a:srgbClr val="20282F"/>
                          </a:solidFill>
                        </a:rPr>
                        <a:t>Cost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More expensive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dirty="0">
                          <a:solidFill>
                            <a:srgbClr val="20282F"/>
                          </a:solidFill>
                        </a:rPr>
                        <a:t>Less expensive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59855918"/>
                  </a:ext>
                </a:extLst>
              </a:tr>
            </a:tbl>
          </a:graphicData>
        </a:graphic>
      </p:graphicFrame>
    </p:spTree>
    <p:extLst>
      <p:ext uri="{BB962C8B-B14F-4D97-AF65-F5344CB8AC3E}">
        <p14:creationId xmlns:p14="http://schemas.microsoft.com/office/powerpoint/2010/main" val="81601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8049019-A64E-A589-3EAF-D85766B2921D}"/>
              </a:ext>
            </a:extLst>
          </p:cNvPr>
          <p:cNvSpPr>
            <a:spLocks noGrp="1"/>
          </p:cNvSpPr>
          <p:nvPr>
            <p:ph type="title"/>
          </p:nvPr>
        </p:nvSpPr>
        <p:spPr>
          <a:xfrm>
            <a:off x="628649" y="584942"/>
            <a:ext cx="7886699" cy="572790"/>
          </a:xfrm>
        </p:spPr>
        <p:txBody>
          <a:bodyPr>
            <a:normAutofit fontScale="90000"/>
          </a:bodyPr>
          <a:lstStyle/>
          <a:p>
            <a:r>
              <a:rPr lang="en-US" dirty="0"/>
              <a:t>Fiber Optic Connector Types </a:t>
            </a:r>
          </a:p>
        </p:txBody>
      </p:sp>
      <p:sp>
        <p:nvSpPr>
          <p:cNvPr id="4" name="Slide Number Placeholder 3">
            <a:extLst>
              <a:ext uri="{FF2B5EF4-FFF2-40B4-BE49-F238E27FC236}">
                <a16:creationId xmlns:a16="http://schemas.microsoft.com/office/drawing/2014/main" id="{BC7CDFD8-745F-39F3-FEF7-EFCE08A952F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28</a:t>
            </a:fld>
            <a:endParaRPr lang="en-US" dirty="0"/>
          </a:p>
        </p:txBody>
      </p:sp>
      <p:sp>
        <p:nvSpPr>
          <p:cNvPr id="2" name="Footer Placeholder 1">
            <a:extLst>
              <a:ext uri="{FF2B5EF4-FFF2-40B4-BE49-F238E27FC236}">
                <a16:creationId xmlns:a16="http://schemas.microsoft.com/office/drawing/2014/main" id="{B1ABAF72-3A65-11E5-50BA-CAF2D2DD6A22}"/>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7" name="Table 6">
            <a:extLst>
              <a:ext uri="{FF2B5EF4-FFF2-40B4-BE49-F238E27FC236}">
                <a16:creationId xmlns:a16="http://schemas.microsoft.com/office/drawing/2014/main" id="{35B75A73-74FF-373C-A9F9-F7E132F9BA6E}"/>
              </a:ext>
            </a:extLst>
          </p:cNvPr>
          <p:cNvGraphicFramePr>
            <a:graphicFrameLocks noGrp="1"/>
          </p:cNvGraphicFramePr>
          <p:nvPr>
            <p:extLst>
              <p:ext uri="{D42A27DB-BD31-4B8C-83A1-F6EECF244321}">
                <p14:modId xmlns:p14="http://schemas.microsoft.com/office/powerpoint/2010/main" val="3617609761"/>
              </p:ext>
            </p:extLst>
          </p:nvPr>
        </p:nvGraphicFramePr>
        <p:xfrm>
          <a:off x="389297" y="1378005"/>
          <a:ext cx="8369926" cy="2770693"/>
        </p:xfrm>
        <a:graphic>
          <a:graphicData uri="http://schemas.openxmlformats.org/drawingml/2006/table">
            <a:tbl>
              <a:tblPr firstRow="1" bandRow="1">
                <a:tableStyleId>{5C22544A-7EE6-4342-B048-85BDC9FD1C3A}</a:tableStyleId>
              </a:tblPr>
              <a:tblGrid>
                <a:gridCol w="1218649">
                  <a:extLst>
                    <a:ext uri="{9D8B030D-6E8A-4147-A177-3AD203B41FA5}">
                      <a16:colId xmlns:a16="http://schemas.microsoft.com/office/drawing/2014/main" val="3952738407"/>
                    </a:ext>
                  </a:extLst>
                </a:gridCol>
                <a:gridCol w="2400885">
                  <a:extLst>
                    <a:ext uri="{9D8B030D-6E8A-4147-A177-3AD203B41FA5}">
                      <a16:colId xmlns:a16="http://schemas.microsoft.com/office/drawing/2014/main" val="1454715260"/>
                    </a:ext>
                  </a:extLst>
                </a:gridCol>
                <a:gridCol w="2221290">
                  <a:extLst>
                    <a:ext uri="{9D8B030D-6E8A-4147-A177-3AD203B41FA5}">
                      <a16:colId xmlns:a16="http://schemas.microsoft.com/office/drawing/2014/main" val="2637327612"/>
                    </a:ext>
                  </a:extLst>
                </a:gridCol>
                <a:gridCol w="2529102">
                  <a:extLst>
                    <a:ext uri="{9D8B030D-6E8A-4147-A177-3AD203B41FA5}">
                      <a16:colId xmlns:a16="http://schemas.microsoft.com/office/drawing/2014/main" val="2771962632"/>
                    </a:ext>
                  </a:extLst>
                </a:gridCol>
              </a:tblGrid>
              <a:tr h="360332">
                <a:tc>
                  <a:txBody>
                    <a:bodyPr/>
                    <a:lstStyle/>
                    <a:p>
                      <a:r>
                        <a:rPr lang="en-US" sz="1300" b="1" dirty="0"/>
                        <a:t>Factor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300" b="1" dirty="0"/>
                        <a:t>Subscriber Connector (SC)</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300" b="1" dirty="0"/>
                        <a:t>Lucent Connector (LC)</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r>
                        <a:rPr lang="en-US" sz="1300" b="1" dirty="0"/>
                        <a:t>Straight Tip Connector (ST)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414946471"/>
                  </a:ext>
                </a:extLst>
              </a:tr>
              <a:tr h="624618">
                <a:tc>
                  <a:txBody>
                    <a:bodyPr/>
                    <a:lstStyle/>
                    <a:p>
                      <a:pPr algn="l"/>
                      <a:r>
                        <a:rPr lang="en-US" sz="1300" b="1" dirty="0">
                          <a:solidFill>
                            <a:srgbClr val="20282F"/>
                          </a:solidFill>
                        </a:rPr>
                        <a:t>Image</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300" dirty="0"/>
                    </a:p>
                    <a:p>
                      <a:pPr algn="ctr"/>
                      <a:endParaRPr lang="en-US" sz="1300" dirty="0"/>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300" dirty="0"/>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300" dirty="0"/>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01095398"/>
                  </a:ext>
                </a:extLst>
              </a:tr>
              <a:tr h="370497">
                <a:tc>
                  <a:txBody>
                    <a:bodyPr/>
                    <a:lstStyle/>
                    <a:p>
                      <a:pPr algn="l"/>
                      <a:r>
                        <a:rPr lang="en-US" sz="1300" b="1" dirty="0">
                          <a:solidFill>
                            <a:srgbClr val="20282F"/>
                          </a:solidFill>
                        </a:rPr>
                        <a:t>Ferrule Size</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2.5 mm</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1.25 mm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2.5 mm</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98575094"/>
                  </a:ext>
                </a:extLst>
              </a:tr>
              <a:tr h="707623">
                <a:tc>
                  <a:txBody>
                    <a:bodyPr/>
                    <a:lstStyle/>
                    <a:p>
                      <a:pPr algn="l"/>
                      <a:r>
                        <a:rPr lang="en-US" sz="1300" b="1" dirty="0">
                          <a:solidFill>
                            <a:srgbClr val="20282F"/>
                          </a:solidFill>
                        </a:rPr>
                        <a:t>Applications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Telecommunications networks, data transmission</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Heavily populated patch panels and cabinets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LANS and datacenters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9724836"/>
                  </a:ext>
                </a:extLst>
              </a:tr>
              <a:tr h="707623">
                <a:tc>
                  <a:txBody>
                    <a:bodyPr/>
                    <a:lstStyle/>
                    <a:p>
                      <a:pPr algn="l"/>
                      <a:r>
                        <a:rPr lang="en-US" sz="1300" b="1" dirty="0">
                          <a:solidFill>
                            <a:srgbClr val="20282F"/>
                          </a:solidFill>
                        </a:rPr>
                        <a:t>Features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Push-pull design, quick deployment, low insertion loss, durability</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Square shape, duplex header design</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300" dirty="0">
                          <a:solidFill>
                            <a:srgbClr val="20282F"/>
                          </a:solidFill>
                        </a:rPr>
                        <a:t>Bayonet twist-lock, older but still widely used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62780526"/>
                  </a:ext>
                </a:extLst>
              </a:tr>
            </a:tbl>
          </a:graphicData>
        </a:graphic>
      </p:graphicFrame>
      <p:pic>
        <p:nvPicPr>
          <p:cNvPr id="8" name="Picture 2">
            <a:extLst>
              <a:ext uri="{FF2B5EF4-FFF2-40B4-BE49-F238E27FC236}">
                <a16:creationId xmlns:a16="http://schemas.microsoft.com/office/drawing/2014/main" id="{A7BE99F6-AB61-1BAD-A89E-816F57C1D68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179645" y="1855496"/>
            <a:ext cx="1904948" cy="35574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11E78EBF-6897-1807-27E8-D17AC86DF01D}"/>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839990" y="1909507"/>
            <a:ext cx="2028546" cy="2968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3FA8D71D-2EF5-F2D5-20FC-7AC1341F3292}"/>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494161" y="1909507"/>
            <a:ext cx="1947407" cy="296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578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F5EEF3D-5609-3084-8291-CCD8133A191C}"/>
              </a:ext>
            </a:extLst>
          </p:cNvPr>
          <p:cNvSpPr>
            <a:spLocks noGrp="1"/>
          </p:cNvSpPr>
          <p:nvPr>
            <p:ph type="title"/>
          </p:nvPr>
        </p:nvSpPr>
        <p:spPr>
          <a:xfrm>
            <a:off x="628649" y="584942"/>
            <a:ext cx="8002701" cy="572790"/>
          </a:xfrm>
        </p:spPr>
        <p:txBody>
          <a:bodyPr>
            <a:normAutofit fontScale="90000"/>
          </a:bodyPr>
          <a:lstStyle/>
          <a:p>
            <a:r>
              <a:rPr lang="en-US" dirty="0"/>
              <a:t>Wavelength Division Multiplexing (WDM)</a:t>
            </a:r>
          </a:p>
        </p:txBody>
      </p:sp>
      <p:graphicFrame>
        <p:nvGraphicFramePr>
          <p:cNvPr id="5" name="Content Placeholder 4">
            <a:extLst>
              <a:ext uri="{FF2B5EF4-FFF2-40B4-BE49-F238E27FC236}">
                <a16:creationId xmlns:a16="http://schemas.microsoft.com/office/drawing/2014/main" id="{6B562C4E-FD34-63C7-1B78-86680AAE26EB}"/>
              </a:ext>
            </a:extLst>
          </p:cNvPr>
          <p:cNvGraphicFramePr>
            <a:graphicFrameLocks noGrp="1"/>
          </p:cNvGraphicFramePr>
          <p:nvPr>
            <p:ph idx="1"/>
            <p:extLst>
              <p:ext uri="{D42A27DB-BD31-4B8C-83A1-F6EECF244321}">
                <p14:modId xmlns:p14="http://schemas.microsoft.com/office/powerpoint/2010/main" val="3126710368"/>
              </p:ext>
            </p:extLst>
          </p:nvPr>
        </p:nvGraphicFramePr>
        <p:xfrm>
          <a:off x="628649" y="1873932"/>
          <a:ext cx="7886700" cy="28212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3C1E0A1F-BDF7-D6DA-F443-18C220DE886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dirty="0"/>
          </a:p>
        </p:txBody>
      </p:sp>
      <p:sp>
        <p:nvSpPr>
          <p:cNvPr id="2" name="Footer Placeholder 1">
            <a:extLst>
              <a:ext uri="{FF2B5EF4-FFF2-40B4-BE49-F238E27FC236}">
                <a16:creationId xmlns:a16="http://schemas.microsoft.com/office/drawing/2014/main" id="{293C8ADD-2815-FFF2-0266-DB5AA63F3CA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8" name="TextBox 7">
            <a:extLst>
              <a:ext uri="{FF2B5EF4-FFF2-40B4-BE49-F238E27FC236}">
                <a16:creationId xmlns:a16="http://schemas.microsoft.com/office/drawing/2014/main" id="{DDD29621-2061-90BD-360C-33A041934220}"/>
              </a:ext>
            </a:extLst>
          </p:cNvPr>
          <p:cNvSpPr txBox="1"/>
          <p:nvPr/>
        </p:nvSpPr>
        <p:spPr>
          <a:xfrm>
            <a:off x="1647731" y="1157732"/>
            <a:ext cx="5597587" cy="645690"/>
          </a:xfrm>
          <a:prstGeom prst="rect">
            <a:avLst/>
          </a:prstGeom>
          <a:noFill/>
        </p:spPr>
        <p:txBody>
          <a:bodyPr wrap="square" rtlCol="0">
            <a:spAutoFit/>
          </a:bodyPr>
          <a:lstStyle>
            <a:defPPr>
              <a:defRPr lang="en-US"/>
            </a:defPPr>
            <a:lvl1pPr algn="ctr">
              <a:defRPr sz="1798">
                <a:latin typeface="+mj-lt"/>
              </a:defRPr>
            </a:lvl1pPr>
          </a:lstStyle>
          <a:p>
            <a:r>
              <a:rPr lang="en-US" sz="1800" dirty="0">
                <a:solidFill>
                  <a:srgbClr val="404448"/>
                </a:solidFill>
              </a:rPr>
              <a:t>Allows multiple data channels to share the same fiber using different wavelengths of light</a:t>
            </a:r>
          </a:p>
        </p:txBody>
      </p:sp>
    </p:spTree>
    <p:extLst>
      <p:ext uri="{BB962C8B-B14F-4D97-AF65-F5344CB8AC3E}">
        <p14:creationId xmlns:p14="http://schemas.microsoft.com/office/powerpoint/2010/main" val="2695852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3F4F-1166-94C8-4B87-2C13EFBE8B12}"/>
              </a:ext>
            </a:extLst>
          </p:cNvPr>
          <p:cNvSpPr>
            <a:spLocks noGrp="1"/>
          </p:cNvSpPr>
          <p:nvPr>
            <p:ph type="title"/>
          </p:nvPr>
        </p:nvSpPr>
        <p:spPr/>
        <p:txBody>
          <a:bodyPr>
            <a:normAutofit fontScale="90000"/>
          </a:bodyPr>
          <a:lstStyle/>
          <a:p>
            <a:r>
              <a:rPr lang="en-US" dirty="0"/>
              <a:t>Activity: Two Truths and a Lie </a:t>
            </a:r>
          </a:p>
        </p:txBody>
      </p:sp>
      <p:sp>
        <p:nvSpPr>
          <p:cNvPr id="4" name="Slide Number Placeholder 3">
            <a:extLst>
              <a:ext uri="{FF2B5EF4-FFF2-40B4-BE49-F238E27FC236}">
                <a16:creationId xmlns:a16="http://schemas.microsoft.com/office/drawing/2014/main" id="{3C1E0A1F-BDF7-D6DA-F443-18C220DE8869}"/>
              </a:ext>
            </a:extLst>
          </p:cNvPr>
          <p:cNvSpPr>
            <a:spLocks noGrp="1"/>
          </p:cNvSpPr>
          <p:nvPr>
            <p:ph type="sldNum" sz="quarter" idx="12"/>
          </p:nvPr>
        </p:nvSpPr>
        <p:spPr/>
        <p:txBody>
          <a:bodyPr/>
          <a:lstStyle/>
          <a:p>
            <a:fld id="{64537577-822C-42C9-B1FE-62AC5F07B59D}" type="slidenum">
              <a:rPr lang="en-US" smtClean="0"/>
              <a:pPr/>
              <a:t>30</a:t>
            </a:fld>
            <a:endParaRPr lang="en-US" dirty="0"/>
          </a:p>
        </p:txBody>
      </p:sp>
      <p:sp>
        <p:nvSpPr>
          <p:cNvPr id="3" name="Footer Placeholder 2">
            <a:extLst>
              <a:ext uri="{FF2B5EF4-FFF2-40B4-BE49-F238E27FC236}">
                <a16:creationId xmlns:a16="http://schemas.microsoft.com/office/drawing/2014/main" id="{0ED743A4-C4CD-7A8A-A538-A909E4140654}"/>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7" name="Content Placeholder 6">
            <a:extLst>
              <a:ext uri="{FF2B5EF4-FFF2-40B4-BE49-F238E27FC236}">
                <a16:creationId xmlns:a16="http://schemas.microsoft.com/office/drawing/2014/main" id="{348A7B46-1667-C363-B3FA-4D7203FB5AAA}"/>
              </a:ext>
            </a:extLst>
          </p:cNvPr>
          <p:cNvGraphicFramePr>
            <a:graphicFrameLocks noGrp="1"/>
          </p:cNvGraphicFramePr>
          <p:nvPr>
            <p:ph idx="1"/>
            <p:extLst>
              <p:ext uri="{D42A27DB-BD31-4B8C-83A1-F6EECF244321}">
                <p14:modId xmlns:p14="http://schemas.microsoft.com/office/powerpoint/2010/main" val="3945835702"/>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2125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2.5</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Physical Installation Factors</a:t>
            </a:r>
          </a:p>
        </p:txBody>
      </p:sp>
      <p:sp>
        <p:nvSpPr>
          <p:cNvPr id="5" name="Slide Number Placeholder 4">
            <a:extLst>
              <a:ext uri="{FF2B5EF4-FFF2-40B4-BE49-F238E27FC236}">
                <a16:creationId xmlns:a16="http://schemas.microsoft.com/office/drawing/2014/main" id="{A55D2D3A-F20A-5C25-0C54-FEC50B43AE5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dirty="0"/>
          </a:p>
        </p:txBody>
      </p:sp>
      <p:sp>
        <p:nvSpPr>
          <p:cNvPr id="6" name="Footer Placeholder 5">
            <a:extLst>
              <a:ext uri="{FF2B5EF4-FFF2-40B4-BE49-F238E27FC236}">
                <a16:creationId xmlns:a16="http://schemas.microsoft.com/office/drawing/2014/main" id="{D3BBC9B1-6FAF-B744-42E0-D4B62AF27DE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117420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CFA7A-5A83-1E21-AC17-F7831B3AFB3E}"/>
              </a:ext>
            </a:extLst>
          </p:cNvPr>
          <p:cNvSpPr>
            <a:spLocks noGrp="1"/>
          </p:cNvSpPr>
          <p:nvPr>
            <p:ph type="title"/>
          </p:nvPr>
        </p:nvSpPr>
        <p:spPr>
          <a:xfrm>
            <a:off x="628649" y="584942"/>
            <a:ext cx="7886699" cy="572790"/>
          </a:xfrm>
        </p:spPr>
        <p:txBody>
          <a:bodyPr>
            <a:normAutofit fontScale="90000"/>
          </a:bodyPr>
          <a:lstStyle/>
          <a:p>
            <a:r>
              <a:rPr lang="en-US" dirty="0"/>
              <a:t>Rack Systems</a:t>
            </a:r>
          </a:p>
        </p:txBody>
      </p:sp>
      <p:graphicFrame>
        <p:nvGraphicFramePr>
          <p:cNvPr id="7" name="Content Placeholder 6">
            <a:extLst>
              <a:ext uri="{FF2B5EF4-FFF2-40B4-BE49-F238E27FC236}">
                <a16:creationId xmlns:a16="http://schemas.microsoft.com/office/drawing/2014/main" id="{4777B727-C11A-2693-B706-8B9CF8FD52B2}"/>
              </a:ext>
            </a:extLst>
          </p:cNvPr>
          <p:cNvGraphicFramePr>
            <a:graphicFrameLocks noGrp="1"/>
          </p:cNvGraphicFramePr>
          <p:nvPr>
            <p:ph idx="1"/>
            <p:extLst>
              <p:ext uri="{D42A27DB-BD31-4B8C-83A1-F6EECF244321}">
                <p14:modId xmlns:p14="http://schemas.microsoft.com/office/powerpoint/2010/main" val="1325042908"/>
              </p:ext>
            </p:extLst>
          </p:nvPr>
        </p:nvGraphicFramePr>
        <p:xfrm>
          <a:off x="508971" y="1157732"/>
          <a:ext cx="8122379" cy="3519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D65DDBA1-2149-4C0F-5891-758C885E69E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32</a:t>
            </a:fld>
            <a:endParaRPr lang="en-US" dirty="0"/>
          </a:p>
        </p:txBody>
      </p:sp>
      <p:sp>
        <p:nvSpPr>
          <p:cNvPr id="3" name="Footer Placeholder 2">
            <a:extLst>
              <a:ext uri="{FF2B5EF4-FFF2-40B4-BE49-F238E27FC236}">
                <a16:creationId xmlns:a16="http://schemas.microsoft.com/office/drawing/2014/main" id="{0086605A-029A-A667-BC91-263F290BE269}"/>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6" name="Title 1">
            <a:extLst>
              <a:ext uri="{FF2B5EF4-FFF2-40B4-BE49-F238E27FC236}">
                <a16:creationId xmlns:a16="http://schemas.microsoft.com/office/drawing/2014/main" id="{9D5F5FBD-6EF8-B70C-A7B0-EB3D63D8F661}"/>
              </a:ext>
            </a:extLst>
          </p:cNvPr>
          <p:cNvSpPr txBox="1">
            <a:spLocks/>
          </p:cNvSpPr>
          <p:nvPr/>
        </p:nvSpPr>
        <p:spPr>
          <a:xfrm>
            <a:off x="141194" y="7920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r>
              <a:rPr lang="en-US" sz="3397" dirty="0"/>
              <a:t> </a:t>
            </a:r>
          </a:p>
        </p:txBody>
      </p:sp>
    </p:spTree>
    <p:extLst>
      <p:ext uri="{BB962C8B-B14F-4D97-AF65-F5344CB8AC3E}">
        <p14:creationId xmlns:p14="http://schemas.microsoft.com/office/powerpoint/2010/main" val="1427792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934F52E-BB89-041E-69BA-4A04EC43E1AE}"/>
              </a:ext>
            </a:extLst>
          </p:cNvPr>
          <p:cNvSpPr>
            <a:spLocks noGrp="1"/>
          </p:cNvSpPr>
          <p:nvPr>
            <p:ph type="title"/>
          </p:nvPr>
        </p:nvSpPr>
        <p:spPr/>
        <p:txBody>
          <a:bodyPr>
            <a:normAutofit fontScale="90000"/>
          </a:bodyPr>
          <a:lstStyle/>
          <a:p>
            <a:r>
              <a:rPr lang="en-US" dirty="0"/>
              <a:t> Humidity and Temperature</a:t>
            </a:r>
          </a:p>
        </p:txBody>
      </p:sp>
      <p:sp>
        <p:nvSpPr>
          <p:cNvPr id="4" name="Slide Number Placeholder 3">
            <a:extLst>
              <a:ext uri="{FF2B5EF4-FFF2-40B4-BE49-F238E27FC236}">
                <a16:creationId xmlns:a16="http://schemas.microsoft.com/office/drawing/2014/main" id="{B4E980F8-9A76-E473-2888-577F8A0B749E}"/>
              </a:ext>
            </a:extLst>
          </p:cNvPr>
          <p:cNvSpPr>
            <a:spLocks noGrp="1"/>
          </p:cNvSpPr>
          <p:nvPr>
            <p:ph type="sldNum" sz="quarter" idx="12"/>
          </p:nvPr>
        </p:nvSpPr>
        <p:spPr/>
        <p:txBody>
          <a:bodyPr/>
          <a:lstStyle/>
          <a:p>
            <a:fld id="{64537577-822C-42C9-B1FE-62AC5F07B59D}" type="slidenum">
              <a:rPr lang="en-US" smtClean="0"/>
              <a:pPr/>
              <a:t>33</a:t>
            </a:fld>
            <a:endParaRPr lang="en-US" dirty="0"/>
          </a:p>
        </p:txBody>
      </p:sp>
      <p:sp>
        <p:nvSpPr>
          <p:cNvPr id="2" name="Footer Placeholder 1">
            <a:extLst>
              <a:ext uri="{FF2B5EF4-FFF2-40B4-BE49-F238E27FC236}">
                <a16:creationId xmlns:a16="http://schemas.microsoft.com/office/drawing/2014/main" id="{5706F074-5CB6-1277-F135-3B1922462B0C}"/>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5" name="Content Placeholder 4">
            <a:extLst>
              <a:ext uri="{FF2B5EF4-FFF2-40B4-BE49-F238E27FC236}">
                <a16:creationId xmlns:a16="http://schemas.microsoft.com/office/drawing/2014/main" id="{4C567338-9805-B4C1-9C7C-1155EA528D28}"/>
              </a:ext>
            </a:extLst>
          </p:cNvPr>
          <p:cNvGraphicFramePr>
            <a:graphicFrameLocks noGrp="1"/>
          </p:cNvGraphicFramePr>
          <p:nvPr>
            <p:ph idx="1"/>
            <p:extLst>
              <p:ext uri="{D42A27DB-BD31-4B8C-83A1-F6EECF244321}">
                <p14:modId xmlns:p14="http://schemas.microsoft.com/office/powerpoint/2010/main" val="2828561713"/>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9093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6A73-1625-05D1-A0F9-B16191F23CB6}"/>
              </a:ext>
            </a:extLst>
          </p:cNvPr>
          <p:cNvSpPr>
            <a:spLocks noGrp="1"/>
          </p:cNvSpPr>
          <p:nvPr>
            <p:ph type="title"/>
          </p:nvPr>
        </p:nvSpPr>
        <p:spPr>
          <a:xfrm>
            <a:off x="628649" y="584942"/>
            <a:ext cx="7886699" cy="572790"/>
          </a:xfrm>
        </p:spPr>
        <p:txBody>
          <a:bodyPr>
            <a:normAutofit fontScale="90000"/>
          </a:bodyPr>
          <a:lstStyle/>
          <a:p>
            <a:r>
              <a:rPr lang="en-US" dirty="0"/>
              <a:t>Power Management</a:t>
            </a:r>
          </a:p>
        </p:txBody>
      </p:sp>
      <p:sp>
        <p:nvSpPr>
          <p:cNvPr id="4" name="Slide Number Placeholder 3">
            <a:extLst>
              <a:ext uri="{FF2B5EF4-FFF2-40B4-BE49-F238E27FC236}">
                <a16:creationId xmlns:a16="http://schemas.microsoft.com/office/drawing/2014/main" id="{3C1E0A1F-BDF7-D6DA-F443-18C220DE886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34</a:t>
            </a:fld>
            <a:endParaRPr lang="en-US" dirty="0"/>
          </a:p>
        </p:txBody>
      </p:sp>
      <p:sp>
        <p:nvSpPr>
          <p:cNvPr id="6" name="Footer Placeholder 5">
            <a:extLst>
              <a:ext uri="{FF2B5EF4-FFF2-40B4-BE49-F238E27FC236}">
                <a16:creationId xmlns:a16="http://schemas.microsoft.com/office/drawing/2014/main" id="{D5E29710-D3C4-D4D7-A386-A26EFC34CCC3}"/>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3" name="Slide Number Placeholder 3">
            <a:extLst>
              <a:ext uri="{FF2B5EF4-FFF2-40B4-BE49-F238E27FC236}">
                <a16:creationId xmlns:a16="http://schemas.microsoft.com/office/drawing/2014/main" id="{9D9C3D57-B4F9-8D0C-F236-3C3CF6685BBD}"/>
              </a:ext>
            </a:extLst>
          </p:cNvPr>
          <p:cNvSpPr txBox="1">
            <a:spLocks/>
          </p:cNvSpPr>
          <p:nvPr/>
        </p:nvSpPr>
        <p:spPr>
          <a:xfrm>
            <a:off x="6457950" y="4762849"/>
            <a:ext cx="2057400" cy="273590"/>
          </a:xfrm>
          <a:prstGeom prst="rect">
            <a:avLst/>
          </a:prstGeom>
        </p:spPr>
        <p:txBody>
          <a:bodyPr vert="horz" lIns="91440" tIns="45720" rIns="91440" bIns="45720" rtlCol="0" anchor="ctr"/>
          <a:lstStyle>
            <a:defPPr>
              <a:defRPr lang="en-US"/>
            </a:defPPr>
            <a:lvl1pPr marL="0" algn="r" defTabSz="685526" rtl="0" eaLnBrk="1" latinLnBrk="0" hangingPunct="1">
              <a:defRPr sz="899" kern="1200">
                <a:solidFill>
                  <a:schemeClr val="tx1">
                    <a:tint val="75000"/>
                  </a:schemeClr>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a:lstStyle>
          <a:p>
            <a:fld id="{64537577-822C-42C9-B1FE-62AC5F07B59D}" type="slidenum">
              <a:rPr lang="en-US" sz="800" smtClean="0">
                <a:solidFill>
                  <a:schemeClr val="bg1">
                    <a:lumMod val="85000"/>
                  </a:schemeClr>
                </a:solidFill>
              </a:rPr>
              <a:pPr/>
              <a:t>34</a:t>
            </a:fld>
            <a:endParaRPr lang="en-US" sz="800" dirty="0">
              <a:solidFill>
                <a:schemeClr val="bg1">
                  <a:lumMod val="85000"/>
                </a:schemeClr>
              </a:solidFill>
            </a:endParaRPr>
          </a:p>
        </p:txBody>
      </p:sp>
      <p:sp>
        <p:nvSpPr>
          <p:cNvPr id="7" name="Title 1">
            <a:extLst>
              <a:ext uri="{FF2B5EF4-FFF2-40B4-BE49-F238E27FC236}">
                <a16:creationId xmlns:a16="http://schemas.microsoft.com/office/drawing/2014/main" id="{75612E0C-B44E-FF23-3E33-724F9974628E}"/>
              </a:ext>
            </a:extLst>
          </p:cNvPr>
          <p:cNvSpPr txBox="1">
            <a:spLocks/>
          </p:cNvSpPr>
          <p:nvPr/>
        </p:nvSpPr>
        <p:spPr>
          <a:xfrm>
            <a:off x="141194" y="165543"/>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graphicFrame>
        <p:nvGraphicFramePr>
          <p:cNvPr id="12" name="Content Placeholder 11">
            <a:extLst>
              <a:ext uri="{FF2B5EF4-FFF2-40B4-BE49-F238E27FC236}">
                <a16:creationId xmlns:a16="http://schemas.microsoft.com/office/drawing/2014/main" id="{86564597-0A05-CB8A-6535-187DF35B51FB}"/>
              </a:ext>
            </a:extLst>
          </p:cNvPr>
          <p:cNvGraphicFramePr>
            <a:graphicFrameLocks noGrp="1"/>
          </p:cNvGraphicFramePr>
          <p:nvPr>
            <p:ph idx="1"/>
            <p:extLst>
              <p:ext uri="{D42A27DB-BD31-4B8C-83A1-F6EECF244321}">
                <p14:modId xmlns:p14="http://schemas.microsoft.com/office/powerpoint/2010/main" val="811342753"/>
              </p:ext>
            </p:extLst>
          </p:nvPr>
        </p:nvGraphicFramePr>
        <p:xfrm>
          <a:off x="628649" y="1216025"/>
          <a:ext cx="8002701" cy="3428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9134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AB0520A-2BF2-4186-FFBF-89ABBFCD5F74}"/>
              </a:ext>
            </a:extLst>
          </p:cNvPr>
          <p:cNvSpPr>
            <a:spLocks noGrp="1"/>
          </p:cNvSpPr>
          <p:nvPr>
            <p:ph type="title"/>
          </p:nvPr>
        </p:nvSpPr>
        <p:spPr>
          <a:xfrm>
            <a:off x="628649" y="584942"/>
            <a:ext cx="7886699" cy="572790"/>
          </a:xfrm>
        </p:spPr>
        <p:txBody>
          <a:bodyPr>
            <a:normAutofit fontScale="90000"/>
          </a:bodyPr>
          <a:lstStyle/>
          <a:p>
            <a:r>
              <a:rPr lang="en-US" dirty="0"/>
              <a:t> Fire Suppression</a:t>
            </a:r>
          </a:p>
        </p:txBody>
      </p:sp>
      <p:sp>
        <p:nvSpPr>
          <p:cNvPr id="4" name="Slide Number Placeholder 3">
            <a:extLst>
              <a:ext uri="{FF2B5EF4-FFF2-40B4-BE49-F238E27FC236}">
                <a16:creationId xmlns:a16="http://schemas.microsoft.com/office/drawing/2014/main" id="{DA926129-2587-DE76-A3D1-615FEBA2642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35</a:t>
            </a:fld>
            <a:endParaRPr lang="en-US" dirty="0"/>
          </a:p>
        </p:txBody>
      </p:sp>
      <p:sp>
        <p:nvSpPr>
          <p:cNvPr id="2" name="Footer Placeholder 1">
            <a:extLst>
              <a:ext uri="{FF2B5EF4-FFF2-40B4-BE49-F238E27FC236}">
                <a16:creationId xmlns:a16="http://schemas.microsoft.com/office/drawing/2014/main" id="{B1D14A29-A222-8020-D3DE-DFC419C308DB}"/>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91180F11-3B35-599E-D07A-9ED41D1278F2}"/>
              </a:ext>
            </a:extLst>
          </p:cNvPr>
          <p:cNvGraphicFramePr>
            <a:graphicFrameLocks noGrp="1"/>
          </p:cNvGraphicFramePr>
          <p:nvPr>
            <p:ph idx="1"/>
            <p:extLst>
              <p:ext uri="{D42A27DB-BD31-4B8C-83A1-F6EECF244321}">
                <p14:modId xmlns:p14="http://schemas.microsoft.com/office/powerpoint/2010/main" val="3049976972"/>
              </p:ext>
            </p:extLst>
          </p:nvPr>
        </p:nvGraphicFramePr>
        <p:xfrm>
          <a:off x="628649" y="1157732"/>
          <a:ext cx="7886700" cy="3546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4167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0A4F-A9AA-9D24-6FFB-E5A692F6D605}"/>
              </a:ext>
            </a:extLst>
          </p:cNvPr>
          <p:cNvSpPr>
            <a:spLocks noGrp="1"/>
          </p:cNvSpPr>
          <p:nvPr>
            <p:ph type="title"/>
          </p:nvPr>
        </p:nvSpPr>
        <p:spPr/>
        <p:txBody>
          <a:bodyPr anchor="ctr">
            <a:normAutofit fontScale="90000"/>
          </a:bodyPr>
          <a:lstStyle/>
          <a:p>
            <a:r>
              <a:rPr lang="en-US" dirty="0"/>
              <a:t>Activity: Prevention</a:t>
            </a:r>
          </a:p>
        </p:txBody>
      </p:sp>
      <p:graphicFrame>
        <p:nvGraphicFramePr>
          <p:cNvPr id="7" name="Content Placeholder 6">
            <a:extLst>
              <a:ext uri="{FF2B5EF4-FFF2-40B4-BE49-F238E27FC236}">
                <a16:creationId xmlns:a16="http://schemas.microsoft.com/office/drawing/2014/main" id="{9CB04BDC-69AE-C91F-E4C9-6CC3C8AD0F6B}"/>
              </a:ext>
            </a:extLst>
          </p:cNvPr>
          <p:cNvGraphicFramePr>
            <a:graphicFrameLocks noGrp="1"/>
          </p:cNvGraphicFramePr>
          <p:nvPr>
            <p:ph idx="1"/>
            <p:extLst>
              <p:ext uri="{D42A27DB-BD31-4B8C-83A1-F6EECF244321}">
                <p14:modId xmlns:p14="http://schemas.microsoft.com/office/powerpoint/2010/main" val="3094554819"/>
              </p:ext>
            </p:extLst>
          </p:nvPr>
        </p:nvGraphicFramePr>
        <p:xfrm>
          <a:off x="628648" y="1227983"/>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F5904927-F92D-685D-6C3B-2E8E9CBDA504}"/>
              </a:ext>
            </a:extLst>
          </p:cNvPr>
          <p:cNvSpPr>
            <a:spLocks noGrp="1"/>
          </p:cNvSpPr>
          <p:nvPr>
            <p:ph type="sldNum" sz="quarter" idx="12"/>
          </p:nvPr>
        </p:nvSpPr>
        <p:spPr/>
        <p:txBody>
          <a:bodyPr anchor="ctr">
            <a:normAutofit/>
          </a:bodyPr>
          <a:lstStyle/>
          <a:p>
            <a:fld id="{64537577-822C-42C9-B1FE-62AC5F07B59D}" type="slidenum">
              <a:rPr lang="en-US" smtClean="0"/>
              <a:pPr/>
              <a:t>36</a:t>
            </a:fld>
            <a:endParaRPr lang="en-US" dirty="0"/>
          </a:p>
        </p:txBody>
      </p:sp>
      <p:sp>
        <p:nvSpPr>
          <p:cNvPr id="3" name="Footer Placeholder 2">
            <a:extLst>
              <a:ext uri="{FF2B5EF4-FFF2-40B4-BE49-F238E27FC236}">
                <a16:creationId xmlns:a16="http://schemas.microsoft.com/office/drawing/2014/main" id="{FA518DAE-9FA6-CBA8-BE00-94EA8ABBFFE0}"/>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481068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2.6</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Cable Troubleshooting</a:t>
            </a:r>
          </a:p>
        </p:txBody>
      </p:sp>
      <p:sp>
        <p:nvSpPr>
          <p:cNvPr id="5" name="Slide Number Placeholder 4">
            <a:extLst>
              <a:ext uri="{FF2B5EF4-FFF2-40B4-BE49-F238E27FC236}">
                <a16:creationId xmlns:a16="http://schemas.microsoft.com/office/drawing/2014/main" id="{A55D2D3A-F20A-5C25-0C54-FEC50B43AE5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37</a:t>
            </a:fld>
            <a:endParaRPr lang="en-US" dirty="0"/>
          </a:p>
        </p:txBody>
      </p:sp>
      <p:sp>
        <p:nvSpPr>
          <p:cNvPr id="6" name="Footer Placeholder 5">
            <a:extLst>
              <a:ext uri="{FF2B5EF4-FFF2-40B4-BE49-F238E27FC236}">
                <a16:creationId xmlns:a16="http://schemas.microsoft.com/office/drawing/2014/main" id="{62E0B133-C46D-1145-F774-05B1F8434D1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74588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624B0-913B-74D4-BC43-247276EF9E5B}"/>
              </a:ext>
            </a:extLst>
          </p:cNvPr>
          <p:cNvSpPr>
            <a:spLocks noGrp="1"/>
          </p:cNvSpPr>
          <p:nvPr>
            <p:ph type="title"/>
          </p:nvPr>
        </p:nvSpPr>
        <p:spPr>
          <a:xfrm>
            <a:off x="628649" y="584941"/>
            <a:ext cx="7886699" cy="954147"/>
          </a:xfrm>
        </p:spPr>
        <p:txBody>
          <a:bodyPr anchor="t" anchorCtr="0">
            <a:noAutofit/>
          </a:bodyPr>
          <a:lstStyle/>
          <a:p>
            <a:r>
              <a:rPr lang="en-US" sz="3200" dirty="0"/>
              <a:t>Specifications and Limitations: </a:t>
            </a:r>
            <a:br>
              <a:rPr lang="en-US" sz="3200" dirty="0"/>
            </a:br>
            <a:r>
              <a:rPr lang="en-US" sz="3200" dirty="0"/>
              <a:t>Speed vs. Throughput</a:t>
            </a:r>
          </a:p>
        </p:txBody>
      </p:sp>
      <p:sp>
        <p:nvSpPr>
          <p:cNvPr id="4" name="Slide Number Placeholder 3">
            <a:extLst>
              <a:ext uri="{FF2B5EF4-FFF2-40B4-BE49-F238E27FC236}">
                <a16:creationId xmlns:a16="http://schemas.microsoft.com/office/drawing/2014/main" id="{E1BC7EDD-21CF-BF82-D8D0-90D839842BE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38</a:t>
            </a:fld>
            <a:endParaRPr lang="en-US" dirty="0"/>
          </a:p>
        </p:txBody>
      </p:sp>
      <p:sp>
        <p:nvSpPr>
          <p:cNvPr id="3" name="Footer Placeholder 2">
            <a:extLst>
              <a:ext uri="{FF2B5EF4-FFF2-40B4-BE49-F238E27FC236}">
                <a16:creationId xmlns:a16="http://schemas.microsoft.com/office/drawing/2014/main" id="{A35E37A4-2347-4B06-9A81-8BA2E21B5611}"/>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1CBD16DC-4F09-C4B0-84C1-8D7BEA5B34BD}"/>
              </a:ext>
            </a:extLst>
          </p:cNvPr>
          <p:cNvGraphicFramePr>
            <a:graphicFrameLocks noGrp="1"/>
          </p:cNvGraphicFramePr>
          <p:nvPr>
            <p:ph idx="1"/>
            <p:extLst>
              <p:ext uri="{D42A27DB-BD31-4B8C-83A1-F6EECF244321}">
                <p14:modId xmlns:p14="http://schemas.microsoft.com/office/powerpoint/2010/main" val="2891714111"/>
              </p:ext>
            </p:extLst>
          </p:nvPr>
        </p:nvGraphicFramePr>
        <p:xfrm>
          <a:off x="628648" y="1436687"/>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9445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6D6672D-5481-B7DF-54DA-C0F6EFE56542}"/>
              </a:ext>
            </a:extLst>
          </p:cNvPr>
          <p:cNvSpPr>
            <a:spLocks noGrp="1"/>
          </p:cNvSpPr>
          <p:nvPr>
            <p:ph type="title"/>
          </p:nvPr>
        </p:nvSpPr>
        <p:spPr/>
        <p:txBody>
          <a:bodyPr anchor="t" anchorCtr="0">
            <a:normAutofit fontScale="90000"/>
          </a:bodyPr>
          <a:lstStyle/>
          <a:p>
            <a:r>
              <a:rPr lang="en-US" dirty="0"/>
              <a:t>Specifications and Limitations</a:t>
            </a:r>
          </a:p>
        </p:txBody>
      </p:sp>
      <p:graphicFrame>
        <p:nvGraphicFramePr>
          <p:cNvPr id="5" name="Content Placeholder 4">
            <a:extLst>
              <a:ext uri="{FF2B5EF4-FFF2-40B4-BE49-F238E27FC236}">
                <a16:creationId xmlns:a16="http://schemas.microsoft.com/office/drawing/2014/main" id="{8FC864C5-0020-9BA4-2698-AEF4AB04B787}"/>
              </a:ext>
            </a:extLst>
          </p:cNvPr>
          <p:cNvGraphicFramePr>
            <a:graphicFrameLocks noGrp="1"/>
          </p:cNvGraphicFramePr>
          <p:nvPr>
            <p:ph idx="1"/>
            <p:extLst>
              <p:ext uri="{D42A27DB-BD31-4B8C-83A1-F6EECF244321}">
                <p14:modId xmlns:p14="http://schemas.microsoft.com/office/powerpoint/2010/main" val="1702197649"/>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812AE994-58C1-1313-719F-87359439A568}"/>
              </a:ext>
            </a:extLst>
          </p:cNvPr>
          <p:cNvSpPr>
            <a:spLocks noGrp="1"/>
          </p:cNvSpPr>
          <p:nvPr>
            <p:ph type="sldNum" sz="quarter" idx="12"/>
          </p:nvPr>
        </p:nvSpPr>
        <p:spPr/>
        <p:txBody>
          <a:bodyPr/>
          <a:lstStyle/>
          <a:p>
            <a:fld id="{64537577-822C-42C9-B1FE-62AC5F07B59D}" type="slidenum">
              <a:rPr lang="en-US" smtClean="0"/>
              <a:pPr/>
              <a:t>39</a:t>
            </a:fld>
            <a:endParaRPr lang="en-US" dirty="0"/>
          </a:p>
        </p:txBody>
      </p:sp>
      <p:sp>
        <p:nvSpPr>
          <p:cNvPr id="2" name="Footer Placeholder 1">
            <a:extLst>
              <a:ext uri="{FF2B5EF4-FFF2-40B4-BE49-F238E27FC236}">
                <a16:creationId xmlns:a16="http://schemas.microsoft.com/office/drawing/2014/main" id="{5006B7AA-24CF-66FA-F0C2-6E0E51BF8740}"/>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67461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2B946-932A-342E-F150-3CE09306B510}"/>
              </a:ext>
            </a:extLst>
          </p:cNvPr>
          <p:cNvSpPr>
            <a:spLocks noGrp="1"/>
          </p:cNvSpPr>
          <p:nvPr>
            <p:ph type="title"/>
          </p:nvPr>
        </p:nvSpPr>
        <p:spPr>
          <a:xfrm>
            <a:off x="628649" y="584942"/>
            <a:ext cx="7886699" cy="572790"/>
          </a:xfrm>
        </p:spPr>
        <p:txBody>
          <a:bodyPr>
            <a:normAutofit fontScale="90000"/>
          </a:bodyPr>
          <a:lstStyle/>
          <a:p>
            <a:r>
              <a:rPr lang="en-US" dirty="0"/>
              <a:t>Cable Issues: Symptoms</a:t>
            </a:r>
          </a:p>
        </p:txBody>
      </p:sp>
      <p:graphicFrame>
        <p:nvGraphicFramePr>
          <p:cNvPr id="6" name="Content Placeholder 5">
            <a:extLst>
              <a:ext uri="{FF2B5EF4-FFF2-40B4-BE49-F238E27FC236}">
                <a16:creationId xmlns:a16="http://schemas.microsoft.com/office/drawing/2014/main" id="{7ED3EAE9-A0C0-01B1-36D0-0B80C16AA312}"/>
              </a:ext>
            </a:extLst>
          </p:cNvPr>
          <p:cNvGraphicFramePr>
            <a:graphicFrameLocks noGrp="1"/>
          </p:cNvGraphicFramePr>
          <p:nvPr>
            <p:ph idx="1"/>
            <p:extLst>
              <p:ext uri="{D42A27DB-BD31-4B8C-83A1-F6EECF244321}">
                <p14:modId xmlns:p14="http://schemas.microsoft.com/office/powerpoint/2010/main" val="1724418766"/>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05D33E60-ACFD-6C1D-659F-F453D06A924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dirty="0"/>
          </a:p>
        </p:txBody>
      </p:sp>
      <p:sp>
        <p:nvSpPr>
          <p:cNvPr id="3" name="Footer Placeholder 2">
            <a:extLst>
              <a:ext uri="{FF2B5EF4-FFF2-40B4-BE49-F238E27FC236}">
                <a16:creationId xmlns:a16="http://schemas.microsoft.com/office/drawing/2014/main" id="{41BF08B4-AF31-3134-4294-DB3E0173AEFC}"/>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820894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2B946-932A-342E-F150-3CE09306B510}"/>
              </a:ext>
            </a:extLst>
          </p:cNvPr>
          <p:cNvSpPr>
            <a:spLocks noGrp="1"/>
          </p:cNvSpPr>
          <p:nvPr>
            <p:ph type="title"/>
          </p:nvPr>
        </p:nvSpPr>
        <p:spPr>
          <a:xfrm>
            <a:off x="628649" y="584942"/>
            <a:ext cx="7886699" cy="572790"/>
          </a:xfrm>
        </p:spPr>
        <p:txBody>
          <a:bodyPr>
            <a:normAutofit fontScale="90000"/>
          </a:bodyPr>
          <a:lstStyle/>
          <a:p>
            <a:r>
              <a:rPr lang="en-US" dirty="0"/>
              <a:t>Cable Issues: Troubleshooting</a:t>
            </a:r>
          </a:p>
        </p:txBody>
      </p:sp>
      <p:graphicFrame>
        <p:nvGraphicFramePr>
          <p:cNvPr id="6" name="Content Placeholder 5">
            <a:extLst>
              <a:ext uri="{FF2B5EF4-FFF2-40B4-BE49-F238E27FC236}">
                <a16:creationId xmlns:a16="http://schemas.microsoft.com/office/drawing/2014/main" id="{7ED3EAE9-A0C0-01B1-36D0-0B80C16AA312}"/>
              </a:ext>
            </a:extLst>
          </p:cNvPr>
          <p:cNvGraphicFramePr>
            <a:graphicFrameLocks noGrp="1"/>
          </p:cNvGraphicFramePr>
          <p:nvPr>
            <p:ph idx="1"/>
            <p:extLst>
              <p:ext uri="{D42A27DB-BD31-4B8C-83A1-F6EECF244321}">
                <p14:modId xmlns:p14="http://schemas.microsoft.com/office/powerpoint/2010/main" val="1149308479"/>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05D33E60-ACFD-6C1D-659F-F453D06A924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41</a:t>
            </a:fld>
            <a:endParaRPr lang="en-US" dirty="0"/>
          </a:p>
        </p:txBody>
      </p:sp>
      <p:sp>
        <p:nvSpPr>
          <p:cNvPr id="7" name="Footer Placeholder 6">
            <a:extLst>
              <a:ext uri="{FF2B5EF4-FFF2-40B4-BE49-F238E27FC236}">
                <a16:creationId xmlns:a16="http://schemas.microsoft.com/office/drawing/2014/main" id="{9F47CAA3-367A-FD78-A104-34A51D46BB1A}"/>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3" name="Diagram 2">
            <a:extLst>
              <a:ext uri="{FF2B5EF4-FFF2-40B4-BE49-F238E27FC236}">
                <a16:creationId xmlns:a16="http://schemas.microsoft.com/office/drawing/2014/main" id="{0EB14A8A-C5DC-A5E5-074A-CB788F7162A2}"/>
              </a:ext>
            </a:extLst>
          </p:cNvPr>
          <p:cNvGraphicFramePr/>
          <p:nvPr>
            <p:extLst>
              <p:ext uri="{D42A27DB-BD31-4B8C-83A1-F6EECF244321}">
                <p14:modId xmlns:p14="http://schemas.microsoft.com/office/powerpoint/2010/main" val="1494485433"/>
              </p:ext>
            </p:extLst>
          </p:nvPr>
        </p:nvGraphicFramePr>
        <p:xfrm>
          <a:off x="628649" y="1073068"/>
          <a:ext cx="7918927" cy="377444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46195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8F73BD-AE3B-6554-C4F6-0609AF515463}"/>
              </a:ext>
            </a:extLst>
          </p:cNvPr>
          <p:cNvSpPr>
            <a:spLocks noGrp="1"/>
          </p:cNvSpPr>
          <p:nvPr>
            <p:ph type="title"/>
          </p:nvPr>
        </p:nvSpPr>
        <p:spPr/>
        <p:txBody>
          <a:bodyPr>
            <a:normAutofit fontScale="90000"/>
          </a:bodyPr>
          <a:lstStyle/>
          <a:p>
            <a:r>
              <a:rPr lang="en-US" dirty="0"/>
              <a:t>Cable Testers</a:t>
            </a:r>
          </a:p>
        </p:txBody>
      </p:sp>
      <p:sp>
        <p:nvSpPr>
          <p:cNvPr id="4" name="Slide Number Placeholder 3">
            <a:extLst>
              <a:ext uri="{FF2B5EF4-FFF2-40B4-BE49-F238E27FC236}">
                <a16:creationId xmlns:a16="http://schemas.microsoft.com/office/drawing/2014/main" id="{DBE67527-A012-FE65-9B49-EEB1BD631F3D}"/>
              </a:ext>
            </a:extLst>
          </p:cNvPr>
          <p:cNvSpPr>
            <a:spLocks noGrp="1"/>
          </p:cNvSpPr>
          <p:nvPr>
            <p:ph type="sldNum" sz="quarter" idx="12"/>
          </p:nvPr>
        </p:nvSpPr>
        <p:spPr/>
        <p:txBody>
          <a:bodyPr/>
          <a:lstStyle/>
          <a:p>
            <a:fld id="{64537577-822C-42C9-B1FE-62AC5F07B59D}" type="slidenum">
              <a:rPr lang="en-US" smtClean="0"/>
              <a:pPr/>
              <a:t>42</a:t>
            </a:fld>
            <a:endParaRPr lang="en-US" dirty="0"/>
          </a:p>
        </p:txBody>
      </p:sp>
      <p:sp>
        <p:nvSpPr>
          <p:cNvPr id="2" name="Footer Placeholder 1">
            <a:extLst>
              <a:ext uri="{FF2B5EF4-FFF2-40B4-BE49-F238E27FC236}">
                <a16:creationId xmlns:a16="http://schemas.microsoft.com/office/drawing/2014/main" id="{51C6B947-BCAA-1B0E-62BA-4B608E12D045}"/>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5" name="Content Placeholder 4">
            <a:extLst>
              <a:ext uri="{FF2B5EF4-FFF2-40B4-BE49-F238E27FC236}">
                <a16:creationId xmlns:a16="http://schemas.microsoft.com/office/drawing/2014/main" id="{35CD8A86-32B3-0955-6B0C-E6FFAA8D258E}"/>
              </a:ext>
            </a:extLst>
          </p:cNvPr>
          <p:cNvGraphicFramePr>
            <a:graphicFrameLocks noGrp="1"/>
          </p:cNvGraphicFramePr>
          <p:nvPr>
            <p:ph idx="1"/>
            <p:extLst>
              <p:ext uri="{D42A27DB-BD31-4B8C-83A1-F6EECF244321}">
                <p14:modId xmlns:p14="http://schemas.microsoft.com/office/powerpoint/2010/main" val="3442916171"/>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8582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C2DE6FB-CD52-5CDF-FC27-198B60D26164}"/>
              </a:ext>
            </a:extLst>
          </p:cNvPr>
          <p:cNvSpPr>
            <a:spLocks noGrp="1"/>
          </p:cNvSpPr>
          <p:nvPr>
            <p:ph type="title"/>
          </p:nvPr>
        </p:nvSpPr>
        <p:spPr/>
        <p:txBody>
          <a:bodyPr>
            <a:normAutofit fontScale="90000"/>
          </a:bodyPr>
          <a:lstStyle/>
          <a:p>
            <a:r>
              <a:rPr lang="en-US" dirty="0"/>
              <a:t>Wire Map Testers and Tone Generators</a:t>
            </a:r>
          </a:p>
        </p:txBody>
      </p:sp>
      <p:sp>
        <p:nvSpPr>
          <p:cNvPr id="4" name="Slide Number Placeholder 3">
            <a:extLst>
              <a:ext uri="{FF2B5EF4-FFF2-40B4-BE49-F238E27FC236}">
                <a16:creationId xmlns:a16="http://schemas.microsoft.com/office/drawing/2014/main" id="{F86E8D34-3FD3-49A4-987B-081E709840A3}"/>
              </a:ext>
            </a:extLst>
          </p:cNvPr>
          <p:cNvSpPr>
            <a:spLocks noGrp="1"/>
          </p:cNvSpPr>
          <p:nvPr>
            <p:ph type="sldNum" sz="quarter" idx="12"/>
          </p:nvPr>
        </p:nvSpPr>
        <p:spPr/>
        <p:txBody>
          <a:bodyPr/>
          <a:lstStyle/>
          <a:p>
            <a:fld id="{64537577-822C-42C9-B1FE-62AC5F07B59D}" type="slidenum">
              <a:rPr lang="en-US" smtClean="0"/>
              <a:pPr/>
              <a:t>43</a:t>
            </a:fld>
            <a:endParaRPr lang="en-US" dirty="0"/>
          </a:p>
        </p:txBody>
      </p:sp>
      <p:sp>
        <p:nvSpPr>
          <p:cNvPr id="2" name="Footer Placeholder 1">
            <a:extLst>
              <a:ext uri="{FF2B5EF4-FFF2-40B4-BE49-F238E27FC236}">
                <a16:creationId xmlns:a16="http://schemas.microsoft.com/office/drawing/2014/main" id="{28A1B9F9-17C7-4913-C5A5-338EF64EF2C6}"/>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5" name="Content Placeholder 4">
            <a:extLst>
              <a:ext uri="{FF2B5EF4-FFF2-40B4-BE49-F238E27FC236}">
                <a16:creationId xmlns:a16="http://schemas.microsoft.com/office/drawing/2014/main" id="{037D3BF3-FAC9-FB40-6860-6B3D02B0D494}"/>
              </a:ext>
            </a:extLst>
          </p:cNvPr>
          <p:cNvGraphicFramePr>
            <a:graphicFrameLocks noGrp="1"/>
          </p:cNvGraphicFramePr>
          <p:nvPr>
            <p:ph idx="1"/>
            <p:extLst>
              <p:ext uri="{D42A27DB-BD31-4B8C-83A1-F6EECF244321}">
                <p14:modId xmlns:p14="http://schemas.microsoft.com/office/powerpoint/2010/main" val="1667568138"/>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84382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D30F4E8-ABEC-1038-0BB8-25E141CB2658}"/>
              </a:ext>
            </a:extLst>
          </p:cNvPr>
          <p:cNvSpPr>
            <a:spLocks noGrp="1"/>
          </p:cNvSpPr>
          <p:nvPr>
            <p:ph type="title"/>
          </p:nvPr>
        </p:nvSpPr>
        <p:spPr/>
        <p:txBody>
          <a:bodyPr>
            <a:normAutofit fontScale="90000"/>
          </a:bodyPr>
          <a:lstStyle/>
          <a:p>
            <a:r>
              <a:rPr lang="en-US" dirty="0"/>
              <a:t>Attenuation Issues </a:t>
            </a:r>
          </a:p>
        </p:txBody>
      </p:sp>
      <p:sp>
        <p:nvSpPr>
          <p:cNvPr id="11" name="Content Placeholder 10">
            <a:extLst>
              <a:ext uri="{FF2B5EF4-FFF2-40B4-BE49-F238E27FC236}">
                <a16:creationId xmlns:a16="http://schemas.microsoft.com/office/drawing/2014/main" id="{BE6536AA-263D-894B-D935-CEA40F8C3C30}"/>
              </a:ext>
            </a:extLst>
          </p:cNvPr>
          <p:cNvSpPr>
            <a:spLocks noGrp="1"/>
          </p:cNvSpPr>
          <p:nvPr>
            <p:ph sz="half" idx="1"/>
          </p:nvPr>
        </p:nvSpPr>
        <p:spPr/>
        <p:txBody>
          <a:bodyPr/>
          <a:lstStyle/>
          <a:p>
            <a:pPr marL="0" indent="0">
              <a:buNone/>
            </a:pPr>
            <a:r>
              <a:rPr lang="en-US" dirty="0"/>
              <a:t>Loss of signal strength in networking cables or connections </a:t>
            </a:r>
            <a:br>
              <a:rPr lang="en-US" dirty="0"/>
            </a:br>
            <a:r>
              <a:rPr lang="en-US" dirty="0"/>
              <a:t>(measured in decibels (dB) or voltage)</a:t>
            </a:r>
          </a:p>
        </p:txBody>
      </p:sp>
      <p:sp>
        <p:nvSpPr>
          <p:cNvPr id="4" name="Slide Number Placeholder 3">
            <a:extLst>
              <a:ext uri="{FF2B5EF4-FFF2-40B4-BE49-F238E27FC236}">
                <a16:creationId xmlns:a16="http://schemas.microsoft.com/office/drawing/2014/main" id="{6BFC528E-CB0B-D60E-1C85-346F9AA949AE}"/>
              </a:ext>
            </a:extLst>
          </p:cNvPr>
          <p:cNvSpPr>
            <a:spLocks noGrp="1"/>
          </p:cNvSpPr>
          <p:nvPr>
            <p:ph type="sldNum" sz="quarter" idx="12"/>
          </p:nvPr>
        </p:nvSpPr>
        <p:spPr/>
        <p:txBody>
          <a:bodyPr/>
          <a:lstStyle/>
          <a:p>
            <a:fld id="{64537577-822C-42C9-B1FE-62AC5F07B59D}" type="slidenum">
              <a:rPr lang="en-US" smtClean="0"/>
              <a:pPr/>
              <a:t>44</a:t>
            </a:fld>
            <a:endParaRPr lang="en-US" dirty="0"/>
          </a:p>
        </p:txBody>
      </p:sp>
      <p:sp>
        <p:nvSpPr>
          <p:cNvPr id="2" name="Footer Placeholder 1">
            <a:extLst>
              <a:ext uri="{FF2B5EF4-FFF2-40B4-BE49-F238E27FC236}">
                <a16:creationId xmlns:a16="http://schemas.microsoft.com/office/drawing/2014/main" id="{467F27E0-ED84-76D6-55D8-9245C5A63247}"/>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5" name="Content Placeholder 4">
            <a:extLst>
              <a:ext uri="{FF2B5EF4-FFF2-40B4-BE49-F238E27FC236}">
                <a16:creationId xmlns:a16="http://schemas.microsoft.com/office/drawing/2014/main" id="{B9FC3417-CD0D-8784-DCC2-FE14747F9323}"/>
              </a:ext>
            </a:extLst>
          </p:cNvPr>
          <p:cNvGraphicFramePr>
            <a:graphicFrameLocks noGrp="1"/>
          </p:cNvGraphicFramePr>
          <p:nvPr>
            <p:ph sz="half" idx="2"/>
            <p:extLst>
              <p:ext uri="{D42A27DB-BD31-4B8C-83A1-F6EECF244321}">
                <p14:modId xmlns:p14="http://schemas.microsoft.com/office/powerpoint/2010/main" val="3891472096"/>
              </p:ext>
            </p:extLst>
          </p:nvPr>
        </p:nvGraphicFramePr>
        <p:xfrm>
          <a:off x="4629150" y="1149350"/>
          <a:ext cx="3886200" cy="3613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51646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F73EC75-54B5-5544-8149-15B9699459C3}"/>
              </a:ext>
            </a:extLst>
          </p:cNvPr>
          <p:cNvSpPr>
            <a:spLocks noGrp="1"/>
          </p:cNvSpPr>
          <p:nvPr>
            <p:ph type="title"/>
          </p:nvPr>
        </p:nvSpPr>
        <p:spPr/>
        <p:txBody>
          <a:bodyPr>
            <a:normAutofit fontScale="90000"/>
          </a:bodyPr>
          <a:lstStyle/>
          <a:p>
            <a:r>
              <a:rPr lang="en-US" dirty="0"/>
              <a:t>Interference Issues </a:t>
            </a:r>
          </a:p>
        </p:txBody>
      </p:sp>
      <p:sp>
        <p:nvSpPr>
          <p:cNvPr id="11" name="Content Placeholder 10">
            <a:extLst>
              <a:ext uri="{FF2B5EF4-FFF2-40B4-BE49-F238E27FC236}">
                <a16:creationId xmlns:a16="http://schemas.microsoft.com/office/drawing/2014/main" id="{8CEFC1EE-7248-CCC2-9DFF-FCE456D4EBAB}"/>
              </a:ext>
            </a:extLst>
          </p:cNvPr>
          <p:cNvSpPr>
            <a:spLocks noGrp="1"/>
          </p:cNvSpPr>
          <p:nvPr>
            <p:ph sz="half" idx="1"/>
          </p:nvPr>
        </p:nvSpPr>
        <p:spPr/>
        <p:txBody>
          <a:bodyPr/>
          <a:lstStyle/>
          <a:p>
            <a:pPr marL="0" indent="0">
              <a:buNone/>
            </a:pPr>
            <a:r>
              <a:rPr lang="en-US" dirty="0"/>
              <a:t>Negative effects of electromagnetic, radio frequency, and electrostatic signals on cable transmissions</a:t>
            </a:r>
          </a:p>
        </p:txBody>
      </p:sp>
      <p:sp>
        <p:nvSpPr>
          <p:cNvPr id="4" name="Slide Number Placeholder 3">
            <a:extLst>
              <a:ext uri="{FF2B5EF4-FFF2-40B4-BE49-F238E27FC236}">
                <a16:creationId xmlns:a16="http://schemas.microsoft.com/office/drawing/2014/main" id="{6BFC528E-CB0B-D60E-1C85-346F9AA949AE}"/>
              </a:ext>
            </a:extLst>
          </p:cNvPr>
          <p:cNvSpPr>
            <a:spLocks noGrp="1"/>
          </p:cNvSpPr>
          <p:nvPr>
            <p:ph type="sldNum" sz="quarter" idx="12"/>
          </p:nvPr>
        </p:nvSpPr>
        <p:spPr/>
        <p:txBody>
          <a:bodyPr/>
          <a:lstStyle/>
          <a:p>
            <a:fld id="{64537577-822C-42C9-B1FE-62AC5F07B59D}" type="slidenum">
              <a:rPr lang="en-US" smtClean="0"/>
              <a:pPr/>
              <a:t>45</a:t>
            </a:fld>
            <a:endParaRPr lang="en-US" dirty="0"/>
          </a:p>
        </p:txBody>
      </p:sp>
      <p:sp>
        <p:nvSpPr>
          <p:cNvPr id="2" name="Footer Placeholder 1">
            <a:extLst>
              <a:ext uri="{FF2B5EF4-FFF2-40B4-BE49-F238E27FC236}">
                <a16:creationId xmlns:a16="http://schemas.microsoft.com/office/drawing/2014/main" id="{FD85FAE5-33DB-2ED7-A2AF-4E5897FBCE55}"/>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5" name="Content Placeholder 4">
            <a:extLst>
              <a:ext uri="{FF2B5EF4-FFF2-40B4-BE49-F238E27FC236}">
                <a16:creationId xmlns:a16="http://schemas.microsoft.com/office/drawing/2014/main" id="{D78CA4A9-6F3B-C721-AA99-B03758CD2231}"/>
              </a:ext>
            </a:extLst>
          </p:cNvPr>
          <p:cNvGraphicFramePr>
            <a:graphicFrameLocks noGrp="1"/>
          </p:cNvGraphicFramePr>
          <p:nvPr>
            <p:ph sz="half" idx="2"/>
            <p:extLst>
              <p:ext uri="{D42A27DB-BD31-4B8C-83A1-F6EECF244321}">
                <p14:modId xmlns:p14="http://schemas.microsoft.com/office/powerpoint/2010/main" val="4241968338"/>
              </p:ext>
            </p:extLst>
          </p:nvPr>
        </p:nvGraphicFramePr>
        <p:xfrm>
          <a:off x="4629150" y="1149350"/>
          <a:ext cx="3886200"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0776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4197858-0250-6875-1036-CBD7F422FCC6}"/>
              </a:ext>
            </a:extLst>
          </p:cNvPr>
          <p:cNvSpPr>
            <a:spLocks noGrp="1"/>
          </p:cNvSpPr>
          <p:nvPr>
            <p:ph type="title"/>
          </p:nvPr>
        </p:nvSpPr>
        <p:spPr/>
        <p:txBody>
          <a:bodyPr>
            <a:normAutofit fontScale="90000"/>
          </a:bodyPr>
          <a:lstStyle/>
          <a:p>
            <a:r>
              <a:rPr lang="en-US" dirty="0"/>
              <a:t>Crosstalk Issues</a:t>
            </a:r>
          </a:p>
        </p:txBody>
      </p:sp>
      <p:sp>
        <p:nvSpPr>
          <p:cNvPr id="4" name="Slide Number Placeholder 3">
            <a:extLst>
              <a:ext uri="{FF2B5EF4-FFF2-40B4-BE49-F238E27FC236}">
                <a16:creationId xmlns:a16="http://schemas.microsoft.com/office/drawing/2014/main" id="{FB0B8EE1-BDAD-96CE-197F-76BB13BAF854}"/>
              </a:ext>
            </a:extLst>
          </p:cNvPr>
          <p:cNvSpPr>
            <a:spLocks noGrp="1"/>
          </p:cNvSpPr>
          <p:nvPr>
            <p:ph type="sldNum" sz="quarter" idx="12"/>
          </p:nvPr>
        </p:nvSpPr>
        <p:spPr/>
        <p:txBody>
          <a:bodyPr/>
          <a:lstStyle/>
          <a:p>
            <a:fld id="{64537577-822C-42C9-B1FE-62AC5F07B59D}" type="slidenum">
              <a:rPr lang="en-US" smtClean="0"/>
              <a:pPr/>
              <a:t>46</a:t>
            </a:fld>
            <a:endParaRPr lang="en-US" dirty="0"/>
          </a:p>
        </p:txBody>
      </p:sp>
      <p:sp>
        <p:nvSpPr>
          <p:cNvPr id="2" name="Footer Placeholder 1">
            <a:extLst>
              <a:ext uri="{FF2B5EF4-FFF2-40B4-BE49-F238E27FC236}">
                <a16:creationId xmlns:a16="http://schemas.microsoft.com/office/drawing/2014/main" id="{55A23F6F-DD4E-0417-ECB6-433B84FA5769}"/>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8" name="Content Placeholder 4">
            <a:extLst>
              <a:ext uri="{FF2B5EF4-FFF2-40B4-BE49-F238E27FC236}">
                <a16:creationId xmlns:a16="http://schemas.microsoft.com/office/drawing/2014/main" id="{6904A38F-8FB0-223D-13E5-C5DFB13B1BD1}"/>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268892672"/>
              </p:ext>
            </p:extLst>
          </p:nvPr>
        </p:nvGraphicFramePr>
        <p:xfrm>
          <a:off x="505299" y="1157732"/>
          <a:ext cx="8126051" cy="29033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1271BB4C-79BD-58F5-1C4C-45CE1BB53D5B}"/>
              </a:ext>
            </a:extLst>
          </p:cNvPr>
          <p:cNvSpPr txBox="1"/>
          <p:nvPr/>
        </p:nvSpPr>
        <p:spPr>
          <a:xfrm>
            <a:off x="505299" y="1239214"/>
            <a:ext cx="8126050" cy="369332"/>
          </a:xfrm>
          <a:prstGeom prst="rect">
            <a:avLst/>
          </a:prstGeom>
          <a:noFill/>
        </p:spPr>
        <p:txBody>
          <a:bodyPr wrap="square">
            <a:spAutoFit/>
          </a:bodyPr>
          <a:lstStyle/>
          <a:p>
            <a:pPr marL="0" indent="0" algn="ctr">
              <a:buNone/>
            </a:pPr>
            <a:r>
              <a:rPr lang="en-US" sz="1800" dirty="0">
                <a:solidFill>
                  <a:srgbClr val="404448"/>
                </a:solidFill>
              </a:rPr>
              <a:t>Interference caused by signal overlap cables</a:t>
            </a:r>
          </a:p>
        </p:txBody>
      </p:sp>
    </p:spTree>
    <p:extLst>
      <p:ext uri="{BB962C8B-B14F-4D97-AF65-F5344CB8AC3E}">
        <p14:creationId xmlns:p14="http://schemas.microsoft.com/office/powerpoint/2010/main" val="653131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C73F1E4-3BD3-E941-C427-E048B2CA5AD0}"/>
              </a:ext>
            </a:extLst>
          </p:cNvPr>
          <p:cNvSpPr>
            <a:spLocks noGrp="1"/>
          </p:cNvSpPr>
          <p:nvPr>
            <p:ph type="title"/>
          </p:nvPr>
        </p:nvSpPr>
        <p:spPr/>
        <p:txBody>
          <a:bodyPr>
            <a:normAutofit fontScale="90000"/>
          </a:bodyPr>
          <a:lstStyle/>
          <a:p>
            <a:r>
              <a:rPr lang="en-US" dirty="0"/>
              <a:t>Crosstalk Issues: Solutions</a:t>
            </a:r>
          </a:p>
        </p:txBody>
      </p:sp>
      <p:sp>
        <p:nvSpPr>
          <p:cNvPr id="4" name="Slide Number Placeholder 3">
            <a:extLst>
              <a:ext uri="{FF2B5EF4-FFF2-40B4-BE49-F238E27FC236}">
                <a16:creationId xmlns:a16="http://schemas.microsoft.com/office/drawing/2014/main" id="{9664E9B6-698D-6897-32EA-EB2D334C71B5}"/>
              </a:ext>
            </a:extLst>
          </p:cNvPr>
          <p:cNvSpPr>
            <a:spLocks noGrp="1"/>
          </p:cNvSpPr>
          <p:nvPr>
            <p:ph type="sldNum" sz="quarter" idx="12"/>
          </p:nvPr>
        </p:nvSpPr>
        <p:spPr/>
        <p:txBody>
          <a:bodyPr/>
          <a:lstStyle/>
          <a:p>
            <a:fld id="{64537577-822C-42C9-B1FE-62AC5F07B59D}" type="slidenum">
              <a:rPr lang="en-US" smtClean="0"/>
              <a:pPr/>
              <a:t>47</a:t>
            </a:fld>
            <a:endParaRPr lang="en-US" dirty="0"/>
          </a:p>
        </p:txBody>
      </p:sp>
      <p:sp>
        <p:nvSpPr>
          <p:cNvPr id="2" name="Footer Placeholder 1">
            <a:extLst>
              <a:ext uri="{FF2B5EF4-FFF2-40B4-BE49-F238E27FC236}">
                <a16:creationId xmlns:a16="http://schemas.microsoft.com/office/drawing/2014/main" id="{28BD4797-2669-8EA8-09F2-DFAAD7B4990C}"/>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5" name="Content Placeholder 4">
            <a:extLst>
              <a:ext uri="{FF2B5EF4-FFF2-40B4-BE49-F238E27FC236}">
                <a16:creationId xmlns:a16="http://schemas.microsoft.com/office/drawing/2014/main" id="{DEA34C20-D73F-E73A-07C9-B64FE890DDF8}"/>
              </a:ext>
            </a:extLst>
          </p:cNvPr>
          <p:cNvGraphicFramePr>
            <a:graphicFrameLocks noGrp="1"/>
          </p:cNvGraphicFramePr>
          <p:nvPr>
            <p:ph idx="1"/>
            <p:extLst>
              <p:ext uri="{D42A27DB-BD31-4B8C-83A1-F6EECF244321}">
                <p14:modId xmlns:p14="http://schemas.microsoft.com/office/powerpoint/2010/main" val="4044053213"/>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62425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0A4F-A9AA-9D24-6FFB-E5A692F6D605}"/>
              </a:ext>
            </a:extLst>
          </p:cNvPr>
          <p:cNvSpPr>
            <a:spLocks noGrp="1"/>
          </p:cNvSpPr>
          <p:nvPr>
            <p:ph type="title"/>
          </p:nvPr>
        </p:nvSpPr>
        <p:spPr>
          <a:xfrm>
            <a:off x="628650" y="591921"/>
            <a:ext cx="7921125" cy="496626"/>
          </a:xfrm>
        </p:spPr>
        <p:txBody>
          <a:bodyPr anchor="ctr">
            <a:noAutofit/>
          </a:bodyPr>
          <a:lstStyle/>
          <a:p>
            <a:r>
              <a:rPr lang="en-US" sz="3200" dirty="0"/>
              <a:t>Activity: Think About It</a:t>
            </a:r>
          </a:p>
        </p:txBody>
      </p:sp>
      <p:sp>
        <p:nvSpPr>
          <p:cNvPr id="11" name="Content Placeholder 10">
            <a:extLst>
              <a:ext uri="{FF2B5EF4-FFF2-40B4-BE49-F238E27FC236}">
                <a16:creationId xmlns:a16="http://schemas.microsoft.com/office/drawing/2014/main" id="{E1930D1D-AC2D-6D6E-DCE3-9670B39C3E4B}"/>
              </a:ext>
            </a:extLst>
          </p:cNvPr>
          <p:cNvSpPr>
            <a:spLocks noGrp="1"/>
          </p:cNvSpPr>
          <p:nvPr>
            <p:ph sz="half" idx="1"/>
          </p:nvPr>
        </p:nvSpPr>
        <p:spPr>
          <a:xfrm>
            <a:off x="628650" y="1149214"/>
            <a:ext cx="4079152" cy="3365370"/>
          </a:xfrm>
        </p:spPr>
        <p:txBody>
          <a:bodyPr>
            <a:normAutofit/>
          </a:bodyPr>
          <a:lstStyle/>
          <a:p>
            <a:pPr marL="0" indent="0">
              <a:spcAft>
                <a:spcPts val="600"/>
              </a:spcAft>
              <a:buNone/>
            </a:pPr>
            <a:r>
              <a:rPr lang="en-US" dirty="0"/>
              <a:t>What are some symptoms of cabling issues?</a:t>
            </a:r>
          </a:p>
          <a:p>
            <a:pPr>
              <a:spcAft>
                <a:spcPts val="600"/>
              </a:spcAft>
            </a:pPr>
            <a:endParaRPr lang="en-US" dirty="0"/>
          </a:p>
        </p:txBody>
      </p:sp>
      <p:pic>
        <p:nvPicPr>
          <p:cNvPr id="9" name="Picture 8" descr="Man wearing white shirt and yellow sweater">
            <a:extLst>
              <a:ext uri="{FF2B5EF4-FFF2-40B4-BE49-F238E27FC236}">
                <a16:creationId xmlns:a16="http://schemas.microsoft.com/office/drawing/2014/main" id="{B0CA1AF9-A17D-25B0-744E-F19F89718F1F}"/>
              </a:ext>
            </a:extLst>
          </p:cNvPr>
          <p:cNvPicPr>
            <a:picLocks noChangeAspect="1"/>
          </p:cNvPicPr>
          <p:nvPr/>
        </p:nvPicPr>
        <p:blipFill>
          <a:blip r:embed="rId3" cstate="screen">
            <a:extLst>
              <a:ext uri="{28A0092B-C50C-407E-A947-70E740481C1C}">
                <a14:useLocalDpi xmlns:a14="http://schemas.microsoft.com/office/drawing/2010/main"/>
              </a:ext>
            </a:extLst>
          </a:blip>
          <a:srcRect b="-3"/>
          <a:stretch/>
        </p:blipFill>
        <p:spPr>
          <a:xfrm>
            <a:off x="4629150" y="1149214"/>
            <a:ext cx="3886200" cy="3365370"/>
          </a:xfrm>
          <a:prstGeom prst="rect">
            <a:avLst/>
          </a:prstGeom>
          <a:noFill/>
        </p:spPr>
      </p:pic>
      <p:sp>
        <p:nvSpPr>
          <p:cNvPr id="4" name="Slide Number Placeholder 3">
            <a:extLst>
              <a:ext uri="{FF2B5EF4-FFF2-40B4-BE49-F238E27FC236}">
                <a16:creationId xmlns:a16="http://schemas.microsoft.com/office/drawing/2014/main" id="{F5904927-F92D-685D-6C3B-2E8E9CBDA504}"/>
              </a:ext>
            </a:extLst>
          </p:cNvPr>
          <p:cNvSpPr>
            <a:spLocks noGrp="1"/>
          </p:cNvSpPr>
          <p:nvPr>
            <p:ph type="sldNum" sz="quarter" idx="12"/>
          </p:nvPr>
        </p:nvSpPr>
        <p:spPr>
          <a:xfrm>
            <a:off x="6457949" y="4762849"/>
            <a:ext cx="2173401" cy="273590"/>
          </a:xfrm>
        </p:spPr>
        <p:txBody>
          <a:bodyPr anchor="ctr">
            <a:normAutofit/>
          </a:bodyPr>
          <a:lstStyle/>
          <a:p>
            <a:pPr>
              <a:spcAft>
                <a:spcPts val="600"/>
              </a:spcAft>
            </a:pPr>
            <a:fld id="{64537577-822C-42C9-B1FE-62AC5F07B59D}" type="slidenum">
              <a:rPr lang="en-US" smtClean="0"/>
              <a:pPr>
                <a:spcAft>
                  <a:spcPts val="600"/>
                </a:spcAft>
              </a:pPr>
              <a:t>48</a:t>
            </a:fld>
            <a:endParaRPr lang="en-US" dirty="0"/>
          </a:p>
        </p:txBody>
      </p:sp>
      <p:sp>
        <p:nvSpPr>
          <p:cNvPr id="3" name="Footer Placeholder 2">
            <a:extLst>
              <a:ext uri="{FF2B5EF4-FFF2-40B4-BE49-F238E27FC236}">
                <a16:creationId xmlns:a16="http://schemas.microsoft.com/office/drawing/2014/main" id="{E010B7F7-94DE-847F-5096-F494D03C8ECE}"/>
              </a:ext>
            </a:extLst>
          </p:cNvPr>
          <p:cNvSpPr>
            <a:spLocks noGrp="1"/>
          </p:cNvSpPr>
          <p:nvPr>
            <p:ph type="ftr" sz="quarter" idx="3"/>
          </p:nvPr>
        </p:nvSpPr>
        <p:spPr>
          <a:xfrm>
            <a:off x="628650" y="4762500"/>
            <a:ext cx="3943350" cy="274638"/>
          </a:xfrm>
        </p:spPr>
        <p:txBody>
          <a:bodyPr anchor="ctr">
            <a:normAutofit/>
          </a:bodyPr>
          <a:lstStyle/>
          <a:p>
            <a:pPr>
              <a:spcAft>
                <a:spcPts val="600"/>
              </a:spcAft>
            </a:pPr>
            <a:r>
              <a:rPr lang="en-US" sz="700"/>
              <a:t>Copyright © 2025 CompTIA, Inc. All Rights Reserved. </a:t>
            </a:r>
            <a:endParaRPr lang="en-US" sz="700" dirty="0"/>
          </a:p>
        </p:txBody>
      </p:sp>
    </p:spTree>
    <p:extLst>
      <p:ext uri="{BB962C8B-B14F-4D97-AF65-F5344CB8AC3E}">
        <p14:creationId xmlns:p14="http://schemas.microsoft.com/office/powerpoint/2010/main" val="20557732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ctrTitle"/>
          </p:nvPr>
        </p:nvSpPr>
        <p:spPr>
          <a:xfrm>
            <a:off x="682580" y="840993"/>
            <a:ext cx="7318420" cy="1397942"/>
          </a:xfrm>
        </p:spPr>
        <p:txBody>
          <a:bodyPr/>
          <a:lstStyle/>
          <a:p>
            <a:r>
              <a:rPr lang="en-US" dirty="0"/>
              <a:t>Summary</a:t>
            </a:r>
          </a:p>
        </p:txBody>
      </p:sp>
      <p:sp>
        <p:nvSpPr>
          <p:cNvPr id="3" name="Subtitle 2">
            <a:extLst>
              <a:ext uri="{FF2B5EF4-FFF2-40B4-BE49-F238E27FC236}">
                <a16:creationId xmlns:a16="http://schemas.microsoft.com/office/drawing/2014/main" id="{95D2A0BA-D28A-0B52-2159-525C86DF1E8A}"/>
              </a:ext>
            </a:extLst>
          </p:cNvPr>
          <p:cNvSpPr>
            <a:spLocks noGrp="1"/>
          </p:cNvSpPr>
          <p:nvPr>
            <p:ph type="subTitle" idx="1"/>
          </p:nvPr>
        </p:nvSpPr>
        <p:spPr>
          <a:xfrm>
            <a:off x="682580" y="2306171"/>
            <a:ext cx="7318420" cy="1633528"/>
          </a:xfrm>
        </p:spPr>
        <p:txBody>
          <a:bodyPr>
            <a:normAutofit/>
          </a:bodyPr>
          <a:lstStyle/>
          <a:p>
            <a:r>
              <a:rPr lang="en-US" dirty="0"/>
              <a:t>Supporting Cabling </a:t>
            </a:r>
            <a:br>
              <a:rPr lang="en-US" dirty="0"/>
            </a:br>
            <a:r>
              <a:rPr lang="en-US" dirty="0"/>
              <a:t>and Physical Installations</a:t>
            </a:r>
          </a:p>
        </p:txBody>
      </p:sp>
      <p:sp>
        <p:nvSpPr>
          <p:cNvPr id="5" name="Slide Number Placeholder 4">
            <a:extLst>
              <a:ext uri="{FF2B5EF4-FFF2-40B4-BE49-F238E27FC236}">
                <a16:creationId xmlns:a16="http://schemas.microsoft.com/office/drawing/2014/main" id="{F3EDDF9A-7923-BE82-ABAA-438C550391D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49</a:t>
            </a:fld>
            <a:endParaRPr lang="en-US" dirty="0"/>
          </a:p>
        </p:txBody>
      </p:sp>
      <p:sp>
        <p:nvSpPr>
          <p:cNvPr id="6" name="Footer Placeholder 5">
            <a:extLst>
              <a:ext uri="{FF2B5EF4-FFF2-40B4-BE49-F238E27FC236}">
                <a16:creationId xmlns:a16="http://schemas.microsoft.com/office/drawing/2014/main" id="{63F6A226-DD45-C1FD-3F29-7EB4D1F74B03}"/>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984566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FD4B-B953-BEFC-78A3-725F1DE08E27}"/>
              </a:ext>
            </a:extLst>
          </p:cNvPr>
          <p:cNvSpPr>
            <a:spLocks noGrp="1"/>
          </p:cNvSpPr>
          <p:nvPr>
            <p:ph type="title"/>
          </p:nvPr>
        </p:nvSpPr>
        <p:spPr/>
        <p:txBody>
          <a:bodyPr>
            <a:normAutofit fontScale="90000"/>
          </a:bodyPr>
          <a:lstStyle/>
          <a:p>
            <a:r>
              <a:rPr lang="en-US" dirty="0"/>
              <a:t>Main Points</a:t>
            </a:r>
          </a:p>
        </p:txBody>
      </p:sp>
      <p:sp>
        <p:nvSpPr>
          <p:cNvPr id="3" name="Content Placeholder 2">
            <a:extLst>
              <a:ext uri="{FF2B5EF4-FFF2-40B4-BE49-F238E27FC236}">
                <a16:creationId xmlns:a16="http://schemas.microsoft.com/office/drawing/2014/main" id="{37F4092C-34AC-1128-EC89-05BCF335B867}"/>
              </a:ext>
            </a:extLst>
          </p:cNvPr>
          <p:cNvSpPr>
            <a:spLocks noGrp="1"/>
          </p:cNvSpPr>
          <p:nvPr>
            <p:ph idx="1"/>
          </p:nvPr>
        </p:nvSpPr>
        <p:spPr>
          <a:xfrm>
            <a:off x="628650" y="1216368"/>
            <a:ext cx="7610003" cy="3546131"/>
          </a:xfrm>
        </p:spPr>
        <p:txBody>
          <a:bodyPr>
            <a:normAutofit fontScale="92500" lnSpcReduction="20000"/>
          </a:bodyPr>
          <a:lstStyle/>
          <a:p>
            <a:pPr>
              <a:lnSpc>
                <a:spcPct val="110000"/>
              </a:lnSpc>
              <a:spcAft>
                <a:spcPts val="600"/>
              </a:spcAft>
            </a:pPr>
            <a:r>
              <a:rPr lang="en-US" b="1" dirty="0"/>
              <a:t>Understand Cable Needs</a:t>
            </a:r>
            <a:r>
              <a:rPr lang="en-US" dirty="0"/>
              <a:t>: Consider factors like interference and attenuation when choosing shielded copper or fiber optic cables</a:t>
            </a:r>
          </a:p>
          <a:p>
            <a:pPr>
              <a:lnSpc>
                <a:spcPct val="110000"/>
              </a:lnSpc>
              <a:spcAft>
                <a:spcPts val="600"/>
              </a:spcAft>
            </a:pPr>
            <a:r>
              <a:rPr lang="en-US" b="1" dirty="0"/>
              <a:t>Proper Cable Preparation</a:t>
            </a:r>
            <a:r>
              <a:rPr lang="en-US" dirty="0"/>
              <a:t>: Use appropriate tools for cable preparation and termination for connectors or punch-down blocks</a:t>
            </a:r>
          </a:p>
          <a:p>
            <a:pPr>
              <a:lnSpc>
                <a:spcPct val="110000"/>
              </a:lnSpc>
              <a:spcAft>
                <a:spcPts val="600"/>
              </a:spcAft>
            </a:pPr>
            <a:r>
              <a:rPr lang="en-US" b="1" dirty="0"/>
              <a:t>Application-Specific Use</a:t>
            </a:r>
            <a:r>
              <a:rPr lang="en-US" dirty="0"/>
              <a:t>: Ensure cables are used for their intended purpose to meet network requirements</a:t>
            </a:r>
          </a:p>
          <a:p>
            <a:pPr>
              <a:lnSpc>
                <a:spcPct val="110000"/>
              </a:lnSpc>
              <a:spcAft>
                <a:spcPts val="600"/>
              </a:spcAft>
            </a:pPr>
            <a:r>
              <a:rPr lang="en-US" b="1" dirty="0"/>
              <a:t>Cable Testing</a:t>
            </a:r>
            <a:r>
              <a:rPr lang="en-US" dirty="0"/>
              <a:t>: Verify cable integrity using appropriate testing tools to identify and troubleshoot faults​</a:t>
            </a:r>
          </a:p>
        </p:txBody>
      </p:sp>
      <p:sp>
        <p:nvSpPr>
          <p:cNvPr id="5" name="Slide Number Placeholder 4">
            <a:extLst>
              <a:ext uri="{FF2B5EF4-FFF2-40B4-BE49-F238E27FC236}">
                <a16:creationId xmlns:a16="http://schemas.microsoft.com/office/drawing/2014/main" id="{6162B12D-82F6-F044-7F35-BFF181ED918B}"/>
              </a:ext>
            </a:extLst>
          </p:cNvPr>
          <p:cNvSpPr>
            <a:spLocks noGrp="1"/>
          </p:cNvSpPr>
          <p:nvPr>
            <p:ph type="sldNum" sz="quarter" idx="12"/>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6" name="Footer Placeholder 5">
            <a:extLst>
              <a:ext uri="{FF2B5EF4-FFF2-40B4-BE49-F238E27FC236}">
                <a16:creationId xmlns:a16="http://schemas.microsoft.com/office/drawing/2014/main" id="{ED706EE9-3CE9-6395-9A93-722FD9D7A9E7}"/>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940928441"/>
      </p:ext>
    </p:extLst>
  </p:cSld>
  <p:clrMapOvr>
    <a:masterClrMapping/>
  </p:clrMapOvr>
</p:sld>
</file>

<file path=ppt/theme/theme1.xml><?xml version="1.0" encoding="utf-8"?>
<a:theme xmlns:a="http://schemas.openxmlformats.org/drawingml/2006/main" name="Learning Design">
  <a:themeElements>
    <a:clrScheme name="Custom 11">
      <a:dk1>
        <a:srgbClr val="000000"/>
      </a:dk1>
      <a:lt1>
        <a:srgbClr val="FFFFFF"/>
      </a:lt1>
      <a:dk2>
        <a:srgbClr val="44546A"/>
      </a:dk2>
      <a:lt2>
        <a:srgbClr val="E7E6E6"/>
      </a:lt2>
      <a:accent1>
        <a:srgbClr val="004F70"/>
      </a:accent1>
      <a:accent2>
        <a:srgbClr val="C8102E"/>
      </a:accent2>
      <a:accent3>
        <a:srgbClr val="007377"/>
      </a:accent3>
      <a:accent4>
        <a:srgbClr val="009CA6"/>
      </a:accent4>
      <a:accent5>
        <a:srgbClr val="63CCC8"/>
      </a:accent5>
      <a:accent6>
        <a:srgbClr val="004F70"/>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D52A02-1E55-4DBA-994E-857BEA779AC3}">
  <ds:schemaRefs>
    <ds:schemaRef ds:uri="315eb565-7267-4a95-9087-2f433ded3c8b"/>
    <ds:schemaRef ds:uri="http://purl.org/dc/elements/1.1/"/>
    <ds:schemaRef ds:uri="http://www.w3.org/XML/1998/namespace"/>
    <ds:schemaRef ds:uri="http://purl.org/dc/dcmitype/"/>
    <ds:schemaRef ds:uri="http://purl.org/dc/terms/"/>
    <ds:schemaRef ds:uri="http://schemas.microsoft.com/office/2006/documentManagement/types"/>
    <ds:schemaRef ds:uri="http://schemas.microsoft.com/office/2006/metadata/properties"/>
    <ds:schemaRef ds:uri="http://schemas.microsoft.com/sharepoint/v3"/>
    <ds:schemaRef ds:uri="http://schemas.microsoft.com/office/infopath/2007/PartnerControls"/>
    <ds:schemaRef ds:uri="http://schemas.openxmlformats.org/package/2006/metadata/core-properties"/>
    <ds:schemaRef ds:uri="95a46270-66ec-4bdf-aabc-d78887d51418"/>
  </ds:schemaRefs>
</ds:datastoreItem>
</file>

<file path=customXml/itemProps2.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43C1A66-679F-4E54-96D0-138142AFA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467</TotalTime>
  <Words>11180</Words>
  <Application>Microsoft Office PowerPoint</Application>
  <PresentationFormat>Custom</PresentationFormat>
  <Paragraphs>1147</Paragraphs>
  <Slides>50</Slides>
  <Notes>50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50</vt:i4>
      </vt:variant>
    </vt:vector>
  </HeadingPairs>
  <TitlesOfParts>
    <vt:vector size="62" baseType="lpstr">
      <vt:lpstr>-apple-system</vt:lpstr>
      <vt:lpstr>Arial</vt:lpstr>
      <vt:lpstr>Calibri</vt:lpstr>
      <vt:lpstr>Courier New</vt:lpstr>
      <vt:lpstr>Inter</vt:lpstr>
      <vt:lpstr>Lato</vt:lpstr>
      <vt:lpstr>Noto Sans</vt:lpstr>
      <vt:lpstr>Noto Sans Condensed</vt:lpstr>
      <vt:lpstr>Open Sans</vt:lpstr>
      <vt:lpstr>roboto</vt:lpstr>
      <vt:lpstr>Wingdings</vt:lpstr>
      <vt:lpstr>Learning Design</vt:lpstr>
      <vt:lpstr>Module 2</vt:lpstr>
      <vt:lpstr>Module Objectives</vt:lpstr>
      <vt:lpstr>Lesson 2.1</vt:lpstr>
      <vt:lpstr>Ethernet Standards</vt:lpstr>
      <vt:lpstr>Carrier Sense Multiple Access  with Collision Detection (CSMA/CD)</vt:lpstr>
      <vt:lpstr>CSMA/CD Diagram</vt:lpstr>
      <vt:lpstr>Fiber Ethernet Standards</vt:lpstr>
      <vt:lpstr>Activity: True or False</vt:lpstr>
      <vt:lpstr>Lesson 2.2</vt:lpstr>
      <vt:lpstr>Unshielded Twisted Pair (UTP)</vt:lpstr>
      <vt:lpstr>Shielded Twisted Pair Cable (STP)</vt:lpstr>
      <vt:lpstr>Ethernet Connectors </vt:lpstr>
      <vt:lpstr>Plenum and Riser-Rated Cable</vt:lpstr>
      <vt:lpstr>Coaxial and Twinaxial Cable</vt:lpstr>
      <vt:lpstr>Activity: Multiple Choice</vt:lpstr>
      <vt:lpstr>Lesson 2.3</vt:lpstr>
      <vt:lpstr>Structured Cabling System</vt:lpstr>
      <vt:lpstr>Structured Cabling Diagram</vt:lpstr>
      <vt:lpstr>T568A and T568B Termination Standards</vt:lpstr>
      <vt:lpstr>Patch Panels</vt:lpstr>
      <vt:lpstr>Patch Panels</vt:lpstr>
      <vt:lpstr>Structured Cable Installation</vt:lpstr>
      <vt:lpstr>Termination Tools</vt:lpstr>
      <vt:lpstr>Activity: Identify the Termination Tool</vt:lpstr>
      <vt:lpstr>Lesson 2.4</vt:lpstr>
      <vt:lpstr> Fiber Optic Considerations</vt:lpstr>
      <vt:lpstr> Single Mode and Multimode Fiber</vt:lpstr>
      <vt:lpstr>Fiber Optic Connector Types </vt:lpstr>
      <vt:lpstr>Wavelength Division Multiplexing (WDM)</vt:lpstr>
      <vt:lpstr>Activity: Two Truths and a Lie </vt:lpstr>
      <vt:lpstr>Lesson 2.5</vt:lpstr>
      <vt:lpstr>Rack Systems</vt:lpstr>
      <vt:lpstr> Humidity and Temperature</vt:lpstr>
      <vt:lpstr>Power Management</vt:lpstr>
      <vt:lpstr> Fire Suppression</vt:lpstr>
      <vt:lpstr>Activity: Prevention</vt:lpstr>
      <vt:lpstr>Lesson 2.6</vt:lpstr>
      <vt:lpstr>Specifications and Limitations:  Speed vs. Throughput</vt:lpstr>
      <vt:lpstr>Specifications and Limitations</vt:lpstr>
      <vt:lpstr>Cable Issues: Symptoms</vt:lpstr>
      <vt:lpstr>Cable Issues: Troubleshooting</vt:lpstr>
      <vt:lpstr>Cable Testers</vt:lpstr>
      <vt:lpstr>Wire Map Testers and Tone Generators</vt:lpstr>
      <vt:lpstr>Attenuation Issues </vt:lpstr>
      <vt:lpstr>Interference Issues </vt:lpstr>
      <vt:lpstr>Crosstalk Issues</vt:lpstr>
      <vt:lpstr>Crosstalk Issues: Solutions</vt:lpstr>
      <vt:lpstr>Activity: Think About It</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Amy Glidewell</cp:lastModifiedBy>
  <cp:revision>87</cp:revision>
  <dcterms:created xsi:type="dcterms:W3CDTF">2024-03-17T18:19:12Z</dcterms:created>
  <dcterms:modified xsi:type="dcterms:W3CDTF">2025-04-21T22:11:45Z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