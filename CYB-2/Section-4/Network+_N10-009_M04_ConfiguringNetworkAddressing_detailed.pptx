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40.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48.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4"/>
  </p:sldMasterIdLst>
  <p:notesMasterIdLst>
    <p:notesMasterId r:id="rId61"/>
  </p:notesMasterIdLst>
  <p:handoutMasterIdLst>
    <p:handoutMasterId r:id="rId62"/>
  </p:handoutMasterIdLst>
  <p:sldIdLst>
    <p:sldId id="286" r:id="rId5"/>
    <p:sldId id="303" r:id="rId6"/>
    <p:sldId id="310" r:id="rId7"/>
    <p:sldId id="315" r:id="rId8"/>
    <p:sldId id="348" r:id="rId9"/>
    <p:sldId id="349" r:id="rId10"/>
    <p:sldId id="343" r:id="rId11"/>
    <p:sldId id="350" r:id="rId12"/>
    <p:sldId id="355" r:id="rId13"/>
    <p:sldId id="354" r:id="rId14"/>
    <p:sldId id="351" r:id="rId15"/>
    <p:sldId id="358" r:id="rId16"/>
    <p:sldId id="356" r:id="rId17"/>
    <p:sldId id="357" r:id="rId18"/>
    <p:sldId id="394" r:id="rId19"/>
    <p:sldId id="393" r:id="rId20"/>
    <p:sldId id="352" r:id="rId21"/>
    <p:sldId id="359" r:id="rId22"/>
    <p:sldId id="341" r:id="rId23"/>
    <p:sldId id="360" r:id="rId24"/>
    <p:sldId id="361" r:id="rId25"/>
    <p:sldId id="366" r:id="rId26"/>
    <p:sldId id="362" r:id="rId27"/>
    <p:sldId id="395" r:id="rId28"/>
    <p:sldId id="367" r:id="rId29"/>
    <p:sldId id="363" r:id="rId30"/>
    <p:sldId id="396" r:id="rId31"/>
    <p:sldId id="365" r:id="rId32"/>
    <p:sldId id="368" r:id="rId33"/>
    <p:sldId id="369" r:id="rId34"/>
    <p:sldId id="370" r:id="rId35"/>
    <p:sldId id="371" r:id="rId36"/>
    <p:sldId id="372" r:id="rId37"/>
    <p:sldId id="374" r:id="rId38"/>
    <p:sldId id="398" r:id="rId39"/>
    <p:sldId id="379" r:id="rId40"/>
    <p:sldId id="375" r:id="rId41"/>
    <p:sldId id="376" r:id="rId42"/>
    <p:sldId id="377" r:id="rId43"/>
    <p:sldId id="378" r:id="rId44"/>
    <p:sldId id="385" r:id="rId45"/>
    <p:sldId id="373" r:id="rId46"/>
    <p:sldId id="380" r:id="rId47"/>
    <p:sldId id="381" r:id="rId48"/>
    <p:sldId id="382" r:id="rId49"/>
    <p:sldId id="399" r:id="rId50"/>
    <p:sldId id="384" r:id="rId51"/>
    <p:sldId id="390" r:id="rId52"/>
    <p:sldId id="391" r:id="rId53"/>
    <p:sldId id="400" r:id="rId54"/>
    <p:sldId id="404" r:id="rId55"/>
    <p:sldId id="401" r:id="rId56"/>
    <p:sldId id="402" r:id="rId57"/>
    <p:sldId id="403" r:id="rId58"/>
    <p:sldId id="392" r:id="rId59"/>
    <p:sldId id="346" r:id="rId60"/>
  </p:sldIdLst>
  <p:sldSz cx="9144000" cy="5138738"/>
  <p:notesSz cx="6858000" cy="9144000"/>
  <p:defaultTextStyle>
    <a:defPPr>
      <a:defRPr lang="en-US"/>
    </a:defPPr>
    <a:lvl1pPr marL="0" algn="l" defTabSz="685526" rtl="0" eaLnBrk="1" latinLnBrk="0" hangingPunct="1">
      <a:defRPr sz="1349" kern="1200">
        <a:solidFill>
          <a:schemeClr val="tx1"/>
        </a:solidFill>
        <a:latin typeface="+mn-lt"/>
        <a:ea typeface="+mn-ea"/>
        <a:cs typeface="+mn-cs"/>
      </a:defRPr>
    </a:lvl1pPr>
    <a:lvl2pPr marL="342763" algn="l" defTabSz="685526" rtl="0" eaLnBrk="1" latinLnBrk="0" hangingPunct="1">
      <a:defRPr sz="1349" kern="1200">
        <a:solidFill>
          <a:schemeClr val="tx1"/>
        </a:solidFill>
        <a:latin typeface="+mn-lt"/>
        <a:ea typeface="+mn-ea"/>
        <a:cs typeface="+mn-cs"/>
      </a:defRPr>
    </a:lvl2pPr>
    <a:lvl3pPr marL="685526" algn="l" defTabSz="685526" rtl="0" eaLnBrk="1" latinLnBrk="0" hangingPunct="1">
      <a:defRPr sz="1349" kern="1200">
        <a:solidFill>
          <a:schemeClr val="tx1"/>
        </a:solidFill>
        <a:latin typeface="+mn-lt"/>
        <a:ea typeface="+mn-ea"/>
        <a:cs typeface="+mn-cs"/>
      </a:defRPr>
    </a:lvl3pPr>
    <a:lvl4pPr marL="1028289" algn="l" defTabSz="685526" rtl="0" eaLnBrk="1" latinLnBrk="0" hangingPunct="1">
      <a:defRPr sz="1349" kern="1200">
        <a:solidFill>
          <a:schemeClr val="tx1"/>
        </a:solidFill>
        <a:latin typeface="+mn-lt"/>
        <a:ea typeface="+mn-ea"/>
        <a:cs typeface="+mn-cs"/>
      </a:defRPr>
    </a:lvl4pPr>
    <a:lvl5pPr marL="1371051" algn="l" defTabSz="685526" rtl="0" eaLnBrk="1" latinLnBrk="0" hangingPunct="1">
      <a:defRPr sz="1349" kern="1200">
        <a:solidFill>
          <a:schemeClr val="tx1"/>
        </a:solidFill>
        <a:latin typeface="+mn-lt"/>
        <a:ea typeface="+mn-ea"/>
        <a:cs typeface="+mn-cs"/>
      </a:defRPr>
    </a:lvl5pPr>
    <a:lvl6pPr marL="1713814" algn="l" defTabSz="685526" rtl="0" eaLnBrk="1" latinLnBrk="0" hangingPunct="1">
      <a:defRPr sz="1349" kern="1200">
        <a:solidFill>
          <a:schemeClr val="tx1"/>
        </a:solidFill>
        <a:latin typeface="+mn-lt"/>
        <a:ea typeface="+mn-ea"/>
        <a:cs typeface="+mn-cs"/>
      </a:defRPr>
    </a:lvl6pPr>
    <a:lvl7pPr marL="2056577" algn="l" defTabSz="685526" rtl="0" eaLnBrk="1" latinLnBrk="0" hangingPunct="1">
      <a:defRPr sz="1349" kern="1200">
        <a:solidFill>
          <a:schemeClr val="tx1"/>
        </a:solidFill>
        <a:latin typeface="+mn-lt"/>
        <a:ea typeface="+mn-ea"/>
        <a:cs typeface="+mn-cs"/>
      </a:defRPr>
    </a:lvl7pPr>
    <a:lvl8pPr marL="2399340" algn="l" defTabSz="685526" rtl="0" eaLnBrk="1" latinLnBrk="0" hangingPunct="1">
      <a:defRPr sz="1349" kern="1200">
        <a:solidFill>
          <a:schemeClr val="tx1"/>
        </a:solidFill>
        <a:latin typeface="+mn-lt"/>
        <a:ea typeface="+mn-ea"/>
        <a:cs typeface="+mn-cs"/>
      </a:defRPr>
    </a:lvl8pPr>
    <a:lvl9pPr marL="2742103" algn="l" defTabSz="685526" rtl="0" eaLnBrk="1" latinLnBrk="0" hangingPunct="1">
      <a:defRPr sz="1349"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9"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7C0288F-8457-3A5E-CB7F-4786BA0C4ACB}" name="Amanda Kissinger" initials="AK" userId="4321e974a0d9fee8" providerId="Windows Live"/>
  <p188:author id="{2AB4928F-3885-C63F-F2DF-420967CDD779}" name="Yvette Delim" initials="YD" userId="S::ydelim@comptia.org::1eb1221e-2905-468b-b6ca-e1e332e3c4b6" providerId="AD"/>
  <p188:author id="{9F8B7EB7-A237-1275-C121-3F54EF205821}" name="John Sparks" initials="JS" userId="S::jsparks@comptia.org::dcf6e6d0-e01b-49f1-aab6-b105dd3b4cba" providerId="AD"/>
  <p188:author id="{9F00D7EC-DA71-39D4-96F1-2F05BD0146DB}" name="Amanda Kissinger" initials="AK" userId="S::akissinger@comptia.global::0440470d-4bd8-4812-9337-f95059fb652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82F"/>
    <a:srgbClr val="404448"/>
    <a:srgbClr val="004F70"/>
    <a:srgbClr val="586169"/>
    <a:srgbClr val="582C83"/>
    <a:srgbClr val="007377"/>
    <a:srgbClr val="004F71"/>
    <a:srgbClr val="F2A900"/>
    <a:srgbClr val="A11661"/>
    <a:srgbClr val="7D1D7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765" autoAdjust="0"/>
    <p:restoredTop sz="96681" autoAdjust="0"/>
  </p:normalViewPr>
  <p:slideViewPr>
    <p:cSldViewPr snapToGrid="0">
      <p:cViewPr varScale="1">
        <p:scale>
          <a:sx n="148" d="100"/>
          <a:sy n="148" d="100"/>
        </p:scale>
        <p:origin x="132" y="408"/>
      </p:cViewPr>
      <p:guideLst>
        <p:guide orient="horz" pos="1619"/>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4328" y="20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presProps" Target="presProps.xml"/><Relationship Id="rId68"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da Kissinger" userId="S::akissinger@comptia.global::0440470d-4bd8-4812-9337-f95059fb652d" providerId="AD" clId="Web-{28F3D816-232E-8D78-6A13-285232ADF144}"/>
    <pc:docChg chg="mod modSld">
      <pc:chgData name="Amanda Kissinger" userId="S::akissinger@comptia.global::0440470d-4bd8-4812-9337-f95059fb652d" providerId="AD" clId="Web-{28F3D816-232E-8D78-6A13-285232ADF144}" dt="2024-08-20T12:58:41.654" v="11"/>
      <pc:docMkLst>
        <pc:docMk/>
      </pc:docMkLst>
      <pc:sldChg chg="modSp">
        <pc:chgData name="Amanda Kissinger" userId="S::akissinger@comptia.global::0440470d-4bd8-4812-9337-f95059fb652d" providerId="AD" clId="Web-{28F3D816-232E-8D78-6A13-285232ADF144}" dt="2024-08-20T12:57:53.246" v="10"/>
        <pc:sldMkLst>
          <pc:docMk/>
          <pc:sldMk cId="3988790865" sldId="370"/>
        </pc:sldMkLst>
      </pc:sldChg>
      <pc:sldChg chg="delSp">
        <pc:chgData name="Amanda Kissinger" userId="S::akissinger@comptia.global::0440470d-4bd8-4812-9337-f95059fb652d" providerId="AD" clId="Web-{28F3D816-232E-8D78-6A13-285232ADF144}" dt="2024-08-20T12:53:46.675" v="0"/>
        <pc:sldMkLst>
          <pc:docMk/>
          <pc:sldMk cId="2353112840" sldId="404"/>
        </pc:sldMkLst>
      </pc:sldChg>
    </pc:docChg>
  </pc:docChgLst>
  <pc:docChgLst>
    <pc:chgData name="Amanda Kissinger" userId="0440470d-4bd8-4812-9337-f95059fb652d" providerId="ADAL" clId="{E2153801-8DFD-6240-86ED-61643535FD33}"/>
    <pc:docChg chg="undo redo custSel modSld">
      <pc:chgData name="Amanda Kissinger" userId="0440470d-4bd8-4812-9337-f95059fb652d" providerId="ADAL" clId="{E2153801-8DFD-6240-86ED-61643535FD33}" dt="2024-08-30T16:38:29.729" v="138" actId="113"/>
      <pc:docMkLst>
        <pc:docMk/>
      </pc:docMkLst>
      <pc:sldChg chg="addSp delSp modSp mod modClrScheme chgLayout">
        <pc:chgData name="Amanda Kissinger" userId="0440470d-4bd8-4812-9337-f95059fb652d" providerId="ADAL" clId="{E2153801-8DFD-6240-86ED-61643535FD33}" dt="2024-08-30T14:12:15.155" v="32" actId="478"/>
        <pc:sldMkLst>
          <pc:docMk/>
          <pc:sldMk cId="2599053111" sldId="341"/>
        </pc:sldMkLst>
      </pc:sldChg>
      <pc:sldChg chg="modSp mod">
        <pc:chgData name="Amanda Kissinger" userId="0440470d-4bd8-4812-9337-f95059fb652d" providerId="ADAL" clId="{E2153801-8DFD-6240-86ED-61643535FD33}" dt="2024-08-30T14:04:29.554" v="1" actId="207"/>
        <pc:sldMkLst>
          <pc:docMk/>
          <pc:sldMk cId="2558301283" sldId="343"/>
        </pc:sldMkLst>
      </pc:sldChg>
      <pc:sldChg chg="modSp mod">
        <pc:chgData name="Amanda Kissinger" userId="0440470d-4bd8-4812-9337-f95059fb652d" providerId="ADAL" clId="{E2153801-8DFD-6240-86ED-61643535FD33}" dt="2024-08-30T14:11:22.272" v="25" actId="208"/>
        <pc:sldMkLst>
          <pc:docMk/>
          <pc:sldMk cId="3702684563" sldId="352"/>
        </pc:sldMkLst>
      </pc:sldChg>
      <pc:sldChg chg="modSp mod">
        <pc:chgData name="Amanda Kissinger" userId="0440470d-4bd8-4812-9337-f95059fb652d" providerId="ADAL" clId="{E2153801-8DFD-6240-86ED-61643535FD33}" dt="2024-08-30T16:34:33.926" v="116" actId="1582"/>
        <pc:sldMkLst>
          <pc:docMk/>
          <pc:sldMk cId="1686215535" sldId="354"/>
        </pc:sldMkLst>
      </pc:sldChg>
      <pc:sldChg chg="modSp mod">
        <pc:chgData name="Amanda Kissinger" userId="0440470d-4bd8-4812-9337-f95059fb652d" providerId="ADAL" clId="{E2153801-8DFD-6240-86ED-61643535FD33}" dt="2024-08-30T16:34:25.331" v="115" actId="1582"/>
        <pc:sldMkLst>
          <pc:docMk/>
          <pc:sldMk cId="1342990633" sldId="355"/>
        </pc:sldMkLst>
      </pc:sldChg>
      <pc:sldChg chg="modSp mod">
        <pc:chgData name="Amanda Kissinger" userId="0440470d-4bd8-4812-9337-f95059fb652d" providerId="ADAL" clId="{E2153801-8DFD-6240-86ED-61643535FD33}" dt="2024-08-30T14:09:06.735" v="12" actId="208"/>
        <pc:sldMkLst>
          <pc:docMk/>
          <pc:sldMk cId="1394963421" sldId="356"/>
        </pc:sldMkLst>
      </pc:sldChg>
      <pc:sldChg chg="modSp mod">
        <pc:chgData name="Amanda Kissinger" userId="0440470d-4bd8-4812-9337-f95059fb652d" providerId="ADAL" clId="{E2153801-8DFD-6240-86ED-61643535FD33}" dt="2024-08-30T14:09:39.515" v="15" actId="113"/>
        <pc:sldMkLst>
          <pc:docMk/>
          <pc:sldMk cId="1398917120" sldId="357"/>
        </pc:sldMkLst>
      </pc:sldChg>
      <pc:sldChg chg="modSp mod">
        <pc:chgData name="Amanda Kissinger" userId="0440470d-4bd8-4812-9337-f95059fb652d" providerId="ADAL" clId="{E2153801-8DFD-6240-86ED-61643535FD33}" dt="2024-08-30T16:34:51.187" v="117" actId="1582"/>
        <pc:sldMkLst>
          <pc:docMk/>
          <pc:sldMk cId="1991780724" sldId="359"/>
        </pc:sldMkLst>
      </pc:sldChg>
      <pc:sldChg chg="modSp mod">
        <pc:chgData name="Amanda Kissinger" userId="0440470d-4bd8-4812-9337-f95059fb652d" providerId="ADAL" clId="{E2153801-8DFD-6240-86ED-61643535FD33}" dt="2024-08-30T14:12:46.625" v="36" actId="207"/>
        <pc:sldMkLst>
          <pc:docMk/>
          <pc:sldMk cId="118038152" sldId="360"/>
        </pc:sldMkLst>
      </pc:sldChg>
      <pc:sldChg chg="modSp mod">
        <pc:chgData name="Amanda Kissinger" userId="0440470d-4bd8-4812-9337-f95059fb652d" providerId="ADAL" clId="{E2153801-8DFD-6240-86ED-61643535FD33}" dt="2024-08-30T14:13:00.988" v="39" actId="207"/>
        <pc:sldMkLst>
          <pc:docMk/>
          <pc:sldMk cId="1821420408" sldId="361"/>
        </pc:sldMkLst>
      </pc:sldChg>
      <pc:sldChg chg="modSp mod">
        <pc:chgData name="Amanda Kissinger" userId="0440470d-4bd8-4812-9337-f95059fb652d" providerId="ADAL" clId="{E2153801-8DFD-6240-86ED-61643535FD33}" dt="2024-08-30T14:14:18.521" v="50" actId="113"/>
        <pc:sldMkLst>
          <pc:docMk/>
          <pc:sldMk cId="888065803" sldId="362"/>
        </pc:sldMkLst>
      </pc:sldChg>
      <pc:sldChg chg="modSp mod">
        <pc:chgData name="Amanda Kissinger" userId="0440470d-4bd8-4812-9337-f95059fb652d" providerId="ADAL" clId="{E2153801-8DFD-6240-86ED-61643535FD33}" dt="2024-08-30T16:35:20.468" v="118" actId="1582"/>
        <pc:sldMkLst>
          <pc:docMk/>
          <pc:sldMk cId="339571851" sldId="363"/>
        </pc:sldMkLst>
      </pc:sldChg>
      <pc:sldChg chg="modSp mod">
        <pc:chgData name="Amanda Kissinger" userId="0440470d-4bd8-4812-9337-f95059fb652d" providerId="ADAL" clId="{E2153801-8DFD-6240-86ED-61643535FD33}" dt="2024-08-30T14:15:37.792" v="59" actId="207"/>
        <pc:sldMkLst>
          <pc:docMk/>
          <pc:sldMk cId="1843957967" sldId="365"/>
        </pc:sldMkLst>
      </pc:sldChg>
      <pc:sldChg chg="modSp mod">
        <pc:chgData name="Amanda Kissinger" userId="0440470d-4bd8-4812-9337-f95059fb652d" providerId="ADAL" clId="{E2153801-8DFD-6240-86ED-61643535FD33}" dt="2024-08-30T14:14:01.194" v="48" actId="207"/>
        <pc:sldMkLst>
          <pc:docMk/>
          <pc:sldMk cId="924157803" sldId="366"/>
        </pc:sldMkLst>
      </pc:sldChg>
      <pc:sldChg chg="modSp mod">
        <pc:chgData name="Amanda Kissinger" userId="0440470d-4bd8-4812-9337-f95059fb652d" providerId="ADAL" clId="{E2153801-8DFD-6240-86ED-61643535FD33}" dt="2024-08-30T16:35:32.474" v="119" actId="1582"/>
        <pc:sldMkLst>
          <pc:docMk/>
          <pc:sldMk cId="224453826" sldId="369"/>
        </pc:sldMkLst>
      </pc:sldChg>
      <pc:sldChg chg="modSp mod">
        <pc:chgData name="Amanda Kissinger" userId="0440470d-4bd8-4812-9337-f95059fb652d" providerId="ADAL" clId="{E2153801-8DFD-6240-86ED-61643535FD33}" dt="2024-08-30T14:16:12.326" v="64" actId="207"/>
        <pc:sldMkLst>
          <pc:docMk/>
          <pc:sldMk cId="3988790865" sldId="370"/>
        </pc:sldMkLst>
      </pc:sldChg>
      <pc:sldChg chg="modSp mod">
        <pc:chgData name="Amanda Kissinger" userId="0440470d-4bd8-4812-9337-f95059fb652d" providerId="ADAL" clId="{E2153801-8DFD-6240-86ED-61643535FD33}" dt="2024-08-30T16:35:43.517" v="120" actId="1582"/>
        <pc:sldMkLst>
          <pc:docMk/>
          <pc:sldMk cId="1769210465" sldId="371"/>
        </pc:sldMkLst>
      </pc:sldChg>
      <pc:sldChg chg="modSp mod">
        <pc:chgData name="Amanda Kissinger" userId="0440470d-4bd8-4812-9337-f95059fb652d" providerId="ADAL" clId="{E2153801-8DFD-6240-86ED-61643535FD33}" dt="2024-08-30T16:35:51.341" v="121" actId="1582"/>
        <pc:sldMkLst>
          <pc:docMk/>
          <pc:sldMk cId="3840392660" sldId="372"/>
        </pc:sldMkLst>
      </pc:sldChg>
      <pc:sldChg chg="modSp mod">
        <pc:chgData name="Amanda Kissinger" userId="0440470d-4bd8-4812-9337-f95059fb652d" providerId="ADAL" clId="{E2153801-8DFD-6240-86ED-61643535FD33}" dt="2024-08-30T14:18:26.679" v="86" actId="207"/>
        <pc:sldMkLst>
          <pc:docMk/>
          <pc:sldMk cId="3510693696" sldId="373"/>
        </pc:sldMkLst>
      </pc:sldChg>
      <pc:sldChg chg="modSp mod">
        <pc:chgData name="Amanda Kissinger" userId="0440470d-4bd8-4812-9337-f95059fb652d" providerId="ADAL" clId="{E2153801-8DFD-6240-86ED-61643535FD33}" dt="2024-08-30T14:16:51.532" v="72" actId="207"/>
        <pc:sldMkLst>
          <pc:docMk/>
          <pc:sldMk cId="2975597899" sldId="374"/>
        </pc:sldMkLst>
      </pc:sldChg>
      <pc:sldChg chg="modSp mod">
        <pc:chgData name="Amanda Kissinger" userId="0440470d-4bd8-4812-9337-f95059fb652d" providerId="ADAL" clId="{E2153801-8DFD-6240-86ED-61643535FD33}" dt="2024-08-30T16:36:15.428" v="122" actId="1582"/>
        <pc:sldMkLst>
          <pc:docMk/>
          <pc:sldMk cId="2560234499" sldId="375"/>
        </pc:sldMkLst>
      </pc:sldChg>
      <pc:sldChg chg="modSp mod">
        <pc:chgData name="Amanda Kissinger" userId="0440470d-4bd8-4812-9337-f95059fb652d" providerId="ADAL" clId="{E2153801-8DFD-6240-86ED-61643535FD33}" dt="2024-08-30T16:36:30.783" v="123" actId="1582"/>
        <pc:sldMkLst>
          <pc:docMk/>
          <pc:sldMk cId="729145041" sldId="377"/>
        </pc:sldMkLst>
      </pc:sldChg>
      <pc:sldChg chg="modSp mod">
        <pc:chgData name="Amanda Kissinger" userId="0440470d-4bd8-4812-9337-f95059fb652d" providerId="ADAL" clId="{E2153801-8DFD-6240-86ED-61643535FD33}" dt="2024-08-30T16:36:40.304" v="124" actId="1582"/>
        <pc:sldMkLst>
          <pc:docMk/>
          <pc:sldMk cId="3486495166" sldId="378"/>
        </pc:sldMkLst>
      </pc:sldChg>
      <pc:sldChg chg="modSp mod">
        <pc:chgData name="Amanda Kissinger" userId="0440470d-4bd8-4812-9337-f95059fb652d" providerId="ADAL" clId="{E2153801-8DFD-6240-86ED-61643535FD33}" dt="2024-08-30T15:09:16.606" v="95" actId="2062"/>
        <pc:sldMkLst>
          <pc:docMk/>
          <pc:sldMk cId="2308672906" sldId="380"/>
        </pc:sldMkLst>
      </pc:sldChg>
      <pc:sldChg chg="modSp mod">
        <pc:chgData name="Amanda Kissinger" userId="0440470d-4bd8-4812-9337-f95059fb652d" providerId="ADAL" clId="{E2153801-8DFD-6240-86ED-61643535FD33}" dt="2024-08-30T16:36:49.958" v="125" actId="1582"/>
        <pc:sldMkLst>
          <pc:docMk/>
          <pc:sldMk cId="626421113" sldId="382"/>
        </pc:sldMkLst>
      </pc:sldChg>
      <pc:sldChg chg="modSp mod">
        <pc:chgData name="Amanda Kissinger" userId="0440470d-4bd8-4812-9337-f95059fb652d" providerId="ADAL" clId="{E2153801-8DFD-6240-86ED-61643535FD33}" dt="2024-08-30T16:36:56.972" v="126" actId="1582"/>
        <pc:sldMkLst>
          <pc:docMk/>
          <pc:sldMk cId="987814729" sldId="384"/>
        </pc:sldMkLst>
      </pc:sldChg>
      <pc:sldChg chg="modSp mod">
        <pc:chgData name="Amanda Kissinger" userId="0440470d-4bd8-4812-9337-f95059fb652d" providerId="ADAL" clId="{E2153801-8DFD-6240-86ED-61643535FD33}" dt="2024-08-30T16:37:07.937" v="127" actId="1582"/>
        <pc:sldMkLst>
          <pc:docMk/>
          <pc:sldMk cId="621318985" sldId="390"/>
        </pc:sldMkLst>
      </pc:sldChg>
      <pc:sldChg chg="modSp mod">
        <pc:chgData name="Amanda Kissinger" userId="0440470d-4bd8-4812-9337-f95059fb652d" providerId="ADAL" clId="{E2153801-8DFD-6240-86ED-61643535FD33}" dt="2024-08-30T14:10:29.135" v="21" actId="207"/>
        <pc:sldMkLst>
          <pc:docMk/>
          <pc:sldMk cId="4243070699" sldId="393"/>
        </pc:sldMkLst>
      </pc:sldChg>
      <pc:sldChg chg="modSp mod">
        <pc:chgData name="Amanda Kissinger" userId="0440470d-4bd8-4812-9337-f95059fb652d" providerId="ADAL" clId="{E2153801-8DFD-6240-86ED-61643535FD33}" dt="2024-08-30T14:09:58.828" v="17" actId="207"/>
        <pc:sldMkLst>
          <pc:docMk/>
          <pc:sldMk cId="1032291769" sldId="394"/>
        </pc:sldMkLst>
      </pc:sldChg>
      <pc:sldChg chg="modSp mod">
        <pc:chgData name="Amanda Kissinger" userId="0440470d-4bd8-4812-9337-f95059fb652d" providerId="ADAL" clId="{E2153801-8DFD-6240-86ED-61643535FD33}" dt="2024-08-30T14:14:33.081" v="52" actId="207"/>
        <pc:sldMkLst>
          <pc:docMk/>
          <pc:sldMk cId="3539038498" sldId="395"/>
        </pc:sldMkLst>
      </pc:sldChg>
      <pc:sldChg chg="modSp mod">
        <pc:chgData name="Amanda Kissinger" userId="0440470d-4bd8-4812-9337-f95059fb652d" providerId="ADAL" clId="{E2153801-8DFD-6240-86ED-61643535FD33}" dt="2024-08-30T14:15:27.832" v="58" actId="207"/>
        <pc:sldMkLst>
          <pc:docMk/>
          <pc:sldMk cId="4100303373" sldId="396"/>
        </pc:sldMkLst>
      </pc:sldChg>
      <pc:sldChg chg="modSp mod">
        <pc:chgData name="Amanda Kissinger" userId="0440470d-4bd8-4812-9337-f95059fb652d" providerId="ADAL" clId="{E2153801-8DFD-6240-86ED-61643535FD33}" dt="2024-08-30T14:17:05.151" v="74" actId="207"/>
        <pc:sldMkLst>
          <pc:docMk/>
          <pc:sldMk cId="1121227163" sldId="398"/>
        </pc:sldMkLst>
      </pc:sldChg>
      <pc:sldChg chg="modSp mod">
        <pc:chgData name="Amanda Kissinger" userId="0440470d-4bd8-4812-9337-f95059fb652d" providerId="ADAL" clId="{E2153801-8DFD-6240-86ED-61643535FD33}" dt="2024-08-30T15:13:50.828" v="107" actId="207"/>
        <pc:sldMkLst>
          <pc:docMk/>
          <pc:sldMk cId="3598635859" sldId="399"/>
        </pc:sldMkLst>
      </pc:sldChg>
      <pc:sldChg chg="modSp mod">
        <pc:chgData name="Amanda Kissinger" userId="0440470d-4bd8-4812-9337-f95059fb652d" providerId="ADAL" clId="{E2153801-8DFD-6240-86ED-61643535FD33}" dt="2024-08-30T16:37:59.830" v="133" actId="207"/>
        <pc:sldMkLst>
          <pc:docMk/>
          <pc:sldMk cId="2055070559" sldId="401"/>
        </pc:sldMkLst>
      </pc:sldChg>
      <pc:sldChg chg="modSp">
        <pc:chgData name="Amanda Kissinger" userId="0440470d-4bd8-4812-9337-f95059fb652d" providerId="ADAL" clId="{E2153801-8DFD-6240-86ED-61643535FD33}" dt="2024-08-30T16:38:29.729" v="138" actId="113"/>
        <pc:sldMkLst>
          <pc:docMk/>
          <pc:sldMk cId="1767702367" sldId="402"/>
        </pc:sldMkLst>
      </pc:sldChg>
      <pc:sldChg chg="modSp mod">
        <pc:chgData name="Amanda Kissinger" userId="0440470d-4bd8-4812-9337-f95059fb652d" providerId="ADAL" clId="{E2153801-8DFD-6240-86ED-61643535FD33}" dt="2024-08-30T15:15:11.193" v="114" actId="948"/>
        <pc:sldMkLst>
          <pc:docMk/>
          <pc:sldMk cId="2353112840" sldId="404"/>
        </pc:sldMkLst>
      </pc:sldChg>
    </pc:docChg>
  </pc:docChgLst>
  <pc:docChgLst>
    <pc:chgData name="Amanda Kissinger" userId="S::akissinger@comptia.global::0440470d-4bd8-4812-9337-f95059fb652d" providerId="AD" clId="Web-{2AF70BC1-7FA5-48F3-754C-7DECCAB43D86}"/>
    <pc:docChg chg="modSld">
      <pc:chgData name="Amanda Kissinger" userId="S::akissinger@comptia.global::0440470d-4bd8-4812-9337-f95059fb652d" providerId="AD" clId="Web-{2AF70BC1-7FA5-48F3-754C-7DECCAB43D86}" dt="2024-08-19T19:41:45.211" v="29"/>
      <pc:docMkLst>
        <pc:docMk/>
      </pc:docMkLst>
      <pc:sldChg chg="modNotes">
        <pc:chgData name="Amanda Kissinger" userId="S::akissinger@comptia.global::0440470d-4bd8-4812-9337-f95059fb652d" providerId="AD" clId="Web-{2AF70BC1-7FA5-48F3-754C-7DECCAB43D86}" dt="2024-08-19T19:36:01.385" v="0"/>
        <pc:sldMkLst>
          <pc:docMk/>
          <pc:sldMk cId="3347326988" sldId="315"/>
        </pc:sldMkLst>
      </pc:sldChg>
      <pc:sldChg chg="modNotes">
        <pc:chgData name="Amanda Kissinger" userId="S::akissinger@comptia.global::0440470d-4bd8-4812-9337-f95059fb652d" providerId="AD" clId="Web-{2AF70BC1-7FA5-48F3-754C-7DECCAB43D86}" dt="2024-08-19T19:38:47.969" v="14"/>
        <pc:sldMkLst>
          <pc:docMk/>
          <pc:sldMk cId="2599053111" sldId="341"/>
        </pc:sldMkLst>
      </pc:sldChg>
      <pc:sldChg chg="modNotes">
        <pc:chgData name="Amanda Kissinger" userId="S::akissinger@comptia.global::0440470d-4bd8-4812-9337-f95059fb652d" providerId="AD" clId="Web-{2AF70BC1-7FA5-48F3-754C-7DECCAB43D86}" dt="2024-08-19T19:37:19.091" v="6"/>
        <pc:sldMkLst>
          <pc:docMk/>
          <pc:sldMk cId="2558301283" sldId="343"/>
        </pc:sldMkLst>
      </pc:sldChg>
      <pc:sldChg chg="modNotes">
        <pc:chgData name="Amanda Kissinger" userId="S::akissinger@comptia.global::0440470d-4bd8-4812-9337-f95059fb652d" providerId="AD" clId="Web-{2AF70BC1-7FA5-48F3-754C-7DECCAB43D86}" dt="2024-08-19T19:36:41.418" v="2"/>
        <pc:sldMkLst>
          <pc:docMk/>
          <pc:sldMk cId="2175243190" sldId="348"/>
        </pc:sldMkLst>
      </pc:sldChg>
      <pc:sldChg chg="modNotes">
        <pc:chgData name="Amanda Kissinger" userId="S::akissinger@comptia.global::0440470d-4bd8-4812-9337-f95059fb652d" providerId="AD" clId="Web-{2AF70BC1-7FA5-48F3-754C-7DECCAB43D86}" dt="2024-08-19T19:37:01.840" v="4"/>
        <pc:sldMkLst>
          <pc:docMk/>
          <pc:sldMk cId="856957807" sldId="349"/>
        </pc:sldMkLst>
      </pc:sldChg>
      <pc:sldChg chg="modNotes">
        <pc:chgData name="Amanda Kissinger" userId="S::akissinger@comptia.global::0440470d-4bd8-4812-9337-f95059fb652d" providerId="AD" clId="Web-{2AF70BC1-7FA5-48F3-754C-7DECCAB43D86}" dt="2024-08-19T19:37:27.826" v="7"/>
        <pc:sldMkLst>
          <pc:docMk/>
          <pc:sldMk cId="3133139985" sldId="350"/>
        </pc:sldMkLst>
      </pc:sldChg>
      <pc:sldChg chg="modNotes">
        <pc:chgData name="Amanda Kissinger" userId="S::akissinger@comptia.global::0440470d-4bd8-4812-9337-f95059fb652d" providerId="AD" clId="Web-{2AF70BC1-7FA5-48F3-754C-7DECCAB43D86}" dt="2024-08-19T19:37:39.263" v="8"/>
        <pc:sldMkLst>
          <pc:docMk/>
          <pc:sldMk cId="1342990633" sldId="355"/>
        </pc:sldMkLst>
      </pc:sldChg>
      <pc:sldChg chg="modNotes">
        <pc:chgData name="Amanda Kissinger" userId="S::akissinger@comptia.global::0440470d-4bd8-4812-9337-f95059fb652d" providerId="AD" clId="Web-{2AF70BC1-7FA5-48F3-754C-7DECCAB43D86}" dt="2024-08-19T19:39:33.330" v="16"/>
        <pc:sldMkLst>
          <pc:docMk/>
          <pc:sldMk cId="1769210465" sldId="371"/>
        </pc:sldMkLst>
      </pc:sldChg>
      <pc:sldChg chg="modNotes">
        <pc:chgData name="Amanda Kissinger" userId="S::akissinger@comptia.global::0440470d-4bd8-4812-9337-f95059fb652d" providerId="AD" clId="Web-{2AF70BC1-7FA5-48F3-754C-7DECCAB43D86}" dt="2024-08-19T19:39:57.331" v="19"/>
        <pc:sldMkLst>
          <pc:docMk/>
          <pc:sldMk cId="2560234499" sldId="375"/>
        </pc:sldMkLst>
      </pc:sldChg>
      <pc:sldChg chg="modNotes">
        <pc:chgData name="Amanda Kissinger" userId="S::akissinger@comptia.global::0440470d-4bd8-4812-9337-f95059fb652d" providerId="AD" clId="Web-{2AF70BC1-7FA5-48F3-754C-7DECCAB43D86}" dt="2024-08-19T19:40:14.020" v="21"/>
        <pc:sldMkLst>
          <pc:docMk/>
          <pc:sldMk cId="1707150584" sldId="376"/>
        </pc:sldMkLst>
      </pc:sldChg>
      <pc:sldChg chg="modNotes">
        <pc:chgData name="Amanda Kissinger" userId="S::akissinger@comptia.global::0440470d-4bd8-4812-9337-f95059fb652d" providerId="AD" clId="Web-{2AF70BC1-7FA5-48F3-754C-7DECCAB43D86}" dt="2024-08-19T19:40:35.927" v="23"/>
        <pc:sldMkLst>
          <pc:docMk/>
          <pc:sldMk cId="3486495166" sldId="378"/>
        </pc:sldMkLst>
      </pc:sldChg>
      <pc:sldChg chg="modNotes">
        <pc:chgData name="Amanda Kissinger" userId="S::akissinger@comptia.global::0440470d-4bd8-4812-9337-f95059fb652d" providerId="AD" clId="Web-{2AF70BC1-7FA5-48F3-754C-7DECCAB43D86}" dt="2024-08-19T19:40:53.084" v="24"/>
        <pc:sldMkLst>
          <pc:docMk/>
          <pc:sldMk cId="2308672906" sldId="380"/>
        </pc:sldMkLst>
      </pc:sldChg>
      <pc:sldChg chg="modNotes">
        <pc:chgData name="Amanda Kissinger" userId="S::akissinger@comptia.global::0440470d-4bd8-4812-9337-f95059fb652d" providerId="AD" clId="Web-{2AF70BC1-7FA5-48F3-754C-7DECCAB43D86}" dt="2024-08-19T19:41:02.396" v="25"/>
        <pc:sldMkLst>
          <pc:docMk/>
          <pc:sldMk cId="2094602285" sldId="381"/>
        </pc:sldMkLst>
      </pc:sldChg>
      <pc:sldChg chg="modNotes">
        <pc:chgData name="Amanda Kissinger" userId="S::akissinger@comptia.global::0440470d-4bd8-4812-9337-f95059fb652d" providerId="AD" clId="Web-{2AF70BC1-7FA5-48F3-754C-7DECCAB43D86}" dt="2024-08-19T19:41:18.944" v="26"/>
        <pc:sldMkLst>
          <pc:docMk/>
          <pc:sldMk cId="987814729" sldId="384"/>
        </pc:sldMkLst>
      </pc:sldChg>
      <pc:sldChg chg="modNotes">
        <pc:chgData name="Amanda Kissinger" userId="S::akissinger@comptia.global::0440470d-4bd8-4812-9337-f95059fb652d" providerId="AD" clId="Web-{2AF70BC1-7FA5-48F3-754C-7DECCAB43D86}" dt="2024-08-19T19:41:36.710" v="28"/>
        <pc:sldMkLst>
          <pc:docMk/>
          <pc:sldMk cId="621318985" sldId="390"/>
        </pc:sldMkLst>
      </pc:sldChg>
      <pc:sldChg chg="modNotes">
        <pc:chgData name="Amanda Kissinger" userId="S::akissinger@comptia.global::0440470d-4bd8-4812-9337-f95059fb652d" providerId="AD" clId="Web-{2AF70BC1-7FA5-48F3-754C-7DECCAB43D86}" dt="2024-08-19T19:41:45.211" v="29"/>
        <pc:sldMkLst>
          <pc:docMk/>
          <pc:sldMk cId="3667737888" sldId="391"/>
        </pc:sldMkLst>
      </pc:sldChg>
      <pc:sldChg chg="modNotes">
        <pc:chgData name="Amanda Kissinger" userId="S::akissinger@comptia.global::0440470d-4bd8-4812-9337-f95059fb652d" providerId="AD" clId="Web-{2AF70BC1-7FA5-48F3-754C-7DECCAB43D86}" dt="2024-08-19T19:38:34.797" v="13"/>
        <pc:sldMkLst>
          <pc:docMk/>
          <pc:sldMk cId="4243070699" sldId="393"/>
        </pc:sldMkLst>
      </pc:sldChg>
    </pc:docChg>
  </pc:docChgLst>
  <pc:docChgLst>
    <pc:chgData name="Amy Glidewell" userId="095a4851-014c-47ed-bf1b-0c4b57406e94" providerId="ADAL" clId="{B53C632F-BBDD-43A3-9A47-D1FE24D879AA}"/>
    <pc:docChg chg="modSld">
      <pc:chgData name="Amy Glidewell" userId="095a4851-014c-47ed-bf1b-0c4b57406e94" providerId="ADAL" clId="{B53C632F-BBDD-43A3-9A47-D1FE24D879AA}" dt="2025-04-21T19:13:58.021" v="1" actId="207"/>
      <pc:docMkLst>
        <pc:docMk/>
      </pc:docMkLst>
      <pc:sldChg chg="modSp mod">
        <pc:chgData name="Amy Glidewell" userId="095a4851-014c-47ed-bf1b-0c4b57406e94" providerId="ADAL" clId="{B53C632F-BBDD-43A3-9A47-D1FE24D879AA}" dt="2025-04-21T19:13:58.021" v="1" actId="207"/>
        <pc:sldMkLst>
          <pc:docMk/>
          <pc:sldMk cId="2599053111" sldId="341"/>
        </pc:sldMkLst>
        <pc:spChg chg="mod">
          <ac:chgData name="Amy Glidewell" userId="095a4851-014c-47ed-bf1b-0c4b57406e94" providerId="ADAL" clId="{B53C632F-BBDD-43A3-9A47-D1FE24D879AA}" dt="2025-04-21T19:13:58.021" v="1" actId="207"/>
          <ac:spMkLst>
            <pc:docMk/>
            <pc:sldMk cId="2599053111" sldId="341"/>
            <ac:spMk id="7" creationId="{FF7FD9EF-30EB-3456-416C-5827E978C701}"/>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7DD631-4050-4A24-BF4F-CE396425A6F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30DE911A-99B5-4618-9417-B4A94A661729}">
      <dgm:prSet phldrT="[Text]"/>
      <dgm:spPr>
        <a:solidFill>
          <a:srgbClr val="004F71"/>
        </a:solidFill>
      </dgm:spPr>
      <dgm:t>
        <a:bodyPr/>
        <a:lstStyle/>
        <a:p>
          <a:r>
            <a:rPr lang="en-US" dirty="0"/>
            <a:t>Unicast </a:t>
          </a:r>
        </a:p>
      </dgm:t>
    </dgm:pt>
    <dgm:pt modelId="{D9D18404-D4A1-4A36-86CD-491DF16483C6}" type="parTrans" cxnId="{3100134C-CC60-40DF-A921-774FB69DE4C7}">
      <dgm:prSet/>
      <dgm:spPr/>
      <dgm:t>
        <a:bodyPr/>
        <a:lstStyle/>
        <a:p>
          <a:endParaRPr lang="en-US"/>
        </a:p>
      </dgm:t>
    </dgm:pt>
    <dgm:pt modelId="{B0AA2A55-BF46-4E97-932D-96DBDD6EE061}" type="sibTrans" cxnId="{3100134C-CC60-40DF-A921-774FB69DE4C7}">
      <dgm:prSet/>
      <dgm:spPr/>
      <dgm:t>
        <a:bodyPr/>
        <a:lstStyle/>
        <a:p>
          <a:endParaRPr lang="en-US"/>
        </a:p>
      </dgm:t>
    </dgm:pt>
    <dgm:pt modelId="{51F71041-1957-4AD8-B58B-780C32BD8D02}">
      <dgm:prSet phldrT="[Text]"/>
      <dgm:spPr>
        <a:solidFill>
          <a:srgbClr val="004F71"/>
        </a:solidFill>
      </dgm:spPr>
      <dgm:t>
        <a:bodyPr/>
        <a:lstStyle/>
        <a:p>
          <a:r>
            <a:rPr lang="en-US" dirty="0"/>
            <a:t>Broadcast</a:t>
          </a:r>
        </a:p>
      </dgm:t>
    </dgm:pt>
    <dgm:pt modelId="{A5064C76-E1FB-4E83-AB14-087B1245A442}" type="parTrans" cxnId="{29811673-E379-4FBC-9708-1228F97F51CD}">
      <dgm:prSet/>
      <dgm:spPr/>
      <dgm:t>
        <a:bodyPr/>
        <a:lstStyle/>
        <a:p>
          <a:endParaRPr lang="en-US"/>
        </a:p>
      </dgm:t>
    </dgm:pt>
    <dgm:pt modelId="{C3C39C89-60BA-4154-9F59-BEB2167303A7}" type="sibTrans" cxnId="{29811673-E379-4FBC-9708-1228F97F51CD}">
      <dgm:prSet/>
      <dgm:spPr/>
      <dgm:t>
        <a:bodyPr/>
        <a:lstStyle/>
        <a:p>
          <a:endParaRPr lang="en-US"/>
        </a:p>
      </dgm:t>
    </dgm:pt>
    <dgm:pt modelId="{8246AA01-EA5F-40D5-AA6A-8C206ADD8023}">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Addressed only to the destination IP</a:t>
          </a:r>
        </a:p>
      </dgm:t>
    </dgm:pt>
    <dgm:pt modelId="{8D129F73-216B-4806-B47B-E59322118D81}" type="parTrans" cxnId="{972A92C9-EB30-479C-8D98-B0EA08BEE058}">
      <dgm:prSet/>
      <dgm:spPr/>
      <dgm:t>
        <a:bodyPr/>
        <a:lstStyle/>
        <a:p>
          <a:endParaRPr lang="en-US"/>
        </a:p>
      </dgm:t>
    </dgm:pt>
    <dgm:pt modelId="{CB9CFA21-6319-406F-A30D-03F984D0C428}" type="sibTrans" cxnId="{972A92C9-EB30-479C-8D98-B0EA08BEE058}">
      <dgm:prSet/>
      <dgm:spPr/>
      <dgm:t>
        <a:bodyPr/>
        <a:lstStyle/>
        <a:p>
          <a:endParaRPr lang="en-US"/>
        </a:p>
      </dgm:t>
    </dgm:pt>
    <dgm:pt modelId="{6DFBBC73-BE1F-4671-8394-7E2316F7A220}">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Addressed to the last IP address in a network or subnet</a:t>
          </a:r>
        </a:p>
      </dgm:t>
    </dgm:pt>
    <dgm:pt modelId="{2F90AEAD-8938-4791-8AE7-44B16A6CC22D}" type="parTrans" cxnId="{9037BA78-0F1F-4413-A2EE-2A073CE7DC58}">
      <dgm:prSet/>
      <dgm:spPr/>
      <dgm:t>
        <a:bodyPr/>
        <a:lstStyle/>
        <a:p>
          <a:endParaRPr lang="en-US"/>
        </a:p>
      </dgm:t>
    </dgm:pt>
    <dgm:pt modelId="{682E98F4-E46D-4894-A6B8-2734D13B8349}" type="sibTrans" cxnId="{9037BA78-0F1F-4413-A2EE-2A073CE7DC58}">
      <dgm:prSet/>
      <dgm:spPr/>
      <dgm:t>
        <a:bodyPr/>
        <a:lstStyle/>
        <a:p>
          <a:endParaRPr lang="en-US"/>
        </a:p>
      </dgm:t>
    </dgm:pt>
    <dgm:pt modelId="{C799C966-DE89-4E8A-AD76-0422F77B74E3}">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Sends only to the destination</a:t>
          </a:r>
        </a:p>
      </dgm:t>
    </dgm:pt>
    <dgm:pt modelId="{7388E019-1647-4EC5-9BB7-16B5F5D4FF0F}" type="parTrans" cxnId="{40B67D42-CCCC-46BB-9B33-B44E78591EDB}">
      <dgm:prSet/>
      <dgm:spPr/>
      <dgm:t>
        <a:bodyPr/>
        <a:lstStyle/>
        <a:p>
          <a:endParaRPr lang="en-US"/>
        </a:p>
      </dgm:t>
    </dgm:pt>
    <dgm:pt modelId="{B5680433-CBF5-4C92-8E4B-AFA08E0F2E8F}" type="sibTrans" cxnId="{40B67D42-CCCC-46BB-9B33-B44E78591EDB}">
      <dgm:prSet/>
      <dgm:spPr/>
      <dgm:t>
        <a:bodyPr/>
        <a:lstStyle/>
        <a:p>
          <a:endParaRPr lang="en-US"/>
        </a:p>
      </dgm:t>
    </dgm:pt>
    <dgm:pt modelId="{E5F5CCE9-9F4D-4957-8591-CDCDEBF98633}">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Sends to all hosts on a network or subnet</a:t>
          </a:r>
        </a:p>
      </dgm:t>
    </dgm:pt>
    <dgm:pt modelId="{E5C5A06A-A53C-44C1-9F44-C3ECDAE38CFA}" type="parTrans" cxnId="{12C2AC04-D35E-4985-A160-11A65FA272D6}">
      <dgm:prSet/>
      <dgm:spPr/>
      <dgm:t>
        <a:bodyPr/>
        <a:lstStyle/>
        <a:p>
          <a:endParaRPr lang="en-US"/>
        </a:p>
      </dgm:t>
    </dgm:pt>
    <dgm:pt modelId="{72C2F02F-B2FE-4356-8D74-77DD518BB1FA}" type="sibTrans" cxnId="{12C2AC04-D35E-4985-A160-11A65FA272D6}">
      <dgm:prSet/>
      <dgm:spPr/>
      <dgm:t>
        <a:bodyPr/>
        <a:lstStyle/>
        <a:p>
          <a:endParaRPr lang="en-US"/>
        </a:p>
      </dgm:t>
    </dgm:pt>
    <dgm:pt modelId="{F76ADE5B-E7E7-4464-9C7A-0F1F0C8A0AFB}" type="pres">
      <dgm:prSet presAssocID="{A17DD631-4050-4A24-BF4F-CE396425A6F1}" presName="linear" presStyleCnt="0">
        <dgm:presLayoutVars>
          <dgm:dir/>
          <dgm:animLvl val="lvl"/>
          <dgm:resizeHandles val="exact"/>
        </dgm:presLayoutVars>
      </dgm:prSet>
      <dgm:spPr/>
    </dgm:pt>
    <dgm:pt modelId="{1960F31A-B946-4915-B1AA-8FD41133B933}" type="pres">
      <dgm:prSet presAssocID="{30DE911A-99B5-4618-9417-B4A94A661729}" presName="parentLin" presStyleCnt="0"/>
      <dgm:spPr/>
    </dgm:pt>
    <dgm:pt modelId="{8509A81E-3956-4C66-9E33-7F81129A6C41}" type="pres">
      <dgm:prSet presAssocID="{30DE911A-99B5-4618-9417-B4A94A661729}" presName="parentLeftMargin" presStyleLbl="node1" presStyleIdx="0" presStyleCnt="2"/>
      <dgm:spPr/>
    </dgm:pt>
    <dgm:pt modelId="{20B49E53-03F3-4C3A-BB79-169281BED738}" type="pres">
      <dgm:prSet presAssocID="{30DE911A-99B5-4618-9417-B4A94A661729}" presName="parentText" presStyleLbl="node1" presStyleIdx="0" presStyleCnt="2" custLinFactNeighborX="-13417" custLinFactNeighborY="-4791">
        <dgm:presLayoutVars>
          <dgm:chMax val="0"/>
          <dgm:bulletEnabled val="1"/>
        </dgm:presLayoutVars>
      </dgm:prSet>
      <dgm:spPr/>
    </dgm:pt>
    <dgm:pt modelId="{4E3CD325-2B59-41D4-988E-82EB986D8C06}" type="pres">
      <dgm:prSet presAssocID="{30DE911A-99B5-4618-9417-B4A94A661729}" presName="negativeSpace" presStyleCnt="0"/>
      <dgm:spPr/>
    </dgm:pt>
    <dgm:pt modelId="{7D1138D4-11F8-431E-B3A6-E4DA5AFFD36D}" type="pres">
      <dgm:prSet presAssocID="{30DE911A-99B5-4618-9417-B4A94A661729}" presName="childText" presStyleLbl="conFgAcc1" presStyleIdx="0" presStyleCnt="2">
        <dgm:presLayoutVars>
          <dgm:bulletEnabled val="1"/>
        </dgm:presLayoutVars>
      </dgm:prSet>
      <dgm:spPr/>
    </dgm:pt>
    <dgm:pt modelId="{3A0670AA-A265-4CDB-9EB9-478C7FC47EC9}" type="pres">
      <dgm:prSet presAssocID="{B0AA2A55-BF46-4E97-932D-96DBDD6EE061}" presName="spaceBetweenRectangles" presStyleCnt="0"/>
      <dgm:spPr/>
    </dgm:pt>
    <dgm:pt modelId="{AAB2C655-3370-47C5-9D54-67CA2FE3B1C9}" type="pres">
      <dgm:prSet presAssocID="{51F71041-1957-4AD8-B58B-780C32BD8D02}" presName="parentLin" presStyleCnt="0"/>
      <dgm:spPr/>
    </dgm:pt>
    <dgm:pt modelId="{FC84BB2A-3A7F-4B02-88AE-EAA56704F144}" type="pres">
      <dgm:prSet presAssocID="{51F71041-1957-4AD8-B58B-780C32BD8D02}" presName="parentLeftMargin" presStyleLbl="node1" presStyleIdx="0" presStyleCnt="2"/>
      <dgm:spPr/>
    </dgm:pt>
    <dgm:pt modelId="{169BC969-E22D-4CE1-96CF-02E7880C1AB7}" type="pres">
      <dgm:prSet presAssocID="{51F71041-1957-4AD8-B58B-780C32BD8D02}" presName="parentText" presStyleLbl="node1" presStyleIdx="1" presStyleCnt="2">
        <dgm:presLayoutVars>
          <dgm:chMax val="0"/>
          <dgm:bulletEnabled val="1"/>
        </dgm:presLayoutVars>
      </dgm:prSet>
      <dgm:spPr/>
    </dgm:pt>
    <dgm:pt modelId="{944AB1FF-D1EE-418D-A3C8-028916BF31B9}" type="pres">
      <dgm:prSet presAssocID="{51F71041-1957-4AD8-B58B-780C32BD8D02}" presName="negativeSpace" presStyleCnt="0"/>
      <dgm:spPr/>
    </dgm:pt>
    <dgm:pt modelId="{CD2F63C4-479F-4C5B-A099-1791CFB07CBE}" type="pres">
      <dgm:prSet presAssocID="{51F71041-1957-4AD8-B58B-780C32BD8D02}" presName="childText" presStyleLbl="conFgAcc1" presStyleIdx="1" presStyleCnt="2">
        <dgm:presLayoutVars>
          <dgm:bulletEnabled val="1"/>
        </dgm:presLayoutVars>
      </dgm:prSet>
      <dgm:spPr/>
    </dgm:pt>
  </dgm:ptLst>
  <dgm:cxnLst>
    <dgm:cxn modelId="{12C2AC04-D35E-4985-A160-11A65FA272D6}" srcId="{51F71041-1957-4AD8-B58B-780C32BD8D02}" destId="{E5F5CCE9-9F4D-4957-8591-CDCDEBF98633}" srcOrd="1" destOrd="0" parTransId="{E5C5A06A-A53C-44C1-9F44-C3ECDAE38CFA}" sibTransId="{72C2F02F-B2FE-4356-8D74-77DD518BB1FA}"/>
    <dgm:cxn modelId="{2B06AB12-26E7-484A-9985-2F46C57E7FDE}" type="presOf" srcId="{6DFBBC73-BE1F-4671-8394-7E2316F7A220}" destId="{CD2F63C4-479F-4C5B-A099-1791CFB07CBE}" srcOrd="0" destOrd="0" presId="urn:microsoft.com/office/officeart/2005/8/layout/list1"/>
    <dgm:cxn modelId="{08003F16-E249-4F7B-BF25-7086A3B64438}" type="presOf" srcId="{A17DD631-4050-4A24-BF4F-CE396425A6F1}" destId="{F76ADE5B-E7E7-4464-9C7A-0F1F0C8A0AFB}" srcOrd="0" destOrd="0" presId="urn:microsoft.com/office/officeart/2005/8/layout/list1"/>
    <dgm:cxn modelId="{D9BE322D-E6E0-48CC-8857-CAF39887276B}" type="presOf" srcId="{C799C966-DE89-4E8A-AD76-0422F77B74E3}" destId="{7D1138D4-11F8-431E-B3A6-E4DA5AFFD36D}" srcOrd="0" destOrd="1" presId="urn:microsoft.com/office/officeart/2005/8/layout/list1"/>
    <dgm:cxn modelId="{40B67D42-CCCC-46BB-9B33-B44E78591EDB}" srcId="{30DE911A-99B5-4618-9417-B4A94A661729}" destId="{C799C966-DE89-4E8A-AD76-0422F77B74E3}" srcOrd="1" destOrd="0" parTransId="{7388E019-1647-4EC5-9BB7-16B5F5D4FF0F}" sibTransId="{B5680433-CBF5-4C92-8E4B-AFA08E0F2E8F}"/>
    <dgm:cxn modelId="{4BBE9062-5318-4924-BC84-09CD6311737F}" type="presOf" srcId="{51F71041-1957-4AD8-B58B-780C32BD8D02}" destId="{FC84BB2A-3A7F-4B02-88AE-EAA56704F144}" srcOrd="0" destOrd="0" presId="urn:microsoft.com/office/officeart/2005/8/layout/list1"/>
    <dgm:cxn modelId="{3100134C-CC60-40DF-A921-774FB69DE4C7}" srcId="{A17DD631-4050-4A24-BF4F-CE396425A6F1}" destId="{30DE911A-99B5-4618-9417-B4A94A661729}" srcOrd="0" destOrd="0" parTransId="{D9D18404-D4A1-4A36-86CD-491DF16483C6}" sibTransId="{B0AA2A55-BF46-4E97-932D-96DBDD6EE061}"/>
    <dgm:cxn modelId="{29811673-E379-4FBC-9708-1228F97F51CD}" srcId="{A17DD631-4050-4A24-BF4F-CE396425A6F1}" destId="{51F71041-1957-4AD8-B58B-780C32BD8D02}" srcOrd="1" destOrd="0" parTransId="{A5064C76-E1FB-4E83-AB14-087B1245A442}" sibTransId="{C3C39C89-60BA-4154-9F59-BEB2167303A7}"/>
    <dgm:cxn modelId="{9037BA78-0F1F-4413-A2EE-2A073CE7DC58}" srcId="{51F71041-1957-4AD8-B58B-780C32BD8D02}" destId="{6DFBBC73-BE1F-4671-8394-7E2316F7A220}" srcOrd="0" destOrd="0" parTransId="{2F90AEAD-8938-4791-8AE7-44B16A6CC22D}" sibTransId="{682E98F4-E46D-4894-A6B8-2734D13B8349}"/>
    <dgm:cxn modelId="{EEE9F287-04C7-43B6-9EC2-F28E7243F9CC}" type="presOf" srcId="{8246AA01-EA5F-40D5-AA6A-8C206ADD8023}" destId="{7D1138D4-11F8-431E-B3A6-E4DA5AFFD36D}" srcOrd="0" destOrd="0" presId="urn:microsoft.com/office/officeart/2005/8/layout/list1"/>
    <dgm:cxn modelId="{CE90C09F-9234-4F3B-8541-E9793EEFC5A2}" type="presOf" srcId="{51F71041-1957-4AD8-B58B-780C32BD8D02}" destId="{169BC969-E22D-4CE1-96CF-02E7880C1AB7}" srcOrd="1" destOrd="0" presId="urn:microsoft.com/office/officeart/2005/8/layout/list1"/>
    <dgm:cxn modelId="{AD5F4DBC-B23C-4263-B6F6-2EC98403A46E}" type="presOf" srcId="{30DE911A-99B5-4618-9417-B4A94A661729}" destId="{20B49E53-03F3-4C3A-BB79-169281BED738}" srcOrd="1" destOrd="0" presId="urn:microsoft.com/office/officeart/2005/8/layout/list1"/>
    <dgm:cxn modelId="{91D431C8-DBB4-4967-8AB2-18CB04B44147}" type="presOf" srcId="{E5F5CCE9-9F4D-4957-8591-CDCDEBF98633}" destId="{CD2F63C4-479F-4C5B-A099-1791CFB07CBE}" srcOrd="0" destOrd="1" presId="urn:microsoft.com/office/officeart/2005/8/layout/list1"/>
    <dgm:cxn modelId="{3F023EC9-2E9F-4B25-9284-7FB242E4A403}" type="presOf" srcId="{30DE911A-99B5-4618-9417-B4A94A661729}" destId="{8509A81E-3956-4C66-9E33-7F81129A6C41}" srcOrd="0" destOrd="0" presId="urn:microsoft.com/office/officeart/2005/8/layout/list1"/>
    <dgm:cxn modelId="{972A92C9-EB30-479C-8D98-B0EA08BEE058}" srcId="{30DE911A-99B5-4618-9417-B4A94A661729}" destId="{8246AA01-EA5F-40D5-AA6A-8C206ADD8023}" srcOrd="0" destOrd="0" parTransId="{8D129F73-216B-4806-B47B-E59322118D81}" sibTransId="{CB9CFA21-6319-406F-A30D-03F984D0C428}"/>
    <dgm:cxn modelId="{B7150E59-9CCE-4A52-9A0D-56A12D555CCC}" type="presParOf" srcId="{F76ADE5B-E7E7-4464-9C7A-0F1F0C8A0AFB}" destId="{1960F31A-B946-4915-B1AA-8FD41133B933}" srcOrd="0" destOrd="0" presId="urn:microsoft.com/office/officeart/2005/8/layout/list1"/>
    <dgm:cxn modelId="{95FEB6A4-154C-4CE3-AEC7-E56B21B37D64}" type="presParOf" srcId="{1960F31A-B946-4915-B1AA-8FD41133B933}" destId="{8509A81E-3956-4C66-9E33-7F81129A6C41}" srcOrd="0" destOrd="0" presId="urn:microsoft.com/office/officeart/2005/8/layout/list1"/>
    <dgm:cxn modelId="{9F2BE0F9-354A-4C20-8A6C-104F2AD40D7F}" type="presParOf" srcId="{1960F31A-B946-4915-B1AA-8FD41133B933}" destId="{20B49E53-03F3-4C3A-BB79-169281BED738}" srcOrd="1" destOrd="0" presId="urn:microsoft.com/office/officeart/2005/8/layout/list1"/>
    <dgm:cxn modelId="{25646C42-C91E-4AD3-BCE6-BF9279467052}" type="presParOf" srcId="{F76ADE5B-E7E7-4464-9C7A-0F1F0C8A0AFB}" destId="{4E3CD325-2B59-41D4-988E-82EB986D8C06}" srcOrd="1" destOrd="0" presId="urn:microsoft.com/office/officeart/2005/8/layout/list1"/>
    <dgm:cxn modelId="{A3E14FB6-C0C7-4913-B9AC-FE77D1B77423}" type="presParOf" srcId="{F76ADE5B-E7E7-4464-9C7A-0F1F0C8A0AFB}" destId="{7D1138D4-11F8-431E-B3A6-E4DA5AFFD36D}" srcOrd="2" destOrd="0" presId="urn:microsoft.com/office/officeart/2005/8/layout/list1"/>
    <dgm:cxn modelId="{CEA65470-793E-4809-9739-04331BC8E6F7}" type="presParOf" srcId="{F76ADE5B-E7E7-4464-9C7A-0F1F0C8A0AFB}" destId="{3A0670AA-A265-4CDB-9EB9-478C7FC47EC9}" srcOrd="3" destOrd="0" presId="urn:microsoft.com/office/officeart/2005/8/layout/list1"/>
    <dgm:cxn modelId="{2CB73864-E5C3-43DD-A62E-B7CEA1ABEE9B}" type="presParOf" srcId="{F76ADE5B-E7E7-4464-9C7A-0F1F0C8A0AFB}" destId="{AAB2C655-3370-47C5-9D54-67CA2FE3B1C9}" srcOrd="4" destOrd="0" presId="urn:microsoft.com/office/officeart/2005/8/layout/list1"/>
    <dgm:cxn modelId="{E0085965-0785-42FE-95E4-6F71235806EE}" type="presParOf" srcId="{AAB2C655-3370-47C5-9D54-67CA2FE3B1C9}" destId="{FC84BB2A-3A7F-4B02-88AE-EAA56704F144}" srcOrd="0" destOrd="0" presId="urn:microsoft.com/office/officeart/2005/8/layout/list1"/>
    <dgm:cxn modelId="{85A7AD78-6B09-4712-8134-D0E93BEAF232}" type="presParOf" srcId="{AAB2C655-3370-47C5-9D54-67CA2FE3B1C9}" destId="{169BC969-E22D-4CE1-96CF-02E7880C1AB7}" srcOrd="1" destOrd="0" presId="urn:microsoft.com/office/officeart/2005/8/layout/list1"/>
    <dgm:cxn modelId="{821B986E-5145-4364-90E1-43360CC200E4}" type="presParOf" srcId="{F76ADE5B-E7E7-4464-9C7A-0F1F0C8A0AFB}" destId="{944AB1FF-D1EE-418D-A3C8-028916BF31B9}" srcOrd="5" destOrd="0" presId="urn:microsoft.com/office/officeart/2005/8/layout/list1"/>
    <dgm:cxn modelId="{DC858DD6-8E52-48F8-9261-74E9B9967F14}" type="presParOf" srcId="{F76ADE5B-E7E7-4464-9C7A-0F1F0C8A0AFB}" destId="{CD2F63C4-479F-4C5B-A099-1791CFB07CBE}" srcOrd="6"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7DD631-4050-4A24-BF4F-CE396425A6F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30DE911A-99B5-4618-9417-B4A94A661729}">
      <dgm:prSet phldrT="[Text]"/>
      <dgm:spPr>
        <a:solidFill>
          <a:srgbClr val="004F71"/>
        </a:solidFill>
      </dgm:spPr>
      <dgm:t>
        <a:bodyPr/>
        <a:lstStyle/>
        <a:p>
          <a:r>
            <a:rPr lang="en-US" dirty="0"/>
            <a:t>Multicast</a:t>
          </a:r>
        </a:p>
      </dgm:t>
    </dgm:pt>
    <dgm:pt modelId="{D9D18404-D4A1-4A36-86CD-491DF16483C6}" type="parTrans" cxnId="{3100134C-CC60-40DF-A921-774FB69DE4C7}">
      <dgm:prSet/>
      <dgm:spPr/>
      <dgm:t>
        <a:bodyPr/>
        <a:lstStyle/>
        <a:p>
          <a:endParaRPr lang="en-US"/>
        </a:p>
      </dgm:t>
    </dgm:pt>
    <dgm:pt modelId="{B0AA2A55-BF46-4E97-932D-96DBDD6EE061}" type="sibTrans" cxnId="{3100134C-CC60-40DF-A921-774FB69DE4C7}">
      <dgm:prSet/>
      <dgm:spPr/>
      <dgm:t>
        <a:bodyPr/>
        <a:lstStyle/>
        <a:p>
          <a:endParaRPr lang="en-US"/>
        </a:p>
      </dgm:t>
    </dgm:pt>
    <dgm:pt modelId="{8EA8854D-E585-44D3-9EF2-7A724DE14504}">
      <dgm:prSet phldrT="[Text]"/>
      <dgm:spPr>
        <a:solidFill>
          <a:srgbClr val="004F71"/>
        </a:solidFill>
      </dgm:spPr>
      <dgm:t>
        <a:bodyPr/>
        <a:lstStyle/>
        <a:p>
          <a:r>
            <a:rPr lang="en-US" dirty="0"/>
            <a:t>Anycast</a:t>
          </a:r>
        </a:p>
      </dgm:t>
    </dgm:pt>
    <dgm:pt modelId="{8AD9219A-A086-4377-BC1F-5258251D52D4}" type="parTrans" cxnId="{83F187DD-DAEF-4AF0-92D6-405399E8C31B}">
      <dgm:prSet/>
      <dgm:spPr/>
      <dgm:t>
        <a:bodyPr/>
        <a:lstStyle/>
        <a:p>
          <a:endParaRPr lang="en-US"/>
        </a:p>
      </dgm:t>
    </dgm:pt>
    <dgm:pt modelId="{B12DB68B-F252-4AEA-A3DB-E2641E2C69AB}" type="sibTrans" cxnId="{83F187DD-DAEF-4AF0-92D6-405399E8C31B}">
      <dgm:prSet/>
      <dgm:spPr/>
      <dgm:t>
        <a:bodyPr/>
        <a:lstStyle/>
        <a:p>
          <a:endParaRPr lang="en-US"/>
        </a:p>
      </dgm:t>
    </dgm:pt>
    <dgm:pt modelId="{B61B6E7D-E502-4791-B61A-422EF72D2A6A}">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Addressed to a specific group of </a:t>
          </a:r>
          <a:br>
            <a:rPr lang="en-US" dirty="0">
              <a:solidFill>
                <a:srgbClr val="20282F"/>
              </a:solidFill>
            </a:rPr>
          </a:br>
          <a:r>
            <a:rPr lang="en-US" dirty="0">
              <a:solidFill>
                <a:srgbClr val="20282F"/>
              </a:solidFill>
            </a:rPr>
            <a:t>host IP addresses </a:t>
          </a:r>
        </a:p>
      </dgm:t>
    </dgm:pt>
    <dgm:pt modelId="{842A9606-71AF-4085-99A1-97C2254FA910}" type="parTrans" cxnId="{EDAF8C84-B482-4D12-B844-BE361190B84B}">
      <dgm:prSet/>
      <dgm:spPr/>
      <dgm:t>
        <a:bodyPr/>
        <a:lstStyle/>
        <a:p>
          <a:endParaRPr lang="en-US"/>
        </a:p>
      </dgm:t>
    </dgm:pt>
    <dgm:pt modelId="{F1EC52A7-0655-4E91-9AF8-8FE5E75050B3}" type="sibTrans" cxnId="{EDAF8C84-B482-4D12-B844-BE361190B84B}">
      <dgm:prSet/>
      <dgm:spPr/>
      <dgm:t>
        <a:bodyPr/>
        <a:lstStyle/>
        <a:p>
          <a:endParaRPr lang="en-US"/>
        </a:p>
      </dgm:t>
    </dgm:pt>
    <dgm:pt modelId="{165343A9-9645-4927-9BA5-A03753369CDA}">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Sends to all hosts on a network </a:t>
          </a:r>
          <a:br>
            <a:rPr lang="en-US" dirty="0">
              <a:solidFill>
                <a:srgbClr val="20282F"/>
              </a:solidFill>
            </a:rPr>
          </a:br>
          <a:r>
            <a:rPr lang="en-US" dirty="0">
              <a:solidFill>
                <a:srgbClr val="20282F"/>
              </a:solidFill>
            </a:rPr>
            <a:t>or subnet</a:t>
          </a:r>
        </a:p>
      </dgm:t>
    </dgm:pt>
    <dgm:pt modelId="{D8745447-BB40-490A-B130-3CE23561E271}" type="parTrans" cxnId="{A451A3D1-B097-4714-A247-A7922A91101A}">
      <dgm:prSet/>
      <dgm:spPr/>
      <dgm:t>
        <a:bodyPr/>
        <a:lstStyle/>
        <a:p>
          <a:endParaRPr lang="en-US"/>
        </a:p>
      </dgm:t>
    </dgm:pt>
    <dgm:pt modelId="{2E92B0CD-8673-44F4-AC7B-E84D4B1B4D81}" type="sibTrans" cxnId="{A451A3D1-B097-4714-A247-A7922A91101A}">
      <dgm:prSet/>
      <dgm:spPr/>
      <dgm:t>
        <a:bodyPr/>
        <a:lstStyle/>
        <a:p>
          <a:endParaRPr lang="en-US"/>
        </a:p>
      </dgm:t>
    </dgm:pt>
    <dgm:pt modelId="{FA08898C-E47F-445C-BCB5-2D978FDCD6F6}">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Addressed to any one device out </a:t>
          </a:r>
          <a:br>
            <a:rPr lang="en-US" dirty="0">
              <a:solidFill>
                <a:srgbClr val="20282F"/>
              </a:solidFill>
            </a:rPr>
          </a:br>
          <a:r>
            <a:rPr lang="en-US" dirty="0">
              <a:solidFill>
                <a:srgbClr val="20282F"/>
              </a:solidFill>
            </a:rPr>
            <a:t>of a group of devices, typically </a:t>
          </a:r>
          <a:br>
            <a:rPr lang="en-US" dirty="0">
              <a:solidFill>
                <a:srgbClr val="20282F"/>
              </a:solidFill>
            </a:rPr>
          </a:br>
          <a:r>
            <a:rPr lang="en-US" dirty="0">
              <a:solidFill>
                <a:srgbClr val="20282F"/>
              </a:solidFill>
            </a:rPr>
            <a:t>the closest one</a:t>
          </a:r>
        </a:p>
      </dgm:t>
    </dgm:pt>
    <dgm:pt modelId="{FFAB2ADC-3B52-4CD8-A4B3-1F19CBE994C3}" type="parTrans" cxnId="{5253EDB6-B6B1-4AB3-A1AA-F1037103EFA6}">
      <dgm:prSet/>
      <dgm:spPr/>
      <dgm:t>
        <a:bodyPr/>
        <a:lstStyle/>
        <a:p>
          <a:endParaRPr lang="en-US"/>
        </a:p>
      </dgm:t>
    </dgm:pt>
    <dgm:pt modelId="{F9B482F0-7580-4D36-86EA-2FBCAFDA6C9F}" type="sibTrans" cxnId="{5253EDB6-B6B1-4AB3-A1AA-F1037103EFA6}">
      <dgm:prSet/>
      <dgm:spPr/>
      <dgm:t>
        <a:bodyPr/>
        <a:lstStyle/>
        <a:p>
          <a:endParaRPr lang="en-US"/>
        </a:p>
      </dgm:t>
    </dgm:pt>
    <dgm:pt modelId="{037D8E67-86A6-4464-8275-585A2F4A9B2A}">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Used for load balancing </a:t>
          </a:r>
          <a:br>
            <a:rPr lang="en-US" dirty="0">
              <a:solidFill>
                <a:srgbClr val="20282F"/>
              </a:solidFill>
            </a:rPr>
          </a:br>
          <a:r>
            <a:rPr lang="en-US" dirty="0">
              <a:solidFill>
                <a:srgbClr val="20282F"/>
              </a:solidFill>
            </a:rPr>
            <a:t>and redundancy</a:t>
          </a:r>
        </a:p>
      </dgm:t>
    </dgm:pt>
    <dgm:pt modelId="{93F495FC-0810-4F5A-89A8-2B58038D1922}" type="parTrans" cxnId="{5F3B9DB5-F28F-48DE-A899-C1959FCF9249}">
      <dgm:prSet/>
      <dgm:spPr/>
      <dgm:t>
        <a:bodyPr/>
        <a:lstStyle/>
        <a:p>
          <a:endParaRPr lang="en-US"/>
        </a:p>
      </dgm:t>
    </dgm:pt>
    <dgm:pt modelId="{177B3CDF-8EA4-4B91-91B3-4C246CECC0B9}" type="sibTrans" cxnId="{5F3B9DB5-F28F-48DE-A899-C1959FCF9249}">
      <dgm:prSet/>
      <dgm:spPr/>
      <dgm:t>
        <a:bodyPr/>
        <a:lstStyle/>
        <a:p>
          <a:endParaRPr lang="en-US"/>
        </a:p>
      </dgm:t>
    </dgm:pt>
    <dgm:pt modelId="{F76ADE5B-E7E7-4464-9C7A-0F1F0C8A0AFB}" type="pres">
      <dgm:prSet presAssocID="{A17DD631-4050-4A24-BF4F-CE396425A6F1}" presName="linear" presStyleCnt="0">
        <dgm:presLayoutVars>
          <dgm:dir/>
          <dgm:animLvl val="lvl"/>
          <dgm:resizeHandles val="exact"/>
        </dgm:presLayoutVars>
      </dgm:prSet>
      <dgm:spPr/>
    </dgm:pt>
    <dgm:pt modelId="{1960F31A-B946-4915-B1AA-8FD41133B933}" type="pres">
      <dgm:prSet presAssocID="{30DE911A-99B5-4618-9417-B4A94A661729}" presName="parentLin" presStyleCnt="0"/>
      <dgm:spPr/>
    </dgm:pt>
    <dgm:pt modelId="{8509A81E-3956-4C66-9E33-7F81129A6C41}" type="pres">
      <dgm:prSet presAssocID="{30DE911A-99B5-4618-9417-B4A94A661729}" presName="parentLeftMargin" presStyleLbl="node1" presStyleIdx="0" presStyleCnt="2"/>
      <dgm:spPr/>
    </dgm:pt>
    <dgm:pt modelId="{20B49E53-03F3-4C3A-BB79-169281BED738}" type="pres">
      <dgm:prSet presAssocID="{30DE911A-99B5-4618-9417-B4A94A661729}" presName="parentText" presStyleLbl="node1" presStyleIdx="0" presStyleCnt="2">
        <dgm:presLayoutVars>
          <dgm:chMax val="0"/>
          <dgm:bulletEnabled val="1"/>
        </dgm:presLayoutVars>
      </dgm:prSet>
      <dgm:spPr/>
    </dgm:pt>
    <dgm:pt modelId="{4E3CD325-2B59-41D4-988E-82EB986D8C06}" type="pres">
      <dgm:prSet presAssocID="{30DE911A-99B5-4618-9417-B4A94A661729}" presName="negativeSpace" presStyleCnt="0"/>
      <dgm:spPr/>
    </dgm:pt>
    <dgm:pt modelId="{7D1138D4-11F8-431E-B3A6-E4DA5AFFD36D}" type="pres">
      <dgm:prSet presAssocID="{30DE911A-99B5-4618-9417-B4A94A661729}" presName="childText" presStyleLbl="conFgAcc1" presStyleIdx="0" presStyleCnt="2">
        <dgm:presLayoutVars>
          <dgm:bulletEnabled val="1"/>
        </dgm:presLayoutVars>
      </dgm:prSet>
      <dgm:spPr/>
    </dgm:pt>
    <dgm:pt modelId="{8117291B-FA23-4E3D-9420-AD9B7100EFD8}" type="pres">
      <dgm:prSet presAssocID="{B0AA2A55-BF46-4E97-932D-96DBDD6EE061}" presName="spaceBetweenRectangles" presStyleCnt="0"/>
      <dgm:spPr/>
    </dgm:pt>
    <dgm:pt modelId="{E26B3183-4EA0-4181-9E9B-6553FFC5D74D}" type="pres">
      <dgm:prSet presAssocID="{8EA8854D-E585-44D3-9EF2-7A724DE14504}" presName="parentLin" presStyleCnt="0"/>
      <dgm:spPr/>
    </dgm:pt>
    <dgm:pt modelId="{26822A91-EFB0-4E83-8288-7AFD5CF25D5C}" type="pres">
      <dgm:prSet presAssocID="{8EA8854D-E585-44D3-9EF2-7A724DE14504}" presName="parentLeftMargin" presStyleLbl="node1" presStyleIdx="0" presStyleCnt="2"/>
      <dgm:spPr/>
    </dgm:pt>
    <dgm:pt modelId="{168CC23B-6623-4DF1-8EA8-89EC27CB8F26}" type="pres">
      <dgm:prSet presAssocID="{8EA8854D-E585-44D3-9EF2-7A724DE14504}" presName="parentText" presStyleLbl="node1" presStyleIdx="1" presStyleCnt="2">
        <dgm:presLayoutVars>
          <dgm:chMax val="0"/>
          <dgm:bulletEnabled val="1"/>
        </dgm:presLayoutVars>
      </dgm:prSet>
      <dgm:spPr/>
    </dgm:pt>
    <dgm:pt modelId="{7C441394-183C-4572-9C05-6DBF9C752FE0}" type="pres">
      <dgm:prSet presAssocID="{8EA8854D-E585-44D3-9EF2-7A724DE14504}" presName="negativeSpace" presStyleCnt="0"/>
      <dgm:spPr/>
    </dgm:pt>
    <dgm:pt modelId="{A0217179-91F9-49F4-8DB1-3A3373BF4C79}" type="pres">
      <dgm:prSet presAssocID="{8EA8854D-E585-44D3-9EF2-7A724DE14504}" presName="childText" presStyleLbl="conFgAcc1" presStyleIdx="1" presStyleCnt="2">
        <dgm:presLayoutVars>
          <dgm:bulletEnabled val="1"/>
        </dgm:presLayoutVars>
      </dgm:prSet>
      <dgm:spPr/>
    </dgm:pt>
  </dgm:ptLst>
  <dgm:cxnLst>
    <dgm:cxn modelId="{F7509412-1BCA-4B5E-832D-EA95FB195CBD}" type="presOf" srcId="{165343A9-9645-4927-9BA5-A03753369CDA}" destId="{7D1138D4-11F8-431E-B3A6-E4DA5AFFD36D}" srcOrd="0" destOrd="1" presId="urn:microsoft.com/office/officeart/2005/8/layout/list1"/>
    <dgm:cxn modelId="{08003F16-E249-4F7B-BF25-7086A3B64438}" type="presOf" srcId="{A17DD631-4050-4A24-BF4F-CE396425A6F1}" destId="{F76ADE5B-E7E7-4464-9C7A-0F1F0C8A0AFB}" srcOrd="0" destOrd="0" presId="urn:microsoft.com/office/officeart/2005/8/layout/list1"/>
    <dgm:cxn modelId="{96117C26-C5EA-48D1-BFAB-EF26EE007546}" type="presOf" srcId="{8EA8854D-E585-44D3-9EF2-7A724DE14504}" destId="{168CC23B-6623-4DF1-8EA8-89EC27CB8F26}" srcOrd="1" destOrd="0" presId="urn:microsoft.com/office/officeart/2005/8/layout/list1"/>
    <dgm:cxn modelId="{3100134C-CC60-40DF-A921-774FB69DE4C7}" srcId="{A17DD631-4050-4A24-BF4F-CE396425A6F1}" destId="{30DE911A-99B5-4618-9417-B4A94A661729}" srcOrd="0" destOrd="0" parTransId="{D9D18404-D4A1-4A36-86CD-491DF16483C6}" sibTransId="{B0AA2A55-BF46-4E97-932D-96DBDD6EE061}"/>
    <dgm:cxn modelId="{18241D58-8CC5-4F13-BBDC-03D7DD243966}" type="presOf" srcId="{FA08898C-E47F-445C-BCB5-2D978FDCD6F6}" destId="{A0217179-91F9-49F4-8DB1-3A3373BF4C79}" srcOrd="0" destOrd="0" presId="urn:microsoft.com/office/officeart/2005/8/layout/list1"/>
    <dgm:cxn modelId="{EDAF8C84-B482-4D12-B844-BE361190B84B}" srcId="{30DE911A-99B5-4618-9417-B4A94A661729}" destId="{B61B6E7D-E502-4791-B61A-422EF72D2A6A}" srcOrd="0" destOrd="0" parTransId="{842A9606-71AF-4085-99A1-97C2254FA910}" sibTransId="{F1EC52A7-0655-4E91-9AF8-8FE5E75050B3}"/>
    <dgm:cxn modelId="{793D658C-0347-4729-A365-705C832078B6}" type="presOf" srcId="{8EA8854D-E585-44D3-9EF2-7A724DE14504}" destId="{26822A91-EFB0-4E83-8288-7AFD5CF25D5C}" srcOrd="0" destOrd="0" presId="urn:microsoft.com/office/officeart/2005/8/layout/list1"/>
    <dgm:cxn modelId="{572387AF-A034-4AA5-BFE6-B9CE93E90F4A}" type="presOf" srcId="{037D8E67-86A6-4464-8275-585A2F4A9B2A}" destId="{A0217179-91F9-49F4-8DB1-3A3373BF4C79}" srcOrd="0" destOrd="1" presId="urn:microsoft.com/office/officeart/2005/8/layout/list1"/>
    <dgm:cxn modelId="{5F3B9DB5-F28F-48DE-A899-C1959FCF9249}" srcId="{8EA8854D-E585-44D3-9EF2-7A724DE14504}" destId="{037D8E67-86A6-4464-8275-585A2F4A9B2A}" srcOrd="1" destOrd="0" parTransId="{93F495FC-0810-4F5A-89A8-2B58038D1922}" sibTransId="{177B3CDF-8EA4-4B91-91B3-4C246CECC0B9}"/>
    <dgm:cxn modelId="{5253EDB6-B6B1-4AB3-A1AA-F1037103EFA6}" srcId="{8EA8854D-E585-44D3-9EF2-7A724DE14504}" destId="{FA08898C-E47F-445C-BCB5-2D978FDCD6F6}" srcOrd="0" destOrd="0" parTransId="{FFAB2ADC-3B52-4CD8-A4B3-1F19CBE994C3}" sibTransId="{F9B482F0-7580-4D36-86EA-2FBCAFDA6C9F}"/>
    <dgm:cxn modelId="{AD5F4DBC-B23C-4263-B6F6-2EC98403A46E}" type="presOf" srcId="{30DE911A-99B5-4618-9417-B4A94A661729}" destId="{20B49E53-03F3-4C3A-BB79-169281BED738}" srcOrd="1" destOrd="0" presId="urn:microsoft.com/office/officeart/2005/8/layout/list1"/>
    <dgm:cxn modelId="{3F023EC9-2E9F-4B25-9284-7FB242E4A403}" type="presOf" srcId="{30DE911A-99B5-4618-9417-B4A94A661729}" destId="{8509A81E-3956-4C66-9E33-7F81129A6C41}" srcOrd="0" destOrd="0" presId="urn:microsoft.com/office/officeart/2005/8/layout/list1"/>
    <dgm:cxn modelId="{A451A3D1-B097-4714-A247-A7922A91101A}" srcId="{30DE911A-99B5-4618-9417-B4A94A661729}" destId="{165343A9-9645-4927-9BA5-A03753369CDA}" srcOrd="1" destOrd="0" parTransId="{D8745447-BB40-490A-B130-3CE23561E271}" sibTransId="{2E92B0CD-8673-44F4-AC7B-E84D4B1B4D81}"/>
    <dgm:cxn modelId="{83F187DD-DAEF-4AF0-92D6-405399E8C31B}" srcId="{A17DD631-4050-4A24-BF4F-CE396425A6F1}" destId="{8EA8854D-E585-44D3-9EF2-7A724DE14504}" srcOrd="1" destOrd="0" parTransId="{8AD9219A-A086-4377-BC1F-5258251D52D4}" sibTransId="{B12DB68B-F252-4AEA-A3DB-E2641E2C69AB}"/>
    <dgm:cxn modelId="{3FB5C3E3-0156-45F2-A699-8F3DB6C64BBE}" type="presOf" srcId="{B61B6E7D-E502-4791-B61A-422EF72D2A6A}" destId="{7D1138D4-11F8-431E-B3A6-E4DA5AFFD36D}" srcOrd="0" destOrd="0" presId="urn:microsoft.com/office/officeart/2005/8/layout/list1"/>
    <dgm:cxn modelId="{B7150E59-9CCE-4A52-9A0D-56A12D555CCC}" type="presParOf" srcId="{F76ADE5B-E7E7-4464-9C7A-0F1F0C8A0AFB}" destId="{1960F31A-B946-4915-B1AA-8FD41133B933}" srcOrd="0" destOrd="0" presId="urn:microsoft.com/office/officeart/2005/8/layout/list1"/>
    <dgm:cxn modelId="{95FEB6A4-154C-4CE3-AEC7-E56B21B37D64}" type="presParOf" srcId="{1960F31A-B946-4915-B1AA-8FD41133B933}" destId="{8509A81E-3956-4C66-9E33-7F81129A6C41}" srcOrd="0" destOrd="0" presId="urn:microsoft.com/office/officeart/2005/8/layout/list1"/>
    <dgm:cxn modelId="{9F2BE0F9-354A-4C20-8A6C-104F2AD40D7F}" type="presParOf" srcId="{1960F31A-B946-4915-B1AA-8FD41133B933}" destId="{20B49E53-03F3-4C3A-BB79-169281BED738}" srcOrd="1" destOrd="0" presId="urn:microsoft.com/office/officeart/2005/8/layout/list1"/>
    <dgm:cxn modelId="{25646C42-C91E-4AD3-BCE6-BF9279467052}" type="presParOf" srcId="{F76ADE5B-E7E7-4464-9C7A-0F1F0C8A0AFB}" destId="{4E3CD325-2B59-41D4-988E-82EB986D8C06}" srcOrd="1" destOrd="0" presId="urn:microsoft.com/office/officeart/2005/8/layout/list1"/>
    <dgm:cxn modelId="{A3E14FB6-C0C7-4913-B9AC-FE77D1B77423}" type="presParOf" srcId="{F76ADE5B-E7E7-4464-9C7A-0F1F0C8A0AFB}" destId="{7D1138D4-11F8-431E-B3A6-E4DA5AFFD36D}" srcOrd="2" destOrd="0" presId="urn:microsoft.com/office/officeart/2005/8/layout/list1"/>
    <dgm:cxn modelId="{07E7FBE9-03BA-43A6-89B0-D09BD856417B}" type="presParOf" srcId="{F76ADE5B-E7E7-4464-9C7A-0F1F0C8A0AFB}" destId="{8117291B-FA23-4E3D-9420-AD9B7100EFD8}" srcOrd="3" destOrd="0" presId="urn:microsoft.com/office/officeart/2005/8/layout/list1"/>
    <dgm:cxn modelId="{8C41DB7B-E6B5-4E7E-A8AB-A48B9DDC55AA}" type="presParOf" srcId="{F76ADE5B-E7E7-4464-9C7A-0F1F0C8A0AFB}" destId="{E26B3183-4EA0-4181-9E9B-6553FFC5D74D}" srcOrd="4" destOrd="0" presId="urn:microsoft.com/office/officeart/2005/8/layout/list1"/>
    <dgm:cxn modelId="{1C58DE48-30FC-4EF4-A569-E0D4E1AA1D1F}" type="presParOf" srcId="{E26B3183-4EA0-4181-9E9B-6553FFC5D74D}" destId="{26822A91-EFB0-4E83-8288-7AFD5CF25D5C}" srcOrd="0" destOrd="0" presId="urn:microsoft.com/office/officeart/2005/8/layout/list1"/>
    <dgm:cxn modelId="{21029232-7529-4815-ABAE-816BAE4B4636}" type="presParOf" srcId="{E26B3183-4EA0-4181-9E9B-6553FFC5D74D}" destId="{168CC23B-6623-4DF1-8EA8-89EC27CB8F26}" srcOrd="1" destOrd="0" presId="urn:microsoft.com/office/officeart/2005/8/layout/list1"/>
    <dgm:cxn modelId="{BFE52B71-D4FD-4FFE-BEBA-3FB7AA99D718}" type="presParOf" srcId="{F76ADE5B-E7E7-4464-9C7A-0F1F0C8A0AFB}" destId="{7C441394-183C-4572-9C05-6DBF9C752FE0}" srcOrd="5" destOrd="0" presId="urn:microsoft.com/office/officeart/2005/8/layout/list1"/>
    <dgm:cxn modelId="{AD0F3AB6-96DB-49C5-95AB-DEAF816A8411}" type="presParOf" srcId="{F76ADE5B-E7E7-4464-9C7A-0F1F0C8A0AFB}" destId="{A0217179-91F9-49F4-8DB1-3A3373BF4C79}" srcOrd="6"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7ED8C3B-03CF-4F8D-8AB1-747D257C60FD}"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9382CEB5-E43F-4DF5-B910-C30F36950303}">
      <dgm:prSet phldrT="[Text]"/>
      <dgm:spPr>
        <a:solidFill>
          <a:srgbClr val="004F71"/>
        </a:solidFill>
      </dgm:spPr>
      <dgm:t>
        <a:bodyPr/>
        <a:lstStyle/>
        <a:p>
          <a:pPr>
            <a:buFont typeface="+mj-lt"/>
            <a:buAutoNum type="arabicPeriod"/>
          </a:pPr>
          <a:r>
            <a:rPr lang="en-US" dirty="0"/>
            <a:t>IPv4 headers contain a "Destination" field used to route data to the nearest server, regardless of its final destination. </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7046BDC2-F65A-4CF0-8254-5A7D51B87E72}" type="parTrans" cxnId="{82F73DAE-A345-4B7F-9406-8F209907DC62}">
      <dgm:prSet/>
      <dgm:spPr/>
      <dgm:t>
        <a:bodyPr/>
        <a:lstStyle/>
        <a:p>
          <a:endParaRPr lang="en-US"/>
        </a:p>
      </dgm:t>
    </dgm:pt>
    <dgm:pt modelId="{6B604236-CB1F-4688-AEEC-EF7D4B53E0D5}" type="sibTrans" cxnId="{82F73DAE-A345-4B7F-9406-8F209907DC62}">
      <dgm:prSet/>
      <dgm:spPr/>
      <dgm:t>
        <a:bodyPr/>
        <a:lstStyle/>
        <a:p>
          <a:endParaRPr lang="en-US"/>
        </a:p>
      </dgm:t>
    </dgm:pt>
    <dgm:pt modelId="{22D06A76-A62D-403C-B8C2-99241049A200}">
      <dgm:prSet phldrT="[Text]"/>
      <dgm:spPr>
        <a:solidFill>
          <a:srgbClr val="004F71"/>
        </a:solidFill>
      </dgm:spPr>
      <dgm:t>
        <a:bodyPr/>
        <a:lstStyle/>
        <a:p>
          <a:pPr>
            <a:buFont typeface="+mj-lt"/>
            <a:buAutoNum type="arabicPeriod"/>
          </a:pPr>
          <a:r>
            <a:rPr lang="en-US" dirty="0"/>
            <a:t>ARP functions like an online phone directory, associating IP addresses with MAC addresses to ensure data reaches the correct device. </a:t>
          </a:r>
        </a:p>
      </dgm:t>
    </dgm:pt>
    <dgm:pt modelId="{E6A179E9-78CD-4B59-A197-60888D88C218}" type="parTrans" cxnId="{3665CE57-4D3F-43EE-ABE1-A643DBB7EE77}">
      <dgm:prSet/>
      <dgm:spPr/>
      <dgm:t>
        <a:bodyPr/>
        <a:lstStyle/>
        <a:p>
          <a:endParaRPr lang="en-US"/>
        </a:p>
      </dgm:t>
    </dgm:pt>
    <dgm:pt modelId="{E5D66100-56AF-492B-9FF7-1AB346304D81}" type="sibTrans" cxnId="{3665CE57-4D3F-43EE-ABE1-A643DBB7EE77}">
      <dgm:prSet/>
      <dgm:spPr/>
      <dgm:t>
        <a:bodyPr/>
        <a:lstStyle/>
        <a:p>
          <a:endParaRPr lang="en-US"/>
        </a:p>
      </dgm:t>
    </dgm:pt>
    <dgm:pt modelId="{8180C22E-FBF1-4B16-A5DF-647306BFA7BB}">
      <dgm:prSet phldrT="[Text]"/>
      <dgm:spPr>
        <a:solidFill>
          <a:srgbClr val="004F71"/>
        </a:solidFill>
      </dgm:spPr>
      <dgm:t>
        <a:bodyPr/>
        <a:lstStyle/>
        <a:p>
          <a:pPr>
            <a:buFont typeface="+mj-lt"/>
            <a:buAutoNum type="arabicPeriod" startAt="3"/>
          </a:pPr>
          <a:r>
            <a:rPr lang="en-US" dirty="0"/>
            <a:t>Broadcast addressing targets all hosts within a specified local network</a:t>
          </a:r>
        </a:p>
      </dgm:t>
    </dgm:pt>
    <dgm:pt modelId="{A1397360-9198-435D-A375-EE2A77F05C9E}" type="parTrans" cxnId="{5E404648-AC61-48E8-8DA8-86894D06B7BA}">
      <dgm:prSet/>
      <dgm:spPr/>
      <dgm:t>
        <a:bodyPr/>
        <a:lstStyle/>
        <a:p>
          <a:endParaRPr lang="en-US"/>
        </a:p>
      </dgm:t>
    </dgm:pt>
    <dgm:pt modelId="{442168EB-A18C-463B-82FB-A43CD55D8AEF}" type="sibTrans" cxnId="{5E404648-AC61-48E8-8DA8-86894D06B7BA}">
      <dgm:prSet/>
      <dgm:spPr/>
      <dgm:t>
        <a:bodyPr/>
        <a:lstStyle/>
        <a:p>
          <a:endParaRPr lang="en-US"/>
        </a:p>
      </dgm:t>
    </dgm:pt>
    <dgm:pt modelId="{7A55A6EB-6B69-4ED6-8994-CABACCEB8578}" type="pres">
      <dgm:prSet presAssocID="{A7ED8C3B-03CF-4F8D-8AB1-747D257C60FD}" presName="diagram" presStyleCnt="0">
        <dgm:presLayoutVars>
          <dgm:dir/>
          <dgm:resizeHandles val="exact"/>
        </dgm:presLayoutVars>
      </dgm:prSet>
      <dgm:spPr/>
    </dgm:pt>
    <dgm:pt modelId="{BD28BA2C-BE96-4E03-B602-F38E3337D1DB}" type="pres">
      <dgm:prSet presAssocID="{9382CEB5-E43F-4DF5-B910-C30F36950303}" presName="node" presStyleLbl="node1" presStyleIdx="0" presStyleCnt="3">
        <dgm:presLayoutVars>
          <dgm:bulletEnabled val="1"/>
        </dgm:presLayoutVars>
      </dgm:prSet>
      <dgm:spPr/>
    </dgm:pt>
    <dgm:pt modelId="{5B36F10C-3692-4495-9F34-83983E6E136D}" type="pres">
      <dgm:prSet presAssocID="{6B604236-CB1F-4688-AEEC-EF7D4B53E0D5}" presName="sibTrans" presStyleCnt="0"/>
      <dgm:spPr/>
    </dgm:pt>
    <dgm:pt modelId="{9487CC4F-5944-443B-9AF9-1CA35524F898}" type="pres">
      <dgm:prSet presAssocID="{22D06A76-A62D-403C-B8C2-99241049A200}" presName="node" presStyleLbl="node1" presStyleIdx="1" presStyleCnt="3">
        <dgm:presLayoutVars>
          <dgm:bulletEnabled val="1"/>
        </dgm:presLayoutVars>
      </dgm:prSet>
      <dgm:spPr/>
    </dgm:pt>
    <dgm:pt modelId="{E580626E-5753-448C-AA32-170E59FA7AD7}" type="pres">
      <dgm:prSet presAssocID="{E5D66100-56AF-492B-9FF7-1AB346304D81}" presName="sibTrans" presStyleCnt="0"/>
      <dgm:spPr/>
    </dgm:pt>
    <dgm:pt modelId="{C28F7B92-A858-4ABE-8EBD-0E0E6B19698E}" type="pres">
      <dgm:prSet presAssocID="{8180C22E-FBF1-4B16-A5DF-647306BFA7BB}" presName="node" presStyleLbl="node1" presStyleIdx="2" presStyleCnt="3">
        <dgm:presLayoutVars>
          <dgm:bulletEnabled val="1"/>
        </dgm:presLayoutVars>
      </dgm:prSet>
      <dgm:spPr/>
    </dgm:pt>
  </dgm:ptLst>
  <dgm:cxnLst>
    <dgm:cxn modelId="{65DAC811-897D-4295-8163-D1124AE017FC}" type="presOf" srcId="{8180C22E-FBF1-4B16-A5DF-647306BFA7BB}" destId="{C28F7B92-A858-4ABE-8EBD-0E0E6B19698E}" srcOrd="0" destOrd="0" presId="urn:microsoft.com/office/officeart/2005/8/layout/default"/>
    <dgm:cxn modelId="{201E422A-75F1-4189-9A96-3C1D20B4040B}" type="presOf" srcId="{9382CEB5-E43F-4DF5-B910-C30F36950303}" destId="{BD28BA2C-BE96-4E03-B602-F38E3337D1DB}" srcOrd="0" destOrd="0" presId="urn:microsoft.com/office/officeart/2005/8/layout/default"/>
    <dgm:cxn modelId="{E684B839-186F-41CA-BA06-68983495212E}" type="presOf" srcId="{22D06A76-A62D-403C-B8C2-99241049A200}" destId="{9487CC4F-5944-443B-9AF9-1CA35524F898}" srcOrd="0" destOrd="0" presId="urn:microsoft.com/office/officeart/2005/8/layout/default"/>
    <dgm:cxn modelId="{5E404648-AC61-48E8-8DA8-86894D06B7BA}" srcId="{A7ED8C3B-03CF-4F8D-8AB1-747D257C60FD}" destId="{8180C22E-FBF1-4B16-A5DF-647306BFA7BB}" srcOrd="2" destOrd="0" parTransId="{A1397360-9198-435D-A375-EE2A77F05C9E}" sibTransId="{442168EB-A18C-463B-82FB-A43CD55D8AEF}"/>
    <dgm:cxn modelId="{3665CE57-4D3F-43EE-ABE1-A643DBB7EE77}" srcId="{A7ED8C3B-03CF-4F8D-8AB1-747D257C60FD}" destId="{22D06A76-A62D-403C-B8C2-99241049A200}" srcOrd="1" destOrd="0" parTransId="{E6A179E9-78CD-4B59-A197-60888D88C218}" sibTransId="{E5D66100-56AF-492B-9FF7-1AB346304D81}"/>
    <dgm:cxn modelId="{B11B7C8B-FBBD-4C60-BF8C-6AA3731F4A91}" type="presOf" srcId="{A7ED8C3B-03CF-4F8D-8AB1-747D257C60FD}" destId="{7A55A6EB-6B69-4ED6-8994-CABACCEB8578}" srcOrd="0" destOrd="0" presId="urn:microsoft.com/office/officeart/2005/8/layout/default"/>
    <dgm:cxn modelId="{82F73DAE-A345-4B7F-9406-8F209907DC62}" srcId="{A7ED8C3B-03CF-4F8D-8AB1-747D257C60FD}" destId="{9382CEB5-E43F-4DF5-B910-C30F36950303}" srcOrd="0" destOrd="0" parTransId="{7046BDC2-F65A-4CF0-8254-5A7D51B87E72}" sibTransId="{6B604236-CB1F-4688-AEEC-EF7D4B53E0D5}"/>
    <dgm:cxn modelId="{A71EF8D1-8E9D-4512-AB2D-D476730048BB}" type="presParOf" srcId="{7A55A6EB-6B69-4ED6-8994-CABACCEB8578}" destId="{BD28BA2C-BE96-4E03-B602-F38E3337D1DB}" srcOrd="0" destOrd="0" presId="urn:microsoft.com/office/officeart/2005/8/layout/default"/>
    <dgm:cxn modelId="{63B66EEB-793C-4BBB-9266-E0E4E7FD6324}" type="presParOf" srcId="{7A55A6EB-6B69-4ED6-8994-CABACCEB8578}" destId="{5B36F10C-3692-4495-9F34-83983E6E136D}" srcOrd="1" destOrd="0" presId="urn:microsoft.com/office/officeart/2005/8/layout/default"/>
    <dgm:cxn modelId="{017A05EA-F399-4F01-B841-62CE8A4EF6C0}" type="presParOf" srcId="{7A55A6EB-6B69-4ED6-8994-CABACCEB8578}" destId="{9487CC4F-5944-443B-9AF9-1CA35524F898}" srcOrd="2" destOrd="0" presId="urn:microsoft.com/office/officeart/2005/8/layout/default"/>
    <dgm:cxn modelId="{B6C646FF-2847-44F4-ADB4-051199BF1A49}" type="presParOf" srcId="{7A55A6EB-6B69-4ED6-8994-CABACCEB8578}" destId="{E580626E-5753-448C-AA32-170E59FA7AD7}" srcOrd="3" destOrd="0" presId="urn:microsoft.com/office/officeart/2005/8/layout/default"/>
    <dgm:cxn modelId="{25D4AD7B-69CF-4C9E-9797-D422682E3C00}" type="presParOf" srcId="{7A55A6EB-6B69-4ED6-8994-CABACCEB8578}" destId="{C28F7B92-A858-4ABE-8EBD-0E0E6B19698E}"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1505C77-84C9-49FA-AB2B-B4544F53EFD2}"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US"/>
        </a:p>
      </dgm:t>
    </dgm:pt>
    <dgm:pt modelId="{1236E57E-3280-4954-9111-38A05C05E40E}">
      <dgm:prSet phldrT="[Text]" custT="1"/>
      <dgm:spPr>
        <a:solidFill>
          <a:schemeClr val="bg1">
            <a:lumMod val="95000"/>
          </a:schemeClr>
        </a:solidFill>
        <a:ln>
          <a:solidFill>
            <a:schemeClr val="bg1">
              <a:lumMod val="85000"/>
            </a:schemeClr>
          </a:solidFill>
        </a:ln>
      </dgm:spPr>
      <dgm:t>
        <a:bodyPr/>
        <a:lstStyle/>
        <a:p>
          <a:r>
            <a:rPr lang="en-US" sz="2800" dirty="0">
              <a:solidFill>
                <a:srgbClr val="20282F"/>
              </a:solidFill>
            </a:rPr>
            <a:t>Network ID</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A3F819D3-28B8-480A-B237-B9E30089B169}" type="parTrans" cxnId="{72BA1CEB-5706-4B65-BEE2-9275163B9355}">
      <dgm:prSet/>
      <dgm:spPr/>
      <dgm:t>
        <a:bodyPr/>
        <a:lstStyle/>
        <a:p>
          <a:endParaRPr lang="en-US"/>
        </a:p>
      </dgm:t>
    </dgm:pt>
    <dgm:pt modelId="{AAF5DAB8-301B-4BB0-9BA0-7583BD7B58C6}" type="sibTrans" cxnId="{72BA1CEB-5706-4B65-BEE2-9275163B9355}">
      <dgm:prSet/>
      <dgm:spPr/>
      <dgm:t>
        <a:bodyPr/>
        <a:lstStyle/>
        <a:p>
          <a:endParaRPr lang="en-US"/>
        </a:p>
      </dgm:t>
    </dgm:pt>
    <dgm:pt modelId="{B938A67A-ECD6-4C19-A8FF-622F55A16568}">
      <dgm:prSet phldrT="[Text]" custT="1"/>
      <dgm:spPr>
        <a:solidFill>
          <a:schemeClr val="bg1">
            <a:lumMod val="95000"/>
          </a:schemeClr>
        </a:solidFill>
        <a:ln>
          <a:solidFill>
            <a:schemeClr val="bg1">
              <a:lumMod val="85000"/>
            </a:schemeClr>
          </a:solidFill>
        </a:ln>
      </dgm:spPr>
      <dgm:t>
        <a:bodyPr/>
        <a:lstStyle/>
        <a:p>
          <a:r>
            <a:rPr lang="en-US" sz="2800" dirty="0">
              <a:solidFill>
                <a:srgbClr val="20282F"/>
              </a:solidFill>
            </a:rPr>
            <a:t>Host ID</a:t>
          </a:r>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D2332FCF-C8BA-4D09-86D7-840227E321E5}" type="parTrans" cxnId="{9F8FE52A-49D1-4FBC-B3A5-12FCED4D9921}">
      <dgm:prSet/>
      <dgm:spPr/>
      <dgm:t>
        <a:bodyPr/>
        <a:lstStyle/>
        <a:p>
          <a:endParaRPr lang="en-US"/>
        </a:p>
      </dgm:t>
    </dgm:pt>
    <dgm:pt modelId="{86C41F0A-1462-4D03-BE6E-A4AA509ED1C0}" type="sibTrans" cxnId="{9F8FE52A-49D1-4FBC-B3A5-12FCED4D9921}">
      <dgm:prSet/>
      <dgm:spPr/>
      <dgm:t>
        <a:bodyPr/>
        <a:lstStyle/>
        <a:p>
          <a:endParaRPr lang="en-US"/>
        </a:p>
      </dgm:t>
    </dgm:pt>
    <dgm:pt modelId="{94167290-26D2-4C35-9AB4-234CE787BA99}">
      <dgm:prSet phldrT="[Text]"/>
      <dgm:spPr/>
      <dgm:t>
        <a:bodyPr/>
        <a:lstStyle/>
        <a:p>
          <a:r>
            <a:rPr lang="en-US" dirty="0"/>
            <a:t>Common to all hosts on the same IP network</a:t>
          </a:r>
        </a:p>
      </dgm:t>
    </dgm:pt>
    <dgm:pt modelId="{C721ACB2-1676-4179-AEE5-16BA665E4709}" type="parTrans" cxnId="{34AE3091-16A6-4E8F-A77B-88E155FBA8B9}">
      <dgm:prSet/>
      <dgm:spPr/>
      <dgm:t>
        <a:bodyPr/>
        <a:lstStyle/>
        <a:p>
          <a:endParaRPr lang="en-US"/>
        </a:p>
      </dgm:t>
    </dgm:pt>
    <dgm:pt modelId="{B889B5F2-63EB-4D57-A355-61DE97184BB5}" type="sibTrans" cxnId="{34AE3091-16A6-4E8F-A77B-88E155FBA8B9}">
      <dgm:prSet/>
      <dgm:spPr/>
      <dgm:t>
        <a:bodyPr/>
        <a:lstStyle/>
        <a:p>
          <a:endParaRPr lang="en-US"/>
        </a:p>
      </dgm:t>
    </dgm:pt>
    <dgm:pt modelId="{5B5E2510-60DF-452F-95D0-B927A686A399}">
      <dgm:prSet phldrT="[Text]"/>
      <dgm:spPr/>
      <dgm:t>
        <a:bodyPr/>
        <a:lstStyle/>
        <a:p>
          <a:r>
            <a:rPr lang="en-US" dirty="0"/>
            <a:t>Identifies a host within an IP network</a:t>
          </a:r>
        </a:p>
      </dgm:t>
    </dgm:pt>
    <dgm:pt modelId="{5E608F58-A0AD-4AAC-B15C-2651AFED3D21}" type="parTrans" cxnId="{6433EA7A-29F1-4162-B935-248BBA996678}">
      <dgm:prSet/>
      <dgm:spPr/>
      <dgm:t>
        <a:bodyPr/>
        <a:lstStyle/>
        <a:p>
          <a:endParaRPr lang="en-US"/>
        </a:p>
      </dgm:t>
    </dgm:pt>
    <dgm:pt modelId="{9576C5E4-3DF3-4953-B24A-D97AE1BE9BDD}" type="sibTrans" cxnId="{6433EA7A-29F1-4162-B935-248BBA996678}">
      <dgm:prSet/>
      <dgm:spPr/>
      <dgm:t>
        <a:bodyPr/>
        <a:lstStyle/>
        <a:p>
          <a:endParaRPr lang="en-US"/>
        </a:p>
      </dgm:t>
    </dgm:pt>
    <dgm:pt modelId="{C3E4D45A-95B3-40B3-AE00-65FD61D595B9}">
      <dgm:prSet phldrT="[Text]"/>
      <dgm:spPr/>
      <dgm:t>
        <a:bodyPr/>
        <a:lstStyle/>
        <a:p>
          <a:r>
            <a:rPr lang="en-US" dirty="0"/>
            <a:t>Like an apartment building number</a:t>
          </a:r>
        </a:p>
      </dgm:t>
    </dgm:pt>
    <dgm:pt modelId="{403C95F5-2B76-4F99-BB31-A4D7EC595C06}" type="parTrans" cxnId="{350A595A-41DB-497D-91C0-E285866F3185}">
      <dgm:prSet/>
      <dgm:spPr/>
      <dgm:t>
        <a:bodyPr/>
        <a:lstStyle/>
        <a:p>
          <a:endParaRPr lang="en-US"/>
        </a:p>
      </dgm:t>
    </dgm:pt>
    <dgm:pt modelId="{835284DC-EE90-4F4B-BA1E-FF573C6BDF6D}" type="sibTrans" cxnId="{350A595A-41DB-497D-91C0-E285866F3185}">
      <dgm:prSet/>
      <dgm:spPr/>
      <dgm:t>
        <a:bodyPr/>
        <a:lstStyle/>
        <a:p>
          <a:endParaRPr lang="en-US"/>
        </a:p>
      </dgm:t>
    </dgm:pt>
    <dgm:pt modelId="{F2971D13-713D-42C2-9EFD-34176CA41D29}">
      <dgm:prSet phldrT="[Text]"/>
      <dgm:spPr/>
      <dgm:t>
        <a:bodyPr/>
        <a:lstStyle/>
        <a:p>
          <a:r>
            <a:rPr lang="en-US" dirty="0"/>
            <a:t>Like an apartment number within a building</a:t>
          </a:r>
        </a:p>
      </dgm:t>
    </dgm:pt>
    <dgm:pt modelId="{A88C23FE-B980-4F6B-A4D4-5AD3921A0A29}" type="parTrans" cxnId="{AD886599-56D0-4354-AB84-999F1179106A}">
      <dgm:prSet/>
      <dgm:spPr/>
      <dgm:t>
        <a:bodyPr/>
        <a:lstStyle/>
        <a:p>
          <a:endParaRPr lang="en-US"/>
        </a:p>
      </dgm:t>
    </dgm:pt>
    <dgm:pt modelId="{ACA304AD-E435-4FF8-A574-21B500E7CF4E}" type="sibTrans" cxnId="{AD886599-56D0-4354-AB84-999F1179106A}">
      <dgm:prSet/>
      <dgm:spPr/>
      <dgm:t>
        <a:bodyPr/>
        <a:lstStyle/>
        <a:p>
          <a:endParaRPr lang="en-US"/>
        </a:p>
      </dgm:t>
    </dgm:pt>
    <dgm:pt modelId="{55BC62C7-F48E-4105-8768-0D13082ACCC4}" type="pres">
      <dgm:prSet presAssocID="{51505C77-84C9-49FA-AB2B-B4544F53EFD2}" presName="theList" presStyleCnt="0">
        <dgm:presLayoutVars>
          <dgm:dir/>
          <dgm:animLvl val="lvl"/>
          <dgm:resizeHandles val="exact"/>
        </dgm:presLayoutVars>
      </dgm:prSet>
      <dgm:spPr/>
    </dgm:pt>
    <dgm:pt modelId="{54DF2081-74CC-40D9-87D8-B22E0F2EB063}" type="pres">
      <dgm:prSet presAssocID="{1236E57E-3280-4954-9111-38A05C05E40E}" presName="compNode" presStyleCnt="0"/>
      <dgm:spPr/>
    </dgm:pt>
    <dgm:pt modelId="{F5B33A64-CB72-41C2-A83B-DBBFE4A4CC10}" type="pres">
      <dgm:prSet presAssocID="{1236E57E-3280-4954-9111-38A05C05E40E}" presName="aNode" presStyleLbl="bgShp" presStyleIdx="0" presStyleCnt="2"/>
      <dgm:spPr/>
    </dgm:pt>
    <dgm:pt modelId="{8525C6C6-10C9-4D30-A93D-AFBA5D321A3E}" type="pres">
      <dgm:prSet presAssocID="{1236E57E-3280-4954-9111-38A05C05E40E}" presName="textNode" presStyleLbl="bgShp" presStyleIdx="0" presStyleCnt="2"/>
      <dgm:spPr/>
    </dgm:pt>
    <dgm:pt modelId="{3BB7AC6D-8019-4493-A8EC-06323AE12D96}" type="pres">
      <dgm:prSet presAssocID="{1236E57E-3280-4954-9111-38A05C05E40E}" presName="compChildNode" presStyleCnt="0"/>
      <dgm:spPr/>
    </dgm:pt>
    <dgm:pt modelId="{C2D3EDBA-62F8-4755-B25D-301423820BA3}" type="pres">
      <dgm:prSet presAssocID="{1236E57E-3280-4954-9111-38A05C05E40E}" presName="theInnerList" presStyleCnt="0"/>
      <dgm:spPr/>
    </dgm:pt>
    <dgm:pt modelId="{1B5AC440-A0B2-43A1-92CA-D53A38A869E1}" type="pres">
      <dgm:prSet presAssocID="{C3E4D45A-95B3-40B3-AE00-65FD61D595B9}" presName="childNode" presStyleLbl="node1" presStyleIdx="0" presStyleCnt="4">
        <dgm:presLayoutVars>
          <dgm:bulletEnabled val="1"/>
        </dgm:presLayoutVars>
      </dgm:prSet>
      <dgm:spPr/>
    </dgm:pt>
    <dgm:pt modelId="{F0A8B193-F3D0-47C4-A87D-6339C83BB849}" type="pres">
      <dgm:prSet presAssocID="{C3E4D45A-95B3-40B3-AE00-65FD61D595B9}" presName="aSpace2" presStyleCnt="0"/>
      <dgm:spPr/>
    </dgm:pt>
    <dgm:pt modelId="{07BB2316-857C-46C9-A4E5-BF618DE8CA5E}" type="pres">
      <dgm:prSet presAssocID="{94167290-26D2-4C35-9AB4-234CE787BA99}" presName="childNode" presStyleLbl="node1" presStyleIdx="1" presStyleCnt="4">
        <dgm:presLayoutVars>
          <dgm:bulletEnabled val="1"/>
        </dgm:presLayoutVars>
      </dgm:prSet>
      <dgm:spPr/>
    </dgm:pt>
    <dgm:pt modelId="{B91E706C-D68B-4A0B-B743-A9DC5A728634}" type="pres">
      <dgm:prSet presAssocID="{1236E57E-3280-4954-9111-38A05C05E40E}" presName="aSpace" presStyleCnt="0"/>
      <dgm:spPr/>
    </dgm:pt>
    <dgm:pt modelId="{38932010-74F0-4297-B90C-A60B86584723}" type="pres">
      <dgm:prSet presAssocID="{B938A67A-ECD6-4C19-A8FF-622F55A16568}" presName="compNode" presStyleCnt="0"/>
      <dgm:spPr/>
    </dgm:pt>
    <dgm:pt modelId="{5434EC3A-486A-49BC-A730-39B27E538884}" type="pres">
      <dgm:prSet presAssocID="{B938A67A-ECD6-4C19-A8FF-622F55A16568}" presName="aNode" presStyleLbl="bgShp" presStyleIdx="1" presStyleCnt="2"/>
      <dgm:spPr/>
    </dgm:pt>
    <dgm:pt modelId="{6E719666-ED5D-41BF-B577-3CFF88426434}" type="pres">
      <dgm:prSet presAssocID="{B938A67A-ECD6-4C19-A8FF-622F55A16568}" presName="textNode" presStyleLbl="bgShp" presStyleIdx="1" presStyleCnt="2"/>
      <dgm:spPr/>
    </dgm:pt>
    <dgm:pt modelId="{6E6F5F6B-9DF4-4AE5-B335-F67C6CFBD60B}" type="pres">
      <dgm:prSet presAssocID="{B938A67A-ECD6-4C19-A8FF-622F55A16568}" presName="compChildNode" presStyleCnt="0"/>
      <dgm:spPr/>
    </dgm:pt>
    <dgm:pt modelId="{3E2DADF0-4181-45F6-AD11-7F538274DC34}" type="pres">
      <dgm:prSet presAssocID="{B938A67A-ECD6-4C19-A8FF-622F55A16568}" presName="theInnerList" presStyleCnt="0"/>
      <dgm:spPr/>
    </dgm:pt>
    <dgm:pt modelId="{AD4C84E0-9AA1-49CD-8B0B-8F8D50E07215}" type="pres">
      <dgm:prSet presAssocID="{F2971D13-713D-42C2-9EFD-34176CA41D29}" presName="childNode" presStyleLbl="node1" presStyleIdx="2" presStyleCnt="4">
        <dgm:presLayoutVars>
          <dgm:bulletEnabled val="1"/>
        </dgm:presLayoutVars>
      </dgm:prSet>
      <dgm:spPr/>
    </dgm:pt>
    <dgm:pt modelId="{DEAD2050-EAC5-4BFE-8DB5-E476B5CB4EDA}" type="pres">
      <dgm:prSet presAssocID="{F2971D13-713D-42C2-9EFD-34176CA41D29}" presName="aSpace2" presStyleCnt="0"/>
      <dgm:spPr/>
    </dgm:pt>
    <dgm:pt modelId="{61AB1FBC-3C59-4F40-9F53-2C53235521BA}" type="pres">
      <dgm:prSet presAssocID="{5B5E2510-60DF-452F-95D0-B927A686A399}" presName="childNode" presStyleLbl="node1" presStyleIdx="3" presStyleCnt="4">
        <dgm:presLayoutVars>
          <dgm:bulletEnabled val="1"/>
        </dgm:presLayoutVars>
      </dgm:prSet>
      <dgm:spPr/>
    </dgm:pt>
  </dgm:ptLst>
  <dgm:cxnLst>
    <dgm:cxn modelId="{C3A78D29-FF3D-4D60-984D-826933DDFE84}" type="presOf" srcId="{5B5E2510-60DF-452F-95D0-B927A686A399}" destId="{61AB1FBC-3C59-4F40-9F53-2C53235521BA}" srcOrd="0" destOrd="0" presId="urn:microsoft.com/office/officeart/2005/8/layout/lProcess2"/>
    <dgm:cxn modelId="{9F8FE52A-49D1-4FBC-B3A5-12FCED4D9921}" srcId="{51505C77-84C9-49FA-AB2B-B4544F53EFD2}" destId="{B938A67A-ECD6-4C19-A8FF-622F55A16568}" srcOrd="1" destOrd="0" parTransId="{D2332FCF-C8BA-4D09-86D7-840227E321E5}" sibTransId="{86C41F0A-1462-4D03-BE6E-A4AA509ED1C0}"/>
    <dgm:cxn modelId="{99685533-27B5-4093-BD4E-D020AD46812B}" type="presOf" srcId="{B938A67A-ECD6-4C19-A8FF-622F55A16568}" destId="{6E719666-ED5D-41BF-B577-3CFF88426434}" srcOrd="1" destOrd="0" presId="urn:microsoft.com/office/officeart/2005/8/layout/lProcess2"/>
    <dgm:cxn modelId="{9B2B5749-84F2-4BD2-B266-ADB2AC0DEA88}" type="presOf" srcId="{C3E4D45A-95B3-40B3-AE00-65FD61D595B9}" destId="{1B5AC440-A0B2-43A1-92CA-D53A38A869E1}" srcOrd="0" destOrd="0" presId="urn:microsoft.com/office/officeart/2005/8/layout/lProcess2"/>
    <dgm:cxn modelId="{85E4D04F-178E-4C2E-9E35-382B9909A4D4}" type="presOf" srcId="{1236E57E-3280-4954-9111-38A05C05E40E}" destId="{F5B33A64-CB72-41C2-A83B-DBBFE4A4CC10}" srcOrd="0" destOrd="0" presId="urn:microsoft.com/office/officeart/2005/8/layout/lProcess2"/>
    <dgm:cxn modelId="{EE86FD56-7E25-4C13-87D0-8CAA32058E97}" type="presOf" srcId="{B938A67A-ECD6-4C19-A8FF-622F55A16568}" destId="{5434EC3A-486A-49BC-A730-39B27E538884}" srcOrd="0" destOrd="0" presId="urn:microsoft.com/office/officeart/2005/8/layout/lProcess2"/>
    <dgm:cxn modelId="{350A595A-41DB-497D-91C0-E285866F3185}" srcId="{1236E57E-3280-4954-9111-38A05C05E40E}" destId="{C3E4D45A-95B3-40B3-AE00-65FD61D595B9}" srcOrd="0" destOrd="0" parTransId="{403C95F5-2B76-4F99-BB31-A4D7EC595C06}" sibTransId="{835284DC-EE90-4F4B-BA1E-FF573C6BDF6D}"/>
    <dgm:cxn modelId="{6433EA7A-29F1-4162-B935-248BBA996678}" srcId="{B938A67A-ECD6-4C19-A8FF-622F55A16568}" destId="{5B5E2510-60DF-452F-95D0-B927A686A399}" srcOrd="1" destOrd="0" parTransId="{5E608F58-A0AD-4AAC-B15C-2651AFED3D21}" sibTransId="{9576C5E4-3DF3-4953-B24A-D97AE1BE9BDD}"/>
    <dgm:cxn modelId="{DAF00D81-31A7-4227-8724-DC62E042619E}" type="presOf" srcId="{51505C77-84C9-49FA-AB2B-B4544F53EFD2}" destId="{55BC62C7-F48E-4105-8768-0D13082ACCC4}" srcOrd="0" destOrd="0" presId="urn:microsoft.com/office/officeart/2005/8/layout/lProcess2"/>
    <dgm:cxn modelId="{774B1C88-5F35-408B-8EC4-E6975459A477}" type="presOf" srcId="{94167290-26D2-4C35-9AB4-234CE787BA99}" destId="{07BB2316-857C-46C9-A4E5-BF618DE8CA5E}" srcOrd="0" destOrd="0" presId="urn:microsoft.com/office/officeart/2005/8/layout/lProcess2"/>
    <dgm:cxn modelId="{0E8BA38A-7073-47D5-AA67-02A6024781AB}" type="presOf" srcId="{1236E57E-3280-4954-9111-38A05C05E40E}" destId="{8525C6C6-10C9-4D30-A93D-AFBA5D321A3E}" srcOrd="1" destOrd="0" presId="urn:microsoft.com/office/officeart/2005/8/layout/lProcess2"/>
    <dgm:cxn modelId="{34AE3091-16A6-4E8F-A77B-88E155FBA8B9}" srcId="{1236E57E-3280-4954-9111-38A05C05E40E}" destId="{94167290-26D2-4C35-9AB4-234CE787BA99}" srcOrd="1" destOrd="0" parTransId="{C721ACB2-1676-4179-AEE5-16BA665E4709}" sibTransId="{B889B5F2-63EB-4D57-A355-61DE97184BB5}"/>
    <dgm:cxn modelId="{AD886599-56D0-4354-AB84-999F1179106A}" srcId="{B938A67A-ECD6-4C19-A8FF-622F55A16568}" destId="{F2971D13-713D-42C2-9EFD-34176CA41D29}" srcOrd="0" destOrd="0" parTransId="{A88C23FE-B980-4F6B-A4D4-5AD3921A0A29}" sibTransId="{ACA304AD-E435-4FF8-A574-21B500E7CF4E}"/>
    <dgm:cxn modelId="{01B15ED2-0F2E-4357-B25C-D2CE30FB4431}" type="presOf" srcId="{F2971D13-713D-42C2-9EFD-34176CA41D29}" destId="{AD4C84E0-9AA1-49CD-8B0B-8F8D50E07215}" srcOrd="0" destOrd="0" presId="urn:microsoft.com/office/officeart/2005/8/layout/lProcess2"/>
    <dgm:cxn modelId="{72BA1CEB-5706-4B65-BEE2-9275163B9355}" srcId="{51505C77-84C9-49FA-AB2B-B4544F53EFD2}" destId="{1236E57E-3280-4954-9111-38A05C05E40E}" srcOrd="0" destOrd="0" parTransId="{A3F819D3-28B8-480A-B237-B9E30089B169}" sibTransId="{AAF5DAB8-301B-4BB0-9BA0-7583BD7B58C6}"/>
    <dgm:cxn modelId="{74D3243F-97B2-4569-8BC7-FC6EFE8A42CF}" type="presParOf" srcId="{55BC62C7-F48E-4105-8768-0D13082ACCC4}" destId="{54DF2081-74CC-40D9-87D8-B22E0F2EB063}" srcOrd="0" destOrd="0" presId="urn:microsoft.com/office/officeart/2005/8/layout/lProcess2"/>
    <dgm:cxn modelId="{C5FDF71C-445F-42EE-9812-E229D9B64721}" type="presParOf" srcId="{54DF2081-74CC-40D9-87D8-B22E0F2EB063}" destId="{F5B33A64-CB72-41C2-A83B-DBBFE4A4CC10}" srcOrd="0" destOrd="0" presId="urn:microsoft.com/office/officeart/2005/8/layout/lProcess2"/>
    <dgm:cxn modelId="{E337AE9B-E551-4339-BAEF-A88DEB3D1785}" type="presParOf" srcId="{54DF2081-74CC-40D9-87D8-B22E0F2EB063}" destId="{8525C6C6-10C9-4D30-A93D-AFBA5D321A3E}" srcOrd="1" destOrd="0" presId="urn:microsoft.com/office/officeart/2005/8/layout/lProcess2"/>
    <dgm:cxn modelId="{48C39A50-7AD1-473B-9F72-1E8C95A82FFF}" type="presParOf" srcId="{54DF2081-74CC-40D9-87D8-B22E0F2EB063}" destId="{3BB7AC6D-8019-4493-A8EC-06323AE12D96}" srcOrd="2" destOrd="0" presId="urn:microsoft.com/office/officeart/2005/8/layout/lProcess2"/>
    <dgm:cxn modelId="{BC254311-8AC9-4A85-AAC9-A456AA0D38E9}" type="presParOf" srcId="{3BB7AC6D-8019-4493-A8EC-06323AE12D96}" destId="{C2D3EDBA-62F8-4755-B25D-301423820BA3}" srcOrd="0" destOrd="0" presId="urn:microsoft.com/office/officeart/2005/8/layout/lProcess2"/>
    <dgm:cxn modelId="{A973CAED-E109-4BBB-A988-D4B59996B3FF}" type="presParOf" srcId="{C2D3EDBA-62F8-4755-B25D-301423820BA3}" destId="{1B5AC440-A0B2-43A1-92CA-D53A38A869E1}" srcOrd="0" destOrd="0" presId="urn:microsoft.com/office/officeart/2005/8/layout/lProcess2"/>
    <dgm:cxn modelId="{A9E5D120-8B48-4116-BA08-50322A3FD9DF}" type="presParOf" srcId="{C2D3EDBA-62F8-4755-B25D-301423820BA3}" destId="{F0A8B193-F3D0-47C4-A87D-6339C83BB849}" srcOrd="1" destOrd="0" presId="urn:microsoft.com/office/officeart/2005/8/layout/lProcess2"/>
    <dgm:cxn modelId="{D0F7D326-B863-46B0-9E12-16907C230614}" type="presParOf" srcId="{C2D3EDBA-62F8-4755-B25D-301423820BA3}" destId="{07BB2316-857C-46C9-A4E5-BF618DE8CA5E}" srcOrd="2" destOrd="0" presId="urn:microsoft.com/office/officeart/2005/8/layout/lProcess2"/>
    <dgm:cxn modelId="{81C4A6B7-86AF-4C0A-81A5-C5C51422008B}" type="presParOf" srcId="{55BC62C7-F48E-4105-8768-0D13082ACCC4}" destId="{B91E706C-D68B-4A0B-B743-A9DC5A728634}" srcOrd="1" destOrd="0" presId="urn:microsoft.com/office/officeart/2005/8/layout/lProcess2"/>
    <dgm:cxn modelId="{67B1D005-7303-4078-9F67-2CBE5DE7A184}" type="presParOf" srcId="{55BC62C7-F48E-4105-8768-0D13082ACCC4}" destId="{38932010-74F0-4297-B90C-A60B86584723}" srcOrd="2" destOrd="0" presId="urn:microsoft.com/office/officeart/2005/8/layout/lProcess2"/>
    <dgm:cxn modelId="{A5F21EDD-4BEF-496A-9FCF-2FBD00E8CCFA}" type="presParOf" srcId="{38932010-74F0-4297-B90C-A60B86584723}" destId="{5434EC3A-486A-49BC-A730-39B27E538884}" srcOrd="0" destOrd="0" presId="urn:microsoft.com/office/officeart/2005/8/layout/lProcess2"/>
    <dgm:cxn modelId="{08158C68-8A9C-440D-8D5D-72F8970DAC8B}" type="presParOf" srcId="{38932010-74F0-4297-B90C-A60B86584723}" destId="{6E719666-ED5D-41BF-B577-3CFF88426434}" srcOrd="1" destOrd="0" presId="urn:microsoft.com/office/officeart/2005/8/layout/lProcess2"/>
    <dgm:cxn modelId="{507C2397-6CB2-4659-9C49-66773E8EAC1A}" type="presParOf" srcId="{38932010-74F0-4297-B90C-A60B86584723}" destId="{6E6F5F6B-9DF4-4AE5-B335-F67C6CFBD60B}" srcOrd="2" destOrd="0" presId="urn:microsoft.com/office/officeart/2005/8/layout/lProcess2"/>
    <dgm:cxn modelId="{9AE0C7F9-8136-4E43-97A1-FD82215A21DA}" type="presParOf" srcId="{6E6F5F6B-9DF4-4AE5-B335-F67C6CFBD60B}" destId="{3E2DADF0-4181-45F6-AD11-7F538274DC34}" srcOrd="0" destOrd="0" presId="urn:microsoft.com/office/officeart/2005/8/layout/lProcess2"/>
    <dgm:cxn modelId="{99356C6B-2967-47AE-875F-761207BD28B9}" type="presParOf" srcId="{3E2DADF0-4181-45F6-AD11-7F538274DC34}" destId="{AD4C84E0-9AA1-49CD-8B0B-8F8D50E07215}" srcOrd="0" destOrd="0" presId="urn:microsoft.com/office/officeart/2005/8/layout/lProcess2"/>
    <dgm:cxn modelId="{9F5730C6-20BE-4565-8B3D-1A82C678A4F6}" type="presParOf" srcId="{3E2DADF0-4181-45F6-AD11-7F538274DC34}" destId="{DEAD2050-EAC5-4BFE-8DB5-E476B5CB4EDA}" srcOrd="1" destOrd="0" presId="urn:microsoft.com/office/officeart/2005/8/layout/lProcess2"/>
    <dgm:cxn modelId="{DFAF5801-09C5-4395-80C0-0C62726F5CB9}" type="presParOf" srcId="{3E2DADF0-4181-45F6-AD11-7F538274DC34}" destId="{61AB1FBC-3C59-4F40-9F53-2C53235521BA}" srcOrd="2" destOrd="0" presId="urn:microsoft.com/office/officeart/2005/8/layout/l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1CAD4C1-64A5-402F-8AF6-FF3CD1C6C503}"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6AB9F5E8-BABB-47A6-B7BA-15DD1B177691}">
      <dgm:prSet phldrT="[Text]"/>
      <dgm:spPr/>
      <dgm:t>
        <a:bodyPr/>
        <a:lstStyle/>
        <a:p>
          <a:r>
            <a:rPr lang="en-US" dirty="0"/>
            <a:t>Subnet Masks</a:t>
          </a:r>
        </a:p>
      </dgm:t>
    </dgm:pt>
    <dgm:pt modelId="{50D93320-0852-417A-B10E-3EF31E70DB02}" type="parTrans" cxnId="{E69A419E-22B4-407E-88AB-CA2471BCC78A}">
      <dgm:prSet/>
      <dgm:spPr/>
      <dgm:t>
        <a:bodyPr/>
        <a:lstStyle/>
        <a:p>
          <a:endParaRPr lang="en-US"/>
        </a:p>
      </dgm:t>
    </dgm:pt>
    <dgm:pt modelId="{39B78F3A-3302-4CCE-A34B-B73C0F27806D}" type="sibTrans" cxnId="{E69A419E-22B4-407E-88AB-CA2471BCC78A}">
      <dgm:prSet/>
      <dgm:spPr/>
      <dgm:t>
        <a:bodyPr/>
        <a:lstStyle/>
        <a:p>
          <a:endParaRPr lang="en-US"/>
        </a:p>
      </dgm:t>
    </dgm:pt>
    <dgm:pt modelId="{D0F7AE38-94C6-4F2C-AA35-7B9B7B76AEBC}">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Help devices determine which network or </a:t>
          </a:r>
          <a:br>
            <a:rPr lang="en-US" dirty="0">
              <a:solidFill>
                <a:srgbClr val="20282F"/>
              </a:solidFill>
            </a:rPr>
          </a:br>
          <a:r>
            <a:rPr lang="en-US" dirty="0">
              <a:solidFill>
                <a:srgbClr val="20282F"/>
              </a:solidFill>
            </a:rPr>
            <a:t>subnet it belongs </a:t>
          </a:r>
        </a:p>
      </dgm:t>
    </dgm:pt>
    <dgm:pt modelId="{03A670E2-231B-4724-B749-1C6ECF0426DA}" type="parTrans" cxnId="{2C659AD6-A843-4B80-BB6A-5D8D5B094906}">
      <dgm:prSet/>
      <dgm:spPr/>
      <dgm:t>
        <a:bodyPr/>
        <a:lstStyle/>
        <a:p>
          <a:endParaRPr lang="en-US"/>
        </a:p>
      </dgm:t>
    </dgm:pt>
    <dgm:pt modelId="{5ABD5659-F0B4-4617-8C7B-00A50E0323ED}" type="sibTrans" cxnId="{2C659AD6-A843-4B80-BB6A-5D8D5B094906}">
      <dgm:prSet/>
      <dgm:spPr/>
      <dgm:t>
        <a:bodyPr/>
        <a:lstStyle/>
        <a:p>
          <a:endParaRPr lang="en-US"/>
        </a:p>
      </dgm:t>
    </dgm:pt>
    <dgm:pt modelId="{4A1946F3-2509-421D-96A4-E895B60C05D3}">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Identify the network portion of an IP address</a:t>
          </a:r>
        </a:p>
      </dgm:t>
    </dgm:pt>
    <dgm:pt modelId="{E37BF185-B775-4538-8523-754D17E2818A}" type="parTrans" cxnId="{A2C09268-137B-4D4D-AC8E-5C0A39E26F70}">
      <dgm:prSet/>
      <dgm:spPr/>
      <dgm:t>
        <a:bodyPr/>
        <a:lstStyle/>
        <a:p>
          <a:endParaRPr lang="en-US"/>
        </a:p>
      </dgm:t>
    </dgm:pt>
    <dgm:pt modelId="{2FA805DB-566B-4DF5-BB72-44B576C08C45}" type="sibTrans" cxnId="{A2C09268-137B-4D4D-AC8E-5C0A39E26F70}">
      <dgm:prSet/>
      <dgm:spPr/>
      <dgm:t>
        <a:bodyPr/>
        <a:lstStyle/>
        <a:p>
          <a:endParaRPr lang="en-US"/>
        </a:p>
      </dgm:t>
    </dgm:pt>
    <dgm:pt modelId="{10443535-3761-4886-A45C-3686769B367D}">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If the network ID matches the local network, the transmission is sent directly to the host. Otherwise, </a:t>
          </a:r>
          <a:br>
            <a:rPr lang="en-US" dirty="0">
              <a:solidFill>
                <a:srgbClr val="20282F"/>
              </a:solidFill>
            </a:rPr>
          </a:br>
          <a:r>
            <a:rPr lang="en-US" dirty="0">
              <a:solidFill>
                <a:srgbClr val="20282F"/>
              </a:solidFill>
            </a:rPr>
            <a:t>it is forwarded.</a:t>
          </a:r>
        </a:p>
      </dgm:t>
    </dgm:pt>
    <dgm:pt modelId="{A514E631-479D-4AE0-A5CE-E6370203ADA2}" type="parTrans" cxnId="{9BA7B9F3-9187-4F31-81F7-7D973BF95692}">
      <dgm:prSet/>
      <dgm:spPr/>
      <dgm:t>
        <a:bodyPr/>
        <a:lstStyle/>
        <a:p>
          <a:endParaRPr lang="en-US"/>
        </a:p>
      </dgm:t>
    </dgm:pt>
    <dgm:pt modelId="{600EC1F7-89F6-4492-8D3D-4A8E525CB294}" type="sibTrans" cxnId="{9BA7B9F3-9187-4F31-81F7-7D973BF95692}">
      <dgm:prSet/>
      <dgm:spPr/>
      <dgm:t>
        <a:bodyPr/>
        <a:lstStyle/>
        <a:p>
          <a:endParaRPr lang="en-US"/>
        </a:p>
      </dgm:t>
    </dgm:pt>
    <dgm:pt modelId="{DCE79CDA-1922-4497-A2E1-19CC94E129BF}" type="pres">
      <dgm:prSet presAssocID="{81CAD4C1-64A5-402F-8AF6-FF3CD1C6C503}" presName="linear" presStyleCnt="0">
        <dgm:presLayoutVars>
          <dgm:dir/>
          <dgm:animLvl val="lvl"/>
          <dgm:resizeHandles val="exact"/>
        </dgm:presLayoutVars>
      </dgm:prSet>
      <dgm:spPr/>
    </dgm:pt>
    <dgm:pt modelId="{A489E75D-80E4-48B4-9B5A-A5E98DC18AF1}" type="pres">
      <dgm:prSet presAssocID="{6AB9F5E8-BABB-47A6-B7BA-15DD1B177691}" presName="parentLin" presStyleCnt="0"/>
      <dgm:spPr/>
    </dgm:pt>
    <dgm:pt modelId="{4F425C8A-2D30-41C6-BBF0-A2DD6AC23F7B}" type="pres">
      <dgm:prSet presAssocID="{6AB9F5E8-BABB-47A6-B7BA-15DD1B177691}" presName="parentLeftMargin" presStyleLbl="node1" presStyleIdx="0" presStyleCnt="1"/>
      <dgm:spPr/>
    </dgm:pt>
    <dgm:pt modelId="{DA449B42-8B2C-4AA3-AA20-DAFDAD064201}" type="pres">
      <dgm:prSet presAssocID="{6AB9F5E8-BABB-47A6-B7BA-15DD1B177691}" presName="parentText" presStyleLbl="node1" presStyleIdx="0" presStyleCnt="1">
        <dgm:presLayoutVars>
          <dgm:chMax val="0"/>
          <dgm:bulletEnabled val="1"/>
        </dgm:presLayoutVars>
      </dgm:prSet>
      <dgm:spPr/>
    </dgm:pt>
    <dgm:pt modelId="{80C24A9F-3998-49DB-BFB6-3F843B2F4D67}" type="pres">
      <dgm:prSet presAssocID="{6AB9F5E8-BABB-47A6-B7BA-15DD1B177691}" presName="negativeSpace" presStyleCnt="0"/>
      <dgm:spPr/>
    </dgm:pt>
    <dgm:pt modelId="{0E197B62-4964-4807-99D6-9B872B4579F5}" type="pres">
      <dgm:prSet presAssocID="{6AB9F5E8-BABB-47A6-B7BA-15DD1B177691}" presName="childText" presStyleLbl="conFgAcc1" presStyleIdx="0" presStyleCnt="1">
        <dgm:presLayoutVars>
          <dgm:bulletEnabled val="1"/>
        </dgm:presLayoutVars>
      </dgm:prSet>
      <dgm:spPr/>
    </dgm:pt>
  </dgm:ptLst>
  <dgm:cxnLst>
    <dgm:cxn modelId="{F045D743-07D4-4DBB-B863-4CE202FD0786}" type="presOf" srcId="{81CAD4C1-64A5-402F-8AF6-FF3CD1C6C503}" destId="{DCE79CDA-1922-4497-A2E1-19CC94E129BF}" srcOrd="0" destOrd="0" presId="urn:microsoft.com/office/officeart/2005/8/layout/list1"/>
    <dgm:cxn modelId="{A2C09268-137B-4D4D-AC8E-5C0A39E26F70}" srcId="{6AB9F5E8-BABB-47A6-B7BA-15DD1B177691}" destId="{4A1946F3-2509-421D-96A4-E895B60C05D3}" srcOrd="0" destOrd="0" parTransId="{E37BF185-B775-4538-8523-754D17E2818A}" sibTransId="{2FA805DB-566B-4DF5-BB72-44B576C08C45}"/>
    <dgm:cxn modelId="{F77C9E6C-458D-4D31-BB92-29951D9A5A04}" type="presOf" srcId="{10443535-3761-4886-A45C-3686769B367D}" destId="{0E197B62-4964-4807-99D6-9B872B4579F5}" srcOrd="0" destOrd="1" presId="urn:microsoft.com/office/officeart/2005/8/layout/list1"/>
    <dgm:cxn modelId="{01A2C390-78E2-4C67-A7F1-51F1968F0ADC}" type="presOf" srcId="{4A1946F3-2509-421D-96A4-E895B60C05D3}" destId="{0E197B62-4964-4807-99D6-9B872B4579F5}" srcOrd="0" destOrd="0" presId="urn:microsoft.com/office/officeart/2005/8/layout/list1"/>
    <dgm:cxn modelId="{F0C41798-B842-4F96-A18D-5C27F46031C8}" type="presOf" srcId="{6AB9F5E8-BABB-47A6-B7BA-15DD1B177691}" destId="{DA449B42-8B2C-4AA3-AA20-DAFDAD064201}" srcOrd="1" destOrd="0" presId="urn:microsoft.com/office/officeart/2005/8/layout/list1"/>
    <dgm:cxn modelId="{E69A419E-22B4-407E-88AB-CA2471BCC78A}" srcId="{81CAD4C1-64A5-402F-8AF6-FF3CD1C6C503}" destId="{6AB9F5E8-BABB-47A6-B7BA-15DD1B177691}" srcOrd="0" destOrd="0" parTransId="{50D93320-0852-417A-B10E-3EF31E70DB02}" sibTransId="{39B78F3A-3302-4CCE-A34B-B73C0F27806D}"/>
    <dgm:cxn modelId="{07A419A0-C812-4388-8770-F869D1B5353D}" type="presOf" srcId="{6AB9F5E8-BABB-47A6-B7BA-15DD1B177691}" destId="{4F425C8A-2D30-41C6-BBF0-A2DD6AC23F7B}" srcOrd="0" destOrd="0" presId="urn:microsoft.com/office/officeart/2005/8/layout/list1"/>
    <dgm:cxn modelId="{A3C271CE-F06F-444F-81D2-C58AA4DF321D}" type="presOf" srcId="{D0F7AE38-94C6-4F2C-AA35-7B9B7B76AEBC}" destId="{0E197B62-4964-4807-99D6-9B872B4579F5}" srcOrd="0" destOrd="2" presId="urn:microsoft.com/office/officeart/2005/8/layout/list1"/>
    <dgm:cxn modelId="{2C659AD6-A843-4B80-BB6A-5D8D5B094906}" srcId="{6AB9F5E8-BABB-47A6-B7BA-15DD1B177691}" destId="{D0F7AE38-94C6-4F2C-AA35-7B9B7B76AEBC}" srcOrd="2" destOrd="0" parTransId="{03A670E2-231B-4724-B749-1C6ECF0426DA}" sibTransId="{5ABD5659-F0B4-4617-8C7B-00A50E0323ED}"/>
    <dgm:cxn modelId="{9BA7B9F3-9187-4F31-81F7-7D973BF95692}" srcId="{6AB9F5E8-BABB-47A6-B7BA-15DD1B177691}" destId="{10443535-3761-4886-A45C-3686769B367D}" srcOrd="1" destOrd="0" parTransId="{A514E631-479D-4AE0-A5CE-E6370203ADA2}" sibTransId="{600EC1F7-89F6-4492-8D3D-4A8E525CB294}"/>
    <dgm:cxn modelId="{27CD6D5E-665F-4B26-88EC-D56B6F3F045E}" type="presParOf" srcId="{DCE79CDA-1922-4497-A2E1-19CC94E129BF}" destId="{A489E75D-80E4-48B4-9B5A-A5E98DC18AF1}" srcOrd="0" destOrd="0" presId="urn:microsoft.com/office/officeart/2005/8/layout/list1"/>
    <dgm:cxn modelId="{67E049C0-5C1D-400D-B026-37071AC3D2BF}" type="presParOf" srcId="{A489E75D-80E4-48B4-9B5A-A5E98DC18AF1}" destId="{4F425C8A-2D30-41C6-BBF0-A2DD6AC23F7B}" srcOrd="0" destOrd="0" presId="urn:microsoft.com/office/officeart/2005/8/layout/list1"/>
    <dgm:cxn modelId="{F05BFD07-2167-4FDC-B2A0-9E04DE1B6A39}" type="presParOf" srcId="{A489E75D-80E4-48B4-9B5A-A5E98DC18AF1}" destId="{DA449B42-8B2C-4AA3-AA20-DAFDAD064201}" srcOrd="1" destOrd="0" presId="urn:microsoft.com/office/officeart/2005/8/layout/list1"/>
    <dgm:cxn modelId="{9922B78A-5CBC-4F19-BE83-59C37C903C8E}" type="presParOf" srcId="{DCE79CDA-1922-4497-A2E1-19CC94E129BF}" destId="{80C24A9F-3998-49DB-BFB6-3F843B2F4D67}" srcOrd="1" destOrd="0" presId="urn:microsoft.com/office/officeart/2005/8/layout/list1"/>
    <dgm:cxn modelId="{65914EEF-A199-4447-B250-9DC7D29FABD7}" type="presParOf" srcId="{DCE79CDA-1922-4497-A2E1-19CC94E129BF}" destId="{0E197B62-4964-4807-99D6-9B872B4579F5}"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C79102E-910B-40E0-82ED-9B3A6A71C089}"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BDE69E07-628D-40C5-B324-94320E13695A}">
      <dgm:prSet phldrT="[Text]"/>
      <dgm:spPr>
        <a:solidFill>
          <a:srgbClr val="004F71"/>
        </a:solidFill>
      </dgm:spPr>
      <dgm:t>
        <a:bodyPr/>
        <a:lstStyle/>
        <a:p>
          <a:r>
            <a:rPr lang="en-US" dirty="0"/>
            <a:t>Public IP Addressing</a:t>
          </a:r>
        </a:p>
      </dgm:t>
    </dgm:pt>
    <dgm:pt modelId="{2E62BABC-37B5-4DBE-9BB7-A9501EB161E1}" type="parTrans" cxnId="{D28E06C7-0226-405B-9A3B-D423DC5B9450}">
      <dgm:prSet/>
      <dgm:spPr/>
      <dgm:t>
        <a:bodyPr/>
        <a:lstStyle/>
        <a:p>
          <a:endParaRPr lang="en-US"/>
        </a:p>
      </dgm:t>
    </dgm:pt>
    <dgm:pt modelId="{CC3D9FB4-A480-4AB7-A9E6-906B0A5A4CB4}" type="sibTrans" cxnId="{D28E06C7-0226-405B-9A3B-D423DC5B9450}">
      <dgm:prSet/>
      <dgm:spPr/>
      <dgm:t>
        <a:bodyPr/>
        <a:lstStyle/>
        <a:p>
          <a:endParaRPr lang="en-US"/>
        </a:p>
      </dgm:t>
    </dgm:pt>
    <dgm:pt modelId="{428E24D4-3E4A-4843-8A8B-776F5ECD493E}">
      <dgm:prSet phldrT="[Text]"/>
      <dgm:spPr>
        <a:solidFill>
          <a:srgbClr val="004F71"/>
        </a:solidFill>
      </dgm:spPr>
      <dgm:t>
        <a:bodyPr/>
        <a:lstStyle/>
        <a:p>
          <a:r>
            <a:rPr lang="en-US" dirty="0"/>
            <a:t>Private IP Addressing</a:t>
          </a:r>
        </a:p>
      </dgm:t>
    </dgm:pt>
    <dgm:pt modelId="{70E2BCCC-ACAF-4D13-A7C3-9D58592D3A33}" type="parTrans" cxnId="{6329B797-F363-492C-A750-7E6365AD6B3F}">
      <dgm:prSet/>
      <dgm:spPr/>
      <dgm:t>
        <a:bodyPr/>
        <a:lstStyle/>
        <a:p>
          <a:endParaRPr lang="en-US"/>
        </a:p>
      </dgm:t>
    </dgm:pt>
    <dgm:pt modelId="{CD8F8EAC-EAFE-4B43-B4E2-BC8D0532D71B}" type="sibTrans" cxnId="{6329B797-F363-492C-A750-7E6365AD6B3F}">
      <dgm:prSet/>
      <dgm:spPr/>
      <dgm:t>
        <a:bodyPr/>
        <a:lstStyle/>
        <a:p>
          <a:endParaRPr lang="en-US"/>
        </a:p>
      </dgm:t>
    </dgm:pt>
    <dgm:pt modelId="{B1062C94-68A0-4E84-8875-7BBE4BCB04B6}">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Assigned by ISPs</a:t>
          </a:r>
        </a:p>
      </dgm:t>
    </dgm:pt>
    <dgm:pt modelId="{80CF6F02-5FBD-4D14-9874-50E106EBFE1A}" type="parTrans" cxnId="{BD171964-79D4-4035-870A-F9A14D5E253D}">
      <dgm:prSet/>
      <dgm:spPr/>
      <dgm:t>
        <a:bodyPr/>
        <a:lstStyle/>
        <a:p>
          <a:endParaRPr lang="en-US"/>
        </a:p>
      </dgm:t>
    </dgm:pt>
    <dgm:pt modelId="{284490C7-1626-4CE5-A1B2-293BFB4177EC}" type="sibTrans" cxnId="{BD171964-79D4-4035-870A-F9A14D5E253D}">
      <dgm:prSet/>
      <dgm:spPr/>
      <dgm:t>
        <a:bodyPr/>
        <a:lstStyle/>
        <a:p>
          <a:endParaRPr lang="en-US"/>
        </a:p>
      </dgm:t>
    </dgm:pt>
    <dgm:pt modelId="{A2FC1462-932F-4311-913C-49B29898B51F}">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Unique identification on the Internet</a:t>
          </a:r>
        </a:p>
      </dgm:t>
    </dgm:pt>
    <dgm:pt modelId="{B16AFF25-3791-4EDD-97AF-4D9D4507CE38}" type="parTrans" cxnId="{1A36CB32-2342-4C16-BC75-7034341803EA}">
      <dgm:prSet/>
      <dgm:spPr/>
      <dgm:t>
        <a:bodyPr/>
        <a:lstStyle/>
        <a:p>
          <a:endParaRPr lang="en-US"/>
        </a:p>
      </dgm:t>
    </dgm:pt>
    <dgm:pt modelId="{FDE38465-B68B-4A01-99DE-9B519FA0E468}" type="sibTrans" cxnId="{1A36CB32-2342-4C16-BC75-7034341803EA}">
      <dgm:prSet/>
      <dgm:spPr/>
      <dgm:t>
        <a:bodyPr/>
        <a:lstStyle/>
        <a:p>
          <a:endParaRPr lang="en-US"/>
        </a:p>
      </dgm:t>
    </dgm:pt>
    <dgm:pt modelId="{994988E5-8DFD-4FBB-9635-424F6A6FADBF}">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Devices requiring direct access to the Internet</a:t>
          </a:r>
        </a:p>
      </dgm:t>
    </dgm:pt>
    <dgm:pt modelId="{79BD7198-2AD1-4B13-8672-85B2D848D085}" type="parTrans" cxnId="{B9DFC80C-7981-429E-A3A1-E2B2873D6290}">
      <dgm:prSet/>
      <dgm:spPr/>
      <dgm:t>
        <a:bodyPr/>
        <a:lstStyle/>
        <a:p>
          <a:endParaRPr lang="en-US"/>
        </a:p>
      </dgm:t>
    </dgm:pt>
    <dgm:pt modelId="{26C56415-A7FA-4D10-9B7B-665A85C2954D}" type="sibTrans" cxnId="{B9DFC80C-7981-429E-A3A1-E2B2873D6290}">
      <dgm:prSet/>
      <dgm:spPr/>
      <dgm:t>
        <a:bodyPr/>
        <a:lstStyle/>
        <a:p>
          <a:endParaRPr lang="en-US"/>
        </a:p>
      </dgm:t>
    </dgm:pt>
    <dgm:pt modelId="{C6B2886D-B267-4A9C-9239-AA3C3D8491F6}">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Assigned by private networks</a:t>
          </a:r>
        </a:p>
      </dgm:t>
    </dgm:pt>
    <dgm:pt modelId="{CE759A58-743F-45D6-874F-D2FAE2D3264C}" type="parTrans" cxnId="{D40714ED-AE56-47F5-A66B-76AB81225BC1}">
      <dgm:prSet/>
      <dgm:spPr/>
      <dgm:t>
        <a:bodyPr/>
        <a:lstStyle/>
        <a:p>
          <a:endParaRPr lang="en-US"/>
        </a:p>
      </dgm:t>
    </dgm:pt>
    <dgm:pt modelId="{7839A2E6-16F1-4E17-A83A-F2D5804F48BE}" type="sibTrans" cxnId="{D40714ED-AE56-47F5-A66B-76AB81225BC1}">
      <dgm:prSet/>
      <dgm:spPr/>
      <dgm:t>
        <a:bodyPr/>
        <a:lstStyle/>
        <a:p>
          <a:endParaRPr lang="en-US"/>
        </a:p>
      </dgm:t>
    </dgm:pt>
    <dgm:pt modelId="{1C98C992-20A2-4D63-9886-2A5B61401548}">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Devices not directly accessible from the Internet</a:t>
          </a:r>
        </a:p>
      </dgm:t>
    </dgm:pt>
    <dgm:pt modelId="{ECB32722-597D-4EFF-9B14-ECEF6B43EAE0}" type="parTrans" cxnId="{EB154DD7-9109-4825-93EC-67F841BD8370}">
      <dgm:prSet/>
      <dgm:spPr/>
      <dgm:t>
        <a:bodyPr/>
        <a:lstStyle/>
        <a:p>
          <a:endParaRPr lang="en-US"/>
        </a:p>
      </dgm:t>
    </dgm:pt>
    <dgm:pt modelId="{8B3FD6D0-B14E-41ED-85BF-209B65BDA65C}" type="sibTrans" cxnId="{EB154DD7-9109-4825-93EC-67F841BD8370}">
      <dgm:prSet/>
      <dgm:spPr/>
      <dgm:t>
        <a:bodyPr/>
        <a:lstStyle/>
        <a:p>
          <a:endParaRPr lang="en-US"/>
        </a:p>
      </dgm:t>
    </dgm:pt>
    <dgm:pt modelId="{6D0E00B6-DC3E-4DBB-A294-47A6994E0E09}">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Unique identification in private network</a:t>
          </a:r>
        </a:p>
      </dgm:t>
    </dgm:pt>
    <dgm:pt modelId="{328E4510-8098-4951-87C2-908999DC6AEB}" type="parTrans" cxnId="{5884C4B2-7936-4B18-A307-F9554C3E679A}">
      <dgm:prSet/>
      <dgm:spPr/>
      <dgm:t>
        <a:bodyPr/>
        <a:lstStyle/>
        <a:p>
          <a:endParaRPr lang="en-US"/>
        </a:p>
      </dgm:t>
    </dgm:pt>
    <dgm:pt modelId="{231809BF-F262-445D-BAB4-2EB6DEE3BDFD}" type="sibTrans" cxnId="{5884C4B2-7936-4B18-A307-F9554C3E679A}">
      <dgm:prSet/>
      <dgm:spPr/>
      <dgm:t>
        <a:bodyPr/>
        <a:lstStyle/>
        <a:p>
          <a:endParaRPr lang="en-US"/>
        </a:p>
      </dgm:t>
    </dgm:pt>
    <dgm:pt modelId="{1844A9A0-FB1F-46A9-858E-6E2D08CED07E}" type="pres">
      <dgm:prSet presAssocID="{DC79102E-910B-40E0-82ED-9B3A6A71C089}" presName="Name0" presStyleCnt="0">
        <dgm:presLayoutVars>
          <dgm:dir/>
          <dgm:animLvl val="lvl"/>
          <dgm:resizeHandles val="exact"/>
        </dgm:presLayoutVars>
      </dgm:prSet>
      <dgm:spPr/>
    </dgm:pt>
    <dgm:pt modelId="{2057F6E7-7C06-41B0-AB1C-35ED7F25F8DF}" type="pres">
      <dgm:prSet presAssocID="{BDE69E07-628D-40C5-B324-94320E13695A}" presName="composite" presStyleCnt="0"/>
      <dgm:spPr/>
    </dgm:pt>
    <dgm:pt modelId="{6984ED89-BFC5-4308-A8DB-AF4FBD450543}" type="pres">
      <dgm:prSet presAssocID="{BDE69E07-628D-40C5-B324-94320E13695A}" presName="parTx" presStyleLbl="alignNode1" presStyleIdx="0" presStyleCnt="2">
        <dgm:presLayoutVars>
          <dgm:chMax val="0"/>
          <dgm:chPref val="0"/>
          <dgm:bulletEnabled val="1"/>
        </dgm:presLayoutVars>
      </dgm:prSet>
      <dgm:spPr/>
    </dgm:pt>
    <dgm:pt modelId="{DDDB1870-2A85-4DAA-8FF9-78EAA15FB8F7}" type="pres">
      <dgm:prSet presAssocID="{BDE69E07-628D-40C5-B324-94320E13695A}" presName="desTx" presStyleLbl="alignAccFollowNode1" presStyleIdx="0" presStyleCnt="2" custLinFactNeighborY="346">
        <dgm:presLayoutVars>
          <dgm:bulletEnabled val="1"/>
        </dgm:presLayoutVars>
      </dgm:prSet>
      <dgm:spPr/>
    </dgm:pt>
    <dgm:pt modelId="{530D5A6B-02C6-48B4-A22D-4355BA3E9F05}" type="pres">
      <dgm:prSet presAssocID="{CC3D9FB4-A480-4AB7-A9E6-906B0A5A4CB4}" presName="space" presStyleCnt="0"/>
      <dgm:spPr/>
    </dgm:pt>
    <dgm:pt modelId="{096F4388-3829-4AC6-B4E3-53951EEC8B43}" type="pres">
      <dgm:prSet presAssocID="{428E24D4-3E4A-4843-8A8B-776F5ECD493E}" presName="composite" presStyleCnt="0"/>
      <dgm:spPr/>
    </dgm:pt>
    <dgm:pt modelId="{F14BD958-31CD-4E72-8BF8-041EDE55D783}" type="pres">
      <dgm:prSet presAssocID="{428E24D4-3E4A-4843-8A8B-776F5ECD493E}" presName="parTx" presStyleLbl="alignNode1" presStyleIdx="1" presStyleCnt="2">
        <dgm:presLayoutVars>
          <dgm:chMax val="0"/>
          <dgm:chPref val="0"/>
          <dgm:bulletEnabled val="1"/>
        </dgm:presLayoutVars>
      </dgm:prSet>
      <dgm:spPr/>
    </dgm:pt>
    <dgm:pt modelId="{A8841E66-4A6A-456B-B4AC-BD42BE469A29}" type="pres">
      <dgm:prSet presAssocID="{428E24D4-3E4A-4843-8A8B-776F5ECD493E}" presName="desTx" presStyleLbl="alignAccFollowNode1" presStyleIdx="1" presStyleCnt="2">
        <dgm:presLayoutVars>
          <dgm:bulletEnabled val="1"/>
        </dgm:presLayoutVars>
      </dgm:prSet>
      <dgm:spPr/>
    </dgm:pt>
  </dgm:ptLst>
  <dgm:cxnLst>
    <dgm:cxn modelId="{B9DFC80C-7981-429E-A3A1-E2B2873D6290}" srcId="{BDE69E07-628D-40C5-B324-94320E13695A}" destId="{994988E5-8DFD-4FBB-9635-424F6A6FADBF}" srcOrd="2" destOrd="0" parTransId="{79BD7198-2AD1-4B13-8672-85B2D848D085}" sibTransId="{26C56415-A7FA-4D10-9B7B-665A85C2954D}"/>
    <dgm:cxn modelId="{98350625-CBE2-459D-A6EA-78C45F74749B}" type="presOf" srcId="{1C98C992-20A2-4D63-9886-2A5B61401548}" destId="{A8841E66-4A6A-456B-B4AC-BD42BE469A29}" srcOrd="0" destOrd="2" presId="urn:microsoft.com/office/officeart/2005/8/layout/hList1"/>
    <dgm:cxn modelId="{6EEF8B25-17E7-4BE1-832D-3736E389B2B0}" type="presOf" srcId="{BDE69E07-628D-40C5-B324-94320E13695A}" destId="{6984ED89-BFC5-4308-A8DB-AF4FBD450543}" srcOrd="0" destOrd="0" presId="urn:microsoft.com/office/officeart/2005/8/layout/hList1"/>
    <dgm:cxn modelId="{1A36CB32-2342-4C16-BC75-7034341803EA}" srcId="{BDE69E07-628D-40C5-B324-94320E13695A}" destId="{A2FC1462-932F-4311-913C-49B29898B51F}" srcOrd="1" destOrd="0" parTransId="{B16AFF25-3791-4EDD-97AF-4D9D4507CE38}" sibTransId="{FDE38465-B68B-4A01-99DE-9B519FA0E468}"/>
    <dgm:cxn modelId="{BD171964-79D4-4035-870A-F9A14D5E253D}" srcId="{BDE69E07-628D-40C5-B324-94320E13695A}" destId="{B1062C94-68A0-4E84-8875-7BBE4BCB04B6}" srcOrd="0" destOrd="0" parTransId="{80CF6F02-5FBD-4D14-9874-50E106EBFE1A}" sibTransId="{284490C7-1626-4CE5-A1B2-293BFB4177EC}"/>
    <dgm:cxn modelId="{E82CF94C-94FC-48E6-885F-12865419675E}" type="presOf" srcId="{994988E5-8DFD-4FBB-9635-424F6A6FADBF}" destId="{DDDB1870-2A85-4DAA-8FF9-78EAA15FB8F7}" srcOrd="0" destOrd="2" presId="urn:microsoft.com/office/officeart/2005/8/layout/hList1"/>
    <dgm:cxn modelId="{C866E64E-8600-4DE0-BF4E-B82025087F40}" type="presOf" srcId="{A2FC1462-932F-4311-913C-49B29898B51F}" destId="{DDDB1870-2A85-4DAA-8FF9-78EAA15FB8F7}" srcOrd="0" destOrd="1" presId="urn:microsoft.com/office/officeart/2005/8/layout/hList1"/>
    <dgm:cxn modelId="{E943B483-A293-404D-B19E-10D00C80538D}" type="presOf" srcId="{6D0E00B6-DC3E-4DBB-A294-47A6994E0E09}" destId="{A8841E66-4A6A-456B-B4AC-BD42BE469A29}" srcOrd="0" destOrd="1" presId="urn:microsoft.com/office/officeart/2005/8/layout/hList1"/>
    <dgm:cxn modelId="{3361758C-0616-4D42-8A30-C5DD3B5F1EF1}" type="presOf" srcId="{C6B2886D-B267-4A9C-9239-AA3C3D8491F6}" destId="{A8841E66-4A6A-456B-B4AC-BD42BE469A29}" srcOrd="0" destOrd="0" presId="urn:microsoft.com/office/officeart/2005/8/layout/hList1"/>
    <dgm:cxn modelId="{6329B797-F363-492C-A750-7E6365AD6B3F}" srcId="{DC79102E-910B-40E0-82ED-9B3A6A71C089}" destId="{428E24D4-3E4A-4843-8A8B-776F5ECD493E}" srcOrd="1" destOrd="0" parTransId="{70E2BCCC-ACAF-4D13-A7C3-9D58592D3A33}" sibTransId="{CD8F8EAC-EAFE-4B43-B4E2-BC8D0532D71B}"/>
    <dgm:cxn modelId="{31FE6DAB-61E5-426A-8AA9-3B6A59914B0E}" type="presOf" srcId="{428E24D4-3E4A-4843-8A8B-776F5ECD493E}" destId="{F14BD958-31CD-4E72-8BF8-041EDE55D783}" srcOrd="0" destOrd="0" presId="urn:microsoft.com/office/officeart/2005/8/layout/hList1"/>
    <dgm:cxn modelId="{5884C4B2-7936-4B18-A307-F9554C3E679A}" srcId="{428E24D4-3E4A-4843-8A8B-776F5ECD493E}" destId="{6D0E00B6-DC3E-4DBB-A294-47A6994E0E09}" srcOrd="1" destOrd="0" parTransId="{328E4510-8098-4951-87C2-908999DC6AEB}" sibTransId="{231809BF-F262-445D-BAB4-2EB6DEE3BDFD}"/>
    <dgm:cxn modelId="{D28E06C7-0226-405B-9A3B-D423DC5B9450}" srcId="{DC79102E-910B-40E0-82ED-9B3A6A71C089}" destId="{BDE69E07-628D-40C5-B324-94320E13695A}" srcOrd="0" destOrd="0" parTransId="{2E62BABC-37B5-4DBE-9BB7-A9501EB161E1}" sibTransId="{CC3D9FB4-A480-4AB7-A9E6-906B0A5A4CB4}"/>
    <dgm:cxn modelId="{EB154DD7-9109-4825-93EC-67F841BD8370}" srcId="{428E24D4-3E4A-4843-8A8B-776F5ECD493E}" destId="{1C98C992-20A2-4D63-9886-2A5B61401548}" srcOrd="2" destOrd="0" parTransId="{ECB32722-597D-4EFF-9B14-ECEF6B43EAE0}" sibTransId="{8B3FD6D0-B14E-41ED-85BF-209B65BDA65C}"/>
    <dgm:cxn modelId="{5A83F5DB-7BAF-4D77-B502-0A4077375404}" type="presOf" srcId="{DC79102E-910B-40E0-82ED-9B3A6A71C089}" destId="{1844A9A0-FB1F-46A9-858E-6E2D08CED07E}" srcOrd="0" destOrd="0" presId="urn:microsoft.com/office/officeart/2005/8/layout/hList1"/>
    <dgm:cxn modelId="{D40714ED-AE56-47F5-A66B-76AB81225BC1}" srcId="{428E24D4-3E4A-4843-8A8B-776F5ECD493E}" destId="{C6B2886D-B267-4A9C-9239-AA3C3D8491F6}" srcOrd="0" destOrd="0" parTransId="{CE759A58-743F-45D6-874F-D2FAE2D3264C}" sibTransId="{7839A2E6-16F1-4E17-A83A-F2D5804F48BE}"/>
    <dgm:cxn modelId="{265671ED-0ACC-4348-9A0C-5A900D47DB8A}" type="presOf" srcId="{B1062C94-68A0-4E84-8875-7BBE4BCB04B6}" destId="{DDDB1870-2A85-4DAA-8FF9-78EAA15FB8F7}" srcOrd="0" destOrd="0" presId="urn:microsoft.com/office/officeart/2005/8/layout/hList1"/>
    <dgm:cxn modelId="{3CA762B7-3A52-4BCD-B18C-B9253BF6314A}" type="presParOf" srcId="{1844A9A0-FB1F-46A9-858E-6E2D08CED07E}" destId="{2057F6E7-7C06-41B0-AB1C-35ED7F25F8DF}" srcOrd="0" destOrd="0" presId="urn:microsoft.com/office/officeart/2005/8/layout/hList1"/>
    <dgm:cxn modelId="{55DA8DF7-87F4-43E0-84B4-5642A7E42642}" type="presParOf" srcId="{2057F6E7-7C06-41B0-AB1C-35ED7F25F8DF}" destId="{6984ED89-BFC5-4308-A8DB-AF4FBD450543}" srcOrd="0" destOrd="0" presId="urn:microsoft.com/office/officeart/2005/8/layout/hList1"/>
    <dgm:cxn modelId="{EA7DDC36-84BD-4C73-9A20-EF2DFBB1F986}" type="presParOf" srcId="{2057F6E7-7C06-41B0-AB1C-35ED7F25F8DF}" destId="{DDDB1870-2A85-4DAA-8FF9-78EAA15FB8F7}" srcOrd="1" destOrd="0" presId="urn:microsoft.com/office/officeart/2005/8/layout/hList1"/>
    <dgm:cxn modelId="{F36DDD78-87E4-4851-9279-81D960F8139E}" type="presParOf" srcId="{1844A9A0-FB1F-46A9-858E-6E2D08CED07E}" destId="{530D5A6B-02C6-48B4-A22D-4355BA3E9F05}" srcOrd="1" destOrd="0" presId="urn:microsoft.com/office/officeart/2005/8/layout/hList1"/>
    <dgm:cxn modelId="{4A5D1338-40F9-4CDA-B5AC-0B073473DA55}" type="presParOf" srcId="{1844A9A0-FB1F-46A9-858E-6E2D08CED07E}" destId="{096F4388-3829-4AC6-B4E3-53951EEC8B43}" srcOrd="2" destOrd="0" presId="urn:microsoft.com/office/officeart/2005/8/layout/hList1"/>
    <dgm:cxn modelId="{CD4B1AA6-65EF-4BC3-830A-8FB715E96FB2}" type="presParOf" srcId="{096F4388-3829-4AC6-B4E3-53951EEC8B43}" destId="{F14BD958-31CD-4E72-8BF8-041EDE55D783}" srcOrd="0" destOrd="0" presId="urn:microsoft.com/office/officeart/2005/8/layout/hList1"/>
    <dgm:cxn modelId="{7B2DA4B7-1DBF-432A-895F-7E43465CA606}" type="presParOf" srcId="{096F4388-3829-4AC6-B4E3-53951EEC8B43}" destId="{A8841E66-4A6A-456B-B4AC-BD42BE469A29}"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817256F-9DD9-4858-AF1C-BFC160740A5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25BB2B5D-EC9E-4173-8BDF-7A781565498A}">
      <dgm:prSet phldrT="[Text]" custT="1"/>
      <dgm:spPr/>
      <dgm:t>
        <a:bodyPr/>
        <a:lstStyle/>
        <a:p>
          <a:r>
            <a:rPr lang="en-US" sz="2200" dirty="0"/>
            <a:t>Borrowing Bits</a:t>
          </a:r>
        </a:p>
      </dgm:t>
    </dgm:pt>
    <dgm:pt modelId="{DE98FBF0-4250-442A-8051-4D5C44719348}" type="parTrans" cxnId="{B7D90FC7-2839-4305-8948-A017A8416215}">
      <dgm:prSet/>
      <dgm:spPr/>
      <dgm:t>
        <a:bodyPr/>
        <a:lstStyle/>
        <a:p>
          <a:endParaRPr lang="en-US" sz="2200"/>
        </a:p>
      </dgm:t>
    </dgm:pt>
    <dgm:pt modelId="{489DA27B-CB1E-4D04-A83E-67A327C2395D}" type="sibTrans" cxnId="{B7D90FC7-2839-4305-8948-A017A8416215}">
      <dgm:prSet/>
      <dgm:spPr/>
      <dgm:t>
        <a:bodyPr/>
        <a:lstStyle/>
        <a:p>
          <a:endParaRPr lang="en-US" sz="2200"/>
        </a:p>
      </dgm:t>
    </dgm:pt>
    <dgm:pt modelId="{3AC6619F-A384-41E9-BC45-AB7CB97161E7}">
      <dgm:prSet phldrT="[Text]" custT="1"/>
      <dgm:spPr>
        <a:solidFill>
          <a:schemeClr val="bg1">
            <a:lumMod val="95000"/>
            <a:alpha val="90000"/>
          </a:schemeClr>
        </a:solidFill>
        <a:ln w="9525">
          <a:solidFill>
            <a:schemeClr val="bg1">
              <a:lumMod val="85000"/>
            </a:schemeClr>
          </a:solidFill>
        </a:ln>
      </dgm:spPr>
      <dgm:t>
        <a:bodyPr/>
        <a:lstStyle/>
        <a:p>
          <a:r>
            <a:rPr lang="en-US" sz="2200" dirty="0">
              <a:solidFill>
                <a:srgbClr val="20282F"/>
              </a:solidFill>
            </a:rPr>
            <a:t>Allows borrowing bits from the host portion of the address to create subnets.</a:t>
          </a:r>
        </a:p>
      </dgm:t>
    </dgm:pt>
    <dgm:pt modelId="{1F455DFA-E3D8-4DD5-8D5F-386F6A0D0417}" type="parTrans" cxnId="{B3B3FD7D-4495-40B2-80E9-FD64EED90179}">
      <dgm:prSet/>
      <dgm:spPr/>
      <dgm:t>
        <a:bodyPr/>
        <a:lstStyle/>
        <a:p>
          <a:endParaRPr lang="en-US" sz="2200"/>
        </a:p>
      </dgm:t>
    </dgm:pt>
    <dgm:pt modelId="{C463ADDC-E03D-40C7-9BF5-CB7150B97AC8}" type="sibTrans" cxnId="{B3B3FD7D-4495-40B2-80E9-FD64EED90179}">
      <dgm:prSet/>
      <dgm:spPr/>
      <dgm:t>
        <a:bodyPr/>
        <a:lstStyle/>
        <a:p>
          <a:endParaRPr lang="en-US" sz="2200"/>
        </a:p>
      </dgm:t>
    </dgm:pt>
    <dgm:pt modelId="{2D4E117E-A30D-433A-A58A-17F42F2BCD86}">
      <dgm:prSet phldrT="[Text]" custT="1"/>
      <dgm:spPr>
        <a:solidFill>
          <a:schemeClr val="bg1">
            <a:lumMod val="95000"/>
            <a:alpha val="90000"/>
          </a:schemeClr>
        </a:solidFill>
        <a:ln w="9525">
          <a:solidFill>
            <a:schemeClr val="bg1">
              <a:lumMod val="85000"/>
            </a:schemeClr>
          </a:solidFill>
        </a:ln>
      </dgm:spPr>
      <dgm:t>
        <a:bodyPr/>
        <a:lstStyle/>
        <a:p>
          <a:pPr>
            <a:buFont typeface="Courier New" panose="02070309020205020404" pitchFamily="49" charset="0"/>
            <a:buChar char="o"/>
          </a:pPr>
          <a:r>
            <a:rPr lang="en-US" sz="2200" dirty="0">
              <a:solidFill>
                <a:srgbClr val="20282F"/>
              </a:solidFill>
            </a:rPr>
            <a:t>Increase available network addresses</a:t>
          </a:r>
        </a:p>
      </dgm:t>
    </dgm:pt>
    <dgm:pt modelId="{5DE37723-F486-4F08-A551-67DD732D4FBA}" type="parTrans" cxnId="{513C56AD-7266-447E-B0F3-6174CAAE1B64}">
      <dgm:prSet/>
      <dgm:spPr/>
      <dgm:t>
        <a:bodyPr/>
        <a:lstStyle/>
        <a:p>
          <a:endParaRPr lang="en-US" sz="2200"/>
        </a:p>
      </dgm:t>
    </dgm:pt>
    <dgm:pt modelId="{4C6BC856-72D9-490A-9861-DDBD8251A499}" type="sibTrans" cxnId="{513C56AD-7266-447E-B0F3-6174CAAE1B64}">
      <dgm:prSet/>
      <dgm:spPr/>
      <dgm:t>
        <a:bodyPr/>
        <a:lstStyle/>
        <a:p>
          <a:endParaRPr lang="en-US" sz="2200"/>
        </a:p>
      </dgm:t>
    </dgm:pt>
    <dgm:pt modelId="{BB7448B6-9E25-49F6-AA10-1FE31E01A63B}">
      <dgm:prSet phldrT="[Text]" custT="1"/>
      <dgm:spPr>
        <a:solidFill>
          <a:schemeClr val="bg1">
            <a:lumMod val="95000"/>
            <a:alpha val="90000"/>
          </a:schemeClr>
        </a:solidFill>
        <a:ln w="9525">
          <a:solidFill>
            <a:schemeClr val="bg1">
              <a:lumMod val="85000"/>
            </a:schemeClr>
          </a:solidFill>
        </a:ln>
      </dgm:spPr>
      <dgm:t>
        <a:bodyPr/>
        <a:lstStyle/>
        <a:p>
          <a:pPr>
            <a:buFont typeface="Courier New" panose="02070309020205020404" pitchFamily="49" charset="0"/>
            <a:buChar char="o"/>
          </a:pPr>
          <a:r>
            <a:rPr lang="en-US" sz="2200" dirty="0">
              <a:solidFill>
                <a:srgbClr val="20282F"/>
              </a:solidFill>
            </a:rPr>
            <a:t>Reduce usable host addresses </a:t>
          </a:r>
          <a:br>
            <a:rPr lang="en-US" sz="2200" dirty="0">
              <a:solidFill>
                <a:srgbClr val="20282F"/>
              </a:solidFill>
            </a:rPr>
          </a:br>
          <a:r>
            <a:rPr lang="en-US" sz="2200" dirty="0">
              <a:solidFill>
                <a:srgbClr val="20282F"/>
              </a:solidFill>
            </a:rPr>
            <a:t>in each subnet</a:t>
          </a:r>
        </a:p>
      </dgm:t>
    </dgm:pt>
    <dgm:pt modelId="{E7624FD9-92C3-4046-942C-AB692FCEFD5F}" type="parTrans" cxnId="{CFC54F7B-EABA-4893-A2BE-A6290FB9552B}">
      <dgm:prSet/>
      <dgm:spPr/>
      <dgm:t>
        <a:bodyPr/>
        <a:lstStyle/>
        <a:p>
          <a:endParaRPr lang="en-US" sz="2200"/>
        </a:p>
      </dgm:t>
    </dgm:pt>
    <dgm:pt modelId="{3EC3640E-3DAF-4D38-B97D-3BACAAC6AEC7}" type="sibTrans" cxnId="{CFC54F7B-EABA-4893-A2BE-A6290FB9552B}">
      <dgm:prSet/>
      <dgm:spPr/>
      <dgm:t>
        <a:bodyPr/>
        <a:lstStyle/>
        <a:p>
          <a:endParaRPr lang="en-US" sz="2200"/>
        </a:p>
      </dgm:t>
    </dgm:pt>
    <dgm:pt modelId="{B0AC93A3-A826-4B5B-A40F-F47819DF7096}" type="pres">
      <dgm:prSet presAssocID="{C817256F-9DD9-4858-AF1C-BFC160740A52}" presName="linear" presStyleCnt="0">
        <dgm:presLayoutVars>
          <dgm:dir/>
          <dgm:animLvl val="lvl"/>
          <dgm:resizeHandles val="exact"/>
        </dgm:presLayoutVars>
      </dgm:prSet>
      <dgm:spPr/>
    </dgm:pt>
    <dgm:pt modelId="{956D6665-F270-40BA-877E-4B830A4289CF}" type="pres">
      <dgm:prSet presAssocID="{25BB2B5D-EC9E-4173-8BDF-7A781565498A}" presName="parentLin" presStyleCnt="0"/>
      <dgm:spPr/>
    </dgm:pt>
    <dgm:pt modelId="{9E7A037D-F1BD-4C38-920A-036C0907FBE0}" type="pres">
      <dgm:prSet presAssocID="{25BB2B5D-EC9E-4173-8BDF-7A781565498A}" presName="parentLeftMargin" presStyleLbl="node1" presStyleIdx="0" presStyleCnt="1"/>
      <dgm:spPr/>
    </dgm:pt>
    <dgm:pt modelId="{36ABDDA1-1E99-4460-9C60-99093A77C93D}" type="pres">
      <dgm:prSet presAssocID="{25BB2B5D-EC9E-4173-8BDF-7A781565498A}" presName="parentText" presStyleLbl="node1" presStyleIdx="0" presStyleCnt="1">
        <dgm:presLayoutVars>
          <dgm:chMax val="0"/>
          <dgm:bulletEnabled val="1"/>
        </dgm:presLayoutVars>
      </dgm:prSet>
      <dgm:spPr/>
    </dgm:pt>
    <dgm:pt modelId="{2E39DF3C-A152-48FF-8666-AA6BADEADA39}" type="pres">
      <dgm:prSet presAssocID="{25BB2B5D-EC9E-4173-8BDF-7A781565498A}" presName="negativeSpace" presStyleCnt="0"/>
      <dgm:spPr/>
    </dgm:pt>
    <dgm:pt modelId="{D8A8E618-BCDA-41D2-B124-416376F6CB00}" type="pres">
      <dgm:prSet presAssocID="{25BB2B5D-EC9E-4173-8BDF-7A781565498A}" presName="childText" presStyleLbl="conFgAcc1" presStyleIdx="0" presStyleCnt="1" custScaleY="92909">
        <dgm:presLayoutVars>
          <dgm:bulletEnabled val="1"/>
        </dgm:presLayoutVars>
      </dgm:prSet>
      <dgm:spPr/>
    </dgm:pt>
  </dgm:ptLst>
  <dgm:cxnLst>
    <dgm:cxn modelId="{E32EF40B-E210-4DB0-927C-36A798459C0A}" type="presOf" srcId="{3AC6619F-A384-41E9-BC45-AB7CB97161E7}" destId="{D8A8E618-BCDA-41D2-B124-416376F6CB00}" srcOrd="0" destOrd="0" presId="urn:microsoft.com/office/officeart/2005/8/layout/list1"/>
    <dgm:cxn modelId="{90A7A012-0D6E-411B-AC89-96DDBE29D36D}" type="presOf" srcId="{25BB2B5D-EC9E-4173-8BDF-7A781565498A}" destId="{36ABDDA1-1E99-4460-9C60-99093A77C93D}" srcOrd="1" destOrd="0" presId="urn:microsoft.com/office/officeart/2005/8/layout/list1"/>
    <dgm:cxn modelId="{D109E078-7F7E-46BB-A738-C9E11811A73F}" type="presOf" srcId="{BB7448B6-9E25-49F6-AA10-1FE31E01A63B}" destId="{D8A8E618-BCDA-41D2-B124-416376F6CB00}" srcOrd="0" destOrd="2" presId="urn:microsoft.com/office/officeart/2005/8/layout/list1"/>
    <dgm:cxn modelId="{F8825E7B-1239-4D34-891B-6EB3CE6CD697}" type="presOf" srcId="{25BB2B5D-EC9E-4173-8BDF-7A781565498A}" destId="{9E7A037D-F1BD-4C38-920A-036C0907FBE0}" srcOrd="0" destOrd="0" presId="urn:microsoft.com/office/officeart/2005/8/layout/list1"/>
    <dgm:cxn modelId="{CFC54F7B-EABA-4893-A2BE-A6290FB9552B}" srcId="{3AC6619F-A384-41E9-BC45-AB7CB97161E7}" destId="{BB7448B6-9E25-49F6-AA10-1FE31E01A63B}" srcOrd="1" destOrd="0" parTransId="{E7624FD9-92C3-4046-942C-AB692FCEFD5F}" sibTransId="{3EC3640E-3DAF-4D38-B97D-3BACAAC6AEC7}"/>
    <dgm:cxn modelId="{B3B3FD7D-4495-40B2-80E9-FD64EED90179}" srcId="{25BB2B5D-EC9E-4173-8BDF-7A781565498A}" destId="{3AC6619F-A384-41E9-BC45-AB7CB97161E7}" srcOrd="0" destOrd="0" parTransId="{1F455DFA-E3D8-4DD5-8D5F-386F6A0D0417}" sibTransId="{C463ADDC-E03D-40C7-9BF5-CB7150B97AC8}"/>
    <dgm:cxn modelId="{513C56AD-7266-447E-B0F3-6174CAAE1B64}" srcId="{3AC6619F-A384-41E9-BC45-AB7CB97161E7}" destId="{2D4E117E-A30D-433A-A58A-17F42F2BCD86}" srcOrd="0" destOrd="0" parTransId="{5DE37723-F486-4F08-A551-67DD732D4FBA}" sibTransId="{4C6BC856-72D9-490A-9861-DDBD8251A499}"/>
    <dgm:cxn modelId="{F125D5AD-CC2C-435A-9A8E-910ACCCABF0A}" type="presOf" srcId="{C817256F-9DD9-4858-AF1C-BFC160740A52}" destId="{B0AC93A3-A826-4B5B-A40F-F47819DF7096}" srcOrd="0" destOrd="0" presId="urn:microsoft.com/office/officeart/2005/8/layout/list1"/>
    <dgm:cxn modelId="{D0A9C9C2-AD62-42A1-94A3-70FF0FCCC96D}" type="presOf" srcId="{2D4E117E-A30D-433A-A58A-17F42F2BCD86}" destId="{D8A8E618-BCDA-41D2-B124-416376F6CB00}" srcOrd="0" destOrd="1" presId="urn:microsoft.com/office/officeart/2005/8/layout/list1"/>
    <dgm:cxn modelId="{B7D90FC7-2839-4305-8948-A017A8416215}" srcId="{C817256F-9DD9-4858-AF1C-BFC160740A52}" destId="{25BB2B5D-EC9E-4173-8BDF-7A781565498A}" srcOrd="0" destOrd="0" parTransId="{DE98FBF0-4250-442A-8051-4D5C44719348}" sibTransId="{489DA27B-CB1E-4D04-A83E-67A327C2395D}"/>
    <dgm:cxn modelId="{9929041E-E0F8-4B58-A4CE-7F419E330591}" type="presParOf" srcId="{B0AC93A3-A826-4B5B-A40F-F47819DF7096}" destId="{956D6665-F270-40BA-877E-4B830A4289CF}" srcOrd="0" destOrd="0" presId="urn:microsoft.com/office/officeart/2005/8/layout/list1"/>
    <dgm:cxn modelId="{F7F15815-DBBF-4F56-91C6-3D19440BBD12}" type="presParOf" srcId="{956D6665-F270-40BA-877E-4B830A4289CF}" destId="{9E7A037D-F1BD-4C38-920A-036C0907FBE0}" srcOrd="0" destOrd="0" presId="urn:microsoft.com/office/officeart/2005/8/layout/list1"/>
    <dgm:cxn modelId="{B3B177F4-1FB9-4A4F-8443-A20509294FAA}" type="presParOf" srcId="{956D6665-F270-40BA-877E-4B830A4289CF}" destId="{36ABDDA1-1E99-4460-9C60-99093A77C93D}" srcOrd="1" destOrd="0" presId="urn:microsoft.com/office/officeart/2005/8/layout/list1"/>
    <dgm:cxn modelId="{6A74A07B-0527-4A2C-BFF3-2975141A3946}" type="presParOf" srcId="{B0AC93A3-A826-4B5B-A40F-F47819DF7096}" destId="{2E39DF3C-A152-48FF-8666-AA6BADEADA39}" srcOrd="1" destOrd="0" presId="urn:microsoft.com/office/officeart/2005/8/layout/list1"/>
    <dgm:cxn modelId="{44A8E27B-8585-4C33-9F4E-32BC17E0A203}" type="presParOf" srcId="{B0AC93A3-A826-4B5B-A40F-F47819DF7096}" destId="{D8A8E618-BCDA-41D2-B124-416376F6CB00}"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BC1DD3A-B47D-458F-AF3F-D4D2295F7EB2}"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BCA0326D-CDB1-46A9-BD8F-C9AE135B3231}">
      <dgm:prSet phldrT="[Text]"/>
      <dgm:spPr>
        <a:solidFill>
          <a:srgbClr val="004F71"/>
        </a:solidFill>
      </dgm:spPr>
      <dgm:t>
        <a:bodyPr/>
        <a:lstStyle/>
        <a:p>
          <a:r>
            <a:rPr lang="en-US" dirty="0"/>
            <a:t>CIDR</a:t>
          </a:r>
        </a:p>
      </dgm:t>
    </dgm:pt>
    <dgm:pt modelId="{DE7EC296-146B-4A05-8FDA-E58A915A02FB}" type="parTrans" cxnId="{404A6244-E911-4764-A441-04653F2D9B16}">
      <dgm:prSet/>
      <dgm:spPr/>
      <dgm:t>
        <a:bodyPr/>
        <a:lstStyle/>
        <a:p>
          <a:endParaRPr lang="en-US"/>
        </a:p>
      </dgm:t>
    </dgm:pt>
    <dgm:pt modelId="{5B75F1E2-83CC-4466-AFF2-E699571AA2FB}" type="sibTrans" cxnId="{404A6244-E911-4764-A441-04653F2D9B16}">
      <dgm:prSet/>
      <dgm:spPr/>
      <dgm:t>
        <a:bodyPr/>
        <a:lstStyle/>
        <a:p>
          <a:endParaRPr lang="en-US"/>
        </a:p>
      </dgm:t>
    </dgm:pt>
    <dgm:pt modelId="{5505007E-2146-4161-92E7-ABC028211DC6}">
      <dgm:prSet phldrT="[Text]" custT="1"/>
      <dgm:spPr>
        <a:solidFill>
          <a:schemeClr val="bg1">
            <a:lumMod val="95000"/>
            <a:alpha val="90000"/>
          </a:schemeClr>
        </a:solidFill>
        <a:ln w="9525">
          <a:solidFill>
            <a:schemeClr val="bg1">
              <a:lumMod val="85000"/>
              <a:alpha val="90000"/>
            </a:schemeClr>
          </a:solidFill>
        </a:ln>
      </dgm:spPr>
      <dgm:t>
        <a:bodyPr/>
        <a:lstStyle/>
        <a:p>
          <a:pPr>
            <a:spcBef>
              <a:spcPts val="360"/>
            </a:spcBef>
          </a:pPr>
          <a:r>
            <a:rPr lang="en-US" sz="1800" dirty="0">
              <a:solidFill>
                <a:srgbClr val="20282F"/>
              </a:solidFill>
            </a:rPr>
            <a:t>Allocates IP address space more efficiently </a:t>
          </a:r>
        </a:p>
      </dgm:t>
    </dgm:pt>
    <dgm:pt modelId="{CCEE4C0B-6A4B-4817-97D8-2DB522B47F61}" type="parTrans" cxnId="{5BA7495E-E763-4D04-8898-3DFB912324B7}">
      <dgm:prSet/>
      <dgm:spPr/>
      <dgm:t>
        <a:bodyPr/>
        <a:lstStyle/>
        <a:p>
          <a:endParaRPr lang="en-US"/>
        </a:p>
      </dgm:t>
    </dgm:pt>
    <dgm:pt modelId="{F7D8716B-53C8-4298-9B0D-26A502DCA535}" type="sibTrans" cxnId="{5BA7495E-E763-4D04-8898-3DFB912324B7}">
      <dgm:prSet/>
      <dgm:spPr/>
      <dgm:t>
        <a:bodyPr/>
        <a:lstStyle/>
        <a:p>
          <a:endParaRPr lang="en-US"/>
        </a:p>
      </dgm:t>
    </dgm:pt>
    <dgm:pt modelId="{FDC2861C-EB61-440C-AD63-E6BEFEDB1652}">
      <dgm:prSet phldrT="[Text]" custT="1"/>
      <dgm:spPr>
        <a:solidFill>
          <a:schemeClr val="bg1">
            <a:lumMod val="95000"/>
            <a:alpha val="90000"/>
          </a:schemeClr>
        </a:solidFill>
        <a:ln w="9525">
          <a:solidFill>
            <a:schemeClr val="bg1">
              <a:lumMod val="85000"/>
              <a:alpha val="90000"/>
            </a:schemeClr>
          </a:solidFill>
        </a:ln>
      </dgm:spPr>
      <dgm:t>
        <a:bodyPr/>
        <a:lstStyle/>
        <a:p>
          <a:pPr>
            <a:spcBef>
              <a:spcPts val="360"/>
            </a:spcBef>
          </a:pPr>
          <a:r>
            <a:rPr lang="en-US" sz="1800" dirty="0">
              <a:solidFill>
                <a:srgbClr val="20282F"/>
              </a:solidFill>
            </a:rPr>
            <a:t>Combines an IP address with a suffix (network portion of address)</a:t>
          </a:r>
        </a:p>
      </dgm:t>
    </dgm:pt>
    <dgm:pt modelId="{816BBA55-705E-4157-8A3D-11507755E481}" type="parTrans" cxnId="{BACB13B6-3842-4A57-B576-C22CEDCF8F3F}">
      <dgm:prSet/>
      <dgm:spPr/>
      <dgm:t>
        <a:bodyPr/>
        <a:lstStyle/>
        <a:p>
          <a:endParaRPr lang="en-US"/>
        </a:p>
      </dgm:t>
    </dgm:pt>
    <dgm:pt modelId="{84CFD562-3CF1-4C6E-BB59-F0C6213D903C}" type="sibTrans" cxnId="{BACB13B6-3842-4A57-B576-C22CEDCF8F3F}">
      <dgm:prSet/>
      <dgm:spPr/>
      <dgm:t>
        <a:bodyPr/>
        <a:lstStyle/>
        <a:p>
          <a:endParaRPr lang="en-US"/>
        </a:p>
      </dgm:t>
    </dgm:pt>
    <dgm:pt modelId="{5AA58E24-9E31-4BAC-AC9F-42DFF8F4B9B4}">
      <dgm:prSet phldrT="[Text]" custT="1"/>
      <dgm:spPr>
        <a:solidFill>
          <a:schemeClr val="bg1">
            <a:lumMod val="95000"/>
            <a:alpha val="90000"/>
          </a:schemeClr>
        </a:solidFill>
        <a:ln w="9525">
          <a:solidFill>
            <a:schemeClr val="bg1">
              <a:lumMod val="85000"/>
              <a:alpha val="90000"/>
            </a:schemeClr>
          </a:solidFill>
        </a:ln>
      </dgm:spPr>
      <dgm:t>
        <a:bodyPr/>
        <a:lstStyle/>
        <a:p>
          <a:pPr>
            <a:spcBef>
              <a:spcPts val="360"/>
            </a:spcBef>
          </a:pPr>
          <a:r>
            <a:rPr lang="en-US" sz="1800" dirty="0">
              <a:solidFill>
                <a:srgbClr val="20282F"/>
              </a:solidFill>
            </a:rPr>
            <a:t>Allows for variable-length subnetting</a:t>
          </a:r>
        </a:p>
      </dgm:t>
    </dgm:pt>
    <dgm:pt modelId="{90503509-BE20-4F69-BC47-A0EE1CC41644}" type="parTrans" cxnId="{F153B17E-E266-49A8-BBBF-EEC0FA16B3EE}">
      <dgm:prSet/>
      <dgm:spPr/>
      <dgm:t>
        <a:bodyPr/>
        <a:lstStyle/>
        <a:p>
          <a:endParaRPr lang="en-US"/>
        </a:p>
      </dgm:t>
    </dgm:pt>
    <dgm:pt modelId="{CCB57FC7-C862-45D3-9355-1835910E294C}" type="sibTrans" cxnId="{F153B17E-E266-49A8-BBBF-EEC0FA16B3EE}">
      <dgm:prSet/>
      <dgm:spPr/>
      <dgm:t>
        <a:bodyPr/>
        <a:lstStyle/>
        <a:p>
          <a:endParaRPr lang="en-US"/>
        </a:p>
      </dgm:t>
    </dgm:pt>
    <dgm:pt modelId="{7BB5FAED-4B07-4817-BFB2-5E3039BB538D}" type="pres">
      <dgm:prSet presAssocID="{EBC1DD3A-B47D-458F-AF3F-D4D2295F7EB2}" presName="Name0" presStyleCnt="0">
        <dgm:presLayoutVars>
          <dgm:dir/>
          <dgm:animLvl val="lvl"/>
          <dgm:resizeHandles val="exact"/>
        </dgm:presLayoutVars>
      </dgm:prSet>
      <dgm:spPr/>
    </dgm:pt>
    <dgm:pt modelId="{4DA1B950-44BB-46FF-9D5A-15C1D618C8C8}" type="pres">
      <dgm:prSet presAssocID="{BCA0326D-CDB1-46A9-BD8F-C9AE135B3231}" presName="composite" presStyleCnt="0"/>
      <dgm:spPr/>
    </dgm:pt>
    <dgm:pt modelId="{0BA02C35-E8CD-4EBD-8F17-51CA89057BB7}" type="pres">
      <dgm:prSet presAssocID="{BCA0326D-CDB1-46A9-BD8F-C9AE135B3231}" presName="parTx" presStyleLbl="alignNode1" presStyleIdx="0" presStyleCnt="1">
        <dgm:presLayoutVars>
          <dgm:chMax val="0"/>
          <dgm:chPref val="0"/>
          <dgm:bulletEnabled val="1"/>
        </dgm:presLayoutVars>
      </dgm:prSet>
      <dgm:spPr/>
    </dgm:pt>
    <dgm:pt modelId="{53AB3EA1-87F1-438E-9F21-36312A28BFB8}" type="pres">
      <dgm:prSet presAssocID="{BCA0326D-CDB1-46A9-BD8F-C9AE135B3231}" presName="desTx" presStyleLbl="alignAccFollowNode1" presStyleIdx="0" presStyleCnt="1">
        <dgm:presLayoutVars>
          <dgm:bulletEnabled val="1"/>
        </dgm:presLayoutVars>
      </dgm:prSet>
      <dgm:spPr/>
    </dgm:pt>
  </dgm:ptLst>
  <dgm:cxnLst>
    <dgm:cxn modelId="{CC57323C-17ED-4129-A0C5-7D0CCFDA4A96}" type="presOf" srcId="{FDC2861C-EB61-440C-AD63-E6BEFEDB1652}" destId="{53AB3EA1-87F1-438E-9F21-36312A28BFB8}" srcOrd="0" destOrd="1" presId="urn:microsoft.com/office/officeart/2005/8/layout/hList1"/>
    <dgm:cxn modelId="{5BA7495E-E763-4D04-8898-3DFB912324B7}" srcId="{BCA0326D-CDB1-46A9-BD8F-C9AE135B3231}" destId="{5505007E-2146-4161-92E7-ABC028211DC6}" srcOrd="0" destOrd="0" parTransId="{CCEE4C0B-6A4B-4817-97D8-2DB522B47F61}" sibTransId="{F7D8716B-53C8-4298-9B0D-26A502DCA535}"/>
    <dgm:cxn modelId="{404A6244-E911-4764-A441-04653F2D9B16}" srcId="{EBC1DD3A-B47D-458F-AF3F-D4D2295F7EB2}" destId="{BCA0326D-CDB1-46A9-BD8F-C9AE135B3231}" srcOrd="0" destOrd="0" parTransId="{DE7EC296-146B-4A05-8FDA-E58A915A02FB}" sibTransId="{5B75F1E2-83CC-4466-AFF2-E699571AA2FB}"/>
    <dgm:cxn modelId="{380B3751-A698-48DC-9BFA-7A9F35EC0086}" type="presOf" srcId="{BCA0326D-CDB1-46A9-BD8F-C9AE135B3231}" destId="{0BA02C35-E8CD-4EBD-8F17-51CA89057BB7}" srcOrd="0" destOrd="0" presId="urn:microsoft.com/office/officeart/2005/8/layout/hList1"/>
    <dgm:cxn modelId="{F153B17E-E266-49A8-BBBF-EEC0FA16B3EE}" srcId="{BCA0326D-CDB1-46A9-BD8F-C9AE135B3231}" destId="{5AA58E24-9E31-4BAC-AC9F-42DFF8F4B9B4}" srcOrd="2" destOrd="0" parTransId="{90503509-BE20-4F69-BC47-A0EE1CC41644}" sibTransId="{CCB57FC7-C862-45D3-9355-1835910E294C}"/>
    <dgm:cxn modelId="{79C2DBA1-DA97-4DE1-AA5F-B04A2CDE6D57}" type="presOf" srcId="{5505007E-2146-4161-92E7-ABC028211DC6}" destId="{53AB3EA1-87F1-438E-9F21-36312A28BFB8}" srcOrd="0" destOrd="0" presId="urn:microsoft.com/office/officeart/2005/8/layout/hList1"/>
    <dgm:cxn modelId="{BACB13B6-3842-4A57-B576-C22CEDCF8F3F}" srcId="{BCA0326D-CDB1-46A9-BD8F-C9AE135B3231}" destId="{FDC2861C-EB61-440C-AD63-E6BEFEDB1652}" srcOrd="1" destOrd="0" parTransId="{816BBA55-705E-4157-8A3D-11507755E481}" sibTransId="{84CFD562-3CF1-4C6E-BB59-F0C6213D903C}"/>
    <dgm:cxn modelId="{ECD137E4-18B3-4D6C-93E9-7EF6FF6CC42F}" type="presOf" srcId="{5AA58E24-9E31-4BAC-AC9F-42DFF8F4B9B4}" destId="{53AB3EA1-87F1-438E-9F21-36312A28BFB8}" srcOrd="0" destOrd="2" presId="urn:microsoft.com/office/officeart/2005/8/layout/hList1"/>
    <dgm:cxn modelId="{C58F4BF9-55D7-425F-8C02-D102941C98CC}" type="presOf" srcId="{EBC1DD3A-B47D-458F-AF3F-D4D2295F7EB2}" destId="{7BB5FAED-4B07-4817-BFB2-5E3039BB538D}" srcOrd="0" destOrd="0" presId="urn:microsoft.com/office/officeart/2005/8/layout/hList1"/>
    <dgm:cxn modelId="{BFE85664-6C99-4B84-BDBF-C88DE18921CC}" type="presParOf" srcId="{7BB5FAED-4B07-4817-BFB2-5E3039BB538D}" destId="{4DA1B950-44BB-46FF-9D5A-15C1D618C8C8}" srcOrd="0" destOrd="0" presId="urn:microsoft.com/office/officeart/2005/8/layout/hList1"/>
    <dgm:cxn modelId="{E555E6E3-E2A2-433B-B38C-E4E4C5C013AB}" type="presParOf" srcId="{4DA1B950-44BB-46FF-9D5A-15C1D618C8C8}" destId="{0BA02C35-E8CD-4EBD-8F17-51CA89057BB7}" srcOrd="0" destOrd="0" presId="urn:microsoft.com/office/officeart/2005/8/layout/hList1"/>
    <dgm:cxn modelId="{AD4DA8DB-8BDE-4DE8-98FA-48C34070B45E}" type="presParOf" srcId="{4DA1B950-44BB-46FF-9D5A-15C1D618C8C8}" destId="{53AB3EA1-87F1-438E-9F21-36312A28BFB8}"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BC1DD3A-B47D-458F-AF3F-D4D2295F7EB2}"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BCA0326D-CDB1-46A9-BD8F-C9AE135B3231}">
      <dgm:prSet phldrT="[Text]"/>
      <dgm:spPr>
        <a:solidFill>
          <a:srgbClr val="004F71"/>
        </a:solidFill>
        <a:ln w="9525"/>
      </dgm:spPr>
      <dgm:t>
        <a:bodyPr/>
        <a:lstStyle/>
        <a:p>
          <a:r>
            <a:rPr lang="en-US" dirty="0"/>
            <a:t>VLSM</a:t>
          </a:r>
        </a:p>
      </dgm:t>
    </dgm:pt>
    <dgm:pt modelId="{DE7EC296-146B-4A05-8FDA-E58A915A02FB}" type="parTrans" cxnId="{404A6244-E911-4764-A441-04653F2D9B16}">
      <dgm:prSet/>
      <dgm:spPr/>
      <dgm:t>
        <a:bodyPr/>
        <a:lstStyle/>
        <a:p>
          <a:endParaRPr lang="en-US"/>
        </a:p>
      </dgm:t>
    </dgm:pt>
    <dgm:pt modelId="{5B75F1E2-83CC-4466-AFF2-E699571AA2FB}" type="sibTrans" cxnId="{404A6244-E911-4764-A441-04653F2D9B16}">
      <dgm:prSet/>
      <dgm:spPr/>
      <dgm:t>
        <a:bodyPr/>
        <a:lstStyle/>
        <a:p>
          <a:endParaRPr lang="en-US"/>
        </a:p>
      </dgm:t>
    </dgm:pt>
    <dgm:pt modelId="{5505007E-2146-4161-92E7-ABC028211DC6}">
      <dgm:prSet phldrT="[Text]"/>
      <dgm:spPr>
        <a:solidFill>
          <a:schemeClr val="bg1">
            <a:lumMod val="95000"/>
            <a:alpha val="90000"/>
          </a:schemeClr>
        </a:solidFill>
        <a:ln>
          <a:solidFill>
            <a:schemeClr val="bg1">
              <a:lumMod val="85000"/>
              <a:alpha val="90000"/>
            </a:schemeClr>
          </a:solidFill>
        </a:ln>
      </dgm:spPr>
      <dgm:t>
        <a:bodyPr/>
        <a:lstStyle/>
        <a:p>
          <a:pPr>
            <a:spcBef>
              <a:spcPts val="360"/>
            </a:spcBef>
            <a:spcAft>
              <a:spcPts val="360"/>
            </a:spcAft>
          </a:pPr>
          <a:r>
            <a:rPr lang="en-US" dirty="0">
              <a:solidFill>
                <a:srgbClr val="20282F"/>
              </a:solidFill>
            </a:rPr>
            <a:t>Creates subnets of different sizes within the same network</a:t>
          </a:r>
        </a:p>
      </dgm:t>
    </dgm:pt>
    <dgm:pt modelId="{CCEE4C0B-6A4B-4817-97D8-2DB522B47F61}" type="parTrans" cxnId="{5BA7495E-E763-4D04-8898-3DFB912324B7}">
      <dgm:prSet/>
      <dgm:spPr/>
      <dgm:t>
        <a:bodyPr/>
        <a:lstStyle/>
        <a:p>
          <a:endParaRPr lang="en-US"/>
        </a:p>
      </dgm:t>
    </dgm:pt>
    <dgm:pt modelId="{F7D8716B-53C8-4298-9B0D-26A502DCA535}" type="sibTrans" cxnId="{5BA7495E-E763-4D04-8898-3DFB912324B7}">
      <dgm:prSet/>
      <dgm:spPr/>
      <dgm:t>
        <a:bodyPr/>
        <a:lstStyle/>
        <a:p>
          <a:endParaRPr lang="en-US"/>
        </a:p>
      </dgm:t>
    </dgm:pt>
    <dgm:pt modelId="{75C3099E-A3F2-4A95-80E8-C6688BD0EE68}">
      <dgm:prSet phldrT="[Text]"/>
      <dgm:spPr>
        <a:solidFill>
          <a:schemeClr val="bg1">
            <a:lumMod val="95000"/>
            <a:alpha val="90000"/>
          </a:schemeClr>
        </a:solidFill>
        <a:ln>
          <a:solidFill>
            <a:schemeClr val="bg1">
              <a:lumMod val="85000"/>
              <a:alpha val="90000"/>
            </a:schemeClr>
          </a:solidFill>
        </a:ln>
      </dgm:spPr>
      <dgm:t>
        <a:bodyPr/>
        <a:lstStyle/>
        <a:p>
          <a:pPr>
            <a:spcBef>
              <a:spcPts val="360"/>
            </a:spcBef>
            <a:spcAft>
              <a:spcPts val="360"/>
            </a:spcAft>
          </a:pPr>
          <a:r>
            <a:rPr lang="en-US" dirty="0">
              <a:solidFill>
                <a:srgbClr val="20282F"/>
              </a:solidFill>
            </a:rPr>
            <a:t>Enables efficient allocation of IP addresses</a:t>
          </a:r>
        </a:p>
      </dgm:t>
    </dgm:pt>
    <dgm:pt modelId="{947AE01B-7A7A-49EE-AE4B-4FEE735F7DF4}" type="parTrans" cxnId="{FD9F42F3-C788-4D5D-A3DA-965D4AE001EC}">
      <dgm:prSet/>
      <dgm:spPr/>
      <dgm:t>
        <a:bodyPr/>
        <a:lstStyle/>
        <a:p>
          <a:endParaRPr lang="en-US"/>
        </a:p>
      </dgm:t>
    </dgm:pt>
    <dgm:pt modelId="{D92450B1-4C19-4D56-9E9F-CF1AE82C441D}" type="sibTrans" cxnId="{FD9F42F3-C788-4D5D-A3DA-965D4AE001EC}">
      <dgm:prSet/>
      <dgm:spPr/>
      <dgm:t>
        <a:bodyPr/>
        <a:lstStyle/>
        <a:p>
          <a:endParaRPr lang="en-US"/>
        </a:p>
      </dgm:t>
    </dgm:pt>
    <dgm:pt modelId="{819B776F-31FD-4C16-8ABC-8526EC993121}">
      <dgm:prSet phldrT="[Text]"/>
      <dgm:spPr>
        <a:solidFill>
          <a:schemeClr val="bg1">
            <a:lumMod val="95000"/>
            <a:alpha val="90000"/>
          </a:schemeClr>
        </a:solidFill>
        <a:ln>
          <a:solidFill>
            <a:schemeClr val="bg1">
              <a:lumMod val="85000"/>
              <a:alpha val="90000"/>
            </a:schemeClr>
          </a:solidFill>
        </a:ln>
      </dgm:spPr>
      <dgm:t>
        <a:bodyPr/>
        <a:lstStyle/>
        <a:p>
          <a:pPr>
            <a:spcBef>
              <a:spcPts val="360"/>
            </a:spcBef>
            <a:spcAft>
              <a:spcPts val="360"/>
            </a:spcAft>
          </a:pPr>
          <a:r>
            <a:rPr lang="en-US" dirty="0">
              <a:solidFill>
                <a:srgbClr val="20282F"/>
              </a:solidFill>
            </a:rPr>
            <a:t>Requires careful planning and management</a:t>
          </a:r>
        </a:p>
      </dgm:t>
    </dgm:pt>
    <dgm:pt modelId="{E6E40E31-0640-4567-85A8-0ADFF7EF8476}" type="parTrans" cxnId="{05CF63C7-0F7B-4FF1-BFA1-10102A7B5E02}">
      <dgm:prSet/>
      <dgm:spPr/>
      <dgm:t>
        <a:bodyPr/>
        <a:lstStyle/>
        <a:p>
          <a:endParaRPr lang="en-US"/>
        </a:p>
      </dgm:t>
    </dgm:pt>
    <dgm:pt modelId="{B397964D-B487-4F9D-A9C2-695CAC424FD1}" type="sibTrans" cxnId="{05CF63C7-0F7B-4FF1-BFA1-10102A7B5E02}">
      <dgm:prSet/>
      <dgm:spPr/>
      <dgm:t>
        <a:bodyPr/>
        <a:lstStyle/>
        <a:p>
          <a:endParaRPr lang="en-US"/>
        </a:p>
      </dgm:t>
    </dgm:pt>
    <dgm:pt modelId="{7BB5FAED-4B07-4817-BFB2-5E3039BB538D}" type="pres">
      <dgm:prSet presAssocID="{EBC1DD3A-B47D-458F-AF3F-D4D2295F7EB2}" presName="Name0" presStyleCnt="0">
        <dgm:presLayoutVars>
          <dgm:dir/>
          <dgm:animLvl val="lvl"/>
          <dgm:resizeHandles val="exact"/>
        </dgm:presLayoutVars>
      </dgm:prSet>
      <dgm:spPr/>
    </dgm:pt>
    <dgm:pt modelId="{4DA1B950-44BB-46FF-9D5A-15C1D618C8C8}" type="pres">
      <dgm:prSet presAssocID="{BCA0326D-CDB1-46A9-BD8F-C9AE135B3231}" presName="composite" presStyleCnt="0"/>
      <dgm:spPr/>
    </dgm:pt>
    <dgm:pt modelId="{0BA02C35-E8CD-4EBD-8F17-51CA89057BB7}" type="pres">
      <dgm:prSet presAssocID="{BCA0326D-CDB1-46A9-BD8F-C9AE135B3231}" presName="parTx" presStyleLbl="alignNode1" presStyleIdx="0" presStyleCnt="1">
        <dgm:presLayoutVars>
          <dgm:chMax val="0"/>
          <dgm:chPref val="0"/>
          <dgm:bulletEnabled val="1"/>
        </dgm:presLayoutVars>
      </dgm:prSet>
      <dgm:spPr/>
    </dgm:pt>
    <dgm:pt modelId="{53AB3EA1-87F1-438E-9F21-36312A28BFB8}" type="pres">
      <dgm:prSet presAssocID="{BCA0326D-CDB1-46A9-BD8F-C9AE135B3231}" presName="desTx" presStyleLbl="alignAccFollowNode1" presStyleIdx="0" presStyleCnt="1">
        <dgm:presLayoutVars>
          <dgm:bulletEnabled val="1"/>
        </dgm:presLayoutVars>
      </dgm:prSet>
      <dgm:spPr/>
    </dgm:pt>
  </dgm:ptLst>
  <dgm:cxnLst>
    <dgm:cxn modelId="{B612B823-C1CC-48C8-8508-1B85D9C135B2}" type="presOf" srcId="{75C3099E-A3F2-4A95-80E8-C6688BD0EE68}" destId="{53AB3EA1-87F1-438E-9F21-36312A28BFB8}" srcOrd="0" destOrd="1" presId="urn:microsoft.com/office/officeart/2005/8/layout/hList1"/>
    <dgm:cxn modelId="{5BA7495E-E763-4D04-8898-3DFB912324B7}" srcId="{BCA0326D-CDB1-46A9-BD8F-C9AE135B3231}" destId="{5505007E-2146-4161-92E7-ABC028211DC6}" srcOrd="0" destOrd="0" parTransId="{CCEE4C0B-6A4B-4817-97D8-2DB522B47F61}" sibTransId="{F7D8716B-53C8-4298-9B0D-26A502DCA535}"/>
    <dgm:cxn modelId="{404A6244-E911-4764-A441-04653F2D9B16}" srcId="{EBC1DD3A-B47D-458F-AF3F-D4D2295F7EB2}" destId="{BCA0326D-CDB1-46A9-BD8F-C9AE135B3231}" srcOrd="0" destOrd="0" parTransId="{DE7EC296-146B-4A05-8FDA-E58A915A02FB}" sibTransId="{5B75F1E2-83CC-4466-AFF2-E699571AA2FB}"/>
    <dgm:cxn modelId="{380B3751-A698-48DC-9BFA-7A9F35EC0086}" type="presOf" srcId="{BCA0326D-CDB1-46A9-BD8F-C9AE135B3231}" destId="{0BA02C35-E8CD-4EBD-8F17-51CA89057BB7}" srcOrd="0" destOrd="0" presId="urn:microsoft.com/office/officeart/2005/8/layout/hList1"/>
    <dgm:cxn modelId="{4F610398-B763-473F-BD3E-4992B8E336C3}" type="presOf" srcId="{819B776F-31FD-4C16-8ABC-8526EC993121}" destId="{53AB3EA1-87F1-438E-9F21-36312A28BFB8}" srcOrd="0" destOrd="2" presId="urn:microsoft.com/office/officeart/2005/8/layout/hList1"/>
    <dgm:cxn modelId="{79C2DBA1-DA97-4DE1-AA5F-B04A2CDE6D57}" type="presOf" srcId="{5505007E-2146-4161-92E7-ABC028211DC6}" destId="{53AB3EA1-87F1-438E-9F21-36312A28BFB8}" srcOrd="0" destOrd="0" presId="urn:microsoft.com/office/officeart/2005/8/layout/hList1"/>
    <dgm:cxn modelId="{05CF63C7-0F7B-4FF1-BFA1-10102A7B5E02}" srcId="{BCA0326D-CDB1-46A9-BD8F-C9AE135B3231}" destId="{819B776F-31FD-4C16-8ABC-8526EC993121}" srcOrd="2" destOrd="0" parTransId="{E6E40E31-0640-4567-85A8-0ADFF7EF8476}" sibTransId="{B397964D-B487-4F9D-A9C2-695CAC424FD1}"/>
    <dgm:cxn modelId="{FD9F42F3-C788-4D5D-A3DA-965D4AE001EC}" srcId="{BCA0326D-CDB1-46A9-BD8F-C9AE135B3231}" destId="{75C3099E-A3F2-4A95-80E8-C6688BD0EE68}" srcOrd="1" destOrd="0" parTransId="{947AE01B-7A7A-49EE-AE4B-4FEE735F7DF4}" sibTransId="{D92450B1-4C19-4D56-9E9F-CF1AE82C441D}"/>
    <dgm:cxn modelId="{C58F4BF9-55D7-425F-8C02-D102941C98CC}" type="presOf" srcId="{EBC1DD3A-B47D-458F-AF3F-D4D2295F7EB2}" destId="{7BB5FAED-4B07-4817-BFB2-5E3039BB538D}" srcOrd="0" destOrd="0" presId="urn:microsoft.com/office/officeart/2005/8/layout/hList1"/>
    <dgm:cxn modelId="{BFE85664-6C99-4B84-BDBF-C88DE18921CC}" type="presParOf" srcId="{7BB5FAED-4B07-4817-BFB2-5E3039BB538D}" destId="{4DA1B950-44BB-46FF-9D5A-15C1D618C8C8}" srcOrd="0" destOrd="0" presId="urn:microsoft.com/office/officeart/2005/8/layout/hList1"/>
    <dgm:cxn modelId="{E555E6E3-E2A2-433B-B38C-E4E4C5C013AB}" type="presParOf" srcId="{4DA1B950-44BB-46FF-9D5A-15C1D618C8C8}" destId="{0BA02C35-E8CD-4EBD-8F17-51CA89057BB7}" srcOrd="0" destOrd="0" presId="urn:microsoft.com/office/officeart/2005/8/layout/hList1"/>
    <dgm:cxn modelId="{AD4DA8DB-8BDE-4DE8-98FA-48C34070B45E}" type="presParOf" srcId="{4DA1B950-44BB-46FF-9D5A-15C1D618C8C8}" destId="{53AB3EA1-87F1-438E-9F21-36312A28BFB8}"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11A3834-B990-40B4-B8C9-B39133D736F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C7B96A2-A334-489D-B27E-4A427DF900BB}">
      <dgm:prSet phldrT="[Text]"/>
      <dgm:spPr>
        <a:solidFill>
          <a:srgbClr val="004F71"/>
        </a:solidFill>
      </dgm:spPr>
      <dgm:t>
        <a:bodyPr/>
        <a:lstStyle/>
        <a:p>
          <a:r>
            <a:rPr lang="en-US" dirty="0"/>
            <a:t>ipconfig </a:t>
          </a:r>
        </a:p>
      </dgm:t>
    </dgm:pt>
    <dgm:pt modelId="{E0F517E0-0DD3-4948-BFF3-A326897723B4}" type="parTrans" cxnId="{EAA80B6A-2053-4493-8616-1BBB2D4504B9}">
      <dgm:prSet/>
      <dgm:spPr/>
      <dgm:t>
        <a:bodyPr/>
        <a:lstStyle/>
        <a:p>
          <a:endParaRPr lang="en-US"/>
        </a:p>
      </dgm:t>
    </dgm:pt>
    <dgm:pt modelId="{AF2BD82D-924C-46F1-BA8A-3BFFE31FC0C4}" type="sibTrans" cxnId="{EAA80B6A-2053-4493-8616-1BBB2D4504B9}">
      <dgm:prSet/>
      <dgm:spPr/>
      <dgm:t>
        <a:bodyPr/>
        <a:lstStyle/>
        <a:p>
          <a:endParaRPr lang="en-US"/>
        </a:p>
      </dgm:t>
    </dgm:pt>
    <dgm:pt modelId="{34800C16-E99C-4543-873B-DE196C1319BA}">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View IP address, subnet mask, and default gateway for all network interfaces </a:t>
          </a:r>
        </a:p>
      </dgm:t>
    </dgm:pt>
    <dgm:pt modelId="{C6FCE0F9-F93B-4044-BD7B-654EF2E0B716}" type="parTrans" cxnId="{5CB6761F-7B0E-43DA-B7F5-FD85F86DCBB3}">
      <dgm:prSet/>
      <dgm:spPr/>
      <dgm:t>
        <a:bodyPr/>
        <a:lstStyle/>
        <a:p>
          <a:endParaRPr lang="en-US"/>
        </a:p>
      </dgm:t>
    </dgm:pt>
    <dgm:pt modelId="{2DC95824-581B-47D6-A36C-D29940BAD35E}" type="sibTrans" cxnId="{5CB6761F-7B0E-43DA-B7F5-FD85F86DCBB3}">
      <dgm:prSet/>
      <dgm:spPr/>
      <dgm:t>
        <a:bodyPr/>
        <a:lstStyle/>
        <a:p>
          <a:endParaRPr lang="en-US"/>
        </a:p>
      </dgm:t>
    </dgm:pt>
    <dgm:pt modelId="{0078321F-FE52-4F78-8C08-93B06DF740D1}">
      <dgm:prSet phldrT="[Text]"/>
      <dgm:spPr>
        <a:solidFill>
          <a:srgbClr val="004F71"/>
        </a:solidFill>
      </dgm:spPr>
      <dgm:t>
        <a:bodyPr/>
        <a:lstStyle/>
        <a:p>
          <a:r>
            <a:rPr lang="en-US" dirty="0"/>
            <a:t>ipconfig /all</a:t>
          </a:r>
        </a:p>
      </dgm:t>
    </dgm:pt>
    <dgm:pt modelId="{78B0DB6D-A8AF-41DA-9252-2EDA06672F1D}" type="parTrans" cxnId="{0D1B015E-F815-4168-8936-94575EA5A7AE}">
      <dgm:prSet/>
      <dgm:spPr/>
      <dgm:t>
        <a:bodyPr/>
        <a:lstStyle/>
        <a:p>
          <a:endParaRPr lang="en-US"/>
        </a:p>
      </dgm:t>
    </dgm:pt>
    <dgm:pt modelId="{401DDED7-E3B7-4026-8C37-BEA6C30F80FD}" type="sibTrans" cxnId="{0D1B015E-F815-4168-8936-94575EA5A7AE}">
      <dgm:prSet/>
      <dgm:spPr/>
      <dgm:t>
        <a:bodyPr/>
        <a:lstStyle/>
        <a:p>
          <a:endParaRPr lang="en-US"/>
        </a:p>
      </dgm:t>
    </dgm:pt>
    <dgm:pt modelId="{822C3D63-B4E4-4076-BF01-79320A9DB700}">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Also   includes complete TCP/IP configuration parameters including DHCP and MAC address</a:t>
          </a:r>
        </a:p>
      </dgm:t>
    </dgm:pt>
    <dgm:pt modelId="{C7B8DF1A-D880-494D-A481-FF14B8B9D8EC}" type="parTrans" cxnId="{5C1853EF-2AEB-465C-964F-474EF37EE1EB}">
      <dgm:prSet/>
      <dgm:spPr/>
      <dgm:t>
        <a:bodyPr/>
        <a:lstStyle/>
        <a:p>
          <a:endParaRPr lang="en-US"/>
        </a:p>
      </dgm:t>
    </dgm:pt>
    <dgm:pt modelId="{8790D49A-F2B4-414F-BDE2-A05B312352C2}" type="sibTrans" cxnId="{5C1853EF-2AEB-465C-964F-474EF37EE1EB}">
      <dgm:prSet/>
      <dgm:spPr/>
      <dgm:t>
        <a:bodyPr/>
        <a:lstStyle/>
        <a:p>
          <a:endParaRPr lang="en-US"/>
        </a:p>
      </dgm:t>
    </dgm:pt>
    <dgm:pt modelId="{E3323B77-551D-4AEE-8D7C-24F312CCAB0C}">
      <dgm:prSet phldrT="[Text]"/>
      <dgm:spPr>
        <a:solidFill>
          <a:srgbClr val="004F71"/>
        </a:solidFill>
      </dgm:spPr>
      <dgm:t>
        <a:bodyPr/>
        <a:lstStyle/>
        <a:p>
          <a:r>
            <a:rPr lang="en-US" dirty="0"/>
            <a:t>ipconfig /renew</a:t>
          </a:r>
        </a:p>
      </dgm:t>
    </dgm:pt>
    <dgm:pt modelId="{17189E91-24A4-4916-A66A-19E205423EC6}" type="parTrans" cxnId="{DB04D03A-7626-4ADF-8204-8CA0A2341A44}">
      <dgm:prSet/>
      <dgm:spPr/>
      <dgm:t>
        <a:bodyPr/>
        <a:lstStyle/>
        <a:p>
          <a:endParaRPr lang="en-US"/>
        </a:p>
      </dgm:t>
    </dgm:pt>
    <dgm:pt modelId="{EFECDB09-0DE8-4A7B-8F80-C32997929C95}" type="sibTrans" cxnId="{DB04D03A-7626-4ADF-8204-8CA0A2341A44}">
      <dgm:prSet/>
      <dgm:spPr/>
      <dgm:t>
        <a:bodyPr/>
        <a:lstStyle/>
        <a:p>
          <a:endParaRPr lang="en-US"/>
        </a:p>
      </dgm:t>
    </dgm:pt>
    <dgm:pt modelId="{C70D3B7D-A9AC-4C0A-961E-3C48D6CA2821}">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Renews the client’s DHCPs leased IP address </a:t>
          </a:r>
        </a:p>
      </dgm:t>
    </dgm:pt>
    <dgm:pt modelId="{101C6CB0-5437-410E-8216-1D5FCEE222BA}" type="parTrans" cxnId="{94C452C5-A38B-493B-BA20-27231D146ECA}">
      <dgm:prSet/>
      <dgm:spPr/>
      <dgm:t>
        <a:bodyPr/>
        <a:lstStyle/>
        <a:p>
          <a:endParaRPr lang="en-US"/>
        </a:p>
      </dgm:t>
    </dgm:pt>
    <dgm:pt modelId="{3007A31C-CE06-4B63-9682-09C25A44F61F}" type="sibTrans" cxnId="{94C452C5-A38B-493B-BA20-27231D146ECA}">
      <dgm:prSet/>
      <dgm:spPr/>
      <dgm:t>
        <a:bodyPr/>
        <a:lstStyle/>
        <a:p>
          <a:endParaRPr lang="en-US"/>
        </a:p>
      </dgm:t>
    </dgm:pt>
    <dgm:pt modelId="{C5B5597C-5678-4573-95DA-F58B942781B4}">
      <dgm:prSet phldrT="[Text]"/>
      <dgm:spPr>
        <a:solidFill>
          <a:srgbClr val="004F71"/>
        </a:solidFill>
      </dgm:spPr>
      <dgm:t>
        <a:bodyPr/>
        <a:lstStyle/>
        <a:p>
          <a:r>
            <a:rPr lang="en-US" dirty="0"/>
            <a:t>ipconfig /release</a:t>
          </a:r>
        </a:p>
      </dgm:t>
    </dgm:pt>
    <dgm:pt modelId="{AA411A91-BCA3-427A-850B-C8949E404133}" type="parTrans" cxnId="{B1DC6879-8950-4C80-87A4-CFA5B5153E2E}">
      <dgm:prSet/>
      <dgm:spPr/>
      <dgm:t>
        <a:bodyPr/>
        <a:lstStyle/>
        <a:p>
          <a:endParaRPr lang="en-US"/>
        </a:p>
      </dgm:t>
    </dgm:pt>
    <dgm:pt modelId="{3F7221C9-B2F6-4C1C-A2CE-2BA4482BE4D0}" type="sibTrans" cxnId="{B1DC6879-8950-4C80-87A4-CFA5B5153E2E}">
      <dgm:prSet/>
      <dgm:spPr/>
      <dgm:t>
        <a:bodyPr/>
        <a:lstStyle/>
        <a:p>
          <a:endParaRPr lang="en-US"/>
        </a:p>
      </dgm:t>
    </dgm:pt>
    <dgm:pt modelId="{06C5E0F8-2A3A-409B-89B8-982A0C8B6604}">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Releases the client’s DHCPs leased IP address</a:t>
          </a:r>
        </a:p>
      </dgm:t>
    </dgm:pt>
    <dgm:pt modelId="{6B050682-423A-48CC-A94F-67DA821E320C}" type="parTrans" cxnId="{699DFA3B-CF9A-4608-85C2-27F317FF60AF}">
      <dgm:prSet/>
      <dgm:spPr/>
      <dgm:t>
        <a:bodyPr/>
        <a:lstStyle/>
        <a:p>
          <a:endParaRPr lang="en-US"/>
        </a:p>
      </dgm:t>
    </dgm:pt>
    <dgm:pt modelId="{E507A5C3-78CE-43EB-8986-81EEDE299C16}" type="sibTrans" cxnId="{699DFA3B-CF9A-4608-85C2-27F317FF60AF}">
      <dgm:prSet/>
      <dgm:spPr/>
      <dgm:t>
        <a:bodyPr/>
        <a:lstStyle/>
        <a:p>
          <a:endParaRPr lang="en-US"/>
        </a:p>
      </dgm:t>
    </dgm:pt>
    <dgm:pt modelId="{36877056-D9D9-481B-878F-D4900AAC47CE}" type="pres">
      <dgm:prSet presAssocID="{011A3834-B990-40B4-B8C9-B39133D736FE}" presName="Name0" presStyleCnt="0">
        <dgm:presLayoutVars>
          <dgm:dir/>
          <dgm:animLvl val="lvl"/>
          <dgm:resizeHandles val="exact"/>
        </dgm:presLayoutVars>
      </dgm:prSet>
      <dgm:spPr/>
    </dgm:pt>
    <dgm:pt modelId="{CA7BD05D-BBD7-4EEE-BD03-4157E8D9DF6B}" type="pres">
      <dgm:prSet presAssocID="{4C7B96A2-A334-489D-B27E-4A427DF900BB}" presName="composite" presStyleCnt="0"/>
      <dgm:spPr/>
    </dgm:pt>
    <dgm:pt modelId="{D6B4F842-0CDD-4B48-913B-1AB63921E9BA}" type="pres">
      <dgm:prSet presAssocID="{4C7B96A2-A334-489D-B27E-4A427DF900BB}" presName="parTx" presStyleLbl="alignNode1" presStyleIdx="0" presStyleCnt="4">
        <dgm:presLayoutVars>
          <dgm:chMax val="0"/>
          <dgm:chPref val="0"/>
          <dgm:bulletEnabled val="1"/>
        </dgm:presLayoutVars>
      </dgm:prSet>
      <dgm:spPr/>
    </dgm:pt>
    <dgm:pt modelId="{A7F10407-679D-470C-A761-F7944A4085B4}" type="pres">
      <dgm:prSet presAssocID="{4C7B96A2-A334-489D-B27E-4A427DF900BB}" presName="desTx" presStyleLbl="alignAccFollowNode1" presStyleIdx="0" presStyleCnt="4">
        <dgm:presLayoutVars>
          <dgm:bulletEnabled val="1"/>
        </dgm:presLayoutVars>
      </dgm:prSet>
      <dgm:spPr/>
    </dgm:pt>
    <dgm:pt modelId="{C6AC3846-1B4B-49F1-919B-34AF2E09BF2A}" type="pres">
      <dgm:prSet presAssocID="{AF2BD82D-924C-46F1-BA8A-3BFFE31FC0C4}" presName="space" presStyleCnt="0"/>
      <dgm:spPr/>
    </dgm:pt>
    <dgm:pt modelId="{AB5AF080-5BB4-4998-B7D7-E01A26BF0901}" type="pres">
      <dgm:prSet presAssocID="{0078321F-FE52-4F78-8C08-93B06DF740D1}" presName="composite" presStyleCnt="0"/>
      <dgm:spPr/>
    </dgm:pt>
    <dgm:pt modelId="{330810CC-4A5F-4386-BA7A-1CB4872777AE}" type="pres">
      <dgm:prSet presAssocID="{0078321F-FE52-4F78-8C08-93B06DF740D1}" presName="parTx" presStyleLbl="alignNode1" presStyleIdx="1" presStyleCnt="4">
        <dgm:presLayoutVars>
          <dgm:chMax val="0"/>
          <dgm:chPref val="0"/>
          <dgm:bulletEnabled val="1"/>
        </dgm:presLayoutVars>
      </dgm:prSet>
      <dgm:spPr/>
    </dgm:pt>
    <dgm:pt modelId="{A85B9029-075E-4605-BA3D-47A683A8EABB}" type="pres">
      <dgm:prSet presAssocID="{0078321F-FE52-4F78-8C08-93B06DF740D1}" presName="desTx" presStyleLbl="alignAccFollowNode1" presStyleIdx="1" presStyleCnt="4">
        <dgm:presLayoutVars>
          <dgm:bulletEnabled val="1"/>
        </dgm:presLayoutVars>
      </dgm:prSet>
      <dgm:spPr/>
    </dgm:pt>
    <dgm:pt modelId="{F80625DA-D313-4C8B-A5EB-2B82AAFFB2A7}" type="pres">
      <dgm:prSet presAssocID="{401DDED7-E3B7-4026-8C37-BEA6C30F80FD}" presName="space" presStyleCnt="0"/>
      <dgm:spPr/>
    </dgm:pt>
    <dgm:pt modelId="{0AD68FB9-6CFF-4106-AFD4-3F12A7A1BDFF}" type="pres">
      <dgm:prSet presAssocID="{E3323B77-551D-4AEE-8D7C-24F312CCAB0C}" presName="composite" presStyleCnt="0"/>
      <dgm:spPr/>
    </dgm:pt>
    <dgm:pt modelId="{25F21975-25A7-4802-B541-2EF89D205F2B}" type="pres">
      <dgm:prSet presAssocID="{E3323B77-551D-4AEE-8D7C-24F312CCAB0C}" presName="parTx" presStyleLbl="alignNode1" presStyleIdx="2" presStyleCnt="4">
        <dgm:presLayoutVars>
          <dgm:chMax val="0"/>
          <dgm:chPref val="0"/>
          <dgm:bulletEnabled val="1"/>
        </dgm:presLayoutVars>
      </dgm:prSet>
      <dgm:spPr/>
    </dgm:pt>
    <dgm:pt modelId="{3785A5AD-DB1C-44BB-8909-DAF73CF24255}" type="pres">
      <dgm:prSet presAssocID="{E3323B77-551D-4AEE-8D7C-24F312CCAB0C}" presName="desTx" presStyleLbl="alignAccFollowNode1" presStyleIdx="2" presStyleCnt="4">
        <dgm:presLayoutVars>
          <dgm:bulletEnabled val="1"/>
        </dgm:presLayoutVars>
      </dgm:prSet>
      <dgm:spPr/>
    </dgm:pt>
    <dgm:pt modelId="{AAD1FF17-82C8-41BF-B2CC-115B2A152769}" type="pres">
      <dgm:prSet presAssocID="{EFECDB09-0DE8-4A7B-8F80-C32997929C95}" presName="space" presStyleCnt="0"/>
      <dgm:spPr/>
    </dgm:pt>
    <dgm:pt modelId="{0D8B75B6-D1F6-4581-9B9C-480A10FEC1E5}" type="pres">
      <dgm:prSet presAssocID="{C5B5597C-5678-4573-95DA-F58B942781B4}" presName="composite" presStyleCnt="0"/>
      <dgm:spPr/>
    </dgm:pt>
    <dgm:pt modelId="{EA154ED6-285C-4193-B0B0-76805EF9F825}" type="pres">
      <dgm:prSet presAssocID="{C5B5597C-5678-4573-95DA-F58B942781B4}" presName="parTx" presStyleLbl="alignNode1" presStyleIdx="3" presStyleCnt="4">
        <dgm:presLayoutVars>
          <dgm:chMax val="0"/>
          <dgm:chPref val="0"/>
          <dgm:bulletEnabled val="1"/>
        </dgm:presLayoutVars>
      </dgm:prSet>
      <dgm:spPr/>
    </dgm:pt>
    <dgm:pt modelId="{AC7D39E6-28ED-4AEA-8A59-3FDB976F142A}" type="pres">
      <dgm:prSet presAssocID="{C5B5597C-5678-4573-95DA-F58B942781B4}" presName="desTx" presStyleLbl="alignAccFollowNode1" presStyleIdx="3" presStyleCnt="4">
        <dgm:presLayoutVars>
          <dgm:bulletEnabled val="1"/>
        </dgm:presLayoutVars>
      </dgm:prSet>
      <dgm:spPr/>
    </dgm:pt>
  </dgm:ptLst>
  <dgm:cxnLst>
    <dgm:cxn modelId="{0C862310-993A-4EF6-8F93-71361394E49F}" type="presOf" srcId="{C70D3B7D-A9AC-4C0A-961E-3C48D6CA2821}" destId="{3785A5AD-DB1C-44BB-8909-DAF73CF24255}" srcOrd="0" destOrd="0" presId="urn:microsoft.com/office/officeart/2005/8/layout/hList1"/>
    <dgm:cxn modelId="{5CB6761F-7B0E-43DA-B7F5-FD85F86DCBB3}" srcId="{4C7B96A2-A334-489D-B27E-4A427DF900BB}" destId="{34800C16-E99C-4543-873B-DE196C1319BA}" srcOrd="0" destOrd="0" parTransId="{C6FCE0F9-F93B-4044-BD7B-654EF2E0B716}" sibTransId="{2DC95824-581B-47D6-A36C-D29940BAD35E}"/>
    <dgm:cxn modelId="{B623B533-1A96-4584-8ED2-E76773E1E960}" type="presOf" srcId="{E3323B77-551D-4AEE-8D7C-24F312CCAB0C}" destId="{25F21975-25A7-4802-B541-2EF89D205F2B}" srcOrd="0" destOrd="0" presId="urn:microsoft.com/office/officeart/2005/8/layout/hList1"/>
    <dgm:cxn modelId="{DB04D03A-7626-4ADF-8204-8CA0A2341A44}" srcId="{011A3834-B990-40B4-B8C9-B39133D736FE}" destId="{E3323B77-551D-4AEE-8D7C-24F312CCAB0C}" srcOrd="2" destOrd="0" parTransId="{17189E91-24A4-4916-A66A-19E205423EC6}" sibTransId="{EFECDB09-0DE8-4A7B-8F80-C32997929C95}"/>
    <dgm:cxn modelId="{699DFA3B-CF9A-4608-85C2-27F317FF60AF}" srcId="{C5B5597C-5678-4573-95DA-F58B942781B4}" destId="{06C5E0F8-2A3A-409B-89B8-982A0C8B6604}" srcOrd="0" destOrd="0" parTransId="{6B050682-423A-48CC-A94F-67DA821E320C}" sibTransId="{E507A5C3-78CE-43EB-8986-81EEDE299C16}"/>
    <dgm:cxn modelId="{0D1B015E-F815-4168-8936-94575EA5A7AE}" srcId="{011A3834-B990-40B4-B8C9-B39133D736FE}" destId="{0078321F-FE52-4F78-8C08-93B06DF740D1}" srcOrd="1" destOrd="0" parTransId="{78B0DB6D-A8AF-41DA-9252-2EDA06672F1D}" sibTransId="{401DDED7-E3B7-4026-8C37-BEA6C30F80FD}"/>
    <dgm:cxn modelId="{EAA80B6A-2053-4493-8616-1BBB2D4504B9}" srcId="{011A3834-B990-40B4-B8C9-B39133D736FE}" destId="{4C7B96A2-A334-489D-B27E-4A427DF900BB}" srcOrd="0" destOrd="0" parTransId="{E0F517E0-0DD3-4948-BFF3-A326897723B4}" sibTransId="{AF2BD82D-924C-46F1-BA8A-3BFFE31FC0C4}"/>
    <dgm:cxn modelId="{6994734D-DF59-4DA6-A574-4DADF46065CB}" type="presOf" srcId="{011A3834-B990-40B4-B8C9-B39133D736FE}" destId="{36877056-D9D9-481B-878F-D4900AAC47CE}" srcOrd="0" destOrd="0" presId="urn:microsoft.com/office/officeart/2005/8/layout/hList1"/>
    <dgm:cxn modelId="{B1DC6879-8950-4C80-87A4-CFA5B5153E2E}" srcId="{011A3834-B990-40B4-B8C9-B39133D736FE}" destId="{C5B5597C-5678-4573-95DA-F58B942781B4}" srcOrd="3" destOrd="0" parTransId="{AA411A91-BCA3-427A-850B-C8949E404133}" sibTransId="{3F7221C9-B2F6-4C1C-A2CE-2BA4482BE4D0}"/>
    <dgm:cxn modelId="{F35A967A-DAC7-4CF0-85E1-B6ACC8B5B6E6}" type="presOf" srcId="{C5B5597C-5678-4573-95DA-F58B942781B4}" destId="{EA154ED6-285C-4193-B0B0-76805EF9F825}" srcOrd="0" destOrd="0" presId="urn:microsoft.com/office/officeart/2005/8/layout/hList1"/>
    <dgm:cxn modelId="{038F368C-8B8E-4A4B-B4BE-FDF56B0CE9E6}" type="presOf" srcId="{34800C16-E99C-4543-873B-DE196C1319BA}" destId="{A7F10407-679D-470C-A761-F7944A4085B4}" srcOrd="0" destOrd="0" presId="urn:microsoft.com/office/officeart/2005/8/layout/hList1"/>
    <dgm:cxn modelId="{27C9E1A9-85D4-4F88-A6E1-0CCCE8177203}" type="presOf" srcId="{0078321F-FE52-4F78-8C08-93B06DF740D1}" destId="{330810CC-4A5F-4386-BA7A-1CB4872777AE}" srcOrd="0" destOrd="0" presId="urn:microsoft.com/office/officeart/2005/8/layout/hList1"/>
    <dgm:cxn modelId="{DF686EB6-BE9C-4048-B19E-3DD0B626DB46}" type="presOf" srcId="{4C7B96A2-A334-489D-B27E-4A427DF900BB}" destId="{D6B4F842-0CDD-4B48-913B-1AB63921E9BA}" srcOrd="0" destOrd="0" presId="urn:microsoft.com/office/officeart/2005/8/layout/hList1"/>
    <dgm:cxn modelId="{BD11E2C3-DA7F-4FFD-8DAF-2B284FF073F5}" type="presOf" srcId="{06C5E0F8-2A3A-409B-89B8-982A0C8B6604}" destId="{AC7D39E6-28ED-4AEA-8A59-3FDB976F142A}" srcOrd="0" destOrd="0" presId="urn:microsoft.com/office/officeart/2005/8/layout/hList1"/>
    <dgm:cxn modelId="{94C452C5-A38B-493B-BA20-27231D146ECA}" srcId="{E3323B77-551D-4AEE-8D7C-24F312CCAB0C}" destId="{C70D3B7D-A9AC-4C0A-961E-3C48D6CA2821}" srcOrd="0" destOrd="0" parTransId="{101C6CB0-5437-410E-8216-1D5FCEE222BA}" sibTransId="{3007A31C-CE06-4B63-9682-09C25A44F61F}"/>
    <dgm:cxn modelId="{70D4B9D9-AC72-4DD5-BA43-FDEC630C64CC}" type="presOf" srcId="{822C3D63-B4E4-4076-BF01-79320A9DB700}" destId="{A85B9029-075E-4605-BA3D-47A683A8EABB}" srcOrd="0" destOrd="0" presId="urn:microsoft.com/office/officeart/2005/8/layout/hList1"/>
    <dgm:cxn modelId="{5C1853EF-2AEB-465C-964F-474EF37EE1EB}" srcId="{0078321F-FE52-4F78-8C08-93B06DF740D1}" destId="{822C3D63-B4E4-4076-BF01-79320A9DB700}" srcOrd="0" destOrd="0" parTransId="{C7B8DF1A-D880-494D-A481-FF14B8B9D8EC}" sibTransId="{8790D49A-F2B4-414F-BDE2-A05B312352C2}"/>
    <dgm:cxn modelId="{32D0081F-4F49-4C90-87D9-101C07470C15}" type="presParOf" srcId="{36877056-D9D9-481B-878F-D4900AAC47CE}" destId="{CA7BD05D-BBD7-4EEE-BD03-4157E8D9DF6B}" srcOrd="0" destOrd="0" presId="urn:microsoft.com/office/officeart/2005/8/layout/hList1"/>
    <dgm:cxn modelId="{5BA8C4F6-B7F3-4623-B94B-8EB7B0833C63}" type="presParOf" srcId="{CA7BD05D-BBD7-4EEE-BD03-4157E8D9DF6B}" destId="{D6B4F842-0CDD-4B48-913B-1AB63921E9BA}" srcOrd="0" destOrd="0" presId="urn:microsoft.com/office/officeart/2005/8/layout/hList1"/>
    <dgm:cxn modelId="{3A8F65A1-7504-4F5D-81B3-3188F75BE046}" type="presParOf" srcId="{CA7BD05D-BBD7-4EEE-BD03-4157E8D9DF6B}" destId="{A7F10407-679D-470C-A761-F7944A4085B4}" srcOrd="1" destOrd="0" presId="urn:microsoft.com/office/officeart/2005/8/layout/hList1"/>
    <dgm:cxn modelId="{4EA1E8F7-ED60-4846-BC96-3A03D65B9F28}" type="presParOf" srcId="{36877056-D9D9-481B-878F-D4900AAC47CE}" destId="{C6AC3846-1B4B-49F1-919B-34AF2E09BF2A}" srcOrd="1" destOrd="0" presId="urn:microsoft.com/office/officeart/2005/8/layout/hList1"/>
    <dgm:cxn modelId="{0B7E6BD5-571C-497F-9AE2-AE1847800EF2}" type="presParOf" srcId="{36877056-D9D9-481B-878F-D4900AAC47CE}" destId="{AB5AF080-5BB4-4998-B7D7-E01A26BF0901}" srcOrd="2" destOrd="0" presId="urn:microsoft.com/office/officeart/2005/8/layout/hList1"/>
    <dgm:cxn modelId="{0723FC5E-8BB5-4A16-B48F-D9D9FD10237D}" type="presParOf" srcId="{AB5AF080-5BB4-4998-B7D7-E01A26BF0901}" destId="{330810CC-4A5F-4386-BA7A-1CB4872777AE}" srcOrd="0" destOrd="0" presId="urn:microsoft.com/office/officeart/2005/8/layout/hList1"/>
    <dgm:cxn modelId="{E154B375-6482-45A0-B281-093628F1E533}" type="presParOf" srcId="{AB5AF080-5BB4-4998-B7D7-E01A26BF0901}" destId="{A85B9029-075E-4605-BA3D-47A683A8EABB}" srcOrd="1" destOrd="0" presId="urn:microsoft.com/office/officeart/2005/8/layout/hList1"/>
    <dgm:cxn modelId="{269D694F-9C8F-4B60-BF15-E535EF8290E9}" type="presParOf" srcId="{36877056-D9D9-481B-878F-D4900AAC47CE}" destId="{F80625DA-D313-4C8B-A5EB-2B82AAFFB2A7}" srcOrd="3" destOrd="0" presId="urn:microsoft.com/office/officeart/2005/8/layout/hList1"/>
    <dgm:cxn modelId="{7594E57B-D9EA-4576-B508-E2B2ABCBF169}" type="presParOf" srcId="{36877056-D9D9-481B-878F-D4900AAC47CE}" destId="{0AD68FB9-6CFF-4106-AFD4-3F12A7A1BDFF}" srcOrd="4" destOrd="0" presId="urn:microsoft.com/office/officeart/2005/8/layout/hList1"/>
    <dgm:cxn modelId="{E073815F-0BC0-4CF9-8BDD-051183CB0380}" type="presParOf" srcId="{0AD68FB9-6CFF-4106-AFD4-3F12A7A1BDFF}" destId="{25F21975-25A7-4802-B541-2EF89D205F2B}" srcOrd="0" destOrd="0" presId="urn:microsoft.com/office/officeart/2005/8/layout/hList1"/>
    <dgm:cxn modelId="{0600D37B-774A-4136-B112-91EE884184A3}" type="presParOf" srcId="{0AD68FB9-6CFF-4106-AFD4-3F12A7A1BDFF}" destId="{3785A5AD-DB1C-44BB-8909-DAF73CF24255}" srcOrd="1" destOrd="0" presId="urn:microsoft.com/office/officeart/2005/8/layout/hList1"/>
    <dgm:cxn modelId="{5E5407E7-D3E6-48FA-8DF5-9106606F5870}" type="presParOf" srcId="{36877056-D9D9-481B-878F-D4900AAC47CE}" destId="{AAD1FF17-82C8-41BF-B2CC-115B2A152769}" srcOrd="5" destOrd="0" presId="urn:microsoft.com/office/officeart/2005/8/layout/hList1"/>
    <dgm:cxn modelId="{5A9A4EFE-F5D1-471B-A925-61CFD1F5BE8B}" type="presParOf" srcId="{36877056-D9D9-481B-878F-D4900AAC47CE}" destId="{0D8B75B6-D1F6-4581-9B9C-480A10FEC1E5}" srcOrd="6" destOrd="0" presId="urn:microsoft.com/office/officeart/2005/8/layout/hList1"/>
    <dgm:cxn modelId="{FF91D7D4-9B8C-4A53-84F7-C440075D88CD}" type="presParOf" srcId="{0D8B75B6-D1F6-4581-9B9C-480A10FEC1E5}" destId="{EA154ED6-285C-4193-B0B0-76805EF9F825}" srcOrd="0" destOrd="0" presId="urn:microsoft.com/office/officeart/2005/8/layout/hList1"/>
    <dgm:cxn modelId="{1BD70136-B215-4241-A51C-993D97B9C50C}" type="presParOf" srcId="{0D8B75B6-D1F6-4581-9B9C-480A10FEC1E5}" destId="{AC7D39E6-28ED-4AEA-8A59-3FDB976F142A}"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115F671-E268-4F58-82C2-929394B6C7B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36081BAC-CAC7-45AB-B2DA-999AAD1E07D1}">
      <dgm:prSet phldrT="[Text]"/>
      <dgm:spPr>
        <a:solidFill>
          <a:srgbClr val="004F71"/>
        </a:solidFill>
      </dgm:spPr>
      <dgm:t>
        <a:bodyPr/>
        <a:lstStyle/>
        <a:p>
          <a:r>
            <a:rPr lang="en-US" b="1" dirty="0"/>
            <a:t>arp –a</a:t>
          </a:r>
          <a:r>
            <a:rPr lang="en-US" dirty="0"/>
            <a:t> (or </a:t>
          </a:r>
          <a:r>
            <a:rPr lang="en-US" b="1" dirty="0"/>
            <a:t>arp –g</a:t>
          </a:r>
          <a:r>
            <a:rPr lang="en-US" dirty="0"/>
            <a:t>)</a:t>
          </a:r>
        </a:p>
      </dgm:t>
    </dgm:pt>
    <dgm:pt modelId="{1C6FB751-D355-40CD-ACE9-4AD0A24199AA}" type="parTrans" cxnId="{2C14A0BB-95FD-4419-B2AA-DC53417611C7}">
      <dgm:prSet/>
      <dgm:spPr/>
      <dgm:t>
        <a:bodyPr/>
        <a:lstStyle/>
        <a:p>
          <a:endParaRPr lang="en-US"/>
        </a:p>
      </dgm:t>
    </dgm:pt>
    <dgm:pt modelId="{110F9DEE-8ACA-440B-B8F3-DE6B48308E35}" type="sibTrans" cxnId="{2C14A0BB-95FD-4419-B2AA-DC53417611C7}">
      <dgm:prSet/>
      <dgm:spPr/>
      <dgm:t>
        <a:bodyPr/>
        <a:lstStyle/>
        <a:p>
          <a:endParaRPr lang="en-US"/>
        </a:p>
      </dgm:t>
    </dgm:pt>
    <dgm:pt modelId="{93DF973C-3969-41F7-9A08-BEB9F88B71C0}">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Shows the ARP cache contents</a:t>
          </a:r>
        </a:p>
      </dgm:t>
    </dgm:pt>
    <dgm:pt modelId="{A75ED2CA-6A45-49DA-B656-CB61B7276494}" type="parTrans" cxnId="{8ACA8971-D510-4D28-B758-803A99375150}">
      <dgm:prSet/>
      <dgm:spPr/>
      <dgm:t>
        <a:bodyPr/>
        <a:lstStyle/>
        <a:p>
          <a:endParaRPr lang="en-US"/>
        </a:p>
      </dgm:t>
    </dgm:pt>
    <dgm:pt modelId="{64202FCB-C2C2-4BC0-A0F0-B661DC69D9BA}" type="sibTrans" cxnId="{8ACA8971-D510-4D28-B758-803A99375150}">
      <dgm:prSet/>
      <dgm:spPr/>
      <dgm:t>
        <a:bodyPr/>
        <a:lstStyle/>
        <a:p>
          <a:endParaRPr lang="en-US"/>
        </a:p>
      </dgm:t>
    </dgm:pt>
    <dgm:pt modelId="{C9CA90D6-B2BC-4CA1-952F-AFB052DEC6D8}">
      <dgm:prSet phldrT="[Text]"/>
      <dgm:spPr>
        <a:solidFill>
          <a:srgbClr val="004F71"/>
        </a:solidFill>
      </dgm:spPr>
      <dgm:t>
        <a:bodyPr/>
        <a:lstStyle/>
        <a:p>
          <a:r>
            <a:rPr lang="en-US" b="1" dirty="0"/>
            <a:t>arp –s</a:t>
          </a:r>
          <a:r>
            <a:rPr lang="en-US" dirty="0"/>
            <a:t> </a:t>
          </a:r>
          <a:r>
            <a:rPr lang="en-US" i="1" dirty="0"/>
            <a:t>IPAddress MACAddress</a:t>
          </a:r>
        </a:p>
      </dgm:t>
    </dgm:pt>
    <dgm:pt modelId="{FB0AF0D4-46EA-43A7-BF06-2B6E0332D646}" type="parTrans" cxnId="{8AE703E8-AE9D-4007-B68F-3581B550AC85}">
      <dgm:prSet/>
      <dgm:spPr/>
      <dgm:t>
        <a:bodyPr/>
        <a:lstStyle/>
        <a:p>
          <a:endParaRPr lang="en-US"/>
        </a:p>
      </dgm:t>
    </dgm:pt>
    <dgm:pt modelId="{161E3691-B013-493C-A4F7-9461843E0C8D}" type="sibTrans" cxnId="{8AE703E8-AE9D-4007-B68F-3581B550AC85}">
      <dgm:prSet/>
      <dgm:spPr/>
      <dgm:t>
        <a:bodyPr/>
        <a:lstStyle/>
        <a:p>
          <a:endParaRPr lang="en-US"/>
        </a:p>
      </dgm:t>
    </dgm:pt>
    <dgm:pt modelId="{83DDF366-A84D-4AB2-98A2-0A1B64E4EDD4}">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Adds an entry to the ARP cache </a:t>
          </a:r>
        </a:p>
      </dgm:t>
    </dgm:pt>
    <dgm:pt modelId="{7B7C6374-EAF7-452D-A511-1F1FDECEA5E1}" type="parTrans" cxnId="{FAFEE625-849A-4E7A-B25C-CB0FB534F3AB}">
      <dgm:prSet/>
      <dgm:spPr/>
      <dgm:t>
        <a:bodyPr/>
        <a:lstStyle/>
        <a:p>
          <a:endParaRPr lang="en-US"/>
        </a:p>
      </dgm:t>
    </dgm:pt>
    <dgm:pt modelId="{892BC18C-4CD6-4D63-9010-C37A8C815D61}" type="sibTrans" cxnId="{FAFEE625-849A-4E7A-B25C-CB0FB534F3AB}">
      <dgm:prSet/>
      <dgm:spPr/>
      <dgm:t>
        <a:bodyPr/>
        <a:lstStyle/>
        <a:p>
          <a:endParaRPr lang="en-US"/>
        </a:p>
      </dgm:t>
    </dgm:pt>
    <dgm:pt modelId="{4628E511-366B-44F0-88E6-E9A809A68C8C}">
      <dgm:prSet phldrT="[Text]"/>
      <dgm:spPr>
        <a:solidFill>
          <a:srgbClr val="004F71"/>
        </a:solidFill>
      </dgm:spPr>
      <dgm:t>
        <a:bodyPr/>
        <a:lstStyle/>
        <a:p>
          <a:r>
            <a:rPr lang="en-US" b="1" dirty="0"/>
            <a:t>arp –d</a:t>
          </a:r>
          <a:r>
            <a:rPr lang="en-US" dirty="0"/>
            <a:t>  </a:t>
          </a:r>
        </a:p>
      </dgm:t>
    </dgm:pt>
    <dgm:pt modelId="{C4F9297E-433D-4D2C-B449-BF7BE15C4F38}" type="parTrans" cxnId="{01BBCE77-1881-47EB-8F42-C6EB5DD80D0E}">
      <dgm:prSet/>
      <dgm:spPr/>
      <dgm:t>
        <a:bodyPr/>
        <a:lstStyle/>
        <a:p>
          <a:endParaRPr lang="en-US"/>
        </a:p>
      </dgm:t>
    </dgm:pt>
    <dgm:pt modelId="{73438B10-1796-48A3-BB6B-4F0F93137D67}" type="sibTrans" cxnId="{01BBCE77-1881-47EB-8F42-C6EB5DD80D0E}">
      <dgm:prSet/>
      <dgm:spPr/>
      <dgm:t>
        <a:bodyPr/>
        <a:lstStyle/>
        <a:p>
          <a:endParaRPr lang="en-US"/>
        </a:p>
      </dgm:t>
    </dgm:pt>
    <dgm:pt modelId="{2AEC5D57-1ADD-4BE0-9BAD-96CFD15592F0}">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Deletes all entries in the ARP cache </a:t>
          </a:r>
        </a:p>
      </dgm:t>
    </dgm:pt>
    <dgm:pt modelId="{0EE7D46D-3703-4BB1-8C6E-1A0C6B64FC63}" type="parTrans" cxnId="{AEC91D23-D85E-4016-9A1E-D6B1A42BBD6F}">
      <dgm:prSet/>
      <dgm:spPr/>
      <dgm:t>
        <a:bodyPr/>
        <a:lstStyle/>
        <a:p>
          <a:endParaRPr lang="en-US"/>
        </a:p>
      </dgm:t>
    </dgm:pt>
    <dgm:pt modelId="{C9F1F704-E967-40F7-AC95-43E6D58127B6}" type="sibTrans" cxnId="{AEC91D23-D85E-4016-9A1E-D6B1A42BBD6F}">
      <dgm:prSet/>
      <dgm:spPr/>
      <dgm:t>
        <a:bodyPr/>
        <a:lstStyle/>
        <a:p>
          <a:endParaRPr lang="en-US"/>
        </a:p>
      </dgm:t>
    </dgm:pt>
    <dgm:pt modelId="{5E3ACB75-0FA3-41D8-82DF-2C29D4B1D306}" type="pres">
      <dgm:prSet presAssocID="{2115F671-E268-4F58-82C2-929394B6C7B2}" presName="linear" presStyleCnt="0">
        <dgm:presLayoutVars>
          <dgm:dir/>
          <dgm:animLvl val="lvl"/>
          <dgm:resizeHandles val="exact"/>
        </dgm:presLayoutVars>
      </dgm:prSet>
      <dgm:spPr/>
    </dgm:pt>
    <dgm:pt modelId="{C49B2DCF-7E7F-4A81-A363-065F047550D5}" type="pres">
      <dgm:prSet presAssocID="{36081BAC-CAC7-45AB-B2DA-999AAD1E07D1}" presName="parentLin" presStyleCnt="0"/>
      <dgm:spPr/>
    </dgm:pt>
    <dgm:pt modelId="{C46BFEA9-47F0-4EFB-AFCC-E60F764E6982}" type="pres">
      <dgm:prSet presAssocID="{36081BAC-CAC7-45AB-B2DA-999AAD1E07D1}" presName="parentLeftMargin" presStyleLbl="node1" presStyleIdx="0" presStyleCnt="3"/>
      <dgm:spPr/>
    </dgm:pt>
    <dgm:pt modelId="{12CBA614-6487-4ACD-AC47-A8875EB5C6F7}" type="pres">
      <dgm:prSet presAssocID="{36081BAC-CAC7-45AB-B2DA-999AAD1E07D1}" presName="parentText" presStyleLbl="node1" presStyleIdx="0" presStyleCnt="3">
        <dgm:presLayoutVars>
          <dgm:chMax val="0"/>
          <dgm:bulletEnabled val="1"/>
        </dgm:presLayoutVars>
      </dgm:prSet>
      <dgm:spPr/>
    </dgm:pt>
    <dgm:pt modelId="{36D408F5-16F1-4BA1-A04A-0FA73B7C9C99}" type="pres">
      <dgm:prSet presAssocID="{36081BAC-CAC7-45AB-B2DA-999AAD1E07D1}" presName="negativeSpace" presStyleCnt="0"/>
      <dgm:spPr/>
    </dgm:pt>
    <dgm:pt modelId="{7B6DE12F-B2A6-45DF-BF21-9BD7AC1CCB88}" type="pres">
      <dgm:prSet presAssocID="{36081BAC-CAC7-45AB-B2DA-999AAD1E07D1}" presName="childText" presStyleLbl="conFgAcc1" presStyleIdx="0" presStyleCnt="3">
        <dgm:presLayoutVars>
          <dgm:bulletEnabled val="1"/>
        </dgm:presLayoutVars>
      </dgm:prSet>
      <dgm:spPr/>
    </dgm:pt>
    <dgm:pt modelId="{F5857717-6B35-4DB6-875B-38257ED75B2C}" type="pres">
      <dgm:prSet presAssocID="{110F9DEE-8ACA-440B-B8F3-DE6B48308E35}" presName="spaceBetweenRectangles" presStyleCnt="0"/>
      <dgm:spPr/>
    </dgm:pt>
    <dgm:pt modelId="{7B8792CB-ED37-429E-A809-C01217FF1B26}" type="pres">
      <dgm:prSet presAssocID="{C9CA90D6-B2BC-4CA1-952F-AFB052DEC6D8}" presName="parentLin" presStyleCnt="0"/>
      <dgm:spPr/>
    </dgm:pt>
    <dgm:pt modelId="{66BDB1F5-05C1-4746-B812-13EB2C1E2652}" type="pres">
      <dgm:prSet presAssocID="{C9CA90D6-B2BC-4CA1-952F-AFB052DEC6D8}" presName="parentLeftMargin" presStyleLbl="node1" presStyleIdx="0" presStyleCnt="3"/>
      <dgm:spPr/>
    </dgm:pt>
    <dgm:pt modelId="{B80A8624-898A-40AF-B39D-1AAF2EB0F4F1}" type="pres">
      <dgm:prSet presAssocID="{C9CA90D6-B2BC-4CA1-952F-AFB052DEC6D8}" presName="parentText" presStyleLbl="node1" presStyleIdx="1" presStyleCnt="3">
        <dgm:presLayoutVars>
          <dgm:chMax val="0"/>
          <dgm:bulletEnabled val="1"/>
        </dgm:presLayoutVars>
      </dgm:prSet>
      <dgm:spPr/>
    </dgm:pt>
    <dgm:pt modelId="{5B886BBD-1EFA-4F41-BF0D-A578AFCFBE30}" type="pres">
      <dgm:prSet presAssocID="{C9CA90D6-B2BC-4CA1-952F-AFB052DEC6D8}" presName="negativeSpace" presStyleCnt="0"/>
      <dgm:spPr/>
    </dgm:pt>
    <dgm:pt modelId="{1A526675-E1FB-4D24-8547-98EECB932085}" type="pres">
      <dgm:prSet presAssocID="{C9CA90D6-B2BC-4CA1-952F-AFB052DEC6D8}" presName="childText" presStyleLbl="conFgAcc1" presStyleIdx="1" presStyleCnt="3">
        <dgm:presLayoutVars>
          <dgm:bulletEnabled val="1"/>
        </dgm:presLayoutVars>
      </dgm:prSet>
      <dgm:spPr/>
    </dgm:pt>
    <dgm:pt modelId="{96D59685-3A11-424F-9BA7-2D4F8FBF2D67}" type="pres">
      <dgm:prSet presAssocID="{161E3691-B013-493C-A4F7-9461843E0C8D}" presName="spaceBetweenRectangles" presStyleCnt="0"/>
      <dgm:spPr/>
    </dgm:pt>
    <dgm:pt modelId="{5D022CF8-DDDE-4311-92B6-2C49EC926E57}" type="pres">
      <dgm:prSet presAssocID="{4628E511-366B-44F0-88E6-E9A809A68C8C}" presName="parentLin" presStyleCnt="0"/>
      <dgm:spPr/>
    </dgm:pt>
    <dgm:pt modelId="{D11E8F45-1A75-4577-8B72-744BCBF6AA3A}" type="pres">
      <dgm:prSet presAssocID="{4628E511-366B-44F0-88E6-E9A809A68C8C}" presName="parentLeftMargin" presStyleLbl="node1" presStyleIdx="1" presStyleCnt="3"/>
      <dgm:spPr/>
    </dgm:pt>
    <dgm:pt modelId="{5507FB0C-13D6-4AC5-B240-604774A17686}" type="pres">
      <dgm:prSet presAssocID="{4628E511-366B-44F0-88E6-E9A809A68C8C}" presName="parentText" presStyleLbl="node1" presStyleIdx="2" presStyleCnt="3">
        <dgm:presLayoutVars>
          <dgm:chMax val="0"/>
          <dgm:bulletEnabled val="1"/>
        </dgm:presLayoutVars>
      </dgm:prSet>
      <dgm:spPr/>
    </dgm:pt>
    <dgm:pt modelId="{22BD26BA-28D3-49DD-A2EA-A0985701144D}" type="pres">
      <dgm:prSet presAssocID="{4628E511-366B-44F0-88E6-E9A809A68C8C}" presName="negativeSpace" presStyleCnt="0"/>
      <dgm:spPr/>
    </dgm:pt>
    <dgm:pt modelId="{58F431C5-1E8F-4908-8EB2-6C5A5D7DE6E2}" type="pres">
      <dgm:prSet presAssocID="{4628E511-366B-44F0-88E6-E9A809A68C8C}" presName="childText" presStyleLbl="conFgAcc1" presStyleIdx="2" presStyleCnt="3">
        <dgm:presLayoutVars>
          <dgm:bulletEnabled val="1"/>
        </dgm:presLayoutVars>
      </dgm:prSet>
      <dgm:spPr/>
    </dgm:pt>
  </dgm:ptLst>
  <dgm:cxnLst>
    <dgm:cxn modelId="{E216EE03-6E27-48C0-AA32-49DD5B9C1556}" type="presOf" srcId="{C9CA90D6-B2BC-4CA1-952F-AFB052DEC6D8}" destId="{B80A8624-898A-40AF-B39D-1AAF2EB0F4F1}" srcOrd="1" destOrd="0" presId="urn:microsoft.com/office/officeart/2005/8/layout/list1"/>
    <dgm:cxn modelId="{AEC91D23-D85E-4016-9A1E-D6B1A42BBD6F}" srcId="{4628E511-366B-44F0-88E6-E9A809A68C8C}" destId="{2AEC5D57-1ADD-4BE0-9BAD-96CFD15592F0}" srcOrd="0" destOrd="0" parTransId="{0EE7D46D-3703-4BB1-8C6E-1A0C6B64FC63}" sibTransId="{C9F1F704-E967-40F7-AC95-43E6D58127B6}"/>
    <dgm:cxn modelId="{FAFEE625-849A-4E7A-B25C-CB0FB534F3AB}" srcId="{C9CA90D6-B2BC-4CA1-952F-AFB052DEC6D8}" destId="{83DDF366-A84D-4AB2-98A2-0A1B64E4EDD4}" srcOrd="0" destOrd="0" parTransId="{7B7C6374-EAF7-452D-A511-1F1FDECEA5E1}" sibTransId="{892BC18C-4CD6-4D63-9010-C37A8C815D61}"/>
    <dgm:cxn modelId="{EB7C793A-1CED-4CE4-BB8B-7804D487C068}" type="presOf" srcId="{93DF973C-3969-41F7-9A08-BEB9F88B71C0}" destId="{7B6DE12F-B2A6-45DF-BF21-9BD7AC1CCB88}" srcOrd="0" destOrd="0" presId="urn:microsoft.com/office/officeart/2005/8/layout/list1"/>
    <dgm:cxn modelId="{8ACA8971-D510-4D28-B758-803A99375150}" srcId="{36081BAC-CAC7-45AB-B2DA-999AAD1E07D1}" destId="{93DF973C-3969-41F7-9A08-BEB9F88B71C0}" srcOrd="0" destOrd="0" parTransId="{A75ED2CA-6A45-49DA-B656-CB61B7276494}" sibTransId="{64202FCB-C2C2-4BC0-A0F0-B661DC69D9BA}"/>
    <dgm:cxn modelId="{0F869D72-FFD6-4A38-8FD3-D31740C124E6}" type="presOf" srcId="{4628E511-366B-44F0-88E6-E9A809A68C8C}" destId="{D11E8F45-1A75-4577-8B72-744BCBF6AA3A}" srcOrd="0" destOrd="0" presId="urn:microsoft.com/office/officeart/2005/8/layout/list1"/>
    <dgm:cxn modelId="{01BBCE77-1881-47EB-8F42-C6EB5DD80D0E}" srcId="{2115F671-E268-4F58-82C2-929394B6C7B2}" destId="{4628E511-366B-44F0-88E6-E9A809A68C8C}" srcOrd="2" destOrd="0" parTransId="{C4F9297E-433D-4D2C-B449-BF7BE15C4F38}" sibTransId="{73438B10-1796-48A3-BB6B-4F0F93137D67}"/>
    <dgm:cxn modelId="{C44AB488-725E-4551-BB5D-82051190F3AE}" type="presOf" srcId="{2115F671-E268-4F58-82C2-929394B6C7B2}" destId="{5E3ACB75-0FA3-41D8-82DF-2C29D4B1D306}" srcOrd="0" destOrd="0" presId="urn:microsoft.com/office/officeart/2005/8/layout/list1"/>
    <dgm:cxn modelId="{CDA9D59F-CAB0-4E8C-91F5-E21F7346B006}" type="presOf" srcId="{C9CA90D6-B2BC-4CA1-952F-AFB052DEC6D8}" destId="{66BDB1F5-05C1-4746-B812-13EB2C1E2652}" srcOrd="0" destOrd="0" presId="urn:microsoft.com/office/officeart/2005/8/layout/list1"/>
    <dgm:cxn modelId="{4EB8B7A0-4061-4BDD-9C8C-1AC64AC0E6E4}" type="presOf" srcId="{36081BAC-CAC7-45AB-B2DA-999AAD1E07D1}" destId="{C46BFEA9-47F0-4EFB-AFCC-E60F764E6982}" srcOrd="0" destOrd="0" presId="urn:microsoft.com/office/officeart/2005/8/layout/list1"/>
    <dgm:cxn modelId="{23C5DCAD-345E-45BD-AE81-9B6AF78620CF}" type="presOf" srcId="{36081BAC-CAC7-45AB-B2DA-999AAD1E07D1}" destId="{12CBA614-6487-4ACD-AC47-A8875EB5C6F7}" srcOrd="1" destOrd="0" presId="urn:microsoft.com/office/officeart/2005/8/layout/list1"/>
    <dgm:cxn modelId="{7CA5C2AF-409F-4083-9158-EDA426CB25A6}" type="presOf" srcId="{2AEC5D57-1ADD-4BE0-9BAD-96CFD15592F0}" destId="{58F431C5-1E8F-4908-8EB2-6C5A5D7DE6E2}" srcOrd="0" destOrd="0" presId="urn:microsoft.com/office/officeart/2005/8/layout/list1"/>
    <dgm:cxn modelId="{4CD5D2B1-BDDA-4DDF-82CE-806FEB879D60}" type="presOf" srcId="{4628E511-366B-44F0-88E6-E9A809A68C8C}" destId="{5507FB0C-13D6-4AC5-B240-604774A17686}" srcOrd="1" destOrd="0" presId="urn:microsoft.com/office/officeart/2005/8/layout/list1"/>
    <dgm:cxn modelId="{2C14A0BB-95FD-4419-B2AA-DC53417611C7}" srcId="{2115F671-E268-4F58-82C2-929394B6C7B2}" destId="{36081BAC-CAC7-45AB-B2DA-999AAD1E07D1}" srcOrd="0" destOrd="0" parTransId="{1C6FB751-D355-40CD-ACE9-4AD0A24199AA}" sibTransId="{110F9DEE-8ACA-440B-B8F3-DE6B48308E35}"/>
    <dgm:cxn modelId="{8AE703E8-AE9D-4007-B68F-3581B550AC85}" srcId="{2115F671-E268-4F58-82C2-929394B6C7B2}" destId="{C9CA90D6-B2BC-4CA1-952F-AFB052DEC6D8}" srcOrd="1" destOrd="0" parTransId="{FB0AF0D4-46EA-43A7-BF06-2B6E0332D646}" sibTransId="{161E3691-B013-493C-A4F7-9461843E0C8D}"/>
    <dgm:cxn modelId="{13C7A9F3-2A7F-4F94-B03B-BE94C47E4CD3}" type="presOf" srcId="{83DDF366-A84D-4AB2-98A2-0A1B64E4EDD4}" destId="{1A526675-E1FB-4D24-8547-98EECB932085}" srcOrd="0" destOrd="0" presId="urn:microsoft.com/office/officeart/2005/8/layout/list1"/>
    <dgm:cxn modelId="{7CA58175-4DF3-4AEC-B64A-3D698F9134BB}" type="presParOf" srcId="{5E3ACB75-0FA3-41D8-82DF-2C29D4B1D306}" destId="{C49B2DCF-7E7F-4A81-A363-065F047550D5}" srcOrd="0" destOrd="0" presId="urn:microsoft.com/office/officeart/2005/8/layout/list1"/>
    <dgm:cxn modelId="{48DA965E-2F3D-4774-A75C-9D7BE65A2633}" type="presParOf" srcId="{C49B2DCF-7E7F-4A81-A363-065F047550D5}" destId="{C46BFEA9-47F0-4EFB-AFCC-E60F764E6982}" srcOrd="0" destOrd="0" presId="urn:microsoft.com/office/officeart/2005/8/layout/list1"/>
    <dgm:cxn modelId="{E1D837F3-E29E-4D98-9E8D-F4E3DBF77F52}" type="presParOf" srcId="{C49B2DCF-7E7F-4A81-A363-065F047550D5}" destId="{12CBA614-6487-4ACD-AC47-A8875EB5C6F7}" srcOrd="1" destOrd="0" presId="urn:microsoft.com/office/officeart/2005/8/layout/list1"/>
    <dgm:cxn modelId="{2EB9373E-0514-4325-A512-E04287D9E7CD}" type="presParOf" srcId="{5E3ACB75-0FA3-41D8-82DF-2C29D4B1D306}" destId="{36D408F5-16F1-4BA1-A04A-0FA73B7C9C99}" srcOrd="1" destOrd="0" presId="urn:microsoft.com/office/officeart/2005/8/layout/list1"/>
    <dgm:cxn modelId="{D93E92F2-AA13-4BF6-BC66-BD72C4CCD14F}" type="presParOf" srcId="{5E3ACB75-0FA3-41D8-82DF-2C29D4B1D306}" destId="{7B6DE12F-B2A6-45DF-BF21-9BD7AC1CCB88}" srcOrd="2" destOrd="0" presId="urn:microsoft.com/office/officeart/2005/8/layout/list1"/>
    <dgm:cxn modelId="{48D024CB-A56C-4983-ADE8-EBBBC1D9B42A}" type="presParOf" srcId="{5E3ACB75-0FA3-41D8-82DF-2C29D4B1D306}" destId="{F5857717-6B35-4DB6-875B-38257ED75B2C}" srcOrd="3" destOrd="0" presId="urn:microsoft.com/office/officeart/2005/8/layout/list1"/>
    <dgm:cxn modelId="{3B5D108F-1BC9-4C8A-9221-15B8C1C960B2}" type="presParOf" srcId="{5E3ACB75-0FA3-41D8-82DF-2C29D4B1D306}" destId="{7B8792CB-ED37-429E-A809-C01217FF1B26}" srcOrd="4" destOrd="0" presId="urn:microsoft.com/office/officeart/2005/8/layout/list1"/>
    <dgm:cxn modelId="{3FEC1182-873E-4133-8287-4A8D9EFBD76B}" type="presParOf" srcId="{7B8792CB-ED37-429E-A809-C01217FF1B26}" destId="{66BDB1F5-05C1-4746-B812-13EB2C1E2652}" srcOrd="0" destOrd="0" presId="urn:microsoft.com/office/officeart/2005/8/layout/list1"/>
    <dgm:cxn modelId="{C877F4FB-2DB8-460D-9EC6-3EF4EAA66EDB}" type="presParOf" srcId="{7B8792CB-ED37-429E-A809-C01217FF1B26}" destId="{B80A8624-898A-40AF-B39D-1AAF2EB0F4F1}" srcOrd="1" destOrd="0" presId="urn:microsoft.com/office/officeart/2005/8/layout/list1"/>
    <dgm:cxn modelId="{A885C7B4-1694-4947-9537-51EA815397C8}" type="presParOf" srcId="{5E3ACB75-0FA3-41D8-82DF-2C29D4B1D306}" destId="{5B886BBD-1EFA-4F41-BF0D-A578AFCFBE30}" srcOrd="5" destOrd="0" presId="urn:microsoft.com/office/officeart/2005/8/layout/list1"/>
    <dgm:cxn modelId="{40A94C0C-2C3A-42A4-A46F-C9F4E273F7D5}" type="presParOf" srcId="{5E3ACB75-0FA3-41D8-82DF-2C29D4B1D306}" destId="{1A526675-E1FB-4D24-8547-98EECB932085}" srcOrd="6" destOrd="0" presId="urn:microsoft.com/office/officeart/2005/8/layout/list1"/>
    <dgm:cxn modelId="{44DC7BA9-A607-4770-BC56-D6DF344263D3}" type="presParOf" srcId="{5E3ACB75-0FA3-41D8-82DF-2C29D4B1D306}" destId="{96D59685-3A11-424F-9BA7-2D4F8FBF2D67}" srcOrd="7" destOrd="0" presId="urn:microsoft.com/office/officeart/2005/8/layout/list1"/>
    <dgm:cxn modelId="{05E23227-78CD-4BA7-9E2A-AA904C604CBC}" type="presParOf" srcId="{5E3ACB75-0FA3-41D8-82DF-2C29D4B1D306}" destId="{5D022CF8-DDDE-4311-92B6-2C49EC926E57}" srcOrd="8" destOrd="0" presId="urn:microsoft.com/office/officeart/2005/8/layout/list1"/>
    <dgm:cxn modelId="{27941A2F-DBFC-4980-ABC2-7A41EEF08160}" type="presParOf" srcId="{5D022CF8-DDDE-4311-92B6-2C49EC926E57}" destId="{D11E8F45-1A75-4577-8B72-744BCBF6AA3A}" srcOrd="0" destOrd="0" presId="urn:microsoft.com/office/officeart/2005/8/layout/list1"/>
    <dgm:cxn modelId="{BDD86D8C-098E-4E5E-8946-A9D60B93B3A7}" type="presParOf" srcId="{5D022CF8-DDDE-4311-92B6-2C49EC926E57}" destId="{5507FB0C-13D6-4AC5-B240-604774A17686}" srcOrd="1" destOrd="0" presId="urn:microsoft.com/office/officeart/2005/8/layout/list1"/>
    <dgm:cxn modelId="{789208C6-24BF-4F21-A9AD-73C8344DAFB7}" type="presParOf" srcId="{5E3ACB75-0FA3-41D8-82DF-2C29D4B1D306}" destId="{22BD26BA-28D3-49DD-A2EA-A0985701144D}" srcOrd="9" destOrd="0" presId="urn:microsoft.com/office/officeart/2005/8/layout/list1"/>
    <dgm:cxn modelId="{5C8E7FBD-1EB0-497C-B037-1731EE96CC7B}" type="presParOf" srcId="{5E3ACB75-0FA3-41D8-82DF-2C29D4B1D306}" destId="{58F431C5-1E8F-4908-8EB2-6C5A5D7DE6E2}"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A09E30A-3DD6-4348-AD5D-6460F68743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CEEB11D8-56E7-49C4-9F7C-A10888B709A2}">
      <dgm:prSet phldrT="[Text]"/>
      <dgm:spPr>
        <a:solidFill>
          <a:srgbClr val="004F71"/>
        </a:solidFill>
      </dgm:spPr>
      <dgm:t>
        <a:bodyPr/>
        <a:lstStyle/>
        <a:p>
          <a:r>
            <a:rPr lang="en-US" dirty="0"/>
            <a:t>ping</a:t>
          </a:r>
        </a:p>
      </dgm:t>
    </dgm:pt>
    <dgm:pt modelId="{88DABDA8-4F0A-448F-B4D6-B9CBEA13688C}" type="parTrans" cxnId="{BCE435C0-A96E-4806-B28B-157FE0EB89BD}">
      <dgm:prSet/>
      <dgm:spPr/>
      <dgm:t>
        <a:bodyPr/>
        <a:lstStyle/>
        <a:p>
          <a:endParaRPr lang="en-US"/>
        </a:p>
      </dgm:t>
    </dgm:pt>
    <dgm:pt modelId="{DA73B774-636B-481E-9260-45A4F16D6C32}" type="sibTrans" cxnId="{BCE435C0-A96E-4806-B28B-157FE0EB89BD}">
      <dgm:prSet/>
      <dgm:spPr/>
      <dgm:t>
        <a:bodyPr/>
        <a:lstStyle/>
        <a:p>
          <a:endParaRPr lang="en-US"/>
        </a:p>
      </dgm:t>
    </dgm:pt>
    <dgm:pt modelId="{CE1FC7CF-47E2-4998-962A-6E1B9725BC2E}">
      <dgm:prSet phldrT="[Text]"/>
      <dgm:spPr>
        <a:solidFill>
          <a:srgbClr val="004F71"/>
        </a:solidFill>
      </dgm:spPr>
      <dgm:t>
        <a:bodyPr/>
        <a:lstStyle/>
        <a:p>
          <a:r>
            <a:rPr lang="en-US" dirty="0"/>
            <a:t>ping error messaging</a:t>
          </a:r>
        </a:p>
      </dgm:t>
    </dgm:pt>
    <dgm:pt modelId="{E61238B0-CEC7-4329-BC9F-09B705CAB882}" type="parTrans" cxnId="{8DCD2AEC-6F20-46AE-A754-1DD62130EB21}">
      <dgm:prSet/>
      <dgm:spPr/>
      <dgm:t>
        <a:bodyPr/>
        <a:lstStyle/>
        <a:p>
          <a:endParaRPr lang="en-US"/>
        </a:p>
      </dgm:t>
    </dgm:pt>
    <dgm:pt modelId="{4AC385B5-E2FC-454F-B66A-CF6DD05A12E6}" type="sibTrans" cxnId="{8DCD2AEC-6F20-46AE-A754-1DD62130EB21}">
      <dgm:prSet/>
      <dgm:spPr/>
      <dgm:t>
        <a:bodyPr/>
        <a:lstStyle/>
        <a:p>
          <a:endParaRPr lang="en-US"/>
        </a:p>
      </dgm:t>
    </dgm:pt>
    <dgm:pt modelId="{8D3A0315-B36A-414F-BF25-C10DCBF138E1}">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Format: </a:t>
          </a:r>
          <a:r>
            <a:rPr lang="en-US" b="1" dirty="0">
              <a:solidFill>
                <a:srgbClr val="20282F"/>
              </a:solidFill>
            </a:rPr>
            <a:t>ping</a:t>
          </a:r>
          <a:r>
            <a:rPr lang="en-US" dirty="0">
              <a:solidFill>
                <a:srgbClr val="20282F"/>
              </a:solidFill>
            </a:rPr>
            <a:t> </a:t>
          </a:r>
          <a:r>
            <a:rPr lang="en-US" i="1" dirty="0">
              <a:solidFill>
                <a:srgbClr val="20282F"/>
              </a:solidFill>
            </a:rPr>
            <a:t>IPaddress</a:t>
          </a:r>
        </a:p>
      </dgm:t>
    </dgm:pt>
    <dgm:pt modelId="{785FF5E4-0F40-4A20-8EC1-6458A0075D7D}" type="parTrans" cxnId="{CCD075F2-F0C9-4A6F-AD13-15C475CCC2F8}">
      <dgm:prSet/>
      <dgm:spPr/>
      <dgm:t>
        <a:bodyPr/>
        <a:lstStyle/>
        <a:p>
          <a:endParaRPr lang="en-US"/>
        </a:p>
      </dgm:t>
    </dgm:pt>
    <dgm:pt modelId="{6838EDD6-B3D0-4F3A-8173-CFE764B88F3A}" type="sibTrans" cxnId="{CCD075F2-F0C9-4A6F-AD13-15C475CCC2F8}">
      <dgm:prSet/>
      <dgm:spPr/>
      <dgm:t>
        <a:bodyPr/>
        <a:lstStyle/>
        <a:p>
          <a:endParaRPr lang="en-US"/>
        </a:p>
      </dgm:t>
    </dgm:pt>
    <dgm:pt modelId="{A7B889AB-9301-4780-B6E4-9E0F271811B6}">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Tests connectivity with a given IP address </a:t>
          </a:r>
        </a:p>
      </dgm:t>
    </dgm:pt>
    <dgm:pt modelId="{9277FEFE-C21C-4FF1-B2DA-413A83F9A9B6}" type="parTrans" cxnId="{662796FC-9EDF-4459-AD3A-D2DDD5321D2D}">
      <dgm:prSet/>
      <dgm:spPr/>
      <dgm:t>
        <a:bodyPr/>
        <a:lstStyle/>
        <a:p>
          <a:endParaRPr lang="en-US"/>
        </a:p>
      </dgm:t>
    </dgm:pt>
    <dgm:pt modelId="{0F35A258-FAA8-45B8-AC3C-1574EBE15BAD}" type="sibTrans" cxnId="{662796FC-9EDF-4459-AD3A-D2DDD5321D2D}">
      <dgm:prSet/>
      <dgm:spPr/>
      <dgm:t>
        <a:bodyPr/>
        <a:lstStyle/>
        <a:p>
          <a:endParaRPr lang="en-US"/>
        </a:p>
      </dgm:t>
    </dgm:pt>
    <dgm:pt modelId="{C3CF16F8-0CEA-4514-B87A-9A487B585AFE}">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Destination host unreachable </a:t>
          </a:r>
        </a:p>
      </dgm:t>
    </dgm:pt>
    <dgm:pt modelId="{ED67090E-3C8D-4D03-ABDB-882CA0C595D7}" type="parTrans" cxnId="{28F88FEB-36DA-4CCD-B785-71B782124D1D}">
      <dgm:prSet/>
      <dgm:spPr/>
      <dgm:t>
        <a:bodyPr/>
        <a:lstStyle/>
        <a:p>
          <a:endParaRPr lang="en-US"/>
        </a:p>
      </dgm:t>
    </dgm:pt>
    <dgm:pt modelId="{5C6D6940-F06D-4011-A97E-C0EB4DE0A0FD}" type="sibTrans" cxnId="{28F88FEB-36DA-4CCD-B785-71B782124D1D}">
      <dgm:prSet/>
      <dgm:spPr/>
      <dgm:t>
        <a:bodyPr/>
        <a:lstStyle/>
        <a:p>
          <a:endParaRPr lang="en-US"/>
        </a:p>
      </dgm:t>
    </dgm:pt>
    <dgm:pt modelId="{B28664EA-A9B8-4E33-9D8B-AADA146836F3}">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No reply (request timed out)</a:t>
          </a:r>
        </a:p>
      </dgm:t>
    </dgm:pt>
    <dgm:pt modelId="{2066D96C-28E7-498D-B29D-FB02F91AF57B}" type="parTrans" cxnId="{68690BA1-0203-4ECC-97CF-57E774EF1A64}">
      <dgm:prSet/>
      <dgm:spPr/>
      <dgm:t>
        <a:bodyPr/>
        <a:lstStyle/>
        <a:p>
          <a:endParaRPr lang="en-US"/>
        </a:p>
      </dgm:t>
    </dgm:pt>
    <dgm:pt modelId="{F6254EBD-44EF-42BA-A5CE-BC5651F9C6CD}" type="sibTrans" cxnId="{68690BA1-0203-4ECC-97CF-57E774EF1A64}">
      <dgm:prSet/>
      <dgm:spPr/>
      <dgm:t>
        <a:bodyPr/>
        <a:lstStyle/>
        <a:p>
          <a:endParaRPr lang="en-US"/>
        </a:p>
      </dgm:t>
    </dgm:pt>
    <dgm:pt modelId="{03F534F7-F780-4362-805E-4D0662DF4C61}" type="pres">
      <dgm:prSet presAssocID="{7A09E30A-3DD6-4348-AD5D-6460F68743E8}" presName="linear" presStyleCnt="0">
        <dgm:presLayoutVars>
          <dgm:dir/>
          <dgm:animLvl val="lvl"/>
          <dgm:resizeHandles val="exact"/>
        </dgm:presLayoutVars>
      </dgm:prSet>
      <dgm:spPr/>
    </dgm:pt>
    <dgm:pt modelId="{07AF27A5-9C0B-47ED-AF76-D2AECEABB19C}" type="pres">
      <dgm:prSet presAssocID="{CEEB11D8-56E7-49C4-9F7C-A10888B709A2}" presName="parentLin" presStyleCnt="0"/>
      <dgm:spPr/>
    </dgm:pt>
    <dgm:pt modelId="{AE299A97-6D76-4301-A155-098A1884A1FC}" type="pres">
      <dgm:prSet presAssocID="{CEEB11D8-56E7-49C4-9F7C-A10888B709A2}" presName="parentLeftMargin" presStyleLbl="node1" presStyleIdx="0" presStyleCnt="2"/>
      <dgm:spPr/>
    </dgm:pt>
    <dgm:pt modelId="{9B340BBD-9E56-47C4-A683-CB3ED5F1FC80}" type="pres">
      <dgm:prSet presAssocID="{CEEB11D8-56E7-49C4-9F7C-A10888B709A2}" presName="parentText" presStyleLbl="node1" presStyleIdx="0" presStyleCnt="2">
        <dgm:presLayoutVars>
          <dgm:chMax val="0"/>
          <dgm:bulletEnabled val="1"/>
        </dgm:presLayoutVars>
      </dgm:prSet>
      <dgm:spPr/>
    </dgm:pt>
    <dgm:pt modelId="{578827D3-873D-47CE-92FE-6D0CC5700DF0}" type="pres">
      <dgm:prSet presAssocID="{CEEB11D8-56E7-49C4-9F7C-A10888B709A2}" presName="negativeSpace" presStyleCnt="0"/>
      <dgm:spPr/>
    </dgm:pt>
    <dgm:pt modelId="{0F5D8158-4EE3-4304-8905-07781C4ED71D}" type="pres">
      <dgm:prSet presAssocID="{CEEB11D8-56E7-49C4-9F7C-A10888B709A2}" presName="childText" presStyleLbl="conFgAcc1" presStyleIdx="0" presStyleCnt="2">
        <dgm:presLayoutVars>
          <dgm:bulletEnabled val="1"/>
        </dgm:presLayoutVars>
      </dgm:prSet>
      <dgm:spPr/>
    </dgm:pt>
    <dgm:pt modelId="{DFD930D9-795B-423D-9A32-03022010713E}" type="pres">
      <dgm:prSet presAssocID="{DA73B774-636B-481E-9260-45A4F16D6C32}" presName="spaceBetweenRectangles" presStyleCnt="0"/>
      <dgm:spPr/>
    </dgm:pt>
    <dgm:pt modelId="{4497BC0A-D753-40FC-AE87-57322F1AAA54}" type="pres">
      <dgm:prSet presAssocID="{CE1FC7CF-47E2-4998-962A-6E1B9725BC2E}" presName="parentLin" presStyleCnt="0"/>
      <dgm:spPr/>
    </dgm:pt>
    <dgm:pt modelId="{D5483D2B-A23F-473E-A9E8-8433A6655D4F}" type="pres">
      <dgm:prSet presAssocID="{CE1FC7CF-47E2-4998-962A-6E1B9725BC2E}" presName="parentLeftMargin" presStyleLbl="node1" presStyleIdx="0" presStyleCnt="2"/>
      <dgm:spPr/>
    </dgm:pt>
    <dgm:pt modelId="{D9236934-C02F-457B-B6D3-73AE3ADD4D5C}" type="pres">
      <dgm:prSet presAssocID="{CE1FC7CF-47E2-4998-962A-6E1B9725BC2E}" presName="parentText" presStyleLbl="node1" presStyleIdx="1" presStyleCnt="2">
        <dgm:presLayoutVars>
          <dgm:chMax val="0"/>
          <dgm:bulletEnabled val="1"/>
        </dgm:presLayoutVars>
      </dgm:prSet>
      <dgm:spPr/>
    </dgm:pt>
    <dgm:pt modelId="{54F6AA6B-94F4-4CE7-833E-DEF172B859AA}" type="pres">
      <dgm:prSet presAssocID="{CE1FC7CF-47E2-4998-962A-6E1B9725BC2E}" presName="negativeSpace" presStyleCnt="0"/>
      <dgm:spPr/>
    </dgm:pt>
    <dgm:pt modelId="{4F85D134-748A-4D89-82D8-8B9C8597F35E}" type="pres">
      <dgm:prSet presAssocID="{CE1FC7CF-47E2-4998-962A-6E1B9725BC2E}" presName="childText" presStyleLbl="conFgAcc1" presStyleIdx="1" presStyleCnt="2">
        <dgm:presLayoutVars>
          <dgm:bulletEnabled val="1"/>
        </dgm:presLayoutVars>
      </dgm:prSet>
      <dgm:spPr/>
    </dgm:pt>
  </dgm:ptLst>
  <dgm:cxnLst>
    <dgm:cxn modelId="{7A8B5837-E090-48E8-BA96-D131A5F2A484}" type="presOf" srcId="{CE1FC7CF-47E2-4998-962A-6E1B9725BC2E}" destId="{D9236934-C02F-457B-B6D3-73AE3ADD4D5C}" srcOrd="1" destOrd="0" presId="urn:microsoft.com/office/officeart/2005/8/layout/list1"/>
    <dgm:cxn modelId="{452C9D51-FCB5-4F98-BBE2-D0D232EE7BC3}" type="presOf" srcId="{CEEB11D8-56E7-49C4-9F7C-A10888B709A2}" destId="{AE299A97-6D76-4301-A155-098A1884A1FC}" srcOrd="0" destOrd="0" presId="urn:microsoft.com/office/officeart/2005/8/layout/list1"/>
    <dgm:cxn modelId="{EFFDD873-04B1-413A-A386-16CBB5C5EC00}" type="presOf" srcId="{7A09E30A-3DD6-4348-AD5D-6460F68743E8}" destId="{03F534F7-F780-4362-805E-4D0662DF4C61}" srcOrd="0" destOrd="0" presId="urn:microsoft.com/office/officeart/2005/8/layout/list1"/>
    <dgm:cxn modelId="{68690BA1-0203-4ECC-97CF-57E774EF1A64}" srcId="{CE1FC7CF-47E2-4998-962A-6E1B9725BC2E}" destId="{B28664EA-A9B8-4E33-9D8B-AADA146836F3}" srcOrd="1" destOrd="0" parTransId="{2066D96C-28E7-498D-B29D-FB02F91AF57B}" sibTransId="{F6254EBD-44EF-42BA-A5CE-BC5651F9C6CD}"/>
    <dgm:cxn modelId="{B39E5CA1-1548-41D0-A56D-608FFA981502}" type="presOf" srcId="{A7B889AB-9301-4780-B6E4-9E0F271811B6}" destId="{0F5D8158-4EE3-4304-8905-07781C4ED71D}" srcOrd="0" destOrd="0" presId="urn:microsoft.com/office/officeart/2005/8/layout/list1"/>
    <dgm:cxn modelId="{42AA64AC-085B-4EC6-9674-6EC7B0B0B8A3}" type="presOf" srcId="{B28664EA-A9B8-4E33-9D8B-AADA146836F3}" destId="{4F85D134-748A-4D89-82D8-8B9C8597F35E}" srcOrd="0" destOrd="1" presId="urn:microsoft.com/office/officeart/2005/8/layout/list1"/>
    <dgm:cxn modelId="{BCE435C0-A96E-4806-B28B-157FE0EB89BD}" srcId="{7A09E30A-3DD6-4348-AD5D-6460F68743E8}" destId="{CEEB11D8-56E7-49C4-9F7C-A10888B709A2}" srcOrd="0" destOrd="0" parTransId="{88DABDA8-4F0A-448F-B4D6-B9CBEA13688C}" sibTransId="{DA73B774-636B-481E-9260-45A4F16D6C32}"/>
    <dgm:cxn modelId="{6B7736D0-2502-4F8E-B996-1519740BB573}" type="presOf" srcId="{CE1FC7CF-47E2-4998-962A-6E1B9725BC2E}" destId="{D5483D2B-A23F-473E-A9E8-8433A6655D4F}" srcOrd="0" destOrd="0" presId="urn:microsoft.com/office/officeart/2005/8/layout/list1"/>
    <dgm:cxn modelId="{28F88FEB-36DA-4CCD-B785-71B782124D1D}" srcId="{CE1FC7CF-47E2-4998-962A-6E1B9725BC2E}" destId="{C3CF16F8-0CEA-4514-B87A-9A487B585AFE}" srcOrd="0" destOrd="0" parTransId="{ED67090E-3C8D-4D03-ABDB-882CA0C595D7}" sibTransId="{5C6D6940-F06D-4011-A97E-C0EB4DE0A0FD}"/>
    <dgm:cxn modelId="{8DCD2AEC-6F20-46AE-A754-1DD62130EB21}" srcId="{7A09E30A-3DD6-4348-AD5D-6460F68743E8}" destId="{CE1FC7CF-47E2-4998-962A-6E1B9725BC2E}" srcOrd="1" destOrd="0" parTransId="{E61238B0-CEC7-4329-BC9F-09B705CAB882}" sibTransId="{4AC385B5-E2FC-454F-B66A-CF6DD05A12E6}"/>
    <dgm:cxn modelId="{4A8673EF-E96E-4B2E-961E-E6BDBC9F52BD}" type="presOf" srcId="{8D3A0315-B36A-414F-BF25-C10DCBF138E1}" destId="{0F5D8158-4EE3-4304-8905-07781C4ED71D}" srcOrd="0" destOrd="1" presId="urn:microsoft.com/office/officeart/2005/8/layout/list1"/>
    <dgm:cxn modelId="{CCD075F2-F0C9-4A6F-AD13-15C475CCC2F8}" srcId="{CEEB11D8-56E7-49C4-9F7C-A10888B709A2}" destId="{8D3A0315-B36A-414F-BF25-C10DCBF138E1}" srcOrd="1" destOrd="0" parTransId="{785FF5E4-0F40-4A20-8EC1-6458A0075D7D}" sibTransId="{6838EDD6-B3D0-4F3A-8173-CFE764B88F3A}"/>
    <dgm:cxn modelId="{662796FC-9EDF-4459-AD3A-D2DDD5321D2D}" srcId="{CEEB11D8-56E7-49C4-9F7C-A10888B709A2}" destId="{A7B889AB-9301-4780-B6E4-9E0F271811B6}" srcOrd="0" destOrd="0" parTransId="{9277FEFE-C21C-4FF1-B2DA-413A83F9A9B6}" sibTransId="{0F35A258-FAA8-45B8-AC3C-1574EBE15BAD}"/>
    <dgm:cxn modelId="{F1C13BFF-6F5F-4BEA-B8DB-467399B18F8C}" type="presOf" srcId="{C3CF16F8-0CEA-4514-B87A-9A487B585AFE}" destId="{4F85D134-748A-4D89-82D8-8B9C8597F35E}" srcOrd="0" destOrd="0" presId="urn:microsoft.com/office/officeart/2005/8/layout/list1"/>
    <dgm:cxn modelId="{A23D45FF-078D-4EED-9D44-4918E08D9A23}" type="presOf" srcId="{CEEB11D8-56E7-49C4-9F7C-A10888B709A2}" destId="{9B340BBD-9E56-47C4-A683-CB3ED5F1FC80}" srcOrd="1" destOrd="0" presId="urn:microsoft.com/office/officeart/2005/8/layout/list1"/>
    <dgm:cxn modelId="{5211AF49-1D26-4C1C-BEE9-75A91632C127}" type="presParOf" srcId="{03F534F7-F780-4362-805E-4D0662DF4C61}" destId="{07AF27A5-9C0B-47ED-AF76-D2AECEABB19C}" srcOrd="0" destOrd="0" presId="urn:microsoft.com/office/officeart/2005/8/layout/list1"/>
    <dgm:cxn modelId="{6E09518E-2062-4C03-8893-8B433D630B23}" type="presParOf" srcId="{07AF27A5-9C0B-47ED-AF76-D2AECEABB19C}" destId="{AE299A97-6D76-4301-A155-098A1884A1FC}" srcOrd="0" destOrd="0" presId="urn:microsoft.com/office/officeart/2005/8/layout/list1"/>
    <dgm:cxn modelId="{4D7422A3-8DCF-4B7A-9732-7A9446F41916}" type="presParOf" srcId="{07AF27A5-9C0B-47ED-AF76-D2AECEABB19C}" destId="{9B340BBD-9E56-47C4-A683-CB3ED5F1FC80}" srcOrd="1" destOrd="0" presId="urn:microsoft.com/office/officeart/2005/8/layout/list1"/>
    <dgm:cxn modelId="{FC8BA455-08D8-4981-AC05-1DFD9E0CF026}" type="presParOf" srcId="{03F534F7-F780-4362-805E-4D0662DF4C61}" destId="{578827D3-873D-47CE-92FE-6D0CC5700DF0}" srcOrd="1" destOrd="0" presId="urn:microsoft.com/office/officeart/2005/8/layout/list1"/>
    <dgm:cxn modelId="{98BF7903-461A-497F-8372-F2F7F7E8257F}" type="presParOf" srcId="{03F534F7-F780-4362-805E-4D0662DF4C61}" destId="{0F5D8158-4EE3-4304-8905-07781C4ED71D}" srcOrd="2" destOrd="0" presId="urn:microsoft.com/office/officeart/2005/8/layout/list1"/>
    <dgm:cxn modelId="{D93992E6-8A99-48F6-B778-1C60259317C9}" type="presParOf" srcId="{03F534F7-F780-4362-805E-4D0662DF4C61}" destId="{DFD930D9-795B-423D-9A32-03022010713E}" srcOrd="3" destOrd="0" presId="urn:microsoft.com/office/officeart/2005/8/layout/list1"/>
    <dgm:cxn modelId="{AAD913CD-B704-4FEE-9380-862294531AB4}" type="presParOf" srcId="{03F534F7-F780-4362-805E-4D0662DF4C61}" destId="{4497BC0A-D753-40FC-AE87-57322F1AAA54}" srcOrd="4" destOrd="0" presId="urn:microsoft.com/office/officeart/2005/8/layout/list1"/>
    <dgm:cxn modelId="{7CA5B0DE-CC63-46DD-8B0F-B367438A3519}" type="presParOf" srcId="{4497BC0A-D753-40FC-AE87-57322F1AAA54}" destId="{D5483D2B-A23F-473E-A9E8-8433A6655D4F}" srcOrd="0" destOrd="0" presId="urn:microsoft.com/office/officeart/2005/8/layout/list1"/>
    <dgm:cxn modelId="{AAF0531C-596A-4F56-99F9-4E0F012856EA}" type="presParOf" srcId="{4497BC0A-D753-40FC-AE87-57322F1AAA54}" destId="{D9236934-C02F-457B-B6D3-73AE3ADD4D5C}" srcOrd="1" destOrd="0" presId="urn:microsoft.com/office/officeart/2005/8/layout/list1"/>
    <dgm:cxn modelId="{DD946B6F-6037-4E42-8EE3-8EA160C768DF}" type="presParOf" srcId="{03F534F7-F780-4362-805E-4D0662DF4C61}" destId="{54F6AA6B-94F4-4CE7-833E-DEF172B859AA}" srcOrd="5" destOrd="0" presId="urn:microsoft.com/office/officeart/2005/8/layout/list1"/>
    <dgm:cxn modelId="{D20EA4ED-4EB0-4400-8D1E-F9CDD950E7B1}" type="presParOf" srcId="{03F534F7-F780-4362-805E-4D0662DF4C61}" destId="{4F85D134-748A-4D89-82D8-8B9C8597F35E}"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7BC6C4D5-9DFD-4B0C-BAE6-33CBCFABDDE4}"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D1C7B9EE-7561-4FF5-B7DA-F0C3806432C2}">
      <dgm:prSet phldrT="[Text]"/>
      <dgm:spPr>
        <a:solidFill>
          <a:schemeClr val="bg1">
            <a:lumMod val="95000"/>
            <a:alpha val="90000"/>
          </a:schemeClr>
        </a:solidFill>
        <a:ln w="9525">
          <a:solidFill>
            <a:schemeClr val="bg1">
              <a:lumMod val="85000"/>
            </a:schemeClr>
          </a:solidFill>
        </a:ln>
      </dgm:spPr>
      <dgm:t>
        <a:bodyPr/>
        <a:lstStyle/>
        <a:p>
          <a:r>
            <a:rPr lang="en-US" b="0" i="0" dirty="0">
              <a:solidFill>
                <a:srgbClr val="20282F"/>
              </a:solidFill>
              <a:effectLst/>
              <a:latin typeface="+mj-lt"/>
            </a:rPr>
            <a:t>Span a single subnet and the equivalent of </a:t>
          </a:r>
          <a:br>
            <a:rPr lang="en-US" b="0" i="0" dirty="0">
              <a:solidFill>
                <a:srgbClr val="20282F"/>
              </a:solidFill>
              <a:effectLst/>
              <a:latin typeface="+mj-lt"/>
            </a:rPr>
          </a:br>
          <a:r>
            <a:rPr lang="en-US" dirty="0">
              <a:solidFill>
                <a:srgbClr val="20282F"/>
              </a:solidFill>
              <a:latin typeface="+mj-lt"/>
            </a:rPr>
            <a:t>IPv4 private addressing</a:t>
          </a:r>
          <a:endParaRPr lang="en-US" dirty="0">
            <a:solidFill>
              <a:srgbClr val="20282F"/>
            </a:solidFill>
          </a:endParaRPr>
        </a:p>
      </dgm:t>
    </dgm:pt>
    <dgm:pt modelId="{57DB5377-B46C-4C03-B41B-94A3E3DD608A}" type="parTrans" cxnId="{AE6B1A02-6BB6-464C-B8E2-DF86C9B38F65}">
      <dgm:prSet/>
      <dgm:spPr/>
      <dgm:t>
        <a:bodyPr/>
        <a:lstStyle/>
        <a:p>
          <a:endParaRPr lang="en-US"/>
        </a:p>
      </dgm:t>
    </dgm:pt>
    <dgm:pt modelId="{B6BB7997-208D-4020-B0C0-3DF84C2509A6}" type="sibTrans" cxnId="{AE6B1A02-6BB6-464C-B8E2-DF86C9B38F65}">
      <dgm:prSet/>
      <dgm:spPr/>
      <dgm:t>
        <a:bodyPr/>
        <a:lstStyle/>
        <a:p>
          <a:endParaRPr lang="en-US"/>
        </a:p>
      </dgm:t>
    </dgm:pt>
    <dgm:pt modelId="{43BD24AE-1A7A-40A9-A180-7A554C59BA18}">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latin typeface="+mj-lt"/>
            </a:rPr>
            <a:t>Link local range is fe80::/10</a:t>
          </a:r>
          <a:endParaRPr lang="en-US" dirty="0">
            <a:solidFill>
              <a:srgbClr val="20282F"/>
            </a:solidFill>
          </a:endParaRPr>
        </a:p>
      </dgm:t>
    </dgm:pt>
    <dgm:pt modelId="{508B3E97-6287-4FDD-A786-230D2B108176}" type="parTrans" cxnId="{DD2BCDF2-2CF1-4BDE-8281-3C37591638D5}">
      <dgm:prSet/>
      <dgm:spPr/>
      <dgm:t>
        <a:bodyPr/>
        <a:lstStyle/>
        <a:p>
          <a:endParaRPr lang="en-US"/>
        </a:p>
      </dgm:t>
    </dgm:pt>
    <dgm:pt modelId="{21A58A28-C54F-4141-BB23-123E3CC786CB}" type="sibTrans" cxnId="{DD2BCDF2-2CF1-4BDE-8281-3C37591638D5}">
      <dgm:prSet/>
      <dgm:spPr/>
      <dgm:t>
        <a:bodyPr/>
        <a:lstStyle/>
        <a:p>
          <a:endParaRPr lang="en-US"/>
        </a:p>
      </dgm:t>
    </dgm:pt>
    <dgm:pt modelId="{C3FDDD73-78B9-4303-8372-6AA07C0EC86D}">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latin typeface="+mj-lt"/>
            </a:rPr>
            <a:t>Start with a leading fe80, with the next 54 bits set to 0, </a:t>
          </a:r>
          <a:br>
            <a:rPr lang="en-US" dirty="0">
              <a:solidFill>
                <a:srgbClr val="20282F"/>
              </a:solidFill>
              <a:latin typeface="+mj-lt"/>
            </a:rPr>
          </a:br>
          <a:r>
            <a:rPr lang="en-US" dirty="0">
              <a:solidFill>
                <a:srgbClr val="20282F"/>
              </a:solidFill>
              <a:latin typeface="+mj-lt"/>
            </a:rPr>
            <a:t>and the last 64 bits are the interface ID</a:t>
          </a:r>
          <a:endParaRPr lang="en-US" dirty="0">
            <a:solidFill>
              <a:srgbClr val="20282F"/>
            </a:solidFill>
          </a:endParaRPr>
        </a:p>
      </dgm:t>
    </dgm:pt>
    <dgm:pt modelId="{D2697D75-AD48-4D4D-97A1-729A1EC205D6}" type="parTrans" cxnId="{FAA46393-E1E2-4C4E-AE9A-1B5F41423CDC}">
      <dgm:prSet/>
      <dgm:spPr/>
      <dgm:t>
        <a:bodyPr/>
        <a:lstStyle/>
        <a:p>
          <a:endParaRPr lang="en-US"/>
        </a:p>
      </dgm:t>
    </dgm:pt>
    <dgm:pt modelId="{117CD00A-454E-4E76-B3D3-CFC649C00D33}" type="sibTrans" cxnId="{FAA46393-E1E2-4C4E-AE9A-1B5F41423CDC}">
      <dgm:prSet/>
      <dgm:spPr/>
      <dgm:t>
        <a:bodyPr/>
        <a:lstStyle/>
        <a:p>
          <a:endParaRPr lang="en-US"/>
        </a:p>
      </dgm:t>
    </dgm:pt>
    <dgm:pt modelId="{19DB4EA0-F67A-492E-9F00-4BAD29E0C431}">
      <dgm:prSet phldrT="[Text]"/>
      <dgm:spPr>
        <a:solidFill>
          <a:srgbClr val="004F71"/>
        </a:solidFill>
      </dgm:spPr>
      <dgm:t>
        <a:bodyPr/>
        <a:lstStyle/>
        <a:p>
          <a:r>
            <a:rPr lang="en-US" b="0" dirty="0"/>
            <a:t>Link Local Addressing</a:t>
          </a:r>
        </a:p>
      </dgm:t>
    </dgm:pt>
    <dgm:pt modelId="{0D906122-7A39-487E-B28C-B44E26296DE3}" type="parTrans" cxnId="{8974CB22-FB09-4CBF-86D3-53A3053BE139}">
      <dgm:prSet/>
      <dgm:spPr/>
      <dgm:t>
        <a:bodyPr/>
        <a:lstStyle/>
        <a:p>
          <a:endParaRPr lang="en-US"/>
        </a:p>
      </dgm:t>
    </dgm:pt>
    <dgm:pt modelId="{D56B6401-2764-41CC-9E2B-1E9E40F35D5C}" type="sibTrans" cxnId="{8974CB22-FB09-4CBF-86D3-53A3053BE139}">
      <dgm:prSet/>
      <dgm:spPr/>
      <dgm:t>
        <a:bodyPr/>
        <a:lstStyle/>
        <a:p>
          <a:endParaRPr lang="en-US"/>
        </a:p>
      </dgm:t>
    </dgm:pt>
    <dgm:pt modelId="{EA2B6F88-B18F-4890-AA37-53E4ED134EBF}" type="pres">
      <dgm:prSet presAssocID="{7BC6C4D5-9DFD-4B0C-BAE6-33CBCFABDDE4}" presName="linear" presStyleCnt="0">
        <dgm:presLayoutVars>
          <dgm:dir/>
          <dgm:animLvl val="lvl"/>
          <dgm:resizeHandles val="exact"/>
        </dgm:presLayoutVars>
      </dgm:prSet>
      <dgm:spPr/>
    </dgm:pt>
    <dgm:pt modelId="{01E8A97D-6F0D-4640-9838-F84F5424CDDF}" type="pres">
      <dgm:prSet presAssocID="{19DB4EA0-F67A-492E-9F00-4BAD29E0C431}" presName="parentLin" presStyleCnt="0"/>
      <dgm:spPr/>
    </dgm:pt>
    <dgm:pt modelId="{9C6C1014-6D42-41C7-B626-65EEF744707B}" type="pres">
      <dgm:prSet presAssocID="{19DB4EA0-F67A-492E-9F00-4BAD29E0C431}" presName="parentLeftMargin" presStyleLbl="node1" presStyleIdx="0" presStyleCnt="1"/>
      <dgm:spPr/>
    </dgm:pt>
    <dgm:pt modelId="{074C0737-7D38-468C-905D-3B2A14850196}" type="pres">
      <dgm:prSet presAssocID="{19DB4EA0-F67A-492E-9F00-4BAD29E0C431}" presName="parentText" presStyleLbl="node1" presStyleIdx="0" presStyleCnt="1">
        <dgm:presLayoutVars>
          <dgm:chMax val="0"/>
          <dgm:bulletEnabled val="1"/>
        </dgm:presLayoutVars>
      </dgm:prSet>
      <dgm:spPr/>
    </dgm:pt>
    <dgm:pt modelId="{C371C3DC-7801-4695-A169-CFBE15AAB954}" type="pres">
      <dgm:prSet presAssocID="{19DB4EA0-F67A-492E-9F00-4BAD29E0C431}" presName="negativeSpace" presStyleCnt="0"/>
      <dgm:spPr/>
    </dgm:pt>
    <dgm:pt modelId="{C2BC9152-2364-477D-A380-E08912112932}" type="pres">
      <dgm:prSet presAssocID="{19DB4EA0-F67A-492E-9F00-4BAD29E0C431}" presName="childText" presStyleLbl="conFgAcc1" presStyleIdx="0" presStyleCnt="1">
        <dgm:presLayoutVars>
          <dgm:bulletEnabled val="1"/>
        </dgm:presLayoutVars>
      </dgm:prSet>
      <dgm:spPr/>
    </dgm:pt>
  </dgm:ptLst>
  <dgm:cxnLst>
    <dgm:cxn modelId="{AE6B1A02-6BB6-464C-B8E2-DF86C9B38F65}" srcId="{19DB4EA0-F67A-492E-9F00-4BAD29E0C431}" destId="{D1C7B9EE-7561-4FF5-B7DA-F0C3806432C2}" srcOrd="0" destOrd="0" parTransId="{57DB5377-B46C-4C03-B41B-94A3E3DD608A}" sibTransId="{B6BB7997-208D-4020-B0C0-3DF84C2509A6}"/>
    <dgm:cxn modelId="{665FDF0B-AF25-4A1E-80C9-3EB4DD9D0E62}" type="presOf" srcId="{7BC6C4D5-9DFD-4B0C-BAE6-33CBCFABDDE4}" destId="{EA2B6F88-B18F-4890-AA37-53E4ED134EBF}" srcOrd="0" destOrd="0" presId="urn:microsoft.com/office/officeart/2005/8/layout/list1"/>
    <dgm:cxn modelId="{0620C11D-88FB-40F7-B4DF-CFBAB92DFF02}" type="presOf" srcId="{19DB4EA0-F67A-492E-9F00-4BAD29E0C431}" destId="{074C0737-7D38-468C-905D-3B2A14850196}" srcOrd="1" destOrd="0" presId="urn:microsoft.com/office/officeart/2005/8/layout/list1"/>
    <dgm:cxn modelId="{8974CB22-FB09-4CBF-86D3-53A3053BE139}" srcId="{7BC6C4D5-9DFD-4B0C-BAE6-33CBCFABDDE4}" destId="{19DB4EA0-F67A-492E-9F00-4BAD29E0C431}" srcOrd="0" destOrd="0" parTransId="{0D906122-7A39-487E-B28C-B44E26296DE3}" sibTransId="{D56B6401-2764-41CC-9E2B-1E9E40F35D5C}"/>
    <dgm:cxn modelId="{858BEB3A-5202-4793-BE53-74C72E71469F}" type="presOf" srcId="{C3FDDD73-78B9-4303-8372-6AA07C0EC86D}" destId="{C2BC9152-2364-477D-A380-E08912112932}" srcOrd="0" destOrd="2" presId="urn:microsoft.com/office/officeart/2005/8/layout/list1"/>
    <dgm:cxn modelId="{6C4E365D-5B0B-45D0-AACE-A7E34CF76FEF}" type="presOf" srcId="{19DB4EA0-F67A-492E-9F00-4BAD29E0C431}" destId="{9C6C1014-6D42-41C7-B626-65EEF744707B}" srcOrd="0" destOrd="0" presId="urn:microsoft.com/office/officeart/2005/8/layout/list1"/>
    <dgm:cxn modelId="{9820A562-41C1-4D4B-B1FE-AFDEAE691E04}" type="presOf" srcId="{D1C7B9EE-7561-4FF5-B7DA-F0C3806432C2}" destId="{C2BC9152-2364-477D-A380-E08912112932}" srcOrd="0" destOrd="0" presId="urn:microsoft.com/office/officeart/2005/8/layout/list1"/>
    <dgm:cxn modelId="{FAA46393-E1E2-4C4E-AE9A-1B5F41423CDC}" srcId="{19DB4EA0-F67A-492E-9F00-4BAD29E0C431}" destId="{C3FDDD73-78B9-4303-8372-6AA07C0EC86D}" srcOrd="2" destOrd="0" parTransId="{D2697D75-AD48-4D4D-97A1-729A1EC205D6}" sibTransId="{117CD00A-454E-4E76-B3D3-CFC649C00D33}"/>
    <dgm:cxn modelId="{DD2BCDF2-2CF1-4BDE-8281-3C37591638D5}" srcId="{19DB4EA0-F67A-492E-9F00-4BAD29E0C431}" destId="{43BD24AE-1A7A-40A9-A180-7A554C59BA18}" srcOrd="1" destOrd="0" parTransId="{508B3E97-6287-4FDD-A786-230D2B108176}" sibTransId="{21A58A28-C54F-4141-BB23-123E3CC786CB}"/>
    <dgm:cxn modelId="{94D372F6-FD57-4CC7-8470-A502509D0FF5}" type="presOf" srcId="{43BD24AE-1A7A-40A9-A180-7A554C59BA18}" destId="{C2BC9152-2364-477D-A380-E08912112932}" srcOrd="0" destOrd="1" presId="urn:microsoft.com/office/officeart/2005/8/layout/list1"/>
    <dgm:cxn modelId="{CA454C9F-E29B-43BF-ABF9-DD46D5DBE461}" type="presParOf" srcId="{EA2B6F88-B18F-4890-AA37-53E4ED134EBF}" destId="{01E8A97D-6F0D-4640-9838-F84F5424CDDF}" srcOrd="0" destOrd="0" presId="urn:microsoft.com/office/officeart/2005/8/layout/list1"/>
    <dgm:cxn modelId="{464C7851-1E7A-4ADF-88F6-98E2703CBADA}" type="presParOf" srcId="{01E8A97D-6F0D-4640-9838-F84F5424CDDF}" destId="{9C6C1014-6D42-41C7-B626-65EEF744707B}" srcOrd="0" destOrd="0" presId="urn:microsoft.com/office/officeart/2005/8/layout/list1"/>
    <dgm:cxn modelId="{AD909899-3294-4116-918C-972B9150F552}" type="presParOf" srcId="{01E8A97D-6F0D-4640-9838-F84F5424CDDF}" destId="{074C0737-7D38-468C-905D-3B2A14850196}" srcOrd="1" destOrd="0" presId="urn:microsoft.com/office/officeart/2005/8/layout/list1"/>
    <dgm:cxn modelId="{F5E3D16A-B2BD-4723-B7EC-F1CD28C979CF}" type="presParOf" srcId="{EA2B6F88-B18F-4890-AA37-53E4ED134EBF}" destId="{C371C3DC-7801-4695-A169-CFBE15AAB954}" srcOrd="1" destOrd="0" presId="urn:microsoft.com/office/officeart/2005/8/layout/list1"/>
    <dgm:cxn modelId="{5492DBA1-1E6F-4B5F-A606-93217145DBB9}" type="presParOf" srcId="{EA2B6F88-B18F-4890-AA37-53E4ED134EBF}" destId="{C2BC9152-2364-477D-A380-E08912112932}" srcOrd="2"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7BC6C4D5-9DFD-4B0C-BAE6-33CBCFABDDE4}"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19DB4EA0-F67A-492E-9F00-4BAD29E0C431}">
      <dgm:prSet phldrT="[Text]"/>
      <dgm:spPr>
        <a:solidFill>
          <a:srgbClr val="004F71"/>
        </a:solidFill>
      </dgm:spPr>
      <dgm:t>
        <a:bodyPr/>
        <a:lstStyle/>
        <a:p>
          <a:r>
            <a:rPr lang="en-US" b="0" dirty="0"/>
            <a:t>Multicast </a:t>
          </a:r>
        </a:p>
      </dgm:t>
    </dgm:pt>
    <dgm:pt modelId="{0D906122-7A39-487E-B28C-B44E26296DE3}" type="parTrans" cxnId="{8974CB22-FB09-4CBF-86D3-53A3053BE139}">
      <dgm:prSet/>
      <dgm:spPr/>
      <dgm:t>
        <a:bodyPr/>
        <a:lstStyle/>
        <a:p>
          <a:endParaRPr lang="en-US"/>
        </a:p>
      </dgm:t>
    </dgm:pt>
    <dgm:pt modelId="{D56B6401-2764-41CC-9E2B-1E9E40F35D5C}" type="sibTrans" cxnId="{8974CB22-FB09-4CBF-86D3-53A3053BE139}">
      <dgm:prSet/>
      <dgm:spPr/>
      <dgm:t>
        <a:bodyPr/>
        <a:lstStyle/>
        <a:p>
          <a:endParaRPr lang="en-US"/>
        </a:p>
      </dgm:t>
    </dgm:pt>
    <dgm:pt modelId="{A6287A0C-8C79-4B9F-8919-49CC2DF2EC03}">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First 8 bits: indicate the address is within </a:t>
          </a:r>
          <a:br>
            <a:rPr lang="en-US" dirty="0">
              <a:solidFill>
                <a:srgbClr val="20282F"/>
              </a:solidFill>
            </a:rPr>
          </a:br>
          <a:r>
            <a:rPr lang="en-US" dirty="0">
              <a:solidFill>
                <a:srgbClr val="20282F"/>
              </a:solidFill>
            </a:rPr>
            <a:t>the multicast scope</a:t>
          </a:r>
        </a:p>
      </dgm:t>
    </dgm:pt>
    <dgm:pt modelId="{F54ABFF3-431F-4681-B875-99F77A640FEE}" type="parTrans" cxnId="{B5A7331B-8E23-4E39-A17C-5945C67EF4A3}">
      <dgm:prSet/>
      <dgm:spPr/>
      <dgm:t>
        <a:bodyPr/>
        <a:lstStyle/>
        <a:p>
          <a:endParaRPr lang="en-US"/>
        </a:p>
      </dgm:t>
    </dgm:pt>
    <dgm:pt modelId="{86B40DC6-3B50-4702-81AD-80BF5954DBA2}" type="sibTrans" cxnId="{B5A7331B-8E23-4E39-A17C-5945C67EF4A3}">
      <dgm:prSet/>
      <dgm:spPr/>
      <dgm:t>
        <a:bodyPr/>
        <a:lstStyle/>
        <a:p>
          <a:endParaRPr lang="en-US"/>
        </a:p>
      </dgm:t>
    </dgm:pt>
    <dgm:pt modelId="{FE6A33CB-BBCB-482F-A7E7-2907207ACCA5}">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Next 4 bits: used to flag types of multicast</a:t>
          </a:r>
        </a:p>
      </dgm:t>
    </dgm:pt>
    <dgm:pt modelId="{6DAB436F-6D3F-455D-BB12-9A5CE16FF547}" type="parTrans" cxnId="{F1A41F0E-9B72-4894-ACC7-FD081D4C934D}">
      <dgm:prSet/>
      <dgm:spPr/>
      <dgm:t>
        <a:bodyPr/>
        <a:lstStyle/>
        <a:p>
          <a:endParaRPr lang="en-US"/>
        </a:p>
      </dgm:t>
    </dgm:pt>
    <dgm:pt modelId="{42888B02-6A39-460D-B676-519B1D9EDEFA}" type="sibTrans" cxnId="{F1A41F0E-9B72-4894-ACC7-FD081D4C934D}">
      <dgm:prSet/>
      <dgm:spPr/>
      <dgm:t>
        <a:bodyPr/>
        <a:lstStyle/>
        <a:p>
          <a:endParaRPr lang="en-US"/>
        </a:p>
      </dgm:t>
    </dgm:pt>
    <dgm:pt modelId="{A625AE8B-91F4-48C2-B87B-A8B465D5B70C}">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Next 4 bits: determine the scope</a:t>
          </a:r>
        </a:p>
      </dgm:t>
    </dgm:pt>
    <dgm:pt modelId="{9F671E0E-99AC-443A-B98A-310272BC0AA3}" type="parTrans" cxnId="{0E35B7A3-09F4-4987-B296-CF2F34A776A0}">
      <dgm:prSet/>
      <dgm:spPr/>
      <dgm:t>
        <a:bodyPr/>
        <a:lstStyle/>
        <a:p>
          <a:endParaRPr lang="en-US"/>
        </a:p>
      </dgm:t>
    </dgm:pt>
    <dgm:pt modelId="{4F1676FE-9DCE-4D5F-AEFD-BE2AD246A857}" type="sibTrans" cxnId="{0E35B7A3-09F4-4987-B296-CF2F34A776A0}">
      <dgm:prSet/>
      <dgm:spPr/>
      <dgm:t>
        <a:bodyPr/>
        <a:lstStyle/>
        <a:p>
          <a:endParaRPr lang="en-US"/>
        </a:p>
      </dgm:t>
    </dgm:pt>
    <dgm:pt modelId="{EAED4D6B-DE35-46DB-9105-3E145E10A282}">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Final 112 bits: define multicast groups </a:t>
          </a:r>
          <a:br>
            <a:rPr lang="en-US" dirty="0">
              <a:solidFill>
                <a:srgbClr val="20282F"/>
              </a:solidFill>
            </a:rPr>
          </a:br>
          <a:r>
            <a:rPr lang="en-US" dirty="0">
              <a:solidFill>
                <a:srgbClr val="20282F"/>
              </a:solidFill>
            </a:rPr>
            <a:t>within that scope</a:t>
          </a:r>
        </a:p>
      </dgm:t>
    </dgm:pt>
    <dgm:pt modelId="{522E5A2D-045D-41AB-9C24-9F82D2B1D598}" type="parTrans" cxnId="{E983AE7C-F424-4C12-AB12-1D4BC0A1EA52}">
      <dgm:prSet/>
      <dgm:spPr/>
      <dgm:t>
        <a:bodyPr/>
        <a:lstStyle/>
        <a:p>
          <a:endParaRPr lang="en-US"/>
        </a:p>
      </dgm:t>
    </dgm:pt>
    <dgm:pt modelId="{53A44463-1643-4654-B7EE-64D5946137A1}" type="sibTrans" cxnId="{E983AE7C-F424-4C12-AB12-1D4BC0A1EA52}">
      <dgm:prSet/>
      <dgm:spPr/>
      <dgm:t>
        <a:bodyPr/>
        <a:lstStyle/>
        <a:p>
          <a:endParaRPr lang="en-US"/>
        </a:p>
      </dgm:t>
    </dgm:pt>
    <dgm:pt modelId="{EA2B6F88-B18F-4890-AA37-53E4ED134EBF}" type="pres">
      <dgm:prSet presAssocID="{7BC6C4D5-9DFD-4B0C-BAE6-33CBCFABDDE4}" presName="linear" presStyleCnt="0">
        <dgm:presLayoutVars>
          <dgm:dir/>
          <dgm:animLvl val="lvl"/>
          <dgm:resizeHandles val="exact"/>
        </dgm:presLayoutVars>
      </dgm:prSet>
      <dgm:spPr/>
    </dgm:pt>
    <dgm:pt modelId="{01E8A97D-6F0D-4640-9838-F84F5424CDDF}" type="pres">
      <dgm:prSet presAssocID="{19DB4EA0-F67A-492E-9F00-4BAD29E0C431}" presName="parentLin" presStyleCnt="0"/>
      <dgm:spPr/>
    </dgm:pt>
    <dgm:pt modelId="{9C6C1014-6D42-41C7-B626-65EEF744707B}" type="pres">
      <dgm:prSet presAssocID="{19DB4EA0-F67A-492E-9F00-4BAD29E0C431}" presName="parentLeftMargin" presStyleLbl="node1" presStyleIdx="0" presStyleCnt="1"/>
      <dgm:spPr/>
    </dgm:pt>
    <dgm:pt modelId="{074C0737-7D38-468C-905D-3B2A14850196}" type="pres">
      <dgm:prSet presAssocID="{19DB4EA0-F67A-492E-9F00-4BAD29E0C431}" presName="parentText" presStyleLbl="node1" presStyleIdx="0" presStyleCnt="1">
        <dgm:presLayoutVars>
          <dgm:chMax val="0"/>
          <dgm:bulletEnabled val="1"/>
        </dgm:presLayoutVars>
      </dgm:prSet>
      <dgm:spPr/>
    </dgm:pt>
    <dgm:pt modelId="{C371C3DC-7801-4695-A169-CFBE15AAB954}" type="pres">
      <dgm:prSet presAssocID="{19DB4EA0-F67A-492E-9F00-4BAD29E0C431}" presName="negativeSpace" presStyleCnt="0"/>
      <dgm:spPr/>
    </dgm:pt>
    <dgm:pt modelId="{C2BC9152-2364-477D-A380-E08912112932}" type="pres">
      <dgm:prSet presAssocID="{19DB4EA0-F67A-492E-9F00-4BAD29E0C431}" presName="childText" presStyleLbl="conFgAcc1" presStyleIdx="0" presStyleCnt="1">
        <dgm:presLayoutVars>
          <dgm:bulletEnabled val="1"/>
        </dgm:presLayoutVars>
      </dgm:prSet>
      <dgm:spPr/>
    </dgm:pt>
  </dgm:ptLst>
  <dgm:cxnLst>
    <dgm:cxn modelId="{665FDF0B-AF25-4A1E-80C9-3EB4DD9D0E62}" type="presOf" srcId="{7BC6C4D5-9DFD-4B0C-BAE6-33CBCFABDDE4}" destId="{EA2B6F88-B18F-4890-AA37-53E4ED134EBF}" srcOrd="0" destOrd="0" presId="urn:microsoft.com/office/officeart/2005/8/layout/list1"/>
    <dgm:cxn modelId="{16E36E0D-C6FA-40A4-B44E-B21255694AFA}" type="presOf" srcId="{EAED4D6B-DE35-46DB-9105-3E145E10A282}" destId="{C2BC9152-2364-477D-A380-E08912112932}" srcOrd="0" destOrd="3" presId="urn:microsoft.com/office/officeart/2005/8/layout/list1"/>
    <dgm:cxn modelId="{F1A41F0E-9B72-4894-ACC7-FD081D4C934D}" srcId="{19DB4EA0-F67A-492E-9F00-4BAD29E0C431}" destId="{FE6A33CB-BBCB-482F-A7E7-2907207ACCA5}" srcOrd="1" destOrd="0" parTransId="{6DAB436F-6D3F-455D-BB12-9A5CE16FF547}" sibTransId="{42888B02-6A39-460D-B676-519B1D9EDEFA}"/>
    <dgm:cxn modelId="{5D89FA1A-6D35-49BB-A0AB-EA7FAB734A02}" type="presOf" srcId="{A625AE8B-91F4-48C2-B87B-A8B465D5B70C}" destId="{C2BC9152-2364-477D-A380-E08912112932}" srcOrd="0" destOrd="2" presId="urn:microsoft.com/office/officeart/2005/8/layout/list1"/>
    <dgm:cxn modelId="{B5A7331B-8E23-4E39-A17C-5945C67EF4A3}" srcId="{19DB4EA0-F67A-492E-9F00-4BAD29E0C431}" destId="{A6287A0C-8C79-4B9F-8919-49CC2DF2EC03}" srcOrd="0" destOrd="0" parTransId="{F54ABFF3-431F-4681-B875-99F77A640FEE}" sibTransId="{86B40DC6-3B50-4702-81AD-80BF5954DBA2}"/>
    <dgm:cxn modelId="{0620C11D-88FB-40F7-B4DF-CFBAB92DFF02}" type="presOf" srcId="{19DB4EA0-F67A-492E-9F00-4BAD29E0C431}" destId="{074C0737-7D38-468C-905D-3B2A14850196}" srcOrd="1" destOrd="0" presId="urn:microsoft.com/office/officeart/2005/8/layout/list1"/>
    <dgm:cxn modelId="{8974CB22-FB09-4CBF-86D3-53A3053BE139}" srcId="{7BC6C4D5-9DFD-4B0C-BAE6-33CBCFABDDE4}" destId="{19DB4EA0-F67A-492E-9F00-4BAD29E0C431}" srcOrd="0" destOrd="0" parTransId="{0D906122-7A39-487E-B28C-B44E26296DE3}" sibTransId="{D56B6401-2764-41CC-9E2B-1E9E40F35D5C}"/>
    <dgm:cxn modelId="{6C4E365D-5B0B-45D0-AACE-A7E34CF76FEF}" type="presOf" srcId="{19DB4EA0-F67A-492E-9F00-4BAD29E0C431}" destId="{9C6C1014-6D42-41C7-B626-65EEF744707B}" srcOrd="0" destOrd="0" presId="urn:microsoft.com/office/officeart/2005/8/layout/list1"/>
    <dgm:cxn modelId="{589BCD4C-66B6-4014-A2AA-AA0EC436BB9C}" type="presOf" srcId="{A6287A0C-8C79-4B9F-8919-49CC2DF2EC03}" destId="{C2BC9152-2364-477D-A380-E08912112932}" srcOrd="0" destOrd="0" presId="urn:microsoft.com/office/officeart/2005/8/layout/list1"/>
    <dgm:cxn modelId="{E983AE7C-F424-4C12-AB12-1D4BC0A1EA52}" srcId="{19DB4EA0-F67A-492E-9F00-4BAD29E0C431}" destId="{EAED4D6B-DE35-46DB-9105-3E145E10A282}" srcOrd="3" destOrd="0" parTransId="{522E5A2D-045D-41AB-9C24-9F82D2B1D598}" sibTransId="{53A44463-1643-4654-B7EE-64D5946137A1}"/>
    <dgm:cxn modelId="{0E35B7A3-09F4-4987-B296-CF2F34A776A0}" srcId="{19DB4EA0-F67A-492E-9F00-4BAD29E0C431}" destId="{A625AE8B-91F4-48C2-B87B-A8B465D5B70C}" srcOrd="2" destOrd="0" parTransId="{9F671E0E-99AC-443A-B98A-310272BC0AA3}" sibTransId="{4F1676FE-9DCE-4D5F-AEFD-BE2AD246A857}"/>
    <dgm:cxn modelId="{C43A4BF3-7360-43AA-8776-139814D619A1}" type="presOf" srcId="{FE6A33CB-BBCB-482F-A7E7-2907207ACCA5}" destId="{C2BC9152-2364-477D-A380-E08912112932}" srcOrd="0" destOrd="1" presId="urn:microsoft.com/office/officeart/2005/8/layout/list1"/>
    <dgm:cxn modelId="{CA454C9F-E29B-43BF-ABF9-DD46D5DBE461}" type="presParOf" srcId="{EA2B6F88-B18F-4890-AA37-53E4ED134EBF}" destId="{01E8A97D-6F0D-4640-9838-F84F5424CDDF}" srcOrd="0" destOrd="0" presId="urn:microsoft.com/office/officeart/2005/8/layout/list1"/>
    <dgm:cxn modelId="{464C7851-1E7A-4ADF-88F6-98E2703CBADA}" type="presParOf" srcId="{01E8A97D-6F0D-4640-9838-F84F5424CDDF}" destId="{9C6C1014-6D42-41C7-B626-65EEF744707B}" srcOrd="0" destOrd="0" presId="urn:microsoft.com/office/officeart/2005/8/layout/list1"/>
    <dgm:cxn modelId="{AD909899-3294-4116-918C-972B9150F552}" type="presParOf" srcId="{01E8A97D-6F0D-4640-9838-F84F5424CDDF}" destId="{074C0737-7D38-468C-905D-3B2A14850196}" srcOrd="1" destOrd="0" presId="urn:microsoft.com/office/officeart/2005/8/layout/list1"/>
    <dgm:cxn modelId="{F5E3D16A-B2BD-4723-B7EC-F1CD28C979CF}" type="presParOf" srcId="{EA2B6F88-B18F-4890-AA37-53E4ED134EBF}" destId="{C371C3DC-7801-4695-A169-CFBE15AAB954}" srcOrd="1" destOrd="0" presId="urn:microsoft.com/office/officeart/2005/8/layout/list1"/>
    <dgm:cxn modelId="{5492DBA1-1E6F-4B5F-A606-93217145DBB9}" type="presParOf" srcId="{EA2B6F88-B18F-4890-AA37-53E4ED134EBF}" destId="{C2BC9152-2364-477D-A380-E08912112932}"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8CB31C30-07C1-49ED-A321-47064D27236C}"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B06AA0D8-03DA-4BCE-A62C-CA52639DBC94}">
      <dgm:prSet phldrT="[Text]" custT="1"/>
      <dgm:spPr>
        <a:solidFill>
          <a:srgbClr val="004F71"/>
        </a:solidFill>
      </dgm:spPr>
      <dgm:t>
        <a:bodyPr/>
        <a:lstStyle/>
        <a:p>
          <a:r>
            <a:rPr lang="en-US" sz="2000" dirty="0"/>
            <a:t>Dual Stack</a:t>
          </a:r>
        </a:p>
      </dgm:t>
    </dgm:pt>
    <dgm:pt modelId="{76ACED77-0914-47FC-99A8-9559149473B0}" type="parTrans" cxnId="{40BC2580-DAB5-4FD7-B67F-77FEA931584D}">
      <dgm:prSet/>
      <dgm:spPr/>
      <dgm:t>
        <a:bodyPr/>
        <a:lstStyle/>
        <a:p>
          <a:endParaRPr lang="en-US"/>
        </a:p>
      </dgm:t>
    </dgm:pt>
    <dgm:pt modelId="{DB304B67-CCFB-428C-947D-CBCFE0B52106}" type="sibTrans" cxnId="{40BC2580-DAB5-4FD7-B67F-77FEA931584D}">
      <dgm:prSet/>
      <dgm:spPr/>
      <dgm:t>
        <a:bodyPr/>
        <a:lstStyle/>
        <a:p>
          <a:endParaRPr lang="en-US"/>
        </a:p>
      </dgm:t>
    </dgm:pt>
    <dgm:pt modelId="{21A25A33-9604-4A8D-91A1-9F859C862509}">
      <dgm:prSet phldrT="[Text]" custT="1"/>
      <dgm:spPr>
        <a:solidFill>
          <a:schemeClr val="bg1">
            <a:lumMod val="95000"/>
            <a:alpha val="90000"/>
          </a:schemeClr>
        </a:solidFill>
        <a:ln w="9525">
          <a:solidFill>
            <a:schemeClr val="bg1">
              <a:lumMod val="85000"/>
            </a:schemeClr>
          </a:solidFill>
        </a:ln>
      </dgm:spPr>
      <dgm:t>
        <a:bodyPr/>
        <a:lstStyle/>
        <a:p>
          <a:r>
            <a:rPr lang="en-US" sz="1300" dirty="0">
              <a:solidFill>
                <a:srgbClr val="20282F"/>
              </a:solidFill>
            </a:rPr>
            <a:t>Allows IPv4 and IPv6 to run simultaneously </a:t>
          </a:r>
        </a:p>
      </dgm:t>
    </dgm:pt>
    <dgm:pt modelId="{D66CEE20-A259-4490-92C0-2087FCAEF4D6}" type="parTrans" cxnId="{EBD1134C-7E36-481C-BCA9-CEF4030F1CF9}">
      <dgm:prSet/>
      <dgm:spPr>
        <a:ln>
          <a:solidFill>
            <a:srgbClr val="6C7072"/>
          </a:solidFill>
        </a:ln>
      </dgm:spPr>
      <dgm:t>
        <a:bodyPr/>
        <a:lstStyle/>
        <a:p>
          <a:endParaRPr lang="en-US"/>
        </a:p>
      </dgm:t>
    </dgm:pt>
    <dgm:pt modelId="{FFA2C622-F880-4089-8D3F-A8F2E60EBF71}" type="sibTrans" cxnId="{EBD1134C-7E36-481C-BCA9-CEF4030F1CF9}">
      <dgm:prSet/>
      <dgm:spPr/>
      <dgm:t>
        <a:bodyPr/>
        <a:lstStyle/>
        <a:p>
          <a:endParaRPr lang="en-US"/>
        </a:p>
      </dgm:t>
    </dgm:pt>
    <dgm:pt modelId="{764E9A08-E50B-45D4-BB3B-7B70B7F00D18}">
      <dgm:prSet phldrT="[Text]" custT="1"/>
      <dgm:spPr>
        <a:solidFill>
          <a:schemeClr val="bg1">
            <a:lumMod val="95000"/>
            <a:alpha val="90000"/>
          </a:schemeClr>
        </a:solidFill>
        <a:ln w="9525">
          <a:solidFill>
            <a:schemeClr val="bg1">
              <a:lumMod val="85000"/>
            </a:schemeClr>
          </a:solidFill>
        </a:ln>
      </dgm:spPr>
      <dgm:t>
        <a:bodyPr/>
        <a:lstStyle/>
        <a:p>
          <a:r>
            <a:rPr lang="en-US" sz="1250" dirty="0">
              <a:solidFill>
                <a:srgbClr val="20282F"/>
              </a:solidFill>
            </a:rPr>
            <a:t>Ideal for transitional periods where both IPv4 and IPv6 networks are operational</a:t>
          </a:r>
        </a:p>
      </dgm:t>
    </dgm:pt>
    <dgm:pt modelId="{3B2CCB60-1583-491F-8181-D38BC6FA310A}" type="parTrans" cxnId="{827B5F9E-F99A-436E-952E-050640EBD4DA}">
      <dgm:prSet/>
      <dgm:spPr>
        <a:ln>
          <a:solidFill>
            <a:srgbClr val="6C7072"/>
          </a:solidFill>
        </a:ln>
      </dgm:spPr>
      <dgm:t>
        <a:bodyPr/>
        <a:lstStyle/>
        <a:p>
          <a:endParaRPr lang="en-US"/>
        </a:p>
      </dgm:t>
    </dgm:pt>
    <dgm:pt modelId="{30C2E1AE-11D5-4B4D-94F6-DE01274669DB}" type="sibTrans" cxnId="{827B5F9E-F99A-436E-952E-050640EBD4DA}">
      <dgm:prSet/>
      <dgm:spPr/>
      <dgm:t>
        <a:bodyPr/>
        <a:lstStyle/>
        <a:p>
          <a:endParaRPr lang="en-US"/>
        </a:p>
      </dgm:t>
    </dgm:pt>
    <dgm:pt modelId="{65C475A5-B369-472D-8A43-7A9D842687B9}">
      <dgm:prSet phldrT="[Text]" custT="1"/>
      <dgm:spPr>
        <a:solidFill>
          <a:srgbClr val="004F71"/>
        </a:solidFill>
      </dgm:spPr>
      <dgm:t>
        <a:bodyPr/>
        <a:lstStyle/>
        <a:p>
          <a:r>
            <a:rPr lang="en-US" sz="2000" dirty="0"/>
            <a:t>Tunneling</a:t>
          </a:r>
        </a:p>
      </dgm:t>
    </dgm:pt>
    <dgm:pt modelId="{7514DF22-F793-48F9-B191-D8904E376129}" type="parTrans" cxnId="{B7B69758-E5D3-4FCE-8FE0-3B1315EBF761}">
      <dgm:prSet/>
      <dgm:spPr/>
      <dgm:t>
        <a:bodyPr/>
        <a:lstStyle/>
        <a:p>
          <a:endParaRPr lang="en-US"/>
        </a:p>
      </dgm:t>
    </dgm:pt>
    <dgm:pt modelId="{D0FE4BC1-3453-4E71-8357-A72EB2190840}" type="sibTrans" cxnId="{B7B69758-E5D3-4FCE-8FE0-3B1315EBF761}">
      <dgm:prSet/>
      <dgm:spPr/>
      <dgm:t>
        <a:bodyPr/>
        <a:lstStyle/>
        <a:p>
          <a:endParaRPr lang="en-US"/>
        </a:p>
      </dgm:t>
    </dgm:pt>
    <dgm:pt modelId="{DCC2716F-84C5-4D34-81CE-9859A05A55D4}">
      <dgm:prSet phldrT="[Text]" custT="1"/>
      <dgm:spPr>
        <a:solidFill>
          <a:schemeClr val="bg1">
            <a:lumMod val="95000"/>
            <a:alpha val="90000"/>
          </a:schemeClr>
        </a:solidFill>
        <a:ln w="9525">
          <a:solidFill>
            <a:schemeClr val="bg1">
              <a:lumMod val="85000"/>
            </a:schemeClr>
          </a:solidFill>
        </a:ln>
      </dgm:spPr>
      <dgm:t>
        <a:bodyPr/>
        <a:lstStyle/>
        <a:p>
          <a:r>
            <a:rPr lang="en-US" sz="1300" dirty="0">
              <a:solidFill>
                <a:srgbClr val="20282F"/>
              </a:solidFill>
            </a:rPr>
            <a:t>Encapsulates IPv6 packets within IPv4 packets to traverse IPv4 networks</a:t>
          </a:r>
        </a:p>
      </dgm:t>
    </dgm:pt>
    <dgm:pt modelId="{80AA0A32-C647-497D-8DEF-7B0D7834628E}" type="parTrans" cxnId="{FEB62B33-AF26-4274-9496-B4EFF2CF3D57}">
      <dgm:prSet/>
      <dgm:spPr>
        <a:ln>
          <a:solidFill>
            <a:srgbClr val="6C7072"/>
          </a:solidFill>
        </a:ln>
      </dgm:spPr>
      <dgm:t>
        <a:bodyPr/>
        <a:lstStyle/>
        <a:p>
          <a:endParaRPr lang="en-US"/>
        </a:p>
      </dgm:t>
    </dgm:pt>
    <dgm:pt modelId="{ED433F77-94B0-4888-A2AA-D708C712A577}" type="sibTrans" cxnId="{FEB62B33-AF26-4274-9496-B4EFF2CF3D57}">
      <dgm:prSet/>
      <dgm:spPr/>
      <dgm:t>
        <a:bodyPr/>
        <a:lstStyle/>
        <a:p>
          <a:endParaRPr lang="en-US"/>
        </a:p>
      </dgm:t>
    </dgm:pt>
    <dgm:pt modelId="{5D28456B-DCB5-47FF-BCD0-CB46F310F9CC}">
      <dgm:prSet phldrT="[Text]" custT="1"/>
      <dgm:spPr>
        <a:solidFill>
          <a:schemeClr val="bg1">
            <a:lumMod val="95000"/>
            <a:alpha val="90000"/>
          </a:schemeClr>
        </a:solidFill>
        <a:ln w="9525">
          <a:solidFill>
            <a:schemeClr val="bg1">
              <a:lumMod val="85000"/>
            </a:schemeClr>
          </a:solidFill>
        </a:ln>
      </dgm:spPr>
      <dgm:t>
        <a:bodyPr/>
        <a:lstStyle/>
        <a:p>
          <a:r>
            <a:rPr lang="en-US" sz="1300" dirty="0">
              <a:solidFill>
                <a:srgbClr val="20282F"/>
              </a:solidFill>
            </a:rPr>
            <a:t>Useful for IPv6 islands within an IPv4 network</a:t>
          </a:r>
        </a:p>
      </dgm:t>
    </dgm:pt>
    <dgm:pt modelId="{ABC049AB-E9FB-4C1D-A66A-91175321AD52}" type="parTrans" cxnId="{AD9D0F88-0CE8-4F3C-95BE-AE9BDF9455A3}">
      <dgm:prSet/>
      <dgm:spPr>
        <a:ln>
          <a:solidFill>
            <a:srgbClr val="6C7072"/>
          </a:solidFill>
        </a:ln>
      </dgm:spPr>
      <dgm:t>
        <a:bodyPr/>
        <a:lstStyle/>
        <a:p>
          <a:endParaRPr lang="en-US"/>
        </a:p>
      </dgm:t>
    </dgm:pt>
    <dgm:pt modelId="{0D2BE2B6-ADD9-4A39-A56F-353A4BCA7057}" type="sibTrans" cxnId="{AD9D0F88-0CE8-4F3C-95BE-AE9BDF9455A3}">
      <dgm:prSet/>
      <dgm:spPr/>
      <dgm:t>
        <a:bodyPr/>
        <a:lstStyle/>
        <a:p>
          <a:endParaRPr lang="en-US"/>
        </a:p>
      </dgm:t>
    </dgm:pt>
    <dgm:pt modelId="{4B30CFC1-38EB-4125-937B-BF5A4C89E41E}">
      <dgm:prSet phldrT="[Text]" custT="1"/>
      <dgm:spPr>
        <a:solidFill>
          <a:srgbClr val="004F71"/>
        </a:solidFill>
      </dgm:spPr>
      <dgm:t>
        <a:bodyPr/>
        <a:lstStyle/>
        <a:p>
          <a:r>
            <a:rPr lang="en-US" sz="2000" dirty="0"/>
            <a:t>NAT64</a:t>
          </a:r>
        </a:p>
      </dgm:t>
    </dgm:pt>
    <dgm:pt modelId="{3E378CE0-3149-46B0-B173-7737D7BFD890}" type="parTrans" cxnId="{FE346C7D-D6D2-481F-B653-66836FDD6FCD}">
      <dgm:prSet/>
      <dgm:spPr/>
      <dgm:t>
        <a:bodyPr/>
        <a:lstStyle/>
        <a:p>
          <a:endParaRPr lang="en-US"/>
        </a:p>
      </dgm:t>
    </dgm:pt>
    <dgm:pt modelId="{696E1B9A-1991-4D2D-A85A-2308CE3A9180}" type="sibTrans" cxnId="{FE346C7D-D6D2-481F-B653-66836FDD6FCD}">
      <dgm:prSet/>
      <dgm:spPr/>
      <dgm:t>
        <a:bodyPr/>
        <a:lstStyle/>
        <a:p>
          <a:endParaRPr lang="en-US"/>
        </a:p>
      </dgm:t>
    </dgm:pt>
    <dgm:pt modelId="{2C6E06F3-681F-43D5-965D-B1ADF2FEA7F0}">
      <dgm:prSet phldrT="[Text]" custT="1"/>
      <dgm:spPr>
        <a:solidFill>
          <a:schemeClr val="bg1">
            <a:lumMod val="95000"/>
            <a:alpha val="90000"/>
          </a:schemeClr>
        </a:solidFill>
        <a:ln w="9525">
          <a:solidFill>
            <a:schemeClr val="bg1">
              <a:lumMod val="85000"/>
            </a:schemeClr>
          </a:solidFill>
        </a:ln>
      </dgm:spPr>
      <dgm:t>
        <a:bodyPr/>
        <a:lstStyle/>
        <a:p>
          <a:r>
            <a:rPr lang="en-US" sz="1300" dirty="0">
              <a:solidFill>
                <a:srgbClr val="20282F"/>
              </a:solidFill>
            </a:rPr>
            <a:t>Translates IPv6 into IPv4 and vice versa</a:t>
          </a:r>
        </a:p>
      </dgm:t>
    </dgm:pt>
    <dgm:pt modelId="{5EF05984-0026-4DA8-AE2C-A1EBFF9DBCDD}" type="parTrans" cxnId="{DAF3A7BF-5DE9-4F08-A6D8-9291416FE50B}">
      <dgm:prSet/>
      <dgm:spPr>
        <a:ln>
          <a:solidFill>
            <a:srgbClr val="6C7072"/>
          </a:solidFill>
        </a:ln>
      </dgm:spPr>
      <dgm:t>
        <a:bodyPr/>
        <a:lstStyle/>
        <a:p>
          <a:endParaRPr lang="en-US"/>
        </a:p>
      </dgm:t>
    </dgm:pt>
    <dgm:pt modelId="{87281B41-85A4-4A5D-BD66-5AC422DBAD8B}" type="sibTrans" cxnId="{DAF3A7BF-5DE9-4F08-A6D8-9291416FE50B}">
      <dgm:prSet/>
      <dgm:spPr/>
      <dgm:t>
        <a:bodyPr/>
        <a:lstStyle/>
        <a:p>
          <a:endParaRPr lang="en-US"/>
        </a:p>
      </dgm:t>
    </dgm:pt>
    <dgm:pt modelId="{A6EB6A41-9BC8-467D-874F-64D86433F6F7}">
      <dgm:prSet phldrT="[Text]" custT="1"/>
      <dgm:spPr>
        <a:solidFill>
          <a:schemeClr val="bg1">
            <a:lumMod val="95000"/>
            <a:alpha val="90000"/>
          </a:schemeClr>
        </a:solidFill>
        <a:ln w="9525">
          <a:solidFill>
            <a:schemeClr val="bg1">
              <a:lumMod val="85000"/>
            </a:schemeClr>
          </a:solidFill>
        </a:ln>
      </dgm:spPr>
      <dgm:t>
        <a:bodyPr/>
        <a:lstStyle/>
        <a:p>
          <a:r>
            <a:rPr lang="en-US" sz="1300" dirty="0">
              <a:solidFill>
                <a:srgbClr val="20282F"/>
              </a:solidFill>
            </a:rPr>
            <a:t>Best for environments transitioning to IPv6 but still needing access to IPv4 resources</a:t>
          </a:r>
        </a:p>
      </dgm:t>
    </dgm:pt>
    <dgm:pt modelId="{F88558B4-497E-41A5-A97F-C8EBE3780D0D}" type="parTrans" cxnId="{60CF2C8A-02F6-405A-BA71-ECF3731EDF12}">
      <dgm:prSet/>
      <dgm:spPr>
        <a:ln>
          <a:solidFill>
            <a:srgbClr val="6C7072"/>
          </a:solidFill>
        </a:ln>
      </dgm:spPr>
      <dgm:t>
        <a:bodyPr/>
        <a:lstStyle/>
        <a:p>
          <a:endParaRPr lang="en-US"/>
        </a:p>
      </dgm:t>
    </dgm:pt>
    <dgm:pt modelId="{B63FB279-54DE-4C05-AC24-CD7F5EBC74B7}" type="sibTrans" cxnId="{60CF2C8A-02F6-405A-BA71-ECF3731EDF12}">
      <dgm:prSet/>
      <dgm:spPr/>
      <dgm:t>
        <a:bodyPr/>
        <a:lstStyle/>
        <a:p>
          <a:endParaRPr lang="en-US"/>
        </a:p>
      </dgm:t>
    </dgm:pt>
    <dgm:pt modelId="{D07A9659-3E5A-4291-A65E-C846A7C59B00}" type="pres">
      <dgm:prSet presAssocID="{8CB31C30-07C1-49ED-A321-47064D27236C}" presName="diagram" presStyleCnt="0">
        <dgm:presLayoutVars>
          <dgm:chPref val="1"/>
          <dgm:dir/>
          <dgm:animOne val="branch"/>
          <dgm:animLvl val="lvl"/>
          <dgm:resizeHandles/>
        </dgm:presLayoutVars>
      </dgm:prSet>
      <dgm:spPr/>
    </dgm:pt>
    <dgm:pt modelId="{2C0B904F-1675-4487-BD0A-B1FF0771D3A3}" type="pres">
      <dgm:prSet presAssocID="{B06AA0D8-03DA-4BCE-A62C-CA52639DBC94}" presName="root" presStyleCnt="0"/>
      <dgm:spPr/>
    </dgm:pt>
    <dgm:pt modelId="{E943E201-A5B1-4912-8ED8-8DF2B199128A}" type="pres">
      <dgm:prSet presAssocID="{B06AA0D8-03DA-4BCE-A62C-CA52639DBC94}" presName="rootComposite" presStyleCnt="0"/>
      <dgm:spPr/>
    </dgm:pt>
    <dgm:pt modelId="{84E8C1BF-84B6-4A14-86D4-DF4738977E0F}" type="pres">
      <dgm:prSet presAssocID="{B06AA0D8-03DA-4BCE-A62C-CA52639DBC94}" presName="rootText" presStyleLbl="node1" presStyleIdx="0" presStyleCnt="3" custScaleY="75145"/>
      <dgm:spPr/>
    </dgm:pt>
    <dgm:pt modelId="{A6B0DD73-7E3B-4CFC-8F80-0D714D5C8DA9}" type="pres">
      <dgm:prSet presAssocID="{B06AA0D8-03DA-4BCE-A62C-CA52639DBC94}" presName="rootConnector" presStyleLbl="node1" presStyleIdx="0" presStyleCnt="3"/>
      <dgm:spPr/>
    </dgm:pt>
    <dgm:pt modelId="{89684034-1B0C-4E4B-937E-FEE87D0F288A}" type="pres">
      <dgm:prSet presAssocID="{B06AA0D8-03DA-4BCE-A62C-CA52639DBC94}" presName="childShape" presStyleCnt="0"/>
      <dgm:spPr/>
    </dgm:pt>
    <dgm:pt modelId="{678B08C7-9BE8-4254-9345-D064A8D61742}" type="pres">
      <dgm:prSet presAssocID="{D66CEE20-A259-4490-92C0-2087FCAEF4D6}" presName="Name13" presStyleLbl="parChTrans1D2" presStyleIdx="0" presStyleCnt="6"/>
      <dgm:spPr/>
    </dgm:pt>
    <dgm:pt modelId="{80BA4856-9986-4902-A840-B971C93CF685}" type="pres">
      <dgm:prSet presAssocID="{21A25A33-9604-4A8D-91A1-9F859C862509}" presName="childText" presStyleLbl="bgAcc1" presStyleIdx="0" presStyleCnt="6" custScaleX="128119" custScaleY="102990">
        <dgm:presLayoutVars>
          <dgm:bulletEnabled val="1"/>
        </dgm:presLayoutVars>
      </dgm:prSet>
      <dgm:spPr/>
    </dgm:pt>
    <dgm:pt modelId="{08CF6BB4-8983-4152-9274-5859ECFD4F86}" type="pres">
      <dgm:prSet presAssocID="{3B2CCB60-1583-491F-8181-D38BC6FA310A}" presName="Name13" presStyleLbl="parChTrans1D2" presStyleIdx="1" presStyleCnt="6"/>
      <dgm:spPr/>
    </dgm:pt>
    <dgm:pt modelId="{9CEDAFD5-AD73-43EA-AFD5-AAE1F84CFA06}" type="pres">
      <dgm:prSet presAssocID="{764E9A08-E50B-45D4-BB3B-7B70B7F00D18}" presName="childText" presStyleLbl="bgAcc1" presStyleIdx="1" presStyleCnt="6" custScaleX="131515" custScaleY="104168">
        <dgm:presLayoutVars>
          <dgm:bulletEnabled val="1"/>
        </dgm:presLayoutVars>
      </dgm:prSet>
      <dgm:spPr/>
    </dgm:pt>
    <dgm:pt modelId="{858DB884-BF96-497B-A7EF-DF5C6F1964FD}" type="pres">
      <dgm:prSet presAssocID="{65C475A5-B369-472D-8A43-7A9D842687B9}" presName="root" presStyleCnt="0"/>
      <dgm:spPr/>
    </dgm:pt>
    <dgm:pt modelId="{33CDA49D-8C1F-4B83-BD72-75DF81B2996F}" type="pres">
      <dgm:prSet presAssocID="{65C475A5-B369-472D-8A43-7A9D842687B9}" presName="rootComposite" presStyleCnt="0"/>
      <dgm:spPr/>
    </dgm:pt>
    <dgm:pt modelId="{7AB979B3-1E08-41ED-8C88-B7283D7DC7B5}" type="pres">
      <dgm:prSet presAssocID="{65C475A5-B369-472D-8A43-7A9D842687B9}" presName="rootText" presStyleLbl="node1" presStyleIdx="1" presStyleCnt="3" custScaleY="78640"/>
      <dgm:spPr/>
    </dgm:pt>
    <dgm:pt modelId="{8B1E3F64-EB01-402D-8D14-3AEA41EF6BAA}" type="pres">
      <dgm:prSet presAssocID="{65C475A5-B369-472D-8A43-7A9D842687B9}" presName="rootConnector" presStyleLbl="node1" presStyleIdx="1" presStyleCnt="3"/>
      <dgm:spPr/>
    </dgm:pt>
    <dgm:pt modelId="{5673FFAC-1A8B-4F89-B7AC-BABD6BEA6E3B}" type="pres">
      <dgm:prSet presAssocID="{65C475A5-B369-472D-8A43-7A9D842687B9}" presName="childShape" presStyleCnt="0"/>
      <dgm:spPr/>
    </dgm:pt>
    <dgm:pt modelId="{0512D6DF-C7FB-409F-8F9A-6D3952DFE383}" type="pres">
      <dgm:prSet presAssocID="{80AA0A32-C647-497D-8DEF-7B0D7834628E}" presName="Name13" presStyleLbl="parChTrans1D2" presStyleIdx="2" presStyleCnt="6"/>
      <dgm:spPr/>
    </dgm:pt>
    <dgm:pt modelId="{8FB40A93-B71A-405E-AB05-091F049EBC5F}" type="pres">
      <dgm:prSet presAssocID="{DCC2716F-84C5-4D34-81CE-9859A05A55D4}" presName="childText" presStyleLbl="bgAcc1" presStyleIdx="2" presStyleCnt="6" custScaleX="130195" custScaleY="100964">
        <dgm:presLayoutVars>
          <dgm:bulletEnabled val="1"/>
        </dgm:presLayoutVars>
      </dgm:prSet>
      <dgm:spPr/>
    </dgm:pt>
    <dgm:pt modelId="{FA901F79-A5EB-49D3-BD05-42B09354076D}" type="pres">
      <dgm:prSet presAssocID="{ABC049AB-E9FB-4C1D-A66A-91175321AD52}" presName="Name13" presStyleLbl="parChTrans1D2" presStyleIdx="3" presStyleCnt="6"/>
      <dgm:spPr/>
    </dgm:pt>
    <dgm:pt modelId="{B116E712-BD40-4CC7-BF69-440A4888F971}" type="pres">
      <dgm:prSet presAssocID="{5D28456B-DCB5-47FF-BCD0-CB46F310F9CC}" presName="childText" presStyleLbl="bgAcc1" presStyleIdx="3" presStyleCnt="6" custScaleX="131192" custScaleY="105035">
        <dgm:presLayoutVars>
          <dgm:bulletEnabled val="1"/>
        </dgm:presLayoutVars>
      </dgm:prSet>
      <dgm:spPr/>
    </dgm:pt>
    <dgm:pt modelId="{DA463E60-B871-470C-A7F0-D77E7546308E}" type="pres">
      <dgm:prSet presAssocID="{4B30CFC1-38EB-4125-937B-BF5A4C89E41E}" presName="root" presStyleCnt="0"/>
      <dgm:spPr/>
    </dgm:pt>
    <dgm:pt modelId="{10DBB25B-27FE-4A95-8BFD-1AA2C72F0315}" type="pres">
      <dgm:prSet presAssocID="{4B30CFC1-38EB-4125-937B-BF5A4C89E41E}" presName="rootComposite" presStyleCnt="0"/>
      <dgm:spPr/>
    </dgm:pt>
    <dgm:pt modelId="{90712166-8855-4BB5-A232-D314CEF8D99A}" type="pres">
      <dgm:prSet presAssocID="{4B30CFC1-38EB-4125-937B-BF5A4C89E41E}" presName="rootText" presStyleLbl="node1" presStyleIdx="2" presStyleCnt="3" custScaleY="73009"/>
      <dgm:spPr/>
    </dgm:pt>
    <dgm:pt modelId="{02EA0B27-401E-4470-8122-4D50CB39E23B}" type="pres">
      <dgm:prSet presAssocID="{4B30CFC1-38EB-4125-937B-BF5A4C89E41E}" presName="rootConnector" presStyleLbl="node1" presStyleIdx="2" presStyleCnt="3"/>
      <dgm:spPr/>
    </dgm:pt>
    <dgm:pt modelId="{D9FA5B6D-B84E-4EE2-B00B-5DF78A12DC81}" type="pres">
      <dgm:prSet presAssocID="{4B30CFC1-38EB-4125-937B-BF5A4C89E41E}" presName="childShape" presStyleCnt="0"/>
      <dgm:spPr/>
    </dgm:pt>
    <dgm:pt modelId="{13579376-A5A0-45A3-ADAC-E1EE2643FA82}" type="pres">
      <dgm:prSet presAssocID="{5EF05984-0026-4DA8-AE2C-A1EBFF9DBCDD}" presName="Name13" presStyleLbl="parChTrans1D2" presStyleIdx="4" presStyleCnt="6"/>
      <dgm:spPr/>
    </dgm:pt>
    <dgm:pt modelId="{A44BD021-1306-4340-8D53-235597008FD6}" type="pres">
      <dgm:prSet presAssocID="{2C6E06F3-681F-43D5-965D-B1ADF2FEA7F0}" presName="childText" presStyleLbl="bgAcc1" presStyleIdx="4" presStyleCnt="6" custScaleX="134642" custScaleY="106589">
        <dgm:presLayoutVars>
          <dgm:bulletEnabled val="1"/>
        </dgm:presLayoutVars>
      </dgm:prSet>
      <dgm:spPr/>
    </dgm:pt>
    <dgm:pt modelId="{CC2BE9AC-7638-4E29-A9F6-FC36D9993E54}" type="pres">
      <dgm:prSet presAssocID="{F88558B4-497E-41A5-A97F-C8EBE3780D0D}" presName="Name13" presStyleLbl="parChTrans1D2" presStyleIdx="5" presStyleCnt="6"/>
      <dgm:spPr/>
    </dgm:pt>
    <dgm:pt modelId="{62E8FBD8-A5ED-4590-971F-5CCCBB2C1F94}" type="pres">
      <dgm:prSet presAssocID="{A6EB6A41-9BC8-467D-874F-64D86433F6F7}" presName="childText" presStyleLbl="bgAcc1" presStyleIdx="5" presStyleCnt="6" custScaleX="138302" custScaleY="109980">
        <dgm:presLayoutVars>
          <dgm:bulletEnabled val="1"/>
        </dgm:presLayoutVars>
      </dgm:prSet>
      <dgm:spPr/>
    </dgm:pt>
  </dgm:ptLst>
  <dgm:cxnLst>
    <dgm:cxn modelId="{7E10710B-5499-41F9-85FB-FAE669A6C69D}" type="presOf" srcId="{A6EB6A41-9BC8-467D-874F-64D86433F6F7}" destId="{62E8FBD8-A5ED-4590-971F-5CCCBB2C1F94}" srcOrd="0" destOrd="0" presId="urn:microsoft.com/office/officeart/2005/8/layout/hierarchy3"/>
    <dgm:cxn modelId="{086E8611-B549-49C4-AD5F-F0355D205A30}" type="presOf" srcId="{DCC2716F-84C5-4D34-81CE-9859A05A55D4}" destId="{8FB40A93-B71A-405E-AB05-091F049EBC5F}" srcOrd="0" destOrd="0" presId="urn:microsoft.com/office/officeart/2005/8/layout/hierarchy3"/>
    <dgm:cxn modelId="{FEB62B33-AF26-4274-9496-B4EFF2CF3D57}" srcId="{65C475A5-B369-472D-8A43-7A9D842687B9}" destId="{DCC2716F-84C5-4D34-81CE-9859A05A55D4}" srcOrd="0" destOrd="0" parTransId="{80AA0A32-C647-497D-8DEF-7B0D7834628E}" sibTransId="{ED433F77-94B0-4888-A2AA-D708C712A577}"/>
    <dgm:cxn modelId="{2842E137-BC55-41EF-9D03-BB656E1F9F6C}" type="presOf" srcId="{764E9A08-E50B-45D4-BB3B-7B70B7F00D18}" destId="{9CEDAFD5-AD73-43EA-AFD5-AAE1F84CFA06}" srcOrd="0" destOrd="0" presId="urn:microsoft.com/office/officeart/2005/8/layout/hierarchy3"/>
    <dgm:cxn modelId="{AEA84938-B6DE-4B21-AE22-AC3BB685EFF2}" type="presOf" srcId="{65C475A5-B369-472D-8A43-7A9D842687B9}" destId="{7AB979B3-1E08-41ED-8C88-B7283D7DC7B5}" srcOrd="0" destOrd="0" presId="urn:microsoft.com/office/officeart/2005/8/layout/hierarchy3"/>
    <dgm:cxn modelId="{EBD1134C-7E36-481C-BCA9-CEF4030F1CF9}" srcId="{B06AA0D8-03DA-4BCE-A62C-CA52639DBC94}" destId="{21A25A33-9604-4A8D-91A1-9F859C862509}" srcOrd="0" destOrd="0" parTransId="{D66CEE20-A259-4490-92C0-2087FCAEF4D6}" sibTransId="{FFA2C622-F880-4089-8D3F-A8F2E60EBF71}"/>
    <dgm:cxn modelId="{A8F82B51-762A-4505-9A4F-9DABB2CC1196}" type="presOf" srcId="{4B30CFC1-38EB-4125-937B-BF5A4C89E41E}" destId="{90712166-8855-4BB5-A232-D314CEF8D99A}" srcOrd="0" destOrd="0" presId="urn:microsoft.com/office/officeart/2005/8/layout/hierarchy3"/>
    <dgm:cxn modelId="{A352DC51-DBB6-4C94-AB79-F7FFBFA8D018}" type="presOf" srcId="{3B2CCB60-1583-491F-8181-D38BC6FA310A}" destId="{08CF6BB4-8983-4152-9274-5859ECFD4F86}" srcOrd="0" destOrd="0" presId="urn:microsoft.com/office/officeart/2005/8/layout/hierarchy3"/>
    <dgm:cxn modelId="{9F272478-B80E-423B-AF0A-2597C0B8E9AD}" type="presOf" srcId="{ABC049AB-E9FB-4C1D-A66A-91175321AD52}" destId="{FA901F79-A5EB-49D3-BD05-42B09354076D}" srcOrd="0" destOrd="0" presId="urn:microsoft.com/office/officeart/2005/8/layout/hierarchy3"/>
    <dgm:cxn modelId="{B7B69758-E5D3-4FCE-8FE0-3B1315EBF761}" srcId="{8CB31C30-07C1-49ED-A321-47064D27236C}" destId="{65C475A5-B369-472D-8A43-7A9D842687B9}" srcOrd="1" destOrd="0" parTransId="{7514DF22-F793-48F9-B191-D8904E376129}" sibTransId="{D0FE4BC1-3453-4E71-8357-A72EB2190840}"/>
    <dgm:cxn modelId="{73BA9E7A-0970-4B1A-97F5-4D9EA2430E08}" type="presOf" srcId="{8CB31C30-07C1-49ED-A321-47064D27236C}" destId="{D07A9659-3E5A-4291-A65E-C846A7C59B00}" srcOrd="0" destOrd="0" presId="urn:microsoft.com/office/officeart/2005/8/layout/hierarchy3"/>
    <dgm:cxn modelId="{B430647D-FEDF-47F9-98FD-B2DDDCED3E09}" type="presOf" srcId="{21A25A33-9604-4A8D-91A1-9F859C862509}" destId="{80BA4856-9986-4902-A840-B971C93CF685}" srcOrd="0" destOrd="0" presId="urn:microsoft.com/office/officeart/2005/8/layout/hierarchy3"/>
    <dgm:cxn modelId="{FE346C7D-D6D2-481F-B653-66836FDD6FCD}" srcId="{8CB31C30-07C1-49ED-A321-47064D27236C}" destId="{4B30CFC1-38EB-4125-937B-BF5A4C89E41E}" srcOrd="2" destOrd="0" parTransId="{3E378CE0-3149-46B0-B173-7737D7BFD890}" sibTransId="{696E1B9A-1991-4D2D-A85A-2308CE3A9180}"/>
    <dgm:cxn modelId="{05ED1C80-B467-46C1-A8A3-A05763103636}" type="presOf" srcId="{80AA0A32-C647-497D-8DEF-7B0D7834628E}" destId="{0512D6DF-C7FB-409F-8F9A-6D3952DFE383}" srcOrd="0" destOrd="0" presId="urn:microsoft.com/office/officeart/2005/8/layout/hierarchy3"/>
    <dgm:cxn modelId="{40BC2580-DAB5-4FD7-B67F-77FEA931584D}" srcId="{8CB31C30-07C1-49ED-A321-47064D27236C}" destId="{B06AA0D8-03DA-4BCE-A62C-CA52639DBC94}" srcOrd="0" destOrd="0" parTransId="{76ACED77-0914-47FC-99A8-9559149473B0}" sibTransId="{DB304B67-CCFB-428C-947D-CBCFE0B52106}"/>
    <dgm:cxn modelId="{020A6984-857A-4CE3-9162-FFBD711D3C5E}" type="presOf" srcId="{D66CEE20-A259-4490-92C0-2087FCAEF4D6}" destId="{678B08C7-9BE8-4254-9345-D064A8D61742}" srcOrd="0" destOrd="0" presId="urn:microsoft.com/office/officeart/2005/8/layout/hierarchy3"/>
    <dgm:cxn modelId="{AD9D0F88-0CE8-4F3C-95BE-AE9BDF9455A3}" srcId="{65C475A5-B369-472D-8A43-7A9D842687B9}" destId="{5D28456B-DCB5-47FF-BCD0-CB46F310F9CC}" srcOrd="1" destOrd="0" parTransId="{ABC049AB-E9FB-4C1D-A66A-91175321AD52}" sibTransId="{0D2BE2B6-ADD9-4A39-A56F-353A4BCA7057}"/>
    <dgm:cxn modelId="{60CF2C8A-02F6-405A-BA71-ECF3731EDF12}" srcId="{4B30CFC1-38EB-4125-937B-BF5A4C89E41E}" destId="{A6EB6A41-9BC8-467D-874F-64D86433F6F7}" srcOrd="1" destOrd="0" parTransId="{F88558B4-497E-41A5-A97F-C8EBE3780D0D}" sibTransId="{B63FB279-54DE-4C05-AC24-CD7F5EBC74B7}"/>
    <dgm:cxn modelId="{FFD71092-EA95-47C7-8619-99F249800C46}" type="presOf" srcId="{B06AA0D8-03DA-4BCE-A62C-CA52639DBC94}" destId="{A6B0DD73-7E3B-4CFC-8F80-0D714D5C8DA9}" srcOrd="1" destOrd="0" presId="urn:microsoft.com/office/officeart/2005/8/layout/hierarchy3"/>
    <dgm:cxn modelId="{827B5F9E-F99A-436E-952E-050640EBD4DA}" srcId="{B06AA0D8-03DA-4BCE-A62C-CA52639DBC94}" destId="{764E9A08-E50B-45D4-BB3B-7B70B7F00D18}" srcOrd="1" destOrd="0" parTransId="{3B2CCB60-1583-491F-8181-D38BC6FA310A}" sibTransId="{30C2E1AE-11D5-4B4D-94F6-DE01274669DB}"/>
    <dgm:cxn modelId="{8350F2A8-E546-423F-889C-AC18DC6606CB}" type="presOf" srcId="{B06AA0D8-03DA-4BCE-A62C-CA52639DBC94}" destId="{84E8C1BF-84B6-4A14-86D4-DF4738977E0F}" srcOrd="0" destOrd="0" presId="urn:microsoft.com/office/officeart/2005/8/layout/hierarchy3"/>
    <dgm:cxn modelId="{552BC4B3-491B-4904-8D4A-3FA8DE4115B0}" type="presOf" srcId="{F88558B4-497E-41A5-A97F-C8EBE3780D0D}" destId="{CC2BE9AC-7638-4E29-A9F6-FC36D9993E54}" srcOrd="0" destOrd="0" presId="urn:microsoft.com/office/officeart/2005/8/layout/hierarchy3"/>
    <dgm:cxn modelId="{DAF3A7BF-5DE9-4F08-A6D8-9291416FE50B}" srcId="{4B30CFC1-38EB-4125-937B-BF5A4C89E41E}" destId="{2C6E06F3-681F-43D5-965D-B1ADF2FEA7F0}" srcOrd="0" destOrd="0" parTransId="{5EF05984-0026-4DA8-AE2C-A1EBFF9DBCDD}" sibTransId="{87281B41-85A4-4A5D-BD66-5AC422DBAD8B}"/>
    <dgm:cxn modelId="{CCE1BCC7-727C-49D7-ABC4-18DF69210E09}" type="presOf" srcId="{4B30CFC1-38EB-4125-937B-BF5A4C89E41E}" destId="{02EA0B27-401E-4470-8122-4D50CB39E23B}" srcOrd="1" destOrd="0" presId="urn:microsoft.com/office/officeart/2005/8/layout/hierarchy3"/>
    <dgm:cxn modelId="{C450E5CA-930C-4DA8-BF79-5B4B11B237A6}" type="presOf" srcId="{65C475A5-B369-472D-8A43-7A9D842687B9}" destId="{8B1E3F64-EB01-402D-8D14-3AEA41EF6BAA}" srcOrd="1" destOrd="0" presId="urn:microsoft.com/office/officeart/2005/8/layout/hierarchy3"/>
    <dgm:cxn modelId="{0C97C0D1-E382-42F3-AA94-9882FE310BBF}" type="presOf" srcId="{5EF05984-0026-4DA8-AE2C-A1EBFF9DBCDD}" destId="{13579376-A5A0-45A3-ADAC-E1EE2643FA82}" srcOrd="0" destOrd="0" presId="urn:microsoft.com/office/officeart/2005/8/layout/hierarchy3"/>
    <dgm:cxn modelId="{7313E4D9-D536-4EC4-9CA2-4999D6235742}" type="presOf" srcId="{5D28456B-DCB5-47FF-BCD0-CB46F310F9CC}" destId="{B116E712-BD40-4CC7-BF69-440A4888F971}" srcOrd="0" destOrd="0" presId="urn:microsoft.com/office/officeart/2005/8/layout/hierarchy3"/>
    <dgm:cxn modelId="{E95C7AEE-D445-49CB-A8F4-28126860AB6A}" type="presOf" srcId="{2C6E06F3-681F-43D5-965D-B1ADF2FEA7F0}" destId="{A44BD021-1306-4340-8D53-235597008FD6}" srcOrd="0" destOrd="0" presId="urn:microsoft.com/office/officeart/2005/8/layout/hierarchy3"/>
    <dgm:cxn modelId="{94C37B8C-C828-475E-A160-81273BD1CE5B}" type="presParOf" srcId="{D07A9659-3E5A-4291-A65E-C846A7C59B00}" destId="{2C0B904F-1675-4487-BD0A-B1FF0771D3A3}" srcOrd="0" destOrd="0" presId="urn:microsoft.com/office/officeart/2005/8/layout/hierarchy3"/>
    <dgm:cxn modelId="{CAF107DD-DE83-4E2B-9ECB-F342D9484491}" type="presParOf" srcId="{2C0B904F-1675-4487-BD0A-B1FF0771D3A3}" destId="{E943E201-A5B1-4912-8ED8-8DF2B199128A}" srcOrd="0" destOrd="0" presId="urn:microsoft.com/office/officeart/2005/8/layout/hierarchy3"/>
    <dgm:cxn modelId="{C636019E-9AD2-4468-A92E-800AB0B008C0}" type="presParOf" srcId="{E943E201-A5B1-4912-8ED8-8DF2B199128A}" destId="{84E8C1BF-84B6-4A14-86D4-DF4738977E0F}" srcOrd="0" destOrd="0" presId="urn:microsoft.com/office/officeart/2005/8/layout/hierarchy3"/>
    <dgm:cxn modelId="{FC4A2B96-452D-411E-AAB1-79AEC20C45A7}" type="presParOf" srcId="{E943E201-A5B1-4912-8ED8-8DF2B199128A}" destId="{A6B0DD73-7E3B-4CFC-8F80-0D714D5C8DA9}" srcOrd="1" destOrd="0" presId="urn:microsoft.com/office/officeart/2005/8/layout/hierarchy3"/>
    <dgm:cxn modelId="{B3064786-107A-4BF3-B5FA-7B878271D2D8}" type="presParOf" srcId="{2C0B904F-1675-4487-BD0A-B1FF0771D3A3}" destId="{89684034-1B0C-4E4B-937E-FEE87D0F288A}" srcOrd="1" destOrd="0" presId="urn:microsoft.com/office/officeart/2005/8/layout/hierarchy3"/>
    <dgm:cxn modelId="{B4FD782C-6BAC-4049-A213-4DCECF0AEB20}" type="presParOf" srcId="{89684034-1B0C-4E4B-937E-FEE87D0F288A}" destId="{678B08C7-9BE8-4254-9345-D064A8D61742}" srcOrd="0" destOrd="0" presId="urn:microsoft.com/office/officeart/2005/8/layout/hierarchy3"/>
    <dgm:cxn modelId="{0DC4A5BD-0F37-4BBF-BD8A-5EEA7CC939A7}" type="presParOf" srcId="{89684034-1B0C-4E4B-937E-FEE87D0F288A}" destId="{80BA4856-9986-4902-A840-B971C93CF685}" srcOrd="1" destOrd="0" presId="urn:microsoft.com/office/officeart/2005/8/layout/hierarchy3"/>
    <dgm:cxn modelId="{0FE4FC18-DCAC-4D18-B332-F8DD6825E401}" type="presParOf" srcId="{89684034-1B0C-4E4B-937E-FEE87D0F288A}" destId="{08CF6BB4-8983-4152-9274-5859ECFD4F86}" srcOrd="2" destOrd="0" presId="urn:microsoft.com/office/officeart/2005/8/layout/hierarchy3"/>
    <dgm:cxn modelId="{00826062-9CC6-4497-9F4F-49A4044CCC4C}" type="presParOf" srcId="{89684034-1B0C-4E4B-937E-FEE87D0F288A}" destId="{9CEDAFD5-AD73-43EA-AFD5-AAE1F84CFA06}" srcOrd="3" destOrd="0" presId="urn:microsoft.com/office/officeart/2005/8/layout/hierarchy3"/>
    <dgm:cxn modelId="{15BEEC3A-BE2D-4EDB-91E6-98AD49D7BF90}" type="presParOf" srcId="{D07A9659-3E5A-4291-A65E-C846A7C59B00}" destId="{858DB884-BF96-497B-A7EF-DF5C6F1964FD}" srcOrd="1" destOrd="0" presId="urn:microsoft.com/office/officeart/2005/8/layout/hierarchy3"/>
    <dgm:cxn modelId="{4D2E3CC2-C834-44DA-8046-0F1F101D540D}" type="presParOf" srcId="{858DB884-BF96-497B-A7EF-DF5C6F1964FD}" destId="{33CDA49D-8C1F-4B83-BD72-75DF81B2996F}" srcOrd="0" destOrd="0" presId="urn:microsoft.com/office/officeart/2005/8/layout/hierarchy3"/>
    <dgm:cxn modelId="{F9E76C18-A17E-4166-A4CE-7D2A5AEC2254}" type="presParOf" srcId="{33CDA49D-8C1F-4B83-BD72-75DF81B2996F}" destId="{7AB979B3-1E08-41ED-8C88-B7283D7DC7B5}" srcOrd="0" destOrd="0" presId="urn:microsoft.com/office/officeart/2005/8/layout/hierarchy3"/>
    <dgm:cxn modelId="{B3F620BE-3BE0-4442-B0F0-7F4CB4173B27}" type="presParOf" srcId="{33CDA49D-8C1F-4B83-BD72-75DF81B2996F}" destId="{8B1E3F64-EB01-402D-8D14-3AEA41EF6BAA}" srcOrd="1" destOrd="0" presId="urn:microsoft.com/office/officeart/2005/8/layout/hierarchy3"/>
    <dgm:cxn modelId="{B2283AE0-BE60-4ED0-B3EB-02F880994839}" type="presParOf" srcId="{858DB884-BF96-497B-A7EF-DF5C6F1964FD}" destId="{5673FFAC-1A8B-4F89-B7AC-BABD6BEA6E3B}" srcOrd="1" destOrd="0" presId="urn:microsoft.com/office/officeart/2005/8/layout/hierarchy3"/>
    <dgm:cxn modelId="{A9761E17-E7CA-44BE-B739-EF2C6EC64CC3}" type="presParOf" srcId="{5673FFAC-1A8B-4F89-B7AC-BABD6BEA6E3B}" destId="{0512D6DF-C7FB-409F-8F9A-6D3952DFE383}" srcOrd="0" destOrd="0" presId="urn:microsoft.com/office/officeart/2005/8/layout/hierarchy3"/>
    <dgm:cxn modelId="{4721F0D7-0F41-440F-91CD-4F0D2DBEEF14}" type="presParOf" srcId="{5673FFAC-1A8B-4F89-B7AC-BABD6BEA6E3B}" destId="{8FB40A93-B71A-405E-AB05-091F049EBC5F}" srcOrd="1" destOrd="0" presId="urn:microsoft.com/office/officeart/2005/8/layout/hierarchy3"/>
    <dgm:cxn modelId="{3FD05FC7-C6B1-4325-A49D-80A6320FF21C}" type="presParOf" srcId="{5673FFAC-1A8B-4F89-B7AC-BABD6BEA6E3B}" destId="{FA901F79-A5EB-49D3-BD05-42B09354076D}" srcOrd="2" destOrd="0" presId="urn:microsoft.com/office/officeart/2005/8/layout/hierarchy3"/>
    <dgm:cxn modelId="{58348599-5ECF-435F-B84F-D6A3A1DD4A2A}" type="presParOf" srcId="{5673FFAC-1A8B-4F89-B7AC-BABD6BEA6E3B}" destId="{B116E712-BD40-4CC7-BF69-440A4888F971}" srcOrd="3" destOrd="0" presId="urn:microsoft.com/office/officeart/2005/8/layout/hierarchy3"/>
    <dgm:cxn modelId="{951CA20A-3BDD-40AA-A58D-64125EBC1403}" type="presParOf" srcId="{D07A9659-3E5A-4291-A65E-C846A7C59B00}" destId="{DA463E60-B871-470C-A7F0-D77E7546308E}" srcOrd="2" destOrd="0" presId="urn:microsoft.com/office/officeart/2005/8/layout/hierarchy3"/>
    <dgm:cxn modelId="{5AAD1488-73F5-438E-A6A2-7E53C2098AB0}" type="presParOf" srcId="{DA463E60-B871-470C-A7F0-D77E7546308E}" destId="{10DBB25B-27FE-4A95-8BFD-1AA2C72F0315}" srcOrd="0" destOrd="0" presId="urn:microsoft.com/office/officeart/2005/8/layout/hierarchy3"/>
    <dgm:cxn modelId="{EA4B613D-99B7-4613-BBAA-F8D2F20E6F6B}" type="presParOf" srcId="{10DBB25B-27FE-4A95-8BFD-1AA2C72F0315}" destId="{90712166-8855-4BB5-A232-D314CEF8D99A}" srcOrd="0" destOrd="0" presId="urn:microsoft.com/office/officeart/2005/8/layout/hierarchy3"/>
    <dgm:cxn modelId="{D5DE7FF8-E53D-42FD-ABAF-EF00E8D50E3F}" type="presParOf" srcId="{10DBB25B-27FE-4A95-8BFD-1AA2C72F0315}" destId="{02EA0B27-401E-4470-8122-4D50CB39E23B}" srcOrd="1" destOrd="0" presId="urn:microsoft.com/office/officeart/2005/8/layout/hierarchy3"/>
    <dgm:cxn modelId="{6712E9D7-3EB5-4437-B5C5-1020065C8B56}" type="presParOf" srcId="{DA463E60-B871-470C-A7F0-D77E7546308E}" destId="{D9FA5B6D-B84E-4EE2-B00B-5DF78A12DC81}" srcOrd="1" destOrd="0" presId="urn:microsoft.com/office/officeart/2005/8/layout/hierarchy3"/>
    <dgm:cxn modelId="{9F3CF32A-A6C8-4EAA-8233-991B9C1BECE4}" type="presParOf" srcId="{D9FA5B6D-B84E-4EE2-B00B-5DF78A12DC81}" destId="{13579376-A5A0-45A3-ADAC-E1EE2643FA82}" srcOrd="0" destOrd="0" presId="urn:microsoft.com/office/officeart/2005/8/layout/hierarchy3"/>
    <dgm:cxn modelId="{5204DEB3-39E6-4A8E-90D0-E917B34DDE3C}" type="presParOf" srcId="{D9FA5B6D-B84E-4EE2-B00B-5DF78A12DC81}" destId="{A44BD021-1306-4340-8D53-235597008FD6}" srcOrd="1" destOrd="0" presId="urn:microsoft.com/office/officeart/2005/8/layout/hierarchy3"/>
    <dgm:cxn modelId="{BDB0380E-AF80-4914-B348-F7737695EB0C}" type="presParOf" srcId="{D9FA5B6D-B84E-4EE2-B00B-5DF78A12DC81}" destId="{CC2BE9AC-7638-4E29-A9F6-FC36D9993E54}" srcOrd="2" destOrd="0" presId="urn:microsoft.com/office/officeart/2005/8/layout/hierarchy3"/>
    <dgm:cxn modelId="{C5C8C708-9404-468A-A66D-EE732A24CF74}" type="presParOf" srcId="{D9FA5B6D-B84E-4EE2-B00B-5DF78A12DC81}" destId="{62E8FBD8-A5ED-4590-971F-5CCCBB2C1F94}" srcOrd="3"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A7583A6B-53EE-5742-B77E-73D94F0D44B7}" type="doc">
      <dgm:prSet loTypeId="urn:microsoft.com/office/officeart/2005/8/layout/list1" loCatId="" qsTypeId="urn:microsoft.com/office/officeart/2005/8/quickstyle/simple1" qsCatId="simple" csTypeId="urn:microsoft.com/office/officeart/2005/8/colors/accent1_2" csCatId="accent1" phldr="1"/>
      <dgm:spPr/>
      <dgm:t>
        <a:bodyPr/>
        <a:lstStyle/>
        <a:p>
          <a:endParaRPr lang="en-US"/>
        </a:p>
      </dgm:t>
    </dgm:pt>
    <dgm:pt modelId="{D977370F-D279-FC43-BFF5-AD6AA82DA482}">
      <dgm:prSet phldrT="[Text]"/>
      <dgm:spPr/>
      <dgm:t>
        <a:bodyPr/>
        <a:lstStyle/>
        <a:p>
          <a:r>
            <a:rPr lang="en-US" b="0" i="0" u="none" dirty="0"/>
            <a:t>Duplicate IP Address Issues</a:t>
          </a:r>
          <a:endParaRPr lang="en-US" b="0" dirty="0"/>
        </a:p>
      </dgm:t>
    </dgm:pt>
    <dgm:pt modelId="{D39367A5-F1D3-A544-BEE8-F12BFD9C1E50}" type="parTrans" cxnId="{8926D2FE-2EF2-834B-935D-935AFF4F011E}">
      <dgm:prSet/>
      <dgm:spPr/>
      <dgm:t>
        <a:bodyPr/>
        <a:lstStyle/>
        <a:p>
          <a:endParaRPr lang="en-US"/>
        </a:p>
      </dgm:t>
    </dgm:pt>
    <dgm:pt modelId="{AC603E24-DAFB-4342-80B5-CB1306942D6A}" type="sibTrans" cxnId="{8926D2FE-2EF2-834B-935D-935AFF4F011E}">
      <dgm:prSet/>
      <dgm:spPr/>
      <dgm:t>
        <a:bodyPr/>
        <a:lstStyle/>
        <a:p>
          <a:endParaRPr lang="en-US"/>
        </a:p>
      </dgm:t>
    </dgm:pt>
    <dgm:pt modelId="{49E36DCD-718A-A440-AB5C-0850A877EA09}">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Identify and resolve using ping, arp -a, and arping -D</a:t>
          </a:r>
        </a:p>
      </dgm:t>
    </dgm:pt>
    <dgm:pt modelId="{E6E395F0-07AF-4546-9DDE-AB509E769392}" type="parTrans" cxnId="{5A088B73-98BB-9541-8F6B-032D4FE156D1}">
      <dgm:prSet/>
      <dgm:spPr/>
      <dgm:t>
        <a:bodyPr/>
        <a:lstStyle/>
        <a:p>
          <a:endParaRPr lang="en-US"/>
        </a:p>
      </dgm:t>
    </dgm:pt>
    <dgm:pt modelId="{C51EA426-7C69-014B-8309-18487EF0661E}" type="sibTrans" cxnId="{5A088B73-98BB-9541-8F6B-032D4FE156D1}">
      <dgm:prSet/>
      <dgm:spPr/>
      <dgm:t>
        <a:bodyPr/>
        <a:lstStyle/>
        <a:p>
          <a:endParaRPr lang="en-US"/>
        </a:p>
      </dgm:t>
    </dgm:pt>
    <dgm:pt modelId="{22AFB126-9D66-2D4C-839F-1DCF601D7B00}">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Ensure each host has a unique IP address</a:t>
          </a:r>
        </a:p>
      </dgm:t>
    </dgm:pt>
    <dgm:pt modelId="{3DC6FB84-6808-2541-902E-B7BA207941F8}" type="parTrans" cxnId="{1ADBC34F-7E62-174A-9984-173FF6F2D44D}">
      <dgm:prSet/>
      <dgm:spPr/>
      <dgm:t>
        <a:bodyPr/>
        <a:lstStyle/>
        <a:p>
          <a:endParaRPr lang="en-US"/>
        </a:p>
      </dgm:t>
    </dgm:pt>
    <dgm:pt modelId="{25EF9E13-85DF-8341-A3DA-5B799214EE2F}" type="sibTrans" cxnId="{1ADBC34F-7E62-174A-9984-173FF6F2D44D}">
      <dgm:prSet/>
      <dgm:spPr/>
      <dgm:t>
        <a:bodyPr/>
        <a:lstStyle/>
        <a:p>
          <a:endParaRPr lang="en-US"/>
        </a:p>
      </dgm:t>
    </dgm:pt>
    <dgm:pt modelId="{12CA3CF1-4014-E74E-87EF-4148256CAE31}">
      <dgm:prSet phldrT="[Text]"/>
      <dgm:spPr/>
      <dgm:t>
        <a:bodyPr/>
        <a:lstStyle/>
        <a:p>
          <a:r>
            <a:rPr lang="en-US" b="0" i="0" u="none" dirty="0"/>
            <a:t>Duplicate MAC Address Issues</a:t>
          </a:r>
          <a:endParaRPr lang="en-US" b="0" dirty="0"/>
        </a:p>
      </dgm:t>
    </dgm:pt>
    <dgm:pt modelId="{B0911F3C-C782-FD49-8C25-E4BE9FC707C0}" type="parTrans" cxnId="{5AA80D35-F908-044A-AE58-BD5ADCB1323E}">
      <dgm:prSet/>
      <dgm:spPr/>
      <dgm:t>
        <a:bodyPr/>
        <a:lstStyle/>
        <a:p>
          <a:endParaRPr lang="en-US"/>
        </a:p>
      </dgm:t>
    </dgm:pt>
    <dgm:pt modelId="{D2C5E88A-18FC-134B-A50D-F568E7D20DEB}" type="sibTrans" cxnId="{5AA80D35-F908-044A-AE58-BD5ADCB1323E}">
      <dgm:prSet/>
      <dgm:spPr/>
      <dgm:t>
        <a:bodyPr/>
        <a:lstStyle/>
        <a:p>
          <a:endParaRPr lang="en-US"/>
        </a:p>
      </dgm:t>
    </dgm:pt>
    <dgm:pt modelId="{BF01025F-5FAA-904D-A08A-E10633DC9252}">
      <dgm:prSet phldrT="[Text]"/>
      <dgm:spPr>
        <a:solidFill>
          <a:schemeClr val="bg1">
            <a:lumMod val="95000"/>
            <a:alpha val="90000"/>
          </a:schemeClr>
        </a:solidFill>
        <a:ln w="9525">
          <a:solidFill>
            <a:schemeClr val="bg1">
              <a:lumMod val="85000"/>
            </a:schemeClr>
          </a:solidFill>
        </a:ln>
      </dgm:spPr>
      <dgm:t>
        <a:bodyPr/>
        <a:lstStyle/>
        <a:p>
          <a:r>
            <a:rPr lang="en-US" b="0" i="0" u="none" dirty="0">
              <a:solidFill>
                <a:srgbClr val="20282F"/>
              </a:solidFill>
            </a:rPr>
            <a:t>Identify and resolve using arp, ipconfig, ip neigh, </a:t>
          </a:r>
          <a:br>
            <a:rPr lang="en-US" b="0" i="0" u="none" dirty="0">
              <a:solidFill>
                <a:srgbClr val="20282F"/>
              </a:solidFill>
            </a:rPr>
          </a:br>
          <a:r>
            <a:rPr lang="en-US" b="0" i="0" u="none" dirty="0">
              <a:solidFill>
                <a:srgbClr val="20282F"/>
              </a:solidFill>
            </a:rPr>
            <a:t>and protocol analyzers</a:t>
          </a:r>
          <a:endParaRPr lang="en-US" dirty="0">
            <a:solidFill>
              <a:srgbClr val="20282F"/>
            </a:solidFill>
          </a:endParaRPr>
        </a:p>
      </dgm:t>
    </dgm:pt>
    <dgm:pt modelId="{3BB7DF86-6EF4-7F41-BE2D-E59DFDB2D345}" type="parTrans" cxnId="{7A1BA9F4-97B0-9D41-A156-F433FE9F7298}">
      <dgm:prSet/>
      <dgm:spPr/>
      <dgm:t>
        <a:bodyPr/>
        <a:lstStyle/>
        <a:p>
          <a:endParaRPr lang="en-US"/>
        </a:p>
      </dgm:t>
    </dgm:pt>
    <dgm:pt modelId="{6EB4B930-06C2-514C-819F-BF0E4110F98C}" type="sibTrans" cxnId="{7A1BA9F4-97B0-9D41-A156-F433FE9F7298}">
      <dgm:prSet/>
      <dgm:spPr/>
      <dgm:t>
        <a:bodyPr/>
        <a:lstStyle/>
        <a:p>
          <a:endParaRPr lang="en-US"/>
        </a:p>
      </dgm:t>
    </dgm:pt>
    <dgm:pt modelId="{53007FE0-A7B9-E34E-865B-2814AEB1F37B}">
      <dgm:prSet phldrT="[Text]"/>
      <dgm:spPr>
        <a:solidFill>
          <a:schemeClr val="bg1">
            <a:lumMod val="95000"/>
            <a:alpha val="90000"/>
          </a:schemeClr>
        </a:solidFill>
        <a:ln w="9525">
          <a:solidFill>
            <a:schemeClr val="bg1">
              <a:lumMod val="85000"/>
            </a:schemeClr>
          </a:solidFill>
        </a:ln>
      </dgm:spPr>
      <dgm:t>
        <a:bodyPr/>
        <a:lstStyle/>
        <a:p>
          <a:r>
            <a:rPr lang="en-US" b="0" i="0" u="none" dirty="0">
              <a:solidFill>
                <a:srgbClr val="20282F"/>
              </a:solidFill>
            </a:rPr>
            <a:t>Be aware of potential spoofing attacks</a:t>
          </a:r>
          <a:endParaRPr lang="en-US" dirty="0">
            <a:solidFill>
              <a:srgbClr val="20282F"/>
            </a:solidFill>
          </a:endParaRPr>
        </a:p>
      </dgm:t>
    </dgm:pt>
    <dgm:pt modelId="{30073CB5-9D00-3948-BBB3-78992B2C04E4}" type="parTrans" cxnId="{1F0E17AD-2680-7F4F-AF7D-EBEA7186B086}">
      <dgm:prSet/>
      <dgm:spPr/>
      <dgm:t>
        <a:bodyPr/>
        <a:lstStyle/>
        <a:p>
          <a:endParaRPr lang="en-US"/>
        </a:p>
      </dgm:t>
    </dgm:pt>
    <dgm:pt modelId="{5F03454D-F6A7-B34A-9000-B9BF82F2F73E}" type="sibTrans" cxnId="{1F0E17AD-2680-7F4F-AF7D-EBEA7186B086}">
      <dgm:prSet/>
      <dgm:spPr/>
      <dgm:t>
        <a:bodyPr/>
        <a:lstStyle/>
        <a:p>
          <a:endParaRPr lang="en-US"/>
        </a:p>
      </dgm:t>
    </dgm:pt>
    <dgm:pt modelId="{6A19507E-8CF8-F14F-AB2A-7CD34412E8A7}" type="pres">
      <dgm:prSet presAssocID="{A7583A6B-53EE-5742-B77E-73D94F0D44B7}" presName="linear" presStyleCnt="0">
        <dgm:presLayoutVars>
          <dgm:dir/>
          <dgm:animLvl val="lvl"/>
          <dgm:resizeHandles val="exact"/>
        </dgm:presLayoutVars>
      </dgm:prSet>
      <dgm:spPr/>
    </dgm:pt>
    <dgm:pt modelId="{D3BF1FAD-2F6B-104C-BDE7-3746BA7333B2}" type="pres">
      <dgm:prSet presAssocID="{D977370F-D279-FC43-BFF5-AD6AA82DA482}" presName="parentLin" presStyleCnt="0"/>
      <dgm:spPr/>
    </dgm:pt>
    <dgm:pt modelId="{4D5EAAC0-740F-4741-9A9A-B29704BCBD85}" type="pres">
      <dgm:prSet presAssocID="{D977370F-D279-FC43-BFF5-AD6AA82DA482}" presName="parentLeftMargin" presStyleLbl="node1" presStyleIdx="0" presStyleCnt="2"/>
      <dgm:spPr/>
    </dgm:pt>
    <dgm:pt modelId="{AA634873-6C15-0B48-B200-CECCCB2E0F18}" type="pres">
      <dgm:prSet presAssocID="{D977370F-D279-FC43-BFF5-AD6AA82DA482}" presName="parentText" presStyleLbl="node1" presStyleIdx="0" presStyleCnt="2">
        <dgm:presLayoutVars>
          <dgm:chMax val="0"/>
          <dgm:bulletEnabled val="1"/>
        </dgm:presLayoutVars>
      </dgm:prSet>
      <dgm:spPr/>
    </dgm:pt>
    <dgm:pt modelId="{F3CF9DD2-4D55-B94A-89DB-64DCC47D3BF8}" type="pres">
      <dgm:prSet presAssocID="{D977370F-D279-FC43-BFF5-AD6AA82DA482}" presName="negativeSpace" presStyleCnt="0"/>
      <dgm:spPr/>
    </dgm:pt>
    <dgm:pt modelId="{50F2C340-7263-A54A-ACF7-1CEDACFC81F2}" type="pres">
      <dgm:prSet presAssocID="{D977370F-D279-FC43-BFF5-AD6AA82DA482}" presName="childText" presStyleLbl="conFgAcc1" presStyleIdx="0" presStyleCnt="2">
        <dgm:presLayoutVars>
          <dgm:bulletEnabled val="1"/>
        </dgm:presLayoutVars>
      </dgm:prSet>
      <dgm:spPr/>
    </dgm:pt>
    <dgm:pt modelId="{9F98F3C1-DBE8-7C45-9DF0-052EE4724BA9}" type="pres">
      <dgm:prSet presAssocID="{AC603E24-DAFB-4342-80B5-CB1306942D6A}" presName="spaceBetweenRectangles" presStyleCnt="0"/>
      <dgm:spPr/>
    </dgm:pt>
    <dgm:pt modelId="{89A8C84D-0042-A549-8B7D-28997FB51CDB}" type="pres">
      <dgm:prSet presAssocID="{12CA3CF1-4014-E74E-87EF-4148256CAE31}" presName="parentLin" presStyleCnt="0"/>
      <dgm:spPr/>
    </dgm:pt>
    <dgm:pt modelId="{023DF184-E6DD-F14F-A429-52DAE947C6F0}" type="pres">
      <dgm:prSet presAssocID="{12CA3CF1-4014-E74E-87EF-4148256CAE31}" presName="parentLeftMargin" presStyleLbl="node1" presStyleIdx="0" presStyleCnt="2"/>
      <dgm:spPr/>
    </dgm:pt>
    <dgm:pt modelId="{20A68477-AAB9-3542-9336-572C8BB92460}" type="pres">
      <dgm:prSet presAssocID="{12CA3CF1-4014-E74E-87EF-4148256CAE31}" presName="parentText" presStyleLbl="node1" presStyleIdx="1" presStyleCnt="2">
        <dgm:presLayoutVars>
          <dgm:chMax val="0"/>
          <dgm:bulletEnabled val="1"/>
        </dgm:presLayoutVars>
      </dgm:prSet>
      <dgm:spPr/>
    </dgm:pt>
    <dgm:pt modelId="{6238EFA8-9017-6D46-8D2B-2EAA08F58F77}" type="pres">
      <dgm:prSet presAssocID="{12CA3CF1-4014-E74E-87EF-4148256CAE31}" presName="negativeSpace" presStyleCnt="0"/>
      <dgm:spPr/>
    </dgm:pt>
    <dgm:pt modelId="{C41ECA09-BAF2-8C40-9506-A49A9F7EB893}" type="pres">
      <dgm:prSet presAssocID="{12CA3CF1-4014-E74E-87EF-4148256CAE31}" presName="childText" presStyleLbl="conFgAcc1" presStyleIdx="1" presStyleCnt="2">
        <dgm:presLayoutVars>
          <dgm:bulletEnabled val="1"/>
        </dgm:presLayoutVars>
      </dgm:prSet>
      <dgm:spPr/>
    </dgm:pt>
  </dgm:ptLst>
  <dgm:cxnLst>
    <dgm:cxn modelId="{949CB00B-0712-1D46-AA5C-562D7B33C319}" type="presOf" srcId="{D977370F-D279-FC43-BFF5-AD6AA82DA482}" destId="{AA634873-6C15-0B48-B200-CECCCB2E0F18}" srcOrd="1" destOrd="0" presId="urn:microsoft.com/office/officeart/2005/8/layout/list1"/>
    <dgm:cxn modelId="{7E9F7C18-CBA1-8D43-8A48-3ED2FFAC6A13}" type="presOf" srcId="{BF01025F-5FAA-904D-A08A-E10633DC9252}" destId="{C41ECA09-BAF2-8C40-9506-A49A9F7EB893}" srcOrd="0" destOrd="0" presId="urn:microsoft.com/office/officeart/2005/8/layout/list1"/>
    <dgm:cxn modelId="{5AA80D35-F908-044A-AE58-BD5ADCB1323E}" srcId="{A7583A6B-53EE-5742-B77E-73D94F0D44B7}" destId="{12CA3CF1-4014-E74E-87EF-4148256CAE31}" srcOrd="1" destOrd="0" parTransId="{B0911F3C-C782-FD49-8C25-E4BE9FC707C0}" sibTransId="{D2C5E88A-18FC-134B-A50D-F568E7D20DEB}"/>
    <dgm:cxn modelId="{1ADBC34F-7E62-174A-9984-173FF6F2D44D}" srcId="{D977370F-D279-FC43-BFF5-AD6AA82DA482}" destId="{22AFB126-9D66-2D4C-839F-1DCF601D7B00}" srcOrd="1" destOrd="0" parTransId="{3DC6FB84-6808-2541-902E-B7BA207941F8}" sibTransId="{25EF9E13-85DF-8341-A3DA-5B799214EE2F}"/>
    <dgm:cxn modelId="{5A088B73-98BB-9541-8F6B-032D4FE156D1}" srcId="{D977370F-D279-FC43-BFF5-AD6AA82DA482}" destId="{49E36DCD-718A-A440-AB5C-0850A877EA09}" srcOrd="0" destOrd="0" parTransId="{E6E395F0-07AF-4546-9DDE-AB509E769392}" sibTransId="{C51EA426-7C69-014B-8309-18487EF0661E}"/>
    <dgm:cxn modelId="{2EE52F86-B32F-C44B-AC02-398D552E3B03}" type="presOf" srcId="{A7583A6B-53EE-5742-B77E-73D94F0D44B7}" destId="{6A19507E-8CF8-F14F-AB2A-7CD34412E8A7}" srcOrd="0" destOrd="0" presId="urn:microsoft.com/office/officeart/2005/8/layout/list1"/>
    <dgm:cxn modelId="{05E78199-2C9C-1D46-B285-A4DFD8CD3D08}" type="presOf" srcId="{12CA3CF1-4014-E74E-87EF-4148256CAE31}" destId="{20A68477-AAB9-3542-9336-572C8BB92460}" srcOrd="1" destOrd="0" presId="urn:microsoft.com/office/officeart/2005/8/layout/list1"/>
    <dgm:cxn modelId="{D87D669A-255F-C94E-9F84-ADA579F502CF}" type="presOf" srcId="{12CA3CF1-4014-E74E-87EF-4148256CAE31}" destId="{023DF184-E6DD-F14F-A429-52DAE947C6F0}" srcOrd="0" destOrd="0" presId="urn:microsoft.com/office/officeart/2005/8/layout/list1"/>
    <dgm:cxn modelId="{1F0E17AD-2680-7F4F-AF7D-EBEA7186B086}" srcId="{12CA3CF1-4014-E74E-87EF-4148256CAE31}" destId="{53007FE0-A7B9-E34E-865B-2814AEB1F37B}" srcOrd="1" destOrd="0" parTransId="{30073CB5-9D00-3948-BBB3-78992B2C04E4}" sibTransId="{5F03454D-F6A7-B34A-9000-B9BF82F2F73E}"/>
    <dgm:cxn modelId="{7AFCB9C2-49F1-0146-A727-32985DA88309}" type="presOf" srcId="{22AFB126-9D66-2D4C-839F-1DCF601D7B00}" destId="{50F2C340-7263-A54A-ACF7-1CEDACFC81F2}" srcOrd="0" destOrd="1" presId="urn:microsoft.com/office/officeart/2005/8/layout/list1"/>
    <dgm:cxn modelId="{37E152C3-AA5D-9142-807F-C5A538C86E44}" type="presOf" srcId="{49E36DCD-718A-A440-AB5C-0850A877EA09}" destId="{50F2C340-7263-A54A-ACF7-1CEDACFC81F2}" srcOrd="0" destOrd="0" presId="urn:microsoft.com/office/officeart/2005/8/layout/list1"/>
    <dgm:cxn modelId="{4ABD4FE2-103F-6C4D-BEC3-434A0F8A04BB}" type="presOf" srcId="{D977370F-D279-FC43-BFF5-AD6AA82DA482}" destId="{4D5EAAC0-740F-4741-9A9A-B29704BCBD85}" srcOrd="0" destOrd="0" presId="urn:microsoft.com/office/officeart/2005/8/layout/list1"/>
    <dgm:cxn modelId="{3E1FA8ED-C0B0-A849-893A-4DE8351EEFF5}" type="presOf" srcId="{53007FE0-A7B9-E34E-865B-2814AEB1F37B}" destId="{C41ECA09-BAF2-8C40-9506-A49A9F7EB893}" srcOrd="0" destOrd="1" presId="urn:microsoft.com/office/officeart/2005/8/layout/list1"/>
    <dgm:cxn modelId="{7A1BA9F4-97B0-9D41-A156-F433FE9F7298}" srcId="{12CA3CF1-4014-E74E-87EF-4148256CAE31}" destId="{BF01025F-5FAA-904D-A08A-E10633DC9252}" srcOrd="0" destOrd="0" parTransId="{3BB7DF86-6EF4-7F41-BE2D-E59DFDB2D345}" sibTransId="{6EB4B930-06C2-514C-819F-BF0E4110F98C}"/>
    <dgm:cxn modelId="{8926D2FE-2EF2-834B-935D-935AFF4F011E}" srcId="{A7583A6B-53EE-5742-B77E-73D94F0D44B7}" destId="{D977370F-D279-FC43-BFF5-AD6AA82DA482}" srcOrd="0" destOrd="0" parTransId="{D39367A5-F1D3-A544-BEE8-F12BFD9C1E50}" sibTransId="{AC603E24-DAFB-4342-80B5-CB1306942D6A}"/>
    <dgm:cxn modelId="{3279EC29-9726-4C4E-B301-D5C62D195542}" type="presParOf" srcId="{6A19507E-8CF8-F14F-AB2A-7CD34412E8A7}" destId="{D3BF1FAD-2F6B-104C-BDE7-3746BA7333B2}" srcOrd="0" destOrd="0" presId="urn:microsoft.com/office/officeart/2005/8/layout/list1"/>
    <dgm:cxn modelId="{C1B1CE62-913E-C840-A1DC-C5F985E3664C}" type="presParOf" srcId="{D3BF1FAD-2F6B-104C-BDE7-3746BA7333B2}" destId="{4D5EAAC0-740F-4741-9A9A-B29704BCBD85}" srcOrd="0" destOrd="0" presId="urn:microsoft.com/office/officeart/2005/8/layout/list1"/>
    <dgm:cxn modelId="{5EE3B6F3-58BB-7945-8714-3742D077E189}" type="presParOf" srcId="{D3BF1FAD-2F6B-104C-BDE7-3746BA7333B2}" destId="{AA634873-6C15-0B48-B200-CECCCB2E0F18}" srcOrd="1" destOrd="0" presId="urn:microsoft.com/office/officeart/2005/8/layout/list1"/>
    <dgm:cxn modelId="{9B9F5D1E-B3FC-0949-B7CB-B30C6000D49A}" type="presParOf" srcId="{6A19507E-8CF8-F14F-AB2A-7CD34412E8A7}" destId="{F3CF9DD2-4D55-B94A-89DB-64DCC47D3BF8}" srcOrd="1" destOrd="0" presId="urn:microsoft.com/office/officeart/2005/8/layout/list1"/>
    <dgm:cxn modelId="{D7F0246E-C6E5-4C4A-AEC9-20C3A7458F56}" type="presParOf" srcId="{6A19507E-8CF8-F14F-AB2A-7CD34412E8A7}" destId="{50F2C340-7263-A54A-ACF7-1CEDACFC81F2}" srcOrd="2" destOrd="0" presId="urn:microsoft.com/office/officeart/2005/8/layout/list1"/>
    <dgm:cxn modelId="{4BA80C14-FE1C-814C-9398-443F1B0AAA0C}" type="presParOf" srcId="{6A19507E-8CF8-F14F-AB2A-7CD34412E8A7}" destId="{9F98F3C1-DBE8-7C45-9DF0-052EE4724BA9}" srcOrd="3" destOrd="0" presId="urn:microsoft.com/office/officeart/2005/8/layout/list1"/>
    <dgm:cxn modelId="{536372B6-A32D-4E4A-BA1D-F5BD0C31E058}" type="presParOf" srcId="{6A19507E-8CF8-F14F-AB2A-7CD34412E8A7}" destId="{89A8C84D-0042-A549-8B7D-28997FB51CDB}" srcOrd="4" destOrd="0" presId="urn:microsoft.com/office/officeart/2005/8/layout/list1"/>
    <dgm:cxn modelId="{4642310B-A715-A140-AD0C-8FE334FA2360}" type="presParOf" srcId="{89A8C84D-0042-A549-8B7D-28997FB51CDB}" destId="{023DF184-E6DD-F14F-A429-52DAE947C6F0}" srcOrd="0" destOrd="0" presId="urn:microsoft.com/office/officeart/2005/8/layout/list1"/>
    <dgm:cxn modelId="{E9456D60-98B3-ED4C-8044-7B0B9D46EF3D}" type="presParOf" srcId="{89A8C84D-0042-A549-8B7D-28997FB51CDB}" destId="{20A68477-AAB9-3542-9336-572C8BB92460}" srcOrd="1" destOrd="0" presId="urn:microsoft.com/office/officeart/2005/8/layout/list1"/>
    <dgm:cxn modelId="{9332B970-94B1-864E-9170-6136F2CFBD3B}" type="presParOf" srcId="{6A19507E-8CF8-F14F-AB2A-7CD34412E8A7}" destId="{6238EFA8-9017-6D46-8D2B-2EAA08F58F77}" srcOrd="5" destOrd="0" presId="urn:microsoft.com/office/officeart/2005/8/layout/list1"/>
    <dgm:cxn modelId="{00828E26-F33D-F14C-801F-745ECDFCBF21}" type="presParOf" srcId="{6A19507E-8CF8-F14F-AB2A-7CD34412E8A7}" destId="{C41ECA09-BAF2-8C40-9506-A49A9F7EB893}"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1138D4-11F8-431E-B3A6-E4DA5AFFD36D}">
      <dsp:nvSpPr>
        <dsp:cNvPr id="0" name=""/>
        <dsp:cNvSpPr/>
      </dsp:nvSpPr>
      <dsp:spPr>
        <a:xfrm>
          <a:off x="0" y="266149"/>
          <a:ext cx="3886200" cy="1260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1612" tIns="333248" rIns="301612"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solidFill>
                <a:srgbClr val="20282F"/>
              </a:solidFill>
            </a:rPr>
            <a:t>Addressed only to the destination IP</a:t>
          </a:r>
        </a:p>
        <a:p>
          <a:pPr marL="171450" lvl="1" indent="-171450" algn="l" defTabSz="711200">
            <a:lnSpc>
              <a:spcPct val="90000"/>
            </a:lnSpc>
            <a:spcBef>
              <a:spcPct val="0"/>
            </a:spcBef>
            <a:spcAft>
              <a:spcPct val="15000"/>
            </a:spcAft>
            <a:buChar char="•"/>
          </a:pPr>
          <a:r>
            <a:rPr lang="en-US" sz="1600" kern="1200" dirty="0">
              <a:solidFill>
                <a:srgbClr val="20282F"/>
              </a:solidFill>
            </a:rPr>
            <a:t>Sends only to the destination</a:t>
          </a:r>
        </a:p>
      </dsp:txBody>
      <dsp:txXfrm>
        <a:off x="0" y="266149"/>
        <a:ext cx="3886200" cy="1260000"/>
      </dsp:txXfrm>
    </dsp:sp>
    <dsp:sp modelId="{20B49E53-03F3-4C3A-BB79-169281BED738}">
      <dsp:nvSpPr>
        <dsp:cNvPr id="0" name=""/>
        <dsp:cNvSpPr/>
      </dsp:nvSpPr>
      <dsp:spPr>
        <a:xfrm>
          <a:off x="168239" y="7361"/>
          <a:ext cx="2720340" cy="47232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22" tIns="0" rIns="102822" bIns="0" numCol="1" spcCol="1270" anchor="ctr" anchorCtr="0">
          <a:noAutofit/>
        </a:bodyPr>
        <a:lstStyle/>
        <a:p>
          <a:pPr marL="0" lvl="0" indent="0" algn="l" defTabSz="711200">
            <a:lnSpc>
              <a:spcPct val="90000"/>
            </a:lnSpc>
            <a:spcBef>
              <a:spcPct val="0"/>
            </a:spcBef>
            <a:spcAft>
              <a:spcPct val="35000"/>
            </a:spcAft>
            <a:buNone/>
          </a:pPr>
          <a:r>
            <a:rPr lang="en-US" sz="1600" kern="1200" dirty="0"/>
            <a:t>Unicast </a:t>
          </a:r>
        </a:p>
      </dsp:txBody>
      <dsp:txXfrm>
        <a:off x="191296" y="30418"/>
        <a:ext cx="2674226" cy="426206"/>
      </dsp:txXfrm>
    </dsp:sp>
    <dsp:sp modelId="{CD2F63C4-479F-4C5B-A099-1791CFB07CBE}">
      <dsp:nvSpPr>
        <dsp:cNvPr id="0" name=""/>
        <dsp:cNvSpPr/>
      </dsp:nvSpPr>
      <dsp:spPr>
        <a:xfrm>
          <a:off x="0" y="1848710"/>
          <a:ext cx="3886200" cy="14868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1612" tIns="333248" rIns="301612"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solidFill>
                <a:srgbClr val="20282F"/>
              </a:solidFill>
            </a:rPr>
            <a:t>Addressed to the last IP address in a network or subnet</a:t>
          </a:r>
        </a:p>
        <a:p>
          <a:pPr marL="171450" lvl="1" indent="-171450" algn="l" defTabSz="711200">
            <a:lnSpc>
              <a:spcPct val="90000"/>
            </a:lnSpc>
            <a:spcBef>
              <a:spcPct val="0"/>
            </a:spcBef>
            <a:spcAft>
              <a:spcPct val="15000"/>
            </a:spcAft>
            <a:buChar char="•"/>
          </a:pPr>
          <a:r>
            <a:rPr lang="en-US" sz="1600" kern="1200" dirty="0">
              <a:solidFill>
                <a:srgbClr val="20282F"/>
              </a:solidFill>
            </a:rPr>
            <a:t>Sends to all hosts on a network or subnet</a:t>
          </a:r>
        </a:p>
      </dsp:txBody>
      <dsp:txXfrm>
        <a:off x="0" y="1848710"/>
        <a:ext cx="3886200" cy="1486800"/>
      </dsp:txXfrm>
    </dsp:sp>
    <dsp:sp modelId="{169BC969-E22D-4CE1-96CF-02E7880C1AB7}">
      <dsp:nvSpPr>
        <dsp:cNvPr id="0" name=""/>
        <dsp:cNvSpPr/>
      </dsp:nvSpPr>
      <dsp:spPr>
        <a:xfrm>
          <a:off x="194310" y="1612550"/>
          <a:ext cx="2720340" cy="47232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22" tIns="0" rIns="102822" bIns="0" numCol="1" spcCol="1270" anchor="ctr" anchorCtr="0">
          <a:noAutofit/>
        </a:bodyPr>
        <a:lstStyle/>
        <a:p>
          <a:pPr marL="0" lvl="0" indent="0" algn="l" defTabSz="711200">
            <a:lnSpc>
              <a:spcPct val="90000"/>
            </a:lnSpc>
            <a:spcBef>
              <a:spcPct val="0"/>
            </a:spcBef>
            <a:spcAft>
              <a:spcPct val="35000"/>
            </a:spcAft>
            <a:buNone/>
          </a:pPr>
          <a:r>
            <a:rPr lang="en-US" sz="1600" kern="1200" dirty="0"/>
            <a:t>Broadcast</a:t>
          </a:r>
        </a:p>
      </dsp:txBody>
      <dsp:txXfrm>
        <a:off x="217367" y="1635607"/>
        <a:ext cx="2674226" cy="4262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1138D4-11F8-431E-B3A6-E4DA5AFFD36D}">
      <dsp:nvSpPr>
        <dsp:cNvPr id="0" name=""/>
        <dsp:cNvSpPr/>
      </dsp:nvSpPr>
      <dsp:spPr>
        <a:xfrm>
          <a:off x="0" y="242262"/>
          <a:ext cx="3886200" cy="1393875"/>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1612" tIns="312420" rIns="301612"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Addressed to a specific group of </a:t>
          </a:r>
          <a:br>
            <a:rPr lang="en-US" sz="1500" kern="1200" dirty="0">
              <a:solidFill>
                <a:srgbClr val="20282F"/>
              </a:solidFill>
            </a:rPr>
          </a:br>
          <a:r>
            <a:rPr lang="en-US" sz="1500" kern="1200" dirty="0">
              <a:solidFill>
                <a:srgbClr val="20282F"/>
              </a:solidFill>
            </a:rPr>
            <a:t>host IP addresses </a:t>
          </a:r>
        </a:p>
        <a:p>
          <a:pPr marL="114300" lvl="1" indent="-114300" algn="l" defTabSz="666750">
            <a:lnSpc>
              <a:spcPct val="90000"/>
            </a:lnSpc>
            <a:spcBef>
              <a:spcPct val="0"/>
            </a:spcBef>
            <a:spcAft>
              <a:spcPct val="15000"/>
            </a:spcAft>
            <a:buChar char="•"/>
          </a:pPr>
          <a:r>
            <a:rPr lang="en-US" sz="1500" kern="1200" dirty="0">
              <a:solidFill>
                <a:srgbClr val="20282F"/>
              </a:solidFill>
            </a:rPr>
            <a:t>Sends to all hosts on a network </a:t>
          </a:r>
          <a:br>
            <a:rPr lang="en-US" sz="1500" kern="1200" dirty="0">
              <a:solidFill>
                <a:srgbClr val="20282F"/>
              </a:solidFill>
            </a:rPr>
          </a:br>
          <a:r>
            <a:rPr lang="en-US" sz="1500" kern="1200" dirty="0">
              <a:solidFill>
                <a:srgbClr val="20282F"/>
              </a:solidFill>
            </a:rPr>
            <a:t>or subnet</a:t>
          </a:r>
        </a:p>
      </dsp:txBody>
      <dsp:txXfrm>
        <a:off x="0" y="242262"/>
        <a:ext cx="3886200" cy="1393875"/>
      </dsp:txXfrm>
    </dsp:sp>
    <dsp:sp modelId="{20B49E53-03F3-4C3A-BB79-169281BED738}">
      <dsp:nvSpPr>
        <dsp:cNvPr id="0" name=""/>
        <dsp:cNvSpPr/>
      </dsp:nvSpPr>
      <dsp:spPr>
        <a:xfrm>
          <a:off x="194310" y="20862"/>
          <a:ext cx="2720340" cy="44280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22" tIns="0" rIns="102822" bIns="0" numCol="1" spcCol="1270" anchor="ctr" anchorCtr="0">
          <a:noAutofit/>
        </a:bodyPr>
        <a:lstStyle/>
        <a:p>
          <a:pPr marL="0" lvl="0" indent="0" algn="l" defTabSz="666750">
            <a:lnSpc>
              <a:spcPct val="90000"/>
            </a:lnSpc>
            <a:spcBef>
              <a:spcPct val="0"/>
            </a:spcBef>
            <a:spcAft>
              <a:spcPct val="35000"/>
            </a:spcAft>
            <a:buNone/>
          </a:pPr>
          <a:r>
            <a:rPr lang="en-US" sz="1500" kern="1200" dirty="0"/>
            <a:t>Multicast</a:t>
          </a:r>
        </a:p>
      </dsp:txBody>
      <dsp:txXfrm>
        <a:off x="215926" y="42478"/>
        <a:ext cx="2677108" cy="399568"/>
      </dsp:txXfrm>
    </dsp:sp>
    <dsp:sp modelId="{A0217179-91F9-49F4-8DB1-3A3373BF4C79}">
      <dsp:nvSpPr>
        <dsp:cNvPr id="0" name=""/>
        <dsp:cNvSpPr/>
      </dsp:nvSpPr>
      <dsp:spPr>
        <a:xfrm>
          <a:off x="0" y="1938537"/>
          <a:ext cx="3886200" cy="165375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1612" tIns="312420" rIns="301612"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Addressed to any one device out </a:t>
          </a:r>
          <a:br>
            <a:rPr lang="en-US" sz="1500" kern="1200" dirty="0">
              <a:solidFill>
                <a:srgbClr val="20282F"/>
              </a:solidFill>
            </a:rPr>
          </a:br>
          <a:r>
            <a:rPr lang="en-US" sz="1500" kern="1200" dirty="0">
              <a:solidFill>
                <a:srgbClr val="20282F"/>
              </a:solidFill>
            </a:rPr>
            <a:t>of a group of devices, typically </a:t>
          </a:r>
          <a:br>
            <a:rPr lang="en-US" sz="1500" kern="1200" dirty="0">
              <a:solidFill>
                <a:srgbClr val="20282F"/>
              </a:solidFill>
            </a:rPr>
          </a:br>
          <a:r>
            <a:rPr lang="en-US" sz="1500" kern="1200" dirty="0">
              <a:solidFill>
                <a:srgbClr val="20282F"/>
              </a:solidFill>
            </a:rPr>
            <a:t>the closest one</a:t>
          </a:r>
        </a:p>
        <a:p>
          <a:pPr marL="114300" lvl="1" indent="-114300" algn="l" defTabSz="666750">
            <a:lnSpc>
              <a:spcPct val="90000"/>
            </a:lnSpc>
            <a:spcBef>
              <a:spcPct val="0"/>
            </a:spcBef>
            <a:spcAft>
              <a:spcPct val="15000"/>
            </a:spcAft>
            <a:buChar char="•"/>
          </a:pPr>
          <a:r>
            <a:rPr lang="en-US" sz="1500" kern="1200" dirty="0">
              <a:solidFill>
                <a:srgbClr val="20282F"/>
              </a:solidFill>
            </a:rPr>
            <a:t>Used for load balancing </a:t>
          </a:r>
          <a:br>
            <a:rPr lang="en-US" sz="1500" kern="1200" dirty="0">
              <a:solidFill>
                <a:srgbClr val="20282F"/>
              </a:solidFill>
            </a:rPr>
          </a:br>
          <a:r>
            <a:rPr lang="en-US" sz="1500" kern="1200" dirty="0">
              <a:solidFill>
                <a:srgbClr val="20282F"/>
              </a:solidFill>
            </a:rPr>
            <a:t>and redundancy</a:t>
          </a:r>
        </a:p>
      </dsp:txBody>
      <dsp:txXfrm>
        <a:off x="0" y="1938537"/>
        <a:ext cx="3886200" cy="1653750"/>
      </dsp:txXfrm>
    </dsp:sp>
    <dsp:sp modelId="{168CC23B-6623-4DF1-8EA8-89EC27CB8F26}">
      <dsp:nvSpPr>
        <dsp:cNvPr id="0" name=""/>
        <dsp:cNvSpPr/>
      </dsp:nvSpPr>
      <dsp:spPr>
        <a:xfrm>
          <a:off x="194310" y="1717137"/>
          <a:ext cx="2720340" cy="44280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22" tIns="0" rIns="102822" bIns="0" numCol="1" spcCol="1270" anchor="ctr" anchorCtr="0">
          <a:noAutofit/>
        </a:bodyPr>
        <a:lstStyle/>
        <a:p>
          <a:pPr marL="0" lvl="0" indent="0" algn="l" defTabSz="666750">
            <a:lnSpc>
              <a:spcPct val="90000"/>
            </a:lnSpc>
            <a:spcBef>
              <a:spcPct val="0"/>
            </a:spcBef>
            <a:spcAft>
              <a:spcPct val="35000"/>
            </a:spcAft>
            <a:buNone/>
          </a:pPr>
          <a:r>
            <a:rPr lang="en-US" sz="1500" kern="1200" dirty="0"/>
            <a:t>Anycast</a:t>
          </a:r>
        </a:p>
      </dsp:txBody>
      <dsp:txXfrm>
        <a:off x="215926" y="1738753"/>
        <a:ext cx="2677108" cy="3995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28BA2C-BE96-4E03-B602-F38E3337D1DB}">
      <dsp:nvSpPr>
        <dsp:cNvPr id="0" name=""/>
        <dsp:cNvSpPr/>
      </dsp:nvSpPr>
      <dsp:spPr>
        <a:xfrm>
          <a:off x="1258483" y="846"/>
          <a:ext cx="2557016" cy="1534209"/>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Font typeface="+mj-lt"/>
            <a:buNone/>
          </a:pPr>
          <a:r>
            <a:rPr lang="en-US" sz="1500" kern="1200" dirty="0"/>
            <a:t>IPv4 headers contain a "Destination" field used to route data to the nearest server, regardless of its final destination. </a:t>
          </a:r>
        </a:p>
      </dsp:txBody>
      <dsp:txXfrm>
        <a:off x="1258483" y="846"/>
        <a:ext cx="2557016" cy="1534209"/>
      </dsp:txXfrm>
    </dsp:sp>
    <dsp:sp modelId="{9487CC4F-5944-443B-9AF9-1CA35524F898}">
      <dsp:nvSpPr>
        <dsp:cNvPr id="0" name=""/>
        <dsp:cNvSpPr/>
      </dsp:nvSpPr>
      <dsp:spPr>
        <a:xfrm>
          <a:off x="4071200" y="846"/>
          <a:ext cx="2557016" cy="1534209"/>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Font typeface="+mj-lt"/>
            <a:buNone/>
          </a:pPr>
          <a:r>
            <a:rPr lang="en-US" sz="1500" kern="1200" dirty="0"/>
            <a:t>ARP functions like an online phone directory, associating IP addresses with MAC addresses to ensure data reaches the correct device. </a:t>
          </a:r>
        </a:p>
      </dsp:txBody>
      <dsp:txXfrm>
        <a:off x="4071200" y="846"/>
        <a:ext cx="2557016" cy="1534209"/>
      </dsp:txXfrm>
    </dsp:sp>
    <dsp:sp modelId="{C28F7B92-A858-4ABE-8EBD-0E0E6B19698E}">
      <dsp:nvSpPr>
        <dsp:cNvPr id="0" name=""/>
        <dsp:cNvSpPr/>
      </dsp:nvSpPr>
      <dsp:spPr>
        <a:xfrm>
          <a:off x="2664841" y="1790757"/>
          <a:ext cx="2557016" cy="1534209"/>
        </a:xfrm>
        <a:prstGeom prst="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Font typeface="+mj-lt"/>
            <a:buNone/>
          </a:pPr>
          <a:r>
            <a:rPr lang="en-US" sz="1500" kern="1200" dirty="0"/>
            <a:t>Broadcast addressing targets all hosts within a specified local network</a:t>
          </a:r>
        </a:p>
      </dsp:txBody>
      <dsp:txXfrm>
        <a:off x="2664841" y="1790757"/>
        <a:ext cx="2557016" cy="153420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B33A64-CB72-41C2-A83B-DBBFE4A4CC10}">
      <dsp:nvSpPr>
        <dsp:cNvPr id="0" name=""/>
        <dsp:cNvSpPr/>
      </dsp:nvSpPr>
      <dsp:spPr>
        <a:xfrm>
          <a:off x="2664" y="0"/>
          <a:ext cx="2563384" cy="2711052"/>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rgbClr val="20282F"/>
              </a:solidFill>
            </a:rPr>
            <a:t>Network ID</a:t>
          </a:r>
        </a:p>
      </dsp:txBody>
      <dsp:txXfrm>
        <a:off x="2664" y="0"/>
        <a:ext cx="2563384" cy="813315"/>
      </dsp:txXfrm>
    </dsp:sp>
    <dsp:sp modelId="{1B5AC440-A0B2-43A1-92CA-D53A38A869E1}">
      <dsp:nvSpPr>
        <dsp:cNvPr id="0" name=""/>
        <dsp:cNvSpPr/>
      </dsp:nvSpPr>
      <dsp:spPr>
        <a:xfrm>
          <a:off x="259003" y="814109"/>
          <a:ext cx="2050707" cy="8174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dirty="0"/>
            <a:t>Like an apartment building number</a:t>
          </a:r>
        </a:p>
      </dsp:txBody>
      <dsp:txXfrm>
        <a:off x="282944" y="838050"/>
        <a:ext cx="2002825" cy="769537"/>
      </dsp:txXfrm>
    </dsp:sp>
    <dsp:sp modelId="{07BB2316-857C-46C9-A4E5-BF618DE8CA5E}">
      <dsp:nvSpPr>
        <dsp:cNvPr id="0" name=""/>
        <dsp:cNvSpPr/>
      </dsp:nvSpPr>
      <dsp:spPr>
        <a:xfrm>
          <a:off x="259003" y="1757285"/>
          <a:ext cx="2050707" cy="8174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dirty="0"/>
            <a:t>Common to all hosts on the same IP network</a:t>
          </a:r>
        </a:p>
      </dsp:txBody>
      <dsp:txXfrm>
        <a:off x="282944" y="1781226"/>
        <a:ext cx="2002825" cy="769537"/>
      </dsp:txXfrm>
    </dsp:sp>
    <dsp:sp modelId="{5434EC3A-486A-49BC-A730-39B27E538884}">
      <dsp:nvSpPr>
        <dsp:cNvPr id="0" name=""/>
        <dsp:cNvSpPr/>
      </dsp:nvSpPr>
      <dsp:spPr>
        <a:xfrm>
          <a:off x="2758302" y="0"/>
          <a:ext cx="2563384" cy="2711052"/>
        </a:xfrm>
        <a:prstGeom prst="roundRect">
          <a:avLst>
            <a:gd name="adj" fmla="val 10000"/>
          </a:avLst>
        </a:prstGeom>
        <a:solidFill>
          <a:schemeClr val="bg1">
            <a:lumMod val="95000"/>
          </a:schemeClr>
        </a:solidFill>
        <a:ln>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rgbClr val="20282F"/>
              </a:solidFill>
            </a:rPr>
            <a:t>Host ID</a:t>
          </a:r>
        </a:p>
      </dsp:txBody>
      <dsp:txXfrm>
        <a:off x="2758302" y="0"/>
        <a:ext cx="2563384" cy="813315"/>
      </dsp:txXfrm>
    </dsp:sp>
    <dsp:sp modelId="{AD4C84E0-9AA1-49CD-8B0B-8F8D50E07215}">
      <dsp:nvSpPr>
        <dsp:cNvPr id="0" name=""/>
        <dsp:cNvSpPr/>
      </dsp:nvSpPr>
      <dsp:spPr>
        <a:xfrm>
          <a:off x="3014641" y="814109"/>
          <a:ext cx="2050707" cy="8174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dirty="0"/>
            <a:t>Like an apartment number within a building</a:t>
          </a:r>
        </a:p>
      </dsp:txBody>
      <dsp:txXfrm>
        <a:off x="3038582" y="838050"/>
        <a:ext cx="2002825" cy="769537"/>
      </dsp:txXfrm>
    </dsp:sp>
    <dsp:sp modelId="{61AB1FBC-3C59-4F40-9F53-2C53235521BA}">
      <dsp:nvSpPr>
        <dsp:cNvPr id="0" name=""/>
        <dsp:cNvSpPr/>
      </dsp:nvSpPr>
      <dsp:spPr>
        <a:xfrm>
          <a:off x="3014641" y="1757285"/>
          <a:ext cx="2050707" cy="8174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kern="1200" dirty="0"/>
            <a:t>Identifies a host within an IP network</a:t>
          </a:r>
        </a:p>
      </dsp:txBody>
      <dsp:txXfrm>
        <a:off x="3038582" y="1781226"/>
        <a:ext cx="2002825" cy="76953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197B62-4964-4807-99D6-9B872B4579F5}">
      <dsp:nvSpPr>
        <dsp:cNvPr id="0" name=""/>
        <dsp:cNvSpPr/>
      </dsp:nvSpPr>
      <dsp:spPr>
        <a:xfrm>
          <a:off x="0" y="520435"/>
          <a:ext cx="7886700" cy="2712149"/>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437388" rIns="612096" bIns="149352" numCol="1" spcCol="1270" anchor="t" anchorCtr="0">
          <a:noAutofit/>
        </a:bodyPr>
        <a:lstStyle/>
        <a:p>
          <a:pPr marL="228600" lvl="1" indent="-228600" algn="l" defTabSz="933450">
            <a:lnSpc>
              <a:spcPct val="90000"/>
            </a:lnSpc>
            <a:spcBef>
              <a:spcPct val="0"/>
            </a:spcBef>
            <a:spcAft>
              <a:spcPct val="15000"/>
            </a:spcAft>
            <a:buChar char="•"/>
          </a:pPr>
          <a:r>
            <a:rPr lang="en-US" sz="2100" kern="1200" dirty="0">
              <a:solidFill>
                <a:srgbClr val="20282F"/>
              </a:solidFill>
            </a:rPr>
            <a:t>Identify the network portion of an IP address</a:t>
          </a:r>
        </a:p>
        <a:p>
          <a:pPr marL="228600" lvl="1" indent="-228600" algn="l" defTabSz="933450">
            <a:lnSpc>
              <a:spcPct val="90000"/>
            </a:lnSpc>
            <a:spcBef>
              <a:spcPct val="0"/>
            </a:spcBef>
            <a:spcAft>
              <a:spcPct val="15000"/>
            </a:spcAft>
            <a:buChar char="•"/>
          </a:pPr>
          <a:r>
            <a:rPr lang="en-US" sz="2100" kern="1200" dirty="0">
              <a:solidFill>
                <a:srgbClr val="20282F"/>
              </a:solidFill>
            </a:rPr>
            <a:t>If the network ID matches the local network, the transmission is sent directly to the host. Otherwise, </a:t>
          </a:r>
          <a:br>
            <a:rPr lang="en-US" sz="2100" kern="1200" dirty="0">
              <a:solidFill>
                <a:srgbClr val="20282F"/>
              </a:solidFill>
            </a:rPr>
          </a:br>
          <a:r>
            <a:rPr lang="en-US" sz="2100" kern="1200" dirty="0">
              <a:solidFill>
                <a:srgbClr val="20282F"/>
              </a:solidFill>
            </a:rPr>
            <a:t>it is forwarded.</a:t>
          </a:r>
        </a:p>
        <a:p>
          <a:pPr marL="228600" lvl="1" indent="-228600" algn="l" defTabSz="933450">
            <a:lnSpc>
              <a:spcPct val="90000"/>
            </a:lnSpc>
            <a:spcBef>
              <a:spcPct val="0"/>
            </a:spcBef>
            <a:spcAft>
              <a:spcPct val="15000"/>
            </a:spcAft>
            <a:buChar char="•"/>
          </a:pPr>
          <a:r>
            <a:rPr lang="en-US" sz="2100" kern="1200" dirty="0">
              <a:solidFill>
                <a:srgbClr val="20282F"/>
              </a:solidFill>
            </a:rPr>
            <a:t>Help devices determine which network or </a:t>
          </a:r>
          <a:br>
            <a:rPr lang="en-US" sz="2100" kern="1200" dirty="0">
              <a:solidFill>
                <a:srgbClr val="20282F"/>
              </a:solidFill>
            </a:rPr>
          </a:br>
          <a:r>
            <a:rPr lang="en-US" sz="2100" kern="1200" dirty="0">
              <a:solidFill>
                <a:srgbClr val="20282F"/>
              </a:solidFill>
            </a:rPr>
            <a:t>subnet it belongs </a:t>
          </a:r>
        </a:p>
      </dsp:txBody>
      <dsp:txXfrm>
        <a:off x="0" y="520435"/>
        <a:ext cx="7886700" cy="2712149"/>
      </dsp:txXfrm>
    </dsp:sp>
    <dsp:sp modelId="{DA449B42-8B2C-4AA3-AA20-DAFDAD064201}">
      <dsp:nvSpPr>
        <dsp:cNvPr id="0" name=""/>
        <dsp:cNvSpPr/>
      </dsp:nvSpPr>
      <dsp:spPr>
        <a:xfrm>
          <a:off x="394335" y="210475"/>
          <a:ext cx="5520690" cy="619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933450">
            <a:lnSpc>
              <a:spcPct val="90000"/>
            </a:lnSpc>
            <a:spcBef>
              <a:spcPct val="0"/>
            </a:spcBef>
            <a:spcAft>
              <a:spcPct val="35000"/>
            </a:spcAft>
            <a:buNone/>
          </a:pPr>
          <a:r>
            <a:rPr lang="en-US" sz="2100" kern="1200" dirty="0"/>
            <a:t>Subnet Masks</a:t>
          </a:r>
        </a:p>
      </dsp:txBody>
      <dsp:txXfrm>
        <a:off x="424597" y="240737"/>
        <a:ext cx="5460166" cy="55939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84ED89-BFC5-4308-A8DB-AF4FBD450543}">
      <dsp:nvSpPr>
        <dsp:cNvPr id="0" name=""/>
        <dsp:cNvSpPr/>
      </dsp:nvSpPr>
      <dsp:spPr>
        <a:xfrm>
          <a:off x="34" y="1606"/>
          <a:ext cx="3275756" cy="63360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t>Public IP Addressing</a:t>
          </a:r>
        </a:p>
      </dsp:txBody>
      <dsp:txXfrm>
        <a:off x="34" y="1606"/>
        <a:ext cx="3275756" cy="633600"/>
      </dsp:txXfrm>
    </dsp:sp>
    <dsp:sp modelId="{DDDB1870-2A85-4DAA-8FF9-78EAA15FB8F7}">
      <dsp:nvSpPr>
        <dsp:cNvPr id="0" name=""/>
        <dsp:cNvSpPr/>
      </dsp:nvSpPr>
      <dsp:spPr>
        <a:xfrm>
          <a:off x="34" y="636812"/>
          <a:ext cx="3275756" cy="2862863"/>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dirty="0">
              <a:solidFill>
                <a:srgbClr val="20282F"/>
              </a:solidFill>
            </a:rPr>
            <a:t>Assigned by ISPs</a:t>
          </a:r>
        </a:p>
        <a:p>
          <a:pPr marL="228600" lvl="1" indent="-228600" algn="l" defTabSz="977900">
            <a:lnSpc>
              <a:spcPct val="90000"/>
            </a:lnSpc>
            <a:spcBef>
              <a:spcPct val="0"/>
            </a:spcBef>
            <a:spcAft>
              <a:spcPct val="15000"/>
            </a:spcAft>
            <a:buChar char="•"/>
          </a:pPr>
          <a:r>
            <a:rPr lang="en-US" sz="2200" kern="1200" dirty="0">
              <a:solidFill>
                <a:srgbClr val="20282F"/>
              </a:solidFill>
            </a:rPr>
            <a:t>Unique identification on the Internet</a:t>
          </a:r>
        </a:p>
        <a:p>
          <a:pPr marL="228600" lvl="1" indent="-228600" algn="l" defTabSz="977900">
            <a:lnSpc>
              <a:spcPct val="90000"/>
            </a:lnSpc>
            <a:spcBef>
              <a:spcPct val="0"/>
            </a:spcBef>
            <a:spcAft>
              <a:spcPct val="15000"/>
            </a:spcAft>
            <a:buChar char="•"/>
          </a:pPr>
          <a:r>
            <a:rPr lang="en-US" sz="2200" kern="1200" dirty="0">
              <a:solidFill>
                <a:srgbClr val="20282F"/>
              </a:solidFill>
            </a:rPr>
            <a:t>Devices requiring direct access to the Internet</a:t>
          </a:r>
        </a:p>
      </dsp:txBody>
      <dsp:txXfrm>
        <a:off x="34" y="636812"/>
        <a:ext cx="3275756" cy="2862863"/>
      </dsp:txXfrm>
    </dsp:sp>
    <dsp:sp modelId="{F14BD958-31CD-4E72-8BF8-041EDE55D783}">
      <dsp:nvSpPr>
        <dsp:cNvPr id="0" name=""/>
        <dsp:cNvSpPr/>
      </dsp:nvSpPr>
      <dsp:spPr>
        <a:xfrm>
          <a:off x="3734396" y="1606"/>
          <a:ext cx="3275756" cy="63360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t>Private IP Addressing</a:t>
          </a:r>
        </a:p>
      </dsp:txBody>
      <dsp:txXfrm>
        <a:off x="3734396" y="1606"/>
        <a:ext cx="3275756" cy="633600"/>
      </dsp:txXfrm>
    </dsp:sp>
    <dsp:sp modelId="{A8841E66-4A6A-456B-B4AC-BD42BE469A29}">
      <dsp:nvSpPr>
        <dsp:cNvPr id="0" name=""/>
        <dsp:cNvSpPr/>
      </dsp:nvSpPr>
      <dsp:spPr>
        <a:xfrm>
          <a:off x="3734396" y="635206"/>
          <a:ext cx="3275756" cy="2862863"/>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dirty="0">
              <a:solidFill>
                <a:srgbClr val="20282F"/>
              </a:solidFill>
            </a:rPr>
            <a:t>Assigned by private networks</a:t>
          </a:r>
        </a:p>
        <a:p>
          <a:pPr marL="228600" lvl="1" indent="-228600" algn="l" defTabSz="977900">
            <a:lnSpc>
              <a:spcPct val="90000"/>
            </a:lnSpc>
            <a:spcBef>
              <a:spcPct val="0"/>
            </a:spcBef>
            <a:spcAft>
              <a:spcPct val="15000"/>
            </a:spcAft>
            <a:buChar char="•"/>
          </a:pPr>
          <a:r>
            <a:rPr lang="en-US" sz="2200" kern="1200" dirty="0">
              <a:solidFill>
                <a:srgbClr val="20282F"/>
              </a:solidFill>
            </a:rPr>
            <a:t>Unique identification in private network</a:t>
          </a:r>
        </a:p>
        <a:p>
          <a:pPr marL="228600" lvl="1" indent="-228600" algn="l" defTabSz="977900">
            <a:lnSpc>
              <a:spcPct val="90000"/>
            </a:lnSpc>
            <a:spcBef>
              <a:spcPct val="0"/>
            </a:spcBef>
            <a:spcAft>
              <a:spcPct val="15000"/>
            </a:spcAft>
            <a:buChar char="•"/>
          </a:pPr>
          <a:r>
            <a:rPr lang="en-US" sz="2200" kern="1200" dirty="0">
              <a:solidFill>
                <a:srgbClr val="20282F"/>
              </a:solidFill>
            </a:rPr>
            <a:t>Devices not directly accessible from the Internet</a:t>
          </a:r>
        </a:p>
      </dsp:txBody>
      <dsp:txXfrm>
        <a:off x="3734396" y="635206"/>
        <a:ext cx="3275756" cy="286286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A8E618-BCDA-41D2-B124-416376F6CB00}">
      <dsp:nvSpPr>
        <dsp:cNvPr id="0" name=""/>
        <dsp:cNvSpPr/>
      </dsp:nvSpPr>
      <dsp:spPr>
        <a:xfrm>
          <a:off x="0" y="383428"/>
          <a:ext cx="7886700" cy="2341306"/>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354076" rIns="612096" bIns="156464" numCol="1" spcCol="1270" anchor="t" anchorCtr="0">
          <a:noAutofit/>
        </a:bodyPr>
        <a:lstStyle/>
        <a:p>
          <a:pPr marL="228600" lvl="1" indent="-228600" algn="l" defTabSz="977900">
            <a:lnSpc>
              <a:spcPct val="90000"/>
            </a:lnSpc>
            <a:spcBef>
              <a:spcPct val="0"/>
            </a:spcBef>
            <a:spcAft>
              <a:spcPct val="15000"/>
            </a:spcAft>
            <a:buChar char="•"/>
          </a:pPr>
          <a:r>
            <a:rPr lang="en-US" sz="2200" kern="1200" dirty="0">
              <a:solidFill>
                <a:srgbClr val="20282F"/>
              </a:solidFill>
            </a:rPr>
            <a:t>Allows borrowing bits from the host portion of the address to create subnets.</a:t>
          </a:r>
        </a:p>
        <a:p>
          <a:pPr marL="457200" lvl="2" indent="-228600" algn="l" defTabSz="977900">
            <a:lnSpc>
              <a:spcPct val="90000"/>
            </a:lnSpc>
            <a:spcBef>
              <a:spcPct val="0"/>
            </a:spcBef>
            <a:spcAft>
              <a:spcPct val="15000"/>
            </a:spcAft>
            <a:buFont typeface="Courier New" panose="02070309020205020404" pitchFamily="49" charset="0"/>
            <a:buChar char="o"/>
          </a:pPr>
          <a:r>
            <a:rPr lang="en-US" sz="2200" kern="1200" dirty="0">
              <a:solidFill>
                <a:srgbClr val="20282F"/>
              </a:solidFill>
            </a:rPr>
            <a:t>Increase available network addresses</a:t>
          </a:r>
        </a:p>
        <a:p>
          <a:pPr marL="457200" lvl="2" indent="-228600" algn="l" defTabSz="977900">
            <a:lnSpc>
              <a:spcPct val="90000"/>
            </a:lnSpc>
            <a:spcBef>
              <a:spcPct val="0"/>
            </a:spcBef>
            <a:spcAft>
              <a:spcPct val="15000"/>
            </a:spcAft>
            <a:buFont typeface="Courier New" panose="02070309020205020404" pitchFamily="49" charset="0"/>
            <a:buChar char="o"/>
          </a:pPr>
          <a:r>
            <a:rPr lang="en-US" sz="2200" kern="1200" dirty="0">
              <a:solidFill>
                <a:srgbClr val="20282F"/>
              </a:solidFill>
            </a:rPr>
            <a:t>Reduce usable host addresses </a:t>
          </a:r>
          <a:br>
            <a:rPr lang="en-US" sz="2200" kern="1200" dirty="0">
              <a:solidFill>
                <a:srgbClr val="20282F"/>
              </a:solidFill>
            </a:rPr>
          </a:br>
          <a:r>
            <a:rPr lang="en-US" sz="2200" kern="1200" dirty="0">
              <a:solidFill>
                <a:srgbClr val="20282F"/>
              </a:solidFill>
            </a:rPr>
            <a:t>in each subnet</a:t>
          </a:r>
        </a:p>
      </dsp:txBody>
      <dsp:txXfrm>
        <a:off x="0" y="383428"/>
        <a:ext cx="7886700" cy="2341306"/>
      </dsp:txXfrm>
    </dsp:sp>
    <dsp:sp modelId="{36ABDDA1-1E99-4460-9C60-99093A77C93D}">
      <dsp:nvSpPr>
        <dsp:cNvPr id="0" name=""/>
        <dsp:cNvSpPr/>
      </dsp:nvSpPr>
      <dsp:spPr>
        <a:xfrm>
          <a:off x="394335" y="14428"/>
          <a:ext cx="5520690" cy="738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977900">
            <a:lnSpc>
              <a:spcPct val="90000"/>
            </a:lnSpc>
            <a:spcBef>
              <a:spcPct val="0"/>
            </a:spcBef>
            <a:spcAft>
              <a:spcPct val="35000"/>
            </a:spcAft>
            <a:buNone/>
          </a:pPr>
          <a:r>
            <a:rPr lang="en-US" sz="2200" kern="1200" dirty="0"/>
            <a:t>Borrowing Bits</a:t>
          </a:r>
        </a:p>
      </dsp:txBody>
      <dsp:txXfrm>
        <a:off x="430361" y="50454"/>
        <a:ext cx="5448638" cy="66594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A02C35-E8CD-4EBD-8F17-51CA89057BB7}">
      <dsp:nvSpPr>
        <dsp:cNvPr id="0" name=""/>
        <dsp:cNvSpPr/>
      </dsp:nvSpPr>
      <dsp:spPr>
        <a:xfrm>
          <a:off x="0" y="4426"/>
          <a:ext cx="3400011" cy="864000"/>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121920" rIns="213360" bIns="121920" numCol="1" spcCol="1270" anchor="ctr" anchorCtr="0">
          <a:noAutofit/>
        </a:bodyPr>
        <a:lstStyle/>
        <a:p>
          <a:pPr marL="0" lvl="0" indent="0" algn="ctr" defTabSz="1333500">
            <a:lnSpc>
              <a:spcPct val="90000"/>
            </a:lnSpc>
            <a:spcBef>
              <a:spcPct val="0"/>
            </a:spcBef>
            <a:spcAft>
              <a:spcPct val="35000"/>
            </a:spcAft>
            <a:buNone/>
          </a:pPr>
          <a:r>
            <a:rPr lang="en-US" sz="3000" kern="1200" dirty="0"/>
            <a:t>CIDR</a:t>
          </a:r>
        </a:p>
      </dsp:txBody>
      <dsp:txXfrm>
        <a:off x="0" y="4426"/>
        <a:ext cx="3400011" cy="864000"/>
      </dsp:txXfrm>
    </dsp:sp>
    <dsp:sp modelId="{53AB3EA1-87F1-438E-9F21-36312A28BFB8}">
      <dsp:nvSpPr>
        <dsp:cNvPr id="0" name=""/>
        <dsp:cNvSpPr/>
      </dsp:nvSpPr>
      <dsp:spPr>
        <a:xfrm>
          <a:off x="0" y="868426"/>
          <a:ext cx="3400011" cy="2305800"/>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ts val="360"/>
            </a:spcBef>
            <a:spcAft>
              <a:spcPct val="15000"/>
            </a:spcAft>
            <a:buChar char="•"/>
          </a:pPr>
          <a:r>
            <a:rPr lang="en-US" sz="1800" kern="1200" dirty="0">
              <a:solidFill>
                <a:srgbClr val="20282F"/>
              </a:solidFill>
            </a:rPr>
            <a:t>Allocates IP address space more efficiently </a:t>
          </a:r>
        </a:p>
        <a:p>
          <a:pPr marL="171450" lvl="1" indent="-171450" algn="l" defTabSz="800100">
            <a:lnSpc>
              <a:spcPct val="90000"/>
            </a:lnSpc>
            <a:spcBef>
              <a:spcPts val="360"/>
            </a:spcBef>
            <a:spcAft>
              <a:spcPct val="15000"/>
            </a:spcAft>
            <a:buChar char="•"/>
          </a:pPr>
          <a:r>
            <a:rPr lang="en-US" sz="1800" kern="1200" dirty="0">
              <a:solidFill>
                <a:srgbClr val="20282F"/>
              </a:solidFill>
            </a:rPr>
            <a:t>Combines an IP address with a suffix (network portion of address)</a:t>
          </a:r>
        </a:p>
        <a:p>
          <a:pPr marL="171450" lvl="1" indent="-171450" algn="l" defTabSz="800100">
            <a:lnSpc>
              <a:spcPct val="90000"/>
            </a:lnSpc>
            <a:spcBef>
              <a:spcPts val="360"/>
            </a:spcBef>
            <a:spcAft>
              <a:spcPct val="15000"/>
            </a:spcAft>
            <a:buChar char="•"/>
          </a:pPr>
          <a:r>
            <a:rPr lang="en-US" sz="1800" kern="1200" dirty="0">
              <a:solidFill>
                <a:srgbClr val="20282F"/>
              </a:solidFill>
            </a:rPr>
            <a:t>Allows for variable-length subnetting</a:t>
          </a:r>
        </a:p>
      </dsp:txBody>
      <dsp:txXfrm>
        <a:off x="0" y="868426"/>
        <a:ext cx="3400011" cy="23058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A02C35-E8CD-4EBD-8F17-51CA89057BB7}">
      <dsp:nvSpPr>
        <dsp:cNvPr id="0" name=""/>
        <dsp:cNvSpPr/>
      </dsp:nvSpPr>
      <dsp:spPr>
        <a:xfrm>
          <a:off x="0" y="352174"/>
          <a:ext cx="2896428" cy="460800"/>
        </a:xfrm>
        <a:prstGeom prst="rect">
          <a:avLst/>
        </a:prstGeom>
        <a:solidFill>
          <a:srgbClr val="004F71"/>
        </a:solidFill>
        <a:ln w="9525" cap="flat" cmpd="sng" algn="ctr">
          <a:solidFill>
            <a:scrgbClr r="0" g="0" b="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a:t>VLSM</a:t>
          </a:r>
        </a:p>
      </dsp:txBody>
      <dsp:txXfrm>
        <a:off x="0" y="352174"/>
        <a:ext cx="2896428" cy="460800"/>
      </dsp:txXfrm>
    </dsp:sp>
    <dsp:sp modelId="{53AB3EA1-87F1-438E-9F21-36312A28BFB8}">
      <dsp:nvSpPr>
        <dsp:cNvPr id="0" name=""/>
        <dsp:cNvSpPr/>
      </dsp:nvSpPr>
      <dsp:spPr>
        <a:xfrm>
          <a:off x="0" y="812974"/>
          <a:ext cx="2896428" cy="2064240"/>
        </a:xfrm>
        <a:prstGeom prst="rect">
          <a:avLst/>
        </a:prstGeom>
        <a:solidFill>
          <a:schemeClr val="bg1">
            <a:lumMod val="95000"/>
            <a:alpha val="90000"/>
          </a:schemeClr>
        </a:solidFill>
        <a:ln w="12700"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ts val="360"/>
            </a:spcBef>
            <a:spcAft>
              <a:spcPts val="360"/>
            </a:spcAft>
            <a:buChar char="•"/>
          </a:pPr>
          <a:r>
            <a:rPr lang="en-US" sz="1600" kern="1200" dirty="0">
              <a:solidFill>
                <a:srgbClr val="20282F"/>
              </a:solidFill>
            </a:rPr>
            <a:t>Creates subnets of different sizes within the same network</a:t>
          </a:r>
        </a:p>
        <a:p>
          <a:pPr marL="171450" lvl="1" indent="-171450" algn="l" defTabSz="711200">
            <a:lnSpc>
              <a:spcPct val="90000"/>
            </a:lnSpc>
            <a:spcBef>
              <a:spcPts val="360"/>
            </a:spcBef>
            <a:spcAft>
              <a:spcPts val="360"/>
            </a:spcAft>
            <a:buChar char="•"/>
          </a:pPr>
          <a:r>
            <a:rPr lang="en-US" sz="1600" kern="1200" dirty="0">
              <a:solidFill>
                <a:srgbClr val="20282F"/>
              </a:solidFill>
            </a:rPr>
            <a:t>Enables efficient allocation of IP addresses</a:t>
          </a:r>
        </a:p>
        <a:p>
          <a:pPr marL="171450" lvl="1" indent="-171450" algn="l" defTabSz="711200">
            <a:lnSpc>
              <a:spcPct val="90000"/>
            </a:lnSpc>
            <a:spcBef>
              <a:spcPts val="360"/>
            </a:spcBef>
            <a:spcAft>
              <a:spcPts val="360"/>
            </a:spcAft>
            <a:buChar char="•"/>
          </a:pPr>
          <a:r>
            <a:rPr lang="en-US" sz="1600" kern="1200" dirty="0">
              <a:solidFill>
                <a:srgbClr val="20282F"/>
              </a:solidFill>
            </a:rPr>
            <a:t>Requires careful planning and management</a:t>
          </a:r>
        </a:p>
      </dsp:txBody>
      <dsp:txXfrm>
        <a:off x="0" y="812974"/>
        <a:ext cx="2896428" cy="206424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B4F842-0CDD-4B48-913B-1AB63921E9BA}">
      <dsp:nvSpPr>
        <dsp:cNvPr id="0" name=""/>
        <dsp:cNvSpPr/>
      </dsp:nvSpPr>
      <dsp:spPr>
        <a:xfrm>
          <a:off x="2965" y="14819"/>
          <a:ext cx="1782979" cy="671268"/>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dirty="0"/>
            <a:t>ipconfig </a:t>
          </a:r>
        </a:p>
      </dsp:txBody>
      <dsp:txXfrm>
        <a:off x="2965" y="14819"/>
        <a:ext cx="1782979" cy="671268"/>
      </dsp:txXfrm>
    </dsp:sp>
    <dsp:sp modelId="{A7F10407-679D-470C-A761-F7944A4085B4}">
      <dsp:nvSpPr>
        <dsp:cNvPr id="0" name=""/>
        <dsp:cNvSpPr/>
      </dsp:nvSpPr>
      <dsp:spPr>
        <a:xfrm>
          <a:off x="2965" y="686087"/>
          <a:ext cx="1782979" cy="2624906"/>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solidFill>
                <a:srgbClr val="20282F"/>
              </a:solidFill>
            </a:rPr>
            <a:t>View IP address, subnet mask, and default gateway for all network interfaces </a:t>
          </a:r>
        </a:p>
      </dsp:txBody>
      <dsp:txXfrm>
        <a:off x="2965" y="686087"/>
        <a:ext cx="1782979" cy="2624906"/>
      </dsp:txXfrm>
    </dsp:sp>
    <dsp:sp modelId="{330810CC-4A5F-4386-BA7A-1CB4872777AE}">
      <dsp:nvSpPr>
        <dsp:cNvPr id="0" name=""/>
        <dsp:cNvSpPr/>
      </dsp:nvSpPr>
      <dsp:spPr>
        <a:xfrm>
          <a:off x="2035561" y="14819"/>
          <a:ext cx="1782979" cy="671268"/>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dirty="0"/>
            <a:t>ipconfig /all</a:t>
          </a:r>
        </a:p>
      </dsp:txBody>
      <dsp:txXfrm>
        <a:off x="2035561" y="14819"/>
        <a:ext cx="1782979" cy="671268"/>
      </dsp:txXfrm>
    </dsp:sp>
    <dsp:sp modelId="{A85B9029-075E-4605-BA3D-47A683A8EABB}">
      <dsp:nvSpPr>
        <dsp:cNvPr id="0" name=""/>
        <dsp:cNvSpPr/>
      </dsp:nvSpPr>
      <dsp:spPr>
        <a:xfrm>
          <a:off x="2035561" y="686087"/>
          <a:ext cx="1782979" cy="2624906"/>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solidFill>
                <a:srgbClr val="20282F"/>
              </a:solidFill>
            </a:rPr>
            <a:t>Also   includes complete TCP/IP configuration parameters including DHCP and MAC address</a:t>
          </a:r>
        </a:p>
      </dsp:txBody>
      <dsp:txXfrm>
        <a:off x="2035561" y="686087"/>
        <a:ext cx="1782979" cy="2624906"/>
      </dsp:txXfrm>
    </dsp:sp>
    <dsp:sp modelId="{25F21975-25A7-4802-B541-2EF89D205F2B}">
      <dsp:nvSpPr>
        <dsp:cNvPr id="0" name=""/>
        <dsp:cNvSpPr/>
      </dsp:nvSpPr>
      <dsp:spPr>
        <a:xfrm>
          <a:off x="4068158" y="14819"/>
          <a:ext cx="1782979" cy="671268"/>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dirty="0"/>
            <a:t>ipconfig /renew</a:t>
          </a:r>
        </a:p>
      </dsp:txBody>
      <dsp:txXfrm>
        <a:off x="4068158" y="14819"/>
        <a:ext cx="1782979" cy="671268"/>
      </dsp:txXfrm>
    </dsp:sp>
    <dsp:sp modelId="{3785A5AD-DB1C-44BB-8909-DAF73CF24255}">
      <dsp:nvSpPr>
        <dsp:cNvPr id="0" name=""/>
        <dsp:cNvSpPr/>
      </dsp:nvSpPr>
      <dsp:spPr>
        <a:xfrm>
          <a:off x="4068158" y="686087"/>
          <a:ext cx="1782979" cy="2624906"/>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solidFill>
                <a:srgbClr val="20282F"/>
              </a:solidFill>
            </a:rPr>
            <a:t>Renews the client’s DHCPs leased IP address </a:t>
          </a:r>
        </a:p>
      </dsp:txBody>
      <dsp:txXfrm>
        <a:off x="4068158" y="686087"/>
        <a:ext cx="1782979" cy="2624906"/>
      </dsp:txXfrm>
    </dsp:sp>
    <dsp:sp modelId="{EA154ED6-285C-4193-B0B0-76805EF9F825}">
      <dsp:nvSpPr>
        <dsp:cNvPr id="0" name=""/>
        <dsp:cNvSpPr/>
      </dsp:nvSpPr>
      <dsp:spPr>
        <a:xfrm>
          <a:off x="6100755" y="14819"/>
          <a:ext cx="1782979" cy="671268"/>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kern="1200" dirty="0"/>
            <a:t>ipconfig /release</a:t>
          </a:r>
        </a:p>
      </dsp:txBody>
      <dsp:txXfrm>
        <a:off x="6100755" y="14819"/>
        <a:ext cx="1782979" cy="671268"/>
      </dsp:txXfrm>
    </dsp:sp>
    <dsp:sp modelId="{AC7D39E6-28ED-4AEA-8A59-3FDB976F142A}">
      <dsp:nvSpPr>
        <dsp:cNvPr id="0" name=""/>
        <dsp:cNvSpPr/>
      </dsp:nvSpPr>
      <dsp:spPr>
        <a:xfrm>
          <a:off x="6100755" y="686087"/>
          <a:ext cx="1782979" cy="2624906"/>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solidFill>
                <a:srgbClr val="20282F"/>
              </a:solidFill>
            </a:rPr>
            <a:t>Releases the client’s DHCPs leased IP address</a:t>
          </a:r>
        </a:p>
      </dsp:txBody>
      <dsp:txXfrm>
        <a:off x="6100755" y="686087"/>
        <a:ext cx="1782979" cy="262490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6DE12F-B2A6-45DF-BF21-9BD7AC1CCB88}">
      <dsp:nvSpPr>
        <dsp:cNvPr id="0" name=""/>
        <dsp:cNvSpPr/>
      </dsp:nvSpPr>
      <dsp:spPr>
        <a:xfrm>
          <a:off x="0" y="321096"/>
          <a:ext cx="7886700" cy="7497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354076" rIns="612096"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solidFill>
                <a:srgbClr val="20282F"/>
              </a:solidFill>
            </a:rPr>
            <a:t>Shows the ARP cache contents</a:t>
          </a:r>
        </a:p>
      </dsp:txBody>
      <dsp:txXfrm>
        <a:off x="0" y="321096"/>
        <a:ext cx="7886700" cy="749700"/>
      </dsp:txXfrm>
    </dsp:sp>
    <dsp:sp modelId="{12CBA614-6487-4ACD-AC47-A8875EB5C6F7}">
      <dsp:nvSpPr>
        <dsp:cNvPr id="0" name=""/>
        <dsp:cNvSpPr/>
      </dsp:nvSpPr>
      <dsp:spPr>
        <a:xfrm>
          <a:off x="394335" y="70176"/>
          <a:ext cx="5520690" cy="50184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755650">
            <a:lnSpc>
              <a:spcPct val="90000"/>
            </a:lnSpc>
            <a:spcBef>
              <a:spcPct val="0"/>
            </a:spcBef>
            <a:spcAft>
              <a:spcPct val="35000"/>
            </a:spcAft>
            <a:buNone/>
          </a:pPr>
          <a:r>
            <a:rPr lang="en-US" sz="1700" b="1" kern="1200" dirty="0"/>
            <a:t>arp –a</a:t>
          </a:r>
          <a:r>
            <a:rPr lang="en-US" sz="1700" kern="1200" dirty="0"/>
            <a:t> (or </a:t>
          </a:r>
          <a:r>
            <a:rPr lang="en-US" sz="1700" b="1" kern="1200" dirty="0"/>
            <a:t>arp –g</a:t>
          </a:r>
          <a:r>
            <a:rPr lang="en-US" sz="1700" kern="1200" dirty="0"/>
            <a:t>)</a:t>
          </a:r>
        </a:p>
      </dsp:txBody>
      <dsp:txXfrm>
        <a:off x="418833" y="94674"/>
        <a:ext cx="5471694" cy="452844"/>
      </dsp:txXfrm>
    </dsp:sp>
    <dsp:sp modelId="{1A526675-E1FB-4D24-8547-98EECB932085}">
      <dsp:nvSpPr>
        <dsp:cNvPr id="0" name=""/>
        <dsp:cNvSpPr/>
      </dsp:nvSpPr>
      <dsp:spPr>
        <a:xfrm>
          <a:off x="0" y="1413516"/>
          <a:ext cx="7886700" cy="7497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354076" rIns="612096"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solidFill>
                <a:srgbClr val="20282F"/>
              </a:solidFill>
            </a:rPr>
            <a:t>Adds an entry to the ARP cache </a:t>
          </a:r>
        </a:p>
      </dsp:txBody>
      <dsp:txXfrm>
        <a:off x="0" y="1413516"/>
        <a:ext cx="7886700" cy="749700"/>
      </dsp:txXfrm>
    </dsp:sp>
    <dsp:sp modelId="{B80A8624-898A-40AF-B39D-1AAF2EB0F4F1}">
      <dsp:nvSpPr>
        <dsp:cNvPr id="0" name=""/>
        <dsp:cNvSpPr/>
      </dsp:nvSpPr>
      <dsp:spPr>
        <a:xfrm>
          <a:off x="394335" y="1162596"/>
          <a:ext cx="5520690" cy="50184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755650">
            <a:lnSpc>
              <a:spcPct val="90000"/>
            </a:lnSpc>
            <a:spcBef>
              <a:spcPct val="0"/>
            </a:spcBef>
            <a:spcAft>
              <a:spcPct val="35000"/>
            </a:spcAft>
            <a:buNone/>
          </a:pPr>
          <a:r>
            <a:rPr lang="en-US" sz="1700" b="1" kern="1200" dirty="0"/>
            <a:t>arp –s</a:t>
          </a:r>
          <a:r>
            <a:rPr lang="en-US" sz="1700" kern="1200" dirty="0"/>
            <a:t> </a:t>
          </a:r>
          <a:r>
            <a:rPr lang="en-US" sz="1700" i="1" kern="1200" dirty="0"/>
            <a:t>IPAddress MACAddress</a:t>
          </a:r>
        </a:p>
      </dsp:txBody>
      <dsp:txXfrm>
        <a:off x="418833" y="1187094"/>
        <a:ext cx="5471694" cy="452844"/>
      </dsp:txXfrm>
    </dsp:sp>
    <dsp:sp modelId="{58F431C5-1E8F-4908-8EB2-6C5A5D7DE6E2}">
      <dsp:nvSpPr>
        <dsp:cNvPr id="0" name=""/>
        <dsp:cNvSpPr/>
      </dsp:nvSpPr>
      <dsp:spPr>
        <a:xfrm>
          <a:off x="0" y="2505936"/>
          <a:ext cx="7886700" cy="7497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354076" rIns="612096"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solidFill>
                <a:srgbClr val="20282F"/>
              </a:solidFill>
            </a:rPr>
            <a:t>Deletes all entries in the ARP cache </a:t>
          </a:r>
        </a:p>
      </dsp:txBody>
      <dsp:txXfrm>
        <a:off x="0" y="2505936"/>
        <a:ext cx="7886700" cy="749700"/>
      </dsp:txXfrm>
    </dsp:sp>
    <dsp:sp modelId="{5507FB0C-13D6-4AC5-B240-604774A17686}">
      <dsp:nvSpPr>
        <dsp:cNvPr id="0" name=""/>
        <dsp:cNvSpPr/>
      </dsp:nvSpPr>
      <dsp:spPr>
        <a:xfrm>
          <a:off x="394335" y="2255016"/>
          <a:ext cx="5520690" cy="50184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755650">
            <a:lnSpc>
              <a:spcPct val="90000"/>
            </a:lnSpc>
            <a:spcBef>
              <a:spcPct val="0"/>
            </a:spcBef>
            <a:spcAft>
              <a:spcPct val="35000"/>
            </a:spcAft>
            <a:buNone/>
          </a:pPr>
          <a:r>
            <a:rPr lang="en-US" sz="1700" b="1" kern="1200" dirty="0"/>
            <a:t>arp –d</a:t>
          </a:r>
          <a:r>
            <a:rPr lang="en-US" sz="1700" kern="1200" dirty="0"/>
            <a:t>  </a:t>
          </a:r>
        </a:p>
      </dsp:txBody>
      <dsp:txXfrm>
        <a:off x="418833" y="2279514"/>
        <a:ext cx="5471694" cy="45284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5D8158-4EE3-4304-8905-07781C4ED71D}">
      <dsp:nvSpPr>
        <dsp:cNvPr id="0" name=""/>
        <dsp:cNvSpPr/>
      </dsp:nvSpPr>
      <dsp:spPr>
        <a:xfrm>
          <a:off x="0" y="348906"/>
          <a:ext cx="7886700" cy="1260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416560" rIns="612096"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20282F"/>
              </a:solidFill>
            </a:rPr>
            <a:t>Tests connectivity with a given IP address </a:t>
          </a:r>
        </a:p>
        <a:p>
          <a:pPr marL="228600" lvl="1" indent="-228600" algn="l" defTabSz="889000">
            <a:lnSpc>
              <a:spcPct val="90000"/>
            </a:lnSpc>
            <a:spcBef>
              <a:spcPct val="0"/>
            </a:spcBef>
            <a:spcAft>
              <a:spcPct val="15000"/>
            </a:spcAft>
            <a:buChar char="•"/>
          </a:pPr>
          <a:r>
            <a:rPr lang="en-US" sz="2000" kern="1200" dirty="0">
              <a:solidFill>
                <a:srgbClr val="20282F"/>
              </a:solidFill>
            </a:rPr>
            <a:t>Format: </a:t>
          </a:r>
          <a:r>
            <a:rPr lang="en-US" sz="2000" b="1" kern="1200" dirty="0">
              <a:solidFill>
                <a:srgbClr val="20282F"/>
              </a:solidFill>
            </a:rPr>
            <a:t>ping</a:t>
          </a:r>
          <a:r>
            <a:rPr lang="en-US" sz="2000" kern="1200" dirty="0">
              <a:solidFill>
                <a:srgbClr val="20282F"/>
              </a:solidFill>
            </a:rPr>
            <a:t> </a:t>
          </a:r>
          <a:r>
            <a:rPr lang="en-US" sz="2000" i="1" kern="1200" dirty="0">
              <a:solidFill>
                <a:srgbClr val="20282F"/>
              </a:solidFill>
            </a:rPr>
            <a:t>IPaddress</a:t>
          </a:r>
        </a:p>
      </dsp:txBody>
      <dsp:txXfrm>
        <a:off x="0" y="348906"/>
        <a:ext cx="7886700" cy="1260000"/>
      </dsp:txXfrm>
    </dsp:sp>
    <dsp:sp modelId="{9B340BBD-9E56-47C4-A683-CB3ED5F1FC80}">
      <dsp:nvSpPr>
        <dsp:cNvPr id="0" name=""/>
        <dsp:cNvSpPr/>
      </dsp:nvSpPr>
      <dsp:spPr>
        <a:xfrm>
          <a:off x="394335" y="53706"/>
          <a:ext cx="5520690" cy="59040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889000">
            <a:lnSpc>
              <a:spcPct val="90000"/>
            </a:lnSpc>
            <a:spcBef>
              <a:spcPct val="0"/>
            </a:spcBef>
            <a:spcAft>
              <a:spcPct val="35000"/>
            </a:spcAft>
            <a:buNone/>
          </a:pPr>
          <a:r>
            <a:rPr lang="en-US" sz="2000" kern="1200" dirty="0"/>
            <a:t>ping</a:t>
          </a:r>
        </a:p>
      </dsp:txBody>
      <dsp:txXfrm>
        <a:off x="423156" y="82527"/>
        <a:ext cx="5463048" cy="532758"/>
      </dsp:txXfrm>
    </dsp:sp>
    <dsp:sp modelId="{4F85D134-748A-4D89-82D8-8B9C8597F35E}">
      <dsp:nvSpPr>
        <dsp:cNvPr id="0" name=""/>
        <dsp:cNvSpPr/>
      </dsp:nvSpPr>
      <dsp:spPr>
        <a:xfrm>
          <a:off x="0" y="2012106"/>
          <a:ext cx="7886700" cy="1260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416560" rIns="612096"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solidFill>
                <a:srgbClr val="20282F"/>
              </a:solidFill>
            </a:rPr>
            <a:t>Destination host unreachable </a:t>
          </a:r>
        </a:p>
        <a:p>
          <a:pPr marL="228600" lvl="1" indent="-228600" algn="l" defTabSz="889000">
            <a:lnSpc>
              <a:spcPct val="90000"/>
            </a:lnSpc>
            <a:spcBef>
              <a:spcPct val="0"/>
            </a:spcBef>
            <a:spcAft>
              <a:spcPct val="15000"/>
            </a:spcAft>
            <a:buChar char="•"/>
          </a:pPr>
          <a:r>
            <a:rPr lang="en-US" sz="2000" kern="1200" dirty="0">
              <a:solidFill>
                <a:srgbClr val="20282F"/>
              </a:solidFill>
            </a:rPr>
            <a:t>No reply (request timed out)</a:t>
          </a:r>
        </a:p>
      </dsp:txBody>
      <dsp:txXfrm>
        <a:off x="0" y="2012106"/>
        <a:ext cx="7886700" cy="1260000"/>
      </dsp:txXfrm>
    </dsp:sp>
    <dsp:sp modelId="{D9236934-C02F-457B-B6D3-73AE3ADD4D5C}">
      <dsp:nvSpPr>
        <dsp:cNvPr id="0" name=""/>
        <dsp:cNvSpPr/>
      </dsp:nvSpPr>
      <dsp:spPr>
        <a:xfrm>
          <a:off x="394335" y="1716906"/>
          <a:ext cx="5520690" cy="59040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889000">
            <a:lnSpc>
              <a:spcPct val="90000"/>
            </a:lnSpc>
            <a:spcBef>
              <a:spcPct val="0"/>
            </a:spcBef>
            <a:spcAft>
              <a:spcPct val="35000"/>
            </a:spcAft>
            <a:buNone/>
          </a:pPr>
          <a:r>
            <a:rPr lang="en-US" sz="2000" kern="1200" dirty="0"/>
            <a:t>ping error messaging</a:t>
          </a:r>
        </a:p>
      </dsp:txBody>
      <dsp:txXfrm>
        <a:off x="423156" y="1745727"/>
        <a:ext cx="5463048" cy="53275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BC9152-2364-477D-A380-E08912112932}">
      <dsp:nvSpPr>
        <dsp:cNvPr id="0" name=""/>
        <dsp:cNvSpPr/>
      </dsp:nvSpPr>
      <dsp:spPr>
        <a:xfrm>
          <a:off x="0" y="278112"/>
          <a:ext cx="7604551" cy="187425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90198" tIns="354076" rIns="590198" bIns="120904" numCol="1" spcCol="1270" anchor="t" anchorCtr="0">
          <a:noAutofit/>
        </a:bodyPr>
        <a:lstStyle/>
        <a:p>
          <a:pPr marL="171450" lvl="1" indent="-171450" algn="l" defTabSz="755650">
            <a:lnSpc>
              <a:spcPct val="90000"/>
            </a:lnSpc>
            <a:spcBef>
              <a:spcPct val="0"/>
            </a:spcBef>
            <a:spcAft>
              <a:spcPct val="15000"/>
            </a:spcAft>
            <a:buChar char="•"/>
          </a:pPr>
          <a:r>
            <a:rPr lang="en-US" sz="1700" b="0" i="0" kern="1200" dirty="0">
              <a:solidFill>
                <a:srgbClr val="20282F"/>
              </a:solidFill>
              <a:effectLst/>
              <a:latin typeface="+mj-lt"/>
            </a:rPr>
            <a:t>Span a single subnet and the equivalent of </a:t>
          </a:r>
          <a:br>
            <a:rPr lang="en-US" sz="1700" b="0" i="0" kern="1200" dirty="0">
              <a:solidFill>
                <a:srgbClr val="20282F"/>
              </a:solidFill>
              <a:effectLst/>
              <a:latin typeface="+mj-lt"/>
            </a:rPr>
          </a:br>
          <a:r>
            <a:rPr lang="en-US" sz="1700" kern="1200" dirty="0">
              <a:solidFill>
                <a:srgbClr val="20282F"/>
              </a:solidFill>
              <a:latin typeface="+mj-lt"/>
            </a:rPr>
            <a:t>IPv4 private addressing</a:t>
          </a:r>
          <a:endParaRPr lang="en-US" sz="1700" kern="1200" dirty="0">
            <a:solidFill>
              <a:srgbClr val="20282F"/>
            </a:solidFill>
          </a:endParaRPr>
        </a:p>
        <a:p>
          <a:pPr marL="171450" lvl="1" indent="-171450" algn="l" defTabSz="755650">
            <a:lnSpc>
              <a:spcPct val="90000"/>
            </a:lnSpc>
            <a:spcBef>
              <a:spcPct val="0"/>
            </a:spcBef>
            <a:spcAft>
              <a:spcPct val="15000"/>
            </a:spcAft>
            <a:buChar char="•"/>
          </a:pPr>
          <a:r>
            <a:rPr lang="en-US" sz="1700" kern="1200" dirty="0">
              <a:solidFill>
                <a:srgbClr val="20282F"/>
              </a:solidFill>
              <a:latin typeface="+mj-lt"/>
            </a:rPr>
            <a:t>Link local range is fe80::/10</a:t>
          </a:r>
          <a:endParaRPr lang="en-US" sz="1700" kern="1200" dirty="0">
            <a:solidFill>
              <a:srgbClr val="20282F"/>
            </a:solidFill>
          </a:endParaRPr>
        </a:p>
        <a:p>
          <a:pPr marL="171450" lvl="1" indent="-171450" algn="l" defTabSz="755650">
            <a:lnSpc>
              <a:spcPct val="90000"/>
            </a:lnSpc>
            <a:spcBef>
              <a:spcPct val="0"/>
            </a:spcBef>
            <a:spcAft>
              <a:spcPct val="15000"/>
            </a:spcAft>
            <a:buChar char="•"/>
          </a:pPr>
          <a:r>
            <a:rPr lang="en-US" sz="1700" kern="1200" dirty="0">
              <a:solidFill>
                <a:srgbClr val="20282F"/>
              </a:solidFill>
              <a:latin typeface="+mj-lt"/>
            </a:rPr>
            <a:t>Start with a leading fe80, with the next 54 bits set to 0, </a:t>
          </a:r>
          <a:br>
            <a:rPr lang="en-US" sz="1700" kern="1200" dirty="0">
              <a:solidFill>
                <a:srgbClr val="20282F"/>
              </a:solidFill>
              <a:latin typeface="+mj-lt"/>
            </a:rPr>
          </a:br>
          <a:r>
            <a:rPr lang="en-US" sz="1700" kern="1200" dirty="0">
              <a:solidFill>
                <a:srgbClr val="20282F"/>
              </a:solidFill>
              <a:latin typeface="+mj-lt"/>
            </a:rPr>
            <a:t>and the last 64 bits are the interface ID</a:t>
          </a:r>
          <a:endParaRPr lang="en-US" sz="1700" kern="1200" dirty="0">
            <a:solidFill>
              <a:srgbClr val="20282F"/>
            </a:solidFill>
          </a:endParaRPr>
        </a:p>
      </dsp:txBody>
      <dsp:txXfrm>
        <a:off x="0" y="278112"/>
        <a:ext cx="7604551" cy="1874250"/>
      </dsp:txXfrm>
    </dsp:sp>
    <dsp:sp modelId="{074C0737-7D38-468C-905D-3B2A14850196}">
      <dsp:nvSpPr>
        <dsp:cNvPr id="0" name=""/>
        <dsp:cNvSpPr/>
      </dsp:nvSpPr>
      <dsp:spPr>
        <a:xfrm>
          <a:off x="380227" y="27192"/>
          <a:ext cx="5323185" cy="50184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04" tIns="0" rIns="201204" bIns="0" numCol="1" spcCol="1270" anchor="ctr" anchorCtr="0">
          <a:noAutofit/>
        </a:bodyPr>
        <a:lstStyle/>
        <a:p>
          <a:pPr marL="0" lvl="0" indent="0" algn="l" defTabSz="755650">
            <a:lnSpc>
              <a:spcPct val="90000"/>
            </a:lnSpc>
            <a:spcBef>
              <a:spcPct val="0"/>
            </a:spcBef>
            <a:spcAft>
              <a:spcPct val="35000"/>
            </a:spcAft>
            <a:buNone/>
          </a:pPr>
          <a:r>
            <a:rPr lang="en-US" sz="1700" b="0" kern="1200" dirty="0"/>
            <a:t>Link Local Addressing</a:t>
          </a:r>
        </a:p>
      </dsp:txBody>
      <dsp:txXfrm>
        <a:off x="404725" y="51690"/>
        <a:ext cx="5274189" cy="452844"/>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BC9152-2364-477D-A380-E08912112932}">
      <dsp:nvSpPr>
        <dsp:cNvPr id="0" name=""/>
        <dsp:cNvSpPr/>
      </dsp:nvSpPr>
      <dsp:spPr>
        <a:xfrm>
          <a:off x="0" y="381847"/>
          <a:ext cx="7886700" cy="2712149"/>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437388" rIns="612096" bIns="149352" numCol="1" spcCol="1270" anchor="t" anchorCtr="0">
          <a:noAutofit/>
        </a:bodyPr>
        <a:lstStyle/>
        <a:p>
          <a:pPr marL="228600" lvl="1" indent="-228600" algn="l" defTabSz="933450">
            <a:lnSpc>
              <a:spcPct val="90000"/>
            </a:lnSpc>
            <a:spcBef>
              <a:spcPct val="0"/>
            </a:spcBef>
            <a:spcAft>
              <a:spcPct val="15000"/>
            </a:spcAft>
            <a:buChar char="•"/>
          </a:pPr>
          <a:r>
            <a:rPr lang="en-US" sz="2100" kern="1200" dirty="0">
              <a:solidFill>
                <a:srgbClr val="20282F"/>
              </a:solidFill>
            </a:rPr>
            <a:t>First 8 bits: indicate the address is within </a:t>
          </a:r>
          <a:br>
            <a:rPr lang="en-US" sz="2100" kern="1200" dirty="0">
              <a:solidFill>
                <a:srgbClr val="20282F"/>
              </a:solidFill>
            </a:rPr>
          </a:br>
          <a:r>
            <a:rPr lang="en-US" sz="2100" kern="1200" dirty="0">
              <a:solidFill>
                <a:srgbClr val="20282F"/>
              </a:solidFill>
            </a:rPr>
            <a:t>the multicast scope</a:t>
          </a:r>
        </a:p>
        <a:p>
          <a:pPr marL="228600" lvl="1" indent="-228600" algn="l" defTabSz="933450">
            <a:lnSpc>
              <a:spcPct val="90000"/>
            </a:lnSpc>
            <a:spcBef>
              <a:spcPct val="0"/>
            </a:spcBef>
            <a:spcAft>
              <a:spcPct val="15000"/>
            </a:spcAft>
            <a:buChar char="•"/>
          </a:pPr>
          <a:r>
            <a:rPr lang="en-US" sz="2100" kern="1200" dirty="0">
              <a:solidFill>
                <a:srgbClr val="20282F"/>
              </a:solidFill>
            </a:rPr>
            <a:t>Next 4 bits: used to flag types of multicast</a:t>
          </a:r>
        </a:p>
        <a:p>
          <a:pPr marL="228600" lvl="1" indent="-228600" algn="l" defTabSz="933450">
            <a:lnSpc>
              <a:spcPct val="90000"/>
            </a:lnSpc>
            <a:spcBef>
              <a:spcPct val="0"/>
            </a:spcBef>
            <a:spcAft>
              <a:spcPct val="15000"/>
            </a:spcAft>
            <a:buChar char="•"/>
          </a:pPr>
          <a:r>
            <a:rPr lang="en-US" sz="2100" kern="1200" dirty="0">
              <a:solidFill>
                <a:srgbClr val="20282F"/>
              </a:solidFill>
            </a:rPr>
            <a:t>Next 4 bits: determine the scope</a:t>
          </a:r>
        </a:p>
        <a:p>
          <a:pPr marL="228600" lvl="1" indent="-228600" algn="l" defTabSz="933450">
            <a:lnSpc>
              <a:spcPct val="90000"/>
            </a:lnSpc>
            <a:spcBef>
              <a:spcPct val="0"/>
            </a:spcBef>
            <a:spcAft>
              <a:spcPct val="15000"/>
            </a:spcAft>
            <a:buChar char="•"/>
          </a:pPr>
          <a:r>
            <a:rPr lang="en-US" sz="2100" kern="1200" dirty="0">
              <a:solidFill>
                <a:srgbClr val="20282F"/>
              </a:solidFill>
            </a:rPr>
            <a:t>Final 112 bits: define multicast groups </a:t>
          </a:r>
          <a:br>
            <a:rPr lang="en-US" sz="2100" kern="1200" dirty="0">
              <a:solidFill>
                <a:srgbClr val="20282F"/>
              </a:solidFill>
            </a:rPr>
          </a:br>
          <a:r>
            <a:rPr lang="en-US" sz="2100" kern="1200" dirty="0">
              <a:solidFill>
                <a:srgbClr val="20282F"/>
              </a:solidFill>
            </a:rPr>
            <a:t>within that scope</a:t>
          </a:r>
        </a:p>
      </dsp:txBody>
      <dsp:txXfrm>
        <a:off x="0" y="381847"/>
        <a:ext cx="7886700" cy="2712149"/>
      </dsp:txXfrm>
    </dsp:sp>
    <dsp:sp modelId="{074C0737-7D38-468C-905D-3B2A14850196}">
      <dsp:nvSpPr>
        <dsp:cNvPr id="0" name=""/>
        <dsp:cNvSpPr/>
      </dsp:nvSpPr>
      <dsp:spPr>
        <a:xfrm>
          <a:off x="394335" y="71887"/>
          <a:ext cx="5520690" cy="61992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933450">
            <a:lnSpc>
              <a:spcPct val="90000"/>
            </a:lnSpc>
            <a:spcBef>
              <a:spcPct val="0"/>
            </a:spcBef>
            <a:spcAft>
              <a:spcPct val="35000"/>
            </a:spcAft>
            <a:buNone/>
          </a:pPr>
          <a:r>
            <a:rPr lang="en-US" sz="2100" b="0" kern="1200" dirty="0"/>
            <a:t>Multicast </a:t>
          </a:r>
        </a:p>
      </dsp:txBody>
      <dsp:txXfrm>
        <a:off x="424597" y="102149"/>
        <a:ext cx="5460166" cy="55939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E8C1BF-84B6-4A14-86D4-DF4738977E0F}">
      <dsp:nvSpPr>
        <dsp:cNvPr id="0" name=""/>
        <dsp:cNvSpPr/>
      </dsp:nvSpPr>
      <dsp:spPr>
        <a:xfrm>
          <a:off x="116963" y="505"/>
          <a:ext cx="1958196" cy="735743"/>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Dual Stack</a:t>
          </a:r>
        </a:p>
      </dsp:txBody>
      <dsp:txXfrm>
        <a:off x="138512" y="22054"/>
        <a:ext cx="1915098" cy="692645"/>
      </dsp:txXfrm>
    </dsp:sp>
    <dsp:sp modelId="{678B08C7-9BE8-4254-9345-D064A8D61742}">
      <dsp:nvSpPr>
        <dsp:cNvPr id="0" name=""/>
        <dsp:cNvSpPr/>
      </dsp:nvSpPr>
      <dsp:spPr>
        <a:xfrm>
          <a:off x="312782" y="736248"/>
          <a:ext cx="195819" cy="748961"/>
        </a:xfrm>
        <a:custGeom>
          <a:avLst/>
          <a:gdLst/>
          <a:ahLst/>
          <a:cxnLst/>
          <a:rect l="0" t="0" r="0" b="0"/>
          <a:pathLst>
            <a:path>
              <a:moveTo>
                <a:pt x="0" y="0"/>
              </a:moveTo>
              <a:lnTo>
                <a:pt x="0" y="748961"/>
              </a:lnTo>
              <a:lnTo>
                <a:pt x="195819" y="748961"/>
              </a:lnTo>
            </a:path>
          </a:pathLst>
        </a:custGeom>
        <a:noFill/>
        <a:ln w="12700" cap="flat" cmpd="sng" algn="ctr">
          <a:solidFill>
            <a:srgbClr val="6C7072"/>
          </a:solidFill>
          <a:prstDash val="solid"/>
          <a:miter lim="800000"/>
        </a:ln>
        <a:effectLst/>
      </dsp:spPr>
      <dsp:style>
        <a:lnRef idx="2">
          <a:scrgbClr r="0" g="0" b="0"/>
        </a:lnRef>
        <a:fillRef idx="0">
          <a:scrgbClr r="0" g="0" b="0"/>
        </a:fillRef>
        <a:effectRef idx="0">
          <a:scrgbClr r="0" g="0" b="0"/>
        </a:effectRef>
        <a:fontRef idx="minor"/>
      </dsp:style>
    </dsp:sp>
    <dsp:sp modelId="{80BA4856-9986-4902-A840-B971C93CF685}">
      <dsp:nvSpPr>
        <dsp:cNvPr id="0" name=""/>
        <dsp:cNvSpPr/>
      </dsp:nvSpPr>
      <dsp:spPr>
        <a:xfrm>
          <a:off x="508602" y="981023"/>
          <a:ext cx="2007057" cy="1008373"/>
        </a:xfrm>
        <a:prstGeom prst="roundRect">
          <a:avLst>
            <a:gd name="adj" fmla="val 10000"/>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kern="1200" dirty="0">
              <a:solidFill>
                <a:srgbClr val="20282F"/>
              </a:solidFill>
            </a:rPr>
            <a:t>Allows IPv4 and IPv6 to run simultaneously </a:t>
          </a:r>
        </a:p>
      </dsp:txBody>
      <dsp:txXfrm>
        <a:off x="538136" y="1010557"/>
        <a:ext cx="1947989" cy="949305"/>
      </dsp:txXfrm>
    </dsp:sp>
    <dsp:sp modelId="{08CF6BB4-8983-4152-9274-5859ECFD4F86}">
      <dsp:nvSpPr>
        <dsp:cNvPr id="0" name=""/>
        <dsp:cNvSpPr/>
      </dsp:nvSpPr>
      <dsp:spPr>
        <a:xfrm>
          <a:off x="312782" y="736248"/>
          <a:ext cx="195819" cy="2007876"/>
        </a:xfrm>
        <a:custGeom>
          <a:avLst/>
          <a:gdLst/>
          <a:ahLst/>
          <a:cxnLst/>
          <a:rect l="0" t="0" r="0" b="0"/>
          <a:pathLst>
            <a:path>
              <a:moveTo>
                <a:pt x="0" y="0"/>
              </a:moveTo>
              <a:lnTo>
                <a:pt x="0" y="2007876"/>
              </a:lnTo>
              <a:lnTo>
                <a:pt x="195819" y="2007876"/>
              </a:lnTo>
            </a:path>
          </a:pathLst>
        </a:custGeom>
        <a:noFill/>
        <a:ln w="12700" cap="flat" cmpd="sng" algn="ctr">
          <a:solidFill>
            <a:srgbClr val="6C7072"/>
          </a:solidFill>
          <a:prstDash val="solid"/>
          <a:miter lim="800000"/>
        </a:ln>
        <a:effectLst/>
      </dsp:spPr>
      <dsp:style>
        <a:lnRef idx="2">
          <a:scrgbClr r="0" g="0" b="0"/>
        </a:lnRef>
        <a:fillRef idx="0">
          <a:scrgbClr r="0" g="0" b="0"/>
        </a:fillRef>
        <a:effectRef idx="0">
          <a:scrgbClr r="0" g="0" b="0"/>
        </a:effectRef>
        <a:fontRef idx="minor"/>
      </dsp:style>
    </dsp:sp>
    <dsp:sp modelId="{9CEDAFD5-AD73-43EA-AFD5-AAE1F84CFA06}">
      <dsp:nvSpPr>
        <dsp:cNvPr id="0" name=""/>
        <dsp:cNvSpPr/>
      </dsp:nvSpPr>
      <dsp:spPr>
        <a:xfrm>
          <a:off x="508602" y="2234171"/>
          <a:ext cx="2060257" cy="1019907"/>
        </a:xfrm>
        <a:prstGeom prst="roundRect">
          <a:avLst>
            <a:gd name="adj" fmla="val 10000"/>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55625">
            <a:lnSpc>
              <a:spcPct val="90000"/>
            </a:lnSpc>
            <a:spcBef>
              <a:spcPct val="0"/>
            </a:spcBef>
            <a:spcAft>
              <a:spcPct val="35000"/>
            </a:spcAft>
            <a:buNone/>
          </a:pPr>
          <a:r>
            <a:rPr lang="en-US" sz="1250" kern="1200" dirty="0">
              <a:solidFill>
                <a:srgbClr val="20282F"/>
              </a:solidFill>
            </a:rPr>
            <a:t>Ideal for transitional periods where both IPv4 and IPv6 networks are operational</a:t>
          </a:r>
        </a:p>
      </dsp:txBody>
      <dsp:txXfrm>
        <a:off x="538474" y="2264043"/>
        <a:ext cx="2000513" cy="960163"/>
      </dsp:txXfrm>
    </dsp:sp>
    <dsp:sp modelId="{7AB979B3-1E08-41ED-8C88-B7283D7DC7B5}">
      <dsp:nvSpPr>
        <dsp:cNvPr id="0" name=""/>
        <dsp:cNvSpPr/>
      </dsp:nvSpPr>
      <dsp:spPr>
        <a:xfrm>
          <a:off x="2666770" y="505"/>
          <a:ext cx="1958196" cy="769962"/>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Tunneling</a:t>
          </a:r>
        </a:p>
      </dsp:txBody>
      <dsp:txXfrm>
        <a:off x="2689321" y="23056"/>
        <a:ext cx="1913094" cy="724860"/>
      </dsp:txXfrm>
    </dsp:sp>
    <dsp:sp modelId="{0512D6DF-C7FB-409F-8F9A-6D3952DFE383}">
      <dsp:nvSpPr>
        <dsp:cNvPr id="0" name=""/>
        <dsp:cNvSpPr/>
      </dsp:nvSpPr>
      <dsp:spPr>
        <a:xfrm>
          <a:off x="2862589" y="770468"/>
          <a:ext cx="195819" cy="739043"/>
        </a:xfrm>
        <a:custGeom>
          <a:avLst/>
          <a:gdLst/>
          <a:ahLst/>
          <a:cxnLst/>
          <a:rect l="0" t="0" r="0" b="0"/>
          <a:pathLst>
            <a:path>
              <a:moveTo>
                <a:pt x="0" y="0"/>
              </a:moveTo>
              <a:lnTo>
                <a:pt x="0" y="739043"/>
              </a:lnTo>
              <a:lnTo>
                <a:pt x="195819" y="739043"/>
              </a:lnTo>
            </a:path>
          </a:pathLst>
        </a:custGeom>
        <a:noFill/>
        <a:ln w="12700" cap="flat" cmpd="sng" algn="ctr">
          <a:solidFill>
            <a:srgbClr val="6C7072"/>
          </a:solidFill>
          <a:prstDash val="solid"/>
          <a:miter lim="800000"/>
        </a:ln>
        <a:effectLst/>
      </dsp:spPr>
      <dsp:style>
        <a:lnRef idx="2">
          <a:scrgbClr r="0" g="0" b="0"/>
        </a:lnRef>
        <a:fillRef idx="0">
          <a:scrgbClr r="0" g="0" b="0"/>
        </a:fillRef>
        <a:effectRef idx="0">
          <a:scrgbClr r="0" g="0" b="0"/>
        </a:effectRef>
        <a:fontRef idx="minor"/>
      </dsp:style>
    </dsp:sp>
    <dsp:sp modelId="{8FB40A93-B71A-405E-AB05-091F049EBC5F}">
      <dsp:nvSpPr>
        <dsp:cNvPr id="0" name=""/>
        <dsp:cNvSpPr/>
      </dsp:nvSpPr>
      <dsp:spPr>
        <a:xfrm>
          <a:off x="3058409" y="1015242"/>
          <a:ext cx="2039579" cy="988536"/>
        </a:xfrm>
        <a:prstGeom prst="roundRect">
          <a:avLst>
            <a:gd name="adj" fmla="val 10000"/>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kern="1200" dirty="0">
              <a:solidFill>
                <a:srgbClr val="20282F"/>
              </a:solidFill>
            </a:rPr>
            <a:t>Encapsulates IPv6 packets within IPv4 packets to traverse IPv4 networks</a:t>
          </a:r>
        </a:p>
      </dsp:txBody>
      <dsp:txXfrm>
        <a:off x="3087362" y="1044195"/>
        <a:ext cx="1981673" cy="930630"/>
      </dsp:txXfrm>
    </dsp:sp>
    <dsp:sp modelId="{FA901F79-A5EB-49D3-BD05-42B09354076D}">
      <dsp:nvSpPr>
        <dsp:cNvPr id="0" name=""/>
        <dsp:cNvSpPr/>
      </dsp:nvSpPr>
      <dsp:spPr>
        <a:xfrm>
          <a:off x="2862589" y="770468"/>
          <a:ext cx="195819" cy="1992284"/>
        </a:xfrm>
        <a:custGeom>
          <a:avLst/>
          <a:gdLst/>
          <a:ahLst/>
          <a:cxnLst/>
          <a:rect l="0" t="0" r="0" b="0"/>
          <a:pathLst>
            <a:path>
              <a:moveTo>
                <a:pt x="0" y="0"/>
              </a:moveTo>
              <a:lnTo>
                <a:pt x="0" y="1992284"/>
              </a:lnTo>
              <a:lnTo>
                <a:pt x="195819" y="1992284"/>
              </a:lnTo>
            </a:path>
          </a:pathLst>
        </a:custGeom>
        <a:noFill/>
        <a:ln w="12700" cap="flat" cmpd="sng" algn="ctr">
          <a:solidFill>
            <a:srgbClr val="6C7072"/>
          </a:solidFill>
          <a:prstDash val="solid"/>
          <a:miter lim="800000"/>
        </a:ln>
        <a:effectLst/>
      </dsp:spPr>
      <dsp:style>
        <a:lnRef idx="2">
          <a:scrgbClr r="0" g="0" b="0"/>
        </a:lnRef>
        <a:fillRef idx="0">
          <a:scrgbClr r="0" g="0" b="0"/>
        </a:fillRef>
        <a:effectRef idx="0">
          <a:scrgbClr r="0" g="0" b="0"/>
        </a:effectRef>
        <a:fontRef idx="minor"/>
      </dsp:style>
    </dsp:sp>
    <dsp:sp modelId="{B116E712-BD40-4CC7-BF69-440A4888F971}">
      <dsp:nvSpPr>
        <dsp:cNvPr id="0" name=""/>
        <dsp:cNvSpPr/>
      </dsp:nvSpPr>
      <dsp:spPr>
        <a:xfrm>
          <a:off x="3058409" y="2248554"/>
          <a:ext cx="2055197" cy="1028395"/>
        </a:xfrm>
        <a:prstGeom prst="roundRect">
          <a:avLst>
            <a:gd name="adj" fmla="val 10000"/>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kern="1200" dirty="0">
              <a:solidFill>
                <a:srgbClr val="20282F"/>
              </a:solidFill>
            </a:rPr>
            <a:t>Useful for IPv6 islands within an IPv4 network</a:t>
          </a:r>
        </a:p>
      </dsp:txBody>
      <dsp:txXfrm>
        <a:off x="3088530" y="2278675"/>
        <a:ext cx="1994955" cy="968153"/>
      </dsp:txXfrm>
    </dsp:sp>
    <dsp:sp modelId="{90712166-8855-4BB5-A232-D314CEF8D99A}">
      <dsp:nvSpPr>
        <dsp:cNvPr id="0" name=""/>
        <dsp:cNvSpPr/>
      </dsp:nvSpPr>
      <dsp:spPr>
        <a:xfrm>
          <a:off x="5211517" y="505"/>
          <a:ext cx="1958196" cy="714829"/>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NAT64</a:t>
          </a:r>
        </a:p>
      </dsp:txBody>
      <dsp:txXfrm>
        <a:off x="5232454" y="21442"/>
        <a:ext cx="1916322" cy="672955"/>
      </dsp:txXfrm>
    </dsp:sp>
    <dsp:sp modelId="{13579376-A5A0-45A3-ADAC-E1EE2643FA82}">
      <dsp:nvSpPr>
        <dsp:cNvPr id="0" name=""/>
        <dsp:cNvSpPr/>
      </dsp:nvSpPr>
      <dsp:spPr>
        <a:xfrm>
          <a:off x="5407337" y="715335"/>
          <a:ext cx="195819" cy="766580"/>
        </a:xfrm>
        <a:custGeom>
          <a:avLst/>
          <a:gdLst/>
          <a:ahLst/>
          <a:cxnLst/>
          <a:rect l="0" t="0" r="0" b="0"/>
          <a:pathLst>
            <a:path>
              <a:moveTo>
                <a:pt x="0" y="0"/>
              </a:moveTo>
              <a:lnTo>
                <a:pt x="0" y="766580"/>
              </a:lnTo>
              <a:lnTo>
                <a:pt x="195819" y="766580"/>
              </a:lnTo>
            </a:path>
          </a:pathLst>
        </a:custGeom>
        <a:noFill/>
        <a:ln w="12700" cap="flat" cmpd="sng" algn="ctr">
          <a:solidFill>
            <a:srgbClr val="6C7072"/>
          </a:solidFill>
          <a:prstDash val="solid"/>
          <a:miter lim="800000"/>
        </a:ln>
        <a:effectLst/>
      </dsp:spPr>
      <dsp:style>
        <a:lnRef idx="2">
          <a:scrgbClr r="0" g="0" b="0"/>
        </a:lnRef>
        <a:fillRef idx="0">
          <a:scrgbClr r="0" g="0" b="0"/>
        </a:fillRef>
        <a:effectRef idx="0">
          <a:scrgbClr r="0" g="0" b="0"/>
        </a:effectRef>
        <a:fontRef idx="minor"/>
      </dsp:style>
    </dsp:sp>
    <dsp:sp modelId="{A44BD021-1306-4340-8D53-235597008FD6}">
      <dsp:nvSpPr>
        <dsp:cNvPr id="0" name=""/>
        <dsp:cNvSpPr/>
      </dsp:nvSpPr>
      <dsp:spPr>
        <a:xfrm>
          <a:off x="5603156" y="960109"/>
          <a:ext cx="2109244" cy="1043611"/>
        </a:xfrm>
        <a:prstGeom prst="roundRect">
          <a:avLst>
            <a:gd name="adj" fmla="val 10000"/>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kern="1200" dirty="0">
              <a:solidFill>
                <a:srgbClr val="20282F"/>
              </a:solidFill>
            </a:rPr>
            <a:t>Translates IPv6 into IPv4 and vice versa</a:t>
          </a:r>
        </a:p>
      </dsp:txBody>
      <dsp:txXfrm>
        <a:off x="5633722" y="990675"/>
        <a:ext cx="2048112" cy="982479"/>
      </dsp:txXfrm>
    </dsp:sp>
    <dsp:sp modelId="{CC2BE9AC-7638-4E29-A9F6-FC36D9993E54}">
      <dsp:nvSpPr>
        <dsp:cNvPr id="0" name=""/>
        <dsp:cNvSpPr/>
      </dsp:nvSpPr>
      <dsp:spPr>
        <a:xfrm>
          <a:off x="5407337" y="715335"/>
          <a:ext cx="195819" cy="2071566"/>
        </a:xfrm>
        <a:custGeom>
          <a:avLst/>
          <a:gdLst/>
          <a:ahLst/>
          <a:cxnLst/>
          <a:rect l="0" t="0" r="0" b="0"/>
          <a:pathLst>
            <a:path>
              <a:moveTo>
                <a:pt x="0" y="0"/>
              </a:moveTo>
              <a:lnTo>
                <a:pt x="0" y="2071566"/>
              </a:lnTo>
              <a:lnTo>
                <a:pt x="195819" y="2071566"/>
              </a:lnTo>
            </a:path>
          </a:pathLst>
        </a:custGeom>
        <a:noFill/>
        <a:ln w="12700" cap="flat" cmpd="sng" algn="ctr">
          <a:solidFill>
            <a:srgbClr val="6C7072"/>
          </a:solidFill>
          <a:prstDash val="solid"/>
          <a:miter lim="800000"/>
        </a:ln>
        <a:effectLst/>
      </dsp:spPr>
      <dsp:style>
        <a:lnRef idx="2">
          <a:scrgbClr r="0" g="0" b="0"/>
        </a:lnRef>
        <a:fillRef idx="0">
          <a:scrgbClr r="0" g="0" b="0"/>
        </a:fillRef>
        <a:effectRef idx="0">
          <a:scrgbClr r="0" g="0" b="0"/>
        </a:effectRef>
        <a:fontRef idx="minor"/>
      </dsp:style>
    </dsp:sp>
    <dsp:sp modelId="{62E8FBD8-A5ED-4590-971F-5CCCBB2C1F94}">
      <dsp:nvSpPr>
        <dsp:cNvPr id="0" name=""/>
        <dsp:cNvSpPr/>
      </dsp:nvSpPr>
      <dsp:spPr>
        <a:xfrm>
          <a:off x="5603156" y="2248495"/>
          <a:ext cx="2166580" cy="1076812"/>
        </a:xfrm>
        <a:prstGeom prst="roundRect">
          <a:avLst>
            <a:gd name="adj" fmla="val 10000"/>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kern="1200" dirty="0">
              <a:solidFill>
                <a:srgbClr val="20282F"/>
              </a:solidFill>
            </a:rPr>
            <a:t>Best for environments transitioning to IPv6 but still needing access to IPv4 resources</a:t>
          </a:r>
        </a:p>
      </dsp:txBody>
      <dsp:txXfrm>
        <a:off x="5634695" y="2280034"/>
        <a:ext cx="2103502" cy="101373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F2C340-7263-A54A-ACF7-1CEDACFC81F2}">
      <dsp:nvSpPr>
        <dsp:cNvPr id="0" name=""/>
        <dsp:cNvSpPr/>
      </dsp:nvSpPr>
      <dsp:spPr>
        <a:xfrm>
          <a:off x="0" y="338556"/>
          <a:ext cx="7886700" cy="1134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374904" rIns="61209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Identify and resolve using ping, arp -a, and arping -D</a:t>
          </a:r>
        </a:p>
        <a:p>
          <a:pPr marL="171450" lvl="1" indent="-171450" algn="l" defTabSz="800100">
            <a:lnSpc>
              <a:spcPct val="90000"/>
            </a:lnSpc>
            <a:spcBef>
              <a:spcPct val="0"/>
            </a:spcBef>
            <a:spcAft>
              <a:spcPct val="15000"/>
            </a:spcAft>
            <a:buChar char="•"/>
          </a:pPr>
          <a:r>
            <a:rPr lang="en-US" sz="1800" kern="1200" dirty="0">
              <a:solidFill>
                <a:srgbClr val="20282F"/>
              </a:solidFill>
            </a:rPr>
            <a:t>Ensure each host has a unique IP address</a:t>
          </a:r>
        </a:p>
      </dsp:txBody>
      <dsp:txXfrm>
        <a:off x="0" y="338556"/>
        <a:ext cx="7886700" cy="1134000"/>
      </dsp:txXfrm>
    </dsp:sp>
    <dsp:sp modelId="{AA634873-6C15-0B48-B200-CECCCB2E0F18}">
      <dsp:nvSpPr>
        <dsp:cNvPr id="0" name=""/>
        <dsp:cNvSpPr/>
      </dsp:nvSpPr>
      <dsp:spPr>
        <a:xfrm>
          <a:off x="394335" y="72876"/>
          <a:ext cx="5520690" cy="531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800100">
            <a:lnSpc>
              <a:spcPct val="90000"/>
            </a:lnSpc>
            <a:spcBef>
              <a:spcPct val="0"/>
            </a:spcBef>
            <a:spcAft>
              <a:spcPct val="35000"/>
            </a:spcAft>
            <a:buNone/>
          </a:pPr>
          <a:r>
            <a:rPr lang="en-US" sz="1800" b="0" i="0" u="none" kern="1200" dirty="0"/>
            <a:t>Duplicate IP Address Issues</a:t>
          </a:r>
          <a:endParaRPr lang="en-US" sz="1800" b="0" kern="1200" dirty="0"/>
        </a:p>
      </dsp:txBody>
      <dsp:txXfrm>
        <a:off x="420274" y="98815"/>
        <a:ext cx="5468812" cy="479482"/>
      </dsp:txXfrm>
    </dsp:sp>
    <dsp:sp modelId="{C41ECA09-BAF2-8C40-9506-A49A9F7EB893}">
      <dsp:nvSpPr>
        <dsp:cNvPr id="0" name=""/>
        <dsp:cNvSpPr/>
      </dsp:nvSpPr>
      <dsp:spPr>
        <a:xfrm>
          <a:off x="0" y="1835436"/>
          <a:ext cx="7886700" cy="14175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374904" rIns="612096" bIns="128016" numCol="1" spcCol="1270" anchor="t" anchorCtr="0">
          <a:noAutofit/>
        </a:bodyPr>
        <a:lstStyle/>
        <a:p>
          <a:pPr marL="171450" lvl="1" indent="-171450" algn="l" defTabSz="800100">
            <a:lnSpc>
              <a:spcPct val="90000"/>
            </a:lnSpc>
            <a:spcBef>
              <a:spcPct val="0"/>
            </a:spcBef>
            <a:spcAft>
              <a:spcPct val="15000"/>
            </a:spcAft>
            <a:buChar char="•"/>
          </a:pPr>
          <a:r>
            <a:rPr lang="en-US" sz="1800" b="0" i="0" u="none" kern="1200" dirty="0">
              <a:solidFill>
                <a:srgbClr val="20282F"/>
              </a:solidFill>
            </a:rPr>
            <a:t>Identify and resolve using arp, ipconfig, ip neigh, </a:t>
          </a:r>
          <a:br>
            <a:rPr lang="en-US" sz="1800" b="0" i="0" u="none" kern="1200" dirty="0">
              <a:solidFill>
                <a:srgbClr val="20282F"/>
              </a:solidFill>
            </a:rPr>
          </a:br>
          <a:r>
            <a:rPr lang="en-US" sz="1800" b="0" i="0" u="none" kern="1200" dirty="0">
              <a:solidFill>
                <a:srgbClr val="20282F"/>
              </a:solidFill>
            </a:rPr>
            <a:t>and protocol analyzers</a:t>
          </a:r>
          <a:endParaRPr lang="en-US" sz="1800" kern="1200" dirty="0">
            <a:solidFill>
              <a:srgbClr val="20282F"/>
            </a:solidFill>
          </a:endParaRPr>
        </a:p>
        <a:p>
          <a:pPr marL="171450" lvl="1" indent="-171450" algn="l" defTabSz="800100">
            <a:lnSpc>
              <a:spcPct val="90000"/>
            </a:lnSpc>
            <a:spcBef>
              <a:spcPct val="0"/>
            </a:spcBef>
            <a:spcAft>
              <a:spcPct val="15000"/>
            </a:spcAft>
            <a:buChar char="•"/>
          </a:pPr>
          <a:r>
            <a:rPr lang="en-US" sz="1800" b="0" i="0" u="none" kern="1200" dirty="0">
              <a:solidFill>
                <a:srgbClr val="20282F"/>
              </a:solidFill>
            </a:rPr>
            <a:t>Be aware of potential spoofing attacks</a:t>
          </a:r>
          <a:endParaRPr lang="en-US" sz="1800" kern="1200" dirty="0">
            <a:solidFill>
              <a:srgbClr val="20282F"/>
            </a:solidFill>
          </a:endParaRPr>
        </a:p>
      </dsp:txBody>
      <dsp:txXfrm>
        <a:off x="0" y="1835436"/>
        <a:ext cx="7886700" cy="1417500"/>
      </dsp:txXfrm>
    </dsp:sp>
    <dsp:sp modelId="{20A68477-AAB9-3542-9336-572C8BB92460}">
      <dsp:nvSpPr>
        <dsp:cNvPr id="0" name=""/>
        <dsp:cNvSpPr/>
      </dsp:nvSpPr>
      <dsp:spPr>
        <a:xfrm>
          <a:off x="394335" y="1569756"/>
          <a:ext cx="5520690" cy="531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800100">
            <a:lnSpc>
              <a:spcPct val="90000"/>
            </a:lnSpc>
            <a:spcBef>
              <a:spcPct val="0"/>
            </a:spcBef>
            <a:spcAft>
              <a:spcPct val="35000"/>
            </a:spcAft>
            <a:buNone/>
          </a:pPr>
          <a:r>
            <a:rPr lang="en-US" sz="1800" b="0" i="0" u="none" kern="1200" dirty="0"/>
            <a:t>Duplicate MAC Address Issues</a:t>
          </a:r>
          <a:endParaRPr lang="en-US" sz="1800" b="0" kern="1200" dirty="0"/>
        </a:p>
      </dsp:txBody>
      <dsp:txXfrm>
        <a:off x="420274" y="1595695"/>
        <a:ext cx="5468812" cy="47948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B664CF5-B977-BFF1-9097-2EF5A48FFC0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1ED517A-6E36-8F40-7037-3E5D9E3E672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E6B64F8-5C2C-4F29-B303-F399887BD256}" type="datetimeFigureOut">
              <a:rPr lang="en-US" smtClean="0"/>
              <a:t>4/21/2025</a:t>
            </a:fld>
            <a:endParaRPr lang="en-US" dirty="0"/>
          </a:p>
        </p:txBody>
      </p:sp>
      <p:sp>
        <p:nvSpPr>
          <p:cNvPr id="4" name="Footer Placeholder 3">
            <a:extLst>
              <a:ext uri="{FF2B5EF4-FFF2-40B4-BE49-F238E27FC236}">
                <a16:creationId xmlns:a16="http://schemas.microsoft.com/office/drawing/2014/main" id="{1CC002D8-646B-9D97-D45F-99CE31C206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82E5F993-5C24-0B8C-258C-C9F01125DAE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417901-CBF2-4A23-AAFA-F8975FC9CF90}" type="slidenum">
              <a:rPr lang="en-US" smtClean="0"/>
              <a:t>‹#›</a:t>
            </a:fld>
            <a:endParaRPr lang="en-US" dirty="0"/>
          </a:p>
        </p:txBody>
      </p:sp>
    </p:spTree>
    <p:extLst>
      <p:ext uri="{BB962C8B-B14F-4D97-AF65-F5344CB8AC3E}">
        <p14:creationId xmlns:p14="http://schemas.microsoft.com/office/powerpoint/2010/main" val="168789828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E0AA9D-B8AA-4E3D-B10A-A871A76066C4}" type="datetimeFigureOut">
              <a:rPr lang="en-US" smtClean="0"/>
              <a:t>4/21/2025</a:t>
            </a:fld>
            <a:endParaRPr lang="en-US" dirty="0"/>
          </a:p>
        </p:txBody>
      </p:sp>
      <p:sp>
        <p:nvSpPr>
          <p:cNvPr id="4" name="Slide Image Placeholder 3"/>
          <p:cNvSpPr>
            <a:spLocks noGrp="1" noRot="1" noChangeAspect="1"/>
          </p:cNvSpPr>
          <p:nvPr>
            <p:ph type="sldImg" idx="2"/>
          </p:nvPr>
        </p:nvSpPr>
        <p:spPr>
          <a:xfrm>
            <a:off x="684213" y="1143000"/>
            <a:ext cx="548957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r>
              <a:rPr lang="en-US" dirty="0"/>
              <a:t>​Copyright © 2024 The Computing Technology Industry Association, Inc. All rights reserved.</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FC1154-15AF-4CEB-AEC9-7A3CFB195EFA}" type="slidenum">
              <a:rPr lang="en-US" smtClean="0"/>
              <a:t>‹#›</a:t>
            </a:fld>
            <a:endParaRPr lang="en-US" dirty="0"/>
          </a:p>
        </p:txBody>
      </p:sp>
    </p:spTree>
    <p:extLst>
      <p:ext uri="{BB962C8B-B14F-4D97-AF65-F5344CB8AC3E}">
        <p14:creationId xmlns:p14="http://schemas.microsoft.com/office/powerpoint/2010/main" val="1461633394"/>
      </p:ext>
    </p:extLst>
  </p:cSld>
  <p:clrMap bg1="lt1" tx1="dk1" bg2="lt2" tx2="dk2" accent1="accent1" accent2="accent2" accent3="accent3" accent4="accent4" accent5="accent5" accent6="accent6" hlink="hlink" folHlink="folHlink"/>
  <p:hf hdr="0" dt="0"/>
  <p:notesStyle>
    <a:lvl1pPr marL="0" algn="l" defTabSz="685526" rtl="0" eaLnBrk="1" latinLnBrk="0" hangingPunct="1">
      <a:defRPr sz="900" kern="1200">
        <a:solidFill>
          <a:schemeClr val="tx1"/>
        </a:solidFill>
        <a:latin typeface="+mn-lt"/>
        <a:ea typeface="+mn-ea"/>
        <a:cs typeface="+mn-cs"/>
      </a:defRPr>
    </a:lvl1pPr>
    <a:lvl2pPr marL="342763" algn="l" defTabSz="685526" rtl="0" eaLnBrk="1" latinLnBrk="0" hangingPunct="1">
      <a:defRPr sz="900" kern="1200">
        <a:solidFill>
          <a:schemeClr val="tx1"/>
        </a:solidFill>
        <a:latin typeface="+mn-lt"/>
        <a:ea typeface="+mn-ea"/>
        <a:cs typeface="+mn-cs"/>
      </a:defRPr>
    </a:lvl2pPr>
    <a:lvl3pPr marL="685526" algn="l" defTabSz="685526" rtl="0" eaLnBrk="1" latinLnBrk="0" hangingPunct="1">
      <a:defRPr sz="900" kern="1200">
        <a:solidFill>
          <a:schemeClr val="tx1"/>
        </a:solidFill>
        <a:latin typeface="+mn-lt"/>
        <a:ea typeface="+mn-ea"/>
        <a:cs typeface="+mn-cs"/>
      </a:defRPr>
    </a:lvl3pPr>
    <a:lvl4pPr marL="1028289" algn="l" defTabSz="685526" rtl="0" eaLnBrk="1" latinLnBrk="0" hangingPunct="1">
      <a:defRPr sz="900" kern="1200">
        <a:solidFill>
          <a:schemeClr val="tx1"/>
        </a:solidFill>
        <a:latin typeface="+mn-lt"/>
        <a:ea typeface="+mn-ea"/>
        <a:cs typeface="+mn-cs"/>
      </a:defRPr>
    </a:lvl4pPr>
    <a:lvl5pPr marL="1371051" algn="l" defTabSz="685526" rtl="0" eaLnBrk="1" latinLnBrk="0" hangingPunct="1">
      <a:defRPr sz="900" kern="1200">
        <a:solidFill>
          <a:schemeClr val="tx1"/>
        </a:solidFill>
        <a:latin typeface="+mn-lt"/>
        <a:ea typeface="+mn-ea"/>
        <a:cs typeface="+mn-cs"/>
      </a:defRPr>
    </a:lvl5pPr>
    <a:lvl6pPr marL="1713814" algn="l" defTabSz="685526" rtl="0" eaLnBrk="1" latinLnBrk="0" hangingPunct="1">
      <a:defRPr sz="900" kern="1200">
        <a:solidFill>
          <a:schemeClr val="tx1"/>
        </a:solidFill>
        <a:latin typeface="+mn-lt"/>
        <a:ea typeface="+mn-ea"/>
        <a:cs typeface="+mn-cs"/>
      </a:defRPr>
    </a:lvl6pPr>
    <a:lvl7pPr marL="2056577" algn="l" defTabSz="685526" rtl="0" eaLnBrk="1" latinLnBrk="0" hangingPunct="1">
      <a:defRPr sz="900" kern="1200">
        <a:solidFill>
          <a:schemeClr val="tx1"/>
        </a:solidFill>
        <a:latin typeface="+mn-lt"/>
        <a:ea typeface="+mn-ea"/>
        <a:cs typeface="+mn-cs"/>
      </a:defRPr>
    </a:lvl7pPr>
    <a:lvl8pPr marL="2399340" algn="l" defTabSz="685526" rtl="0" eaLnBrk="1" latinLnBrk="0" hangingPunct="1">
      <a:defRPr sz="900" kern="1200">
        <a:solidFill>
          <a:schemeClr val="tx1"/>
        </a:solidFill>
        <a:latin typeface="+mn-lt"/>
        <a:ea typeface="+mn-ea"/>
        <a:cs typeface="+mn-cs"/>
      </a:defRPr>
    </a:lvl8pPr>
    <a:lvl9pPr marL="2742103" algn="l" defTabSz="685526"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endParaRPr lang="en-US" b="0" i="0" dirty="0">
              <a:solidFill>
                <a:srgbClr val="FFFFFF"/>
              </a:solidFill>
              <a:effectLst/>
              <a:latin typeface="roboto" panose="02000000000000000000" pitchFamily="2" charset="0"/>
            </a:endParaRPr>
          </a:p>
          <a:p>
            <a:pPr marL="0" lvl="0" indent="0">
              <a:buFont typeface="Courier New" panose="02070309020205020404" pitchFamily="49" charset="0"/>
              <a:buNone/>
            </a:pPr>
            <a:endParaRPr lang="en-GB" dirty="0"/>
          </a:p>
        </p:txBody>
      </p:sp>
      <p:sp>
        <p:nvSpPr>
          <p:cNvPr id="5" name="Footer Placeholder 4">
            <a:extLst>
              <a:ext uri="{FF2B5EF4-FFF2-40B4-BE49-F238E27FC236}">
                <a16:creationId xmlns:a16="http://schemas.microsoft.com/office/drawing/2014/main" id="{AE9E203B-D3CD-B70C-1C03-CD0435425FB7}"/>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537719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4213" y="1143000"/>
            <a:ext cx="5489575" cy="3086100"/>
          </a:xfrm>
        </p:spPr>
      </p:sp>
      <p:sp>
        <p:nvSpPr>
          <p:cNvPr id="3" name="Notes Placeholder 2"/>
          <p:cNvSpPr>
            <a:spLocks noGrp="1"/>
          </p:cNvSpPr>
          <p:nvPr>
            <p:ph type="body" idx="1"/>
          </p:nvPr>
        </p:nvSpPr>
        <p:spPr/>
        <p:txBody>
          <a:bodyPr/>
          <a:lstStyle/>
          <a:p>
            <a:pPr marL="7938">
              <a:buNone/>
            </a:pPr>
            <a:r>
              <a:rPr lang="en-US" b="1" dirty="0"/>
              <a:t>The learning objectives aligns with the following Exam Objectives for Module 4:</a:t>
            </a:r>
          </a:p>
          <a:p>
            <a:pPr marL="171450" marR="0" lvl="0" indent="-171450" fontAlgn="auto">
              <a:lnSpc>
                <a:spcPct val="100000"/>
              </a:lnSpc>
              <a:spcBef>
                <a:spcPts val="0"/>
              </a:spcBef>
              <a:spcAft>
                <a:spcPts val="0"/>
              </a:spcAft>
              <a:buClr>
                <a:srgbClr val="000000"/>
              </a:buClr>
              <a:buSzPts val="1100"/>
              <a:buFont typeface="Arial" panose="020B0604020202020204" pitchFamily="34" charset="0"/>
              <a:buChar char="•"/>
              <a:tabLst/>
              <a:defRPr/>
            </a:pPr>
            <a:r>
              <a:rPr lang="en-US" dirty="0"/>
              <a:t>1.4 Explain common networking ports, protocols, services, and traffic types.</a:t>
            </a:r>
          </a:p>
          <a:p>
            <a:pPr marL="171450" marR="0" lvl="0" indent="-171450" fontAlgn="auto">
              <a:lnSpc>
                <a:spcPct val="100000"/>
              </a:lnSpc>
              <a:spcBef>
                <a:spcPts val="0"/>
              </a:spcBef>
              <a:spcAft>
                <a:spcPts val="0"/>
              </a:spcAft>
              <a:buClr>
                <a:srgbClr val="000000"/>
              </a:buClr>
              <a:buSzPts val="1100"/>
              <a:buFont typeface="Arial" panose="020B0604020202020204" pitchFamily="34" charset="0"/>
              <a:buChar char="•"/>
              <a:tabLst/>
              <a:defRPr/>
            </a:pPr>
            <a:r>
              <a:rPr lang="en-US" dirty="0"/>
              <a:t>1.7 Given a scenario, use appropriate IPv4 network addressing.</a:t>
            </a:r>
          </a:p>
          <a:p>
            <a:pPr marL="171450" marR="0" lvl="0" indent="-171450" fontAlgn="auto">
              <a:lnSpc>
                <a:spcPct val="100000"/>
              </a:lnSpc>
              <a:spcBef>
                <a:spcPts val="0"/>
              </a:spcBef>
              <a:spcAft>
                <a:spcPts val="0"/>
              </a:spcAft>
              <a:buClr>
                <a:srgbClr val="000000"/>
              </a:buClr>
              <a:buSzPts val="1100"/>
              <a:buFont typeface="Arial" panose="020B0604020202020204" pitchFamily="34" charset="0"/>
              <a:buChar char="•"/>
              <a:tabLst/>
              <a:defRPr/>
            </a:pPr>
            <a:r>
              <a:rPr lang="en-US" dirty="0"/>
              <a:t>1.8 Summarize evolving use cases for modern network environments.</a:t>
            </a:r>
          </a:p>
          <a:p>
            <a:pPr marL="171450" marR="0" lvl="0" indent="-171450" fontAlgn="auto">
              <a:lnSpc>
                <a:spcPct val="100000"/>
              </a:lnSpc>
              <a:spcBef>
                <a:spcPts val="0"/>
              </a:spcBef>
              <a:spcAft>
                <a:spcPts val="0"/>
              </a:spcAft>
              <a:buClr>
                <a:srgbClr val="000000"/>
              </a:buClr>
              <a:buSzPts val="1100"/>
              <a:buFont typeface="Arial" panose="020B0604020202020204" pitchFamily="34" charset="0"/>
              <a:buChar char="•"/>
              <a:tabLst/>
              <a:defRPr/>
            </a:pPr>
            <a:r>
              <a:rPr lang="en-US" dirty="0"/>
              <a:t>5.3 Given a scenario, troubleshoot common issues with network services.</a:t>
            </a:r>
          </a:p>
          <a:p>
            <a:pPr marL="171450" marR="0" lvl="0" indent="-171450" fontAlgn="auto">
              <a:lnSpc>
                <a:spcPct val="100000"/>
              </a:lnSpc>
              <a:spcBef>
                <a:spcPts val="0"/>
              </a:spcBef>
              <a:spcAft>
                <a:spcPts val="0"/>
              </a:spcAft>
              <a:buClr>
                <a:srgbClr val="000000"/>
              </a:buClr>
              <a:buSzPts val="1100"/>
              <a:buFont typeface="Arial" panose="020B0604020202020204" pitchFamily="34" charset="0"/>
              <a:buChar char="•"/>
              <a:tabLst/>
              <a:defRPr/>
            </a:pPr>
            <a:r>
              <a:rPr lang="en-US" dirty="0"/>
              <a:t>5.5 Given a scenario, use the appropriate tool or protocol to solve networking issues.</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4D475287-3A7F-4B73-AE9A-3DD78FAB3CAE}" type="slidenum">
              <a:rPr lang="en-US" smtClean="0"/>
              <a:t>2</a:t>
            </a:fld>
            <a:endParaRPr lang="en-US" dirty="0"/>
          </a:p>
        </p:txBody>
      </p:sp>
      <p:sp>
        <p:nvSpPr>
          <p:cNvPr id="6" name="Footer Placeholder 5">
            <a:extLst>
              <a:ext uri="{FF2B5EF4-FFF2-40B4-BE49-F238E27FC236}">
                <a16:creationId xmlns:a16="http://schemas.microsoft.com/office/drawing/2014/main" id="{CBE6BB1A-49C6-1F83-E432-7CB37D6913C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4276030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endParaRPr lang="en-GB" dirty="0"/>
          </a:p>
        </p:txBody>
      </p:sp>
      <p:sp>
        <p:nvSpPr>
          <p:cNvPr id="5" name="Footer Placeholder 4">
            <a:extLst>
              <a:ext uri="{FF2B5EF4-FFF2-40B4-BE49-F238E27FC236}">
                <a16:creationId xmlns:a16="http://schemas.microsoft.com/office/drawing/2014/main" id="{4F8BE129-3E19-8AAC-E2BF-E167D070A5F6}"/>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80100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4EBE1-C385-B588-7E3B-8F859487F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993F48-29E8-DC2E-DF34-09CB57382754}"/>
              </a:ext>
            </a:extLst>
          </p:cNvPr>
          <p:cNvSpPr>
            <a:spLocks noGrp="1" noRot="1" noChangeAspect="1"/>
          </p:cNvSpPr>
          <p:nvPr>
            <p:ph type="sldImg"/>
          </p:nvPr>
        </p:nvSpPr>
        <p:spPr>
          <a:xfrm>
            <a:off x="684213" y="1143000"/>
            <a:ext cx="5489575" cy="3086100"/>
          </a:xfrm>
        </p:spPr>
      </p:sp>
      <p:sp>
        <p:nvSpPr>
          <p:cNvPr id="3" name="Notes Placeholder 2">
            <a:extLst>
              <a:ext uri="{FF2B5EF4-FFF2-40B4-BE49-F238E27FC236}">
                <a16:creationId xmlns:a16="http://schemas.microsoft.com/office/drawing/2014/main" id="{BFE70D72-A6D1-6493-39D6-0227452B7046}"/>
              </a:ext>
            </a:extLst>
          </p:cNvPr>
          <p:cNvSpPr>
            <a:spLocks noGrp="1"/>
          </p:cNvSpPr>
          <p:nvPr>
            <p:ph type="body" idx="1"/>
          </p:nvPr>
        </p:nvSpPr>
        <p:spPr/>
        <p:txBody>
          <a:bodyPr/>
          <a:lstStyle/>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r>
              <a:rPr lang="en-US" b="1" dirty="0"/>
              <a:t>Suggested Discussion – Think About It</a:t>
            </a:r>
          </a:p>
          <a:p>
            <a:pPr marL="171450" indent="-171450">
              <a:buClr>
                <a:srgbClr val="000000"/>
              </a:buClr>
              <a:buSzPts val="1100"/>
              <a:buFont typeface="Arial" panose="020B0604020202020204" pitchFamily="34" charset="0"/>
              <a:buChar char="•"/>
              <a:defRPr/>
            </a:pPr>
            <a:r>
              <a:rPr lang="en-US" dirty="0"/>
              <a:t>Emphasize the following parts of the label </a:t>
            </a:r>
          </a:p>
          <a:p>
            <a:pPr marL="514213" lvl="1" indent="-171450">
              <a:buClr>
                <a:srgbClr val="000000"/>
              </a:buClr>
              <a:buSzPts val="1100"/>
              <a:buFont typeface="Courier New" panose="02070309020205020404" pitchFamily="49" charset="0"/>
              <a:buChar char="o"/>
              <a:defRPr/>
            </a:pPr>
            <a:r>
              <a:rPr lang="en-US" dirty="0"/>
              <a:t>Delivery address </a:t>
            </a:r>
          </a:p>
          <a:p>
            <a:pPr marL="514213" lvl="1" indent="-171450">
              <a:buClr>
                <a:srgbClr val="000000"/>
              </a:buClr>
              <a:buSzPts val="1100"/>
              <a:buFont typeface="Courier New" panose="02070309020205020404" pitchFamily="49" charset="0"/>
              <a:buChar char="o"/>
              <a:defRPr/>
            </a:pPr>
            <a:r>
              <a:rPr lang="en-US" dirty="0"/>
              <a:t>Return address </a:t>
            </a:r>
          </a:p>
          <a:p>
            <a:pPr marL="514213" lvl="1" indent="-171450">
              <a:buClr>
                <a:srgbClr val="000000"/>
              </a:buClr>
              <a:buSzPts val="1100"/>
              <a:buFont typeface="Courier New" panose="02070309020205020404" pitchFamily="49" charset="0"/>
              <a:buChar char="o"/>
              <a:defRPr/>
            </a:pPr>
            <a:r>
              <a:rPr lang="en-US" dirty="0"/>
              <a:t>Method of shipment (overnight, standard, etc.) </a:t>
            </a:r>
          </a:p>
          <a:p>
            <a:pPr marL="514213" lvl="1" indent="-171450">
              <a:buClr>
                <a:srgbClr val="000000"/>
              </a:buClr>
              <a:buSzPts val="1100"/>
              <a:buFont typeface="Courier New" panose="02070309020205020404" pitchFamily="49" charset="0"/>
              <a:buChar char="o"/>
              <a:defRPr/>
            </a:pPr>
            <a:r>
              <a:rPr lang="en-US" dirty="0"/>
              <a:t>Content type (battery, fragile, perishable, etc.)</a:t>
            </a:r>
          </a:p>
          <a:p>
            <a:pPr marL="0" indent="0">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47723CFC-AE0D-CC32-4B38-FDD078D5190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475287-3A7F-4B73-AE9A-3DD78FAB3CA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A5224CE6-06C7-3757-62AC-29760AD2699A}"/>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4076532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algn="l">
              <a:buNone/>
            </a:pPr>
            <a:r>
              <a:rPr lang="en-US" b="1" dirty="0"/>
              <a:t>Instructor Notes – IPv4 Datagram Header</a:t>
            </a:r>
          </a:p>
          <a:p>
            <a:pPr marL="171450" indent="-171450" algn="l">
              <a:buFont typeface="Arial" panose="020B0604020202020204" pitchFamily="34" charset="0"/>
              <a:buChar char="•"/>
            </a:pPr>
            <a:r>
              <a:rPr lang="en-US" dirty="0"/>
              <a:t>Compare the datagram header to a package mailing label. Imagine each part of the header as a section of a shipping form; every piece of information is vital to ensure the package (in this case, the data) is handled correctly throughout its journey. For example:</a:t>
            </a:r>
          </a:p>
          <a:p>
            <a:pPr marL="514213" lvl="1" indent="-171450" algn="l">
              <a:buFont typeface="Courier New" panose="02070309020205020404" pitchFamily="49" charset="0"/>
              <a:buChar char="o"/>
            </a:pPr>
            <a:r>
              <a:rPr lang="en-US" dirty="0"/>
              <a:t>Just as a package label includes the delivery address, return address, and other details to ensure it reaches the correct destination safely, the IPv4 Datagram Header contains specific information to ensure data travels correctly over the Internet. It's divided into several fields, each playing a crucial role. </a:t>
            </a:r>
          </a:p>
          <a:p>
            <a:pPr marL="514213" lvl="1" indent="-171450" algn="l">
              <a:buFont typeface="Courier New" panose="02070309020205020404" pitchFamily="49" charset="0"/>
              <a:buChar char="o"/>
            </a:pPr>
            <a:r>
              <a:rPr lang="en-US" dirty="0"/>
              <a:t>The "Version" field tells us about the IP protocol version, like knowing whether you're sending a standard package or an overnight one. </a:t>
            </a:r>
          </a:p>
          <a:p>
            <a:pPr marL="514213" lvl="1" indent="-171450" algn="l">
              <a:buFont typeface="Courier New" panose="02070309020205020404" pitchFamily="49" charset="0"/>
              <a:buChar char="o"/>
            </a:pPr>
            <a:r>
              <a:rPr lang="en-US" dirty="0"/>
              <a:t>The "Source IP Address" and "Destination IP Address" are akin to the sender's and receiver’s addresses on a package, ensuring the data is sent from the right starting point to the correct destination. </a:t>
            </a:r>
          </a:p>
          <a:p>
            <a:pPr marL="514213" lvl="1" indent="-171450" algn="l">
              <a:buFont typeface="Courier New" panose="02070309020205020404" pitchFamily="49" charset="0"/>
              <a:buChar char="o"/>
            </a:pPr>
            <a:r>
              <a:rPr lang="en-US" dirty="0"/>
              <a:t>Just as knowing whether a package contains perishable goods might dictate how it's handled, the "Protocol" field ensures data packets are processed correctly, based on the requirements of the specified protocol.</a:t>
            </a:r>
          </a:p>
          <a:p>
            <a:pPr lvl="1" algn="l"/>
            <a:endParaRPr lang="en-US" dirty="0"/>
          </a:p>
          <a:p>
            <a:pPr marL="171450" indent="-171450">
              <a:buFont typeface="Arial" panose="020B0604020202020204" pitchFamily="34" charset="0"/>
              <a:buChar char="•"/>
            </a:pPr>
            <a:r>
              <a:rPr lang="en-US" dirty="0"/>
              <a:t>The Internet Protocol (IP) header contains fields to manage the logical addressing and forwarding function. In IPv4, the header contains two fields for the 32-bit source and destination addresses, plus several other fields to support forwarding functions.</a:t>
            </a:r>
          </a:p>
          <a:p>
            <a:pPr marL="514213" lvl="1" indent="-171450">
              <a:buFont typeface="Courier New" panose="02070309020205020404" pitchFamily="49" charset="0"/>
              <a:buChar char="o"/>
            </a:pPr>
            <a:r>
              <a:rPr lang="en-US" dirty="0"/>
              <a:t>Version – The IP protocol version (4 or 6)</a:t>
            </a:r>
          </a:p>
          <a:p>
            <a:pPr marL="514213" lvl="1" indent="-171450">
              <a:buFont typeface="Courier New" panose="02070309020205020404" pitchFamily="49" charset="0"/>
              <a:buChar char="o"/>
            </a:pPr>
            <a:r>
              <a:rPr lang="en-US" dirty="0"/>
              <a:t>Header length – The number of 32-bit words in the header (minimum value of 5)</a:t>
            </a:r>
          </a:p>
          <a:p>
            <a:pPr marL="514213" lvl="1" indent="-171450">
              <a:buFont typeface="Courier New" panose="02070309020205020404" pitchFamily="49" charset="0"/>
              <a:buChar char="o"/>
            </a:pPr>
            <a:r>
              <a:rPr lang="en-US" dirty="0"/>
              <a:t>Differentiated Services Code Point (DSCP) – The type of service for differentiated service</a:t>
            </a:r>
          </a:p>
          <a:p>
            <a:pPr marL="514213" lvl="1" indent="-171450">
              <a:buFont typeface="Courier New" panose="02070309020205020404" pitchFamily="49" charset="0"/>
              <a:buChar char="o"/>
            </a:pPr>
            <a:r>
              <a:rPr lang="en-US" dirty="0"/>
              <a:t>Total length – Total size of the datagram including the header and the data segment </a:t>
            </a:r>
          </a:p>
          <a:p>
            <a:pPr marL="514213" lvl="1" indent="-171450">
              <a:buFont typeface="Courier New" panose="02070309020205020404" pitchFamily="49" charset="0"/>
              <a:buChar char="o"/>
            </a:pPr>
            <a:r>
              <a:rPr lang="en-US" dirty="0"/>
              <a:t>Checksum – Provides error detection for the header </a:t>
            </a:r>
          </a:p>
          <a:p>
            <a:pPr marL="514213" lvl="1" indent="-171450">
              <a:buFont typeface="Courier New" panose="02070309020205020404" pitchFamily="49" charset="0"/>
              <a:buChar char="o"/>
            </a:pPr>
            <a:r>
              <a:rPr lang="en-US" dirty="0"/>
              <a:t>Protocol – The type of data encapsulated in the payload</a:t>
            </a:r>
          </a:p>
        </p:txBody>
      </p:sp>
      <p:sp>
        <p:nvSpPr>
          <p:cNvPr id="5" name="Slide Number Placeholder 4"/>
          <p:cNvSpPr>
            <a:spLocks noGrp="1"/>
          </p:cNvSpPr>
          <p:nvPr>
            <p:ph type="sldNum" sz="quarter" idx="5"/>
          </p:nvPr>
        </p:nvSpPr>
        <p:spPr/>
        <p:txBody>
          <a:bodyPr/>
          <a:lstStyle/>
          <a:p>
            <a:fld id="{64FC1154-15AF-4CEB-AEC9-7A3CFB195EFA}" type="slidenum">
              <a:rPr lang="en-US" smtClean="0"/>
              <a:t>5</a:t>
            </a:fld>
            <a:endParaRPr lang="en-US" dirty="0"/>
          </a:p>
        </p:txBody>
      </p:sp>
      <p:sp>
        <p:nvSpPr>
          <p:cNvPr id="6" name="Footer Placeholder 5">
            <a:extLst>
              <a:ext uri="{FF2B5EF4-FFF2-40B4-BE49-F238E27FC236}">
                <a16:creationId xmlns:a16="http://schemas.microsoft.com/office/drawing/2014/main" id="{567DA167-C0C9-0072-8C46-8EE40E010D8B}"/>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41341943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vert="horz" lIns="91440" tIns="45720" rIns="91440" bIns="45720" rtlCol="0"/>
          <a:lstStyle/>
          <a:p>
            <a:pPr marL="7938"/>
            <a:r>
              <a:rPr lang="en-US" b="1" dirty="0"/>
              <a:t>Instructor Notes – Addressing and Forwarding</a:t>
            </a:r>
          </a:p>
          <a:p>
            <a:pPr marL="179388" indent="-171450">
              <a:buFont typeface="Arial" panose="020B0604020202020204" pitchFamily="34" charset="0"/>
              <a:buChar char="•"/>
            </a:pPr>
            <a:r>
              <a:rPr lang="en-US" dirty="0"/>
              <a:t>Forwarding at layer 3 is referred to as routing, while forwarding at layer 2 is described as switching.</a:t>
            </a:r>
          </a:p>
          <a:p>
            <a:pPr marL="179388" indent="-171450">
              <a:buFont typeface="Arial" panose="020B0604020202020204" pitchFamily="34" charset="0"/>
              <a:buChar char="•"/>
            </a:pPr>
            <a:r>
              <a:rPr lang="en-US" dirty="0"/>
              <a:t>How routing and switching work together on a typical network</a:t>
            </a:r>
          </a:p>
          <a:p>
            <a:pPr marL="514213" lvl="1" indent="-171450">
              <a:buFont typeface="Courier New" panose="02070309020205020404" pitchFamily="49" charset="0"/>
              <a:buChar char="o"/>
            </a:pPr>
            <a:r>
              <a:rPr lang="en-US" dirty="0"/>
              <a:t>Network is connected to the Internet through WAN interface on router </a:t>
            </a:r>
          </a:p>
          <a:p>
            <a:pPr marL="514213" lvl="1" indent="-171450">
              <a:buFont typeface="Courier New" panose="02070309020205020404" pitchFamily="49" charset="0"/>
              <a:buChar char="o"/>
            </a:pPr>
            <a:r>
              <a:rPr lang="en-US" dirty="0"/>
              <a:t>Router’s other interfaces divide the network into 3 logical subnets that are mapped to layer 2 segments, each implemented with a switch. </a:t>
            </a:r>
          </a:p>
          <a:p>
            <a:pPr marL="514213" lvl="1" indent="-171450">
              <a:buFont typeface="Courier New" panose="02070309020205020404" pitchFamily="49" charset="0"/>
              <a:buChar char="o"/>
            </a:pPr>
            <a:r>
              <a:rPr lang="en-US" dirty="0"/>
              <a:t>Nodes within each subnet can address one another directly because they are in the same broadcast domain</a:t>
            </a:r>
          </a:p>
          <a:p>
            <a:pPr marL="514213" lvl="1" indent="-171450">
              <a:buFont typeface="Courier New" panose="02070309020205020404" pitchFamily="49" charset="0"/>
              <a:buChar char="o"/>
            </a:pPr>
            <a:r>
              <a:rPr lang="en-US" dirty="0"/>
              <a:t>Notes within the subnet can only communicate with nodes in other subnets through the router</a:t>
            </a:r>
          </a:p>
          <a:p>
            <a:pPr marL="7938"/>
            <a:endParaRPr lang="en-US" dirty="0"/>
          </a:p>
          <a:p>
            <a:pPr marL="7938"/>
            <a:r>
              <a:rPr lang="en-US" dirty="0"/>
              <a:t>Image Description:</a:t>
            </a:r>
          </a:p>
          <a:p>
            <a:pPr marL="7938"/>
            <a:r>
              <a:rPr lang="en-US" dirty="0"/>
              <a:t>The diagram shows two regions: exterior and interior. The exterior region shows the port .254 of the router connected to ISP via 198.51.100.0 slash 24. </a:t>
            </a:r>
          </a:p>
          <a:p>
            <a:pPr marL="7938"/>
            <a:r>
              <a:rPr lang="en-US" dirty="0"/>
              <a:t>The port .30 of the router is connected to a switch in the first broadcast domain via 198.51.100.16 slash 28. </a:t>
            </a:r>
          </a:p>
          <a:p>
            <a:pPr marL="7938"/>
            <a:r>
              <a:rPr lang="en-US" dirty="0"/>
              <a:t>The switch is connected to three devices via nodes, .17, .18, and .19. </a:t>
            </a:r>
          </a:p>
          <a:p>
            <a:pPr marL="7938"/>
            <a:r>
              <a:rPr lang="en-US" dirty="0"/>
              <a:t>The port .46 of the router is connected to a switch in the second broadcast domain via 198.51.100.32 slash 28. </a:t>
            </a:r>
          </a:p>
          <a:p>
            <a:pPr marL="7938"/>
            <a:r>
              <a:rPr lang="en-US" dirty="0"/>
              <a:t>The switch is connected to three devices via nodes, .33, .34, and .35. </a:t>
            </a:r>
          </a:p>
          <a:p>
            <a:pPr marL="7938"/>
            <a:r>
              <a:rPr lang="en-US" dirty="0"/>
              <a:t>The port .62 of the router is connected to a switch in the third broadcast domain via 198.51.100.48 slash 28. </a:t>
            </a:r>
          </a:p>
          <a:p>
            <a:pPr marL="7938"/>
            <a:r>
              <a:rPr lang="en-US" dirty="0"/>
              <a:t>The switch is connected to three devices via nodes, .49, .50, and .51. The broadcast domains are in the interior region.</a:t>
            </a:r>
          </a:p>
          <a:p>
            <a:pPr marL="7938"/>
            <a:endParaRPr lang="en-US" dirty="0"/>
          </a:p>
          <a:p>
            <a:pPr marL="7938"/>
            <a:r>
              <a:rPr lang="en-US" dirty="0"/>
              <a:t>Image Caption:</a:t>
            </a:r>
          </a:p>
          <a:p>
            <a:pPr marL="7938"/>
            <a:r>
              <a:rPr lang="en-US" dirty="0"/>
              <a:t>Network placement of routers and switches. (Images © 123RF.com.)</a:t>
            </a:r>
          </a:p>
          <a:p>
            <a:pPr marL="7938"/>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6</a:t>
            </a:fld>
            <a:endParaRPr lang="en-US" dirty="0"/>
          </a:p>
        </p:txBody>
      </p:sp>
      <p:sp>
        <p:nvSpPr>
          <p:cNvPr id="6" name="Footer Placeholder 5">
            <a:extLst>
              <a:ext uri="{FF2B5EF4-FFF2-40B4-BE49-F238E27FC236}">
                <a16:creationId xmlns:a16="http://schemas.microsoft.com/office/drawing/2014/main" id="{ECC48909-79B3-470F-0E1C-18A341104DD0}"/>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889064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vert="horz" lIns="91440" tIns="45720" rIns="91440" bIns="45720" rtlCol="0"/>
          <a:lstStyle/>
          <a:p>
            <a:pPr marL="7620"/>
            <a:r>
              <a:rPr lang="en-US" b="1" dirty="0"/>
              <a:t>Instructor Notes – Address Resolution Protocol (ARP)</a:t>
            </a:r>
          </a:p>
          <a:p>
            <a:pPr marL="7938"/>
            <a:r>
              <a:rPr lang="en-US" dirty="0"/>
              <a:t>Similar to how the Address Resolution Protocol (ARP) functions within a network, envision someone attempting to deliver flowers to an individual’s workplace. </a:t>
            </a:r>
          </a:p>
          <a:p>
            <a:pPr marL="171450" indent="-171450">
              <a:buFont typeface="Arial" panose="020B0604020202020204" pitchFamily="34" charset="0"/>
              <a:buChar char="•"/>
            </a:pPr>
            <a:r>
              <a:rPr lang="en-US" dirty="0"/>
              <a:t>The sender knows who they are delivering to (IP address) but not their exact location within the large office building (the MAC address). </a:t>
            </a:r>
          </a:p>
          <a:p>
            <a:pPr marL="171450" indent="-171450">
              <a:buFont typeface="Arial" panose="020B0604020202020204" pitchFamily="34" charset="0"/>
              <a:buChar char="•"/>
            </a:pPr>
            <a:r>
              <a:rPr lang="en-US" dirty="0"/>
              <a:t>The reception desk acts like ARP in this scenario. </a:t>
            </a:r>
          </a:p>
          <a:p>
            <a:pPr marL="171450" indent="-171450">
              <a:buFont typeface="Arial" panose="020B0604020202020204" pitchFamily="34" charset="0"/>
              <a:buChar char="•"/>
            </a:pPr>
            <a:r>
              <a:rPr lang="en-US" dirty="0"/>
              <a:t>The delivery person approaches with a name, asking, “Can you tell me where I can find this person?” </a:t>
            </a:r>
          </a:p>
          <a:p>
            <a:pPr marL="171450" indent="-171450">
              <a:buFont typeface="Arial" panose="020B0604020202020204" pitchFamily="34" charset="0"/>
              <a:buChar char="•"/>
            </a:pPr>
            <a:r>
              <a:rPr lang="en-US" dirty="0"/>
              <a:t>The receptionist, having access to the internal “directory” of where everyone is located (similar to how ARP knows the physical MAC addresses associated with IP addresses), provides the specific desk location (the MAC address). </a:t>
            </a:r>
          </a:p>
          <a:p>
            <a:pPr marL="171450" indent="-171450">
              <a:buFont typeface="Arial" panose="020B0604020202020204" pitchFamily="34" charset="0"/>
              <a:buChar char="•"/>
            </a:pPr>
            <a:r>
              <a:rPr lang="en-US" dirty="0"/>
              <a:t>This enables the delivery person to complete the delivery directly to the recipient, mirroring how ARP facilitates the direct sending of data packets to the designated device on a network.</a:t>
            </a:r>
          </a:p>
          <a:p>
            <a:pPr marL="7938"/>
            <a:endParaRPr lang="en-US" b="1" dirty="0">
              <a:highlight>
                <a:srgbClr val="FFFFFF"/>
              </a:highlight>
            </a:endParaRPr>
          </a:p>
        </p:txBody>
      </p:sp>
      <p:sp>
        <p:nvSpPr>
          <p:cNvPr id="5" name="Slide Number Placeholder 4"/>
          <p:cNvSpPr>
            <a:spLocks noGrp="1"/>
          </p:cNvSpPr>
          <p:nvPr>
            <p:ph type="sldNum" sz="quarter" idx="5"/>
          </p:nvPr>
        </p:nvSpPr>
        <p:spPr/>
        <p:txBody>
          <a:bodyPr/>
          <a:lstStyle/>
          <a:p>
            <a:fld id="{64FC1154-15AF-4CEB-AEC9-7A3CFB195EFA}" type="slidenum">
              <a:rPr lang="en-US" smtClean="0"/>
              <a:t>7</a:t>
            </a:fld>
            <a:endParaRPr lang="en-US" dirty="0"/>
          </a:p>
        </p:txBody>
      </p:sp>
      <p:sp>
        <p:nvSpPr>
          <p:cNvPr id="6" name="Footer Placeholder 5">
            <a:extLst>
              <a:ext uri="{FF2B5EF4-FFF2-40B4-BE49-F238E27FC236}">
                <a16:creationId xmlns:a16="http://schemas.microsoft.com/office/drawing/2014/main" id="{F039F967-0C99-E1D2-0820-09ACD3A5B5D6}"/>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721342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a:buNone/>
            </a:pPr>
            <a:r>
              <a:rPr lang="en-US" b="1" dirty="0"/>
              <a:t>Instructor Notes - Access Subnet vs. Remote Using ARP</a:t>
            </a:r>
          </a:p>
          <a:p>
            <a:pPr marL="171450" indent="-171450">
              <a:buFont typeface="Arial" panose="020B0604020202020204" pitchFamily="34" charset="0"/>
              <a:buChar char="•"/>
            </a:pPr>
            <a:r>
              <a:rPr lang="en-US" dirty="0"/>
              <a:t>When both sending and receiving hosts are within the same broadcast domain, or subnet, local address resolution takes place using ARP requests and replies.</a:t>
            </a:r>
          </a:p>
          <a:p>
            <a:pPr marL="171450" indent="-171450">
              <a:buFont typeface="Arial" panose="020B0604020202020204" pitchFamily="34" charset="0"/>
              <a:buChar char="•"/>
            </a:pPr>
            <a:r>
              <a:rPr lang="en-US" dirty="0"/>
              <a:t>If the destination address is on another subnet or a remote network, the local host uses ARP to determine the MAC address of the default gateway and forwards the packet. </a:t>
            </a:r>
          </a:p>
          <a:p>
            <a:endParaRPr lang="en-US" dirty="0"/>
          </a:p>
          <a:p>
            <a:pPr marL="7938">
              <a:buNone/>
            </a:pPr>
            <a:r>
              <a:rPr lang="en-US" b="0" dirty="0"/>
              <a:t>Image Description:</a:t>
            </a:r>
          </a:p>
          <a:p>
            <a:pPr marL="7938">
              <a:buNone/>
            </a:pPr>
            <a:r>
              <a:rPr lang="en-US" dirty="0"/>
              <a:t>The steps are as follows.</a:t>
            </a:r>
          </a:p>
          <a:p>
            <a:pPr marL="231775" indent="-231775">
              <a:buFont typeface="+mj-lt"/>
              <a:buAutoNum type="arabicPeriod"/>
            </a:pPr>
            <a:r>
              <a:rPr lang="en-US" dirty="0"/>
              <a:t>Host .17 has a packet to send to .19. As the source and destination addresses are on the same network, it checks its ARP cache, but finds no entry.</a:t>
            </a:r>
          </a:p>
          <a:p>
            <a:pPr marL="231775" indent="-231775">
              <a:buFont typeface="+mj-lt"/>
              <a:buAutoNum type="arabicPeriod"/>
            </a:pPr>
            <a:r>
              <a:rPr lang="en-US" dirty="0"/>
              <a:t>.17 broadcasts an ARP request to the network.</a:t>
            </a:r>
          </a:p>
          <a:p>
            <a:pPr marL="231775" indent="-231775">
              <a:buFont typeface="+mj-lt"/>
              <a:buAutoNum type="arabicPeriod"/>
            </a:pPr>
            <a:r>
              <a:rPr lang="en-US" dirty="0"/>
              <a:t>Hosts that do not own .19 ignore the broadcast.</a:t>
            </a:r>
          </a:p>
          <a:p>
            <a:pPr marL="231775" indent="-231775">
              <a:buFont typeface="+mj-lt"/>
              <a:buAutoNum type="arabicPeriod"/>
            </a:pPr>
            <a:r>
              <a:rPr lang="en-US" dirty="0"/>
              <a:t>Host .19 recognizes its I P address and replies to .17.</a:t>
            </a:r>
          </a:p>
          <a:p>
            <a:pPr marL="231775" indent="-231775">
              <a:buFont typeface="+mj-lt"/>
              <a:buAutoNum type="arabicPeriod"/>
            </a:pPr>
            <a:r>
              <a:rPr lang="en-US" dirty="0"/>
              <a:t>Host .17 caches the ac.19 mapping and encapsulates the IP packets in a frame with the ac destination address.</a:t>
            </a:r>
          </a:p>
          <a:p>
            <a:pPr marL="7938">
              <a:buNone/>
            </a:pPr>
            <a:endParaRPr lang="en-US" dirty="0"/>
          </a:p>
          <a:p>
            <a:pPr marL="7938">
              <a:buNone/>
            </a:pPr>
            <a:r>
              <a:rPr lang="en-US" b="0" dirty="0"/>
              <a:t>Image Caption:</a:t>
            </a:r>
          </a:p>
          <a:p>
            <a:pPr marL="7938">
              <a:buNone/>
            </a:pPr>
            <a:r>
              <a:rPr lang="en-US" dirty="0"/>
              <a:t>ARP requests and replies. (Images © 123RF.com.)</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8</a:t>
            </a:fld>
            <a:endParaRPr lang="en-US" dirty="0"/>
          </a:p>
        </p:txBody>
      </p:sp>
      <p:sp>
        <p:nvSpPr>
          <p:cNvPr id="6" name="Footer Placeholder 5">
            <a:extLst>
              <a:ext uri="{FF2B5EF4-FFF2-40B4-BE49-F238E27FC236}">
                <a16:creationId xmlns:a16="http://schemas.microsoft.com/office/drawing/2014/main" id="{020D11AB-8B9D-3BAA-DE4C-3A2A2E461956}"/>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4639588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r>
              <a:rPr lang="en-US" b="1" dirty="0"/>
              <a:t>Instructor Notes – Unicast and Broadcast Addressing</a:t>
            </a:r>
            <a:endParaRPr lang="en-US" dirty="0">
              <a:effectLst/>
            </a:endParaRPr>
          </a:p>
          <a:p>
            <a:pPr marL="171450" indent="-171450">
              <a:buFont typeface="Arial" panose="020B0604020202020204" pitchFamily="34" charset="0"/>
              <a:buChar char="•"/>
            </a:pPr>
            <a:r>
              <a:rPr lang="en-US" dirty="0">
                <a:effectLst/>
              </a:rPr>
              <a:t>Unicast can be remembered as a "one-to-one" form of communication, similar to sending a letter directly to a friend; it's designated for a single, specific recipient.</a:t>
            </a:r>
          </a:p>
          <a:p>
            <a:pPr marL="171450" indent="-171450">
              <a:buFont typeface="Arial" panose="020B0604020202020204" pitchFamily="34" charset="0"/>
              <a:buChar char="•"/>
            </a:pPr>
            <a:r>
              <a:rPr lang="en-US" dirty="0">
                <a:effectLst/>
              </a:rPr>
              <a:t>Broadcast communication functions akin to shouting in a crowded room; anyone within earshot can hear the message. It is the digital equivalent of sending out a public announcement over a loudspeaker, targeting everyone in a specific area or network subnet, regardless of whether they need the information. This method ensures that all connected devices are simultaneously informed, suitable for network management tasks like searching for servers or updating multiple systems at once.</a:t>
            </a:r>
          </a:p>
          <a:p>
            <a:pPr marL="7938"/>
            <a:endParaRPr lang="en-US" dirty="0">
              <a:effectLst/>
            </a:endParaRPr>
          </a:p>
          <a:p>
            <a:pPr marL="7938">
              <a:buNone/>
            </a:pPr>
            <a:r>
              <a:rPr lang="en-US" b="0" dirty="0">
                <a:effectLst/>
              </a:rPr>
              <a:t>Image Description</a:t>
            </a:r>
          </a:p>
          <a:p>
            <a:pPr marL="7938">
              <a:buNone/>
            </a:pPr>
            <a:r>
              <a:rPr lang="en-US" b="0" dirty="0">
                <a:effectLst/>
              </a:rPr>
              <a:t>Unicast addressing shows six nodes labeled s, 1, 2, 3, 4, and 5. 2 is shaded. An arrow from s points to 2. Broadcast addressing shows nodes labeled s, 1, 2, 3, 4, and 5. 1, 2, 3, 4, and 5 are shaded. Arrows from s point to 1, 2, 3, 4, and 5.</a:t>
            </a:r>
          </a:p>
          <a:p>
            <a:pPr marL="7938">
              <a:buNone/>
            </a:pPr>
            <a:endParaRPr lang="en-US" b="0" dirty="0">
              <a:effectLst/>
            </a:endParaRPr>
          </a:p>
          <a:p>
            <a:pPr marL="7938">
              <a:buNone/>
            </a:pPr>
            <a:r>
              <a:rPr lang="en-US" b="0" dirty="0">
                <a:effectLst/>
              </a:rPr>
              <a:t>Image Caption</a:t>
            </a:r>
          </a:p>
          <a:p>
            <a:pPr marL="7938">
              <a:buNone/>
            </a:pPr>
            <a:r>
              <a:rPr lang="en-US" b="0" dirty="0">
                <a:effectLst/>
              </a:rPr>
              <a:t>Unicast and broadcast addressing.</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9</a:t>
            </a:fld>
            <a:endParaRPr lang="en-US" dirty="0"/>
          </a:p>
        </p:txBody>
      </p:sp>
      <p:sp>
        <p:nvSpPr>
          <p:cNvPr id="6" name="Footer Placeholder 5">
            <a:extLst>
              <a:ext uri="{FF2B5EF4-FFF2-40B4-BE49-F238E27FC236}">
                <a16:creationId xmlns:a16="http://schemas.microsoft.com/office/drawing/2014/main" id="{C002A5EF-218C-1400-F4D1-E8BEBCBE015E}"/>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5011802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r>
              <a:rPr lang="en-US" b="1" dirty="0"/>
              <a:t>Instructor Notes – Multicast and Anycast Addressing</a:t>
            </a:r>
            <a:endParaRPr lang="en-US" dirty="0">
              <a:effectLst/>
            </a:endParaRPr>
          </a:p>
          <a:p>
            <a:pPr marL="171450" indent="-171450">
              <a:buFont typeface="Arial" panose="020B0604020202020204" pitchFamily="34" charset="0"/>
              <a:buChar char="•"/>
            </a:pPr>
            <a:r>
              <a:rPr lang="en-US" dirty="0">
                <a:effectLst/>
              </a:rPr>
              <a:t>Multicast is like a seminar where only registered attendees are privy to the information being disseminated. It targets a select group of interested parties, efficiently distributing data to multiple recipients without cluttering the network. This approach is perfect for applications requiring simultaneous data delivery like live video streaming or financial stock update broadcasts, ensuring that only interested or relevant recipients receive the message.</a:t>
            </a:r>
          </a:p>
          <a:p>
            <a:pPr marL="171450" indent="-171450">
              <a:buFont typeface="Arial" panose="020B0604020202020204" pitchFamily="34" charset="0"/>
              <a:buChar char="•"/>
            </a:pPr>
            <a:r>
              <a:rPr lang="en-US" dirty="0">
                <a:effectLst/>
              </a:rPr>
              <a:t>Anycast can be likened to a chain of retail stores, where despite the presence of multiple locations, a customer only visits the one nearest to them for convenience. In network terms, anycast addresses data requests to the closest or most accessible server among a group of potential servers, prioritizing speed and efficiency. This method is particularly effective in distributed networks for enhancing user experience by reducing latency, improving load distribution, and providing redundancy.</a:t>
            </a:r>
          </a:p>
          <a:p>
            <a:pPr marL="7938"/>
            <a:endParaRPr lang="en-US" dirty="0">
              <a:effectLst/>
            </a:endParaRPr>
          </a:p>
          <a:p>
            <a:pPr marL="7938">
              <a:buNone/>
            </a:pPr>
            <a:r>
              <a:rPr lang="en-US" b="0" dirty="0">
                <a:effectLst/>
              </a:rPr>
              <a:t>Image Description</a:t>
            </a:r>
          </a:p>
          <a:p>
            <a:pPr marL="7938">
              <a:buNone/>
            </a:pPr>
            <a:r>
              <a:rPr lang="en-US" b="0" dirty="0">
                <a:effectLst/>
              </a:rPr>
              <a:t>Multicast addressing shows six nodes labeled s, 1, 2, 3, 4, and 5. 2, 4, and 5 are shaded. Three arrows from s point to 2, 4, and 5. Anycast addressing shows nodes labeled s, 1, 2, 3, 4, and 5. 2, 4, and 5 are shaded. An arrow from s points to 2.</a:t>
            </a:r>
          </a:p>
          <a:p>
            <a:pPr marL="7938">
              <a:buNone/>
            </a:pPr>
            <a:endParaRPr lang="en-US" b="0" dirty="0">
              <a:effectLst/>
            </a:endParaRPr>
          </a:p>
          <a:p>
            <a:pPr marL="7938">
              <a:buNone/>
            </a:pPr>
            <a:r>
              <a:rPr lang="en-US" b="0" dirty="0">
                <a:effectLst/>
              </a:rPr>
              <a:t>Image Caption</a:t>
            </a:r>
          </a:p>
          <a:p>
            <a:pPr marL="7938">
              <a:buNone/>
            </a:pPr>
            <a:r>
              <a:rPr lang="en-US" b="0" dirty="0">
                <a:effectLst/>
              </a:rPr>
              <a:t>Multicast and anycast addressing.</a:t>
            </a:r>
            <a:endParaRPr lang="en-US" b="0"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10</a:t>
            </a:fld>
            <a:endParaRPr lang="en-US" dirty="0"/>
          </a:p>
        </p:txBody>
      </p:sp>
      <p:sp>
        <p:nvSpPr>
          <p:cNvPr id="6" name="Footer Placeholder 5">
            <a:extLst>
              <a:ext uri="{FF2B5EF4-FFF2-40B4-BE49-F238E27FC236}">
                <a16:creationId xmlns:a16="http://schemas.microsoft.com/office/drawing/2014/main" id="{D02FD1E8-F035-399B-C321-236B684A44E3}"/>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40086148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r>
              <a:rPr lang="en-US" b="1" dirty="0"/>
              <a:t>Suggested Activity – Two Truths and a Lie</a:t>
            </a:r>
            <a:endParaRPr lang="en-US" dirty="0">
              <a:effectLst/>
            </a:endParaRPr>
          </a:p>
          <a:p>
            <a:pPr marR="0" lvl="0" algn="l" defTabSz="914400" rtl="0" eaLnBrk="1" fontAlgn="auto" latinLnBrk="0" hangingPunct="1">
              <a:lnSpc>
                <a:spcPct val="100000"/>
              </a:lnSpc>
              <a:spcBef>
                <a:spcPts val="0"/>
              </a:spcBef>
              <a:spcAft>
                <a:spcPts val="0"/>
              </a:spcAft>
              <a:buClr>
                <a:srgbClr val="000000"/>
              </a:buClr>
              <a:buSzPts val="1100"/>
              <a:defRPr/>
            </a:pPr>
            <a:r>
              <a:rPr lang="en-US" dirty="0">
                <a:effectLst/>
              </a:rPr>
              <a:t>LIE: The claim that IPv4 headers contain a "Destination" field used to route data to the nearest server, regardless of its final destination, is false. The "Destination" field is used to direct the data to its final destination IP address, not just the nearest server.</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11</a:t>
            </a:fld>
            <a:endParaRPr lang="en-US" dirty="0"/>
          </a:p>
        </p:txBody>
      </p:sp>
      <p:sp>
        <p:nvSpPr>
          <p:cNvPr id="6" name="Footer Placeholder 5">
            <a:extLst>
              <a:ext uri="{FF2B5EF4-FFF2-40B4-BE49-F238E27FC236}">
                <a16:creationId xmlns:a16="http://schemas.microsoft.com/office/drawing/2014/main" id="{784E6F94-05DC-8265-9E01-02ED6CD5E4EF}"/>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8878434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pPr marL="7938">
              <a:buNone/>
            </a:pPr>
            <a:r>
              <a:rPr lang="en-US" b="1" dirty="0"/>
              <a:t>Exam Objectives Covered</a:t>
            </a:r>
          </a:p>
          <a:p>
            <a:pPr marL="179388" indent="-171450">
              <a:buFont typeface="Arial" panose="020B0604020202020204" pitchFamily="34" charset="0"/>
              <a:buChar char="•"/>
            </a:pPr>
            <a:r>
              <a:rPr lang="en-US" dirty="0"/>
              <a:t>1.7 Given a scenario, use appropriate IPv4 network addressing.</a:t>
            </a:r>
          </a:p>
          <a:p>
            <a:pPr marL="7938">
              <a:buNone/>
            </a:pPr>
            <a:endParaRPr lang="en-US" dirty="0"/>
          </a:p>
          <a:p>
            <a:pPr marL="7938">
              <a:buNone/>
            </a:pPr>
            <a:r>
              <a:rPr lang="en-US" b="1" dirty="0"/>
              <a:t>Suggested Instructional Tip – IPv4 Addressing</a:t>
            </a:r>
          </a:p>
          <a:p>
            <a:pPr marL="7938">
              <a:buNone/>
            </a:pPr>
            <a:r>
              <a:rPr lang="en-US" dirty="0"/>
              <a:t>This topic builds on the previous one to deepen students' understanding of how layer 3 routing and layer 2 forwarding work together.</a:t>
            </a:r>
          </a:p>
          <a:p>
            <a:endParaRPr lang="en-GB" dirty="0"/>
          </a:p>
        </p:txBody>
      </p:sp>
      <p:sp>
        <p:nvSpPr>
          <p:cNvPr id="5" name="Footer Placeholder 4">
            <a:extLst>
              <a:ext uri="{FF2B5EF4-FFF2-40B4-BE49-F238E27FC236}">
                <a16:creationId xmlns:a16="http://schemas.microsoft.com/office/drawing/2014/main" id="{44435F8B-6E4B-10A2-1B19-91F8BD661870}"/>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4837540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r>
              <a:rPr lang="en-US" b="1" dirty="0"/>
              <a:t>Instructor Notes – IPv4 Addressing</a:t>
            </a:r>
            <a:endParaRPr lang="en-US" dirty="0">
              <a:effectLst/>
            </a:endParaRPr>
          </a:p>
          <a:p>
            <a:pPr marL="179388" indent="-171450">
              <a:buFont typeface="Arial" panose="020B0604020202020204" pitchFamily="34" charset="0"/>
              <a:buChar char="•"/>
            </a:pPr>
            <a:r>
              <a:rPr lang="en-US" dirty="0"/>
              <a:t>IPv4 addresses are unique identifiers assigned to devices on a network.</a:t>
            </a:r>
          </a:p>
          <a:p>
            <a:pPr marL="179388" indent="-171450">
              <a:buFont typeface="Arial" panose="020B0604020202020204" pitchFamily="34" charset="0"/>
              <a:buChar char="•"/>
            </a:pPr>
            <a:r>
              <a:rPr lang="en-US" dirty="0"/>
              <a:t>They are represented as a series of four decimal numbers separated by periods (e.g., 192.168.1.1).</a:t>
            </a:r>
          </a:p>
          <a:p>
            <a:pPr marL="179388" indent="-171450">
              <a:buFont typeface="Arial" panose="020B0604020202020204" pitchFamily="34" charset="0"/>
              <a:buChar char="•"/>
            </a:pPr>
            <a:r>
              <a:rPr lang="en-US" dirty="0"/>
              <a:t>Behind the Scenes: Each decimal number actually represents a set of 8 bits (binary digits: 0s and 1s). We call these sets "octets".</a:t>
            </a:r>
          </a:p>
          <a:p>
            <a:pPr marL="7938">
              <a:buNone/>
            </a:pPr>
            <a:endParaRPr lang="en-US" dirty="0"/>
          </a:p>
          <a:p>
            <a:pPr marL="7938">
              <a:buNone/>
            </a:pPr>
            <a:r>
              <a:rPr lang="en-US" dirty="0"/>
              <a:t>Unpacking the Format:</a:t>
            </a:r>
          </a:p>
          <a:p>
            <a:pPr marL="179388" indent="-171450">
              <a:buFont typeface="Arial" panose="020B0604020202020204" pitchFamily="34" charset="0"/>
              <a:buChar char="•"/>
            </a:pPr>
            <a:r>
              <a:rPr lang="en-US" dirty="0"/>
              <a:t>IPv4 addresses consist of four octets, making them a total of 32 bits long (4 octets * 8 bits/octet = 32 bits).</a:t>
            </a:r>
          </a:p>
          <a:p>
            <a:pPr marL="179388" indent="-171450">
              <a:buFont typeface="Arial" panose="020B0604020202020204" pitchFamily="34" charset="0"/>
              <a:buChar char="•"/>
            </a:pPr>
            <a:r>
              <a:rPr lang="en-US" dirty="0"/>
              <a:t>We typically see these addresses written in decimal format for readability, but network devices understand and process them in binary form.</a:t>
            </a:r>
          </a:p>
          <a:p>
            <a:pPr marL="7938"/>
            <a:endParaRPr lang="en-US" dirty="0"/>
          </a:p>
          <a:p>
            <a:pPr marL="7938">
              <a:buNone/>
            </a:pPr>
            <a:r>
              <a:rPr lang="en-US" b="1" dirty="0"/>
              <a:t>Suggested Instructional Tips </a:t>
            </a:r>
          </a:p>
          <a:p>
            <a:pPr marL="7938">
              <a:buNone/>
            </a:pPr>
            <a:r>
              <a:rPr lang="en-US" dirty="0"/>
              <a:t>Mention that odd numbers end in a binary 1. Even numbers end in a 0. Encourage students to perform the calculations in their heads or on paper and then use a calculator to check their answers.</a:t>
            </a:r>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b="1"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13</a:t>
            </a:fld>
            <a:endParaRPr lang="en-US" dirty="0"/>
          </a:p>
        </p:txBody>
      </p:sp>
      <p:sp>
        <p:nvSpPr>
          <p:cNvPr id="6" name="Footer Placeholder 5">
            <a:extLst>
              <a:ext uri="{FF2B5EF4-FFF2-40B4-BE49-F238E27FC236}">
                <a16:creationId xmlns:a16="http://schemas.microsoft.com/office/drawing/2014/main" id="{682D4EC8-DB9C-40C1-F338-43741CD199F6}"/>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5641331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526" rtl="0" eaLnBrk="1" fontAlgn="auto" latinLnBrk="0" hangingPunct="1">
              <a:lnSpc>
                <a:spcPct val="100000"/>
              </a:lnSpc>
              <a:buClr>
                <a:srgbClr val="000000"/>
              </a:buClr>
              <a:buSzPts val="1100"/>
              <a:buFont typeface="Arial"/>
              <a:buNone/>
              <a:tabLst/>
              <a:defRPr/>
            </a:pPr>
            <a:r>
              <a:rPr lang="en-US" sz="900" b="1" kern="1200" dirty="0">
                <a:solidFill>
                  <a:schemeClr val="tx1"/>
                </a:solidFill>
                <a:latin typeface="+mn-lt"/>
                <a:ea typeface="+mn-ea"/>
                <a:cs typeface="+mn-cs"/>
              </a:rPr>
              <a:t>Suggested Activity – Binary Conversion</a:t>
            </a:r>
            <a:endParaRPr lang="en-US" sz="900" dirty="0">
              <a:effectLst/>
            </a:endParaRPr>
          </a:p>
          <a:p>
            <a:pPr marL="171450" marR="0" indent="-171450">
              <a:lnSpc>
                <a:spcPct val="107000"/>
              </a:lnSpc>
              <a:buFont typeface="Arial" panose="020B0604020202020204" pitchFamily="34" charset="0"/>
              <a:buChar char="•"/>
            </a:pPr>
            <a:r>
              <a:rPr lang="en-US" sz="900" kern="100" dirty="0">
                <a:effectLst/>
                <a:latin typeface="Calibri" panose="020F0502020204030204" pitchFamily="34" charset="0"/>
                <a:ea typeface="Calibri" panose="020F0502020204030204" pitchFamily="34" charset="0"/>
                <a:cs typeface="Times New Roman" panose="02020603050405020304" pitchFamily="18" charset="0"/>
              </a:rPr>
              <a:t>This is review from Chapter 2. </a:t>
            </a:r>
          </a:p>
          <a:p>
            <a:pPr marL="171450" marR="0" indent="-171450">
              <a:lnSpc>
                <a:spcPct val="107000"/>
              </a:lnSpc>
              <a:buFont typeface="Arial" panose="020B0604020202020204" pitchFamily="34" charset="0"/>
              <a:buChar char="•"/>
            </a:pPr>
            <a:r>
              <a:rPr lang="en-US" sz="900" kern="100" dirty="0">
                <a:effectLst/>
                <a:latin typeface="Calibri" panose="020F0502020204030204" pitchFamily="34" charset="0"/>
                <a:ea typeface="Calibri" panose="020F0502020204030204" pitchFamily="34" charset="0"/>
                <a:cs typeface="Times New Roman" panose="02020603050405020304" pitchFamily="18" charset="0"/>
              </a:rPr>
              <a:t>Have learners convert this on their own or as a group. </a:t>
            </a:r>
          </a:p>
          <a:p>
            <a:pPr marL="171450" marR="0" indent="-171450">
              <a:lnSpc>
                <a:spcPct val="107000"/>
              </a:lnSpc>
              <a:buFont typeface="Arial" panose="020B0604020202020204" pitchFamily="34" charset="0"/>
              <a:buChar char="•"/>
            </a:pPr>
            <a:r>
              <a:rPr lang="en-US" sz="900" kern="100" dirty="0">
                <a:effectLst/>
                <a:latin typeface="Calibri" panose="020F0502020204030204" pitchFamily="34" charset="0"/>
                <a:ea typeface="Calibri" panose="020F0502020204030204" pitchFamily="34" charset="0"/>
                <a:cs typeface="Times New Roman" panose="02020603050405020304" pitchFamily="18" charset="0"/>
              </a:rPr>
              <a:t>If they need a hint or reminder of the values, fill in the second line by advancing to the next slide.</a:t>
            </a:r>
          </a:p>
          <a:p>
            <a:pPr marL="171450" marR="0" indent="-171450">
              <a:lnSpc>
                <a:spcPct val="107000"/>
              </a:lnSpc>
              <a:buFont typeface="Arial" panose="020B0604020202020204" pitchFamily="34" charset="0"/>
              <a:buChar char="•"/>
            </a:pPr>
            <a:r>
              <a:rPr lang="en-US" sz="900" kern="100" dirty="0">
                <a:effectLst/>
                <a:latin typeface="Calibri" panose="020F0502020204030204" pitchFamily="34" charset="0"/>
                <a:ea typeface="Calibri" panose="020F0502020204030204" pitchFamily="34" charset="0"/>
                <a:cs typeface="Times New Roman" panose="02020603050405020304" pitchFamily="18" charset="0"/>
              </a:rPr>
              <a:t>The final answer appears after advancing through the next two slides.</a:t>
            </a:r>
          </a:p>
          <a:p>
            <a:endParaRPr lang="en-US" dirty="0"/>
          </a:p>
          <a:p>
            <a:r>
              <a:rPr lang="en-US" b="1" dirty="0"/>
              <a:t>Suggested Instructional Tips</a:t>
            </a:r>
          </a:p>
          <a:p>
            <a:r>
              <a:rPr lang="en-US" dirty="0"/>
              <a:t>Mention that odd numbers end in a binary 1. Even numbers end in a 0. Encourage students to perform the calculations in their heads or on paper and then use a calculator to check their answers.</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14</a:t>
            </a:fld>
            <a:endParaRPr lang="en-US" dirty="0"/>
          </a:p>
        </p:txBody>
      </p:sp>
      <p:sp>
        <p:nvSpPr>
          <p:cNvPr id="6" name="Footer Placeholder 5">
            <a:extLst>
              <a:ext uri="{FF2B5EF4-FFF2-40B4-BE49-F238E27FC236}">
                <a16:creationId xmlns:a16="http://schemas.microsoft.com/office/drawing/2014/main" id="{769AB87E-0199-E7A2-B23C-B389446DEB3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0093584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526" rtl="0" eaLnBrk="1" fontAlgn="auto" latinLnBrk="0" hangingPunct="1">
              <a:lnSpc>
                <a:spcPct val="100000"/>
              </a:lnSpc>
              <a:buClr>
                <a:srgbClr val="000000"/>
              </a:buClr>
              <a:buSzPts val="1100"/>
              <a:buFont typeface="Arial"/>
              <a:buNone/>
              <a:tabLst/>
              <a:defRPr/>
            </a:pPr>
            <a:r>
              <a:rPr lang="en-US" sz="900" b="1" kern="1200" dirty="0">
                <a:solidFill>
                  <a:schemeClr val="tx1"/>
                </a:solidFill>
                <a:latin typeface="+mn-lt"/>
                <a:ea typeface="+mn-ea"/>
                <a:cs typeface="+mn-cs"/>
              </a:rPr>
              <a:t>Suggested Activity – Binary Conversion</a:t>
            </a:r>
            <a:endParaRPr lang="en-US" sz="900" dirty="0">
              <a:effectLst/>
            </a:endParaRPr>
          </a:p>
          <a:p>
            <a:pPr marL="171450" marR="0" indent="-171450">
              <a:lnSpc>
                <a:spcPct val="107000"/>
              </a:lnSpc>
              <a:buFont typeface="Arial" panose="020B0604020202020204" pitchFamily="34" charset="0"/>
              <a:buChar char="•"/>
            </a:pPr>
            <a:r>
              <a:rPr lang="en-US" sz="900" kern="100" dirty="0">
                <a:effectLst/>
                <a:latin typeface="Calibri" panose="020F0502020204030204" pitchFamily="34" charset="0"/>
                <a:ea typeface="Calibri" panose="020F0502020204030204" pitchFamily="34" charset="0"/>
                <a:cs typeface="Times New Roman" panose="02020603050405020304" pitchFamily="18" charset="0"/>
              </a:rPr>
              <a:t>This is review from Chapter 2. </a:t>
            </a:r>
          </a:p>
          <a:p>
            <a:pPr marL="171450" marR="0" indent="-171450">
              <a:lnSpc>
                <a:spcPct val="107000"/>
              </a:lnSpc>
              <a:buFont typeface="Arial" panose="020B0604020202020204" pitchFamily="34" charset="0"/>
              <a:buChar char="•"/>
            </a:pPr>
            <a:r>
              <a:rPr lang="en-US" sz="900" kern="100" dirty="0">
                <a:effectLst/>
                <a:latin typeface="Calibri" panose="020F0502020204030204" pitchFamily="34" charset="0"/>
                <a:ea typeface="Calibri" panose="020F0502020204030204" pitchFamily="34" charset="0"/>
                <a:cs typeface="Times New Roman" panose="02020603050405020304" pitchFamily="18" charset="0"/>
              </a:rPr>
              <a:t>This slide displays the hint/reminder by filling in the second line. </a:t>
            </a:r>
          </a:p>
          <a:p>
            <a:endParaRPr lang="en-US" dirty="0"/>
          </a:p>
          <a:p>
            <a:r>
              <a:rPr lang="en-US" b="1" dirty="0"/>
              <a:t>Suggested Instructional Tips</a:t>
            </a:r>
          </a:p>
          <a:p>
            <a:r>
              <a:rPr lang="en-US" dirty="0"/>
              <a:t>Mention that odd numbers end in a binary 1. Even numbers end in a 0. Encourage students to perform the calculations in their heads or on paper and then use a calculator to check their answers.</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15</a:t>
            </a:fld>
            <a:endParaRPr lang="en-US" dirty="0"/>
          </a:p>
        </p:txBody>
      </p:sp>
      <p:sp>
        <p:nvSpPr>
          <p:cNvPr id="6" name="Footer Placeholder 5">
            <a:extLst>
              <a:ext uri="{FF2B5EF4-FFF2-40B4-BE49-F238E27FC236}">
                <a16:creationId xmlns:a16="http://schemas.microsoft.com/office/drawing/2014/main" id="{21D4A612-6C4E-4FF0-D0AF-FB5F1DC5287F}"/>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769088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526" rtl="0" eaLnBrk="1" fontAlgn="auto" latinLnBrk="0" hangingPunct="1">
              <a:lnSpc>
                <a:spcPct val="100000"/>
              </a:lnSpc>
              <a:buClr>
                <a:srgbClr val="000000"/>
              </a:buClr>
              <a:buSzPts val="1100"/>
              <a:buFont typeface="Arial"/>
              <a:buNone/>
              <a:tabLst/>
              <a:defRPr/>
            </a:pPr>
            <a:r>
              <a:rPr lang="en-US" sz="900" b="1" kern="1200" dirty="0">
                <a:solidFill>
                  <a:schemeClr val="tx1"/>
                </a:solidFill>
                <a:latin typeface="+mn-lt"/>
                <a:ea typeface="+mn-ea"/>
                <a:cs typeface="+mn-cs"/>
              </a:rPr>
              <a:t>Suggested Activity – Binary Conversion</a:t>
            </a:r>
            <a:endParaRPr lang="en-US" sz="900" dirty="0">
              <a:effectLst/>
            </a:endParaRPr>
          </a:p>
          <a:p>
            <a:pPr marL="171450" marR="0" indent="-171450">
              <a:lnSpc>
                <a:spcPct val="107000"/>
              </a:lnSpc>
              <a:buFont typeface="Arial" panose="020B0604020202020204" pitchFamily="34" charset="0"/>
              <a:buChar char="•"/>
            </a:pPr>
            <a:r>
              <a:rPr lang="en-US" sz="900" kern="100" dirty="0">
                <a:effectLst/>
                <a:latin typeface="Calibri" panose="020F0502020204030204" pitchFamily="34" charset="0"/>
                <a:ea typeface="Calibri" panose="020F0502020204030204" pitchFamily="34" charset="0"/>
                <a:cs typeface="Times New Roman" panose="02020603050405020304" pitchFamily="18" charset="0"/>
              </a:rPr>
              <a:t>This is review from Chapter 2. </a:t>
            </a:r>
          </a:p>
          <a:p>
            <a:pPr marL="171450" indent="-171450">
              <a:lnSpc>
                <a:spcPct val="107000"/>
              </a:lnSpc>
              <a:buFont typeface="Arial" panose="020B0604020202020204" pitchFamily="34" charset="0"/>
              <a:buChar char="•"/>
            </a:pPr>
            <a:r>
              <a:rPr lang="en-US" sz="900" kern="100" dirty="0">
                <a:effectLst/>
                <a:latin typeface="Calibri"/>
                <a:ea typeface="Calibri" panose="020F0502020204030204" pitchFamily="34" charset="0"/>
                <a:cs typeface="Calibri"/>
              </a:rPr>
              <a:t>Answer slide</a:t>
            </a:r>
            <a:br>
              <a:rPr lang="en-US" kern="100" dirty="0">
                <a:latin typeface="Calibri"/>
                <a:ea typeface="Calibri" panose="020F0502020204030204" pitchFamily="34" charset="0"/>
                <a:cs typeface="Calibri"/>
              </a:rPr>
            </a:br>
            <a:r>
              <a:rPr lang="en-US" kern="100" dirty="0"/>
              <a:t>Answer: 64 + 32 + 1 = 97</a:t>
            </a:r>
            <a:endParaRPr lang="en-US" sz="900" kern="100" dirty="0">
              <a:effectLst/>
              <a:latin typeface="Calibri" panose="020F0502020204030204" pitchFamily="34" charset="0"/>
              <a:ea typeface="Calibri" panose="020F0502020204030204" pitchFamily="34" charset="0"/>
              <a:cs typeface="Calibri"/>
            </a:endParaRPr>
          </a:p>
          <a:p>
            <a:endParaRPr lang="en-US" dirty="0"/>
          </a:p>
          <a:p>
            <a:r>
              <a:rPr lang="en-US" b="1" dirty="0"/>
              <a:t>Suggested Instructional Tips</a:t>
            </a:r>
          </a:p>
          <a:p>
            <a:r>
              <a:rPr lang="en-US" dirty="0"/>
              <a:t>Mention that odd numbers end in a binary 1. Even numbers end in a 0. Encourage students to perform the calculations in their heads or on paper and then use a calculator to check their answers.</a:t>
            </a:r>
          </a:p>
        </p:txBody>
      </p:sp>
      <p:sp>
        <p:nvSpPr>
          <p:cNvPr id="5" name="Slide Number Placeholder 4"/>
          <p:cNvSpPr>
            <a:spLocks noGrp="1"/>
          </p:cNvSpPr>
          <p:nvPr>
            <p:ph type="sldNum" sz="quarter" idx="5"/>
          </p:nvPr>
        </p:nvSpPr>
        <p:spPr/>
        <p:txBody>
          <a:bodyPr/>
          <a:lstStyle/>
          <a:p>
            <a:fld id="{64FC1154-15AF-4CEB-AEC9-7A3CFB195EFA}" type="slidenum">
              <a:rPr lang="en-US" smtClean="0"/>
              <a:t>16</a:t>
            </a:fld>
            <a:endParaRPr lang="en-US" dirty="0"/>
          </a:p>
        </p:txBody>
      </p:sp>
      <p:sp>
        <p:nvSpPr>
          <p:cNvPr id="6" name="Footer Placeholder 5">
            <a:extLst>
              <a:ext uri="{FF2B5EF4-FFF2-40B4-BE49-F238E27FC236}">
                <a16:creationId xmlns:a16="http://schemas.microsoft.com/office/drawing/2014/main" id="{77384EB1-D1C6-5CCB-4199-DF552EC23BB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8801929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a:buNone/>
            </a:pPr>
            <a:r>
              <a:rPr lang="en-US" b="1" dirty="0"/>
              <a:t>Instructional Notes – IP Address Formatting</a:t>
            </a:r>
          </a:p>
          <a:p>
            <a:pPr marL="7938">
              <a:buNone/>
            </a:pPr>
            <a:endParaRPr lang="en-US" dirty="0">
              <a:effectLst/>
            </a:endParaRPr>
          </a:p>
          <a:p>
            <a:pPr marL="7938">
              <a:buNone/>
            </a:pPr>
            <a:r>
              <a:rPr lang="en-US" dirty="0">
                <a:effectLst/>
              </a:rPr>
              <a:t>Key Points:</a:t>
            </a:r>
          </a:p>
          <a:p>
            <a:pPr marL="179388" indent="-171450">
              <a:buFont typeface="Arial" panose="020B0604020202020204" pitchFamily="34" charset="0"/>
              <a:buChar char="•"/>
            </a:pPr>
            <a:r>
              <a:rPr lang="en-US" dirty="0">
                <a:effectLst/>
              </a:rPr>
              <a:t>An IPv4 address functions like an address for a device on a network.</a:t>
            </a:r>
          </a:p>
          <a:p>
            <a:pPr marL="179388" indent="-171450">
              <a:buFont typeface="Arial" panose="020B0604020202020204" pitchFamily="34" charset="0"/>
              <a:buChar char="•"/>
            </a:pPr>
            <a:r>
              <a:rPr lang="en-US" dirty="0">
                <a:effectLst/>
              </a:rPr>
              <a:t>It consists of two key parts:</a:t>
            </a:r>
          </a:p>
          <a:p>
            <a:pPr marL="522151" lvl="2" indent="-171450">
              <a:buFont typeface="Courier New" panose="02070309020205020404" pitchFamily="49" charset="0"/>
              <a:buChar char="o"/>
            </a:pPr>
            <a:r>
              <a:rPr lang="en-US" dirty="0">
                <a:effectLst/>
              </a:rPr>
              <a:t>Network ID (NetID): This identifies the specific network to which a device belongs, similar to an apartment building number. All devices on the same network share the same Network ID.</a:t>
            </a:r>
          </a:p>
          <a:p>
            <a:pPr marL="522151" lvl="2" indent="-171450">
              <a:buFont typeface="Courier New" panose="02070309020205020404" pitchFamily="49" charset="0"/>
              <a:buChar char="o"/>
            </a:pPr>
            <a:r>
              <a:rPr lang="en-US" dirty="0">
                <a:effectLst/>
              </a:rPr>
              <a:t>Host ID: This uniquely identifies a specific device within a network, just like an apartment number within a building identifies a particular residence.</a:t>
            </a:r>
          </a:p>
          <a:p>
            <a:pPr marL="7938">
              <a:buNone/>
            </a:pPr>
            <a:endParaRPr lang="en-US" dirty="0">
              <a:effectLst/>
            </a:endParaRPr>
          </a:p>
          <a:p>
            <a:pPr marL="7938">
              <a:buNone/>
            </a:pPr>
            <a:r>
              <a:rPr lang="en-US" dirty="0">
                <a:effectLst/>
              </a:rPr>
              <a:t>Analogy:</a:t>
            </a:r>
          </a:p>
          <a:p>
            <a:pPr marL="179388" indent="-171450">
              <a:buFont typeface="Arial" panose="020B0604020202020204" pitchFamily="34" charset="0"/>
              <a:buChar char="•"/>
            </a:pPr>
            <a:r>
              <a:rPr lang="en-US" dirty="0">
                <a:effectLst/>
              </a:rPr>
              <a:t>Imagine a large apartment complex. The complex itself has a unique address (like a street address), which would be analogous to the Network ID in our IPv4 address.</a:t>
            </a:r>
          </a:p>
          <a:p>
            <a:pPr marL="179388" indent="-171450">
              <a:buFont typeface="Arial" panose="020B0604020202020204" pitchFamily="34" charset="0"/>
              <a:buChar char="•"/>
            </a:pPr>
            <a:r>
              <a:rPr lang="en-US" dirty="0">
                <a:effectLst/>
              </a:rPr>
              <a:t>Each individual apartment within the complex has its own unique number (like an apartment number), which is similar to the Host ID within an IPv4 address.</a:t>
            </a:r>
          </a:p>
          <a:p>
            <a:pPr marL="7938">
              <a:buNone/>
            </a:pPr>
            <a:endParaRPr lang="en-US" dirty="0">
              <a:effectLst/>
            </a:endParaRPr>
          </a:p>
          <a:p>
            <a:pPr marL="7938">
              <a:buNone/>
            </a:pPr>
            <a:r>
              <a:rPr lang="en-US" dirty="0">
                <a:effectLst/>
              </a:rPr>
              <a:t>Understanding the Relationship:</a:t>
            </a:r>
          </a:p>
          <a:p>
            <a:pPr marL="179388" indent="-171450">
              <a:buFont typeface="Arial" panose="020B0604020202020204" pitchFamily="34" charset="0"/>
              <a:buChar char="•"/>
            </a:pPr>
            <a:r>
              <a:rPr lang="en-US" dirty="0">
                <a:effectLst/>
              </a:rPr>
              <a:t>The Network ID portion of the address determines which network a device belongs to.</a:t>
            </a:r>
          </a:p>
          <a:p>
            <a:pPr marL="179388" indent="-171450">
              <a:buFont typeface="Arial" panose="020B0604020202020204" pitchFamily="34" charset="0"/>
              <a:buChar char="•"/>
            </a:pPr>
            <a:r>
              <a:rPr lang="en-US" dirty="0">
                <a:effectLst/>
              </a:rPr>
              <a:t>The Host ID portion differentiates between individual devices sharing that same network.</a:t>
            </a:r>
          </a:p>
          <a:p>
            <a:pPr marL="7938">
              <a:buNone/>
            </a:pPr>
            <a:endParaRPr lang="en-US"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17</a:t>
            </a:fld>
            <a:endParaRPr lang="en-US" dirty="0"/>
          </a:p>
        </p:txBody>
      </p:sp>
      <p:sp>
        <p:nvSpPr>
          <p:cNvPr id="6" name="Footer Placeholder 5">
            <a:extLst>
              <a:ext uri="{FF2B5EF4-FFF2-40B4-BE49-F238E27FC236}">
                <a16:creationId xmlns:a16="http://schemas.microsoft.com/office/drawing/2014/main" id="{D6B6A32B-A8A9-CF23-A06F-E801B7BF3E5F}"/>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0485069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r>
              <a:rPr lang="en-US" b="1" dirty="0"/>
              <a:t>Instructor Notes – Subnet Masks</a:t>
            </a:r>
            <a:endParaRPr lang="en-US" dirty="0">
              <a:effectLst/>
            </a:endParaRPr>
          </a:p>
          <a:p>
            <a:pPr marL="179388" marR="0" lvl="0" indent="-171450" fontAlgn="auto">
              <a:lnSpc>
                <a:spcPct val="100000"/>
              </a:lnSpc>
              <a:spcBef>
                <a:spcPts val="0"/>
              </a:spcBef>
              <a:spcAft>
                <a:spcPts val="0"/>
              </a:spcAft>
              <a:buClr>
                <a:srgbClr val="000000"/>
              </a:buClr>
              <a:buSzPts val="1100"/>
              <a:buFont typeface="Arial" panose="020B0604020202020204" pitchFamily="34" charset="0"/>
              <a:buChar char="•"/>
              <a:tabLst/>
              <a:defRPr/>
            </a:pPr>
            <a:r>
              <a:rPr lang="en-US" dirty="0"/>
              <a:t>Subnet addressing has three hierarchical levels: a network ID, subnet ID, and host ID. </a:t>
            </a:r>
          </a:p>
          <a:p>
            <a:pPr marL="179388" marR="0" lvl="0" indent="-171450" fontAlgn="auto">
              <a:lnSpc>
                <a:spcPct val="100000"/>
              </a:lnSpc>
              <a:spcBef>
                <a:spcPts val="0"/>
              </a:spcBef>
              <a:spcAft>
                <a:spcPts val="0"/>
              </a:spcAft>
              <a:buClr>
                <a:srgbClr val="000000"/>
              </a:buClr>
              <a:buSzPts val="1100"/>
              <a:buFont typeface="Arial" panose="020B0604020202020204" pitchFamily="34" charset="0"/>
              <a:buChar char="•"/>
              <a:tabLst/>
              <a:defRPr/>
            </a:pPr>
            <a:r>
              <a:rPr lang="en-US" dirty="0"/>
              <a:t>To further expand on the apartment analogy, you could refer to how the 1 in apartment 101 refers to the floor and the 01 refers to the unit number on that floor. Until you get to the correct floor, the last part of the number isn’t relevant. </a:t>
            </a:r>
          </a:p>
          <a:p>
            <a:pPr marL="179388" marR="0" lvl="0" indent="-171450" fontAlgn="auto">
              <a:lnSpc>
                <a:spcPct val="100000"/>
              </a:lnSpc>
              <a:spcBef>
                <a:spcPts val="0"/>
              </a:spcBef>
              <a:spcAft>
                <a:spcPts val="0"/>
              </a:spcAft>
              <a:buClr>
                <a:srgbClr val="000000"/>
              </a:buClr>
              <a:buSzPts val="1100"/>
              <a:buFont typeface="Arial" panose="020B0604020202020204" pitchFamily="34" charset="0"/>
              <a:buChar char="•"/>
              <a:tabLst/>
              <a:defRPr/>
            </a:pPr>
            <a:r>
              <a:rPr lang="en-US" dirty="0"/>
              <a:t>To create logical subnets, bits from the host portion of the IP address must be allocated as a subnetwork address, rather than part of the host ID. </a:t>
            </a:r>
          </a:p>
          <a:p>
            <a:pPr marL="179388" marR="0" lvl="0" indent="-171450" fontAlgn="auto">
              <a:lnSpc>
                <a:spcPct val="100000"/>
              </a:lnSpc>
              <a:spcBef>
                <a:spcPts val="0"/>
              </a:spcBef>
              <a:spcAft>
                <a:spcPts val="0"/>
              </a:spcAft>
              <a:buClr>
                <a:srgbClr val="000000"/>
              </a:buClr>
              <a:buSzPts val="1100"/>
              <a:buFont typeface="Arial" panose="020B0604020202020204" pitchFamily="34" charset="0"/>
              <a:buChar char="•"/>
              <a:tabLst/>
              <a:defRPr/>
            </a:pPr>
            <a:r>
              <a:rPr lang="en-US" dirty="0"/>
              <a:t>It is important to understand that only one mask is ever applied to the IP address on each interface. The mask containing the subnet information is only used within the IP network. External IP networks continue to address the whole network by its network ID.</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18</a:t>
            </a:fld>
            <a:endParaRPr lang="en-US" dirty="0"/>
          </a:p>
        </p:txBody>
      </p:sp>
      <p:sp>
        <p:nvSpPr>
          <p:cNvPr id="6" name="Footer Placeholder 5">
            <a:extLst>
              <a:ext uri="{FF2B5EF4-FFF2-40B4-BE49-F238E27FC236}">
                <a16:creationId xmlns:a16="http://schemas.microsoft.com/office/drawing/2014/main" id="{B4B2587A-99FF-3425-5A17-95BF38A44723}"/>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3941918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r>
              <a:rPr lang="en-US" b="1" dirty="0"/>
              <a:t>Instructor Notes – Determining Subnet Mask</a:t>
            </a:r>
            <a:endParaRPr lang="en-US" dirty="0">
              <a:effectLst/>
            </a:endParaRPr>
          </a:p>
          <a:p>
            <a:pPr marL="179388" indent="-171450">
              <a:buFont typeface="Arial" panose="020B0604020202020204" pitchFamily="34" charset="0"/>
              <a:buChar char="•"/>
            </a:pPr>
            <a:r>
              <a:rPr lang="en-US" dirty="0"/>
              <a:t>A subnet mask is 32 bits long (like the IP address)</a:t>
            </a:r>
          </a:p>
          <a:p>
            <a:pPr marL="179388" indent="-171450">
              <a:buFont typeface="Arial" panose="020B0604020202020204" pitchFamily="34" charset="0"/>
              <a:buChar char="•"/>
            </a:pPr>
            <a:r>
              <a:rPr lang="en-US" dirty="0"/>
              <a:t>The number of 1s in the subnet mask identifies which bits in the IP address contain the network ID. </a:t>
            </a:r>
          </a:p>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endParaRPr lang="en-US" b="1" dirty="0"/>
          </a:p>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r>
              <a:rPr lang="en-US" b="1" dirty="0"/>
              <a:t>Suggested Instructional Tip</a:t>
            </a:r>
            <a:endParaRPr lang="en-US" dirty="0"/>
          </a:p>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r>
              <a:rPr lang="en-US" dirty="0"/>
              <a:t>The default masks align with octet boundaries. This means that the values in the dotted decimal mask will be 255 or 0 as shown in the default Class C subnet mask shown above.</a:t>
            </a:r>
          </a:p>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endParaRPr lang="en-US" dirty="0"/>
          </a:p>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r>
              <a:rPr lang="en-US" dirty="0"/>
              <a:t>This is a 24-bit mask. Notice there are 24 1's in the binary field. </a:t>
            </a:r>
          </a:p>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endParaRPr lang="en-US" dirty="0"/>
          </a:p>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r>
              <a:rPr lang="en-US" dirty="0"/>
              <a:t>A shortcut to writing masks is known as Classless Interdomain Routing (CIDR), which allows you to simply state the number of 1's. So for this IP address, you could write the subnet mask with a /24 after the IP like this: 192.168.1.0 /24</a:t>
            </a:r>
          </a:p>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endParaRPr lang="en-US" dirty="0"/>
          </a:p>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endParaRPr lang="en-US" b="0" i="0" dirty="0">
              <a:effectLst/>
              <a:highlight>
                <a:srgbClr val="FFFFFF"/>
              </a:highlight>
            </a:endParaRP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19</a:t>
            </a:fld>
            <a:endParaRPr lang="en-US" dirty="0"/>
          </a:p>
        </p:txBody>
      </p:sp>
      <p:sp>
        <p:nvSpPr>
          <p:cNvPr id="6" name="Footer Placeholder 5">
            <a:extLst>
              <a:ext uri="{FF2B5EF4-FFF2-40B4-BE49-F238E27FC236}">
                <a16:creationId xmlns:a16="http://schemas.microsoft.com/office/drawing/2014/main" id="{7CD01203-867B-6FAB-2163-6C614F56EF81}"/>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6370548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marR="0" lvl="0" indent="-7938" algn="l" defTabSz="914400" rtl="0" eaLnBrk="1" fontAlgn="auto" latinLnBrk="0" hangingPunct="1">
              <a:lnSpc>
                <a:spcPct val="100000"/>
              </a:lnSpc>
              <a:spcBef>
                <a:spcPts val="0"/>
              </a:spcBef>
              <a:spcAft>
                <a:spcPts val="0"/>
              </a:spcAft>
              <a:buClr>
                <a:srgbClr val="000000"/>
              </a:buClr>
              <a:buSzPts val="1100"/>
              <a:buFont typeface="Arial"/>
              <a:buNone/>
              <a:defRPr/>
            </a:pPr>
            <a:r>
              <a:rPr lang="en-US" b="1" dirty="0"/>
              <a:t>Instructor Notes – Host Ranges</a:t>
            </a:r>
            <a:endParaRPr lang="en-US" dirty="0">
              <a:effectLst/>
            </a:endParaRPr>
          </a:p>
          <a:p>
            <a:pPr marL="7938" indent="-7938">
              <a:buNone/>
            </a:pPr>
            <a:r>
              <a:rPr lang="en-US" dirty="0">
                <a:effectLst/>
              </a:rPr>
              <a:t>Understanding IP address ranges can be likened to sorting mail in a large apartment building. </a:t>
            </a:r>
          </a:p>
          <a:p>
            <a:pPr marL="171450" indent="-171450">
              <a:buFont typeface="Arial" panose="020B0604020202020204" pitchFamily="34" charset="0"/>
              <a:buChar char="•"/>
            </a:pPr>
            <a:r>
              <a:rPr lang="en-US" dirty="0">
                <a:effectLst/>
              </a:rPr>
              <a:t>Just as each apartment has a unique number to identify where mail should be delivered, every device on a network has a unique IP address. </a:t>
            </a:r>
          </a:p>
          <a:p>
            <a:pPr marL="171450" indent="-171450">
              <a:buFont typeface="Arial" panose="020B0604020202020204" pitchFamily="34" charset="0"/>
              <a:buChar char="•"/>
            </a:pPr>
            <a:r>
              <a:rPr lang="en-US" dirty="0">
                <a:effectLst/>
              </a:rPr>
              <a:t>Think of the "network" part of an IP address as the building's address, and the "host" part as the specific apartment number. </a:t>
            </a:r>
          </a:p>
          <a:p>
            <a:pPr marL="171450" indent="-171450">
              <a:buFont typeface="Arial" panose="020B0604020202020204" pitchFamily="34" charset="0"/>
              <a:buChar char="•"/>
            </a:pPr>
            <a:r>
              <a:rPr lang="en-US" dirty="0">
                <a:effectLst/>
              </a:rPr>
              <a:t>For instance, in a typical home network (like 192.168.1.x), the "192.168.1" can be seen as the building's address, while the "x" represents the specific apartment (or device) number. </a:t>
            </a:r>
          </a:p>
          <a:p>
            <a:pPr marL="171450" indent="-171450">
              <a:buFont typeface="Arial" panose="020B0604020202020204" pitchFamily="34" charset="0"/>
              <a:buChar char="•"/>
            </a:pPr>
            <a:r>
              <a:rPr lang="en-US" dirty="0">
                <a:effectLst/>
              </a:rPr>
              <a:t>Address ranges (like 192.168.1.1-192.168.1.254) tell us which "apartment numbers" are available for devices in this "building" — what addresses can be assigned to devices so they can communicate within the network.</a:t>
            </a:r>
            <a:endParaRPr lang="en-US"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20</a:t>
            </a:fld>
            <a:endParaRPr lang="en-US" dirty="0"/>
          </a:p>
        </p:txBody>
      </p:sp>
      <p:sp>
        <p:nvSpPr>
          <p:cNvPr id="6" name="Footer Placeholder 5">
            <a:extLst>
              <a:ext uri="{FF2B5EF4-FFF2-40B4-BE49-F238E27FC236}">
                <a16:creationId xmlns:a16="http://schemas.microsoft.com/office/drawing/2014/main" id="{741AC106-2432-C393-0958-9DC83F716B5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0936666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r>
              <a:rPr lang="en-US" b="1" dirty="0"/>
              <a:t>Instructor Notes – Host Ranges</a:t>
            </a:r>
            <a:endParaRPr lang="en-US" dirty="0">
              <a:effectLst/>
            </a:endParaRPr>
          </a:p>
          <a:p>
            <a:pPr marL="7938">
              <a:buNone/>
            </a:pPr>
            <a:r>
              <a:rPr lang="en-US" dirty="0">
                <a:effectLst/>
              </a:rPr>
              <a:t>Continuing with our apartment building analogy… </a:t>
            </a:r>
          </a:p>
          <a:p>
            <a:pPr marL="179388" indent="-171450">
              <a:buFont typeface="Arial" panose="020B0604020202020204" pitchFamily="34" charset="0"/>
              <a:buChar char="•"/>
            </a:pPr>
            <a:r>
              <a:rPr lang="en-US" dirty="0">
                <a:effectLst/>
              </a:rPr>
              <a:t>You can think of the default gateway as the main entrance or the lobby of the building. </a:t>
            </a:r>
          </a:p>
          <a:p>
            <a:pPr marL="179388" indent="-171450">
              <a:buFont typeface="Arial" panose="020B0604020202020204" pitchFamily="34" charset="0"/>
              <a:buChar char="•"/>
            </a:pPr>
            <a:r>
              <a:rPr lang="en-US" dirty="0">
                <a:effectLst/>
              </a:rPr>
              <a:t>Just as you need to go through the lobby to reach the outside world, devices in your network use the default gateway to communicate with devices outside their local network — it's the path to the broader Internet. </a:t>
            </a:r>
          </a:p>
          <a:p>
            <a:pPr marL="179388" indent="-171450">
              <a:buFont typeface="Arial" panose="020B0604020202020204" pitchFamily="34" charset="0"/>
              <a:buChar char="•"/>
            </a:pPr>
            <a:r>
              <a:rPr lang="en-US" dirty="0">
                <a:effectLst/>
              </a:rPr>
              <a:t>If the IP addresses are apartment numbers, and the network part is the building address, then the default gateway is essentially the address of the building's lobby, guiding the "mail" (or data packets) to and from the larger world of the Internet efficiently.</a:t>
            </a:r>
            <a:endParaRPr lang="en-US"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21</a:t>
            </a:fld>
            <a:endParaRPr lang="en-US" dirty="0"/>
          </a:p>
        </p:txBody>
      </p:sp>
      <p:sp>
        <p:nvSpPr>
          <p:cNvPr id="6" name="Footer Placeholder 5">
            <a:extLst>
              <a:ext uri="{FF2B5EF4-FFF2-40B4-BE49-F238E27FC236}">
                <a16:creationId xmlns:a16="http://schemas.microsoft.com/office/drawing/2014/main" id="{0FD4EA75-E21A-BEE1-8FA6-4EAECE21BCE5}"/>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9567718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r>
              <a:rPr lang="en-US" b="1" dirty="0"/>
              <a:t>Instructor Notes – Broadcast Addresses</a:t>
            </a:r>
            <a:endParaRPr lang="en-US" dirty="0">
              <a:effectLst/>
            </a:endParaRPr>
          </a:p>
          <a:p>
            <a:pPr marL="7938">
              <a:buNone/>
            </a:pPr>
            <a:r>
              <a:rPr lang="en-US" dirty="0"/>
              <a:t>Keeping with our analogy…</a:t>
            </a:r>
          </a:p>
          <a:p>
            <a:pPr marL="179388" indent="-171450">
              <a:buFont typeface="Arial" panose="020B0604020202020204" pitchFamily="34" charset="0"/>
              <a:buChar char="•"/>
            </a:pPr>
            <a:r>
              <a:rPr lang="en-US" dirty="0"/>
              <a:t>Broadcast address allows a message to be sent to all devices on the network simultaneously.</a:t>
            </a:r>
          </a:p>
          <a:p>
            <a:pPr marL="179388" indent="-171450">
              <a:buFont typeface="Arial" panose="020B0604020202020204" pitchFamily="34" charset="0"/>
              <a:buChar char="•"/>
            </a:pPr>
            <a:r>
              <a:rPr lang="en-US" dirty="0"/>
              <a:t>The address is the last address in an IP network – where all the host bits are set to 1.</a:t>
            </a:r>
          </a:p>
          <a:p>
            <a:pPr marL="179388" indent="-171450">
              <a:buFont typeface="Arial" panose="020B0604020202020204" pitchFamily="34" charset="0"/>
              <a:buChar char="•"/>
            </a:pPr>
            <a:r>
              <a:rPr lang="en-US" dirty="0"/>
              <a:t>For the 192.168.1.x network, the broadcast address would be 192.168.1.255. </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22</a:t>
            </a:fld>
            <a:endParaRPr lang="en-US" dirty="0"/>
          </a:p>
        </p:txBody>
      </p:sp>
      <p:sp>
        <p:nvSpPr>
          <p:cNvPr id="6" name="Footer Placeholder 5">
            <a:extLst>
              <a:ext uri="{FF2B5EF4-FFF2-40B4-BE49-F238E27FC236}">
                <a16:creationId xmlns:a16="http://schemas.microsoft.com/office/drawing/2014/main" id="{0154043C-794F-C95B-BCDF-C5F80BAB56B3}"/>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207917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r>
              <a:rPr lang="en-US" b="1" dirty="0"/>
              <a:t>Suggested Activity – Fill in the Blanks</a:t>
            </a:r>
          </a:p>
          <a:p>
            <a:pPr marL="7938">
              <a:buNone/>
            </a:pPr>
            <a:r>
              <a:rPr lang="en-US" i="0" dirty="0"/>
              <a:t>This activity can be done as a group or individually or a combination of both! Have learners fill in the cells in white.</a:t>
            </a:r>
          </a:p>
          <a:p>
            <a:pPr marL="7938">
              <a:buNone/>
            </a:pPr>
            <a:endParaRPr lang="en-US" dirty="0"/>
          </a:p>
          <a:p>
            <a:pPr marL="7938">
              <a:buNone/>
            </a:pPr>
            <a:r>
              <a:rPr lang="en-US" dirty="0"/>
              <a:t>Answers: </a:t>
            </a:r>
          </a:p>
          <a:p>
            <a:pPr marL="179388" indent="-171450">
              <a:buFont typeface="Arial" panose="020B0604020202020204" pitchFamily="34" charset="0"/>
              <a:buChar char="•"/>
            </a:pPr>
            <a:r>
              <a:rPr lang="en-US" dirty="0">
                <a:effectLst/>
              </a:rPr>
              <a:t>192.168.2.123 with a subnet mask of 255.255.255.0</a:t>
            </a:r>
          </a:p>
          <a:p>
            <a:pPr marL="522151" lvl="2" indent="-171450">
              <a:buFont typeface="Arial" panose="020B0604020202020204" pitchFamily="34" charset="0"/>
              <a:buChar char="•"/>
            </a:pPr>
            <a:r>
              <a:rPr lang="en-US" dirty="0">
                <a:effectLst/>
              </a:rPr>
              <a:t>The network portion is contained within the first three octets (192.168.2)</a:t>
            </a:r>
          </a:p>
          <a:p>
            <a:pPr marL="522151" lvl="2" indent="-171450">
              <a:buFont typeface="Arial" panose="020B0604020202020204" pitchFamily="34" charset="0"/>
              <a:buChar char="•"/>
            </a:pPr>
            <a:r>
              <a:rPr lang="en-US" dirty="0">
                <a:effectLst/>
              </a:rPr>
              <a:t>The host portion is contained in the last octet (.123)</a:t>
            </a:r>
          </a:p>
          <a:p>
            <a:pPr marL="179388" lvl="0" indent="-171450">
              <a:buFont typeface="Arial" panose="020B0604020202020204" pitchFamily="34" charset="0"/>
              <a:buChar char="•"/>
            </a:pPr>
            <a:r>
              <a:rPr lang="en-US" dirty="0">
                <a:effectLst/>
              </a:rPr>
              <a:t>10.1.1.9 with a subnet mask of 255.255.0.0</a:t>
            </a:r>
          </a:p>
          <a:p>
            <a:pPr marL="522151" lvl="2" indent="-171450">
              <a:buFont typeface="Courier New" panose="02070309020205020404" pitchFamily="49" charset="0"/>
              <a:buChar char="o"/>
            </a:pPr>
            <a:r>
              <a:rPr lang="en-US" dirty="0">
                <a:effectLst/>
              </a:rPr>
              <a:t>The network portion covers the first two octets </a:t>
            </a:r>
          </a:p>
          <a:p>
            <a:pPr marL="522151" lvl="2" indent="-171450">
              <a:buFont typeface="Courier New" panose="02070309020205020404" pitchFamily="49" charset="0"/>
              <a:buChar char="o"/>
            </a:pPr>
            <a:r>
              <a:rPr lang="en-US" dirty="0">
                <a:effectLst/>
              </a:rPr>
              <a:t>The host portion covers the last two octets </a:t>
            </a:r>
          </a:p>
          <a:p>
            <a:pPr marL="522151" lvl="2" indent="-171450">
              <a:buFont typeface="Courier New" panose="02070309020205020404" pitchFamily="49" charset="0"/>
              <a:buChar char="o"/>
            </a:pPr>
            <a:r>
              <a:rPr lang="en-US" dirty="0">
                <a:effectLst/>
              </a:rPr>
              <a:t>To determine the broadcast address, we set all bits in the host portion to 1. This changes the last two octets to 255.255, since in binary form, all host bits set to 1 correspond to the decimal value 255. Therefore, the broadcast address for the network 10.1.0.0 is 10.1.255.255. </a:t>
            </a:r>
          </a:p>
          <a:p>
            <a:pPr marL="179388" lvl="0" indent="-171450">
              <a:buFont typeface="Arial" panose="020B0604020202020204" pitchFamily="34" charset="0"/>
              <a:buChar char="•"/>
            </a:pPr>
            <a:r>
              <a:rPr lang="en-US" dirty="0">
                <a:effectLst/>
              </a:rPr>
              <a:t>198.51.100.16 with a subnet mask of 255.255.255.0</a:t>
            </a:r>
          </a:p>
          <a:p>
            <a:pPr marL="522151" lvl="2" indent="-171450">
              <a:buFont typeface="Courier New" panose="02070309020205020404" pitchFamily="49" charset="0"/>
              <a:buChar char="o"/>
            </a:pPr>
            <a:r>
              <a:rPr lang="en-US" dirty="0">
                <a:effectLst/>
              </a:rPr>
              <a:t>The network portion covers the first three octets</a:t>
            </a:r>
          </a:p>
          <a:p>
            <a:pPr marL="522151" lvl="2" indent="-171450">
              <a:buFont typeface="Courier New" panose="02070309020205020404" pitchFamily="49" charset="0"/>
              <a:buChar char="o"/>
            </a:pPr>
            <a:r>
              <a:rPr lang="en-US" dirty="0">
                <a:effectLst/>
              </a:rPr>
              <a:t>The host portion covers the last octet </a:t>
            </a:r>
          </a:p>
          <a:p>
            <a:pPr marL="522151" lvl="2" indent="-171450">
              <a:buFont typeface="Courier New" panose="02070309020205020404" pitchFamily="49" charset="0"/>
              <a:buChar char="o"/>
            </a:pPr>
            <a:r>
              <a:rPr lang="en-US" dirty="0">
                <a:effectLst/>
              </a:rPr>
              <a:t>The broadcast address is 198.51.100.255 </a:t>
            </a:r>
            <a:endParaRPr lang="en-US"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23</a:t>
            </a:fld>
            <a:endParaRPr lang="en-US" dirty="0"/>
          </a:p>
        </p:txBody>
      </p:sp>
      <p:sp>
        <p:nvSpPr>
          <p:cNvPr id="6" name="Footer Placeholder 5">
            <a:extLst>
              <a:ext uri="{FF2B5EF4-FFF2-40B4-BE49-F238E27FC236}">
                <a16:creationId xmlns:a16="http://schemas.microsoft.com/office/drawing/2014/main" id="{B2B4AE75-6AFE-A293-F91C-A64868314499}"/>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42823918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r>
              <a:rPr lang="en-US" b="1" dirty="0"/>
              <a:t>Suggested Activity – Fill in the Blanks</a:t>
            </a:r>
          </a:p>
          <a:p>
            <a:pPr marL="7938">
              <a:buNone/>
            </a:pPr>
            <a:r>
              <a:rPr lang="en-US" i="0" dirty="0"/>
              <a:t>This activity can be done as a group or individually or a combination of both! Have learners fill in the cells in white.</a:t>
            </a:r>
          </a:p>
          <a:p>
            <a:pPr marL="7938">
              <a:buNone/>
            </a:pPr>
            <a:endParaRPr lang="en-US" dirty="0"/>
          </a:p>
          <a:p>
            <a:pPr marL="7938">
              <a:buNone/>
            </a:pPr>
            <a:r>
              <a:rPr lang="en-US" dirty="0"/>
              <a:t>Answers: </a:t>
            </a:r>
          </a:p>
          <a:p>
            <a:pPr marL="179388" indent="-171450">
              <a:buFont typeface="Arial" panose="020B0604020202020204" pitchFamily="34" charset="0"/>
              <a:buChar char="•"/>
            </a:pPr>
            <a:r>
              <a:rPr lang="en-US" dirty="0">
                <a:effectLst/>
              </a:rPr>
              <a:t>192.168.2.123 with a subnet mask of 255.255.255.0</a:t>
            </a:r>
          </a:p>
          <a:p>
            <a:pPr marL="522151" lvl="2" indent="-171450">
              <a:buFont typeface="Arial" panose="020B0604020202020204" pitchFamily="34" charset="0"/>
              <a:buChar char="•"/>
            </a:pPr>
            <a:r>
              <a:rPr lang="en-US" dirty="0">
                <a:effectLst/>
              </a:rPr>
              <a:t>The network portion is contained within the first three octets (192.168.2)</a:t>
            </a:r>
          </a:p>
          <a:p>
            <a:pPr marL="522151" lvl="2" indent="-171450">
              <a:buFont typeface="Arial" panose="020B0604020202020204" pitchFamily="34" charset="0"/>
              <a:buChar char="•"/>
            </a:pPr>
            <a:r>
              <a:rPr lang="en-US" dirty="0">
                <a:effectLst/>
              </a:rPr>
              <a:t>The host portion is contained in the last octet (.123)</a:t>
            </a:r>
          </a:p>
          <a:p>
            <a:pPr marL="179388" lvl="0" indent="-171450">
              <a:buFont typeface="Arial" panose="020B0604020202020204" pitchFamily="34" charset="0"/>
              <a:buChar char="•"/>
            </a:pPr>
            <a:r>
              <a:rPr lang="en-US" dirty="0">
                <a:effectLst/>
              </a:rPr>
              <a:t>10.1.1.9 with a subnet mask of 255.255.0.0</a:t>
            </a:r>
          </a:p>
          <a:p>
            <a:pPr marL="522151" lvl="2" indent="-171450">
              <a:buFont typeface="Courier New" panose="02070309020205020404" pitchFamily="49" charset="0"/>
              <a:buChar char="o"/>
            </a:pPr>
            <a:r>
              <a:rPr lang="en-US" dirty="0">
                <a:effectLst/>
              </a:rPr>
              <a:t>The network portion covers the first two octets </a:t>
            </a:r>
          </a:p>
          <a:p>
            <a:pPr marL="522151" lvl="2" indent="-171450">
              <a:buFont typeface="Courier New" panose="02070309020205020404" pitchFamily="49" charset="0"/>
              <a:buChar char="o"/>
            </a:pPr>
            <a:r>
              <a:rPr lang="en-US" dirty="0">
                <a:effectLst/>
              </a:rPr>
              <a:t>The host portion covers the last two octets </a:t>
            </a:r>
          </a:p>
          <a:p>
            <a:pPr marL="522151" lvl="2" indent="-171450">
              <a:buFont typeface="Courier New" panose="02070309020205020404" pitchFamily="49" charset="0"/>
              <a:buChar char="o"/>
            </a:pPr>
            <a:r>
              <a:rPr lang="en-US" dirty="0">
                <a:effectLst/>
              </a:rPr>
              <a:t>To determine the broadcast address, we set all bits in the host portion to 1. This changes the last two octets to 255.255, since in binary form, all host bits set to 1 correspond to the decimal value 255. Therefore, the broadcast address for the network 10.1.0.0 is 10.1.255.255. </a:t>
            </a:r>
          </a:p>
          <a:p>
            <a:pPr marL="179388" lvl="0" indent="-171450">
              <a:buFont typeface="Arial" panose="020B0604020202020204" pitchFamily="34" charset="0"/>
              <a:buChar char="•"/>
            </a:pPr>
            <a:r>
              <a:rPr lang="en-US" dirty="0">
                <a:effectLst/>
              </a:rPr>
              <a:t>198.51.100.16 with a subnet mask of 255.255.255.0</a:t>
            </a:r>
          </a:p>
          <a:p>
            <a:pPr marL="522151" lvl="2" indent="-171450">
              <a:buFont typeface="Courier New" panose="02070309020205020404" pitchFamily="49" charset="0"/>
              <a:buChar char="o"/>
            </a:pPr>
            <a:r>
              <a:rPr lang="en-US" dirty="0">
                <a:effectLst/>
              </a:rPr>
              <a:t>The network portion covers the first three octets</a:t>
            </a:r>
          </a:p>
          <a:p>
            <a:pPr marL="522151" lvl="2" indent="-171450">
              <a:buFont typeface="Courier New" panose="02070309020205020404" pitchFamily="49" charset="0"/>
              <a:buChar char="o"/>
            </a:pPr>
            <a:r>
              <a:rPr lang="en-US" dirty="0">
                <a:effectLst/>
              </a:rPr>
              <a:t>The host portion covers the last octet </a:t>
            </a:r>
          </a:p>
          <a:p>
            <a:pPr marL="522151" lvl="2" indent="-171450">
              <a:buFont typeface="Courier New" panose="02070309020205020404" pitchFamily="49" charset="0"/>
              <a:buChar char="o"/>
            </a:pPr>
            <a:r>
              <a:rPr lang="en-US" dirty="0">
                <a:effectLst/>
              </a:rPr>
              <a:t>The broadcast address is 198.51.100.255 </a:t>
            </a:r>
            <a:endParaRPr lang="en-US"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24</a:t>
            </a:fld>
            <a:endParaRPr lang="en-US" dirty="0"/>
          </a:p>
        </p:txBody>
      </p:sp>
      <p:sp>
        <p:nvSpPr>
          <p:cNvPr id="6" name="Footer Placeholder 5">
            <a:extLst>
              <a:ext uri="{FF2B5EF4-FFF2-40B4-BE49-F238E27FC236}">
                <a16:creationId xmlns:a16="http://schemas.microsoft.com/office/drawing/2014/main" id="{3B413117-3948-CADD-0A16-EAAB162A2FB6}"/>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8224140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pPr marL="7938">
              <a:buNone/>
            </a:pPr>
            <a:r>
              <a:rPr lang="en-US" b="1" dirty="0"/>
              <a:t>Exam Objectives Covered</a:t>
            </a:r>
          </a:p>
          <a:p>
            <a:pPr marL="179388" indent="-171450">
              <a:buFont typeface="Arial" panose="020B0604020202020204" pitchFamily="34" charset="0"/>
              <a:buChar char="•"/>
            </a:pPr>
            <a:r>
              <a:rPr lang="en-US" dirty="0"/>
              <a:t>1.7 Given a scenario, use appropriate IPv4 network addressing.</a:t>
            </a:r>
          </a:p>
          <a:p>
            <a:endParaRPr lang="en-GB" dirty="0"/>
          </a:p>
        </p:txBody>
      </p:sp>
      <p:sp>
        <p:nvSpPr>
          <p:cNvPr id="5" name="Footer Placeholder 4">
            <a:extLst>
              <a:ext uri="{FF2B5EF4-FFF2-40B4-BE49-F238E27FC236}">
                <a16:creationId xmlns:a16="http://schemas.microsoft.com/office/drawing/2014/main" id="{569E53C5-6430-F06B-7FA5-B8DDC802FE86}"/>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9920466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marR="0" lvl="0" indent="-7938" algn="l" defTabSz="914400" rtl="0" eaLnBrk="1" fontAlgn="auto" latinLnBrk="0" hangingPunct="1">
              <a:lnSpc>
                <a:spcPct val="100000"/>
              </a:lnSpc>
              <a:spcBef>
                <a:spcPts val="0"/>
              </a:spcBef>
              <a:spcAft>
                <a:spcPts val="0"/>
              </a:spcAft>
              <a:buClr>
                <a:srgbClr val="000000"/>
              </a:buClr>
              <a:buSzPts val="1100"/>
              <a:buFont typeface="Arial"/>
              <a:buNone/>
              <a:defRPr/>
            </a:pPr>
            <a:r>
              <a:rPr lang="en-US" b="1" dirty="0"/>
              <a:t>Instructor Notes – Public vs. Private Addressing</a:t>
            </a:r>
            <a:endParaRPr lang="en-US" dirty="0">
              <a:effectLst/>
            </a:endParaRPr>
          </a:p>
          <a:p>
            <a:r>
              <a:rPr lang="en-US" dirty="0">
                <a:effectLst/>
              </a:rPr>
              <a:t>A key distinction between public and private IP addressing lies in the fact that public IPs are unique across the entire internet, enabling devices to find and communicate with each other globally, while private IPs are used within local networks and cannot be directly accessed from the outside internet. This separation enhances security and allows for efficient use of IP addresses within private networks.</a:t>
            </a:r>
            <a:endParaRPr lang="en-US"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26</a:t>
            </a:fld>
            <a:endParaRPr lang="en-US" dirty="0"/>
          </a:p>
        </p:txBody>
      </p:sp>
      <p:sp>
        <p:nvSpPr>
          <p:cNvPr id="6" name="Footer Placeholder 5">
            <a:extLst>
              <a:ext uri="{FF2B5EF4-FFF2-40B4-BE49-F238E27FC236}">
                <a16:creationId xmlns:a16="http://schemas.microsoft.com/office/drawing/2014/main" id="{31329EC6-1678-874B-F2ED-3C867E626C99}"/>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0340737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r>
              <a:rPr lang="en-US" b="1" dirty="0"/>
              <a:t>Instructor Notes - Private IP Addresses</a:t>
            </a:r>
            <a:endParaRPr lang="en-US" dirty="0"/>
          </a:p>
          <a:p>
            <a:pPr marL="179388" indent="-171450">
              <a:buFont typeface="Arial" panose="020B0604020202020204" pitchFamily="34" charset="0"/>
              <a:buChar char="•"/>
            </a:pPr>
            <a:r>
              <a:rPr lang="en-US" dirty="0"/>
              <a:t>A-C can be assigned by private networks without needing to be registered. </a:t>
            </a:r>
          </a:p>
          <a:p>
            <a:pPr marL="179388" indent="-171450">
              <a:buFont typeface="Arial" panose="020B0604020202020204" pitchFamily="34" charset="0"/>
              <a:buChar char="•"/>
            </a:pPr>
            <a:r>
              <a:rPr lang="en-US" dirty="0"/>
              <a:t>Multiple organizations are using the same addresses, but because they are not directly connected to the Internet, there is not a duplication.</a:t>
            </a:r>
          </a:p>
          <a:p>
            <a:pPr marL="179388" indent="-171450">
              <a:buFont typeface="Arial" panose="020B0604020202020204" pitchFamily="34" charset="0"/>
              <a:buChar char="•"/>
            </a:pPr>
            <a:r>
              <a:rPr lang="en-US" dirty="0"/>
              <a:t>D is reserved for multicasting</a:t>
            </a:r>
          </a:p>
          <a:p>
            <a:pPr marL="179388" indent="-171450">
              <a:buFont typeface="Arial" panose="020B0604020202020204" pitchFamily="34" charset="0"/>
              <a:buChar char="•"/>
            </a:pPr>
            <a:r>
              <a:rPr lang="en-US" dirty="0"/>
              <a:t>E is reserved for experimental use and testing</a:t>
            </a:r>
          </a:p>
          <a:p>
            <a:pPr marL="7938">
              <a:buNone/>
            </a:pPr>
            <a:endParaRPr lang="en-US" dirty="0"/>
          </a:p>
          <a:p>
            <a:pPr marL="7938">
              <a:buNone/>
            </a:pPr>
            <a:r>
              <a:rPr lang="en-US" b="1" dirty="0"/>
              <a:t>Suggested Instructional Tip </a:t>
            </a:r>
          </a:p>
          <a:p>
            <a:pPr marL="7938">
              <a:buNone/>
            </a:pPr>
            <a:r>
              <a:rPr lang="en-US" dirty="0"/>
              <a:t>Students need to learn these ranges.</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27</a:t>
            </a:fld>
            <a:endParaRPr lang="en-US" dirty="0"/>
          </a:p>
        </p:txBody>
      </p:sp>
      <p:sp>
        <p:nvSpPr>
          <p:cNvPr id="6" name="Footer Placeholder 5">
            <a:extLst>
              <a:ext uri="{FF2B5EF4-FFF2-40B4-BE49-F238E27FC236}">
                <a16:creationId xmlns:a16="http://schemas.microsoft.com/office/drawing/2014/main" id="{AB417B99-1A5C-B580-BF4B-434202BC4444}"/>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5912064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Suggested Instructional Tips – IPv4 Address Scheme Design</a:t>
            </a:r>
          </a:p>
          <a:p>
            <a:pPr marL="171450" indent="-171450">
              <a:buFont typeface="Arial" panose="020B0604020202020204" pitchFamily="34" charset="0"/>
              <a:buChar char="•"/>
            </a:pPr>
            <a:r>
              <a:rPr lang="en-US" dirty="0"/>
              <a:t>This section is critical. Allow plenty of time for it and when you feel your students can grasp this, then move on.</a:t>
            </a:r>
          </a:p>
          <a:p>
            <a:pPr marL="171450" indent="-171450">
              <a:buFont typeface="Arial" panose="020B0604020202020204" pitchFamily="34" charset="0"/>
              <a:buChar char="•"/>
            </a:pPr>
            <a:r>
              <a:rPr lang="en-US" dirty="0"/>
              <a:t>Note that CIDR/supernetting and VLSM are covered later (in lesson 7).</a:t>
            </a:r>
          </a:p>
          <a:p>
            <a:pPr>
              <a:buNone/>
            </a:pPr>
            <a:endParaRPr lang="en-US" dirty="0">
              <a:effectLst/>
            </a:endParaRPr>
          </a:p>
          <a:p>
            <a:pPr>
              <a:buFont typeface="Arial" panose="020B0604020202020204" pitchFamily="34" charset="0"/>
              <a:buNone/>
            </a:pPr>
            <a:r>
              <a:rPr lang="en-US" dirty="0">
                <a:effectLst/>
              </a:rPr>
              <a:t>Note: When designing an IPv4 address scheme, always start by evaluating the total number of hosts required for each subnet to minimize wastage of IP addresses, and consider future network expansion to ensure scalability.</a:t>
            </a:r>
          </a:p>
          <a:p>
            <a:endParaRPr lang="en-US" dirty="0">
              <a:effectLst/>
            </a:endParaRP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28</a:t>
            </a:fld>
            <a:endParaRPr lang="en-US" dirty="0"/>
          </a:p>
        </p:txBody>
      </p:sp>
      <p:sp>
        <p:nvSpPr>
          <p:cNvPr id="6" name="Footer Placeholder 5">
            <a:extLst>
              <a:ext uri="{FF2B5EF4-FFF2-40B4-BE49-F238E27FC236}">
                <a16:creationId xmlns:a16="http://schemas.microsoft.com/office/drawing/2014/main" id="{665D98A5-67B6-9592-8314-EA2CA683F3CC}"/>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3037213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r>
              <a:rPr lang="en-US" b="1" dirty="0"/>
              <a:t>Instructor Notes – Classful Addressing</a:t>
            </a:r>
          </a:p>
          <a:p>
            <a:pPr marL="179388" indent="-171450">
              <a:buFont typeface="Arial" panose="020B0604020202020204" pitchFamily="34" charset="0"/>
              <a:buChar char="•"/>
            </a:pPr>
            <a:r>
              <a:rPr lang="en-US" dirty="0">
                <a:effectLst/>
              </a:rPr>
              <a:t>Divides the IP address space into fixed classes, each with a different range of IP addresses.</a:t>
            </a:r>
          </a:p>
          <a:p>
            <a:pPr marL="179388" indent="-171450">
              <a:buFont typeface="Arial" panose="020B0604020202020204" pitchFamily="34" charset="0"/>
              <a:buChar char="•"/>
            </a:pPr>
            <a:r>
              <a:rPr lang="en-US" dirty="0">
                <a:effectLst/>
              </a:rPr>
              <a:t>Uses a default subnet mask based on the class of the IP address.</a:t>
            </a:r>
          </a:p>
          <a:p>
            <a:pPr marL="179388" indent="-171450">
              <a:buFont typeface="Arial" panose="020B0604020202020204" pitchFamily="34" charset="0"/>
              <a:buChar char="•"/>
            </a:pPr>
            <a:r>
              <a:rPr lang="en-US" dirty="0">
                <a:effectLst/>
              </a:rPr>
              <a:t>Lacks flexibility as it does not allow for variable length subnetting or efficient IP address usage.</a:t>
            </a:r>
            <a:r>
              <a:rPr lang="en-US" dirty="0"/>
              <a:t> </a:t>
            </a:r>
          </a:p>
          <a:p>
            <a:pPr marL="7938">
              <a:buFont typeface="Arial" panose="020B0604020202020204" pitchFamily="34" charset="0"/>
              <a:buChar char="•"/>
            </a:pPr>
            <a:endParaRPr lang="en-US" dirty="0"/>
          </a:p>
          <a:p>
            <a:pPr marL="7938">
              <a:buFont typeface="Arial" panose="020B0604020202020204" pitchFamily="34" charset="0"/>
              <a:buNone/>
            </a:pPr>
            <a:r>
              <a:rPr lang="en-US" b="0" dirty="0"/>
              <a:t>Image Description:</a:t>
            </a:r>
          </a:p>
          <a:p>
            <a:pPr marL="7938" marR="0" algn="l" rtl="0">
              <a:lnSpc>
                <a:spcPct val="100000"/>
              </a:lnSpc>
              <a:spcBef>
                <a:spcPts val="0"/>
              </a:spcBef>
              <a:spcAft>
                <a:spcPts val="0"/>
              </a:spcAft>
              <a:buClr>
                <a:srgbClr val="000000"/>
              </a:buClr>
              <a:buSzPts val="1100"/>
              <a:buFont typeface="Arial" panose="020B0604020202020204" pitchFamily="34" charset="0"/>
              <a:buNone/>
            </a:pPr>
            <a:r>
              <a:rPr lang="en-US" b="0" i="0" u="none" strike="noStrike" cap="none" dirty="0">
                <a:effectLst/>
                <a:cs typeface="Arial"/>
                <a:sym typeface="Arial"/>
              </a:rPr>
              <a:t>Class A network has 8 bits as the network ID and 24 bits as the host ID. </a:t>
            </a:r>
          </a:p>
          <a:p>
            <a:pPr marL="179388" marR="0" lvl="1" indent="-171450" algn="l" rtl="0">
              <a:lnSpc>
                <a:spcPct val="100000"/>
              </a:lnSpc>
              <a:spcBef>
                <a:spcPts val="0"/>
              </a:spcBef>
              <a:spcAft>
                <a:spcPts val="0"/>
              </a:spcAft>
              <a:buClr>
                <a:srgbClr val="000000"/>
              </a:buClr>
              <a:buSzPts val="1100"/>
              <a:buFont typeface="Arial" panose="020B0604020202020204" pitchFamily="34" charset="0"/>
              <a:buChar char="•"/>
            </a:pPr>
            <a:r>
              <a:rPr lang="en-US" b="0" i="0" u="none" strike="noStrike" cap="none" dirty="0">
                <a:effectLst/>
                <a:cs typeface="Arial"/>
                <a:sym typeface="Arial"/>
              </a:rPr>
              <a:t>Number of networks: 126. </a:t>
            </a:r>
          </a:p>
          <a:p>
            <a:pPr marL="179388" marR="0" lvl="1" indent="-171450" algn="l" rtl="0">
              <a:lnSpc>
                <a:spcPct val="100000"/>
              </a:lnSpc>
              <a:spcBef>
                <a:spcPts val="0"/>
              </a:spcBef>
              <a:spcAft>
                <a:spcPts val="0"/>
              </a:spcAft>
              <a:buClr>
                <a:srgbClr val="000000"/>
              </a:buClr>
              <a:buSzPts val="1100"/>
              <a:buFont typeface="Arial" panose="020B0604020202020204" pitchFamily="34" charset="0"/>
              <a:buChar char="•"/>
            </a:pPr>
            <a:r>
              <a:rPr lang="en-US" b="0" i="0" u="none" strike="noStrike" cap="none" dirty="0">
                <a:effectLst/>
                <a:cs typeface="Arial"/>
                <a:sym typeface="Arial"/>
              </a:rPr>
              <a:t>Number of hosts per network: 16,777,214. </a:t>
            </a:r>
          </a:p>
          <a:p>
            <a:pPr marL="179388" marR="0" lvl="1" indent="-171450" algn="l" rtl="0">
              <a:lnSpc>
                <a:spcPct val="100000"/>
              </a:lnSpc>
              <a:spcBef>
                <a:spcPts val="0"/>
              </a:spcBef>
              <a:spcAft>
                <a:spcPts val="0"/>
              </a:spcAft>
              <a:buClr>
                <a:srgbClr val="000000"/>
              </a:buClr>
              <a:buSzPts val="1100"/>
              <a:buFont typeface="Arial" panose="020B0604020202020204" pitchFamily="34" charset="0"/>
              <a:buChar char="•"/>
            </a:pPr>
            <a:r>
              <a:rPr lang="en-US" b="0" i="0" u="none" strike="noStrike" cap="none" dirty="0">
                <a:effectLst/>
                <a:cs typeface="Arial"/>
                <a:sym typeface="Arial"/>
              </a:rPr>
              <a:t>First octet of address range: 1 to 126. </a:t>
            </a:r>
          </a:p>
          <a:p>
            <a:pPr marL="7938" marR="0" algn="l" rtl="0">
              <a:lnSpc>
                <a:spcPct val="100000"/>
              </a:lnSpc>
              <a:spcBef>
                <a:spcPts val="0"/>
              </a:spcBef>
              <a:spcAft>
                <a:spcPts val="0"/>
              </a:spcAft>
              <a:buClr>
                <a:srgbClr val="000000"/>
              </a:buClr>
              <a:buSzPts val="1100"/>
              <a:buFont typeface="Arial" panose="020B0604020202020204" pitchFamily="34" charset="0"/>
              <a:buNone/>
            </a:pPr>
            <a:endParaRPr lang="en-US" b="0" i="0" u="none" strike="noStrike" cap="none" dirty="0">
              <a:effectLst/>
              <a:cs typeface="Arial"/>
              <a:sym typeface="Arial"/>
            </a:endParaRPr>
          </a:p>
          <a:p>
            <a:pPr marL="7938" marR="0" algn="l" rtl="0">
              <a:lnSpc>
                <a:spcPct val="100000"/>
              </a:lnSpc>
              <a:spcBef>
                <a:spcPts val="0"/>
              </a:spcBef>
              <a:spcAft>
                <a:spcPts val="0"/>
              </a:spcAft>
              <a:buClr>
                <a:srgbClr val="000000"/>
              </a:buClr>
              <a:buSzPts val="1100"/>
              <a:buFont typeface="Arial" panose="020B0604020202020204" pitchFamily="34" charset="0"/>
              <a:buNone/>
            </a:pPr>
            <a:r>
              <a:rPr lang="en-US" b="0" i="0" u="none" strike="noStrike" cap="none" dirty="0">
                <a:effectLst/>
                <a:cs typeface="Arial"/>
                <a:sym typeface="Arial"/>
              </a:rPr>
              <a:t>Class B network has 16 bits as the network ID and 16 bits as the host ID. </a:t>
            </a:r>
          </a:p>
          <a:p>
            <a:pPr marL="179388" marR="0" lvl="1" indent="-171450" algn="l" rtl="0">
              <a:lnSpc>
                <a:spcPct val="100000"/>
              </a:lnSpc>
              <a:spcBef>
                <a:spcPts val="0"/>
              </a:spcBef>
              <a:spcAft>
                <a:spcPts val="0"/>
              </a:spcAft>
              <a:buClr>
                <a:srgbClr val="000000"/>
              </a:buClr>
              <a:buSzPts val="1100"/>
              <a:buFont typeface="Arial" panose="020B0604020202020204" pitchFamily="34" charset="0"/>
              <a:buChar char="•"/>
            </a:pPr>
            <a:r>
              <a:rPr lang="en-US" b="0" i="0" u="none" strike="noStrike" cap="none" dirty="0">
                <a:effectLst/>
                <a:cs typeface="Arial"/>
                <a:sym typeface="Arial"/>
              </a:rPr>
              <a:t>Number of networks: 16,384. Number of hosts per network: 65,534. </a:t>
            </a:r>
          </a:p>
          <a:p>
            <a:pPr marL="179388" marR="0" lvl="1" indent="-171450" algn="l" rtl="0">
              <a:lnSpc>
                <a:spcPct val="100000"/>
              </a:lnSpc>
              <a:spcBef>
                <a:spcPts val="0"/>
              </a:spcBef>
              <a:spcAft>
                <a:spcPts val="0"/>
              </a:spcAft>
              <a:buClr>
                <a:srgbClr val="000000"/>
              </a:buClr>
              <a:buSzPts val="1100"/>
              <a:buFont typeface="Arial" panose="020B0604020202020204" pitchFamily="34" charset="0"/>
              <a:buChar char="•"/>
            </a:pPr>
            <a:r>
              <a:rPr lang="en-US" b="0" i="0" u="none" strike="noStrike" cap="none" dirty="0">
                <a:effectLst/>
                <a:cs typeface="Arial"/>
                <a:sym typeface="Arial"/>
              </a:rPr>
              <a:t>First octet of address range: 128 to 191. </a:t>
            </a:r>
          </a:p>
          <a:p>
            <a:pPr marL="7938" marR="0" algn="l" rtl="0">
              <a:lnSpc>
                <a:spcPct val="100000"/>
              </a:lnSpc>
              <a:spcBef>
                <a:spcPts val="0"/>
              </a:spcBef>
              <a:spcAft>
                <a:spcPts val="0"/>
              </a:spcAft>
              <a:buClr>
                <a:srgbClr val="000000"/>
              </a:buClr>
              <a:buSzPts val="1100"/>
              <a:buFont typeface="Arial" panose="020B0604020202020204" pitchFamily="34" charset="0"/>
              <a:buNone/>
            </a:pPr>
            <a:endParaRPr lang="en-US" b="0" i="0" u="none" strike="noStrike" cap="none" dirty="0">
              <a:effectLst/>
              <a:cs typeface="Arial"/>
              <a:sym typeface="Arial"/>
            </a:endParaRPr>
          </a:p>
          <a:p>
            <a:pPr marL="7938" marR="0" algn="l" rtl="0">
              <a:lnSpc>
                <a:spcPct val="100000"/>
              </a:lnSpc>
              <a:spcBef>
                <a:spcPts val="0"/>
              </a:spcBef>
              <a:spcAft>
                <a:spcPts val="0"/>
              </a:spcAft>
              <a:buClr>
                <a:srgbClr val="000000"/>
              </a:buClr>
              <a:buSzPts val="1100"/>
              <a:buFont typeface="Arial" panose="020B0604020202020204" pitchFamily="34" charset="0"/>
              <a:buNone/>
            </a:pPr>
            <a:r>
              <a:rPr lang="en-US" b="0" i="0" u="none" strike="noStrike" cap="none" dirty="0">
                <a:effectLst/>
                <a:cs typeface="Arial"/>
                <a:sym typeface="Arial"/>
              </a:rPr>
              <a:t>Class C network has 24 bits as the network ID and 8 bits as the host ID. </a:t>
            </a:r>
          </a:p>
          <a:p>
            <a:pPr marL="179388" marR="0" lvl="1" indent="-171450" algn="l" rtl="0">
              <a:lnSpc>
                <a:spcPct val="100000"/>
              </a:lnSpc>
              <a:spcBef>
                <a:spcPts val="0"/>
              </a:spcBef>
              <a:spcAft>
                <a:spcPts val="0"/>
              </a:spcAft>
              <a:buClr>
                <a:srgbClr val="000000"/>
              </a:buClr>
              <a:buSzPts val="1100"/>
              <a:buFont typeface="Arial" panose="020B0604020202020204" pitchFamily="34" charset="0"/>
              <a:buChar char="•"/>
            </a:pPr>
            <a:r>
              <a:rPr lang="en-US" b="0" i="0" u="none" strike="noStrike" cap="none" dirty="0">
                <a:effectLst/>
                <a:cs typeface="Arial"/>
                <a:sym typeface="Arial"/>
              </a:rPr>
              <a:t>Number of networks: 2,097,152. </a:t>
            </a:r>
          </a:p>
          <a:p>
            <a:pPr marL="179388" marR="0" lvl="1" indent="-171450" algn="l" rtl="0">
              <a:lnSpc>
                <a:spcPct val="100000"/>
              </a:lnSpc>
              <a:spcBef>
                <a:spcPts val="0"/>
              </a:spcBef>
              <a:spcAft>
                <a:spcPts val="0"/>
              </a:spcAft>
              <a:buClr>
                <a:srgbClr val="000000"/>
              </a:buClr>
              <a:buSzPts val="1100"/>
              <a:buFont typeface="Arial" panose="020B0604020202020204" pitchFamily="34" charset="0"/>
              <a:buChar char="•"/>
            </a:pPr>
            <a:r>
              <a:rPr lang="en-US" b="0" i="0" u="none" strike="noStrike" cap="none" dirty="0">
                <a:effectLst/>
                <a:cs typeface="Arial"/>
                <a:sym typeface="Arial"/>
              </a:rPr>
              <a:t>Number of hosts per network: 254. </a:t>
            </a:r>
          </a:p>
          <a:p>
            <a:pPr marL="179388" marR="0" lvl="1" indent="-171450" algn="l" rtl="0">
              <a:lnSpc>
                <a:spcPct val="100000"/>
              </a:lnSpc>
              <a:spcBef>
                <a:spcPts val="0"/>
              </a:spcBef>
              <a:spcAft>
                <a:spcPts val="0"/>
              </a:spcAft>
              <a:buClr>
                <a:srgbClr val="000000"/>
              </a:buClr>
              <a:buSzPts val="1100"/>
              <a:buFont typeface="Arial" panose="020B0604020202020204" pitchFamily="34" charset="0"/>
              <a:buChar char="•"/>
            </a:pPr>
            <a:r>
              <a:rPr lang="en-US" b="0" i="0" u="none" strike="noStrike" cap="none" dirty="0">
                <a:effectLst/>
                <a:cs typeface="Arial"/>
                <a:sym typeface="Arial"/>
              </a:rPr>
              <a:t>First octet of address range: 192 to 223.</a:t>
            </a:r>
          </a:p>
          <a:p>
            <a:pPr marL="7938">
              <a:buFont typeface="Arial" panose="020B0604020202020204" pitchFamily="34" charset="0"/>
              <a:buNone/>
            </a:pPr>
            <a:endParaRPr lang="en-US" dirty="0"/>
          </a:p>
          <a:p>
            <a:pPr marL="7938">
              <a:buFont typeface="Arial" panose="020B0604020202020204" pitchFamily="34" charset="0"/>
              <a:buNone/>
            </a:pPr>
            <a:r>
              <a:rPr lang="en-US" b="0" dirty="0"/>
              <a:t>Image Caption:</a:t>
            </a:r>
          </a:p>
          <a:p>
            <a:pPr marL="7938">
              <a:buFont typeface="Arial" panose="020B0604020202020204" pitchFamily="34" charset="0"/>
              <a:buNone/>
            </a:pPr>
            <a:r>
              <a:rPr lang="en-US" dirty="0"/>
              <a:t>Class A, Class B, and Class C networks.</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29</a:t>
            </a:fld>
            <a:endParaRPr lang="en-US" dirty="0"/>
          </a:p>
        </p:txBody>
      </p:sp>
      <p:sp>
        <p:nvSpPr>
          <p:cNvPr id="6" name="Footer Placeholder 5">
            <a:extLst>
              <a:ext uri="{FF2B5EF4-FFF2-40B4-BE49-F238E27FC236}">
                <a16:creationId xmlns:a16="http://schemas.microsoft.com/office/drawing/2014/main" id="{098F20A8-B4E7-A812-5EA5-3EBD87A50B9A}"/>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757854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r>
              <a:rPr lang="en-US" b="1" dirty="0"/>
              <a:t>Instructor Notes – Classless Addressing</a:t>
            </a:r>
          </a:p>
          <a:p>
            <a:pPr marL="7938">
              <a:buNone/>
            </a:pPr>
            <a:endParaRPr lang="en-US" dirty="0">
              <a:effectLst/>
            </a:endParaRPr>
          </a:p>
          <a:p>
            <a:pPr marL="7938">
              <a:buNone/>
            </a:pPr>
            <a:r>
              <a:rPr lang="en-US" dirty="0"/>
              <a:t>Borrowing Bits (Classless Addressing):</a:t>
            </a:r>
          </a:p>
          <a:p>
            <a:pPr marL="179388" indent="-171450">
              <a:buFont typeface="Arial" panose="020B0604020202020204" pitchFamily="34" charset="0"/>
              <a:buChar char="•"/>
            </a:pPr>
            <a:r>
              <a:rPr lang="en-US" dirty="0"/>
              <a:t>A more modern approach known as Classless Inter-Domain Routing (CIDR) that overcomes the limitations of classful addressing.</a:t>
            </a:r>
          </a:p>
          <a:p>
            <a:pPr marL="179388" indent="-171450">
              <a:buFont typeface="Arial" panose="020B0604020202020204" pitchFamily="34" charset="0"/>
              <a:buChar char="•"/>
            </a:pPr>
            <a:r>
              <a:rPr lang="en-US" dirty="0"/>
              <a:t>CIDR allows borrowing bits from the host portion of the address to create subnets.</a:t>
            </a:r>
          </a:p>
          <a:p>
            <a:pPr marL="179388" indent="-171450">
              <a:buFont typeface="Arial" panose="020B0604020202020204" pitchFamily="34" charset="0"/>
              <a:buChar char="•"/>
            </a:pPr>
            <a:r>
              <a:rPr lang="en-US" dirty="0"/>
              <a:t>Subnetting essentially divides a larger network into smaller, more manageable segments.</a:t>
            </a:r>
          </a:p>
          <a:p>
            <a:pPr marL="179388" indent="-171450">
              <a:buFont typeface="Arial" panose="020B0604020202020204" pitchFamily="34" charset="0"/>
              <a:buChar char="•"/>
            </a:pPr>
            <a:r>
              <a:rPr lang="en-US" dirty="0"/>
              <a:t>By borrowing bits, network administrators can create subnets with varying numbers of hosts, catering to specific network size requirements.</a:t>
            </a:r>
          </a:p>
          <a:p>
            <a:pPr marL="522151" lvl="2" indent="-171450">
              <a:buFont typeface="Arial" panose="020B0604020202020204" pitchFamily="34" charset="0"/>
              <a:buChar char="•"/>
            </a:pPr>
            <a:r>
              <a:rPr lang="en-US" dirty="0"/>
              <a:t>Borrowing bits (CIDR) introduced a more flexible approach within classless addressing. It allows for customization of network sizes by creating subnets through the concept of borrowing bits from the host portion of the IP address.</a:t>
            </a:r>
          </a:p>
          <a:p>
            <a:pPr marL="7938" lvl="1"/>
            <a:endParaRPr lang="en-US" dirty="0"/>
          </a:p>
          <a:p>
            <a:pPr marL="7938" lvl="0">
              <a:buNone/>
            </a:pPr>
            <a:r>
              <a:rPr lang="en-US" b="1" dirty="0"/>
              <a:t>Suggested Analogy</a:t>
            </a:r>
          </a:p>
          <a:p>
            <a:pPr marL="179388" lvl="0" indent="-171450">
              <a:buFont typeface="Arial" panose="020B0604020202020204" pitchFamily="34" charset="0"/>
              <a:buChar char="•"/>
            </a:pPr>
            <a:r>
              <a:rPr lang="en-US" dirty="0"/>
              <a:t>Imagine a large apartment complex (classful addressing) with predefined building sizes (number of apartments per building).  Borrowing bits (CIDR) is like having the flexibility to create smaller sub-complexes within the main complex, allowing for more efficient allocation of apartment units based on actual needs.</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30</a:t>
            </a:fld>
            <a:endParaRPr lang="en-US" dirty="0"/>
          </a:p>
        </p:txBody>
      </p:sp>
      <p:sp>
        <p:nvSpPr>
          <p:cNvPr id="6" name="Footer Placeholder 5">
            <a:extLst>
              <a:ext uri="{FF2B5EF4-FFF2-40B4-BE49-F238E27FC236}">
                <a16:creationId xmlns:a16="http://schemas.microsoft.com/office/drawing/2014/main" id="{B5CEF319-1373-5A91-95E0-AFB35081B37D}"/>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9387034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526" rtl="0" eaLnBrk="1" fontAlgn="auto" latinLnBrk="0" hangingPunct="1">
              <a:lnSpc>
                <a:spcPct val="100000"/>
              </a:lnSpc>
              <a:spcBef>
                <a:spcPts val="0"/>
              </a:spcBef>
              <a:spcAft>
                <a:spcPts val="0"/>
              </a:spcAft>
              <a:buClr>
                <a:srgbClr val="000000"/>
              </a:buClr>
              <a:buSzPts val="1100"/>
              <a:buFont typeface="Arial"/>
              <a:buNone/>
              <a:tabLst/>
              <a:defRPr/>
            </a:pPr>
            <a:r>
              <a:rPr lang="en-US" b="1" dirty="0"/>
              <a:t>Instructor Notes – </a:t>
            </a:r>
            <a:r>
              <a:rPr lang="en-US" sz="900" b="1" kern="1200" dirty="0">
                <a:latin typeface="+mn-lt"/>
                <a:ea typeface="+mn-ea"/>
                <a:cs typeface="+mn-cs"/>
              </a:rPr>
              <a:t>Classless Addressing Example</a:t>
            </a:r>
          </a:p>
          <a:p>
            <a:pPr marL="0" indent="0" algn="l" defTabSz="685526" rtl="0" eaLnBrk="1" latinLnBrk="0" hangingPunct="1">
              <a:buNone/>
            </a:pPr>
            <a:r>
              <a:rPr lang="en-US" sz="900" kern="1200" dirty="0">
                <a:latin typeface="+mn-lt"/>
                <a:ea typeface="+mn-ea"/>
                <a:cs typeface="+mn-cs"/>
              </a:rPr>
              <a:t>CIDR is covered on next slide, but the format is introduced on this slide as a transition.</a:t>
            </a:r>
          </a:p>
          <a:p>
            <a:endParaRPr lang="en-US" dirty="0"/>
          </a:p>
          <a:p>
            <a:r>
              <a:rPr lang="en-US" dirty="0"/>
              <a:t>While the range of the new network is 192.168.89.128 - 192.168.89.255, the IP ending in .128 belongs to the network ID, and the IP ending in .255 belongs to the broadcast address, so the IP addresses  available for hosts is 192.168.80.129 - 192.168.89.254</a:t>
            </a:r>
          </a:p>
        </p:txBody>
      </p:sp>
      <p:sp>
        <p:nvSpPr>
          <p:cNvPr id="5" name="Slide Number Placeholder 4"/>
          <p:cNvSpPr>
            <a:spLocks noGrp="1"/>
          </p:cNvSpPr>
          <p:nvPr>
            <p:ph type="sldNum" sz="quarter" idx="5"/>
          </p:nvPr>
        </p:nvSpPr>
        <p:spPr/>
        <p:txBody>
          <a:bodyPr/>
          <a:lstStyle/>
          <a:p>
            <a:fld id="{64FC1154-15AF-4CEB-AEC9-7A3CFB195EFA}" type="slidenum">
              <a:rPr lang="en-US" smtClean="0"/>
              <a:t>31</a:t>
            </a:fld>
            <a:endParaRPr lang="en-US" dirty="0"/>
          </a:p>
        </p:txBody>
      </p:sp>
      <p:sp>
        <p:nvSpPr>
          <p:cNvPr id="6" name="Footer Placeholder 5">
            <a:extLst>
              <a:ext uri="{FF2B5EF4-FFF2-40B4-BE49-F238E27FC236}">
                <a16:creationId xmlns:a16="http://schemas.microsoft.com/office/drawing/2014/main" id="{904D8AE7-98AA-4397-77C9-22E3A88705BD}"/>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41243365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 – Classless Inter-Domain Routing (CIDR)</a:t>
            </a:r>
            <a:endParaRPr lang="en-US" dirty="0"/>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effectLst/>
              </a:rPr>
              <a:t>The Internet has shifted toward a hierarchical routing structure by reengineering classful schemes with CIDR in the case of IPv4. </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effectLst/>
              </a:rPr>
              <a:t>Routers at the top of the hierarchy need to store only the high-level network prefixes, and any given router can conceal the complexity of any networks it owns by advertising a single r</a:t>
            </a:r>
            <a:r>
              <a:rPr lang="en-US" dirty="0"/>
              <a:t>outing prefix. This means that routing tables are kept at a manageable size. </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This is also referred to as route summarization. Note that CIDR/supernetting is the "public" view of a network that is internally more complex.</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0" marR="0" lvl="0" indent="0" algn="l" defTabSz="6855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Emphasize the importance of understanding CIDR (Classless Inter-Domain Routing) notation, as it allows for more efficient use of IP address space by varying the length of the subnet mask according to network size needs.</a:t>
            </a:r>
          </a:p>
          <a:p>
            <a:pPr marL="0" marR="0" lvl="0" indent="0" algn="l" defTabSz="685526"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a:p>
            <a:pPr marL="0" marR="0" lvl="0" indent="0" algn="l" defTabSz="6855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Image Description:</a:t>
            </a:r>
          </a:p>
          <a:p>
            <a:pPr marL="0" marR="0" lvl="0" indent="0" algn="l" defTabSz="6855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The illustration shows two regions: interior and exterior.</a:t>
            </a:r>
          </a:p>
          <a:p>
            <a:pPr marL="0" marR="0" lvl="0" indent="0" algn="l" defTabSz="685526"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a:p>
            <a:pPr marL="0" marR="0" lvl="0" indent="0" algn="l" defTabSz="6855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The interior region has five addresses:</a:t>
            </a:r>
          </a:p>
          <a:p>
            <a:pPr marL="179388" indent="-171450">
              <a:buFont typeface="Arial" panose="020B0604020202020204" pitchFamily="34" charset="0"/>
              <a:buChar char="•"/>
            </a:pPr>
            <a:r>
              <a:rPr lang="en-US" dirty="0"/>
              <a:t>First address: 11000110 (198) 00110011 (51) 01100100 (100) 00000000 (0) slash 24. </a:t>
            </a:r>
          </a:p>
          <a:p>
            <a:pPr marL="179388" indent="-171450">
              <a:buFont typeface="Arial" panose="020B0604020202020204" pitchFamily="34" charset="0"/>
              <a:buChar char="•"/>
            </a:pPr>
            <a:r>
              <a:rPr lang="en-US" dirty="0"/>
              <a:t>Second address: 11000110 (198) 00110011 (51) 01100101 (101) 00000000 (0) slash 24. </a:t>
            </a:r>
          </a:p>
          <a:p>
            <a:pPr marL="179388" indent="-171450">
              <a:buFont typeface="Arial" panose="020B0604020202020204" pitchFamily="34" charset="0"/>
              <a:buChar char="•"/>
            </a:pPr>
            <a:r>
              <a:rPr lang="en-US" dirty="0"/>
              <a:t>Third address: 11000110 (198) 00110011 (51) 01100110 (102) 00000000 (0) slash 24. </a:t>
            </a:r>
          </a:p>
          <a:p>
            <a:pPr marL="179388" indent="-171450">
              <a:buFont typeface="Arial" panose="020B0604020202020204" pitchFamily="34" charset="0"/>
              <a:buChar char="•"/>
            </a:pPr>
            <a:r>
              <a:rPr lang="en-US" dirty="0"/>
              <a:t>Fourth address: 11000110 (198) 00110011 (51) 01100111 (103) 00000000 (0) slash 24. </a:t>
            </a:r>
          </a:p>
          <a:p>
            <a:pPr marL="179388" indent="-171450">
              <a:buFont typeface="Arial" panose="020B0604020202020204" pitchFamily="34" charset="0"/>
              <a:buChar char="•"/>
            </a:pPr>
            <a:r>
              <a:rPr lang="en-US" dirty="0"/>
              <a:t>Fifth address: 11111111 (255) 11111111 (255) 11111111 (255) 00000000. </a:t>
            </a:r>
          </a:p>
          <a:p>
            <a:pPr marL="457200" indent="-298450">
              <a:buFont typeface="Arial" panose="020B0604020202020204" pitchFamily="34" charset="0"/>
              <a:buChar char="•"/>
            </a:pPr>
            <a:endParaRPr lang="en-US" dirty="0"/>
          </a:p>
          <a:p>
            <a:pPr marL="0" marR="0" lvl="0" indent="0" algn="l" defTabSz="6855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The exterior region has two addresses:</a:t>
            </a:r>
          </a:p>
          <a:p>
            <a:pPr marL="179388" marR="0" lvl="0" indent="-171450" fontAlgn="auto">
              <a:lnSpc>
                <a:spcPct val="100000"/>
              </a:lnSpc>
              <a:spcBef>
                <a:spcPts val="0"/>
              </a:spcBef>
              <a:spcAft>
                <a:spcPts val="0"/>
              </a:spcAft>
              <a:buClrTx/>
              <a:buSzTx/>
              <a:buFont typeface="Arial" panose="020B0604020202020204" pitchFamily="34" charset="0"/>
              <a:buChar char="•"/>
              <a:tabLst/>
              <a:defRPr/>
            </a:pPr>
            <a:r>
              <a:rPr lang="en-US" dirty="0"/>
              <a:t>First address: 11000110 (198) 00110011 (51) 01100100 (100) 00000000 (0) slash 22. </a:t>
            </a:r>
          </a:p>
          <a:p>
            <a:pPr marL="179388" marR="0" lvl="0" indent="-171450" fontAlgn="auto">
              <a:lnSpc>
                <a:spcPct val="100000"/>
              </a:lnSpc>
              <a:spcBef>
                <a:spcPts val="0"/>
              </a:spcBef>
              <a:spcAft>
                <a:spcPts val="0"/>
              </a:spcAft>
              <a:buClrTx/>
              <a:buSzTx/>
              <a:buFont typeface="Arial" panose="020B0604020202020204" pitchFamily="34" charset="0"/>
              <a:buChar char="•"/>
              <a:tabLst/>
              <a:defRPr/>
            </a:pPr>
            <a:r>
              <a:rPr lang="en-US" dirty="0"/>
              <a:t>Second address: 11111111 (255) 11111111 (255) 11111100 (252) 00000000 (0). </a:t>
            </a:r>
          </a:p>
          <a:p>
            <a:pPr marL="457200" marR="0" lvl="0" indent="-298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7620">
              <a:buNone/>
            </a:pPr>
            <a:r>
              <a:rPr lang="en-US" dirty="0"/>
              <a:t>The first 22 bits represent supernet ID and the next 10 bits represent network ID.</a:t>
            </a:r>
            <a:endParaRPr lang="en-US" dirty="0">
              <a:cs typeface="Calibri"/>
            </a:endParaRPr>
          </a:p>
          <a:p>
            <a:pPr marL="7620">
              <a:buNone/>
            </a:pPr>
            <a:r>
              <a:rPr lang="en-US" dirty="0"/>
              <a:t>Using CIDR/supernetting to summarize four /24 networks as one /22 network.</a:t>
            </a:r>
            <a:endParaRPr lang="en-US" dirty="0">
              <a:cs typeface="Calibri"/>
            </a:endParaRPr>
          </a:p>
          <a:p>
            <a:pPr marL="7938" marR="0" lvl="0" algn="l" defTabSz="685526" rtl="0" eaLnBrk="1" fontAlgn="auto" latinLnBrk="0" hangingPunct="1">
              <a:lnSpc>
                <a:spcPct val="100000"/>
              </a:lnSpc>
              <a:spcBef>
                <a:spcPts val="0"/>
              </a:spcBef>
              <a:spcAft>
                <a:spcPts val="0"/>
              </a:spcAft>
              <a:buClrTx/>
              <a:buSzTx/>
              <a:buFont typeface="Arial" panose="020B0604020202020204" pitchFamily="34" charset="0"/>
              <a:buNone/>
              <a:defRPr/>
            </a:pPr>
            <a:endParaRPr lang="en-US"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32</a:t>
            </a:fld>
            <a:endParaRPr lang="en-US" dirty="0"/>
          </a:p>
        </p:txBody>
      </p:sp>
      <p:sp>
        <p:nvSpPr>
          <p:cNvPr id="6" name="Footer Placeholder 5">
            <a:extLst>
              <a:ext uri="{FF2B5EF4-FFF2-40B4-BE49-F238E27FC236}">
                <a16:creationId xmlns:a16="http://schemas.microsoft.com/office/drawing/2014/main" id="{2A3057CC-CE59-A36D-B6ED-8430D95B65BF}"/>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2159061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 – Variable Length Subnetting (VLSM) </a:t>
            </a:r>
          </a:p>
          <a:p>
            <a:r>
              <a:rPr lang="en-US" b="0" i="0" dirty="0">
                <a:effectLst/>
              </a:rPr>
              <a:t>Where CIDR/supernetting is the public view, VLSM is used to maximize address space usage within a private network (though that private network could be the network by which an ISP allocates public addresses to its customers).</a:t>
            </a:r>
          </a:p>
          <a:p>
            <a:endParaRPr lang="en-US" dirty="0"/>
          </a:p>
          <a:p>
            <a:pPr marL="0" marR="0" lvl="0" indent="0" algn="l" defTabSz="685526" rtl="0" eaLnBrk="1" fontAlgn="auto" latinLnBrk="0" hangingPunct="1">
              <a:lnSpc>
                <a:spcPct val="100000"/>
              </a:lnSpc>
              <a:spcBef>
                <a:spcPts val="0"/>
              </a:spcBef>
              <a:spcAft>
                <a:spcPts val="0"/>
              </a:spcAft>
              <a:buClrTx/>
              <a:buSzTx/>
              <a:buFontTx/>
              <a:buNone/>
              <a:tabLst/>
              <a:defRPr/>
            </a:pPr>
            <a:r>
              <a:rPr lang="en-US" dirty="0"/>
              <a:t>Focus </a:t>
            </a:r>
            <a:r>
              <a:rPr lang="en-US" i="0" dirty="0">
                <a:effectLst/>
              </a:rPr>
              <a:t>on practical exercises that involve dividing a network into subnets of different sizes to meet specific requirements. Reinforce the concept that subnetting can be tailored to fit various network needs efficiently.</a:t>
            </a:r>
          </a:p>
          <a:p>
            <a:endParaRPr lang="en-US" dirty="0"/>
          </a:p>
          <a:p>
            <a:r>
              <a:rPr lang="en-US" dirty="0"/>
              <a:t>Image Description:</a:t>
            </a:r>
          </a:p>
          <a:p>
            <a:r>
              <a:rPr lang="en-US" i="0" dirty="0"/>
              <a:t>The diagram shows three routers: router A, router B, and router C. </a:t>
            </a:r>
          </a:p>
          <a:p>
            <a:r>
              <a:rPr lang="en-US" i="0" dirty="0"/>
              <a:t>Router A (G1 and G2) is connected to routers B (G0) and C (G0). </a:t>
            </a:r>
          </a:p>
          <a:p>
            <a:r>
              <a:rPr lang="en-US" i="0" dirty="0"/>
              <a:t>G0 is connected to three end systems labeled 80, 30, and 8. </a:t>
            </a:r>
          </a:p>
          <a:p>
            <a:r>
              <a:rPr lang="en-US" i="0" dirty="0"/>
              <a:t>G1 of router B connected to end system, 12. </a:t>
            </a:r>
          </a:p>
          <a:p>
            <a:r>
              <a:rPr lang="en-US" i="0" dirty="0"/>
              <a:t>G2 of router B connected to G1 of router C. </a:t>
            </a:r>
          </a:p>
          <a:p>
            <a:r>
              <a:rPr lang="en-US" i="0" dirty="0"/>
              <a:t>G2 of router C connected to 12.</a:t>
            </a:r>
          </a:p>
          <a:p>
            <a:endParaRPr lang="en-US" dirty="0"/>
          </a:p>
          <a:p>
            <a:r>
              <a:rPr lang="en-US" dirty="0"/>
              <a:t>Image Caption:</a:t>
            </a:r>
          </a:p>
          <a:p>
            <a:pPr marL="0" marR="0" lvl="0" indent="0" algn="l" defTabSz="685526" rtl="0" eaLnBrk="1" fontAlgn="auto" latinLnBrk="0" hangingPunct="1">
              <a:lnSpc>
                <a:spcPct val="100000"/>
              </a:lnSpc>
              <a:spcBef>
                <a:spcPts val="0"/>
              </a:spcBef>
              <a:spcAft>
                <a:spcPts val="0"/>
              </a:spcAft>
              <a:buClrTx/>
              <a:buSzTx/>
              <a:buFontTx/>
              <a:buNone/>
              <a:tabLst/>
              <a:defRPr/>
            </a:pPr>
            <a:r>
              <a:rPr lang="en-US" i="0" dirty="0"/>
              <a:t>VLSM design topology diagram. (Images © 123RF.com.)</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33</a:t>
            </a:fld>
            <a:endParaRPr lang="en-US" dirty="0"/>
          </a:p>
        </p:txBody>
      </p:sp>
      <p:sp>
        <p:nvSpPr>
          <p:cNvPr id="6" name="Footer Placeholder 5">
            <a:extLst>
              <a:ext uri="{FF2B5EF4-FFF2-40B4-BE49-F238E27FC236}">
                <a16:creationId xmlns:a16="http://schemas.microsoft.com/office/drawing/2014/main" id="{0563008E-CA7E-28AB-C416-B288E43D0665}"/>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7307366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Activity – Classless Addressing</a:t>
            </a:r>
          </a:p>
          <a:p>
            <a:r>
              <a:rPr lang="en-US" dirty="0"/>
              <a:t>Have learners calculate the cells in white on their own or in groups.</a:t>
            </a:r>
          </a:p>
        </p:txBody>
      </p:sp>
      <p:sp>
        <p:nvSpPr>
          <p:cNvPr id="5" name="Slide Number Placeholder 4"/>
          <p:cNvSpPr>
            <a:spLocks noGrp="1"/>
          </p:cNvSpPr>
          <p:nvPr>
            <p:ph type="sldNum" sz="quarter" idx="5"/>
          </p:nvPr>
        </p:nvSpPr>
        <p:spPr/>
        <p:txBody>
          <a:bodyPr/>
          <a:lstStyle/>
          <a:p>
            <a:fld id="{64FC1154-15AF-4CEB-AEC9-7A3CFB195EFA}" type="slidenum">
              <a:rPr lang="en-US" smtClean="0"/>
              <a:t>34</a:t>
            </a:fld>
            <a:endParaRPr lang="en-US" dirty="0"/>
          </a:p>
        </p:txBody>
      </p:sp>
      <p:sp>
        <p:nvSpPr>
          <p:cNvPr id="6" name="Footer Placeholder 5">
            <a:extLst>
              <a:ext uri="{FF2B5EF4-FFF2-40B4-BE49-F238E27FC236}">
                <a16:creationId xmlns:a16="http://schemas.microsoft.com/office/drawing/2014/main" id="{655E19AB-C495-503A-D46A-DCD1050BA58F}"/>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41117519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Activity – Classless Addressing</a:t>
            </a:r>
          </a:p>
          <a:p>
            <a:r>
              <a:rPr lang="en-US" dirty="0"/>
              <a:t>Answers:</a:t>
            </a:r>
          </a:p>
          <a:p>
            <a:pPr marL="171450" indent="-171450">
              <a:buFont typeface="Arial" panose="020B0604020202020204" pitchFamily="34" charset="0"/>
              <a:buChar char="•"/>
            </a:pPr>
            <a:r>
              <a:rPr lang="en-US" dirty="0"/>
              <a:t>Borrow two bits from the host to give to the network</a:t>
            </a:r>
            <a:br>
              <a:rPr lang="en-US" dirty="0"/>
            </a:br>
            <a:r>
              <a:rPr lang="en-US" dirty="0"/>
              <a:t>11000000.10101000.01011001.00000000</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What is the new network ID for the second Subnet?</a:t>
            </a:r>
            <a:br>
              <a:rPr lang="en-US" dirty="0"/>
            </a:br>
            <a:r>
              <a:rPr lang="en-US" dirty="0"/>
              <a:t>192.168.89.64</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What is the range of IP addresses for the second Subnet?</a:t>
            </a:r>
            <a:br>
              <a:rPr lang="en-US" dirty="0"/>
            </a:br>
            <a:r>
              <a:rPr lang="en-US" dirty="0"/>
              <a:t>192.168.89.65 to 192.168.89.126</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What is the new Subnet mask?</a:t>
            </a:r>
            <a:br>
              <a:rPr lang="en-US" dirty="0"/>
            </a:br>
            <a:r>
              <a:rPr lang="en-US" dirty="0"/>
              <a:t>255.255.255.192 or 192.168.89.192 /26</a:t>
            </a:r>
          </a:p>
        </p:txBody>
      </p:sp>
      <p:sp>
        <p:nvSpPr>
          <p:cNvPr id="5" name="Slide Number Placeholder 4"/>
          <p:cNvSpPr>
            <a:spLocks noGrp="1"/>
          </p:cNvSpPr>
          <p:nvPr>
            <p:ph type="sldNum" sz="quarter" idx="5"/>
          </p:nvPr>
        </p:nvSpPr>
        <p:spPr/>
        <p:txBody>
          <a:bodyPr/>
          <a:lstStyle/>
          <a:p>
            <a:fld id="{64FC1154-15AF-4CEB-AEC9-7A3CFB195EFA}" type="slidenum">
              <a:rPr lang="en-US" smtClean="0"/>
              <a:t>35</a:t>
            </a:fld>
            <a:endParaRPr lang="en-US" dirty="0"/>
          </a:p>
        </p:txBody>
      </p:sp>
      <p:sp>
        <p:nvSpPr>
          <p:cNvPr id="6" name="Footer Placeholder 5">
            <a:extLst>
              <a:ext uri="{FF2B5EF4-FFF2-40B4-BE49-F238E27FC236}">
                <a16:creationId xmlns:a16="http://schemas.microsoft.com/office/drawing/2014/main" id="{0AAF0C65-F380-22A4-C775-B2F005CFA4BE}"/>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41303679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r>
              <a:rPr lang="en-GB" b="1" dirty="0"/>
              <a:t>Exam Objectives Covered</a:t>
            </a:r>
            <a:endParaRPr lang="en-GB" dirty="0"/>
          </a:p>
          <a:p>
            <a:pPr marL="171450" indent="-171450">
              <a:buFont typeface="Arial" panose="020B0604020202020204" pitchFamily="34" charset="0"/>
              <a:buChar char="•"/>
            </a:pPr>
            <a:r>
              <a:rPr lang="en-GB" dirty="0"/>
              <a:t>5.5 Given a scenario, use the appropriate tool or protocol to solve networking issues.</a:t>
            </a:r>
          </a:p>
          <a:p>
            <a:endParaRPr lang="en-GB" dirty="0"/>
          </a:p>
          <a:p>
            <a:r>
              <a:rPr lang="en-GB" b="1" dirty="0"/>
              <a:t>Suggested Instructional Tip – IP Troubleshooting Tools</a:t>
            </a:r>
            <a:endParaRPr lang="en-GB" dirty="0"/>
          </a:p>
          <a:p>
            <a:r>
              <a:rPr lang="en-GB" dirty="0"/>
              <a:t>This section should not require too much presentation time. The basic commands should be familiar from A+, so focus on interpreting output.</a:t>
            </a:r>
          </a:p>
        </p:txBody>
      </p:sp>
      <p:sp>
        <p:nvSpPr>
          <p:cNvPr id="5" name="Footer Placeholder 4">
            <a:extLst>
              <a:ext uri="{FF2B5EF4-FFF2-40B4-BE49-F238E27FC236}">
                <a16:creationId xmlns:a16="http://schemas.microsoft.com/office/drawing/2014/main" id="{298D2987-73D4-3817-2C81-65E97B8CFB03}"/>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7391975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 - ipconfig</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Use case: </a:t>
            </a:r>
            <a:r>
              <a:rPr lang="en-US" i="1" dirty="0">
                <a:effectLst/>
              </a:rPr>
              <a:t>ipconfig</a:t>
            </a:r>
            <a:r>
              <a:rPr lang="en-US" dirty="0">
                <a:effectLst/>
              </a:rPr>
              <a:t> is especially effective for quickly obtaining a host's current IP address, subnet mask, and default gateway, which are critical for network troubleshooting and setup.</a:t>
            </a:r>
          </a:p>
          <a:p>
            <a:endParaRPr lang="en-US" b="1" dirty="0"/>
          </a:p>
          <a:p>
            <a:r>
              <a:rPr lang="en-US" b="1" dirty="0"/>
              <a:t>Suggested Instructional Tips </a:t>
            </a:r>
            <a:endParaRPr lang="en-US" dirty="0"/>
          </a:p>
          <a:p>
            <a:r>
              <a:rPr lang="en-US" dirty="0"/>
              <a:t>Encourage students to learn the main switches for ipconfig. Students need to interpret the output to confirm whether a configuration is static or DHCP assigned, whether the correct DHCP server has been used, whether APIPA is in use, and so on.</a:t>
            </a:r>
          </a:p>
          <a:p>
            <a:endParaRPr lang="en-US"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37</a:t>
            </a:fld>
            <a:endParaRPr lang="en-US" dirty="0"/>
          </a:p>
        </p:txBody>
      </p:sp>
      <p:sp>
        <p:nvSpPr>
          <p:cNvPr id="6" name="Footer Placeholder 5">
            <a:extLst>
              <a:ext uri="{FF2B5EF4-FFF2-40B4-BE49-F238E27FC236}">
                <a16:creationId xmlns:a16="http://schemas.microsoft.com/office/drawing/2014/main" id="{82886358-5D37-6B6D-3771-C98DCD847BA1}"/>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8192519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lang="en-US" b="1" dirty="0"/>
              <a:t>Instructor Notes – ifconfig and ip</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Use case: </a:t>
            </a:r>
            <a:r>
              <a:rPr lang="en-US" i="1" dirty="0">
                <a:effectLst/>
              </a:rPr>
              <a:t>ifconfig</a:t>
            </a:r>
            <a:r>
              <a:rPr lang="en-US" dirty="0">
                <a:effectLst/>
              </a:rPr>
              <a:t> is commonly used for configuring, managing, and troubleshooting network interfaces on Unix-like systems, while </a:t>
            </a:r>
            <a:r>
              <a:rPr lang="en-US" i="1" dirty="0">
                <a:effectLst/>
              </a:rPr>
              <a:t>ip addr</a:t>
            </a:r>
            <a:r>
              <a:rPr lang="en-US" dirty="0">
                <a:effectLst/>
              </a:rPr>
              <a:t> is its modern Linux counterpart, offering more detailed information and capabilities for managing IP addresses and network interfaces.</a:t>
            </a:r>
          </a:p>
          <a:p>
            <a:endParaRPr lang="en-US" dirty="0"/>
          </a:p>
          <a:p>
            <a:r>
              <a:rPr lang="en-US" b="1" dirty="0"/>
              <a:t>Suggested Instructional Tips</a:t>
            </a:r>
            <a:endParaRPr lang="en-US" dirty="0"/>
          </a:p>
          <a:p>
            <a:r>
              <a:rPr lang="en-US" dirty="0"/>
              <a:t>Encourage students to learn the main switches for ipconfig. Students need to interpret the output to confirm whether a configuration is static or DHCP assigned, whether the correct DHCP server has been used, whether APIPA is in use, and so on.</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38</a:t>
            </a:fld>
            <a:endParaRPr lang="en-US" dirty="0"/>
          </a:p>
        </p:txBody>
      </p:sp>
      <p:sp>
        <p:nvSpPr>
          <p:cNvPr id="6" name="Footer Placeholder 5">
            <a:extLst>
              <a:ext uri="{FF2B5EF4-FFF2-40B4-BE49-F238E27FC236}">
                <a16:creationId xmlns:a16="http://schemas.microsoft.com/office/drawing/2014/main" id="{0D837D73-E8D9-4FB4-A584-2FF47C813FB1}"/>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1175106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 – arp</a:t>
            </a:r>
            <a:endParaRPr lang="en-US" dirty="0"/>
          </a:p>
          <a:p>
            <a:r>
              <a:rPr lang="en-US" dirty="0"/>
              <a:t>Use Case: The arp command </a:t>
            </a:r>
            <a:r>
              <a:rPr lang="en-US" dirty="0">
                <a:effectLst/>
              </a:rPr>
              <a:t>command is particularly useful when diagnosing network issues, as it allows you to view and modify the IP-to-MAC address mappings in the ARP cache, for instance, when you need to verify if a device is communicating with the correct hardware on the local network.</a:t>
            </a:r>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39</a:t>
            </a:fld>
            <a:endParaRPr lang="en-US" dirty="0"/>
          </a:p>
        </p:txBody>
      </p:sp>
      <p:sp>
        <p:nvSpPr>
          <p:cNvPr id="6" name="Footer Placeholder 5">
            <a:extLst>
              <a:ext uri="{FF2B5EF4-FFF2-40B4-BE49-F238E27FC236}">
                <a16:creationId xmlns:a16="http://schemas.microsoft.com/office/drawing/2014/main" id="{4D33A7BF-5FD1-46FE-509E-6AD7339052D6}"/>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40493895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 – ping</a:t>
            </a:r>
          </a:p>
          <a:p>
            <a:pPr marL="171450" indent="-171450" algn="l">
              <a:buFont typeface="Arial" panose="020B0604020202020204" pitchFamily="34" charset="0"/>
              <a:buChar char="•"/>
            </a:pPr>
            <a:r>
              <a:rPr lang="en-US" dirty="0"/>
              <a:t>Destination host unreachable—There is no routing information (that is, the local computer does not know how to get to that IP address). This might be caused by some sort of configuration error on the local host, such as an incorrect default gateway, by a loss of connectivity with a router, or by a routing configuration error.</a:t>
            </a:r>
          </a:p>
          <a:p>
            <a:pPr marL="171450" indent="-171450" algn="l">
              <a:buFont typeface="Arial" panose="020B0604020202020204" pitchFamily="34" charset="0"/>
              <a:buChar char="•"/>
            </a:pPr>
            <a:r>
              <a:rPr lang="en-US" dirty="0"/>
              <a:t>No reply (Request Timed Out.)—The host is unavailable or cannot route a reply to your computer. Requests time out when the TTL is reduced to 0 because the packet is looping (because of a corrupted routing table), when congestion causes delays, or when a host does not respond.</a:t>
            </a:r>
          </a:p>
          <a:p>
            <a:pPr marL="171450" indent="-171450" algn="l">
              <a:buFont typeface="Arial" panose="020B0604020202020204" pitchFamily="34" charset="0"/>
              <a:buChar char="•"/>
            </a:pPr>
            <a:r>
              <a:rPr lang="en-US" dirty="0"/>
              <a:t>Use case: </a:t>
            </a:r>
            <a:r>
              <a:rPr lang="en-US" b="0" dirty="0">
                <a:effectLst/>
              </a:rPr>
              <a:t>The </a:t>
            </a:r>
            <a:r>
              <a:rPr lang="en-US" b="0" i="1" dirty="0">
                <a:effectLst/>
              </a:rPr>
              <a:t>ping</a:t>
            </a:r>
            <a:r>
              <a:rPr lang="en-US" b="0" dirty="0">
                <a:effectLst/>
              </a:rPr>
              <a:t> command is used to verify the accessibility of a device on a network by sending echo requests and measuring response times, making it essential for troubleshooting connectivity issues.</a:t>
            </a:r>
            <a:endParaRPr lang="en-US" b="1" dirty="0"/>
          </a:p>
          <a:p>
            <a:endParaRPr lang="en-US" b="1" dirty="0"/>
          </a:p>
          <a:p>
            <a:r>
              <a:rPr lang="en-US" b="1" dirty="0"/>
              <a:t>Suggested Instructional Tips </a:t>
            </a:r>
            <a:endParaRPr lang="en-US" dirty="0"/>
          </a:p>
          <a:p>
            <a:r>
              <a:rPr lang="en-US" dirty="0"/>
              <a:t>Emphasize that students should be able to interpret the output from ping: that is, determine that the protocol is not installed/corrupt, that a host is offline, or that a router is offline/route wrongly configured.</a:t>
            </a:r>
          </a:p>
          <a:p>
            <a:endParaRPr lang="en-US"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40</a:t>
            </a:fld>
            <a:endParaRPr lang="en-US" dirty="0"/>
          </a:p>
        </p:txBody>
      </p:sp>
      <p:sp>
        <p:nvSpPr>
          <p:cNvPr id="6" name="Footer Placeholder 5">
            <a:extLst>
              <a:ext uri="{FF2B5EF4-FFF2-40B4-BE49-F238E27FC236}">
                <a16:creationId xmlns:a16="http://schemas.microsoft.com/office/drawing/2014/main" id="{79FEB8E6-2678-FCF4-6E4F-6DBF2498DCA7}"/>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76847735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r>
              <a:rPr lang="en-GB" b="1" dirty="0"/>
              <a:t>Exam Objectives Covered</a:t>
            </a:r>
            <a:endParaRPr lang="en-GB" dirty="0"/>
          </a:p>
          <a:p>
            <a:pPr marL="171450" indent="-171450">
              <a:buFont typeface="Arial" panose="020B0604020202020204" pitchFamily="34" charset="0"/>
              <a:buChar char="•"/>
            </a:pPr>
            <a:r>
              <a:rPr lang="en-GB" dirty="0"/>
              <a:t>1.8 Summarize evolving use cases for modern network environments.</a:t>
            </a:r>
          </a:p>
          <a:p>
            <a:endParaRPr lang="en-GB" dirty="0"/>
          </a:p>
          <a:p>
            <a:r>
              <a:rPr lang="en-GB" b="1" dirty="0"/>
              <a:t>Suggest Instructional Tip</a:t>
            </a:r>
            <a:endParaRPr lang="en-GB" dirty="0"/>
          </a:p>
          <a:p>
            <a:r>
              <a:rPr lang="en-GB" dirty="0"/>
              <a:t>Following the content examples, focus on comparing </a:t>
            </a:r>
            <a:r>
              <a:rPr lang="en-US" dirty="0"/>
              <a:t>IPv6 concepts to their IPv4 equivalents.</a:t>
            </a:r>
            <a:endParaRPr lang="en-GB" dirty="0"/>
          </a:p>
        </p:txBody>
      </p:sp>
      <p:sp>
        <p:nvSpPr>
          <p:cNvPr id="5" name="Footer Placeholder 4">
            <a:extLst>
              <a:ext uri="{FF2B5EF4-FFF2-40B4-BE49-F238E27FC236}">
                <a16:creationId xmlns:a16="http://schemas.microsoft.com/office/drawing/2014/main" id="{181BE7AD-6081-4E92-D61E-265CAC6850E3}"/>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9019950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r>
              <a:rPr lang="en-US" b="1" dirty="0"/>
              <a:t>Instructor Notes - IPv6 vs IPv4</a:t>
            </a:r>
          </a:p>
          <a:p>
            <a:pPr marL="7938">
              <a:buNone/>
            </a:pPr>
            <a:endParaRPr lang="en-US" dirty="0">
              <a:effectLst/>
            </a:endParaRPr>
          </a:p>
          <a:p>
            <a:pPr marL="7938">
              <a:buNone/>
            </a:pPr>
            <a:r>
              <a:rPr lang="en-US" dirty="0">
                <a:effectLst/>
              </a:rPr>
              <a:t>Key Differences:</a:t>
            </a:r>
          </a:p>
          <a:p>
            <a:pPr marL="179388" indent="-171450">
              <a:buFont typeface="Arial" panose="020B0604020202020204" pitchFamily="34" charset="0"/>
              <a:buChar char="•"/>
            </a:pPr>
            <a:r>
              <a:rPr lang="en-US" dirty="0">
                <a:effectLst/>
              </a:rPr>
              <a:t>Address Format: IPv4 uses a decimal format with four octets separated by periods (e.g., 192.168.1.1). IPv6 uses a hexadecimal format with eight groups of four hexadecimal digits separated by colons (e.g., 2001:0db8:0000:0000:0000:ff00:0042:83ff).</a:t>
            </a:r>
          </a:p>
          <a:p>
            <a:pPr marL="179388" indent="-171450">
              <a:buFont typeface="Arial" panose="020B0604020202020204" pitchFamily="34" charset="0"/>
              <a:buChar char="•"/>
            </a:pPr>
            <a:r>
              <a:rPr lang="en-US" dirty="0">
                <a:effectLst/>
              </a:rPr>
              <a:t>Number of Addresses: IPv4 has a limited address space due to its 32-bit format. IPv6 boasts a significantly larger address space, virtually eliminating the possibility of exhaustion in the foreseeable future.</a:t>
            </a:r>
          </a:p>
          <a:p>
            <a:pPr marL="179388" indent="-171450">
              <a:buFont typeface="Arial" panose="020B0604020202020204" pitchFamily="34" charset="0"/>
              <a:buChar char="•"/>
            </a:pPr>
            <a:r>
              <a:rPr lang="en-US" dirty="0">
                <a:effectLst/>
              </a:rPr>
              <a:t>Network and Host Portions: In IPv4, classful addressing or CIDR determines the network portion (NetID). IPv6 relies solely on CIDR notation for subnet masking and defining the network and host portions.</a:t>
            </a:r>
          </a:p>
          <a:p>
            <a:pPr marL="7938">
              <a:buNone/>
            </a:pPr>
            <a:endParaRPr lang="en-US" dirty="0">
              <a:effectLst/>
            </a:endParaRPr>
          </a:p>
          <a:p>
            <a:pPr marL="7938">
              <a:buNone/>
            </a:pPr>
            <a:r>
              <a:rPr lang="en-US" b="1" dirty="0">
                <a:effectLst/>
              </a:rPr>
              <a:t>Additional Notes:</a:t>
            </a:r>
          </a:p>
          <a:p>
            <a:pPr marL="179388" indent="-171450">
              <a:buFont typeface="Arial" panose="020B0604020202020204" pitchFamily="34" charset="0"/>
              <a:buChar char="•"/>
            </a:pPr>
            <a:r>
              <a:rPr lang="en-US" dirty="0">
                <a:effectLst/>
              </a:rPr>
              <a:t>IPv4 remains widely used, but IPv6 adoption is steadily increasing to address the limitations of IPv4's address space.</a:t>
            </a:r>
          </a:p>
          <a:p>
            <a:pPr marL="179388" indent="-171450">
              <a:buFont typeface="Arial" panose="020B0604020202020204" pitchFamily="34" charset="0"/>
              <a:buChar char="•"/>
            </a:pPr>
            <a:r>
              <a:rPr lang="en-US" dirty="0">
                <a:effectLst/>
              </a:rPr>
              <a:t>IPv6 offers several advantages besides a larger address space, including improved security features and simplified header structure.</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42</a:t>
            </a:fld>
            <a:endParaRPr lang="en-US" dirty="0"/>
          </a:p>
        </p:txBody>
      </p:sp>
      <p:sp>
        <p:nvSpPr>
          <p:cNvPr id="6" name="Footer Placeholder 5">
            <a:extLst>
              <a:ext uri="{FF2B5EF4-FFF2-40B4-BE49-F238E27FC236}">
                <a16:creationId xmlns:a16="http://schemas.microsoft.com/office/drawing/2014/main" id="{B0C843EA-F8CF-F2DA-090B-C8950E48455D}"/>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97050895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 – IPv6 Address Format</a:t>
            </a:r>
            <a:endParaRPr lang="en-US" dirty="0"/>
          </a:p>
          <a:p>
            <a:pPr marL="0" marR="0" lvl="0" indent="0" algn="l" defTabSz="685526" rtl="0" eaLnBrk="1" fontAlgn="auto" latinLnBrk="0" hangingPunct="1">
              <a:lnSpc>
                <a:spcPct val="100000"/>
              </a:lnSpc>
              <a:spcBef>
                <a:spcPts val="0"/>
              </a:spcBef>
              <a:spcAft>
                <a:spcPts val="0"/>
              </a:spcAft>
              <a:buClrTx/>
              <a:buSzTx/>
              <a:buFontTx/>
              <a:buNone/>
              <a:tabLst/>
              <a:defRPr/>
            </a:pPr>
            <a:r>
              <a:rPr lang="en-US" dirty="0"/>
              <a:t>Using canonical notation, the hex notation can be compressed further. Where a double byte contains leading 0s, they can be ignored. In addition, one contiguous series of 0s can be replaced by a double colon place marker. You can only use double colon compression once in a given address. </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43</a:t>
            </a:fld>
            <a:endParaRPr lang="en-US" dirty="0"/>
          </a:p>
        </p:txBody>
      </p:sp>
      <p:sp>
        <p:nvSpPr>
          <p:cNvPr id="6" name="Footer Placeholder 5">
            <a:extLst>
              <a:ext uri="{FF2B5EF4-FFF2-40B4-BE49-F238E27FC236}">
                <a16:creationId xmlns:a16="http://schemas.microsoft.com/office/drawing/2014/main" id="{4AD802ED-86DB-C689-87B0-608E97ADB30B}"/>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424363508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 – IPv6 Unicast Addressing</a:t>
            </a:r>
            <a:endParaRPr lang="en-US" dirty="0"/>
          </a:p>
          <a:p>
            <a:r>
              <a:rPr lang="en-US" dirty="0"/>
              <a:t>The parts of a global address are as follows:</a:t>
            </a:r>
          </a:p>
          <a:p>
            <a:pPr marL="171450" indent="-171450" algn="l">
              <a:buFont typeface="Arial" panose="020B0604020202020204" pitchFamily="34" charset="0"/>
              <a:buChar char="•"/>
            </a:pPr>
            <a:r>
              <a:rPr lang="en-US" dirty="0"/>
              <a:t>The first 3 bits (001) indicate that the address is within the global scope. Most of the IPv6 address space is unused. The scope for globally unique unicast addressing occupies just 1/8th of the total address space. In hex, globally scoped unicast addresses will start with a 2 (0010 in binary) or 3 (0011).</a:t>
            </a:r>
          </a:p>
          <a:p>
            <a:pPr marL="171450" indent="-171450" algn="l">
              <a:buFont typeface="Arial" panose="020B0604020202020204" pitchFamily="34" charset="0"/>
              <a:buChar char="•"/>
            </a:pPr>
            <a:r>
              <a:rPr lang="en-US" dirty="0"/>
              <a:t>The next 45 bits are allocated in a hierarchical manner to regional registries and from them to ISPs and end users.</a:t>
            </a:r>
          </a:p>
          <a:p>
            <a:pPr marL="171450" indent="-171450" algn="l">
              <a:buFont typeface="Arial" panose="020B0604020202020204" pitchFamily="34" charset="0"/>
              <a:buChar char="•"/>
            </a:pPr>
            <a:r>
              <a:rPr lang="en-US" dirty="0"/>
              <a:t>The next 16 bits identify site-specific subnet addresses.</a:t>
            </a:r>
          </a:p>
          <a:p>
            <a:pPr marL="171450" indent="-171450" algn="l">
              <a:buFont typeface="Arial" panose="020B0604020202020204" pitchFamily="34" charset="0"/>
              <a:buChar char="•"/>
            </a:pPr>
            <a:r>
              <a:rPr lang="en-US" dirty="0"/>
              <a:t>The final 64 bits are the interface ID.</a:t>
            </a:r>
          </a:p>
          <a:p>
            <a:endParaRPr lang="en-US" dirty="0"/>
          </a:p>
          <a:p>
            <a:r>
              <a:rPr lang="en-US" dirty="0"/>
              <a:t>Image Description:</a:t>
            </a:r>
          </a:p>
          <a:p>
            <a:pPr marL="0" marR="0" lvl="0" indent="0" algn="l" defTabSz="685526" rtl="0" eaLnBrk="1" fontAlgn="auto" latinLnBrk="0" hangingPunct="1">
              <a:lnSpc>
                <a:spcPct val="100000"/>
              </a:lnSpc>
              <a:spcBef>
                <a:spcPts val="0"/>
              </a:spcBef>
              <a:spcAft>
                <a:spcPts val="0"/>
              </a:spcAft>
              <a:buClrTx/>
              <a:buSzTx/>
              <a:buFontTx/>
              <a:buNone/>
              <a:tabLst/>
              <a:defRPr/>
            </a:pPr>
            <a:r>
              <a:rPr lang="en-US" dirty="0"/>
              <a:t>Global routing prefix: 0 0 1, 3-bit; network I D, 45-bit. Subnet: 16-bit. Interface I D: 64-bit.</a:t>
            </a:r>
          </a:p>
          <a:p>
            <a:endParaRPr lang="en-US" dirty="0"/>
          </a:p>
          <a:p>
            <a:r>
              <a:rPr lang="en-US" dirty="0"/>
              <a:t>Image Caption:</a:t>
            </a:r>
          </a:p>
          <a:p>
            <a:pPr marL="0" marR="0" lvl="0" indent="0" algn="l" defTabSz="685526" rtl="0" eaLnBrk="1" fontAlgn="auto" latinLnBrk="0" hangingPunct="1">
              <a:lnSpc>
                <a:spcPct val="100000"/>
              </a:lnSpc>
              <a:spcBef>
                <a:spcPts val="0"/>
              </a:spcBef>
              <a:spcAft>
                <a:spcPts val="0"/>
              </a:spcAft>
              <a:buClrTx/>
              <a:buSzTx/>
              <a:buFontTx/>
              <a:buNone/>
              <a:tabLst/>
              <a:defRPr/>
            </a:pPr>
            <a:r>
              <a:rPr lang="en-US" dirty="0"/>
              <a:t>IPv6 global unicast address format.</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44</a:t>
            </a:fld>
            <a:endParaRPr lang="en-US" dirty="0"/>
          </a:p>
        </p:txBody>
      </p:sp>
      <p:sp>
        <p:nvSpPr>
          <p:cNvPr id="6" name="Footer Placeholder 5">
            <a:extLst>
              <a:ext uri="{FF2B5EF4-FFF2-40B4-BE49-F238E27FC236}">
                <a16:creationId xmlns:a16="http://schemas.microsoft.com/office/drawing/2014/main" id="{0233AF06-819B-274B-D3AF-F6BA854C9095}"/>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97604090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4213" y="461963"/>
            <a:ext cx="5489575" cy="3086100"/>
          </a:xfrm>
        </p:spPr>
      </p:sp>
      <p:sp>
        <p:nvSpPr>
          <p:cNvPr id="3" name="Notes Placeholder 2"/>
          <p:cNvSpPr>
            <a:spLocks noGrp="1"/>
          </p:cNvSpPr>
          <p:nvPr>
            <p:ph type="body" idx="1"/>
          </p:nvPr>
        </p:nvSpPr>
        <p:spPr>
          <a:xfrm>
            <a:off x="685800" y="3729994"/>
            <a:ext cx="5486400" cy="3600450"/>
          </a:xfrm>
        </p:spPr>
        <p:txBody>
          <a:bodyPr/>
          <a:lstStyle/>
          <a:p>
            <a:r>
              <a:rPr lang="en-US" b="1" dirty="0"/>
              <a:t>Instructor Notes – IPv6 Link Local Addressing</a:t>
            </a:r>
          </a:p>
          <a:p>
            <a:endParaRPr lang="en-US" dirty="0"/>
          </a:p>
          <a:p>
            <a:pPr>
              <a:buNone/>
            </a:pPr>
            <a:r>
              <a:rPr lang="en-US" dirty="0">
                <a:effectLst/>
              </a:rPr>
              <a:t>Key Points:</a:t>
            </a:r>
          </a:p>
          <a:p>
            <a:pPr>
              <a:buFont typeface="Arial" panose="020B0604020202020204" pitchFamily="34" charset="0"/>
              <a:buNone/>
            </a:pPr>
            <a:r>
              <a:rPr lang="en-US" dirty="0">
                <a:effectLst/>
              </a:rPr>
              <a:t>Scope: IPv6 link-local addresses are designed for communication between devices on the same physical link (like a shared switch or network segment).</a:t>
            </a:r>
          </a:p>
          <a:p>
            <a:pPr marL="171450" lvl="1" indent="-171450">
              <a:buFont typeface="Arial" panose="020B0604020202020204" pitchFamily="34" charset="0"/>
              <a:buChar char="•"/>
            </a:pPr>
            <a:r>
              <a:rPr lang="en-US" dirty="0">
                <a:effectLst/>
              </a:rPr>
              <a:t>They are similar to private addressing in IPv4, which is not routable on the public internet.</a:t>
            </a:r>
          </a:p>
          <a:p>
            <a:pPr marL="171450" indent="-171450">
              <a:buFont typeface="Arial" panose="020B0604020202020204" pitchFamily="34" charset="0"/>
              <a:buChar char="•"/>
            </a:pPr>
            <a:r>
              <a:rPr lang="en-US" dirty="0">
                <a:effectLst/>
              </a:rPr>
              <a:t>Address Range: Link-local addresses fall within the specifically reserved range of fe80::/10.</a:t>
            </a:r>
          </a:p>
          <a:p>
            <a:pPr marL="171450" lvl="1" indent="-171450">
              <a:buFont typeface="Arial" panose="020B0604020202020204" pitchFamily="34" charset="0"/>
              <a:buChar char="•"/>
            </a:pPr>
            <a:r>
              <a:rPr lang="en-US" dirty="0">
                <a:effectLst/>
              </a:rPr>
              <a:t>This means the first 10 bits (out of 128) are always fe80 in hexadecimal notation, followed by a colon (::).</a:t>
            </a:r>
          </a:p>
          <a:p>
            <a:pPr marL="171450" indent="-171450">
              <a:buFont typeface="Arial" panose="020B0604020202020204" pitchFamily="34" charset="0"/>
              <a:buChar char="•"/>
            </a:pPr>
            <a:r>
              <a:rPr lang="en-US" dirty="0">
                <a:effectLst/>
              </a:rPr>
              <a:t>Interface Identifier (IID): The remaining 118 bits (128 bits - 10 bits used for prefix) are further divided.</a:t>
            </a:r>
          </a:p>
          <a:p>
            <a:pPr marL="171450" lvl="1" indent="-171450">
              <a:buFont typeface="Arial" panose="020B0604020202020204" pitchFamily="34" charset="0"/>
              <a:buChar char="•"/>
            </a:pPr>
            <a:r>
              <a:rPr lang="en-US" dirty="0">
                <a:effectLst/>
              </a:rPr>
              <a:t>The first 54 bits are typically set to 0.</a:t>
            </a:r>
          </a:p>
          <a:p>
            <a:pPr marL="171450" lvl="1" indent="-171450">
              <a:buFont typeface="Arial" panose="020B0604020202020204" pitchFamily="34" charset="0"/>
              <a:buChar char="•"/>
            </a:pPr>
            <a:r>
              <a:rPr lang="en-US" dirty="0">
                <a:effectLst/>
              </a:rPr>
              <a:t>The last 64 bits represent the Interface Identifier (IID), which is uniquely derived from the device's MAC address using a specific algorithm (usually EUI-64).</a:t>
            </a:r>
          </a:p>
          <a:p>
            <a:pPr>
              <a:buNone/>
            </a:pPr>
            <a:endParaRPr lang="en-US" dirty="0">
              <a:effectLst/>
            </a:endParaRPr>
          </a:p>
          <a:p>
            <a:pPr>
              <a:buFontTx/>
              <a:buNone/>
            </a:pPr>
            <a:r>
              <a:rPr lang="en-US" dirty="0">
                <a:effectLst/>
              </a:rPr>
              <a:t>Benefits and Use Cases:</a:t>
            </a:r>
          </a:p>
          <a:p>
            <a:pPr marL="171450" indent="-171450">
              <a:buFont typeface="Arial" panose="020B0604020202020204" pitchFamily="34" charset="0"/>
              <a:buChar char="•"/>
            </a:pPr>
            <a:r>
              <a:rPr lang="en-US" dirty="0">
                <a:effectLst/>
              </a:rPr>
              <a:t>Link-local addresses enable automatic address configuration for devices on a network, ensuring basic communication even without a central DHCP server.</a:t>
            </a:r>
          </a:p>
          <a:p>
            <a:pPr marL="171450" indent="-171450">
              <a:buFont typeface="Arial" panose="020B0604020202020204" pitchFamily="34" charset="0"/>
              <a:buChar char="•"/>
            </a:pPr>
            <a:r>
              <a:rPr lang="en-US" dirty="0">
                <a:effectLst/>
              </a:rPr>
              <a:t>They are also used for neighbor discovery protocols, a fundamental function for devices to learn about each other's presence on the same link.</a:t>
            </a:r>
          </a:p>
          <a:p>
            <a:pPr>
              <a:buNone/>
            </a:pPr>
            <a:endParaRPr lang="en-US" dirty="0"/>
          </a:p>
          <a:p>
            <a:pPr>
              <a:buNone/>
            </a:pPr>
            <a:r>
              <a:rPr lang="en-US" b="0" dirty="0"/>
              <a:t>Image Description:</a:t>
            </a:r>
          </a:p>
          <a:p>
            <a:pPr>
              <a:buNone/>
            </a:pPr>
            <a:r>
              <a:rPr lang="en-US" b="0" dirty="0"/>
              <a:t>1111111010: 10-bit. </a:t>
            </a:r>
          </a:p>
          <a:p>
            <a:pPr>
              <a:buNone/>
            </a:pPr>
            <a:r>
              <a:rPr lang="en-US" b="0" dirty="0"/>
              <a:t>0000 and so on til 0000: 54-bit. </a:t>
            </a:r>
          </a:p>
          <a:p>
            <a:pPr>
              <a:buNone/>
            </a:pPr>
            <a:r>
              <a:rPr lang="en-US" b="0" dirty="0"/>
              <a:t>Interface ID: 64-bit.</a:t>
            </a:r>
          </a:p>
          <a:p>
            <a:pPr>
              <a:buNone/>
            </a:pPr>
            <a:endParaRPr lang="en-US" b="0" dirty="0"/>
          </a:p>
          <a:p>
            <a:pPr>
              <a:buNone/>
            </a:pPr>
            <a:r>
              <a:rPr lang="en-US" b="0" dirty="0"/>
              <a:t>Image Caption:</a:t>
            </a:r>
          </a:p>
          <a:p>
            <a:pPr>
              <a:buNone/>
            </a:pPr>
            <a:r>
              <a:rPr lang="en-US" dirty="0"/>
              <a:t>IPv6 link local unicast address format.</a:t>
            </a:r>
          </a:p>
          <a:p>
            <a:endParaRPr lang="en-US" dirty="0"/>
          </a:p>
          <a:p>
            <a:r>
              <a:rPr lang="en-US" b="1" dirty="0"/>
              <a:t>Suggested Instructional Tips</a:t>
            </a:r>
          </a:p>
          <a:p>
            <a:pPr marR="0" lvl="0" algn="l" defTabSz="685526" rtl="0" eaLnBrk="1" fontAlgn="auto" latinLnBrk="0" hangingPunct="1">
              <a:lnSpc>
                <a:spcPct val="100000"/>
              </a:lnSpc>
              <a:spcBef>
                <a:spcPts val="0"/>
              </a:spcBef>
              <a:spcAft>
                <a:spcPts val="0"/>
              </a:spcAft>
              <a:buClrTx/>
              <a:buSzTx/>
              <a:buFontTx/>
              <a:buNone/>
              <a:defRPr/>
            </a:pPr>
            <a:r>
              <a:rPr lang="en-US" dirty="0"/>
              <a:t>Stress that IPv6 interfaces are always assigned link local addresses, regardless of whether they also have a global address. You can easily distinguish them because a global unicast address starts with a 2 or 3 (or binary 0010 or 0011), while a link local address starts with fe80.</a:t>
            </a:r>
          </a:p>
          <a:p>
            <a:endParaRPr lang="en-US" dirty="0"/>
          </a:p>
          <a:p>
            <a:endParaRPr lang="en-US" dirty="0"/>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45</a:t>
            </a:fld>
            <a:endParaRPr lang="en-US" dirty="0"/>
          </a:p>
        </p:txBody>
      </p:sp>
      <p:sp>
        <p:nvSpPr>
          <p:cNvPr id="6" name="Footer Placeholder 5">
            <a:extLst>
              <a:ext uri="{FF2B5EF4-FFF2-40B4-BE49-F238E27FC236}">
                <a16:creationId xmlns:a16="http://schemas.microsoft.com/office/drawing/2014/main" id="{CD93CE41-7259-4926-797F-30B2AD7A8415}"/>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6701686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 – IPv6 Packets</a:t>
            </a:r>
          </a:p>
          <a:p>
            <a:endParaRPr lang="en-US" dirty="0"/>
          </a:p>
          <a:p>
            <a:pPr marL="171450" indent="-171450" fontAlgn="ctr">
              <a:buFont typeface="Arial" panose="020B0604020202020204" pitchFamily="34" charset="0"/>
              <a:buChar char="•"/>
            </a:pPr>
            <a:r>
              <a:rPr lang="en-US" dirty="0">
                <a:effectLst/>
              </a:rPr>
              <a:t>Traffic Class: Describes the packet’s priority.</a:t>
            </a:r>
          </a:p>
          <a:p>
            <a:pPr marL="171450" indent="-171450" fontAlgn="ctr">
              <a:buFont typeface="Arial" panose="020B0604020202020204" pitchFamily="34" charset="0"/>
              <a:buChar char="•"/>
            </a:pPr>
            <a:r>
              <a:rPr lang="en-US" dirty="0">
                <a:effectLst/>
              </a:rPr>
              <a:t>Flow Label: Used for quality of service (QoS) management, such as for real-time streams. This is set to 0 for packets not part of any delivery sequence or structure.</a:t>
            </a:r>
          </a:p>
          <a:p>
            <a:pPr marL="171450" indent="-171450" fontAlgn="ctr">
              <a:buFont typeface="Arial" panose="020B0604020202020204" pitchFamily="34" charset="0"/>
              <a:buChar char="•"/>
            </a:pPr>
            <a:r>
              <a:rPr lang="en-US" dirty="0">
                <a:effectLst/>
              </a:rPr>
              <a:t>Payload Length: Indicates the length of the packet payload, up to a maximum of 64 KB; if the payload is bigger than that, this field is 0, and a special Jumbo Payload (4 GB) option is established.</a:t>
            </a:r>
          </a:p>
          <a:p>
            <a:pPr marL="171450" indent="-171450" fontAlgn="ctr">
              <a:buFont typeface="Arial" panose="020B0604020202020204" pitchFamily="34" charset="0"/>
              <a:buChar char="•"/>
            </a:pPr>
            <a:r>
              <a:rPr lang="en-US" dirty="0">
                <a:effectLst/>
              </a:rPr>
              <a:t>Next Header: Used to describe what the next extension header (if any) is, or where the actual payload begins.</a:t>
            </a:r>
          </a:p>
          <a:p>
            <a:pPr marL="171450" indent="-171450" fontAlgn="ctr">
              <a:buFont typeface="Arial" panose="020B0604020202020204" pitchFamily="34" charset="0"/>
              <a:buChar char="•"/>
            </a:pPr>
            <a:r>
              <a:rPr lang="en-US" dirty="0">
                <a:effectLst/>
              </a:rPr>
              <a:t>Hop Limit: Replaces the TTL field in IPv4 but performs the same function.</a:t>
            </a:r>
          </a:p>
          <a:p>
            <a:endParaRPr lang="en-US" dirty="0"/>
          </a:p>
          <a:p>
            <a:r>
              <a:rPr lang="en-US" b="1" dirty="0"/>
              <a:t>Suggested Activity</a:t>
            </a:r>
            <a:endParaRPr lang="en-US" dirty="0"/>
          </a:p>
          <a:p>
            <a:pPr marL="0" marR="0" lvl="0" indent="0" algn="l" defTabSz="685526" rtl="0" eaLnBrk="1" fontAlgn="auto" latinLnBrk="0" hangingPunct="1">
              <a:lnSpc>
                <a:spcPct val="100000"/>
              </a:lnSpc>
              <a:spcBef>
                <a:spcPts val="0"/>
              </a:spcBef>
              <a:spcAft>
                <a:spcPts val="0"/>
              </a:spcAft>
              <a:buClrTx/>
              <a:buSzTx/>
              <a:buFontTx/>
              <a:buNone/>
              <a:tabLst/>
              <a:defRPr/>
            </a:pPr>
            <a:r>
              <a:rPr lang="en-US" dirty="0"/>
              <a:t>Encourage students to compare the fixed header of </a:t>
            </a:r>
            <a:r>
              <a:rPr lang="en-US" dirty="0">
                <a:effectLst/>
              </a:rPr>
              <a:t>IPv6 with IPv4s to understand the advancements in protocol design and the benefits for modern networking.</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46</a:t>
            </a:fld>
            <a:endParaRPr lang="en-US" dirty="0"/>
          </a:p>
        </p:txBody>
      </p:sp>
      <p:sp>
        <p:nvSpPr>
          <p:cNvPr id="6" name="Footer Placeholder 5">
            <a:extLst>
              <a:ext uri="{FF2B5EF4-FFF2-40B4-BE49-F238E27FC236}">
                <a16:creationId xmlns:a16="http://schemas.microsoft.com/office/drawing/2014/main" id="{B135EB45-414F-D9EE-8EAB-C21F156B9AED}"/>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6675486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 – IPv6 Multicast and Anycast Addressing</a:t>
            </a:r>
            <a:endParaRPr lang="en-US" dirty="0"/>
          </a:p>
          <a:p>
            <a:r>
              <a:rPr lang="en-US" dirty="0"/>
              <a:t>The parts of a multicast address are subdivided as follows:</a:t>
            </a:r>
          </a:p>
          <a:p>
            <a:pPr marL="171450" indent="-171450" algn="l">
              <a:buFont typeface="Arial" panose="020B0604020202020204" pitchFamily="34" charset="0"/>
              <a:buChar char="•"/>
            </a:pPr>
            <a:r>
              <a:rPr lang="en-US" dirty="0"/>
              <a:t>The first 8 bits indicate that the address is within the multicast scope (1111 1111 or ff).</a:t>
            </a:r>
          </a:p>
          <a:p>
            <a:pPr marL="171450" indent="-171450" algn="l">
              <a:buFont typeface="Arial" panose="020B0604020202020204" pitchFamily="34" charset="0"/>
              <a:buChar char="•"/>
            </a:pPr>
            <a:r>
              <a:rPr lang="en-US" dirty="0"/>
              <a:t>The next 4 bits are used to flag types of multicast if necessary; otherwise, they are set to 0.</a:t>
            </a:r>
          </a:p>
          <a:p>
            <a:pPr marL="171450" indent="-171450" algn="l">
              <a:buFont typeface="Arial" panose="020B0604020202020204" pitchFamily="34" charset="0"/>
              <a:buChar char="•"/>
            </a:pPr>
            <a:r>
              <a:rPr lang="en-US" dirty="0"/>
              <a:t>The next 4 bits determine the scope; for example, 1 is node-local (to all interfaces on the same node), and 2 is link local.</a:t>
            </a:r>
          </a:p>
          <a:p>
            <a:pPr marL="171450" indent="-171450" algn="l">
              <a:buFont typeface="Arial" panose="020B0604020202020204" pitchFamily="34" charset="0"/>
              <a:buChar char="•"/>
            </a:pPr>
            <a:r>
              <a:rPr lang="en-US" dirty="0"/>
              <a:t>The final 112 bits define multicast groups within that scope.</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47</a:t>
            </a:fld>
            <a:endParaRPr lang="en-US" dirty="0"/>
          </a:p>
        </p:txBody>
      </p:sp>
      <p:sp>
        <p:nvSpPr>
          <p:cNvPr id="6" name="Footer Placeholder 5">
            <a:extLst>
              <a:ext uri="{FF2B5EF4-FFF2-40B4-BE49-F238E27FC236}">
                <a16:creationId xmlns:a16="http://schemas.microsoft.com/office/drawing/2014/main" id="{1AF7C33A-7995-D6EC-178D-E433FB62CF31}"/>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13103051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 – IPv4 and IPv6 Transition Mechanisms</a:t>
            </a:r>
            <a:endParaRPr lang="en-US" dirty="0"/>
          </a:p>
          <a:p>
            <a:pPr marL="171450" indent="-171450" algn="l">
              <a:buFont typeface="Arial" panose="020B0604020202020204" pitchFamily="34" charset="0"/>
              <a:buChar char="•"/>
            </a:pPr>
            <a:r>
              <a:rPr lang="en-US" dirty="0"/>
              <a:t>A network is likely to have to run both IPv4 and IPv6 in some or all segments and for connectivity with internetworks. This compatibility requirement can be implemented using dual stack hosts, using a tunneling mechanism, or by using a type of address translation.</a:t>
            </a:r>
          </a:p>
          <a:p>
            <a:pPr marL="171450" indent="-171450">
              <a:buFont typeface="Arial" panose="020B0604020202020204" pitchFamily="34" charset="0"/>
              <a:buChar char="•"/>
            </a:pPr>
            <a:r>
              <a:rPr lang="en-US" dirty="0"/>
              <a:t>Highlight that dual stack allows devices to use both IPv4 and IPv6 in parallel without encapsulation, tunneling encapsulates IPv6 packets within IPv4 to traverse IPv4 networks, and NAT64 translates between the protocols, enabling IPv6 devices to communicate with IPv4 networks. </a:t>
            </a:r>
          </a:p>
          <a:p>
            <a:pPr marL="171450" indent="-171450">
              <a:buFont typeface="Arial" panose="020B0604020202020204" pitchFamily="34" charset="0"/>
              <a:buChar char="•"/>
            </a:pPr>
            <a:r>
              <a:rPr lang="en-US" dirty="0"/>
              <a:t>Stress the importance of understanding the context in which each transition mechanism is b</a:t>
            </a:r>
            <a:r>
              <a:rPr lang="en-US" i="0" dirty="0">
                <a:effectLst/>
              </a:rPr>
              <a:t>est applied to facilitate smooth network evolution towards IPv6.</a:t>
            </a:r>
          </a:p>
          <a:p>
            <a:endParaRPr lang="en-US" dirty="0"/>
          </a:p>
          <a:p>
            <a:r>
              <a:rPr lang="en-US" b="1" dirty="0"/>
              <a:t>Suggested Instructional Tips</a:t>
            </a:r>
            <a:endParaRPr lang="en-US" dirty="0"/>
          </a:p>
          <a:p>
            <a:pPr marL="0" marR="0" lvl="0" indent="0" algn="l" defTabSz="685526" rtl="0" eaLnBrk="1" fontAlgn="auto" latinLnBrk="0" hangingPunct="1">
              <a:lnSpc>
                <a:spcPct val="100000"/>
              </a:lnSpc>
              <a:spcBef>
                <a:spcPts val="0"/>
              </a:spcBef>
              <a:spcAft>
                <a:spcPts val="0"/>
              </a:spcAft>
              <a:buClrTx/>
              <a:buSzTx/>
              <a:buFontTx/>
              <a:buNone/>
              <a:tabLst/>
              <a:defRPr/>
            </a:pPr>
            <a:r>
              <a:rPr lang="en-US" dirty="0"/>
              <a:t>Note that tunneling has a considerable overhead due to the layers of encapsulation required, so dual stack is typically preferred, if supported by the end and intermediate systems.</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48</a:t>
            </a:fld>
            <a:endParaRPr lang="en-US" dirty="0"/>
          </a:p>
        </p:txBody>
      </p:sp>
      <p:sp>
        <p:nvSpPr>
          <p:cNvPr id="6" name="Footer Placeholder 5">
            <a:extLst>
              <a:ext uri="{FF2B5EF4-FFF2-40B4-BE49-F238E27FC236}">
                <a16:creationId xmlns:a16="http://schemas.microsoft.com/office/drawing/2014/main" id="{8AE22227-80B1-0EBC-F593-1D183F3852EB}"/>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9473148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 – Common IPv6 Address Prefixes</a:t>
            </a:r>
          </a:p>
          <a:p>
            <a:pPr marL="171450" indent="-171450">
              <a:buFont typeface="Arial" panose="020B0604020202020204" pitchFamily="34" charset="0"/>
              <a:buChar char="•"/>
            </a:pPr>
            <a:r>
              <a:rPr lang="en-US" b="0" dirty="0">
                <a:effectLst/>
              </a:rPr>
              <a:t>Understanding Network Types: The table categorizes different IPv6 address types based on their prefix (first part of the address in CIDR notation). This helps identify the network type (e.g., link-local, site-local, public global unicast) a specific address belongs to.</a:t>
            </a:r>
          </a:p>
          <a:p>
            <a:pPr marL="171450" indent="-171450">
              <a:buFont typeface="Arial" panose="020B0604020202020204" pitchFamily="34" charset="0"/>
              <a:buChar char="•"/>
            </a:pPr>
            <a:r>
              <a:rPr lang="en-US" b="0" dirty="0">
                <a:effectLst/>
              </a:rPr>
              <a:t>Targeted Addressing: By recognizing the leading hex digits or prefix of an address, you can quickly determine its functionality and scope.  For example, addresses starting with fe80:: are likely link-local addresses used for communication on a local network segment.</a:t>
            </a:r>
          </a:p>
          <a:p>
            <a:pPr marL="171450" indent="-171450">
              <a:buFont typeface="Arial" panose="020B0604020202020204" pitchFamily="34" charset="0"/>
              <a:buChar char="•"/>
            </a:pPr>
            <a:r>
              <a:rPr lang="en-US" b="0" dirty="0">
                <a:effectLst/>
              </a:rPr>
              <a:t>Routing and Reachability: </a:t>
            </a:r>
            <a:r>
              <a:rPr lang="en-US" dirty="0">
                <a:effectLst/>
              </a:rPr>
              <a:t>The table provides insights into how addresses are routed. Public global unicast addresses (likely starting with 2000::/3) are routable across the entire internet, while private address types (like fe80::/10) are not.</a:t>
            </a:r>
          </a:p>
          <a:p>
            <a:pPr marL="171450" indent="-171450">
              <a:buFont typeface="Arial" panose="020B0604020202020204" pitchFamily="34" charset="0"/>
              <a:buChar char="•"/>
            </a:pPr>
            <a:endParaRPr lang="en-US" dirty="0"/>
          </a:p>
          <a:p>
            <a:r>
              <a:rPr lang="en-US" b="1" dirty="0"/>
              <a:t>Suggested Instructional Tips</a:t>
            </a:r>
            <a:endParaRPr lang="en-US" dirty="0"/>
          </a:p>
          <a:p>
            <a:pPr marL="0" marR="0" lvl="0" indent="0" algn="l" defTabSz="685526" rtl="0" eaLnBrk="1" fontAlgn="auto" latinLnBrk="0" hangingPunct="1">
              <a:lnSpc>
                <a:spcPct val="100000"/>
              </a:lnSpc>
              <a:spcBef>
                <a:spcPts val="0"/>
              </a:spcBef>
              <a:spcAft>
                <a:spcPts val="0"/>
              </a:spcAft>
              <a:buClrTx/>
              <a:buSzTx/>
              <a:buFontTx/>
              <a:buNone/>
              <a:tabLst/>
              <a:defRPr/>
            </a:pPr>
            <a:r>
              <a:rPr lang="en-US" dirty="0"/>
              <a:t>Encourage students to learn these prefixes so that they can easily identify different types of IPv6 addresses. It should also be noted that IPv6 is always evolving, and new prefixes are being defined for new features, so this is not a definitive list.</a:t>
            </a:r>
          </a:p>
          <a:p>
            <a:endParaRPr lang="en-US" dirty="0"/>
          </a:p>
        </p:txBody>
      </p:sp>
      <p:sp>
        <p:nvSpPr>
          <p:cNvPr id="5" name="Slide Number Placeholder 4"/>
          <p:cNvSpPr>
            <a:spLocks noGrp="1"/>
          </p:cNvSpPr>
          <p:nvPr>
            <p:ph type="sldNum" sz="quarter" idx="5"/>
          </p:nvPr>
        </p:nvSpPr>
        <p:spPr/>
        <p:txBody>
          <a:bodyPr/>
          <a:lstStyle/>
          <a:p>
            <a:fld id="{64FC1154-15AF-4CEB-AEC9-7A3CFB195EFA}" type="slidenum">
              <a:rPr lang="en-US" smtClean="0"/>
              <a:t>49</a:t>
            </a:fld>
            <a:endParaRPr lang="en-US" dirty="0"/>
          </a:p>
        </p:txBody>
      </p:sp>
      <p:sp>
        <p:nvSpPr>
          <p:cNvPr id="6" name="Footer Placeholder 5">
            <a:extLst>
              <a:ext uri="{FF2B5EF4-FFF2-40B4-BE49-F238E27FC236}">
                <a16:creationId xmlns:a16="http://schemas.microsoft.com/office/drawing/2014/main" id="{20124B77-DCFD-13F4-6ADD-C7ABEE2B7BFA}"/>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48127222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r>
              <a:rPr lang="en-GB" b="1" dirty="0"/>
              <a:t>Exam Objectives Covered</a:t>
            </a:r>
          </a:p>
          <a:p>
            <a:pPr marL="171450" indent="-171450">
              <a:buFont typeface="Arial" panose="020B0604020202020204" pitchFamily="34" charset="0"/>
              <a:buChar char="•"/>
            </a:pPr>
            <a:r>
              <a:rPr lang="en-GB" dirty="0"/>
              <a:t>5.3 Given a scenario, troubleshoot common issues with network services.</a:t>
            </a:r>
          </a:p>
          <a:p>
            <a:endParaRPr lang="en-GB" dirty="0"/>
          </a:p>
        </p:txBody>
      </p:sp>
      <p:sp>
        <p:nvSpPr>
          <p:cNvPr id="5" name="Footer Placeholder 4">
            <a:extLst>
              <a:ext uri="{FF2B5EF4-FFF2-40B4-BE49-F238E27FC236}">
                <a16:creationId xmlns:a16="http://schemas.microsoft.com/office/drawing/2014/main" id="{B1556499-E029-989B-189B-66CAE20B8186}"/>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61058616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 – IP Configuration Issues</a:t>
            </a:r>
          </a:p>
          <a:p>
            <a:pPr marL="171450" indent="-171450">
              <a:buFont typeface="Arial" panose="020B0604020202020204" pitchFamily="34" charset="0"/>
              <a:buChar char="•"/>
            </a:pPr>
            <a:r>
              <a:rPr lang="en-US" dirty="0"/>
              <a:t>Network Layer Troubleshooting: Focus on IP configuration after ruling out Physical and Data Link layers.</a:t>
            </a:r>
          </a:p>
          <a:p>
            <a:pPr marL="171450" indent="-171450">
              <a:buFont typeface="Arial" panose="020B0604020202020204" pitchFamily="34" charset="0"/>
              <a:buChar char="•"/>
            </a:pPr>
            <a:r>
              <a:rPr lang="en-US" dirty="0"/>
              <a:t>Neighbor Discovery: Use appropriate tools to verify host configuration.</a:t>
            </a:r>
          </a:p>
          <a:p>
            <a:pPr marL="171450" indent="-171450">
              <a:buFont typeface="Arial" panose="020B0604020202020204" pitchFamily="34" charset="0"/>
              <a:buChar char="•"/>
            </a:pPr>
            <a:r>
              <a:rPr lang="en-US" dirty="0"/>
              <a:t>Incorrect IP Address: Ensure hosts have valid, unique addresses within the same subnet.</a:t>
            </a:r>
          </a:p>
          <a:p>
            <a:pPr marL="171450" indent="-171450">
              <a:buFont typeface="Arial" panose="020B0604020202020204" pitchFamily="34" charset="0"/>
              <a:buChar char="•"/>
            </a:pPr>
            <a:r>
              <a:rPr lang="en-US" dirty="0"/>
              <a:t>Non-Default Masks: Be cautious with subnet boundaries.</a:t>
            </a:r>
          </a:p>
          <a:p>
            <a:pPr marL="171450" indent="-171450">
              <a:buFont typeface="Arial" panose="020B0604020202020204" pitchFamily="34" charset="0"/>
              <a:buChar char="•"/>
            </a:pPr>
            <a:r>
              <a:rPr lang="en-US" dirty="0"/>
              <a:t>Incorrect Subnet Mask: Understand the impact of longer and shorter prefixes on routing.</a:t>
            </a:r>
          </a:p>
        </p:txBody>
      </p:sp>
      <p:sp>
        <p:nvSpPr>
          <p:cNvPr id="5" name="Slide Number Placeholder 4"/>
          <p:cNvSpPr>
            <a:spLocks noGrp="1"/>
          </p:cNvSpPr>
          <p:nvPr>
            <p:ph type="sldNum" sz="quarter" idx="5"/>
          </p:nvPr>
        </p:nvSpPr>
        <p:spPr/>
        <p:txBody>
          <a:bodyPr/>
          <a:lstStyle/>
          <a:p>
            <a:fld id="{64FC1154-15AF-4CEB-AEC9-7A3CFB195EFA}" type="slidenum">
              <a:rPr lang="en-US" smtClean="0"/>
              <a:t>51</a:t>
            </a:fld>
            <a:endParaRPr lang="en-US" dirty="0"/>
          </a:p>
        </p:txBody>
      </p:sp>
      <p:sp>
        <p:nvSpPr>
          <p:cNvPr id="6" name="Footer Placeholder 5">
            <a:extLst>
              <a:ext uri="{FF2B5EF4-FFF2-40B4-BE49-F238E27FC236}">
                <a16:creationId xmlns:a16="http://schemas.microsoft.com/office/drawing/2014/main" id="{7015E960-4670-62EB-3D93-0882F3638019}"/>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02983060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 – IP Configuration Issues</a:t>
            </a:r>
          </a:p>
          <a:p>
            <a:pPr marL="171450" indent="-171450">
              <a:buFont typeface="Arial" panose="020B0604020202020204" pitchFamily="34" charset="0"/>
              <a:buChar char="•"/>
            </a:pPr>
            <a:r>
              <a:rPr lang="en-US" dirty="0"/>
              <a:t>Network Layer Troubleshooting: Focus on IP configuration after ruling out Physical and Data Link layers.</a:t>
            </a:r>
          </a:p>
          <a:p>
            <a:pPr marL="171450" indent="-171450">
              <a:buFont typeface="Arial" panose="020B0604020202020204" pitchFamily="34" charset="0"/>
              <a:buChar char="•"/>
            </a:pPr>
            <a:r>
              <a:rPr lang="en-US" dirty="0"/>
              <a:t>Neighbor Discovery: Use appropriate tools to verify host configuration.</a:t>
            </a:r>
          </a:p>
          <a:p>
            <a:pPr marL="171450" indent="-171450">
              <a:buFont typeface="Arial" panose="020B0604020202020204" pitchFamily="34" charset="0"/>
              <a:buChar char="•"/>
            </a:pPr>
            <a:r>
              <a:rPr lang="en-US" dirty="0"/>
              <a:t>Incorrect IP Address: Ensure hosts have valid, unique addresses within the same subnet.</a:t>
            </a:r>
          </a:p>
          <a:p>
            <a:pPr marL="171450" indent="-171450">
              <a:buFont typeface="Arial" panose="020B0604020202020204" pitchFamily="34" charset="0"/>
              <a:buChar char="•"/>
            </a:pPr>
            <a:r>
              <a:rPr lang="en-US" dirty="0"/>
              <a:t>Non-Default Masks: Be cautious with subnet boundaries.</a:t>
            </a:r>
          </a:p>
          <a:p>
            <a:pPr marL="171450" indent="-171450">
              <a:buFont typeface="Arial" panose="020B0604020202020204" pitchFamily="34" charset="0"/>
              <a:buChar char="•"/>
            </a:pPr>
            <a:r>
              <a:rPr lang="en-US" dirty="0"/>
              <a:t>Incorrect Subnet Mask: Understand the impact of longer and shorter prefixes on routing.</a:t>
            </a:r>
          </a:p>
        </p:txBody>
      </p:sp>
      <p:sp>
        <p:nvSpPr>
          <p:cNvPr id="5" name="Slide Number Placeholder 4"/>
          <p:cNvSpPr>
            <a:spLocks noGrp="1"/>
          </p:cNvSpPr>
          <p:nvPr>
            <p:ph type="sldNum" sz="quarter" idx="5"/>
          </p:nvPr>
        </p:nvSpPr>
        <p:spPr/>
        <p:txBody>
          <a:bodyPr/>
          <a:lstStyle/>
          <a:p>
            <a:fld id="{64FC1154-15AF-4CEB-AEC9-7A3CFB195EFA}" type="slidenum">
              <a:rPr lang="en-US" smtClean="0"/>
              <a:t>52</a:t>
            </a:fld>
            <a:endParaRPr lang="en-US" dirty="0"/>
          </a:p>
        </p:txBody>
      </p:sp>
      <p:sp>
        <p:nvSpPr>
          <p:cNvPr id="6" name="Footer Placeholder 5">
            <a:extLst>
              <a:ext uri="{FF2B5EF4-FFF2-40B4-BE49-F238E27FC236}">
                <a16:creationId xmlns:a16="http://schemas.microsoft.com/office/drawing/2014/main" id="{2A93F7C0-19CA-2E8E-6C2E-52A582EE986E}"/>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45762258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4213" y="512763"/>
            <a:ext cx="5489575" cy="3086100"/>
          </a:xfrm>
        </p:spPr>
      </p:sp>
      <p:sp>
        <p:nvSpPr>
          <p:cNvPr id="3" name="Notes Placeholder 2"/>
          <p:cNvSpPr>
            <a:spLocks noGrp="1"/>
          </p:cNvSpPr>
          <p:nvPr>
            <p:ph type="body" idx="1"/>
          </p:nvPr>
        </p:nvSpPr>
        <p:spPr>
          <a:xfrm>
            <a:off x="685800" y="3756111"/>
            <a:ext cx="5486400" cy="3600450"/>
          </a:xfrm>
        </p:spPr>
        <p:txBody>
          <a:bodyPr/>
          <a:lstStyle/>
          <a:p>
            <a:r>
              <a:rPr lang="en-US" b="1" dirty="0"/>
              <a:t>Instructor Notes – Duplicate IP and MAC Address Issues</a:t>
            </a:r>
          </a:p>
          <a:p>
            <a:r>
              <a:rPr lang="en-US" dirty="0"/>
              <a:t>Duplicate IP Address Issues</a:t>
            </a:r>
          </a:p>
          <a:p>
            <a:pPr marL="171450" indent="-171450">
              <a:buFont typeface="Arial" panose="020B0604020202020204" pitchFamily="34" charset="0"/>
              <a:buChar char="•"/>
            </a:pPr>
            <a:r>
              <a:rPr lang="en-US" dirty="0"/>
              <a:t>Causes:</a:t>
            </a:r>
          </a:p>
          <a:p>
            <a:pPr marL="514213" lvl="1" indent="-171450">
              <a:buFont typeface="Courier New" panose="02070309020205020404" pitchFamily="49" charset="0"/>
              <a:buChar char="o"/>
            </a:pPr>
            <a:r>
              <a:rPr lang="en-US" dirty="0"/>
              <a:t>Configuration errors (e.g., both addresses statically assigned).</a:t>
            </a:r>
          </a:p>
          <a:p>
            <a:pPr marL="514213" lvl="1" indent="-171450">
              <a:buFont typeface="Courier New" panose="02070309020205020404" pitchFamily="49" charset="0"/>
              <a:buChar char="o"/>
            </a:pPr>
            <a:r>
              <a:rPr lang="en-US" dirty="0"/>
              <a:t>One address assigned within a DHCP scope.</a:t>
            </a:r>
          </a:p>
          <a:p>
            <a:pPr marL="171450" indent="-171450">
              <a:buFont typeface="Arial" panose="020B0604020202020204" pitchFamily="34" charset="0"/>
              <a:buChar char="•"/>
            </a:pPr>
            <a:r>
              <a:rPr lang="en-US" dirty="0"/>
              <a:t>Symptoms:</a:t>
            </a:r>
          </a:p>
          <a:p>
            <a:pPr marL="514213" lvl="1" indent="-171450">
              <a:buFont typeface="Courier New" panose="02070309020205020404" pitchFamily="49" charset="0"/>
              <a:buChar char="o"/>
            </a:pPr>
            <a:r>
              <a:rPr lang="en-US" dirty="0"/>
              <a:t>Windows: Displays a warning and disables the IP.</a:t>
            </a:r>
          </a:p>
          <a:p>
            <a:pPr marL="514213" lvl="1" indent="-171450">
              <a:buFont typeface="Courier New" panose="02070309020205020404" pitchFamily="49" charset="0"/>
              <a:buChar char="o"/>
            </a:pPr>
            <a:r>
              <a:rPr lang="en-US" dirty="0"/>
              <a:t>Linux: Logs a warning but does not disable the interface.</a:t>
            </a:r>
          </a:p>
          <a:p>
            <a:pPr marL="171450" indent="-171450">
              <a:buFont typeface="Arial" panose="020B0604020202020204" pitchFamily="34" charset="0"/>
              <a:buChar char="•"/>
            </a:pPr>
            <a:r>
              <a:rPr lang="en-US" dirty="0"/>
              <a:t>Impact:</a:t>
            </a:r>
          </a:p>
          <a:p>
            <a:pPr marL="514213" lvl="1" indent="-171450">
              <a:buFont typeface="Courier New" panose="02070309020205020404" pitchFamily="49" charset="0"/>
              <a:buChar char="o"/>
            </a:pPr>
            <a:r>
              <a:rPr lang="en-US" dirty="0"/>
              <a:t>Race condition determines which system receives traffic.</a:t>
            </a:r>
          </a:p>
          <a:p>
            <a:pPr marL="514213" lvl="1" indent="-171450">
              <a:buFont typeface="Courier New" panose="02070309020205020404" pitchFamily="49" charset="0"/>
              <a:buChar char="o"/>
            </a:pPr>
            <a:r>
              <a:rPr lang="en-US" dirty="0"/>
              <a:t>Network instability and communication issues.</a:t>
            </a:r>
          </a:p>
          <a:p>
            <a:pPr marL="171450" indent="-171450">
              <a:buFont typeface="Arial" panose="020B0604020202020204" pitchFamily="34" charset="0"/>
              <a:buChar char="•"/>
            </a:pPr>
            <a:r>
              <a:rPr lang="en-US" dirty="0"/>
              <a:t>Troubleshooting Steps:</a:t>
            </a:r>
          </a:p>
          <a:p>
            <a:pPr marL="514213" lvl="1" indent="-171450">
              <a:buFont typeface="Courier New" panose="02070309020205020404" pitchFamily="49" charset="0"/>
              <a:buChar char="o"/>
            </a:pPr>
            <a:r>
              <a:rPr lang="en-US" dirty="0"/>
              <a:t>Identify Duplicate IPs:</a:t>
            </a:r>
          </a:p>
          <a:p>
            <a:pPr marL="856976" lvl="2" indent="-171450">
              <a:buFont typeface="Wingdings" pitchFamily="2" charset="2"/>
              <a:buChar char="§"/>
            </a:pPr>
            <a:r>
              <a:rPr lang="en-US" dirty="0"/>
              <a:t>Use ping and arp -a to examine the ARP cache table.</a:t>
            </a:r>
          </a:p>
          <a:p>
            <a:pPr marL="856976" lvl="2" indent="-171450">
              <a:buFont typeface="Wingdings" pitchFamily="2" charset="2"/>
              <a:buChar char="§"/>
            </a:pPr>
            <a:r>
              <a:rPr lang="en-US" dirty="0"/>
              <a:t>On Linux, use arping -D to report duplicate replies.</a:t>
            </a:r>
          </a:p>
          <a:p>
            <a:pPr marL="514213" lvl="1" indent="-171450">
              <a:buFont typeface="Courier New" panose="02070309020205020404" pitchFamily="49" charset="0"/>
              <a:buChar char="o"/>
            </a:pPr>
            <a:r>
              <a:rPr lang="en-US" dirty="0"/>
              <a:t>Resolve Issue:</a:t>
            </a:r>
          </a:p>
          <a:p>
            <a:pPr marL="856976" lvl="2" indent="-171450">
              <a:buFont typeface="Wingdings" pitchFamily="2" charset="2"/>
              <a:buChar char="§"/>
            </a:pPr>
            <a:r>
              <a:rPr lang="en-US" dirty="0"/>
              <a:t>Configure each host to use a unique IP address.</a:t>
            </a:r>
          </a:p>
          <a:p>
            <a:r>
              <a:rPr lang="en-US" dirty="0"/>
              <a:t>Duplicate MAC Address Issues</a:t>
            </a:r>
          </a:p>
          <a:p>
            <a:pPr marL="171450" indent="-171450">
              <a:buFont typeface="Arial" panose="020B0604020202020204" pitchFamily="34" charset="0"/>
              <a:buChar char="•"/>
            </a:pPr>
            <a:r>
              <a:rPr lang="en-US" dirty="0"/>
              <a:t>Causes:</a:t>
            </a:r>
          </a:p>
          <a:p>
            <a:pPr marL="514213" lvl="1" indent="-171450">
              <a:buFont typeface="Courier New" panose="02070309020205020404" pitchFamily="49" charset="0"/>
              <a:buChar char="o"/>
            </a:pPr>
            <a:r>
              <a:rPr lang="en-US" dirty="0"/>
              <a:t>Locally administered addressing.</a:t>
            </a:r>
          </a:p>
          <a:p>
            <a:pPr marL="514213" lvl="1" indent="-171450">
              <a:buFont typeface="Courier New" panose="02070309020205020404" pitchFamily="49" charset="0"/>
              <a:buChar char="o"/>
            </a:pPr>
            <a:r>
              <a:rPr lang="en-US" dirty="0"/>
              <a:t>Potential spoofing attacks.</a:t>
            </a:r>
          </a:p>
          <a:p>
            <a:pPr marL="171450" indent="-171450">
              <a:buFont typeface="Arial" panose="020B0604020202020204" pitchFamily="34" charset="0"/>
              <a:buChar char="•"/>
            </a:pPr>
            <a:r>
              <a:rPr lang="en-US" dirty="0"/>
              <a:t>Symptoms:</a:t>
            </a:r>
          </a:p>
          <a:p>
            <a:pPr marL="514213" lvl="1" indent="-171450">
              <a:buFont typeface="Courier New" panose="02070309020205020404" pitchFamily="49" charset="0"/>
              <a:buChar char="o"/>
            </a:pPr>
            <a:r>
              <a:rPr lang="en-US" dirty="0"/>
              <a:t>Both hosts contend to respond to ARP queries.</a:t>
            </a:r>
          </a:p>
          <a:p>
            <a:pPr marL="514213" lvl="1" indent="-171450">
              <a:buFont typeface="Courier New" panose="02070309020205020404" pitchFamily="49" charset="0"/>
              <a:buChar char="o"/>
            </a:pPr>
            <a:r>
              <a:rPr lang="en-US" dirty="0"/>
              <a:t>Communications may be split or reach only one host.</a:t>
            </a:r>
          </a:p>
          <a:p>
            <a:pPr marL="171450" indent="-171450">
              <a:buFont typeface="Arial" panose="020B0604020202020204" pitchFamily="34" charset="0"/>
              <a:buChar char="•"/>
            </a:pPr>
            <a:r>
              <a:rPr lang="en-US" dirty="0"/>
              <a:t>Impact:</a:t>
            </a:r>
          </a:p>
          <a:p>
            <a:pPr marL="514213" lvl="1" indent="-171450">
              <a:buFont typeface="Courier New" panose="02070309020205020404" pitchFamily="49" charset="0"/>
              <a:buChar char="o"/>
            </a:pPr>
            <a:r>
              <a:rPr lang="en-US" dirty="0"/>
              <a:t>Network instability and communication issues.</a:t>
            </a:r>
          </a:p>
          <a:p>
            <a:pPr marL="171450" indent="-171450">
              <a:buFont typeface="Arial" panose="020B0604020202020204" pitchFamily="34" charset="0"/>
              <a:buChar char="•"/>
            </a:pPr>
            <a:r>
              <a:rPr lang="en-US" dirty="0"/>
              <a:t>Troubleshooting Steps:</a:t>
            </a:r>
          </a:p>
          <a:p>
            <a:pPr marL="514213" lvl="1" indent="-171450">
              <a:buFont typeface="Courier New" panose="02070309020205020404" pitchFamily="49" charset="0"/>
              <a:buChar char="o"/>
            </a:pPr>
            <a:r>
              <a:rPr lang="en-US" dirty="0"/>
              <a:t>Identify Duplicate MACs:</a:t>
            </a:r>
          </a:p>
          <a:p>
            <a:pPr marL="856976" lvl="2" indent="-171450">
              <a:buFont typeface="Wingdings" pitchFamily="2" charset="2"/>
              <a:buChar char="§"/>
            </a:pPr>
            <a:r>
              <a:rPr lang="en-US" dirty="0"/>
              <a:t>Use arp utility to verify MAC addresses for each host.</a:t>
            </a:r>
          </a:p>
          <a:p>
            <a:pPr marL="856976" lvl="2" indent="-171450">
              <a:buFont typeface="Wingdings" pitchFamily="2" charset="2"/>
              <a:buChar char="§"/>
            </a:pPr>
            <a:r>
              <a:rPr lang="en-US" dirty="0"/>
              <a:t>Use ipconfig (Windows) or ip neigh (Linux) to check MAC address assignments.</a:t>
            </a:r>
          </a:p>
          <a:p>
            <a:pPr marL="856976" lvl="2" indent="-171450">
              <a:buFont typeface="Wingdings" pitchFamily="2" charset="2"/>
              <a:buChar char="§"/>
            </a:pPr>
            <a:r>
              <a:rPr lang="en-US" dirty="0"/>
              <a:t>Check MAC address and ARP tables on switches and routers.</a:t>
            </a:r>
          </a:p>
          <a:p>
            <a:pPr marL="856976" lvl="2" indent="-171450">
              <a:buFont typeface="Wingdings" pitchFamily="2" charset="2"/>
              <a:buChar char="§"/>
            </a:pPr>
            <a:r>
              <a:rPr lang="en-US" dirty="0"/>
              <a:t>Use a protocol analyzer to examine ARP traffic.</a:t>
            </a:r>
          </a:p>
        </p:txBody>
      </p:sp>
      <p:sp>
        <p:nvSpPr>
          <p:cNvPr id="5" name="Slide Number Placeholder 4"/>
          <p:cNvSpPr>
            <a:spLocks noGrp="1"/>
          </p:cNvSpPr>
          <p:nvPr>
            <p:ph type="sldNum" sz="quarter" idx="5"/>
          </p:nvPr>
        </p:nvSpPr>
        <p:spPr/>
        <p:txBody>
          <a:bodyPr/>
          <a:lstStyle/>
          <a:p>
            <a:fld id="{64FC1154-15AF-4CEB-AEC9-7A3CFB195EFA}" type="slidenum">
              <a:rPr lang="en-US" smtClean="0"/>
              <a:t>53</a:t>
            </a:fld>
            <a:endParaRPr lang="en-US" dirty="0"/>
          </a:p>
        </p:txBody>
      </p:sp>
      <p:sp>
        <p:nvSpPr>
          <p:cNvPr id="6" name="Footer Placeholder 5">
            <a:extLst>
              <a:ext uri="{FF2B5EF4-FFF2-40B4-BE49-F238E27FC236}">
                <a16:creationId xmlns:a16="http://schemas.microsoft.com/office/drawing/2014/main" id="{6EA1C2B7-DE58-0D68-87A6-99306514DD9F}"/>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73811551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 – IP Forwarding Issues</a:t>
            </a:r>
          </a:p>
          <a:p>
            <a:pPr marL="228600" indent="-228600">
              <a:buFont typeface="+mj-lt"/>
              <a:buAutoNum type="arabicPeriod"/>
            </a:pPr>
            <a:r>
              <a:rPr lang="en-US" b="0" dirty="0"/>
              <a:t>Ping the loopback address (ping 127.0.0.1) to verify TCP/IP is installed and loaded correctly. If this fails, reinstall the network protocol stack.</a:t>
            </a:r>
          </a:p>
          <a:p>
            <a:pPr marL="228600" indent="-228600">
              <a:buFont typeface="+mj-lt"/>
              <a:buAutoNum type="arabicPeriod"/>
            </a:pPr>
            <a:r>
              <a:rPr lang="en-US" b="0" dirty="0"/>
              <a:t>Ping the IP address of the local host to verify it was added correctly and to verify that the network adapter is functioning properly. If you cannot ping the host's own address, there might have been a configuration error, or the network adapter or adapter driver could be faulty.</a:t>
            </a:r>
          </a:p>
          <a:p>
            <a:pPr marL="228600" indent="-228600">
              <a:buFont typeface="+mj-lt"/>
              <a:buAutoNum type="arabicPeriod"/>
            </a:pPr>
            <a:r>
              <a:rPr lang="en-US" b="0" dirty="0"/>
              <a:t>Ping the IP address of the default gateway to verify it is up and running and that you can communicate with another host on the local network.</a:t>
            </a:r>
          </a:p>
          <a:p>
            <a:pPr marL="228600" indent="-228600">
              <a:buFont typeface="+mj-lt"/>
              <a:buAutoNum type="arabicPeriod"/>
            </a:pPr>
            <a:r>
              <a:rPr lang="en-US" b="0" dirty="0"/>
              <a:t>Ping the IP address of other hosts on the same subnet to test for local configuration or link problems.</a:t>
            </a:r>
          </a:p>
          <a:p>
            <a:pPr marL="228600" indent="-228600">
              <a:buFont typeface="+mj-lt"/>
              <a:buAutoNum type="arabicPeriod"/>
            </a:pPr>
            <a:endParaRPr lang="en-US" dirty="0"/>
          </a:p>
          <a:p>
            <a:r>
              <a:rPr lang="en-US" b="0" dirty="0"/>
              <a:t>Image Description:</a:t>
            </a:r>
          </a:p>
          <a:p>
            <a:r>
              <a:rPr lang="en-US" b="0" dirty="0"/>
              <a:t>The sequence is as follows: ping loopback, ping host, ping gateway, ping remote host, ping host name, and establish session.</a:t>
            </a:r>
          </a:p>
          <a:p>
            <a:endParaRPr lang="en-US" b="0" dirty="0"/>
          </a:p>
          <a:p>
            <a:r>
              <a:rPr lang="en-US" dirty="0"/>
              <a:t>Image Caption:</a:t>
            </a:r>
            <a:endParaRPr lang="en-US" b="0" dirty="0"/>
          </a:p>
          <a:p>
            <a:r>
              <a:rPr lang="en-US" b="0" dirty="0"/>
              <a:t>A general ping sequence for identifying connectivity issues.</a:t>
            </a:r>
          </a:p>
        </p:txBody>
      </p:sp>
      <p:sp>
        <p:nvSpPr>
          <p:cNvPr id="5" name="Slide Number Placeholder 4"/>
          <p:cNvSpPr>
            <a:spLocks noGrp="1"/>
          </p:cNvSpPr>
          <p:nvPr>
            <p:ph type="sldNum" sz="quarter" idx="5"/>
          </p:nvPr>
        </p:nvSpPr>
        <p:spPr/>
        <p:txBody>
          <a:bodyPr/>
          <a:lstStyle/>
          <a:p>
            <a:fld id="{64FC1154-15AF-4CEB-AEC9-7A3CFB195EFA}" type="slidenum">
              <a:rPr lang="en-US" smtClean="0"/>
              <a:t>54</a:t>
            </a:fld>
            <a:endParaRPr lang="en-US" dirty="0"/>
          </a:p>
        </p:txBody>
      </p:sp>
      <p:sp>
        <p:nvSpPr>
          <p:cNvPr id="6" name="Footer Placeholder 5">
            <a:extLst>
              <a:ext uri="{FF2B5EF4-FFF2-40B4-BE49-F238E27FC236}">
                <a16:creationId xmlns:a16="http://schemas.microsoft.com/office/drawing/2014/main" id="{B6029D86-406E-7F88-474A-3674CA1A9081}"/>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26862497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Instructional Tips</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rPr>
              <a:t>Ask learners to summarize their key takeaways from this module</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rPr>
              <a:t>Conclude by going over main points on the next slide</a:t>
            </a:r>
          </a:p>
        </p:txBody>
      </p:sp>
      <p:sp>
        <p:nvSpPr>
          <p:cNvPr id="5" name="Slide Number Placeholder 4"/>
          <p:cNvSpPr>
            <a:spLocks noGrp="1"/>
          </p:cNvSpPr>
          <p:nvPr>
            <p:ph type="sldNum" sz="quarter" idx="5"/>
          </p:nvPr>
        </p:nvSpPr>
        <p:spPr/>
        <p:txBody>
          <a:bodyPr/>
          <a:lstStyle/>
          <a:p>
            <a:fld id="{64FC1154-15AF-4CEB-AEC9-7A3CFB195EFA}" type="slidenum">
              <a:rPr lang="en-US" smtClean="0"/>
              <a:t>55</a:t>
            </a:fld>
            <a:endParaRPr lang="en-US" dirty="0"/>
          </a:p>
        </p:txBody>
      </p:sp>
      <p:sp>
        <p:nvSpPr>
          <p:cNvPr id="6" name="Footer Placeholder 5">
            <a:extLst>
              <a:ext uri="{FF2B5EF4-FFF2-40B4-BE49-F238E27FC236}">
                <a16:creationId xmlns:a16="http://schemas.microsoft.com/office/drawing/2014/main" id="{179CCF44-B40C-9EEA-011B-F31C5312F0E5}"/>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9947740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0" i="0" u="none" strike="noStrike" dirty="0">
                <a:effectLst/>
                <a:latin typeface="+mn-lt"/>
              </a:rPr>
              <a:t>The core function of IP is to facilitate the creation of a group of logically distinct but interconnected networks, referred to as an internetwork.</a:t>
            </a:r>
          </a:p>
          <a:p>
            <a:pPr marL="171450" indent="-171450">
              <a:buFont typeface="Arial" panose="020B0604020202020204" pitchFamily="34" charset="0"/>
              <a:buChar char="•"/>
            </a:pPr>
            <a:r>
              <a:rPr lang="en-US" b="0" i="0" u="none" strike="noStrike" dirty="0">
                <a:effectLst/>
                <a:latin typeface="+mn-lt"/>
              </a:rPr>
              <a:t>An IPv4 address is 32 bits long and is subdivided into four group of 8 bits.</a:t>
            </a:r>
          </a:p>
          <a:p>
            <a:pPr marL="171450" indent="-171450">
              <a:buFont typeface="Arial" panose="020B0604020202020204" pitchFamily="34" charset="0"/>
              <a:buChar char="•"/>
            </a:pPr>
            <a:r>
              <a:rPr lang="en-US" b="0" i="0" u="none" strike="noStrike" dirty="0">
                <a:effectLst/>
                <a:latin typeface="+mn-lt"/>
              </a:rPr>
              <a:t>A network segment is represented at the Network layer by a subnet. </a:t>
            </a:r>
          </a:p>
          <a:p>
            <a:pPr marL="171450" indent="-171450">
              <a:buFont typeface="Arial" panose="020B0604020202020204" pitchFamily="34" charset="0"/>
              <a:buChar char="•"/>
            </a:pPr>
            <a:r>
              <a:rPr lang="en-US" b="0" i="0" u="none" strike="noStrike" dirty="0">
                <a:effectLst/>
                <a:latin typeface="+mn-lt"/>
              </a:rPr>
              <a:t>TCP/IP command-line utilities enable you to gather information about how your systems are configured and how they communicate over an IP network.</a:t>
            </a:r>
          </a:p>
          <a:p>
            <a:pPr marL="171450" indent="-171450">
              <a:buFont typeface="Arial" panose="020B0604020202020204" pitchFamily="34" charset="0"/>
              <a:buChar char="•"/>
            </a:pPr>
            <a:r>
              <a:rPr lang="en-US" b="0" i="0" u="none" strike="noStrike" dirty="0">
                <a:effectLst/>
                <a:latin typeface="+mn-lt"/>
              </a:rPr>
              <a:t>An IPv6 address contains eight 16-bit numbers, with each double-byte expressed as 4 hex digits. </a:t>
            </a:r>
          </a:p>
        </p:txBody>
      </p:sp>
      <p:sp>
        <p:nvSpPr>
          <p:cNvPr id="5" name="Slide Number Placeholder 4"/>
          <p:cNvSpPr>
            <a:spLocks noGrp="1"/>
          </p:cNvSpPr>
          <p:nvPr>
            <p:ph type="sldNum" sz="quarter" idx="5"/>
          </p:nvPr>
        </p:nvSpPr>
        <p:spPr/>
        <p:txBody>
          <a:bodyPr/>
          <a:lstStyle/>
          <a:p>
            <a:pPr marL="0" marR="0" lvl="0" indent="0" algn="r" defTabSz="685526" rtl="0" eaLnBrk="1" fontAlgn="auto" latinLnBrk="0" hangingPunct="1">
              <a:lnSpc>
                <a:spcPct val="100000"/>
              </a:lnSpc>
              <a:spcBef>
                <a:spcPts val="0"/>
              </a:spcBef>
              <a:spcAft>
                <a:spcPts val="0"/>
              </a:spcAft>
              <a:buClrTx/>
              <a:buSzTx/>
              <a:buFontTx/>
              <a:buNone/>
              <a:tabLst/>
              <a:defRPr/>
            </a:pPr>
            <a:fld id="{64FC1154-15AF-4CEB-AEC9-7A3CFB195EF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83A6B955-EA31-C344-70DA-7244CC5C5493}"/>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088449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FBD57-5C8B-4B5F-28AC-A9D9993C3633}"/>
              </a:ext>
            </a:extLst>
          </p:cNvPr>
          <p:cNvSpPr>
            <a:spLocks noGrp="1"/>
          </p:cNvSpPr>
          <p:nvPr>
            <p:ph type="ctrTitle"/>
          </p:nvPr>
        </p:nvSpPr>
        <p:spPr>
          <a:xfrm>
            <a:off x="682580" y="840993"/>
            <a:ext cx="7318420" cy="1397942"/>
          </a:xfrm>
        </p:spPr>
        <p:txBody>
          <a:bodyPr anchor="b">
            <a:normAutofit/>
          </a:bodyPr>
          <a:lstStyle>
            <a:lvl1pPr algn="l">
              <a:defRPr sz="4400"/>
            </a:lvl1pPr>
          </a:lstStyle>
          <a:p>
            <a:r>
              <a:rPr lang="en-US" dirty="0"/>
              <a:t>Click to edit Master title style</a:t>
            </a:r>
          </a:p>
        </p:txBody>
      </p:sp>
      <p:sp>
        <p:nvSpPr>
          <p:cNvPr id="3" name="Subtitle 2">
            <a:extLst>
              <a:ext uri="{FF2B5EF4-FFF2-40B4-BE49-F238E27FC236}">
                <a16:creationId xmlns:a16="http://schemas.microsoft.com/office/drawing/2014/main" id="{FE36F76B-7651-FDF8-344E-4DD8AB0A1A9C}"/>
              </a:ext>
            </a:extLst>
          </p:cNvPr>
          <p:cNvSpPr>
            <a:spLocks noGrp="1"/>
          </p:cNvSpPr>
          <p:nvPr>
            <p:ph type="subTitle" idx="1"/>
          </p:nvPr>
        </p:nvSpPr>
        <p:spPr>
          <a:xfrm>
            <a:off x="682580" y="2306171"/>
            <a:ext cx="7318420" cy="1633528"/>
          </a:xfrm>
        </p:spPr>
        <p:txBody>
          <a:bodyPr>
            <a:normAutofit/>
          </a:bodyPr>
          <a:lstStyle>
            <a:lvl1pPr marL="0" indent="0" algn="l">
              <a:buNone/>
              <a:defRPr sz="2800">
                <a:solidFill>
                  <a:srgbClr val="586169"/>
                </a:solidFill>
              </a:defRPr>
            </a:lvl1pPr>
            <a:lvl2pPr marL="342580" indent="0" algn="ctr">
              <a:buNone/>
              <a:defRPr sz="1499"/>
            </a:lvl2pPr>
            <a:lvl3pPr marL="685160" indent="0" algn="ctr">
              <a:buNone/>
              <a:defRPr sz="1349"/>
            </a:lvl3pPr>
            <a:lvl4pPr marL="1027740" indent="0" algn="ctr">
              <a:buNone/>
              <a:defRPr sz="1199"/>
            </a:lvl4pPr>
            <a:lvl5pPr marL="1370320" indent="0" algn="ctr">
              <a:buNone/>
              <a:defRPr sz="1199"/>
            </a:lvl5pPr>
            <a:lvl6pPr marL="1712900" indent="0" algn="ctr">
              <a:buNone/>
              <a:defRPr sz="1199"/>
            </a:lvl6pPr>
            <a:lvl7pPr marL="2055480" indent="0" algn="ctr">
              <a:buNone/>
              <a:defRPr sz="1199"/>
            </a:lvl7pPr>
            <a:lvl8pPr marL="2398060" indent="0" algn="ctr">
              <a:buNone/>
              <a:defRPr sz="1199"/>
            </a:lvl8pPr>
            <a:lvl9pPr marL="2740640" indent="0" algn="ctr">
              <a:buNone/>
              <a:defRPr sz="1199"/>
            </a:lvl9pPr>
          </a:lstStyle>
          <a:p>
            <a:r>
              <a:rPr lang="en-US" dirty="0"/>
              <a:t>Click to edit Master subtitle style</a:t>
            </a:r>
          </a:p>
        </p:txBody>
      </p:sp>
      <p:sp>
        <p:nvSpPr>
          <p:cNvPr id="6" name="Slide Number Placeholder 5">
            <a:extLst>
              <a:ext uri="{FF2B5EF4-FFF2-40B4-BE49-F238E27FC236}">
                <a16:creationId xmlns:a16="http://schemas.microsoft.com/office/drawing/2014/main" id="{B881CDD2-F96C-1334-02DA-CF6D908B1ADB}"/>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8" name="Google Shape;230;p20">
            <a:extLst>
              <a:ext uri="{FF2B5EF4-FFF2-40B4-BE49-F238E27FC236}">
                <a16:creationId xmlns:a16="http://schemas.microsoft.com/office/drawing/2014/main" id="{D71797A5-02F7-5055-CA1F-75A9AF94B589}"/>
              </a:ext>
            </a:extLst>
          </p:cNvPr>
          <p:cNvSpPr/>
          <p:nvPr userDrawn="1"/>
        </p:nvSpPr>
        <p:spPr>
          <a:xfrm rot="5400000">
            <a:off x="279830" y="1750579"/>
            <a:ext cx="7602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5" name="Footer Placeholder 6">
            <a:extLst>
              <a:ext uri="{FF2B5EF4-FFF2-40B4-BE49-F238E27FC236}">
                <a16:creationId xmlns:a16="http://schemas.microsoft.com/office/drawing/2014/main" id="{04428E15-5C5F-D7D8-73D1-15EC716FD308}"/>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19405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EB498-E060-0735-18E5-DB0DB698EE31}"/>
              </a:ext>
            </a:extLst>
          </p:cNvPr>
          <p:cNvSpPr>
            <a:spLocks noGrp="1"/>
          </p:cNvSpPr>
          <p:nvPr>
            <p:ph type="title"/>
          </p:nvPr>
        </p:nvSpPr>
        <p:spPr>
          <a:xfrm>
            <a:off x="628649" y="584942"/>
            <a:ext cx="7886699" cy="572790"/>
          </a:xfrm>
        </p:spPr>
        <p:txBody>
          <a:bodyPr anchor="t" anchorCtr="0"/>
          <a:lstStyle/>
          <a:p>
            <a:r>
              <a:rPr lang="en-US"/>
              <a:t>Click to edit Master title style</a:t>
            </a:r>
          </a:p>
        </p:txBody>
      </p:sp>
      <p:sp>
        <p:nvSpPr>
          <p:cNvPr id="3" name="Content Placeholder 2">
            <a:extLst>
              <a:ext uri="{FF2B5EF4-FFF2-40B4-BE49-F238E27FC236}">
                <a16:creationId xmlns:a16="http://schemas.microsoft.com/office/drawing/2014/main" id="{BDC45777-C83D-250B-69F6-100491C1BB6A}"/>
              </a:ext>
            </a:extLst>
          </p:cNvPr>
          <p:cNvSpPr>
            <a:spLocks noGrp="1"/>
          </p:cNvSpPr>
          <p:nvPr>
            <p:ph idx="1"/>
          </p:nvPr>
        </p:nvSpPr>
        <p:spPr>
          <a:xfrm>
            <a:off x="628650" y="1216369"/>
            <a:ext cx="7886700" cy="3325066"/>
          </a:xfrm>
        </p:spPr>
        <p:txBody>
          <a:bodyPr/>
          <a:lstStyle>
            <a:lvl2pPr marL="571500" indent="-22860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CCDBBB7A-14A3-FE2D-5516-E9543BAC81B0}"/>
              </a:ext>
            </a:extLst>
          </p:cNvPr>
          <p:cNvSpPr>
            <a:spLocks noGrp="1"/>
          </p:cNvSpPr>
          <p:nvPr>
            <p:ph type="sldNum" sz="quarter" idx="12"/>
          </p:nvPr>
        </p:nvSpPr>
        <p:spPr/>
        <p:txBody>
          <a:bodyPr/>
          <a:lstStyle>
            <a:lvl1pPr>
              <a:defRPr>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fld id="{64537577-822C-42C9-B1FE-62AC5F07B59D}" type="slidenum">
              <a:rPr lang="en-US" smtClean="0"/>
              <a:pPr/>
              <a:t>‹#›</a:t>
            </a:fld>
            <a:endParaRPr lang="en-US" dirty="0"/>
          </a:p>
        </p:txBody>
      </p:sp>
      <p:sp>
        <p:nvSpPr>
          <p:cNvPr id="4" name="Google Shape;138;p9">
            <a:extLst>
              <a:ext uri="{FF2B5EF4-FFF2-40B4-BE49-F238E27FC236}">
                <a16:creationId xmlns:a16="http://schemas.microsoft.com/office/drawing/2014/main" id="{554BAC3A-6458-8EB9-8C2A-E21A36ED286A}"/>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8" name="Footer Placeholder 6">
            <a:extLst>
              <a:ext uri="{FF2B5EF4-FFF2-40B4-BE49-F238E27FC236}">
                <a16:creationId xmlns:a16="http://schemas.microsoft.com/office/drawing/2014/main" id="{717CB0EC-ED7F-EC59-A549-E28B9C72F899}"/>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1477570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41F25-496E-8FB7-AC55-7F389601248E}"/>
              </a:ext>
            </a:extLst>
          </p:cNvPr>
          <p:cNvSpPr>
            <a:spLocks noGrp="1"/>
          </p:cNvSpPr>
          <p:nvPr>
            <p:ph type="title"/>
          </p:nvPr>
        </p:nvSpPr>
        <p:spPr>
          <a:xfrm>
            <a:off x="628650" y="591921"/>
            <a:ext cx="7921125" cy="496626"/>
          </a:xfrm>
        </p:spPr>
        <p:txBody>
          <a:bodyPr anchor="t" anchorCtr="0"/>
          <a:lstStyle/>
          <a:p>
            <a:r>
              <a:rPr lang="en-US" dirty="0"/>
              <a:t>Click to edit Master title style</a:t>
            </a:r>
          </a:p>
        </p:txBody>
      </p:sp>
      <p:sp>
        <p:nvSpPr>
          <p:cNvPr id="3" name="Content Placeholder 2">
            <a:extLst>
              <a:ext uri="{FF2B5EF4-FFF2-40B4-BE49-F238E27FC236}">
                <a16:creationId xmlns:a16="http://schemas.microsoft.com/office/drawing/2014/main" id="{2E733F0E-E307-67CB-90D9-8C7E28E1C35D}"/>
              </a:ext>
            </a:extLst>
          </p:cNvPr>
          <p:cNvSpPr>
            <a:spLocks noGrp="1"/>
          </p:cNvSpPr>
          <p:nvPr>
            <p:ph sz="half" idx="1"/>
          </p:nvPr>
        </p:nvSpPr>
        <p:spPr>
          <a:xfrm>
            <a:off x="628650" y="1149214"/>
            <a:ext cx="3886200" cy="336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EBFBD7-C540-FEB6-389B-B746C232F921}"/>
              </a:ext>
            </a:extLst>
          </p:cNvPr>
          <p:cNvSpPr>
            <a:spLocks noGrp="1"/>
          </p:cNvSpPr>
          <p:nvPr>
            <p:ph sz="half" idx="2"/>
          </p:nvPr>
        </p:nvSpPr>
        <p:spPr>
          <a:xfrm>
            <a:off x="4629150" y="1149214"/>
            <a:ext cx="3886200" cy="336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FC7584C7-B9DD-DCA9-C73C-F41AFF8409DA}"/>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5" name="Google Shape;138;p9">
            <a:extLst>
              <a:ext uri="{FF2B5EF4-FFF2-40B4-BE49-F238E27FC236}">
                <a16:creationId xmlns:a16="http://schemas.microsoft.com/office/drawing/2014/main" id="{CE2721F1-28D7-991F-5E6A-BF6EB798AE50}"/>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6" name="Footer Placeholder 6">
            <a:extLst>
              <a:ext uri="{FF2B5EF4-FFF2-40B4-BE49-F238E27FC236}">
                <a16:creationId xmlns:a16="http://schemas.microsoft.com/office/drawing/2014/main" id="{A3BEE632-F49C-08B5-0252-FF6EB512F170}"/>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3499983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5E801-7CBF-19EF-2385-BDBDFDEB6793}"/>
              </a:ext>
            </a:extLst>
          </p:cNvPr>
          <p:cNvSpPr>
            <a:spLocks noGrp="1"/>
          </p:cNvSpPr>
          <p:nvPr>
            <p:ph type="title"/>
          </p:nvPr>
        </p:nvSpPr>
        <p:spPr>
          <a:xfrm>
            <a:off x="627460" y="589118"/>
            <a:ext cx="7922315" cy="496626"/>
          </a:xfrm>
        </p:spPr>
        <p:txBody>
          <a:bodyPr anchor="t" anchorCtr="0"/>
          <a:lstStyle/>
          <a:p>
            <a:r>
              <a:rPr lang="en-US" dirty="0"/>
              <a:t>Click to edit Master title style</a:t>
            </a:r>
          </a:p>
        </p:txBody>
      </p:sp>
      <p:sp>
        <p:nvSpPr>
          <p:cNvPr id="3" name="Text Placeholder 2">
            <a:extLst>
              <a:ext uri="{FF2B5EF4-FFF2-40B4-BE49-F238E27FC236}">
                <a16:creationId xmlns:a16="http://schemas.microsoft.com/office/drawing/2014/main" id="{23706BAF-57F5-BDA6-72EB-972D8CC30708}"/>
              </a:ext>
            </a:extLst>
          </p:cNvPr>
          <p:cNvSpPr>
            <a:spLocks noGrp="1"/>
          </p:cNvSpPr>
          <p:nvPr>
            <p:ph type="body" idx="1"/>
          </p:nvPr>
        </p:nvSpPr>
        <p:spPr>
          <a:xfrm>
            <a:off x="627460" y="1146610"/>
            <a:ext cx="3868340" cy="617362"/>
          </a:xfrm>
        </p:spPr>
        <p:txBody>
          <a:bodyPr anchor="b">
            <a:noAutofit/>
          </a:bodyPr>
          <a:lstStyle>
            <a:lvl1pPr marL="0" indent="0" algn="ctr">
              <a:buNone/>
              <a:defRPr sz="2000" b="0">
                <a:solidFill>
                  <a:srgbClr val="586169"/>
                </a:solidFill>
                <a:latin typeface="+mj-lt"/>
                <a:ea typeface="Noto Sans Condensed" panose="020B0502040504020204" pitchFamily="34" charset="0"/>
                <a:cs typeface="Noto Sans Condensed" panose="020B0502040504020204" pitchFamily="34" charset="0"/>
              </a:defRPr>
            </a:lvl1pPr>
            <a:lvl2pPr marL="342580" indent="0">
              <a:buNone/>
              <a:defRPr sz="1499" b="1"/>
            </a:lvl2pPr>
            <a:lvl3pPr marL="685160" indent="0">
              <a:buNone/>
              <a:defRPr sz="1349" b="1"/>
            </a:lvl3pPr>
            <a:lvl4pPr marL="1027740" indent="0">
              <a:buNone/>
              <a:defRPr sz="1199" b="1"/>
            </a:lvl4pPr>
            <a:lvl5pPr marL="1370320" indent="0">
              <a:buNone/>
              <a:defRPr sz="1199" b="1"/>
            </a:lvl5pPr>
            <a:lvl6pPr marL="1712900" indent="0">
              <a:buNone/>
              <a:defRPr sz="1199" b="1"/>
            </a:lvl6pPr>
            <a:lvl7pPr marL="2055480" indent="0">
              <a:buNone/>
              <a:defRPr sz="1199" b="1"/>
            </a:lvl7pPr>
            <a:lvl8pPr marL="2398060" indent="0">
              <a:buNone/>
              <a:defRPr sz="1199" b="1"/>
            </a:lvl8pPr>
            <a:lvl9pPr marL="2740640" indent="0">
              <a:buNone/>
              <a:defRPr sz="1199"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FDD8B87-3F77-0AE4-2F64-80AD7EA7DC12}"/>
              </a:ext>
            </a:extLst>
          </p:cNvPr>
          <p:cNvSpPr>
            <a:spLocks noGrp="1"/>
          </p:cNvSpPr>
          <p:nvPr>
            <p:ph sz="half" idx="2"/>
          </p:nvPr>
        </p:nvSpPr>
        <p:spPr>
          <a:xfrm>
            <a:off x="627460" y="1763972"/>
            <a:ext cx="3868340" cy="2760883"/>
          </a:xfrm>
        </p:spPr>
        <p:txBody>
          <a:bodyPr/>
          <a:lstStyle>
            <a:lvl1pPr>
              <a:defRPr sz="1800"/>
            </a:lvl1pPr>
            <a:lvl2pPr>
              <a:defRPr sz="1600"/>
            </a:lvl2pPr>
            <a:lvl3pPr>
              <a:defRPr sz="1600"/>
            </a:lvl3pPr>
            <a:lvl4pPr>
              <a:defRPr sz="14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90C8C0E-F899-4D2C-660B-5FF26E5C2315}"/>
              </a:ext>
            </a:extLst>
          </p:cNvPr>
          <p:cNvSpPr>
            <a:spLocks noGrp="1"/>
          </p:cNvSpPr>
          <p:nvPr>
            <p:ph type="body" sz="quarter" idx="3"/>
          </p:nvPr>
        </p:nvSpPr>
        <p:spPr>
          <a:xfrm>
            <a:off x="4514255" y="1146610"/>
            <a:ext cx="3887391" cy="617362"/>
          </a:xfrm>
        </p:spPr>
        <p:txBody>
          <a:bodyPr anchor="b">
            <a:noAutofit/>
          </a:bodyPr>
          <a:lstStyle>
            <a:lvl1pPr marL="0" indent="0" algn="ctr">
              <a:buNone/>
              <a:defRPr sz="2000" b="0">
                <a:solidFill>
                  <a:srgbClr val="586169"/>
                </a:solidFill>
                <a:latin typeface="+mj-lt"/>
                <a:ea typeface="Noto Sans Condensed" panose="020B0502040504020204" pitchFamily="34" charset="0"/>
                <a:cs typeface="Noto Sans Condensed" panose="020B0502040504020204" pitchFamily="34" charset="0"/>
              </a:defRPr>
            </a:lvl1pPr>
            <a:lvl2pPr marL="342580" indent="0">
              <a:buNone/>
              <a:defRPr sz="1499" b="1"/>
            </a:lvl2pPr>
            <a:lvl3pPr marL="685160" indent="0">
              <a:buNone/>
              <a:defRPr sz="1349" b="1"/>
            </a:lvl3pPr>
            <a:lvl4pPr marL="1027740" indent="0">
              <a:buNone/>
              <a:defRPr sz="1199" b="1"/>
            </a:lvl4pPr>
            <a:lvl5pPr marL="1370320" indent="0">
              <a:buNone/>
              <a:defRPr sz="1199" b="1"/>
            </a:lvl5pPr>
            <a:lvl6pPr marL="1712900" indent="0">
              <a:buNone/>
              <a:defRPr sz="1199" b="1"/>
            </a:lvl6pPr>
            <a:lvl7pPr marL="2055480" indent="0">
              <a:buNone/>
              <a:defRPr sz="1199" b="1"/>
            </a:lvl7pPr>
            <a:lvl8pPr marL="2398060" indent="0">
              <a:buNone/>
              <a:defRPr sz="1199" b="1"/>
            </a:lvl8pPr>
            <a:lvl9pPr marL="2740640" indent="0">
              <a:buNone/>
              <a:defRPr sz="1199"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4CC6281D-0F62-7BB0-0D32-55593D34C5D9}"/>
              </a:ext>
            </a:extLst>
          </p:cNvPr>
          <p:cNvSpPr>
            <a:spLocks noGrp="1"/>
          </p:cNvSpPr>
          <p:nvPr>
            <p:ph sz="quarter" idx="4"/>
          </p:nvPr>
        </p:nvSpPr>
        <p:spPr>
          <a:xfrm>
            <a:off x="4514255" y="1763972"/>
            <a:ext cx="3887391" cy="2760883"/>
          </a:xfrm>
        </p:spPr>
        <p:txBody>
          <a:bodyPr/>
          <a:lstStyle>
            <a:lvl1pPr>
              <a:defRPr sz="1800"/>
            </a:lvl1pPr>
            <a:lvl2pPr>
              <a:defRPr sz="1600"/>
            </a:lvl2pPr>
            <a:lvl3pPr>
              <a:defRPr sz="1600"/>
            </a:lvl3pPr>
            <a:lvl4pPr>
              <a:defRPr sz="14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5FD9B665-E777-009A-52AA-49E8F565BB5B}"/>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7" name="Google Shape;138;p9">
            <a:extLst>
              <a:ext uri="{FF2B5EF4-FFF2-40B4-BE49-F238E27FC236}">
                <a16:creationId xmlns:a16="http://schemas.microsoft.com/office/drawing/2014/main" id="{643C68CC-38BB-EC6D-3E62-41E88722DAEC}"/>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8" name="Footer Placeholder 6">
            <a:extLst>
              <a:ext uri="{FF2B5EF4-FFF2-40B4-BE49-F238E27FC236}">
                <a16:creationId xmlns:a16="http://schemas.microsoft.com/office/drawing/2014/main" id="{08234280-C41C-DE8D-CE3F-D157ECAE66CF}"/>
              </a:ext>
            </a:extLst>
          </p:cNvPr>
          <p:cNvSpPr>
            <a:spLocks noGrp="1"/>
          </p:cNvSpPr>
          <p:nvPr>
            <p:ph type="ftr" sz="quarter" idx="1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3177522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0DC66-E0A2-7F55-EB53-533A8B6C83FE}"/>
              </a:ext>
            </a:extLst>
          </p:cNvPr>
          <p:cNvSpPr>
            <a:spLocks noGrp="1"/>
          </p:cNvSpPr>
          <p:nvPr>
            <p:ph type="title"/>
          </p:nvPr>
        </p:nvSpPr>
        <p:spPr>
          <a:xfrm>
            <a:off x="141194" y="0"/>
            <a:ext cx="7886700" cy="993252"/>
          </a:xfrm>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AEF202C2-7EFE-0924-CAE5-57059CA87430}"/>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3" name="Footer Placeholder 6">
            <a:extLst>
              <a:ext uri="{FF2B5EF4-FFF2-40B4-BE49-F238E27FC236}">
                <a16:creationId xmlns:a16="http://schemas.microsoft.com/office/drawing/2014/main" id="{59783566-1CF9-C15E-0F0A-C21EF9BC2EF9}"/>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327411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73C8B8-889F-7FFE-FDF7-F1FBA95C0D68}"/>
              </a:ext>
            </a:extLst>
          </p:cNvPr>
          <p:cNvSpPr>
            <a:spLocks noGrp="1"/>
          </p:cNvSpPr>
          <p:nvPr>
            <p:ph type="sldNum" sz="quarter" idx="12"/>
          </p:nvPr>
        </p:nvSpPr>
        <p:spPr/>
        <p:txBody>
          <a:bodyPr/>
          <a:lstStyle>
            <a:lvl1pPr>
              <a:defRPr>
                <a:solidFill>
                  <a:schemeClr val="bg1">
                    <a:lumMod val="85000"/>
                  </a:schemeClr>
                </a:solidFill>
              </a:defRPr>
            </a:lvl1pPr>
          </a:lstStyle>
          <a:p>
            <a:fld id="{64537577-822C-42C9-B1FE-62AC5F07B59D}" type="slidenum">
              <a:rPr lang="en-US" smtClean="0"/>
              <a:pPr/>
              <a:t>‹#›</a:t>
            </a:fld>
            <a:endParaRPr lang="en-US" dirty="0"/>
          </a:p>
        </p:txBody>
      </p:sp>
      <p:sp>
        <p:nvSpPr>
          <p:cNvPr id="2" name="Footer Placeholder 6">
            <a:extLst>
              <a:ext uri="{FF2B5EF4-FFF2-40B4-BE49-F238E27FC236}">
                <a16:creationId xmlns:a16="http://schemas.microsoft.com/office/drawing/2014/main" id="{A8B8CD61-C7BC-09FD-E1FF-F3950BF1584A}"/>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3610294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opic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6ABF4-8313-754B-E9F8-F5BC953386C7}"/>
              </a:ext>
            </a:extLst>
          </p:cNvPr>
          <p:cNvSpPr>
            <a:spLocks noGrp="1"/>
          </p:cNvSpPr>
          <p:nvPr>
            <p:ph type="title"/>
          </p:nvPr>
        </p:nvSpPr>
        <p:spPr>
          <a:xfrm>
            <a:off x="682580" y="1550954"/>
            <a:ext cx="7886700" cy="602375"/>
          </a:xfrm>
        </p:spPr>
        <p:txBody>
          <a:bodyPr>
            <a:noAutofit/>
          </a:bodyPr>
          <a:lstStyle>
            <a:lvl1pPr algn="l">
              <a:defRPr sz="4400">
                <a:solidFill>
                  <a:srgbClr val="586169"/>
                </a:solidFill>
                <a:latin typeface="+mj-lt"/>
              </a:defRPr>
            </a:lvl1pPr>
          </a:lstStyle>
          <a:p>
            <a:r>
              <a:rPr lang="en-US" dirty="0"/>
              <a:t>Click to edit Master title style</a:t>
            </a:r>
          </a:p>
        </p:txBody>
      </p:sp>
      <p:sp>
        <p:nvSpPr>
          <p:cNvPr id="4" name="Google Shape;230;p20">
            <a:extLst>
              <a:ext uri="{FF2B5EF4-FFF2-40B4-BE49-F238E27FC236}">
                <a16:creationId xmlns:a16="http://schemas.microsoft.com/office/drawing/2014/main" id="{757C5F44-22F2-7208-5BB0-E5F13581B3AF}"/>
              </a:ext>
            </a:extLst>
          </p:cNvPr>
          <p:cNvSpPr/>
          <p:nvPr userDrawn="1"/>
        </p:nvSpPr>
        <p:spPr>
          <a:xfrm rot="5400000">
            <a:off x="279830" y="1750579"/>
            <a:ext cx="7602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Lato"/>
              <a:ea typeface="Lato"/>
              <a:cs typeface="Lato"/>
              <a:sym typeface="Lato"/>
            </a:endParaRPr>
          </a:p>
        </p:txBody>
      </p:sp>
      <p:sp>
        <p:nvSpPr>
          <p:cNvPr id="5" name="Slide Number Placeholder 3">
            <a:extLst>
              <a:ext uri="{FF2B5EF4-FFF2-40B4-BE49-F238E27FC236}">
                <a16:creationId xmlns:a16="http://schemas.microsoft.com/office/drawing/2014/main" id="{57894FEE-28A4-FB53-A70B-FBB307673B19}"/>
              </a:ext>
            </a:extLst>
          </p:cNvPr>
          <p:cNvSpPr>
            <a:spLocks noGrp="1"/>
          </p:cNvSpPr>
          <p:nvPr>
            <p:ph type="sldNum" sz="quarter" idx="12"/>
          </p:nvPr>
        </p:nvSpPr>
        <p:spPr>
          <a:xfrm>
            <a:off x="6457950" y="4762849"/>
            <a:ext cx="2057400" cy="273590"/>
          </a:xfrm>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6" name="Footer Placeholder 6">
            <a:extLst>
              <a:ext uri="{FF2B5EF4-FFF2-40B4-BE49-F238E27FC236}">
                <a16:creationId xmlns:a16="http://schemas.microsoft.com/office/drawing/2014/main" id="{CE697EAA-7B89-F7BD-5B7E-3D46CFFBFD2B}"/>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4066883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and Cit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08C50-1C6F-52AE-5678-98EB5F266985}"/>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63050ADF-47A2-90B1-A686-38CE4DEE8933}"/>
              </a:ext>
            </a:extLst>
          </p:cNvPr>
          <p:cNvSpPr>
            <a:spLocks noGrp="1"/>
          </p:cNvSpPr>
          <p:nvPr>
            <p:ph type="sldNum" sz="quarter" idx="10"/>
          </p:nvPr>
        </p:nvSpPr>
        <p:spPr/>
        <p:txBody>
          <a:bodyPr/>
          <a:lstStyle>
            <a:lvl1pPr>
              <a:defRPr>
                <a:solidFill>
                  <a:schemeClr val="bg1">
                    <a:lumMod val="85000"/>
                  </a:schemeClr>
                </a:solidFill>
              </a:defRPr>
            </a:lvl1pPr>
          </a:lstStyle>
          <a:p>
            <a:fld id="{64537577-822C-42C9-B1FE-62AC5F07B59D}" type="slidenum">
              <a:rPr lang="en-US" smtClean="0"/>
              <a:pPr/>
              <a:t>‹#›</a:t>
            </a:fld>
            <a:endParaRPr lang="en-US" dirty="0"/>
          </a:p>
        </p:txBody>
      </p:sp>
      <p:sp>
        <p:nvSpPr>
          <p:cNvPr id="6" name="Picture Placeholder 5">
            <a:extLst>
              <a:ext uri="{FF2B5EF4-FFF2-40B4-BE49-F238E27FC236}">
                <a16:creationId xmlns:a16="http://schemas.microsoft.com/office/drawing/2014/main" id="{8374F4F7-8DB0-40E8-6E15-6BDF3D1E780D}"/>
              </a:ext>
            </a:extLst>
          </p:cNvPr>
          <p:cNvSpPr>
            <a:spLocks noGrp="1"/>
          </p:cNvSpPr>
          <p:nvPr>
            <p:ph type="pic" sz="quarter" idx="12"/>
          </p:nvPr>
        </p:nvSpPr>
        <p:spPr>
          <a:xfrm>
            <a:off x="628650" y="1358900"/>
            <a:ext cx="8002700" cy="3065463"/>
          </a:xfrm>
        </p:spPr>
        <p:txBody>
          <a:bodyPr/>
          <a:lstStyle/>
          <a:p>
            <a:endParaRPr lang="en-US" dirty="0"/>
          </a:p>
        </p:txBody>
      </p:sp>
      <p:sp>
        <p:nvSpPr>
          <p:cNvPr id="10" name="Text Placeholder 9">
            <a:extLst>
              <a:ext uri="{FF2B5EF4-FFF2-40B4-BE49-F238E27FC236}">
                <a16:creationId xmlns:a16="http://schemas.microsoft.com/office/drawing/2014/main" id="{ED18884B-15BB-117D-6488-38ECE9320718}"/>
              </a:ext>
            </a:extLst>
          </p:cNvPr>
          <p:cNvSpPr>
            <a:spLocks noGrp="1"/>
          </p:cNvSpPr>
          <p:nvPr>
            <p:ph type="body" sz="quarter" idx="13" hasCustomPrompt="1"/>
          </p:nvPr>
        </p:nvSpPr>
        <p:spPr>
          <a:xfrm>
            <a:off x="628650" y="4484688"/>
            <a:ext cx="8002700" cy="201612"/>
          </a:xfrm>
        </p:spPr>
        <p:txBody>
          <a:bodyPr>
            <a:normAutofit/>
          </a:bodyPr>
          <a:lstStyle>
            <a:lvl1pPr marL="0" indent="0" algn="ctr">
              <a:buNone/>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lvl="0"/>
            <a:r>
              <a:rPr lang="en-US" dirty="0"/>
              <a:t>Citation</a:t>
            </a:r>
          </a:p>
        </p:txBody>
      </p:sp>
      <p:sp>
        <p:nvSpPr>
          <p:cNvPr id="5" name="Footer Placeholder 6">
            <a:extLst>
              <a:ext uri="{FF2B5EF4-FFF2-40B4-BE49-F238E27FC236}">
                <a16:creationId xmlns:a16="http://schemas.microsoft.com/office/drawing/2014/main" id="{BF705B26-CC1D-A019-9217-3BC5766A5492}"/>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3025565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30D9C-ED69-04DC-6777-0E1A290685AF}"/>
              </a:ext>
            </a:extLst>
          </p:cNvPr>
          <p:cNvSpPr>
            <a:spLocks noGrp="1"/>
          </p:cNvSpPr>
          <p:nvPr>
            <p:ph type="title"/>
          </p:nvPr>
        </p:nvSpPr>
        <p:spPr>
          <a:xfrm>
            <a:off x="628650" y="273591"/>
            <a:ext cx="7886700" cy="99325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054F26-3F7F-EE94-90E3-0BF96A46F3E1}"/>
              </a:ext>
            </a:extLst>
          </p:cNvPr>
          <p:cNvSpPr>
            <a:spLocks noGrp="1"/>
          </p:cNvSpPr>
          <p:nvPr>
            <p:ph type="body" idx="1"/>
          </p:nvPr>
        </p:nvSpPr>
        <p:spPr>
          <a:xfrm>
            <a:off x="628650" y="1367951"/>
            <a:ext cx="7886700" cy="290425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E6BE0285-3B44-EF97-28EA-1501C6405FB8}"/>
              </a:ext>
            </a:extLst>
          </p:cNvPr>
          <p:cNvSpPr>
            <a:spLocks noGrp="1"/>
          </p:cNvSpPr>
          <p:nvPr>
            <p:ph type="sldNum" sz="quarter" idx="4"/>
          </p:nvPr>
        </p:nvSpPr>
        <p:spPr>
          <a:xfrm>
            <a:off x="6457949" y="4762849"/>
            <a:ext cx="2173401" cy="273590"/>
          </a:xfrm>
          <a:prstGeom prst="rect">
            <a:avLst/>
          </a:prstGeom>
        </p:spPr>
        <p:txBody>
          <a:bodyPr vert="horz" lIns="91440" tIns="45720" rIns="91440" bIns="45720" rtlCol="0" anchor="ctr"/>
          <a:lstStyle>
            <a:lvl1pPr algn="r">
              <a:defRPr sz="800">
                <a:solidFill>
                  <a:schemeClr val="bg1">
                    <a:lumMod val="85000"/>
                  </a:schemeClr>
                </a:solidFill>
                <a:latin typeface="+mn-lt"/>
              </a:defRPr>
            </a:lvl1pPr>
          </a:lstStyle>
          <a:p>
            <a:fld id="{64537577-822C-42C9-B1FE-62AC5F07B59D}" type="slidenum">
              <a:rPr lang="en-US" smtClean="0"/>
              <a:pPr/>
              <a:t>‹#›</a:t>
            </a:fld>
            <a:endParaRPr lang="en-US" dirty="0"/>
          </a:p>
        </p:txBody>
      </p:sp>
      <p:pic>
        <p:nvPicPr>
          <p:cNvPr id="4" name="Google Shape;139;p9">
            <a:extLst>
              <a:ext uri="{FF2B5EF4-FFF2-40B4-BE49-F238E27FC236}">
                <a16:creationId xmlns:a16="http://schemas.microsoft.com/office/drawing/2014/main" id="{83DC1A23-2A71-97EE-22B0-923C06AFC881}"/>
              </a:ext>
            </a:extLst>
          </p:cNvPr>
          <p:cNvPicPr preferRelativeResize="0"/>
          <p:nvPr userDrawn="1"/>
        </p:nvPicPr>
        <p:blipFill rotWithShape="1">
          <a:blip r:embed="rId10" cstate="screen">
            <a:alphaModFix/>
            <a:extLst>
              <a:ext uri="{28A0092B-C50C-407E-A947-70E740481C1C}">
                <a14:useLocalDpi xmlns:a14="http://schemas.microsoft.com/office/drawing/2010/main"/>
              </a:ext>
            </a:extLst>
          </a:blip>
          <a:srcRect t="-79132" b="-79132"/>
          <a:stretch/>
        </p:blipFill>
        <p:spPr>
          <a:xfrm>
            <a:off x="7803060" y="74469"/>
            <a:ext cx="883274" cy="883275"/>
          </a:xfrm>
          <a:prstGeom prst="rect">
            <a:avLst/>
          </a:prstGeom>
          <a:noFill/>
          <a:ln>
            <a:noFill/>
          </a:ln>
        </p:spPr>
      </p:pic>
      <p:sp>
        <p:nvSpPr>
          <p:cNvPr id="7" name="Footer Placeholder 6">
            <a:extLst>
              <a:ext uri="{FF2B5EF4-FFF2-40B4-BE49-F238E27FC236}">
                <a16:creationId xmlns:a16="http://schemas.microsoft.com/office/drawing/2014/main" id="{9E30C74C-2574-AABC-AFDB-80246E498262}"/>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123400809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71" r:id="rId7"/>
    <p:sldLayoutId id="2147483672" r:id="rId8"/>
  </p:sldLayoutIdLst>
  <p:hf hdr="0" dt="0"/>
  <p:txStyles>
    <p:titleStyle>
      <a:lvl1pPr algn="l" defTabSz="685160" rtl="0" eaLnBrk="1" latinLnBrk="0" hangingPunct="1">
        <a:lnSpc>
          <a:spcPct val="90000"/>
        </a:lnSpc>
        <a:spcBef>
          <a:spcPct val="0"/>
        </a:spcBef>
        <a:buNone/>
        <a:defRPr sz="3600" kern="1200">
          <a:solidFill>
            <a:srgbClr val="404448"/>
          </a:solidFill>
          <a:latin typeface="+mj-lt"/>
          <a:ea typeface="+mj-ea"/>
          <a:cs typeface="+mj-cs"/>
        </a:defRPr>
      </a:lvl1pPr>
    </p:titleStyle>
    <p:bodyStyle>
      <a:lvl1pPr marL="171290" indent="-171290" algn="l" defTabSz="685160" rtl="0" eaLnBrk="1" latinLnBrk="0" hangingPunct="1">
        <a:lnSpc>
          <a:spcPct val="100000"/>
        </a:lnSpc>
        <a:spcBef>
          <a:spcPts val="0"/>
        </a:spcBef>
        <a:buFont typeface="Arial" panose="020B0604020202020204" pitchFamily="34" charset="0"/>
        <a:buChar char="•"/>
        <a:defRPr sz="2400" kern="1200">
          <a:solidFill>
            <a:srgbClr val="404448"/>
          </a:solidFill>
          <a:latin typeface="+mn-lt"/>
          <a:ea typeface="+mn-ea"/>
          <a:cs typeface="+mn-cs"/>
        </a:defRPr>
      </a:lvl1pPr>
      <a:lvl2pPr marL="513870" indent="-171290" algn="l" defTabSz="685160" rtl="0" eaLnBrk="1" latinLnBrk="0" hangingPunct="1">
        <a:lnSpc>
          <a:spcPct val="100000"/>
        </a:lnSpc>
        <a:spcBef>
          <a:spcPts val="0"/>
        </a:spcBef>
        <a:buFont typeface="Courier New" panose="02070309020205020404" pitchFamily="49" charset="0"/>
        <a:buChar char="o"/>
        <a:defRPr sz="2000" kern="1200">
          <a:solidFill>
            <a:srgbClr val="404448"/>
          </a:solidFill>
          <a:latin typeface="+mn-lt"/>
          <a:ea typeface="+mn-ea"/>
          <a:cs typeface="+mn-cs"/>
        </a:defRPr>
      </a:lvl2pPr>
      <a:lvl3pPr marL="856450" indent="-171290" algn="l" defTabSz="685160" rtl="0" eaLnBrk="1" latinLnBrk="0" hangingPunct="1">
        <a:lnSpc>
          <a:spcPct val="100000"/>
        </a:lnSpc>
        <a:spcBef>
          <a:spcPts val="0"/>
        </a:spcBef>
        <a:buFont typeface="Wingdings" panose="05000000000000000000" pitchFamily="2" charset="2"/>
        <a:buChar char="§"/>
        <a:defRPr sz="1800" kern="1200">
          <a:solidFill>
            <a:srgbClr val="404448"/>
          </a:solidFill>
          <a:latin typeface="+mn-lt"/>
          <a:ea typeface="+mn-ea"/>
          <a:cs typeface="+mn-cs"/>
        </a:defRPr>
      </a:lvl3pPr>
      <a:lvl4pPr marL="1199030" indent="-171290" algn="l" defTabSz="685160" rtl="0" eaLnBrk="1" latinLnBrk="0" hangingPunct="1">
        <a:lnSpc>
          <a:spcPct val="100000"/>
        </a:lnSpc>
        <a:spcBef>
          <a:spcPts val="0"/>
        </a:spcBef>
        <a:buFont typeface="Arial" panose="020B0604020202020204" pitchFamily="34" charset="0"/>
        <a:buChar char="•"/>
        <a:defRPr sz="1600" kern="1200">
          <a:solidFill>
            <a:srgbClr val="404448"/>
          </a:solidFill>
          <a:latin typeface="+mn-lt"/>
          <a:ea typeface="+mn-ea"/>
          <a:cs typeface="+mn-cs"/>
        </a:defRPr>
      </a:lvl4pPr>
      <a:lvl5pPr marL="1541610" indent="-171290" algn="l" defTabSz="685160" rtl="0" eaLnBrk="1" latinLnBrk="0" hangingPunct="1">
        <a:lnSpc>
          <a:spcPct val="100000"/>
        </a:lnSpc>
        <a:spcBef>
          <a:spcPts val="0"/>
        </a:spcBef>
        <a:buFont typeface="Courier New" panose="02070309020205020404" pitchFamily="49" charset="0"/>
        <a:buChar char="o"/>
        <a:defRPr sz="1400" kern="1200">
          <a:solidFill>
            <a:srgbClr val="404448"/>
          </a:solidFill>
          <a:latin typeface="+mn-lt"/>
          <a:ea typeface="+mn-ea"/>
          <a:cs typeface="+mn-cs"/>
        </a:defRPr>
      </a:lvl5pPr>
      <a:lvl6pPr marL="188419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6pPr>
      <a:lvl7pPr marL="222677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7pPr>
      <a:lvl8pPr marL="256935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8pPr>
      <a:lvl9pPr marL="291193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9pPr>
    </p:bodyStyle>
    <p:otherStyle>
      <a:defPPr>
        <a:defRPr lang="en-US"/>
      </a:defPPr>
      <a:lvl1pPr marL="0" algn="l" defTabSz="685160" rtl="0" eaLnBrk="1" latinLnBrk="0" hangingPunct="1">
        <a:defRPr sz="1349" kern="1200">
          <a:solidFill>
            <a:schemeClr val="tx1"/>
          </a:solidFill>
          <a:latin typeface="+mn-lt"/>
          <a:ea typeface="+mn-ea"/>
          <a:cs typeface="+mn-cs"/>
        </a:defRPr>
      </a:lvl1pPr>
      <a:lvl2pPr marL="342580" algn="l" defTabSz="685160" rtl="0" eaLnBrk="1" latinLnBrk="0" hangingPunct="1">
        <a:defRPr sz="1349" kern="1200">
          <a:solidFill>
            <a:schemeClr val="tx1"/>
          </a:solidFill>
          <a:latin typeface="+mn-lt"/>
          <a:ea typeface="+mn-ea"/>
          <a:cs typeface="+mn-cs"/>
        </a:defRPr>
      </a:lvl2pPr>
      <a:lvl3pPr marL="685160" algn="l" defTabSz="685160" rtl="0" eaLnBrk="1" latinLnBrk="0" hangingPunct="1">
        <a:defRPr sz="1349" kern="1200">
          <a:solidFill>
            <a:schemeClr val="tx1"/>
          </a:solidFill>
          <a:latin typeface="+mn-lt"/>
          <a:ea typeface="+mn-ea"/>
          <a:cs typeface="+mn-cs"/>
        </a:defRPr>
      </a:lvl3pPr>
      <a:lvl4pPr marL="1027740" algn="l" defTabSz="685160" rtl="0" eaLnBrk="1" latinLnBrk="0" hangingPunct="1">
        <a:defRPr sz="1349" kern="1200">
          <a:solidFill>
            <a:schemeClr val="tx1"/>
          </a:solidFill>
          <a:latin typeface="+mn-lt"/>
          <a:ea typeface="+mn-ea"/>
          <a:cs typeface="+mn-cs"/>
        </a:defRPr>
      </a:lvl4pPr>
      <a:lvl5pPr marL="1370320" algn="l" defTabSz="685160" rtl="0" eaLnBrk="1" latinLnBrk="0" hangingPunct="1">
        <a:defRPr sz="1349" kern="1200">
          <a:solidFill>
            <a:schemeClr val="tx1"/>
          </a:solidFill>
          <a:latin typeface="+mn-lt"/>
          <a:ea typeface="+mn-ea"/>
          <a:cs typeface="+mn-cs"/>
        </a:defRPr>
      </a:lvl5pPr>
      <a:lvl6pPr marL="1712900" algn="l" defTabSz="685160" rtl="0" eaLnBrk="1" latinLnBrk="0" hangingPunct="1">
        <a:defRPr sz="1349" kern="1200">
          <a:solidFill>
            <a:schemeClr val="tx1"/>
          </a:solidFill>
          <a:latin typeface="+mn-lt"/>
          <a:ea typeface="+mn-ea"/>
          <a:cs typeface="+mn-cs"/>
        </a:defRPr>
      </a:lvl6pPr>
      <a:lvl7pPr marL="2055480" algn="l" defTabSz="685160" rtl="0" eaLnBrk="1" latinLnBrk="0" hangingPunct="1">
        <a:defRPr sz="1349" kern="1200">
          <a:solidFill>
            <a:schemeClr val="tx1"/>
          </a:solidFill>
          <a:latin typeface="+mn-lt"/>
          <a:ea typeface="+mn-ea"/>
          <a:cs typeface="+mn-cs"/>
        </a:defRPr>
      </a:lvl7pPr>
      <a:lvl8pPr marL="2398060" algn="l" defTabSz="685160" rtl="0" eaLnBrk="1" latinLnBrk="0" hangingPunct="1">
        <a:defRPr sz="1349" kern="1200">
          <a:solidFill>
            <a:schemeClr val="tx1"/>
          </a:solidFill>
          <a:latin typeface="+mn-lt"/>
          <a:ea typeface="+mn-ea"/>
          <a:cs typeface="+mn-cs"/>
        </a:defRPr>
      </a:lvl8pPr>
      <a:lvl9pPr marL="2740640" algn="l" defTabSz="685160" rtl="0" eaLnBrk="1" latinLnBrk="0" hangingPunct="1">
        <a:defRPr sz="134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microsoft.com/office/2007/relationships/hdphoto" Target="../media/hdphoto1.wdp"/><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9.png"/><Relationship Id="rId7" Type="http://schemas.openxmlformats.org/officeDocument/2006/relationships/diagramColors" Target="../diagrams/colors1.xm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0.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0.png"/><Relationship Id="rId7" Type="http://schemas.openxmlformats.org/officeDocument/2006/relationships/diagramColors" Target="../diagrams/colors2.xm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1.jpeg"/><Relationship Id="rId7" Type="http://schemas.openxmlformats.org/officeDocument/2006/relationships/diagramColors" Target="../diagrams/colors4.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microsoft.com/office/2007/relationships/diagramDrawing" Target="../diagrams/drawing13.xml"/><Relationship Id="rId3" Type="http://schemas.openxmlformats.org/officeDocument/2006/relationships/image" Target="../media/image21.png"/><Relationship Id="rId7" Type="http://schemas.openxmlformats.org/officeDocument/2006/relationships/diagramColors" Target="../diagrams/colors13.xm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diagramQuickStyle" Target="../diagrams/quickStyle13.xml"/><Relationship Id="rId5" Type="http://schemas.openxmlformats.org/officeDocument/2006/relationships/diagramLayout" Target="../diagrams/layout13.xml"/><Relationship Id="rId4" Type="http://schemas.openxmlformats.org/officeDocument/2006/relationships/diagramData" Target="../diagrams/data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5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noAutofit/>
          </a:bodyPr>
          <a:lstStyle/>
          <a:p>
            <a:r>
              <a:rPr lang="en-US" dirty="0"/>
              <a:t>Module 4</a:t>
            </a:r>
          </a:p>
        </p:txBody>
      </p:sp>
      <p:sp>
        <p:nvSpPr>
          <p:cNvPr id="9" name="Subtitle 8">
            <a:extLst>
              <a:ext uri="{FF2B5EF4-FFF2-40B4-BE49-F238E27FC236}">
                <a16:creationId xmlns:a16="http://schemas.microsoft.com/office/drawing/2014/main" id="{D63358E7-0213-9FB6-3B08-E3D4DDBCFFA3}"/>
              </a:ext>
            </a:extLst>
          </p:cNvPr>
          <p:cNvSpPr>
            <a:spLocks noGrp="1"/>
          </p:cNvSpPr>
          <p:nvPr>
            <p:ph type="subTitle" idx="1"/>
          </p:nvPr>
        </p:nvSpPr>
        <p:spPr>
          <a:xfrm>
            <a:off x="682580" y="2306171"/>
            <a:ext cx="7318420" cy="1633528"/>
          </a:xfrm>
        </p:spPr>
        <p:txBody>
          <a:bodyPr/>
          <a:lstStyle/>
          <a:p>
            <a:r>
              <a:rPr lang="en-US" dirty="0"/>
              <a:t>Configuring Network Addressing</a:t>
            </a:r>
          </a:p>
        </p:txBody>
      </p:sp>
      <p:sp>
        <p:nvSpPr>
          <p:cNvPr id="3" name="Slide Number Placeholder 2">
            <a:extLst>
              <a:ext uri="{FF2B5EF4-FFF2-40B4-BE49-F238E27FC236}">
                <a16:creationId xmlns:a16="http://schemas.microsoft.com/office/drawing/2014/main" id="{AECFA59F-3E54-96C2-FCB3-03B501A0B962}"/>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a:t>
            </a:fld>
            <a:endParaRPr lang="en-US" dirty="0"/>
          </a:p>
        </p:txBody>
      </p:sp>
      <p:sp>
        <p:nvSpPr>
          <p:cNvPr id="5" name="Footer Placeholder 4">
            <a:extLst>
              <a:ext uri="{FF2B5EF4-FFF2-40B4-BE49-F238E27FC236}">
                <a16:creationId xmlns:a16="http://schemas.microsoft.com/office/drawing/2014/main" id="{389B2034-1C36-8F43-2B15-0CC2C44E6A87}"/>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2847251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C18DF-222B-4060-1637-B7A41743E470}"/>
              </a:ext>
            </a:extLst>
          </p:cNvPr>
          <p:cNvSpPr>
            <a:spLocks noGrp="1" noChangeAspect="1"/>
          </p:cNvSpPr>
          <p:nvPr>
            <p:ph type="title"/>
          </p:nvPr>
        </p:nvSpPr>
        <p:spPr>
          <a:xfrm>
            <a:off x="628649" y="584942"/>
            <a:ext cx="7886699" cy="572790"/>
          </a:xfrm>
        </p:spPr>
        <p:txBody>
          <a:bodyPr>
            <a:normAutofit fontScale="90000"/>
          </a:bodyPr>
          <a:lstStyle/>
          <a:p>
            <a:r>
              <a:rPr lang="en-US" noProof="0" dirty="0"/>
              <a:t>Module Objectives</a:t>
            </a:r>
            <a:endParaRPr lang="en-US" dirty="0"/>
          </a:p>
        </p:txBody>
      </p:sp>
      <p:sp>
        <p:nvSpPr>
          <p:cNvPr id="3" name="Text Placeholder 2">
            <a:extLst>
              <a:ext uri="{FF2B5EF4-FFF2-40B4-BE49-F238E27FC236}">
                <a16:creationId xmlns:a16="http://schemas.microsoft.com/office/drawing/2014/main" id="{ED85CB01-734E-D1AF-CC68-1737ADEF8EEB}"/>
              </a:ext>
            </a:extLst>
          </p:cNvPr>
          <p:cNvSpPr>
            <a:spLocks noGrp="1" noChangeAspect="1"/>
          </p:cNvSpPr>
          <p:nvPr>
            <p:ph idx="1"/>
          </p:nvPr>
        </p:nvSpPr>
        <p:spPr>
          <a:xfrm>
            <a:off x="628650" y="1216369"/>
            <a:ext cx="7886700" cy="3325066"/>
          </a:xfrm>
        </p:spPr>
        <p:txBody>
          <a:bodyPr>
            <a:noAutofit/>
          </a:bodyPr>
          <a:lstStyle/>
          <a:p>
            <a:r>
              <a:rPr lang="en-US" dirty="0"/>
              <a:t>Explain IPv4 addressing schemes.</a:t>
            </a:r>
            <a:endParaRPr lang="en-US" noProof="0" dirty="0"/>
          </a:p>
          <a:p>
            <a:r>
              <a:rPr lang="en-US" dirty="0"/>
              <a:t>Explain IPv4 forwarding.</a:t>
            </a:r>
          </a:p>
          <a:p>
            <a:r>
              <a:rPr lang="en-US" dirty="0"/>
              <a:t>Configure IP networks and subnets.</a:t>
            </a:r>
          </a:p>
          <a:p>
            <a:r>
              <a:rPr lang="en-US" noProof="0" dirty="0"/>
              <a:t>Use appropriate tools to test a host’s IP configuration.</a:t>
            </a:r>
          </a:p>
          <a:p>
            <a:r>
              <a:rPr lang="en-US" dirty="0"/>
              <a:t>Explain IPv6 addressing schemes.</a:t>
            </a:r>
          </a:p>
          <a:p>
            <a:r>
              <a:rPr lang="en-US" noProof="0" dirty="0"/>
              <a:t>Troubleshoot IP networks and hosts.</a:t>
            </a:r>
          </a:p>
        </p:txBody>
      </p:sp>
      <p:sp>
        <p:nvSpPr>
          <p:cNvPr id="5" name="Slide Number Placeholder 4">
            <a:extLst>
              <a:ext uri="{FF2B5EF4-FFF2-40B4-BE49-F238E27FC236}">
                <a16:creationId xmlns:a16="http://schemas.microsoft.com/office/drawing/2014/main" id="{8AD1FF53-5C4C-06C9-DF80-A990D5B35904}"/>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a:t>
            </a:fld>
            <a:endParaRPr lang="en-US" dirty="0"/>
          </a:p>
        </p:txBody>
      </p:sp>
      <p:sp>
        <p:nvSpPr>
          <p:cNvPr id="6" name="Footer Placeholder 5">
            <a:extLst>
              <a:ext uri="{FF2B5EF4-FFF2-40B4-BE49-F238E27FC236}">
                <a16:creationId xmlns:a16="http://schemas.microsoft.com/office/drawing/2014/main" id="{1C152589-7DD3-9119-BE3D-9E45EAFC030E}"/>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456784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4.1</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Internet Protocol Basics</a:t>
            </a:r>
          </a:p>
        </p:txBody>
      </p:sp>
      <p:sp>
        <p:nvSpPr>
          <p:cNvPr id="5" name="Slide Number Placeholder 4">
            <a:extLst>
              <a:ext uri="{FF2B5EF4-FFF2-40B4-BE49-F238E27FC236}">
                <a16:creationId xmlns:a16="http://schemas.microsoft.com/office/drawing/2014/main" id="{F4E2DA36-BE7F-7D50-699B-4E3F5EF915E7}"/>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a:t>
            </a:fld>
            <a:endParaRPr lang="en-US" dirty="0"/>
          </a:p>
        </p:txBody>
      </p:sp>
      <p:sp>
        <p:nvSpPr>
          <p:cNvPr id="6" name="Footer Placeholder 5">
            <a:extLst>
              <a:ext uri="{FF2B5EF4-FFF2-40B4-BE49-F238E27FC236}">
                <a16:creationId xmlns:a16="http://schemas.microsoft.com/office/drawing/2014/main" id="{CADB668A-EBF3-0501-0291-782D461A45C9}"/>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3015136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1111A-2967-33F7-CF34-CC01CD8B01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25D250-0432-F944-CEA5-9F79F4234BF9}"/>
              </a:ext>
            </a:extLst>
          </p:cNvPr>
          <p:cNvSpPr>
            <a:spLocks noGrp="1" noChangeAspect="1"/>
          </p:cNvSpPr>
          <p:nvPr>
            <p:ph type="title"/>
          </p:nvPr>
        </p:nvSpPr>
        <p:spPr>
          <a:xfrm>
            <a:off x="628650" y="591921"/>
            <a:ext cx="7921125" cy="496626"/>
          </a:xfrm>
        </p:spPr>
        <p:txBody>
          <a:bodyPr anchor="ctr">
            <a:noAutofit/>
          </a:bodyPr>
          <a:lstStyle/>
          <a:p>
            <a:r>
              <a:rPr lang="en-US" dirty="0"/>
              <a:t>Think About It</a:t>
            </a:r>
          </a:p>
        </p:txBody>
      </p:sp>
      <p:sp>
        <p:nvSpPr>
          <p:cNvPr id="10" name="Content Placeholder 3">
            <a:extLst>
              <a:ext uri="{FF2B5EF4-FFF2-40B4-BE49-F238E27FC236}">
                <a16:creationId xmlns:a16="http://schemas.microsoft.com/office/drawing/2014/main" id="{14EF3735-56B4-00ED-3A5C-959942F195D7}"/>
              </a:ext>
            </a:extLst>
          </p:cNvPr>
          <p:cNvSpPr>
            <a:spLocks noGrp="1"/>
          </p:cNvSpPr>
          <p:nvPr>
            <p:ph sz="half" idx="1"/>
          </p:nvPr>
        </p:nvSpPr>
        <p:spPr>
          <a:xfrm>
            <a:off x="628650" y="1149214"/>
            <a:ext cx="3886200" cy="3365370"/>
          </a:xfrm>
        </p:spPr>
        <p:txBody>
          <a:bodyPr>
            <a:normAutofit/>
          </a:bodyPr>
          <a:lstStyle/>
          <a:p>
            <a:r>
              <a:rPr lang="en-US" dirty="0"/>
              <a:t>What is the purpose of a package mailing label?</a:t>
            </a:r>
          </a:p>
          <a:p>
            <a:endParaRPr lang="en-US" dirty="0"/>
          </a:p>
          <a:p>
            <a:r>
              <a:rPr lang="en-US" dirty="0"/>
              <a:t>What information is important to the delivery company?</a:t>
            </a:r>
          </a:p>
        </p:txBody>
      </p:sp>
      <p:pic>
        <p:nvPicPr>
          <p:cNvPr id="5" name="Content Placeholder 4">
            <a:extLst>
              <a:ext uri="{FF2B5EF4-FFF2-40B4-BE49-F238E27FC236}">
                <a16:creationId xmlns:a16="http://schemas.microsoft.com/office/drawing/2014/main" id="{1C9D73E3-878B-CAE3-24E0-E3E559500C35}"/>
              </a:ext>
              <a:ext uri="{C183D7F6-B498-43B3-948B-1728B52AA6E4}">
                <adec:decorative xmlns:adec="http://schemas.microsoft.com/office/drawing/2017/decorative" val="1"/>
              </a:ext>
            </a:extLst>
          </p:cNvPr>
          <p:cNvPicPr>
            <a:picLocks noGrp="1" noChangeAspect="1"/>
          </p:cNvPicPr>
          <p:nvPr>
            <p:ph sz="half" idx="2"/>
          </p:nvPr>
        </p:nvPicPr>
        <p:blipFill rotWithShape="1">
          <a:blip r:embed="rId3" cstate="screen">
            <a:extLst>
              <a:ext uri="{28A0092B-C50C-407E-A947-70E740481C1C}">
                <a14:useLocalDpi xmlns:a14="http://schemas.microsoft.com/office/drawing/2010/main"/>
              </a:ext>
            </a:extLst>
          </a:blip>
          <a:stretch/>
        </p:blipFill>
        <p:spPr>
          <a:xfrm>
            <a:off x="4629150" y="1505934"/>
            <a:ext cx="3886200" cy="2652331"/>
          </a:xfrm>
          <a:noFill/>
        </p:spPr>
      </p:pic>
      <p:sp>
        <p:nvSpPr>
          <p:cNvPr id="3" name="Slide Number Placeholder 2">
            <a:extLst>
              <a:ext uri="{FF2B5EF4-FFF2-40B4-BE49-F238E27FC236}">
                <a16:creationId xmlns:a16="http://schemas.microsoft.com/office/drawing/2014/main" id="{3D8AB878-BB1E-6D62-F1F6-7ABB1E7A7A0A}"/>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a:t>
            </a:fld>
            <a:endParaRPr lang="en-US" dirty="0"/>
          </a:p>
        </p:txBody>
      </p:sp>
      <p:sp>
        <p:nvSpPr>
          <p:cNvPr id="6" name="Footer Placeholder 5">
            <a:extLst>
              <a:ext uri="{FF2B5EF4-FFF2-40B4-BE49-F238E27FC236}">
                <a16:creationId xmlns:a16="http://schemas.microsoft.com/office/drawing/2014/main" id="{D2065D18-E522-E762-4A9C-66D27E50486E}"/>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3347326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7F12B-20A8-2377-DFE6-34074920B1FD}"/>
              </a:ext>
            </a:extLst>
          </p:cNvPr>
          <p:cNvSpPr>
            <a:spLocks noGrp="1"/>
          </p:cNvSpPr>
          <p:nvPr>
            <p:ph type="title"/>
          </p:nvPr>
        </p:nvSpPr>
        <p:spPr>
          <a:xfrm>
            <a:off x="628650" y="591921"/>
            <a:ext cx="7921125" cy="496626"/>
          </a:xfrm>
        </p:spPr>
        <p:txBody>
          <a:bodyPr anchor="ctr">
            <a:noAutofit/>
          </a:bodyPr>
          <a:lstStyle/>
          <a:p>
            <a:r>
              <a:rPr lang="en-US" dirty="0"/>
              <a:t>IPv4 Datagram Header</a:t>
            </a:r>
          </a:p>
        </p:txBody>
      </p:sp>
      <p:pic>
        <p:nvPicPr>
          <p:cNvPr id="5" name="Picture 2">
            <a:extLst>
              <a:ext uri="{FF2B5EF4-FFF2-40B4-BE49-F238E27FC236}">
                <a16:creationId xmlns:a16="http://schemas.microsoft.com/office/drawing/2014/main" id="{ADD63D51-F778-5AAE-3B51-450A24CD4B65}"/>
              </a:ext>
              <a:ext uri="{C183D7F6-B498-43B3-948B-1728B52AA6E4}">
                <adec:decorative xmlns:adec="http://schemas.microsoft.com/office/drawing/2017/decorative" val="1"/>
              </a:ext>
            </a:extLst>
          </p:cNvPr>
          <p:cNvPicPr>
            <a:picLocks noGrp="1" noChangeAspect="1" noChangeArrowheads="1"/>
          </p:cNvPicPr>
          <p:nvPr>
            <p:ph sz="half" idx="1"/>
          </p:nvPr>
        </p:nvPicPr>
        <p:blipFill>
          <a:blip r:embed="rId3" cstate="screen">
            <a:extLst>
              <a:ext uri="{28A0092B-C50C-407E-A947-70E740481C1C}">
                <a14:useLocalDpi xmlns:a14="http://schemas.microsoft.com/office/drawing/2010/main"/>
              </a:ext>
            </a:extLst>
          </a:blip>
          <a:stretch>
            <a:fillRect/>
          </a:stretch>
        </p:blipFill>
        <p:spPr bwMode="auto">
          <a:xfrm>
            <a:off x="837655" y="1566141"/>
            <a:ext cx="3886200" cy="2531918"/>
          </a:xfrm>
          <a:solidFill>
            <a:srgbClr val="FFFFFF"/>
          </a:solidFill>
        </p:spPr>
      </p:pic>
      <p:pic>
        <p:nvPicPr>
          <p:cNvPr id="6" name="Content Placeholder 5">
            <a:extLst>
              <a:ext uri="{FF2B5EF4-FFF2-40B4-BE49-F238E27FC236}">
                <a16:creationId xmlns:a16="http://schemas.microsoft.com/office/drawing/2014/main" id="{06658427-9059-0231-6B50-CBD1CFFBCF6A}"/>
              </a:ext>
              <a:ext uri="{C183D7F6-B498-43B3-948B-1728B52AA6E4}">
                <adec:decorative xmlns:adec="http://schemas.microsoft.com/office/drawing/2017/decorative" val="1"/>
              </a:ext>
            </a:extLst>
          </p:cNvPr>
          <p:cNvPicPr>
            <a:picLocks noGrp="1" noChangeAspect="1"/>
          </p:cNvPicPr>
          <p:nvPr>
            <p:ph sz="half" idx="2"/>
          </p:nvPr>
        </p:nvPicPr>
        <p:blipFill rotWithShape="1">
          <a:blip r:embed="rId4" cstate="screen">
            <a:extLst>
              <a:ext uri="{28A0092B-C50C-407E-A947-70E740481C1C}">
                <a14:useLocalDpi xmlns:a14="http://schemas.microsoft.com/office/drawing/2010/main"/>
              </a:ext>
            </a:extLst>
          </a:blip>
          <a:stretch/>
        </p:blipFill>
        <p:spPr>
          <a:xfrm>
            <a:off x="5450417" y="1149350"/>
            <a:ext cx="2243666" cy="3365500"/>
          </a:xfrm>
        </p:spPr>
      </p:pic>
      <p:sp>
        <p:nvSpPr>
          <p:cNvPr id="3" name="Slide Number Placeholder 2">
            <a:extLst>
              <a:ext uri="{FF2B5EF4-FFF2-40B4-BE49-F238E27FC236}">
                <a16:creationId xmlns:a16="http://schemas.microsoft.com/office/drawing/2014/main" id="{1539E73A-C9F3-C0FB-AEB8-C52E9ED9AEF3}"/>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5</a:t>
            </a:fld>
            <a:endParaRPr lang="en-US" dirty="0"/>
          </a:p>
        </p:txBody>
      </p:sp>
      <p:sp>
        <p:nvSpPr>
          <p:cNvPr id="7" name="Footer Placeholder 6">
            <a:extLst>
              <a:ext uri="{FF2B5EF4-FFF2-40B4-BE49-F238E27FC236}">
                <a16:creationId xmlns:a16="http://schemas.microsoft.com/office/drawing/2014/main" id="{E03B1143-321A-7802-01E1-646645233E1D}"/>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2175243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B73C4-7372-F5DB-8C5D-F2A9C68DF2AF}"/>
              </a:ext>
            </a:extLst>
          </p:cNvPr>
          <p:cNvSpPr>
            <a:spLocks noGrp="1"/>
          </p:cNvSpPr>
          <p:nvPr>
            <p:ph type="title"/>
          </p:nvPr>
        </p:nvSpPr>
        <p:spPr>
          <a:xfrm>
            <a:off x="628649" y="584942"/>
            <a:ext cx="7886699" cy="572790"/>
          </a:xfrm>
        </p:spPr>
        <p:txBody>
          <a:bodyPr anchor="ctr">
            <a:normAutofit fontScale="90000"/>
          </a:bodyPr>
          <a:lstStyle/>
          <a:p>
            <a:r>
              <a:rPr lang="en-US" dirty="0"/>
              <a:t>Addressing and Forwarding</a:t>
            </a:r>
          </a:p>
        </p:txBody>
      </p:sp>
      <p:pic>
        <p:nvPicPr>
          <p:cNvPr id="5" name="Picture 2" descr="A diagram shows a router connected to three broadcast domains.">
            <a:extLst>
              <a:ext uri="{FF2B5EF4-FFF2-40B4-BE49-F238E27FC236}">
                <a16:creationId xmlns:a16="http://schemas.microsoft.com/office/drawing/2014/main" id="{68B15FC6-B456-6834-0896-8B135D7D2987}"/>
              </a:ext>
            </a:extLst>
          </p:cNvPr>
          <p:cNvPicPr>
            <a:picLocks noGrp="1" noChangeAspect="1" noChangeArrowheads="1"/>
          </p:cNvPicPr>
          <p:nvPr>
            <p:ph idx="1"/>
          </p:nvPr>
        </p:nvPicPr>
        <p:blipFill>
          <a:blip r:embed="rId3">
            <a:extLst>
              <a:ext uri="{28A0092B-C50C-407E-A947-70E740481C1C}">
                <a14:useLocalDpi xmlns:a14="http://schemas.microsoft.com/office/drawing/2010/main"/>
              </a:ext>
            </a:extLst>
          </a:blip>
          <a:stretch>
            <a:fillRect/>
          </a:stretch>
        </p:blipFill>
        <p:spPr bwMode="auto">
          <a:xfrm>
            <a:off x="2069570" y="1316957"/>
            <a:ext cx="5004859" cy="3236839"/>
          </a:xfrm>
          <a:solidFill>
            <a:srgbClr val="FFFFFF"/>
          </a:solidFill>
        </p:spPr>
      </p:pic>
      <p:sp>
        <p:nvSpPr>
          <p:cNvPr id="3" name="Slide Number Placeholder 2">
            <a:extLst>
              <a:ext uri="{FF2B5EF4-FFF2-40B4-BE49-F238E27FC236}">
                <a16:creationId xmlns:a16="http://schemas.microsoft.com/office/drawing/2014/main" id="{1731DDD2-F19B-27D1-9637-5683174CA9F5}"/>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6</a:t>
            </a:fld>
            <a:endParaRPr lang="en-US" dirty="0"/>
          </a:p>
        </p:txBody>
      </p:sp>
      <p:sp>
        <p:nvSpPr>
          <p:cNvPr id="6" name="Footer Placeholder 5">
            <a:extLst>
              <a:ext uri="{FF2B5EF4-FFF2-40B4-BE49-F238E27FC236}">
                <a16:creationId xmlns:a16="http://schemas.microsoft.com/office/drawing/2014/main" id="{BC8D9956-0D89-C896-9C5C-DC968F489C96}"/>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856957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6DF02-B403-F373-DFC8-97252EE69014}"/>
              </a:ext>
            </a:extLst>
          </p:cNvPr>
          <p:cNvSpPr>
            <a:spLocks noGrp="1"/>
          </p:cNvSpPr>
          <p:nvPr>
            <p:ph type="title"/>
          </p:nvPr>
        </p:nvSpPr>
        <p:spPr>
          <a:xfrm>
            <a:off x="628650" y="591921"/>
            <a:ext cx="7921125" cy="496626"/>
          </a:xfrm>
        </p:spPr>
        <p:txBody>
          <a:bodyPr anchor="ctr">
            <a:noAutofit/>
          </a:bodyPr>
          <a:lstStyle/>
          <a:p>
            <a:r>
              <a:rPr lang="en-US" dirty="0"/>
              <a:t>Address Resolution Protocol (ARP)</a:t>
            </a:r>
          </a:p>
        </p:txBody>
      </p:sp>
      <p:pic>
        <p:nvPicPr>
          <p:cNvPr id="5" name="Content Placeholder 4">
            <a:extLst>
              <a:ext uri="{FF2B5EF4-FFF2-40B4-BE49-F238E27FC236}">
                <a16:creationId xmlns:a16="http://schemas.microsoft.com/office/drawing/2014/main" id="{8DABD638-1A88-58C5-C993-EEDBB41FB584}"/>
              </a:ext>
              <a:ext uri="{C183D7F6-B498-43B3-948B-1728B52AA6E4}">
                <adec:decorative xmlns:adec="http://schemas.microsoft.com/office/drawing/2017/decorative" val="1"/>
              </a:ext>
            </a:extLst>
          </p:cNvPr>
          <p:cNvPicPr>
            <a:picLocks noGrp="1" noChangeAspect="1"/>
          </p:cNvPicPr>
          <p:nvPr>
            <p:ph sz="half" idx="1"/>
          </p:nvPr>
        </p:nvPicPr>
        <p:blipFill rotWithShape="1">
          <a:blip r:embed="rId3" cstate="screen">
            <a:extLst>
              <a:ext uri="{28A0092B-C50C-407E-A947-70E740481C1C}">
                <a14:useLocalDpi xmlns:a14="http://schemas.microsoft.com/office/drawing/2010/main"/>
              </a:ext>
            </a:extLst>
          </a:blip>
          <a:stretch/>
        </p:blipFill>
        <p:spPr>
          <a:xfrm>
            <a:off x="1513130" y="1149350"/>
            <a:ext cx="2117240" cy="3365500"/>
          </a:xfrm>
          <a:noFill/>
        </p:spPr>
      </p:pic>
      <p:pic>
        <p:nvPicPr>
          <p:cNvPr id="6" name="Content Placeholder 5">
            <a:extLst>
              <a:ext uri="{FF2B5EF4-FFF2-40B4-BE49-F238E27FC236}">
                <a16:creationId xmlns:a16="http://schemas.microsoft.com/office/drawing/2014/main" id="{F645C542-B076-27DB-474B-3A97F39F1387}"/>
              </a:ext>
              <a:ext uri="{C183D7F6-B498-43B3-948B-1728B52AA6E4}">
                <adec:decorative xmlns:adec="http://schemas.microsoft.com/office/drawing/2017/decorative" val="1"/>
              </a:ext>
            </a:extLst>
          </p:cNvPr>
          <p:cNvPicPr>
            <a:picLocks noGrp="1" noChangeAspect="1"/>
          </p:cNvPicPr>
          <p:nvPr>
            <p:ph sz="half" idx="2"/>
          </p:nvPr>
        </p:nvPicPr>
        <p:blipFill rotWithShape="1">
          <a:blip r:embed="rId4" cstate="screen">
            <a:extLst>
              <a:ext uri="{BEBA8EAE-BF5A-486C-A8C5-ECC9F3942E4B}">
                <a14:imgProps xmlns:a14="http://schemas.microsoft.com/office/drawing/2010/main">
                  <a14:imgLayer r:embed="rId5">
                    <a14:imgEffect>
                      <a14:backgroundRemoval t="9996" b="99267" l="46780" r="94443">
                        <a14:foregroundMark x1="46807" y1="70603" x2="46807" y2="70603"/>
                        <a14:foregroundMark x1="57595" y1="60851" x2="57595" y2="60851"/>
                        <a14:foregroundMark x1="69198" y1="96844" x2="69198" y2="96844"/>
                        <a14:foregroundMark x1="58818" y1="61156" x2="58818" y2="61156"/>
                        <a14:foregroundMark x1="56984" y1="65737" x2="56984" y2="65737"/>
                        <a14:foregroundMark x1="53927" y1="98066" x2="53927" y2="98066"/>
                        <a14:foregroundMark x1="60842" y1="99267" x2="60842" y2="99267"/>
                        <a14:foregroundMark x1="58410" y1="59019" x2="58410" y2="59019"/>
                        <a14:foregroundMark x1="58410" y1="59019" x2="56821" y2="72740"/>
                        <a14:foregroundMark x1="56821" y1="72740" x2="62269" y2="61217"/>
                        <a14:foregroundMark x1="62269" y1="61217" x2="57188" y2="61767"/>
                        <a14:foregroundMark x1="64511" y1="12968" x2="72242" y2="20969"/>
                        <a14:foregroundMark x1="72242" y1="20969" x2="71386" y2="34752"/>
                        <a14:foregroundMark x1="71386" y1="34752" x2="73668" y2="44686"/>
                        <a14:foregroundMark x1="59226" y1="15106" x2="68383" y2="13457"/>
                        <a14:foregroundMark x1="68383" y1="13457" x2="73668" y2="24817"/>
                        <a14:foregroundMark x1="73668" y1="24817" x2="71916" y2="38783"/>
                        <a14:foregroundMark x1="71916" y1="38783" x2="71427" y2="39821"/>
                      </a14:backgroundRemoval>
                    </a14:imgEffect>
                  </a14:imgLayer>
                </a14:imgProps>
              </a:ext>
              <a:ext uri="{28A0092B-C50C-407E-A947-70E740481C1C}">
                <a14:useLocalDpi xmlns:a14="http://schemas.microsoft.com/office/drawing/2010/main"/>
              </a:ext>
            </a:extLst>
          </a:blip>
          <a:stretch/>
        </p:blipFill>
        <p:spPr>
          <a:xfrm>
            <a:off x="5100992" y="1807878"/>
            <a:ext cx="3886200" cy="2593616"/>
          </a:xfrm>
        </p:spPr>
      </p:pic>
      <p:sp>
        <p:nvSpPr>
          <p:cNvPr id="3" name="Slide Number Placeholder 2">
            <a:extLst>
              <a:ext uri="{FF2B5EF4-FFF2-40B4-BE49-F238E27FC236}">
                <a16:creationId xmlns:a16="http://schemas.microsoft.com/office/drawing/2014/main" id="{83F9EF05-EE4C-4295-3CE6-47D656C08D81}"/>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7</a:t>
            </a:fld>
            <a:endParaRPr lang="en-US" dirty="0"/>
          </a:p>
        </p:txBody>
      </p:sp>
      <p:sp>
        <p:nvSpPr>
          <p:cNvPr id="9" name="Footer Placeholder 8">
            <a:extLst>
              <a:ext uri="{FF2B5EF4-FFF2-40B4-BE49-F238E27FC236}">
                <a16:creationId xmlns:a16="http://schemas.microsoft.com/office/drawing/2014/main" id="{925119CD-C601-CB0F-FB3B-48751FDC7463}"/>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
        <p:nvSpPr>
          <p:cNvPr id="7" name="TextBox 6">
            <a:extLst>
              <a:ext uri="{FF2B5EF4-FFF2-40B4-BE49-F238E27FC236}">
                <a16:creationId xmlns:a16="http://schemas.microsoft.com/office/drawing/2014/main" id="{ED69A480-7E40-F8EB-9ACF-1805E5AABF8A}"/>
              </a:ext>
            </a:extLst>
          </p:cNvPr>
          <p:cNvSpPr txBox="1"/>
          <p:nvPr/>
        </p:nvSpPr>
        <p:spPr>
          <a:xfrm>
            <a:off x="2983752" y="1337850"/>
            <a:ext cx="2130711" cy="584775"/>
          </a:xfrm>
          <a:prstGeom prst="rect">
            <a:avLst/>
          </a:prstGeom>
          <a:noFill/>
        </p:spPr>
        <p:txBody>
          <a:bodyPr wrap="none" rtlCol="0">
            <a:spAutoFit/>
          </a:bodyPr>
          <a:lstStyle/>
          <a:p>
            <a:r>
              <a:rPr lang="en-US" sz="1600" dirty="0">
                <a:solidFill>
                  <a:srgbClr val="20282F"/>
                </a:solidFill>
              </a:rPr>
              <a:t>I have a delivery for </a:t>
            </a:r>
          </a:p>
          <a:p>
            <a:r>
              <a:rPr lang="en-US" sz="1600" dirty="0">
                <a:solidFill>
                  <a:srgbClr val="20282F"/>
                </a:solidFill>
              </a:rPr>
              <a:t>a Juanita Valdez</a:t>
            </a:r>
          </a:p>
        </p:txBody>
      </p:sp>
      <p:sp>
        <p:nvSpPr>
          <p:cNvPr id="8" name="TextBox 7">
            <a:extLst>
              <a:ext uri="{FF2B5EF4-FFF2-40B4-BE49-F238E27FC236}">
                <a16:creationId xmlns:a16="http://schemas.microsoft.com/office/drawing/2014/main" id="{200E4284-D5FE-8FDE-3ADE-F62EEE4AFEF3}"/>
              </a:ext>
            </a:extLst>
          </p:cNvPr>
          <p:cNvSpPr txBox="1"/>
          <p:nvPr/>
        </p:nvSpPr>
        <p:spPr>
          <a:xfrm>
            <a:off x="5979369" y="2031248"/>
            <a:ext cx="1324401" cy="584775"/>
          </a:xfrm>
          <a:prstGeom prst="rect">
            <a:avLst/>
          </a:prstGeom>
          <a:noFill/>
        </p:spPr>
        <p:txBody>
          <a:bodyPr wrap="none" rtlCol="0">
            <a:spAutoFit/>
          </a:bodyPr>
          <a:lstStyle/>
          <a:p>
            <a:pPr algn="r"/>
            <a:r>
              <a:rPr lang="en-US" sz="1600" dirty="0">
                <a:solidFill>
                  <a:srgbClr val="20282F"/>
                </a:solidFill>
              </a:rPr>
              <a:t>Let me find </a:t>
            </a:r>
          </a:p>
          <a:p>
            <a:pPr algn="r"/>
            <a:r>
              <a:rPr lang="en-US" sz="1600" dirty="0">
                <a:solidFill>
                  <a:srgbClr val="20282F"/>
                </a:solidFill>
              </a:rPr>
              <a:t>her for you!</a:t>
            </a:r>
          </a:p>
        </p:txBody>
      </p:sp>
    </p:spTree>
    <p:extLst>
      <p:ext uri="{BB962C8B-B14F-4D97-AF65-F5344CB8AC3E}">
        <p14:creationId xmlns:p14="http://schemas.microsoft.com/office/powerpoint/2010/main" val="2558301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7FD96-D50D-1BF4-4AE2-ACE921D8F03E}"/>
              </a:ext>
            </a:extLst>
          </p:cNvPr>
          <p:cNvSpPr>
            <a:spLocks noGrp="1"/>
          </p:cNvSpPr>
          <p:nvPr>
            <p:ph type="title"/>
          </p:nvPr>
        </p:nvSpPr>
        <p:spPr>
          <a:xfrm>
            <a:off x="628649" y="584942"/>
            <a:ext cx="7886699" cy="572790"/>
          </a:xfrm>
        </p:spPr>
        <p:txBody>
          <a:bodyPr anchor="ctr">
            <a:normAutofit fontScale="90000"/>
          </a:bodyPr>
          <a:lstStyle/>
          <a:p>
            <a:r>
              <a:rPr lang="en-US" dirty="0"/>
              <a:t>ARP Requests and Replies</a:t>
            </a:r>
          </a:p>
        </p:txBody>
      </p:sp>
      <p:pic>
        <p:nvPicPr>
          <p:cNvPr id="5" name="Picture 2" descr="A diagram represents the A R P request and A R P reply.">
            <a:extLst>
              <a:ext uri="{FF2B5EF4-FFF2-40B4-BE49-F238E27FC236}">
                <a16:creationId xmlns:a16="http://schemas.microsoft.com/office/drawing/2014/main" id="{A75A3ECA-E58A-0122-B527-AD29AFBCA340}"/>
              </a:ext>
            </a:extLst>
          </p:cNvPr>
          <p:cNvPicPr>
            <a:picLocks noGrp="1" noChangeAspect="1" noChangeArrowheads="1"/>
          </p:cNvPicPr>
          <p:nvPr>
            <p:ph idx="1"/>
          </p:nvPr>
        </p:nvPicPr>
        <p:blipFill>
          <a:blip r:embed="rId3" cstate="screen">
            <a:extLst>
              <a:ext uri="{28A0092B-C50C-407E-A947-70E740481C1C}">
                <a14:useLocalDpi xmlns:a14="http://schemas.microsoft.com/office/drawing/2010/main"/>
              </a:ext>
            </a:extLst>
          </a:blip>
          <a:stretch>
            <a:fillRect/>
          </a:stretch>
        </p:blipFill>
        <p:spPr bwMode="auto">
          <a:xfrm>
            <a:off x="2260253" y="1337452"/>
            <a:ext cx="4623494" cy="3216344"/>
          </a:xfrm>
          <a:solidFill>
            <a:srgbClr val="FFFFFF"/>
          </a:solidFill>
        </p:spPr>
      </p:pic>
      <p:sp>
        <p:nvSpPr>
          <p:cNvPr id="3" name="Slide Number Placeholder 2">
            <a:extLst>
              <a:ext uri="{FF2B5EF4-FFF2-40B4-BE49-F238E27FC236}">
                <a16:creationId xmlns:a16="http://schemas.microsoft.com/office/drawing/2014/main" id="{22B51C9A-E7AF-85D7-EF0B-67029748A996}"/>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8</a:t>
            </a:fld>
            <a:endParaRPr lang="en-US" dirty="0"/>
          </a:p>
        </p:txBody>
      </p:sp>
      <p:sp>
        <p:nvSpPr>
          <p:cNvPr id="6" name="Footer Placeholder 5">
            <a:extLst>
              <a:ext uri="{FF2B5EF4-FFF2-40B4-BE49-F238E27FC236}">
                <a16:creationId xmlns:a16="http://schemas.microsoft.com/office/drawing/2014/main" id="{9A68BCE7-86AC-0468-1AB6-3F16FAC62526}"/>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3133139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03512-349B-EE46-D8A0-83215D3614DA}"/>
              </a:ext>
            </a:extLst>
          </p:cNvPr>
          <p:cNvSpPr>
            <a:spLocks noGrp="1"/>
          </p:cNvSpPr>
          <p:nvPr>
            <p:ph type="title"/>
          </p:nvPr>
        </p:nvSpPr>
        <p:spPr>
          <a:xfrm>
            <a:off x="628650" y="591921"/>
            <a:ext cx="7921125" cy="496626"/>
          </a:xfrm>
        </p:spPr>
        <p:txBody>
          <a:bodyPr anchor="ctr">
            <a:noAutofit/>
          </a:bodyPr>
          <a:lstStyle/>
          <a:p>
            <a:r>
              <a:rPr lang="en-US" sz="3200" dirty="0"/>
              <a:t>Unicast and Broadcast Addressing</a:t>
            </a:r>
          </a:p>
        </p:txBody>
      </p:sp>
      <p:pic>
        <p:nvPicPr>
          <p:cNvPr id="13" name="Picture 2">
            <a:extLst>
              <a:ext uri="{FF2B5EF4-FFF2-40B4-BE49-F238E27FC236}">
                <a16:creationId xmlns:a16="http://schemas.microsoft.com/office/drawing/2014/main" id="{49FD736B-4B8F-772D-C4AF-2F9C4A0E8345}"/>
              </a:ext>
              <a:ext uri="{C183D7F6-B498-43B3-948B-1728B52AA6E4}">
                <adec:decorative xmlns:adec="http://schemas.microsoft.com/office/drawing/2017/decorative" val="1"/>
              </a:ext>
            </a:extLst>
          </p:cNvPr>
          <p:cNvPicPr>
            <a:picLocks noGrp="1" noChangeAspect="1" noChangeArrowheads="1"/>
          </p:cNvPicPr>
          <p:nvPr>
            <p:ph sz="half" idx="1"/>
          </p:nvPr>
        </p:nvPicPr>
        <p:blipFill>
          <a:blip r:embed="rId3" cstate="screen">
            <a:extLst>
              <a:ext uri="{28A0092B-C50C-407E-A947-70E740481C1C}">
                <a14:useLocalDpi xmlns:a14="http://schemas.microsoft.com/office/drawing/2010/main"/>
              </a:ext>
            </a:extLst>
          </a:blip>
          <a:srcRect/>
          <a:stretch>
            <a:fillRect/>
          </a:stretch>
        </p:blipFill>
        <p:spPr bwMode="auto">
          <a:xfrm>
            <a:off x="628650" y="1385476"/>
            <a:ext cx="3717962" cy="2889504"/>
          </a:xfrm>
          <a:noFill/>
          <a:extLst>
            <a:ext uri="{909E8E84-426E-40DD-AFC4-6F175D3DCCD1}">
              <a14:hiddenFill xmlns:a14="http://schemas.microsoft.com/office/drawing/2010/main">
                <a:solidFill>
                  <a:srgbClr val="FFFFFF"/>
                </a:solidFill>
              </a14:hiddenFill>
            </a:ext>
          </a:extLst>
        </p:spPr>
      </p:pic>
      <p:graphicFrame>
        <p:nvGraphicFramePr>
          <p:cNvPr id="14" name="Content Placeholder 13">
            <a:extLst>
              <a:ext uri="{FF2B5EF4-FFF2-40B4-BE49-F238E27FC236}">
                <a16:creationId xmlns:a16="http://schemas.microsoft.com/office/drawing/2014/main" id="{2CFDA814-F16E-8565-38D0-51640D48DA60}"/>
              </a:ext>
            </a:extLst>
          </p:cNvPr>
          <p:cNvGraphicFramePr>
            <a:graphicFrameLocks noGrp="1"/>
          </p:cNvGraphicFramePr>
          <p:nvPr>
            <p:ph sz="half" idx="2"/>
            <p:extLst>
              <p:ext uri="{D42A27DB-BD31-4B8C-83A1-F6EECF244321}">
                <p14:modId xmlns:p14="http://schemas.microsoft.com/office/powerpoint/2010/main" val="3521653125"/>
              </p:ext>
            </p:extLst>
          </p:nvPr>
        </p:nvGraphicFramePr>
        <p:xfrm>
          <a:off x="4572000" y="1242599"/>
          <a:ext cx="3886200" cy="33655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Slide Number Placeholder 2">
            <a:extLst>
              <a:ext uri="{FF2B5EF4-FFF2-40B4-BE49-F238E27FC236}">
                <a16:creationId xmlns:a16="http://schemas.microsoft.com/office/drawing/2014/main" id="{6219B88A-A140-FD49-72F6-7390DA64918E}"/>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9</a:t>
            </a:fld>
            <a:endParaRPr lang="en-US" dirty="0"/>
          </a:p>
        </p:txBody>
      </p:sp>
      <p:sp>
        <p:nvSpPr>
          <p:cNvPr id="5" name="Footer Placeholder 4">
            <a:extLst>
              <a:ext uri="{FF2B5EF4-FFF2-40B4-BE49-F238E27FC236}">
                <a16:creationId xmlns:a16="http://schemas.microsoft.com/office/drawing/2014/main" id="{34FA698A-B0FC-4423-3110-2ABD44DFF0AB}"/>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
        <p:nvSpPr>
          <p:cNvPr id="9" name="Title 1">
            <a:extLst>
              <a:ext uri="{FF2B5EF4-FFF2-40B4-BE49-F238E27FC236}">
                <a16:creationId xmlns:a16="http://schemas.microsoft.com/office/drawing/2014/main" id="{10B26913-F790-5F5E-A831-4CB7E43D60AC}"/>
              </a:ext>
            </a:extLst>
          </p:cNvPr>
          <p:cNvSpPr txBox="1">
            <a:spLocks/>
          </p:cNvSpPr>
          <p:nvPr/>
        </p:nvSpPr>
        <p:spPr>
          <a:xfrm>
            <a:off x="141194" y="0"/>
            <a:ext cx="7886700" cy="993252"/>
          </a:xfrm>
          <a:prstGeom prst="rect">
            <a:avLst/>
          </a:prstGeom>
        </p:spPr>
        <p:txBody>
          <a:bodyPr vert="horz" lIns="91440" tIns="45720" rIns="91440" bIns="45720" rtlCol="0" anchor="ctr">
            <a:normAutofit/>
          </a:bodyPr>
          <a:lstStyle>
            <a:lvl1pPr algn="l" defTabSz="685160" rtl="0" eaLnBrk="1" latinLnBrk="0" hangingPunct="1">
              <a:lnSpc>
                <a:spcPct val="90000"/>
              </a:lnSpc>
              <a:spcBef>
                <a:spcPct val="0"/>
              </a:spcBef>
              <a:buNone/>
              <a:defRPr sz="3600" kern="1200">
                <a:solidFill>
                  <a:srgbClr val="404448"/>
                </a:solidFill>
                <a:latin typeface="+mj-lt"/>
                <a:ea typeface="+mj-ea"/>
                <a:cs typeface="+mj-cs"/>
              </a:defRPr>
            </a:lvl1pPr>
          </a:lstStyle>
          <a:p>
            <a:endParaRPr lang="en-US" sz="3397" dirty="0"/>
          </a:p>
        </p:txBody>
      </p:sp>
    </p:spTree>
    <p:extLst>
      <p:ext uri="{BB962C8B-B14F-4D97-AF65-F5344CB8AC3E}">
        <p14:creationId xmlns:p14="http://schemas.microsoft.com/office/powerpoint/2010/main" val="1342990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C672201-92B5-65DB-5D01-42FC0B44C75C}"/>
              </a:ext>
            </a:extLst>
          </p:cNvPr>
          <p:cNvSpPr>
            <a:spLocks noGrp="1"/>
          </p:cNvSpPr>
          <p:nvPr>
            <p:ph type="title"/>
          </p:nvPr>
        </p:nvSpPr>
        <p:spPr>
          <a:xfrm>
            <a:off x="628650" y="591921"/>
            <a:ext cx="7921125" cy="496626"/>
          </a:xfrm>
        </p:spPr>
        <p:txBody>
          <a:bodyPr>
            <a:normAutofit fontScale="90000"/>
          </a:bodyPr>
          <a:lstStyle/>
          <a:p>
            <a:r>
              <a:rPr lang="en-US" dirty="0"/>
              <a:t>Multicast and Anycast Addressing</a:t>
            </a:r>
          </a:p>
        </p:txBody>
      </p:sp>
      <p:pic>
        <p:nvPicPr>
          <p:cNvPr id="17" name="Picture 2">
            <a:extLst>
              <a:ext uri="{FF2B5EF4-FFF2-40B4-BE49-F238E27FC236}">
                <a16:creationId xmlns:a16="http://schemas.microsoft.com/office/drawing/2014/main" id="{7FCD40EA-CDA7-053A-82E7-2343747F7889}"/>
              </a:ext>
              <a:ext uri="{C183D7F6-B498-43B3-948B-1728B52AA6E4}">
                <adec:decorative xmlns:adec="http://schemas.microsoft.com/office/drawing/2017/decorative" val="1"/>
              </a:ext>
            </a:extLst>
          </p:cNvPr>
          <p:cNvPicPr>
            <a:picLocks noGrp="1" noChangeAspect="1" noChangeArrowheads="1"/>
          </p:cNvPicPr>
          <p:nvPr>
            <p:ph sz="half" idx="1"/>
          </p:nvPr>
        </p:nvPicPr>
        <p:blipFill>
          <a:blip r:embed="rId3" cstate="screen">
            <a:extLst>
              <a:ext uri="{28A0092B-C50C-407E-A947-70E740481C1C}">
                <a14:useLocalDpi xmlns:a14="http://schemas.microsoft.com/office/drawing/2010/main"/>
              </a:ext>
            </a:extLst>
          </a:blip>
          <a:srcRect/>
          <a:stretch>
            <a:fillRect/>
          </a:stretch>
        </p:blipFill>
        <p:spPr bwMode="auto">
          <a:xfrm>
            <a:off x="628650" y="1397577"/>
            <a:ext cx="3691639" cy="2869046"/>
          </a:xfrm>
          <a:noFill/>
          <a:extLst>
            <a:ext uri="{909E8E84-426E-40DD-AFC4-6F175D3DCCD1}">
              <a14:hiddenFill xmlns:a14="http://schemas.microsoft.com/office/drawing/2010/main">
                <a:solidFill>
                  <a:srgbClr val="FFFFFF"/>
                </a:solidFill>
              </a14:hiddenFill>
            </a:ext>
          </a:extLst>
        </p:spPr>
      </p:pic>
      <p:graphicFrame>
        <p:nvGraphicFramePr>
          <p:cNvPr id="18" name="Content Placeholder 17">
            <a:extLst>
              <a:ext uri="{FF2B5EF4-FFF2-40B4-BE49-F238E27FC236}">
                <a16:creationId xmlns:a16="http://schemas.microsoft.com/office/drawing/2014/main" id="{3590F1F5-90F6-DEB7-0EB5-681DFE358BCF}"/>
              </a:ext>
            </a:extLst>
          </p:cNvPr>
          <p:cNvGraphicFramePr>
            <a:graphicFrameLocks noGrp="1"/>
          </p:cNvGraphicFramePr>
          <p:nvPr>
            <p:ph sz="half" idx="2"/>
            <p:extLst>
              <p:ext uri="{D42A27DB-BD31-4B8C-83A1-F6EECF244321}">
                <p14:modId xmlns:p14="http://schemas.microsoft.com/office/powerpoint/2010/main" val="32602433"/>
              </p:ext>
            </p:extLst>
          </p:nvPr>
        </p:nvGraphicFramePr>
        <p:xfrm>
          <a:off x="4572000" y="1149350"/>
          <a:ext cx="3886200" cy="36131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Slide Number Placeholder 1">
            <a:extLst>
              <a:ext uri="{FF2B5EF4-FFF2-40B4-BE49-F238E27FC236}">
                <a16:creationId xmlns:a16="http://schemas.microsoft.com/office/drawing/2014/main" id="{E01EF850-0CB6-4655-CD8B-ACB3DF040FF9}"/>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10</a:t>
            </a:fld>
            <a:endParaRPr lang="en-US" dirty="0"/>
          </a:p>
        </p:txBody>
      </p:sp>
      <p:sp>
        <p:nvSpPr>
          <p:cNvPr id="3" name="Footer Placeholder 2">
            <a:extLst>
              <a:ext uri="{FF2B5EF4-FFF2-40B4-BE49-F238E27FC236}">
                <a16:creationId xmlns:a16="http://schemas.microsoft.com/office/drawing/2014/main" id="{5BDF46EC-7317-6D0E-611E-EC2A7B779D0B}"/>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1686215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5B38D-A559-912A-5E12-611F83063764}"/>
              </a:ext>
            </a:extLst>
          </p:cNvPr>
          <p:cNvSpPr>
            <a:spLocks noGrp="1"/>
          </p:cNvSpPr>
          <p:nvPr>
            <p:ph type="title"/>
          </p:nvPr>
        </p:nvSpPr>
        <p:spPr>
          <a:xfrm>
            <a:off x="628649" y="584942"/>
            <a:ext cx="7886699" cy="572790"/>
          </a:xfrm>
        </p:spPr>
        <p:txBody>
          <a:bodyPr>
            <a:normAutofit fontScale="90000"/>
          </a:bodyPr>
          <a:lstStyle/>
          <a:p>
            <a:r>
              <a:rPr lang="en-US" dirty="0"/>
              <a:t>Activity: Two Truths and a Lie</a:t>
            </a:r>
          </a:p>
        </p:txBody>
      </p:sp>
      <p:graphicFrame>
        <p:nvGraphicFramePr>
          <p:cNvPr id="5" name="Content Placeholder 4">
            <a:extLst>
              <a:ext uri="{FF2B5EF4-FFF2-40B4-BE49-F238E27FC236}">
                <a16:creationId xmlns:a16="http://schemas.microsoft.com/office/drawing/2014/main" id="{5FFFDFF9-25A0-B330-C2F6-9ACE1F16401E}"/>
              </a:ext>
            </a:extLst>
          </p:cNvPr>
          <p:cNvGraphicFramePr>
            <a:graphicFrameLocks noGrp="1"/>
          </p:cNvGraphicFramePr>
          <p:nvPr>
            <p:ph idx="1"/>
            <p:extLst>
              <p:ext uri="{D42A27DB-BD31-4B8C-83A1-F6EECF244321}">
                <p14:modId xmlns:p14="http://schemas.microsoft.com/office/powerpoint/2010/main" val="2565020708"/>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CE331252-751F-0C1E-5C63-8367C686364B}"/>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11</a:t>
            </a:fld>
            <a:endParaRPr lang="en-US" dirty="0"/>
          </a:p>
        </p:txBody>
      </p:sp>
      <p:sp>
        <p:nvSpPr>
          <p:cNvPr id="6" name="Footer Placeholder 5">
            <a:extLst>
              <a:ext uri="{FF2B5EF4-FFF2-40B4-BE49-F238E27FC236}">
                <a16:creationId xmlns:a16="http://schemas.microsoft.com/office/drawing/2014/main" id="{F644BA70-6F4A-4008-1D51-294C281F7EE4}"/>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252413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4.2</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IPv4 Addressing</a:t>
            </a:r>
          </a:p>
        </p:txBody>
      </p:sp>
      <p:sp>
        <p:nvSpPr>
          <p:cNvPr id="5" name="Slide Number Placeholder 4">
            <a:extLst>
              <a:ext uri="{FF2B5EF4-FFF2-40B4-BE49-F238E27FC236}">
                <a16:creationId xmlns:a16="http://schemas.microsoft.com/office/drawing/2014/main" id="{DAE7C942-AE12-8FA5-F091-CDCC57F3EBB4}"/>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12</a:t>
            </a:fld>
            <a:endParaRPr lang="en-US" dirty="0"/>
          </a:p>
        </p:txBody>
      </p:sp>
      <p:sp>
        <p:nvSpPr>
          <p:cNvPr id="6" name="Footer Placeholder 5">
            <a:extLst>
              <a:ext uri="{FF2B5EF4-FFF2-40B4-BE49-F238E27FC236}">
                <a16:creationId xmlns:a16="http://schemas.microsoft.com/office/drawing/2014/main" id="{0241A3E9-403E-0FF3-B708-AF2D730CCAA9}"/>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2689503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CC346-94A8-4948-C9EB-3ABB639C989C}"/>
              </a:ext>
            </a:extLst>
          </p:cNvPr>
          <p:cNvSpPr>
            <a:spLocks noGrp="1"/>
          </p:cNvSpPr>
          <p:nvPr>
            <p:ph type="title"/>
          </p:nvPr>
        </p:nvSpPr>
        <p:spPr>
          <a:xfrm>
            <a:off x="628649" y="584942"/>
            <a:ext cx="7886699" cy="572790"/>
          </a:xfrm>
        </p:spPr>
        <p:txBody>
          <a:bodyPr>
            <a:normAutofit fontScale="90000"/>
          </a:bodyPr>
          <a:lstStyle/>
          <a:p>
            <a:r>
              <a:rPr lang="en-US" dirty="0"/>
              <a:t>IPv4 Addressing</a:t>
            </a:r>
          </a:p>
        </p:txBody>
      </p:sp>
      <p:sp>
        <p:nvSpPr>
          <p:cNvPr id="3" name="Slide Number Placeholder 2">
            <a:extLst>
              <a:ext uri="{FF2B5EF4-FFF2-40B4-BE49-F238E27FC236}">
                <a16:creationId xmlns:a16="http://schemas.microsoft.com/office/drawing/2014/main" id="{C40F7767-AEB6-A027-0CD2-833299F79164}"/>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13</a:t>
            </a:fld>
            <a:endParaRPr lang="en-US" dirty="0"/>
          </a:p>
        </p:txBody>
      </p:sp>
      <p:sp>
        <p:nvSpPr>
          <p:cNvPr id="5" name="Footer Placeholder 4">
            <a:extLst>
              <a:ext uri="{FF2B5EF4-FFF2-40B4-BE49-F238E27FC236}">
                <a16:creationId xmlns:a16="http://schemas.microsoft.com/office/drawing/2014/main" id="{3D54B16C-B556-DC51-1E4B-F6330A7AAE8D}"/>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6" name="Table 5">
            <a:extLst>
              <a:ext uri="{FF2B5EF4-FFF2-40B4-BE49-F238E27FC236}">
                <a16:creationId xmlns:a16="http://schemas.microsoft.com/office/drawing/2014/main" id="{59934A07-A6EF-4032-0B1F-E0BAC595FDD0}"/>
              </a:ext>
            </a:extLst>
          </p:cNvPr>
          <p:cNvGraphicFramePr>
            <a:graphicFrameLocks noGrp="1"/>
          </p:cNvGraphicFramePr>
          <p:nvPr>
            <p:extLst>
              <p:ext uri="{D42A27DB-BD31-4B8C-83A1-F6EECF244321}">
                <p14:modId xmlns:p14="http://schemas.microsoft.com/office/powerpoint/2010/main" val="3504739182"/>
              </p:ext>
            </p:extLst>
          </p:nvPr>
        </p:nvGraphicFramePr>
        <p:xfrm>
          <a:off x="1179924" y="1485274"/>
          <a:ext cx="6850080" cy="1848519"/>
        </p:xfrm>
        <a:graphic>
          <a:graphicData uri="http://schemas.openxmlformats.org/drawingml/2006/table">
            <a:tbl>
              <a:tblPr firstRow="1" bandRow="1">
                <a:tableStyleId>{ED083AE6-46FA-4A59-8FB0-9F97EB10719F}</a:tableStyleId>
              </a:tblPr>
              <a:tblGrid>
                <a:gridCol w="1712520">
                  <a:extLst>
                    <a:ext uri="{9D8B030D-6E8A-4147-A177-3AD203B41FA5}">
                      <a16:colId xmlns:a16="http://schemas.microsoft.com/office/drawing/2014/main" val="943873622"/>
                    </a:ext>
                  </a:extLst>
                </a:gridCol>
                <a:gridCol w="1712520">
                  <a:extLst>
                    <a:ext uri="{9D8B030D-6E8A-4147-A177-3AD203B41FA5}">
                      <a16:colId xmlns:a16="http://schemas.microsoft.com/office/drawing/2014/main" val="3418631669"/>
                    </a:ext>
                  </a:extLst>
                </a:gridCol>
                <a:gridCol w="1712520">
                  <a:extLst>
                    <a:ext uri="{9D8B030D-6E8A-4147-A177-3AD203B41FA5}">
                      <a16:colId xmlns:a16="http://schemas.microsoft.com/office/drawing/2014/main" val="3408548442"/>
                    </a:ext>
                  </a:extLst>
                </a:gridCol>
                <a:gridCol w="1712520">
                  <a:extLst>
                    <a:ext uri="{9D8B030D-6E8A-4147-A177-3AD203B41FA5}">
                      <a16:colId xmlns:a16="http://schemas.microsoft.com/office/drawing/2014/main" val="627425120"/>
                    </a:ext>
                  </a:extLst>
                </a:gridCol>
              </a:tblGrid>
              <a:tr h="616173">
                <a:tc>
                  <a:txBody>
                    <a:bodyPr/>
                    <a:lstStyle/>
                    <a:p>
                      <a:pPr algn="ctr"/>
                      <a:r>
                        <a:rPr lang="en-US" sz="1800" dirty="0">
                          <a:solidFill>
                            <a:srgbClr val="20282F"/>
                          </a:solidFill>
                        </a:rPr>
                        <a:t>172</a:t>
                      </a:r>
                    </a:p>
                  </a:txBody>
                  <a:tcPr marL="91355" marR="91355" marT="45678" marB="45678">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sz="1800" dirty="0">
                          <a:solidFill>
                            <a:srgbClr val="20282F"/>
                          </a:solidFill>
                        </a:rPr>
                        <a:t>17</a:t>
                      </a:r>
                    </a:p>
                  </a:txBody>
                  <a:tcPr marL="91355" marR="91355" marT="45678" marB="45678">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sz="1800" dirty="0">
                          <a:solidFill>
                            <a:srgbClr val="20282F"/>
                          </a:solidFill>
                        </a:rPr>
                        <a:t>154</a:t>
                      </a:r>
                    </a:p>
                  </a:txBody>
                  <a:tcPr marL="91355" marR="91355" marT="45678" marB="45678">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ctr"/>
                      <a:r>
                        <a:rPr lang="en-US" sz="1800" dirty="0">
                          <a:solidFill>
                            <a:srgbClr val="20282F"/>
                          </a:solidFill>
                        </a:rPr>
                        <a:t>2</a:t>
                      </a:r>
                    </a:p>
                  </a:txBody>
                  <a:tcPr marL="91355" marR="91355" marT="45678" marB="45678">
                    <a:lnL w="12700" cmpd="sng">
                      <a:noFill/>
                    </a:lnL>
                    <a:lnR w="12700" cmpd="sng">
                      <a:noFill/>
                    </a:lnR>
                    <a:lnT w="12700" cmpd="sng">
                      <a:noFill/>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val="4041420605"/>
                  </a:ext>
                </a:extLst>
              </a:tr>
              <a:tr h="616173">
                <a:tc>
                  <a:txBody>
                    <a:bodyPr/>
                    <a:lstStyle/>
                    <a:p>
                      <a:pPr algn="ctr"/>
                      <a:r>
                        <a:rPr lang="en-US" sz="1800" dirty="0">
                          <a:solidFill>
                            <a:srgbClr val="004F71"/>
                          </a:solidFill>
                        </a:rPr>
                        <a:t>10101100</a:t>
                      </a:r>
                    </a:p>
                  </a:txBody>
                  <a:tcPr marL="91355" marR="91355" marT="45678" marB="45678">
                    <a:lnL w="12700" cmpd="sng">
                      <a:noFill/>
                    </a:lnL>
                    <a:lnR w="12700" cmpd="sng">
                      <a:noFill/>
                    </a:lnR>
                    <a:lnT w="25400" cmpd="sng">
                      <a:noFill/>
                    </a:lnT>
                    <a:lnB w="12700" cmpd="sng">
                      <a:noFill/>
                    </a:lnB>
                    <a:lnTlToBr w="12700" cmpd="sng">
                      <a:noFill/>
                      <a:prstDash val="solid"/>
                    </a:lnTlToBr>
                    <a:lnBlToTr w="12700" cmpd="sng">
                      <a:noFill/>
                      <a:prstDash val="solid"/>
                    </a:lnBlToTr>
                    <a:solidFill>
                      <a:schemeClr val="bg1">
                        <a:alpha val="20000"/>
                      </a:schemeClr>
                    </a:solidFill>
                  </a:tcPr>
                </a:tc>
                <a:tc>
                  <a:txBody>
                    <a:bodyPr/>
                    <a:lstStyle/>
                    <a:p>
                      <a:pPr algn="ctr"/>
                      <a:r>
                        <a:rPr lang="en-US" sz="1800" dirty="0">
                          <a:solidFill>
                            <a:srgbClr val="004F71"/>
                          </a:solidFill>
                        </a:rPr>
                        <a:t>00010001</a:t>
                      </a:r>
                    </a:p>
                  </a:txBody>
                  <a:tcPr marL="91355" marR="91355" marT="45678" marB="45678">
                    <a:lnL w="12700" cmpd="sng">
                      <a:noFill/>
                    </a:lnL>
                    <a:lnR w="12700" cmpd="sng">
                      <a:noFill/>
                    </a:lnR>
                    <a:lnT w="25400" cmpd="sng">
                      <a:noFill/>
                    </a:lnT>
                    <a:lnB w="12700" cmpd="sng">
                      <a:noFill/>
                    </a:lnB>
                    <a:lnTlToBr w="12700" cmpd="sng">
                      <a:noFill/>
                      <a:prstDash val="solid"/>
                    </a:lnTlToBr>
                    <a:lnBlToTr w="12700" cmpd="sng">
                      <a:noFill/>
                      <a:prstDash val="solid"/>
                    </a:lnBlToTr>
                    <a:solidFill>
                      <a:schemeClr val="bg1">
                        <a:alpha val="20000"/>
                      </a:schemeClr>
                    </a:solidFill>
                  </a:tcPr>
                </a:tc>
                <a:tc>
                  <a:txBody>
                    <a:bodyPr/>
                    <a:lstStyle/>
                    <a:p>
                      <a:pPr algn="ctr"/>
                      <a:r>
                        <a:rPr lang="en-US" sz="1800" dirty="0">
                          <a:solidFill>
                            <a:srgbClr val="004F71"/>
                          </a:solidFill>
                        </a:rPr>
                        <a:t>10011010</a:t>
                      </a:r>
                    </a:p>
                  </a:txBody>
                  <a:tcPr marL="91355" marR="91355" marT="45678" marB="45678">
                    <a:lnL w="12700" cmpd="sng">
                      <a:noFill/>
                    </a:lnL>
                    <a:lnR w="12700" cmpd="sng">
                      <a:noFill/>
                    </a:lnR>
                    <a:lnT w="25400" cmpd="sng">
                      <a:noFill/>
                    </a:lnT>
                    <a:lnB w="12700" cmpd="sng">
                      <a:noFill/>
                    </a:lnB>
                    <a:lnTlToBr w="12700" cmpd="sng">
                      <a:noFill/>
                      <a:prstDash val="solid"/>
                    </a:lnTlToBr>
                    <a:lnBlToTr w="12700" cmpd="sng">
                      <a:noFill/>
                      <a:prstDash val="solid"/>
                    </a:lnBlToTr>
                    <a:solidFill>
                      <a:schemeClr val="bg1">
                        <a:alpha val="20000"/>
                      </a:schemeClr>
                    </a:solidFill>
                  </a:tcPr>
                </a:tc>
                <a:tc>
                  <a:txBody>
                    <a:bodyPr/>
                    <a:lstStyle/>
                    <a:p>
                      <a:pPr algn="ctr"/>
                      <a:r>
                        <a:rPr lang="en-US" sz="1800" dirty="0">
                          <a:solidFill>
                            <a:srgbClr val="004F71"/>
                          </a:solidFill>
                        </a:rPr>
                        <a:t>00000010</a:t>
                      </a:r>
                    </a:p>
                  </a:txBody>
                  <a:tcPr marL="91355" marR="91355" marT="45678" marB="45678">
                    <a:lnL w="12700" cmpd="sng">
                      <a:noFill/>
                    </a:lnL>
                    <a:lnR w="12700" cmpd="sng">
                      <a:noFill/>
                    </a:lnR>
                    <a:lnT w="25400" cmpd="sng">
                      <a:noFill/>
                    </a:lnT>
                    <a:lnB w="12700" cmpd="sng">
                      <a:noFill/>
                    </a:lnB>
                    <a:lnTlToBr w="12700" cmpd="sng">
                      <a:noFill/>
                      <a:prstDash val="solid"/>
                    </a:lnTlToBr>
                    <a:lnBlToTr w="12700" cmpd="sng">
                      <a:noFill/>
                      <a:prstDash val="solid"/>
                    </a:lnBlToTr>
                    <a:solidFill>
                      <a:schemeClr val="bg1">
                        <a:alpha val="20000"/>
                      </a:schemeClr>
                    </a:solidFill>
                  </a:tcPr>
                </a:tc>
                <a:extLst>
                  <a:ext uri="{0D108BD9-81ED-4DB2-BD59-A6C34878D82A}">
                    <a16:rowId xmlns:a16="http://schemas.microsoft.com/office/drawing/2014/main" val="3865330276"/>
                  </a:ext>
                </a:extLst>
              </a:tr>
              <a:tr h="616173">
                <a:tc>
                  <a:txBody>
                    <a:bodyPr/>
                    <a:lstStyle/>
                    <a:p>
                      <a:pPr algn="ctr"/>
                      <a:r>
                        <a:rPr lang="en-US" sz="1800" dirty="0">
                          <a:solidFill>
                            <a:srgbClr val="20282F"/>
                          </a:solidFill>
                        </a:rPr>
                        <a:t>8 bits</a:t>
                      </a:r>
                    </a:p>
                  </a:txBody>
                  <a:tcPr marL="91355" marR="91355" marT="45678" marB="45678">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800" dirty="0">
                          <a:solidFill>
                            <a:srgbClr val="20282F"/>
                          </a:solidFill>
                        </a:rPr>
                        <a:t>8 bits </a:t>
                      </a:r>
                    </a:p>
                  </a:txBody>
                  <a:tcPr marL="91355" marR="91355" marT="45678" marB="45678">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800" dirty="0">
                          <a:solidFill>
                            <a:srgbClr val="20282F"/>
                          </a:solidFill>
                        </a:rPr>
                        <a:t>8 bits </a:t>
                      </a:r>
                    </a:p>
                  </a:txBody>
                  <a:tcPr marL="91355" marR="91355" marT="45678" marB="45678">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800" dirty="0">
                          <a:solidFill>
                            <a:srgbClr val="20282F"/>
                          </a:solidFill>
                        </a:rPr>
                        <a:t>8 bits </a:t>
                      </a:r>
                    </a:p>
                  </a:txBody>
                  <a:tcPr marL="91355" marR="91355" marT="45678" marB="45678">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22194841"/>
                  </a:ext>
                </a:extLst>
              </a:tr>
            </a:tbl>
          </a:graphicData>
        </a:graphic>
      </p:graphicFrame>
      <p:sp>
        <p:nvSpPr>
          <p:cNvPr id="7" name="Flowchart: Connector 3">
            <a:extLst>
              <a:ext uri="{FF2B5EF4-FFF2-40B4-BE49-F238E27FC236}">
                <a16:creationId xmlns:a16="http://schemas.microsoft.com/office/drawing/2014/main" id="{5FD4B9FC-183A-2A6A-476A-557C32C36BD9}"/>
              </a:ext>
            </a:extLst>
          </p:cNvPr>
          <p:cNvSpPr/>
          <p:nvPr/>
        </p:nvSpPr>
        <p:spPr>
          <a:xfrm>
            <a:off x="2802971" y="2509633"/>
            <a:ext cx="65927" cy="84762"/>
          </a:xfrm>
          <a:prstGeom prst="flowChartConnector">
            <a:avLst/>
          </a:prstGeom>
          <a:ln>
            <a:solidFill>
              <a:srgbClr val="202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48" dirty="0"/>
          </a:p>
        </p:txBody>
      </p:sp>
      <p:sp>
        <p:nvSpPr>
          <p:cNvPr id="8" name="Flowchart: Connector 5">
            <a:extLst>
              <a:ext uri="{FF2B5EF4-FFF2-40B4-BE49-F238E27FC236}">
                <a16:creationId xmlns:a16="http://schemas.microsoft.com/office/drawing/2014/main" id="{5A76571E-CDEB-122F-8289-29C24750187F}"/>
              </a:ext>
            </a:extLst>
          </p:cNvPr>
          <p:cNvSpPr/>
          <p:nvPr/>
        </p:nvSpPr>
        <p:spPr>
          <a:xfrm>
            <a:off x="4539037" y="2509635"/>
            <a:ext cx="65927" cy="84762"/>
          </a:xfrm>
          <a:prstGeom prst="flowChartConnector">
            <a:avLst/>
          </a:prstGeom>
          <a:ln>
            <a:solidFill>
              <a:srgbClr val="202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48" dirty="0"/>
          </a:p>
        </p:txBody>
      </p:sp>
      <p:sp>
        <p:nvSpPr>
          <p:cNvPr id="9" name="Flowchart: Connector 6">
            <a:extLst>
              <a:ext uri="{FF2B5EF4-FFF2-40B4-BE49-F238E27FC236}">
                <a16:creationId xmlns:a16="http://schemas.microsoft.com/office/drawing/2014/main" id="{184C54D1-B402-A6A4-BDC9-0C4B0247C27C}"/>
              </a:ext>
            </a:extLst>
          </p:cNvPr>
          <p:cNvSpPr/>
          <p:nvPr/>
        </p:nvSpPr>
        <p:spPr>
          <a:xfrm>
            <a:off x="6218593" y="2509634"/>
            <a:ext cx="65927" cy="84762"/>
          </a:xfrm>
          <a:prstGeom prst="flowChartConnector">
            <a:avLst/>
          </a:prstGeom>
          <a:ln>
            <a:solidFill>
              <a:srgbClr val="202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48" dirty="0"/>
          </a:p>
        </p:txBody>
      </p:sp>
      <p:sp>
        <p:nvSpPr>
          <p:cNvPr id="10" name="TextBox 9">
            <a:extLst>
              <a:ext uri="{FF2B5EF4-FFF2-40B4-BE49-F238E27FC236}">
                <a16:creationId xmlns:a16="http://schemas.microsoft.com/office/drawing/2014/main" id="{5591F7E0-4F67-BA40-76CB-B1ED38824371}"/>
              </a:ext>
            </a:extLst>
          </p:cNvPr>
          <p:cNvSpPr txBox="1"/>
          <p:nvPr/>
        </p:nvSpPr>
        <p:spPr>
          <a:xfrm>
            <a:off x="628649" y="3544693"/>
            <a:ext cx="8061071" cy="645690"/>
          </a:xfrm>
          <a:prstGeom prst="rect">
            <a:avLst/>
          </a:prstGeom>
          <a:noFill/>
        </p:spPr>
        <p:txBody>
          <a:bodyPr wrap="square" rtlCol="0">
            <a:spAutoFit/>
          </a:bodyPr>
          <a:lstStyle/>
          <a:p>
            <a:r>
              <a:rPr lang="en-US" sz="1798" dirty="0">
                <a:solidFill>
                  <a:srgbClr val="404448"/>
                </a:solidFill>
                <a:latin typeface="Noto Sans" panose="020B0502040504020204" pitchFamily="34" charset="0"/>
                <a:ea typeface="Noto Sans" panose="020B0502040504020204" pitchFamily="34" charset="0"/>
                <a:cs typeface="Noto Sans" panose="020B0502040504020204" pitchFamily="34" charset="0"/>
              </a:rPr>
              <a:t>IPv4 addresses are decimal representations of four sets of binary octets.</a:t>
            </a:r>
          </a:p>
          <a:p>
            <a:r>
              <a:rPr lang="en-US" sz="1798" dirty="0">
                <a:solidFill>
                  <a:srgbClr val="404448"/>
                </a:solidFill>
                <a:latin typeface="Noto Sans" panose="020B0502040504020204" pitchFamily="34" charset="0"/>
                <a:ea typeface="Noto Sans" panose="020B0502040504020204" pitchFamily="34" charset="0"/>
                <a:cs typeface="Noto Sans" panose="020B0502040504020204" pitchFamily="34" charset="0"/>
              </a:rPr>
              <a:t>Each octet is 8 bits, making all IPv4 addresses 32 bits.</a:t>
            </a:r>
            <a:endParaRPr lang="en-US" sz="1348" dirty="0">
              <a:solidFill>
                <a:srgbClr val="404448"/>
              </a:solidFill>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13949634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AAAE1-BF28-491F-100A-64BC5B7920B6}"/>
              </a:ext>
            </a:extLst>
          </p:cNvPr>
          <p:cNvSpPr>
            <a:spLocks noGrp="1"/>
          </p:cNvSpPr>
          <p:nvPr>
            <p:ph type="title"/>
          </p:nvPr>
        </p:nvSpPr>
        <p:spPr>
          <a:xfrm>
            <a:off x="628649" y="584942"/>
            <a:ext cx="7886699" cy="572790"/>
          </a:xfrm>
        </p:spPr>
        <p:txBody>
          <a:bodyPr>
            <a:normAutofit fontScale="90000"/>
          </a:bodyPr>
          <a:lstStyle/>
          <a:p>
            <a:r>
              <a:rPr lang="en-US" dirty="0"/>
              <a:t>Activity: Binary Conversion</a:t>
            </a:r>
          </a:p>
        </p:txBody>
      </p:sp>
      <p:sp>
        <p:nvSpPr>
          <p:cNvPr id="3" name="Slide Number Placeholder 2">
            <a:extLst>
              <a:ext uri="{FF2B5EF4-FFF2-40B4-BE49-F238E27FC236}">
                <a16:creationId xmlns:a16="http://schemas.microsoft.com/office/drawing/2014/main" id="{BD40D25B-379B-C8B0-C685-C8D0C64E2858}"/>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14</a:t>
            </a:fld>
            <a:endParaRPr lang="en-US" dirty="0"/>
          </a:p>
        </p:txBody>
      </p:sp>
      <p:sp>
        <p:nvSpPr>
          <p:cNvPr id="5" name="Footer Placeholder 4">
            <a:extLst>
              <a:ext uri="{FF2B5EF4-FFF2-40B4-BE49-F238E27FC236}">
                <a16:creationId xmlns:a16="http://schemas.microsoft.com/office/drawing/2014/main" id="{21EF68D4-5698-B159-7793-996D462D957E}"/>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
        <p:nvSpPr>
          <p:cNvPr id="7" name="TextBox 6">
            <a:extLst>
              <a:ext uri="{FF2B5EF4-FFF2-40B4-BE49-F238E27FC236}">
                <a16:creationId xmlns:a16="http://schemas.microsoft.com/office/drawing/2014/main" id="{93D2B237-366E-2F9F-C171-4B8AD5294450}"/>
              </a:ext>
            </a:extLst>
          </p:cNvPr>
          <p:cNvSpPr txBox="1"/>
          <p:nvPr/>
        </p:nvSpPr>
        <p:spPr>
          <a:xfrm>
            <a:off x="658789" y="1611658"/>
            <a:ext cx="7826421" cy="461665"/>
          </a:xfrm>
          <a:prstGeom prst="rect">
            <a:avLst/>
          </a:prstGeom>
          <a:noFill/>
        </p:spPr>
        <p:txBody>
          <a:bodyPr wrap="square" rtlCol="0">
            <a:spAutoFit/>
          </a:bodyPr>
          <a:lstStyle/>
          <a:p>
            <a:pPr algn="ctr"/>
            <a:r>
              <a:rPr lang="en-US" sz="2400" dirty="0">
                <a:solidFill>
                  <a:srgbClr val="404448"/>
                </a:solidFill>
                <a:ea typeface="+mj-ea"/>
                <a:cs typeface="+mj-cs"/>
              </a:rPr>
              <a:t>Convert 01100001 to decimal form:</a:t>
            </a:r>
          </a:p>
        </p:txBody>
      </p:sp>
      <p:graphicFrame>
        <p:nvGraphicFramePr>
          <p:cNvPr id="13" name="Content Placeholder 3">
            <a:extLst>
              <a:ext uri="{FF2B5EF4-FFF2-40B4-BE49-F238E27FC236}">
                <a16:creationId xmlns:a16="http://schemas.microsoft.com/office/drawing/2014/main" id="{BB1BC93B-CCD8-A9CD-A165-4B527EB237C3}"/>
              </a:ext>
            </a:extLst>
          </p:cNvPr>
          <p:cNvGraphicFramePr>
            <a:graphicFrameLocks noGrp="1"/>
          </p:cNvGraphicFramePr>
          <p:nvPr>
            <p:ph idx="1"/>
            <p:extLst>
              <p:ext uri="{D42A27DB-BD31-4B8C-83A1-F6EECF244321}">
                <p14:modId xmlns:p14="http://schemas.microsoft.com/office/powerpoint/2010/main" val="298482936"/>
              </p:ext>
            </p:extLst>
          </p:nvPr>
        </p:nvGraphicFramePr>
        <p:xfrm>
          <a:off x="658789" y="2254448"/>
          <a:ext cx="7886696" cy="1249200"/>
        </p:xfrm>
        <a:graphic>
          <a:graphicData uri="http://schemas.openxmlformats.org/drawingml/2006/table">
            <a:tbl>
              <a:tblPr firstRow="1" bandRow="1">
                <a:tableStyleId>{5C22544A-7EE6-4342-B048-85BDC9FD1C3A}</a:tableStyleId>
              </a:tblPr>
              <a:tblGrid>
                <a:gridCol w="985837">
                  <a:extLst>
                    <a:ext uri="{9D8B030D-6E8A-4147-A177-3AD203B41FA5}">
                      <a16:colId xmlns:a16="http://schemas.microsoft.com/office/drawing/2014/main" val="435277225"/>
                    </a:ext>
                  </a:extLst>
                </a:gridCol>
                <a:gridCol w="985837">
                  <a:extLst>
                    <a:ext uri="{9D8B030D-6E8A-4147-A177-3AD203B41FA5}">
                      <a16:colId xmlns:a16="http://schemas.microsoft.com/office/drawing/2014/main" val="954456364"/>
                    </a:ext>
                  </a:extLst>
                </a:gridCol>
                <a:gridCol w="985837">
                  <a:extLst>
                    <a:ext uri="{9D8B030D-6E8A-4147-A177-3AD203B41FA5}">
                      <a16:colId xmlns:a16="http://schemas.microsoft.com/office/drawing/2014/main" val="2537393530"/>
                    </a:ext>
                  </a:extLst>
                </a:gridCol>
                <a:gridCol w="985837">
                  <a:extLst>
                    <a:ext uri="{9D8B030D-6E8A-4147-A177-3AD203B41FA5}">
                      <a16:colId xmlns:a16="http://schemas.microsoft.com/office/drawing/2014/main" val="4294672139"/>
                    </a:ext>
                  </a:extLst>
                </a:gridCol>
                <a:gridCol w="985837">
                  <a:extLst>
                    <a:ext uri="{9D8B030D-6E8A-4147-A177-3AD203B41FA5}">
                      <a16:colId xmlns:a16="http://schemas.microsoft.com/office/drawing/2014/main" val="3814402877"/>
                    </a:ext>
                  </a:extLst>
                </a:gridCol>
                <a:gridCol w="985837">
                  <a:extLst>
                    <a:ext uri="{9D8B030D-6E8A-4147-A177-3AD203B41FA5}">
                      <a16:colId xmlns:a16="http://schemas.microsoft.com/office/drawing/2014/main" val="3698890522"/>
                    </a:ext>
                  </a:extLst>
                </a:gridCol>
                <a:gridCol w="985837">
                  <a:extLst>
                    <a:ext uri="{9D8B030D-6E8A-4147-A177-3AD203B41FA5}">
                      <a16:colId xmlns:a16="http://schemas.microsoft.com/office/drawing/2014/main" val="2633267505"/>
                    </a:ext>
                  </a:extLst>
                </a:gridCol>
                <a:gridCol w="985837">
                  <a:extLst>
                    <a:ext uri="{9D8B030D-6E8A-4147-A177-3AD203B41FA5}">
                      <a16:colId xmlns:a16="http://schemas.microsoft.com/office/drawing/2014/main" val="2321516469"/>
                    </a:ext>
                  </a:extLst>
                </a:gridCol>
              </a:tblGrid>
              <a:tr h="624600">
                <a:tc>
                  <a:txBody>
                    <a:bodyPr/>
                    <a:lstStyle/>
                    <a:p>
                      <a:pPr algn="ctr"/>
                      <a:r>
                        <a:rPr lang="en-US" sz="1800" b="0" dirty="0"/>
                        <a:t>0</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b="0" dirty="0"/>
                        <a:t>1</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b="0" dirty="0"/>
                        <a:t>1</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b="0" dirty="0"/>
                        <a:t>0</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b="0" dirty="0"/>
                        <a:t>0</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b="0" dirty="0"/>
                        <a:t>0</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b="0" dirty="0"/>
                        <a:t>0</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b="0" dirty="0"/>
                        <a:t>1</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extLst>
                  <a:ext uri="{0D108BD9-81ED-4DB2-BD59-A6C34878D82A}">
                    <a16:rowId xmlns:a16="http://schemas.microsoft.com/office/drawing/2014/main" val="3528536902"/>
                  </a:ext>
                </a:extLst>
              </a:tr>
              <a:tr h="624600">
                <a:tc>
                  <a:txBody>
                    <a:bodyPr/>
                    <a:lstStyle/>
                    <a:p>
                      <a:pPr algn="ctr"/>
                      <a:endParaRPr lang="en-US" sz="1800"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endParaRPr lang="en-US" sz="1800"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endParaRPr lang="en-US" sz="1800"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endParaRPr lang="en-US" sz="1800"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endParaRPr lang="en-US" sz="1800"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endParaRPr lang="en-US" sz="1800"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endParaRPr lang="en-US" sz="1800"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endParaRPr lang="en-US" sz="1800"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70820969"/>
                  </a:ext>
                </a:extLst>
              </a:tr>
            </a:tbl>
          </a:graphicData>
        </a:graphic>
      </p:graphicFrame>
    </p:spTree>
    <p:extLst>
      <p:ext uri="{BB962C8B-B14F-4D97-AF65-F5344CB8AC3E}">
        <p14:creationId xmlns:p14="http://schemas.microsoft.com/office/powerpoint/2010/main" val="1398917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AAAE1-BF28-491F-100A-64BC5B7920B6}"/>
              </a:ext>
            </a:extLst>
          </p:cNvPr>
          <p:cNvSpPr>
            <a:spLocks noGrp="1"/>
          </p:cNvSpPr>
          <p:nvPr>
            <p:ph type="title"/>
          </p:nvPr>
        </p:nvSpPr>
        <p:spPr>
          <a:xfrm>
            <a:off x="628649" y="584942"/>
            <a:ext cx="7886699" cy="572790"/>
          </a:xfrm>
        </p:spPr>
        <p:txBody>
          <a:bodyPr>
            <a:normAutofit fontScale="90000"/>
          </a:bodyPr>
          <a:lstStyle/>
          <a:p>
            <a:r>
              <a:rPr lang="en-US" dirty="0"/>
              <a:t>Activity: Binary Conversion</a:t>
            </a:r>
          </a:p>
        </p:txBody>
      </p:sp>
      <p:sp>
        <p:nvSpPr>
          <p:cNvPr id="3" name="Slide Number Placeholder 2">
            <a:extLst>
              <a:ext uri="{FF2B5EF4-FFF2-40B4-BE49-F238E27FC236}">
                <a16:creationId xmlns:a16="http://schemas.microsoft.com/office/drawing/2014/main" id="{BD40D25B-379B-C8B0-C685-C8D0C64E2858}"/>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15</a:t>
            </a:fld>
            <a:endParaRPr lang="en-US" dirty="0"/>
          </a:p>
        </p:txBody>
      </p:sp>
      <p:sp>
        <p:nvSpPr>
          <p:cNvPr id="5" name="Footer Placeholder 4">
            <a:extLst>
              <a:ext uri="{FF2B5EF4-FFF2-40B4-BE49-F238E27FC236}">
                <a16:creationId xmlns:a16="http://schemas.microsoft.com/office/drawing/2014/main" id="{21EF68D4-5698-B159-7793-996D462D957E}"/>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
        <p:nvSpPr>
          <p:cNvPr id="7" name="TextBox 6">
            <a:extLst>
              <a:ext uri="{FF2B5EF4-FFF2-40B4-BE49-F238E27FC236}">
                <a16:creationId xmlns:a16="http://schemas.microsoft.com/office/drawing/2014/main" id="{93D2B237-366E-2F9F-C171-4B8AD5294450}"/>
              </a:ext>
            </a:extLst>
          </p:cNvPr>
          <p:cNvSpPr txBox="1"/>
          <p:nvPr/>
        </p:nvSpPr>
        <p:spPr>
          <a:xfrm>
            <a:off x="658789" y="1611658"/>
            <a:ext cx="7826421" cy="461665"/>
          </a:xfrm>
          <a:prstGeom prst="rect">
            <a:avLst/>
          </a:prstGeom>
          <a:noFill/>
        </p:spPr>
        <p:txBody>
          <a:bodyPr wrap="square" rtlCol="0">
            <a:spAutoFit/>
          </a:bodyPr>
          <a:lstStyle/>
          <a:p>
            <a:pPr algn="ctr"/>
            <a:r>
              <a:rPr lang="en-US" sz="2400" dirty="0">
                <a:solidFill>
                  <a:srgbClr val="404448"/>
                </a:solidFill>
                <a:ea typeface="+mj-ea"/>
                <a:cs typeface="+mj-cs"/>
              </a:rPr>
              <a:t>Convert 01100001 to decimal form:</a:t>
            </a:r>
          </a:p>
        </p:txBody>
      </p:sp>
      <p:graphicFrame>
        <p:nvGraphicFramePr>
          <p:cNvPr id="13" name="Content Placeholder 3">
            <a:extLst>
              <a:ext uri="{FF2B5EF4-FFF2-40B4-BE49-F238E27FC236}">
                <a16:creationId xmlns:a16="http://schemas.microsoft.com/office/drawing/2014/main" id="{BB1BC93B-CCD8-A9CD-A165-4B527EB237C3}"/>
              </a:ext>
            </a:extLst>
          </p:cNvPr>
          <p:cNvGraphicFramePr>
            <a:graphicFrameLocks noGrp="1"/>
          </p:cNvGraphicFramePr>
          <p:nvPr>
            <p:ph idx="1"/>
            <p:extLst>
              <p:ext uri="{D42A27DB-BD31-4B8C-83A1-F6EECF244321}">
                <p14:modId xmlns:p14="http://schemas.microsoft.com/office/powerpoint/2010/main" val="2605457977"/>
              </p:ext>
            </p:extLst>
          </p:nvPr>
        </p:nvGraphicFramePr>
        <p:xfrm>
          <a:off x="658789" y="2254448"/>
          <a:ext cx="7886696" cy="1249200"/>
        </p:xfrm>
        <a:graphic>
          <a:graphicData uri="http://schemas.openxmlformats.org/drawingml/2006/table">
            <a:tbl>
              <a:tblPr firstRow="1" bandRow="1">
                <a:tableStyleId>{5C22544A-7EE6-4342-B048-85BDC9FD1C3A}</a:tableStyleId>
              </a:tblPr>
              <a:tblGrid>
                <a:gridCol w="985837">
                  <a:extLst>
                    <a:ext uri="{9D8B030D-6E8A-4147-A177-3AD203B41FA5}">
                      <a16:colId xmlns:a16="http://schemas.microsoft.com/office/drawing/2014/main" val="435277225"/>
                    </a:ext>
                  </a:extLst>
                </a:gridCol>
                <a:gridCol w="985837">
                  <a:extLst>
                    <a:ext uri="{9D8B030D-6E8A-4147-A177-3AD203B41FA5}">
                      <a16:colId xmlns:a16="http://schemas.microsoft.com/office/drawing/2014/main" val="954456364"/>
                    </a:ext>
                  </a:extLst>
                </a:gridCol>
                <a:gridCol w="985837">
                  <a:extLst>
                    <a:ext uri="{9D8B030D-6E8A-4147-A177-3AD203B41FA5}">
                      <a16:colId xmlns:a16="http://schemas.microsoft.com/office/drawing/2014/main" val="2537393530"/>
                    </a:ext>
                  </a:extLst>
                </a:gridCol>
                <a:gridCol w="985837">
                  <a:extLst>
                    <a:ext uri="{9D8B030D-6E8A-4147-A177-3AD203B41FA5}">
                      <a16:colId xmlns:a16="http://schemas.microsoft.com/office/drawing/2014/main" val="4294672139"/>
                    </a:ext>
                  </a:extLst>
                </a:gridCol>
                <a:gridCol w="985837">
                  <a:extLst>
                    <a:ext uri="{9D8B030D-6E8A-4147-A177-3AD203B41FA5}">
                      <a16:colId xmlns:a16="http://schemas.microsoft.com/office/drawing/2014/main" val="3814402877"/>
                    </a:ext>
                  </a:extLst>
                </a:gridCol>
                <a:gridCol w="985837">
                  <a:extLst>
                    <a:ext uri="{9D8B030D-6E8A-4147-A177-3AD203B41FA5}">
                      <a16:colId xmlns:a16="http://schemas.microsoft.com/office/drawing/2014/main" val="3698890522"/>
                    </a:ext>
                  </a:extLst>
                </a:gridCol>
                <a:gridCol w="985837">
                  <a:extLst>
                    <a:ext uri="{9D8B030D-6E8A-4147-A177-3AD203B41FA5}">
                      <a16:colId xmlns:a16="http://schemas.microsoft.com/office/drawing/2014/main" val="2633267505"/>
                    </a:ext>
                  </a:extLst>
                </a:gridCol>
                <a:gridCol w="985837">
                  <a:extLst>
                    <a:ext uri="{9D8B030D-6E8A-4147-A177-3AD203B41FA5}">
                      <a16:colId xmlns:a16="http://schemas.microsoft.com/office/drawing/2014/main" val="2321516469"/>
                    </a:ext>
                  </a:extLst>
                </a:gridCol>
              </a:tblGrid>
              <a:tr h="624600">
                <a:tc>
                  <a:txBody>
                    <a:bodyPr/>
                    <a:lstStyle/>
                    <a:p>
                      <a:pPr algn="ctr"/>
                      <a:r>
                        <a:rPr lang="en-US" sz="1800" dirty="0"/>
                        <a:t>0</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dirty="0"/>
                        <a:t>1</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dirty="0"/>
                        <a:t>1</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dirty="0"/>
                        <a:t>0</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dirty="0"/>
                        <a:t>0</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dirty="0"/>
                        <a:t>0</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dirty="0"/>
                        <a:t>0</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dirty="0"/>
                        <a:t>1</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extLst>
                  <a:ext uri="{0D108BD9-81ED-4DB2-BD59-A6C34878D82A}">
                    <a16:rowId xmlns:a16="http://schemas.microsoft.com/office/drawing/2014/main" val="3528536902"/>
                  </a:ext>
                </a:extLst>
              </a:tr>
              <a:tr h="624600">
                <a:tc>
                  <a:txBody>
                    <a:bodyPr/>
                    <a:lstStyle/>
                    <a:p>
                      <a:pPr algn="ctr"/>
                      <a:r>
                        <a:rPr lang="en-US" sz="1800" dirty="0">
                          <a:solidFill>
                            <a:srgbClr val="20282F"/>
                          </a:solidFill>
                        </a:rPr>
                        <a:t>128</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rgbClr val="20282F"/>
                          </a:solidFill>
                        </a:rPr>
                        <a:t>64</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rgbClr val="20282F"/>
                          </a:solidFill>
                        </a:rPr>
                        <a:t>32</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rgbClr val="20282F"/>
                          </a:solidFill>
                        </a:rPr>
                        <a:t>16</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rgbClr val="20282F"/>
                          </a:solidFill>
                        </a:rPr>
                        <a:t>8</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rgbClr val="20282F"/>
                          </a:solidFill>
                        </a:rPr>
                        <a:t>4</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rgbClr val="20282F"/>
                          </a:solidFill>
                        </a:rPr>
                        <a:t>2</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rgbClr val="20282F"/>
                          </a:solidFill>
                        </a:rPr>
                        <a:t>1</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70820969"/>
                  </a:ext>
                </a:extLst>
              </a:tr>
            </a:tbl>
          </a:graphicData>
        </a:graphic>
      </p:graphicFrame>
    </p:spTree>
    <p:extLst>
      <p:ext uri="{BB962C8B-B14F-4D97-AF65-F5344CB8AC3E}">
        <p14:creationId xmlns:p14="http://schemas.microsoft.com/office/powerpoint/2010/main" val="10322917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AAAE1-BF28-491F-100A-64BC5B7920B6}"/>
              </a:ext>
            </a:extLst>
          </p:cNvPr>
          <p:cNvSpPr>
            <a:spLocks noGrp="1"/>
          </p:cNvSpPr>
          <p:nvPr>
            <p:ph type="title"/>
          </p:nvPr>
        </p:nvSpPr>
        <p:spPr>
          <a:xfrm>
            <a:off x="628649" y="584942"/>
            <a:ext cx="7886699" cy="572790"/>
          </a:xfrm>
        </p:spPr>
        <p:txBody>
          <a:bodyPr>
            <a:normAutofit fontScale="90000"/>
          </a:bodyPr>
          <a:lstStyle/>
          <a:p>
            <a:r>
              <a:rPr lang="en-US" dirty="0"/>
              <a:t>Activity: Binary Conversion</a:t>
            </a:r>
          </a:p>
        </p:txBody>
      </p:sp>
      <p:sp>
        <p:nvSpPr>
          <p:cNvPr id="3" name="Slide Number Placeholder 2">
            <a:extLst>
              <a:ext uri="{FF2B5EF4-FFF2-40B4-BE49-F238E27FC236}">
                <a16:creationId xmlns:a16="http://schemas.microsoft.com/office/drawing/2014/main" id="{BD40D25B-379B-C8B0-C685-C8D0C64E2858}"/>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16</a:t>
            </a:fld>
            <a:endParaRPr lang="en-US" dirty="0"/>
          </a:p>
        </p:txBody>
      </p:sp>
      <p:sp>
        <p:nvSpPr>
          <p:cNvPr id="5" name="Footer Placeholder 4">
            <a:extLst>
              <a:ext uri="{FF2B5EF4-FFF2-40B4-BE49-F238E27FC236}">
                <a16:creationId xmlns:a16="http://schemas.microsoft.com/office/drawing/2014/main" id="{21EF68D4-5698-B159-7793-996D462D957E}"/>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
        <p:nvSpPr>
          <p:cNvPr id="7" name="TextBox 6">
            <a:extLst>
              <a:ext uri="{FF2B5EF4-FFF2-40B4-BE49-F238E27FC236}">
                <a16:creationId xmlns:a16="http://schemas.microsoft.com/office/drawing/2014/main" id="{93D2B237-366E-2F9F-C171-4B8AD5294450}"/>
              </a:ext>
            </a:extLst>
          </p:cNvPr>
          <p:cNvSpPr txBox="1"/>
          <p:nvPr/>
        </p:nvSpPr>
        <p:spPr>
          <a:xfrm>
            <a:off x="658789" y="1611658"/>
            <a:ext cx="7826421" cy="461665"/>
          </a:xfrm>
          <a:prstGeom prst="rect">
            <a:avLst/>
          </a:prstGeom>
          <a:noFill/>
        </p:spPr>
        <p:txBody>
          <a:bodyPr wrap="square" rtlCol="0">
            <a:spAutoFit/>
          </a:bodyPr>
          <a:lstStyle/>
          <a:p>
            <a:pPr algn="ctr"/>
            <a:r>
              <a:rPr lang="en-US" sz="2400" dirty="0">
                <a:solidFill>
                  <a:srgbClr val="404448"/>
                </a:solidFill>
                <a:ea typeface="+mj-ea"/>
                <a:cs typeface="+mj-cs"/>
              </a:rPr>
              <a:t>Convert 01100001 to decimal form:</a:t>
            </a:r>
          </a:p>
        </p:txBody>
      </p:sp>
      <p:sp>
        <p:nvSpPr>
          <p:cNvPr id="9" name="TextBox 8">
            <a:extLst>
              <a:ext uri="{FF2B5EF4-FFF2-40B4-BE49-F238E27FC236}">
                <a16:creationId xmlns:a16="http://schemas.microsoft.com/office/drawing/2014/main" id="{B5EA83AC-30D2-C5D1-723B-621414F08505}"/>
              </a:ext>
            </a:extLst>
          </p:cNvPr>
          <p:cNvSpPr txBox="1"/>
          <p:nvPr/>
        </p:nvSpPr>
        <p:spPr>
          <a:xfrm>
            <a:off x="1814386" y="3862267"/>
            <a:ext cx="5575501" cy="445863"/>
          </a:xfrm>
          <a:prstGeom prst="rect">
            <a:avLst/>
          </a:prstGeom>
          <a:noFill/>
        </p:spPr>
        <p:txBody>
          <a:bodyPr wrap="square" rtlCol="0">
            <a:spAutoFit/>
          </a:bodyPr>
          <a:lstStyle/>
          <a:p>
            <a:pPr algn="ctr"/>
            <a:r>
              <a:rPr lang="en-US" sz="2298" dirty="0">
                <a:solidFill>
                  <a:srgbClr val="004F70"/>
                </a:solidFill>
              </a:rPr>
              <a:t>Answer: 64 + 32 + 1 = 97</a:t>
            </a:r>
          </a:p>
        </p:txBody>
      </p:sp>
      <p:graphicFrame>
        <p:nvGraphicFramePr>
          <p:cNvPr id="13" name="Content Placeholder 3">
            <a:extLst>
              <a:ext uri="{FF2B5EF4-FFF2-40B4-BE49-F238E27FC236}">
                <a16:creationId xmlns:a16="http://schemas.microsoft.com/office/drawing/2014/main" id="{BB1BC93B-CCD8-A9CD-A165-4B527EB237C3}"/>
              </a:ext>
            </a:extLst>
          </p:cNvPr>
          <p:cNvGraphicFramePr>
            <a:graphicFrameLocks noGrp="1"/>
          </p:cNvGraphicFramePr>
          <p:nvPr>
            <p:ph idx="1"/>
            <p:extLst>
              <p:ext uri="{D42A27DB-BD31-4B8C-83A1-F6EECF244321}">
                <p14:modId xmlns:p14="http://schemas.microsoft.com/office/powerpoint/2010/main" val="1696179467"/>
              </p:ext>
            </p:extLst>
          </p:nvPr>
        </p:nvGraphicFramePr>
        <p:xfrm>
          <a:off x="658789" y="2254448"/>
          <a:ext cx="7886696" cy="1249200"/>
        </p:xfrm>
        <a:graphic>
          <a:graphicData uri="http://schemas.openxmlformats.org/drawingml/2006/table">
            <a:tbl>
              <a:tblPr firstRow="1" bandRow="1">
                <a:tableStyleId>{5C22544A-7EE6-4342-B048-85BDC9FD1C3A}</a:tableStyleId>
              </a:tblPr>
              <a:tblGrid>
                <a:gridCol w="985837">
                  <a:extLst>
                    <a:ext uri="{9D8B030D-6E8A-4147-A177-3AD203B41FA5}">
                      <a16:colId xmlns:a16="http://schemas.microsoft.com/office/drawing/2014/main" val="435277225"/>
                    </a:ext>
                  </a:extLst>
                </a:gridCol>
                <a:gridCol w="985837">
                  <a:extLst>
                    <a:ext uri="{9D8B030D-6E8A-4147-A177-3AD203B41FA5}">
                      <a16:colId xmlns:a16="http://schemas.microsoft.com/office/drawing/2014/main" val="954456364"/>
                    </a:ext>
                  </a:extLst>
                </a:gridCol>
                <a:gridCol w="985837">
                  <a:extLst>
                    <a:ext uri="{9D8B030D-6E8A-4147-A177-3AD203B41FA5}">
                      <a16:colId xmlns:a16="http://schemas.microsoft.com/office/drawing/2014/main" val="2537393530"/>
                    </a:ext>
                  </a:extLst>
                </a:gridCol>
                <a:gridCol w="985837">
                  <a:extLst>
                    <a:ext uri="{9D8B030D-6E8A-4147-A177-3AD203B41FA5}">
                      <a16:colId xmlns:a16="http://schemas.microsoft.com/office/drawing/2014/main" val="4294672139"/>
                    </a:ext>
                  </a:extLst>
                </a:gridCol>
                <a:gridCol w="985837">
                  <a:extLst>
                    <a:ext uri="{9D8B030D-6E8A-4147-A177-3AD203B41FA5}">
                      <a16:colId xmlns:a16="http://schemas.microsoft.com/office/drawing/2014/main" val="3814402877"/>
                    </a:ext>
                  </a:extLst>
                </a:gridCol>
                <a:gridCol w="985837">
                  <a:extLst>
                    <a:ext uri="{9D8B030D-6E8A-4147-A177-3AD203B41FA5}">
                      <a16:colId xmlns:a16="http://schemas.microsoft.com/office/drawing/2014/main" val="3698890522"/>
                    </a:ext>
                  </a:extLst>
                </a:gridCol>
                <a:gridCol w="985837">
                  <a:extLst>
                    <a:ext uri="{9D8B030D-6E8A-4147-A177-3AD203B41FA5}">
                      <a16:colId xmlns:a16="http://schemas.microsoft.com/office/drawing/2014/main" val="2633267505"/>
                    </a:ext>
                  </a:extLst>
                </a:gridCol>
                <a:gridCol w="985837">
                  <a:extLst>
                    <a:ext uri="{9D8B030D-6E8A-4147-A177-3AD203B41FA5}">
                      <a16:colId xmlns:a16="http://schemas.microsoft.com/office/drawing/2014/main" val="2321516469"/>
                    </a:ext>
                  </a:extLst>
                </a:gridCol>
              </a:tblGrid>
              <a:tr h="624600">
                <a:tc>
                  <a:txBody>
                    <a:bodyPr/>
                    <a:lstStyle/>
                    <a:p>
                      <a:pPr algn="ctr"/>
                      <a:r>
                        <a:rPr lang="en-US" sz="1800" dirty="0"/>
                        <a:t>0</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dirty="0"/>
                        <a:t>1</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dirty="0"/>
                        <a:t>1</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dirty="0"/>
                        <a:t>0</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dirty="0"/>
                        <a:t>0</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dirty="0"/>
                        <a:t>0</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dirty="0"/>
                        <a:t>0</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dirty="0"/>
                        <a:t>1</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extLst>
                  <a:ext uri="{0D108BD9-81ED-4DB2-BD59-A6C34878D82A}">
                    <a16:rowId xmlns:a16="http://schemas.microsoft.com/office/drawing/2014/main" val="3528536902"/>
                  </a:ext>
                </a:extLst>
              </a:tr>
              <a:tr h="624600">
                <a:tc>
                  <a:txBody>
                    <a:bodyPr/>
                    <a:lstStyle/>
                    <a:p>
                      <a:pPr algn="ctr"/>
                      <a:r>
                        <a:rPr lang="en-US" sz="1800" dirty="0">
                          <a:solidFill>
                            <a:srgbClr val="20282F"/>
                          </a:solidFill>
                        </a:rPr>
                        <a:t>128</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rgbClr val="20282F"/>
                          </a:solidFill>
                        </a:rPr>
                        <a:t>64</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rgbClr val="20282F"/>
                          </a:solidFill>
                        </a:rPr>
                        <a:t>32</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rgbClr val="20282F"/>
                          </a:solidFill>
                        </a:rPr>
                        <a:t>16</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rgbClr val="20282F"/>
                          </a:solidFill>
                        </a:rPr>
                        <a:t>8</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rgbClr val="20282F"/>
                          </a:solidFill>
                        </a:rPr>
                        <a:t>4</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rgbClr val="20282F"/>
                          </a:solidFill>
                        </a:rPr>
                        <a:t>2</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rgbClr val="20282F"/>
                          </a:solidFill>
                        </a:rPr>
                        <a:t>1</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70820969"/>
                  </a:ext>
                </a:extLst>
              </a:tr>
            </a:tbl>
          </a:graphicData>
        </a:graphic>
      </p:graphicFrame>
    </p:spTree>
    <p:extLst>
      <p:ext uri="{BB962C8B-B14F-4D97-AF65-F5344CB8AC3E}">
        <p14:creationId xmlns:p14="http://schemas.microsoft.com/office/powerpoint/2010/main" val="42430706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94EBD-140B-940B-2E10-AEA2FC8FEE2A}"/>
              </a:ext>
            </a:extLst>
          </p:cNvPr>
          <p:cNvSpPr>
            <a:spLocks noGrp="1"/>
          </p:cNvSpPr>
          <p:nvPr>
            <p:ph type="title"/>
          </p:nvPr>
        </p:nvSpPr>
        <p:spPr/>
        <p:txBody>
          <a:bodyPr>
            <a:normAutofit fontScale="90000"/>
          </a:bodyPr>
          <a:lstStyle/>
          <a:p>
            <a:r>
              <a:rPr lang="en-US" dirty="0"/>
              <a:t>IP Address Formatting</a:t>
            </a:r>
          </a:p>
        </p:txBody>
      </p:sp>
      <p:sp>
        <p:nvSpPr>
          <p:cNvPr id="3" name="Slide Number Placeholder 2">
            <a:extLst>
              <a:ext uri="{FF2B5EF4-FFF2-40B4-BE49-F238E27FC236}">
                <a16:creationId xmlns:a16="http://schemas.microsoft.com/office/drawing/2014/main" id="{230BE02A-E45B-CFB7-C8AB-61D39B89294E}"/>
              </a:ext>
            </a:extLst>
          </p:cNvPr>
          <p:cNvSpPr>
            <a:spLocks noGrp="1"/>
          </p:cNvSpPr>
          <p:nvPr>
            <p:ph type="sldNum" sz="quarter" idx="12"/>
          </p:nvPr>
        </p:nvSpPr>
        <p:spPr/>
        <p:txBody>
          <a:bodyPr/>
          <a:lstStyle/>
          <a:p>
            <a:fld id="{64537577-822C-42C9-B1FE-62AC5F07B59D}" type="slidenum">
              <a:rPr lang="en-US" smtClean="0"/>
              <a:t>17</a:t>
            </a:fld>
            <a:endParaRPr lang="en-US" dirty="0"/>
          </a:p>
        </p:txBody>
      </p:sp>
      <p:pic>
        <p:nvPicPr>
          <p:cNvPr id="6" name="Picture 5">
            <a:extLst>
              <a:ext uri="{FF2B5EF4-FFF2-40B4-BE49-F238E27FC236}">
                <a16:creationId xmlns:a16="http://schemas.microsoft.com/office/drawing/2014/main" id="{392B1CD9-CA76-631A-7587-A3CED68D37B3}"/>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317"/>
          <a:stretch/>
        </p:blipFill>
        <p:spPr>
          <a:xfrm>
            <a:off x="4233" y="1316750"/>
            <a:ext cx="9135534" cy="3481156"/>
          </a:xfrm>
          <a:prstGeom prst="rect">
            <a:avLst/>
          </a:prstGeom>
        </p:spPr>
      </p:pic>
      <p:graphicFrame>
        <p:nvGraphicFramePr>
          <p:cNvPr id="7" name="Diagram 6">
            <a:extLst>
              <a:ext uri="{FF2B5EF4-FFF2-40B4-BE49-F238E27FC236}">
                <a16:creationId xmlns:a16="http://schemas.microsoft.com/office/drawing/2014/main" id="{1A5629EE-1FE8-DA88-35C2-B40DF03705A4}"/>
              </a:ext>
            </a:extLst>
          </p:cNvPr>
          <p:cNvGraphicFramePr/>
          <p:nvPr>
            <p:extLst>
              <p:ext uri="{D42A27DB-BD31-4B8C-83A1-F6EECF244321}">
                <p14:modId xmlns:p14="http://schemas.microsoft.com/office/powerpoint/2010/main" val="61870383"/>
              </p:ext>
            </p:extLst>
          </p:nvPr>
        </p:nvGraphicFramePr>
        <p:xfrm>
          <a:off x="1909824" y="1316751"/>
          <a:ext cx="5324352" cy="271105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Footer Placeholder 4">
            <a:extLst>
              <a:ext uri="{FF2B5EF4-FFF2-40B4-BE49-F238E27FC236}">
                <a16:creationId xmlns:a16="http://schemas.microsoft.com/office/drawing/2014/main" id="{E4416F72-9BBE-5462-7AD5-FCA4CB978008}"/>
              </a:ext>
            </a:extLst>
          </p:cNvPr>
          <p:cNvSpPr>
            <a:spLocks noGrp="1"/>
          </p:cNvSpPr>
          <p:nvPr>
            <p:ph type="ftr" sz="quarter" idx="3"/>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37026845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693047F-5D61-4104-8A66-3F1070B9E68D}"/>
              </a:ext>
            </a:extLst>
          </p:cNvPr>
          <p:cNvSpPr>
            <a:spLocks noGrp="1"/>
          </p:cNvSpPr>
          <p:nvPr>
            <p:ph type="title"/>
          </p:nvPr>
        </p:nvSpPr>
        <p:spPr>
          <a:xfrm>
            <a:off x="628649" y="584942"/>
            <a:ext cx="7886699" cy="572790"/>
          </a:xfrm>
        </p:spPr>
        <p:txBody>
          <a:bodyPr>
            <a:normAutofit fontScale="90000"/>
          </a:bodyPr>
          <a:lstStyle/>
          <a:p>
            <a:r>
              <a:rPr lang="en-US" dirty="0"/>
              <a:t>Subnet Masks</a:t>
            </a:r>
          </a:p>
        </p:txBody>
      </p:sp>
      <p:graphicFrame>
        <p:nvGraphicFramePr>
          <p:cNvPr id="10" name="Content Placeholder 9">
            <a:extLst>
              <a:ext uri="{FF2B5EF4-FFF2-40B4-BE49-F238E27FC236}">
                <a16:creationId xmlns:a16="http://schemas.microsoft.com/office/drawing/2014/main" id="{2B9E7F28-BA61-4DCA-462E-9A628C357AB8}"/>
              </a:ext>
            </a:extLst>
          </p:cNvPr>
          <p:cNvGraphicFramePr>
            <a:graphicFrameLocks noGrp="1"/>
          </p:cNvGraphicFramePr>
          <p:nvPr>
            <p:ph idx="1"/>
            <p:extLst>
              <p:ext uri="{D42A27DB-BD31-4B8C-83A1-F6EECF244321}">
                <p14:modId xmlns:p14="http://schemas.microsoft.com/office/powerpoint/2010/main" val="2790490209"/>
              </p:ext>
            </p:extLst>
          </p:nvPr>
        </p:nvGraphicFramePr>
        <p:xfrm>
          <a:off x="628650" y="1216025"/>
          <a:ext cx="7886700" cy="34430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lide Number Placeholder 1">
            <a:extLst>
              <a:ext uri="{FF2B5EF4-FFF2-40B4-BE49-F238E27FC236}">
                <a16:creationId xmlns:a16="http://schemas.microsoft.com/office/drawing/2014/main" id="{C2F98BB4-3690-1967-FF5D-CB93C4C495CB}"/>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18</a:t>
            </a:fld>
            <a:endParaRPr lang="en-US" dirty="0"/>
          </a:p>
        </p:txBody>
      </p:sp>
      <p:sp>
        <p:nvSpPr>
          <p:cNvPr id="3" name="Footer Placeholder 2">
            <a:extLst>
              <a:ext uri="{FF2B5EF4-FFF2-40B4-BE49-F238E27FC236}">
                <a16:creationId xmlns:a16="http://schemas.microsoft.com/office/drawing/2014/main" id="{515FC7C1-71BA-DD76-BB76-E90796B46327}"/>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19917807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AC69A-5FCF-CB9D-2859-3E99C66DC6C1}"/>
              </a:ext>
            </a:extLst>
          </p:cNvPr>
          <p:cNvSpPr>
            <a:spLocks noGrp="1"/>
          </p:cNvSpPr>
          <p:nvPr>
            <p:ph type="title"/>
          </p:nvPr>
        </p:nvSpPr>
        <p:spPr/>
        <p:txBody>
          <a:bodyPr>
            <a:normAutofit fontScale="90000"/>
          </a:bodyPr>
          <a:lstStyle/>
          <a:p>
            <a:r>
              <a:rPr lang="en-US" dirty="0"/>
              <a:t>Default Subnet Mask</a:t>
            </a:r>
          </a:p>
        </p:txBody>
      </p:sp>
      <p:sp>
        <p:nvSpPr>
          <p:cNvPr id="3" name="Slide Number Placeholder 2">
            <a:extLst>
              <a:ext uri="{FF2B5EF4-FFF2-40B4-BE49-F238E27FC236}">
                <a16:creationId xmlns:a16="http://schemas.microsoft.com/office/drawing/2014/main" id="{6DD36A49-1FB9-00EA-FAC1-732526FC09B6}"/>
              </a:ext>
            </a:extLst>
          </p:cNvPr>
          <p:cNvSpPr>
            <a:spLocks noGrp="1"/>
          </p:cNvSpPr>
          <p:nvPr>
            <p:ph type="sldNum" sz="quarter" idx="12"/>
          </p:nvPr>
        </p:nvSpPr>
        <p:spPr/>
        <p:txBody>
          <a:bodyPr/>
          <a:lstStyle/>
          <a:p>
            <a:fld id="{64537577-822C-42C9-B1FE-62AC5F07B59D}" type="slidenum">
              <a:rPr lang="en-US" smtClean="0"/>
              <a:t>19</a:t>
            </a:fld>
            <a:endParaRPr lang="en-US" dirty="0"/>
          </a:p>
        </p:txBody>
      </p:sp>
      <p:sp>
        <p:nvSpPr>
          <p:cNvPr id="4" name="Footer Placeholder 3">
            <a:extLst>
              <a:ext uri="{FF2B5EF4-FFF2-40B4-BE49-F238E27FC236}">
                <a16:creationId xmlns:a16="http://schemas.microsoft.com/office/drawing/2014/main" id="{B757FE21-CBC4-EBFA-6365-633F844472D0}"/>
              </a:ext>
            </a:extLst>
          </p:cNvPr>
          <p:cNvSpPr>
            <a:spLocks noGrp="1"/>
          </p:cNvSpPr>
          <p:nvPr>
            <p:ph type="ftr" sz="quarter" idx="3"/>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
        <p:nvSpPr>
          <p:cNvPr id="7" name="TextBox 6">
            <a:extLst>
              <a:ext uri="{FF2B5EF4-FFF2-40B4-BE49-F238E27FC236}">
                <a16:creationId xmlns:a16="http://schemas.microsoft.com/office/drawing/2014/main" id="{FF7FD9EF-30EB-3456-416C-5827E978C701}"/>
              </a:ext>
            </a:extLst>
          </p:cNvPr>
          <p:cNvSpPr txBox="1"/>
          <p:nvPr/>
        </p:nvSpPr>
        <p:spPr>
          <a:xfrm>
            <a:off x="1064029" y="1561283"/>
            <a:ext cx="6450675" cy="2677656"/>
          </a:xfrm>
          <a:prstGeom prst="rect">
            <a:avLst/>
          </a:prstGeom>
          <a:noFill/>
        </p:spPr>
        <p:txBody>
          <a:bodyPr wrap="square">
            <a:spAutoFit/>
          </a:bodyPr>
          <a:lstStyle/>
          <a:p>
            <a:pPr lvl="0"/>
            <a:r>
              <a:rPr lang="en-US" sz="2000" b="1" dirty="0">
                <a:solidFill>
                  <a:srgbClr val="20282F"/>
                </a:solidFill>
              </a:rPr>
              <a:t>Example:</a:t>
            </a:r>
          </a:p>
          <a:p>
            <a:pPr lvl="0"/>
            <a:r>
              <a:rPr lang="en-US" sz="2000" dirty="0">
                <a:solidFill>
                  <a:schemeClr val="accent1"/>
                </a:solidFill>
              </a:rPr>
              <a:t> </a:t>
            </a:r>
          </a:p>
          <a:p>
            <a:pPr lvl="0"/>
            <a:r>
              <a:rPr lang="en-US" sz="2000" dirty="0">
                <a:solidFill>
                  <a:srgbClr val="004F71"/>
                </a:solidFill>
              </a:rPr>
              <a:t>Network: 192.168.1.x                            </a:t>
            </a:r>
          </a:p>
          <a:p>
            <a:pPr lvl="0"/>
            <a:r>
              <a:rPr lang="en-US" sz="2000" dirty="0">
                <a:solidFill>
                  <a:srgbClr val="004F71"/>
                </a:solidFill>
              </a:rPr>
              <a:t>Binary:     </a:t>
            </a:r>
            <a:r>
              <a:rPr lang="en-US" sz="2000" dirty="0">
                <a:solidFill>
                  <a:srgbClr val="C00000"/>
                </a:solidFill>
              </a:rPr>
              <a:t>11000000.10101000.00000001</a:t>
            </a:r>
            <a:r>
              <a:rPr lang="en-US" sz="2000" dirty="0">
                <a:solidFill>
                  <a:srgbClr val="004F71"/>
                </a:solidFill>
              </a:rPr>
              <a:t>.00000000</a:t>
            </a:r>
          </a:p>
          <a:p>
            <a:pPr lvl="0"/>
            <a:endParaRPr lang="en-US" sz="2000" dirty="0">
              <a:solidFill>
                <a:schemeClr val="accent1"/>
              </a:solidFill>
            </a:endParaRPr>
          </a:p>
          <a:p>
            <a:pPr lvl="0"/>
            <a:r>
              <a:rPr lang="en-US" sz="2000" dirty="0">
                <a:solidFill>
                  <a:srgbClr val="004F71"/>
                </a:solidFill>
              </a:rPr>
              <a:t>Mask:       255.255.255.0</a:t>
            </a:r>
          </a:p>
          <a:p>
            <a:pPr lvl="0"/>
            <a:r>
              <a:rPr lang="en-US" sz="2000" dirty="0">
                <a:solidFill>
                  <a:srgbClr val="004F71"/>
                </a:solidFill>
              </a:rPr>
              <a:t>Binary:     </a:t>
            </a:r>
            <a:r>
              <a:rPr lang="en-US" sz="2000" dirty="0">
                <a:solidFill>
                  <a:srgbClr val="C00000"/>
                </a:solidFill>
              </a:rPr>
              <a:t>11111111.11111111.11111111.</a:t>
            </a:r>
            <a:r>
              <a:rPr lang="en-US" sz="2000" dirty="0">
                <a:solidFill>
                  <a:srgbClr val="004F71"/>
                </a:solidFill>
              </a:rPr>
              <a:t>00000000</a:t>
            </a:r>
          </a:p>
          <a:p>
            <a:pPr lvl="0"/>
            <a:endParaRPr lang="en-US" sz="1400" dirty="0">
              <a:solidFill>
                <a:schemeClr val="accent1"/>
              </a:solidFill>
            </a:endParaRPr>
          </a:p>
          <a:p>
            <a:pPr lvl="0"/>
            <a:r>
              <a:rPr lang="en-US" sz="1400" dirty="0">
                <a:solidFill>
                  <a:schemeClr val="accent1"/>
                </a:solidFill>
              </a:rPr>
              <a:t> </a:t>
            </a:r>
          </a:p>
        </p:txBody>
      </p:sp>
    </p:spTree>
    <p:extLst>
      <p:ext uri="{BB962C8B-B14F-4D97-AF65-F5344CB8AC3E}">
        <p14:creationId xmlns:p14="http://schemas.microsoft.com/office/powerpoint/2010/main" val="25990531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FAF22-589F-7BEF-57C6-D1E8FF1509F2}"/>
              </a:ext>
            </a:extLst>
          </p:cNvPr>
          <p:cNvSpPr>
            <a:spLocks noGrp="1"/>
          </p:cNvSpPr>
          <p:nvPr>
            <p:ph type="title"/>
          </p:nvPr>
        </p:nvSpPr>
        <p:spPr/>
        <p:txBody>
          <a:bodyPr>
            <a:normAutofit fontScale="90000"/>
          </a:bodyPr>
          <a:lstStyle/>
          <a:p>
            <a:r>
              <a:rPr lang="en-US" dirty="0"/>
              <a:t>Host Ranges</a:t>
            </a:r>
          </a:p>
        </p:txBody>
      </p:sp>
      <p:sp>
        <p:nvSpPr>
          <p:cNvPr id="3" name="Slide Number Placeholder 2">
            <a:extLst>
              <a:ext uri="{FF2B5EF4-FFF2-40B4-BE49-F238E27FC236}">
                <a16:creationId xmlns:a16="http://schemas.microsoft.com/office/drawing/2014/main" id="{999289B9-66E5-E70D-19B3-79172A4AC099}"/>
              </a:ext>
            </a:extLst>
          </p:cNvPr>
          <p:cNvSpPr>
            <a:spLocks noGrp="1"/>
          </p:cNvSpPr>
          <p:nvPr>
            <p:ph type="sldNum" sz="quarter" idx="12"/>
          </p:nvPr>
        </p:nvSpPr>
        <p:spPr>
          <a:xfrm>
            <a:off x="6457950" y="4861877"/>
            <a:ext cx="2057400" cy="273590"/>
          </a:xfrm>
        </p:spPr>
        <p:txBody>
          <a:bodyPr/>
          <a:lstStyle/>
          <a:p>
            <a:fld id="{64537577-822C-42C9-B1FE-62AC5F07B59D}" type="slidenum">
              <a:rPr lang="en-US" smtClean="0"/>
              <a:t>20</a:t>
            </a:fld>
            <a:endParaRPr lang="en-US" dirty="0"/>
          </a:p>
        </p:txBody>
      </p:sp>
      <p:pic>
        <p:nvPicPr>
          <p:cNvPr id="7" name="Graphic 6">
            <a:extLst>
              <a:ext uri="{FF2B5EF4-FFF2-40B4-BE49-F238E27FC236}">
                <a16:creationId xmlns:a16="http://schemas.microsoft.com/office/drawing/2014/main" id="{E0C3C96F-B9AB-9E30-9E86-BE989D3727A2}"/>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7022" y="40457"/>
            <a:ext cx="8354050" cy="4599938"/>
          </a:xfrm>
          <a:prstGeom prst="rect">
            <a:avLst/>
          </a:prstGeom>
        </p:spPr>
      </p:pic>
      <p:sp>
        <p:nvSpPr>
          <p:cNvPr id="8" name="Rectangle 7">
            <a:extLst>
              <a:ext uri="{FF2B5EF4-FFF2-40B4-BE49-F238E27FC236}">
                <a16:creationId xmlns:a16="http://schemas.microsoft.com/office/drawing/2014/main" id="{BB836952-8315-D103-0B8D-84044230B037}"/>
              </a:ext>
            </a:extLst>
          </p:cNvPr>
          <p:cNvSpPr/>
          <p:nvPr/>
        </p:nvSpPr>
        <p:spPr>
          <a:xfrm>
            <a:off x="2302244" y="2634274"/>
            <a:ext cx="1017152" cy="1424754"/>
          </a:xfrm>
          <a:prstGeom prst="rect">
            <a:avLst/>
          </a:prstGeom>
          <a:ln>
            <a:solidFill>
              <a:srgbClr val="004F7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348" dirty="0"/>
          </a:p>
        </p:txBody>
      </p:sp>
      <p:sp>
        <p:nvSpPr>
          <p:cNvPr id="9" name="Rectangle 8">
            <a:extLst>
              <a:ext uri="{FF2B5EF4-FFF2-40B4-BE49-F238E27FC236}">
                <a16:creationId xmlns:a16="http://schemas.microsoft.com/office/drawing/2014/main" id="{4C72ACDA-4FA7-7C77-C8F4-76D92312D5A9}"/>
              </a:ext>
            </a:extLst>
          </p:cNvPr>
          <p:cNvSpPr/>
          <p:nvPr/>
        </p:nvSpPr>
        <p:spPr>
          <a:xfrm>
            <a:off x="5330182" y="2638238"/>
            <a:ext cx="903784" cy="1416927"/>
          </a:xfrm>
          <a:prstGeom prst="rect">
            <a:avLst/>
          </a:prstGeom>
          <a:ln>
            <a:solidFill>
              <a:srgbClr val="004F7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348" dirty="0"/>
          </a:p>
        </p:txBody>
      </p:sp>
      <p:sp>
        <p:nvSpPr>
          <p:cNvPr id="10" name="Rectangle 9">
            <a:extLst>
              <a:ext uri="{FF2B5EF4-FFF2-40B4-BE49-F238E27FC236}">
                <a16:creationId xmlns:a16="http://schemas.microsoft.com/office/drawing/2014/main" id="{20DA9F2A-1ECC-0045-3BAD-21596C76F5F9}"/>
              </a:ext>
            </a:extLst>
          </p:cNvPr>
          <p:cNvSpPr/>
          <p:nvPr/>
        </p:nvSpPr>
        <p:spPr>
          <a:xfrm>
            <a:off x="3330600" y="2633530"/>
            <a:ext cx="904487" cy="1424754"/>
          </a:xfrm>
          <a:prstGeom prst="rect">
            <a:avLst/>
          </a:prstGeom>
          <a:solidFill>
            <a:schemeClr val="bg1"/>
          </a:solidFill>
          <a:ln>
            <a:solidFill>
              <a:srgbClr val="004F7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348" dirty="0"/>
          </a:p>
        </p:txBody>
      </p:sp>
      <p:sp>
        <p:nvSpPr>
          <p:cNvPr id="11" name="Rectangle 10">
            <a:extLst>
              <a:ext uri="{FF2B5EF4-FFF2-40B4-BE49-F238E27FC236}">
                <a16:creationId xmlns:a16="http://schemas.microsoft.com/office/drawing/2014/main" id="{D1D5B2C3-5789-CFD2-D17D-349978ECBFCA}"/>
              </a:ext>
            </a:extLst>
          </p:cNvPr>
          <p:cNvSpPr/>
          <p:nvPr/>
        </p:nvSpPr>
        <p:spPr>
          <a:xfrm>
            <a:off x="6245681" y="2638237"/>
            <a:ext cx="1073661" cy="1416927"/>
          </a:xfrm>
          <a:prstGeom prst="rect">
            <a:avLst/>
          </a:prstGeom>
          <a:ln>
            <a:solidFill>
              <a:srgbClr val="004F7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348" dirty="0"/>
          </a:p>
        </p:txBody>
      </p:sp>
      <p:sp>
        <p:nvSpPr>
          <p:cNvPr id="12" name="TextBox 11">
            <a:extLst>
              <a:ext uri="{FF2B5EF4-FFF2-40B4-BE49-F238E27FC236}">
                <a16:creationId xmlns:a16="http://schemas.microsoft.com/office/drawing/2014/main" id="{2B28C59B-3F67-65EB-A486-F60C7246044A}"/>
              </a:ext>
            </a:extLst>
          </p:cNvPr>
          <p:cNvSpPr txBox="1"/>
          <p:nvPr/>
        </p:nvSpPr>
        <p:spPr>
          <a:xfrm>
            <a:off x="3897640" y="2027447"/>
            <a:ext cx="1780018" cy="445863"/>
          </a:xfrm>
          <a:prstGeom prst="rect">
            <a:avLst/>
          </a:prstGeom>
          <a:solidFill>
            <a:schemeClr val="accent1"/>
          </a:solidFill>
          <a:ln>
            <a:solidFill>
              <a:schemeClr val="accent6"/>
            </a:solidFill>
          </a:ln>
        </p:spPr>
        <p:txBody>
          <a:bodyPr wrap="square" rtlCol="0">
            <a:spAutoFit/>
          </a:bodyPr>
          <a:lstStyle/>
          <a:p>
            <a:pPr algn="ctr"/>
            <a:r>
              <a:rPr lang="en-US" sz="2298" dirty="0">
                <a:solidFill>
                  <a:schemeClr val="bg1"/>
                </a:solidFill>
              </a:rPr>
              <a:t>192.168.1.x</a:t>
            </a:r>
          </a:p>
        </p:txBody>
      </p:sp>
      <p:sp>
        <p:nvSpPr>
          <p:cNvPr id="13" name="TextBox 12">
            <a:extLst>
              <a:ext uri="{FF2B5EF4-FFF2-40B4-BE49-F238E27FC236}">
                <a16:creationId xmlns:a16="http://schemas.microsoft.com/office/drawing/2014/main" id="{AA5172A5-D29A-1032-15E1-86DAFF7F6492}"/>
              </a:ext>
            </a:extLst>
          </p:cNvPr>
          <p:cNvSpPr txBox="1"/>
          <p:nvPr/>
        </p:nvSpPr>
        <p:spPr>
          <a:xfrm>
            <a:off x="3442181" y="3058726"/>
            <a:ext cx="687869" cy="368990"/>
          </a:xfrm>
          <a:prstGeom prst="rect">
            <a:avLst/>
          </a:prstGeom>
          <a:solidFill>
            <a:schemeClr val="bg1">
              <a:lumMod val="95000"/>
            </a:schemeClr>
          </a:solidFill>
          <a:ln>
            <a:solidFill>
              <a:schemeClr val="bg1">
                <a:lumMod val="85000"/>
              </a:schemeClr>
            </a:solidFill>
          </a:ln>
        </p:spPr>
        <p:txBody>
          <a:bodyPr wrap="square" rtlCol="0">
            <a:spAutoFit/>
          </a:bodyPr>
          <a:lstStyle/>
          <a:p>
            <a:pPr algn="ctr"/>
            <a:r>
              <a:rPr lang="en-US" sz="1798" dirty="0">
                <a:solidFill>
                  <a:srgbClr val="20282F"/>
                </a:solidFill>
              </a:rPr>
              <a:t>.3</a:t>
            </a:r>
          </a:p>
        </p:txBody>
      </p:sp>
      <p:sp>
        <p:nvSpPr>
          <p:cNvPr id="14" name="TextBox 13">
            <a:extLst>
              <a:ext uri="{FF2B5EF4-FFF2-40B4-BE49-F238E27FC236}">
                <a16:creationId xmlns:a16="http://schemas.microsoft.com/office/drawing/2014/main" id="{0C1300DE-4330-40AD-29F1-A98819713915}"/>
              </a:ext>
            </a:extLst>
          </p:cNvPr>
          <p:cNvSpPr txBox="1"/>
          <p:nvPr/>
        </p:nvSpPr>
        <p:spPr>
          <a:xfrm>
            <a:off x="2448049" y="3058726"/>
            <a:ext cx="687869" cy="368990"/>
          </a:xfrm>
          <a:prstGeom prst="rect">
            <a:avLst/>
          </a:prstGeom>
          <a:solidFill>
            <a:schemeClr val="bg1">
              <a:lumMod val="95000"/>
            </a:schemeClr>
          </a:solidFill>
          <a:ln>
            <a:solidFill>
              <a:schemeClr val="bg1">
                <a:lumMod val="85000"/>
              </a:schemeClr>
            </a:solidFill>
          </a:ln>
        </p:spPr>
        <p:txBody>
          <a:bodyPr wrap="square" rtlCol="0">
            <a:spAutoFit/>
          </a:bodyPr>
          <a:lstStyle/>
          <a:p>
            <a:pPr algn="ctr"/>
            <a:r>
              <a:rPr lang="en-US" sz="1798" dirty="0">
                <a:solidFill>
                  <a:srgbClr val="20282F"/>
                </a:solidFill>
              </a:rPr>
              <a:t>.2</a:t>
            </a:r>
          </a:p>
        </p:txBody>
      </p:sp>
      <p:sp>
        <p:nvSpPr>
          <p:cNvPr id="15" name="TextBox 14">
            <a:extLst>
              <a:ext uri="{FF2B5EF4-FFF2-40B4-BE49-F238E27FC236}">
                <a16:creationId xmlns:a16="http://schemas.microsoft.com/office/drawing/2014/main" id="{90B41E3B-1A90-4E98-6217-17C5D1ACB231}"/>
              </a:ext>
            </a:extLst>
          </p:cNvPr>
          <p:cNvSpPr txBox="1"/>
          <p:nvPr/>
        </p:nvSpPr>
        <p:spPr>
          <a:xfrm>
            <a:off x="5457433" y="3067278"/>
            <a:ext cx="687869" cy="368990"/>
          </a:xfrm>
          <a:prstGeom prst="rect">
            <a:avLst/>
          </a:prstGeom>
          <a:solidFill>
            <a:schemeClr val="bg1">
              <a:lumMod val="95000"/>
            </a:schemeClr>
          </a:solidFill>
          <a:ln>
            <a:solidFill>
              <a:schemeClr val="bg1">
                <a:lumMod val="85000"/>
              </a:schemeClr>
            </a:solidFill>
          </a:ln>
        </p:spPr>
        <p:txBody>
          <a:bodyPr wrap="square" rtlCol="0">
            <a:spAutoFit/>
          </a:bodyPr>
          <a:lstStyle/>
          <a:p>
            <a:pPr algn="ctr"/>
            <a:r>
              <a:rPr lang="en-US" sz="1798" dirty="0">
                <a:solidFill>
                  <a:srgbClr val="20282F"/>
                </a:solidFill>
              </a:rPr>
              <a:t>.4</a:t>
            </a:r>
          </a:p>
        </p:txBody>
      </p:sp>
      <p:sp>
        <p:nvSpPr>
          <p:cNvPr id="16" name="TextBox 15">
            <a:extLst>
              <a:ext uri="{FF2B5EF4-FFF2-40B4-BE49-F238E27FC236}">
                <a16:creationId xmlns:a16="http://schemas.microsoft.com/office/drawing/2014/main" id="{498F8A84-0D08-8ED6-F6AE-A2F22AEBED3B}"/>
              </a:ext>
            </a:extLst>
          </p:cNvPr>
          <p:cNvSpPr txBox="1"/>
          <p:nvPr/>
        </p:nvSpPr>
        <p:spPr>
          <a:xfrm>
            <a:off x="6482903" y="3058726"/>
            <a:ext cx="687869" cy="368990"/>
          </a:xfrm>
          <a:prstGeom prst="rect">
            <a:avLst/>
          </a:prstGeom>
          <a:solidFill>
            <a:schemeClr val="bg1">
              <a:lumMod val="95000"/>
            </a:schemeClr>
          </a:solidFill>
          <a:ln>
            <a:solidFill>
              <a:schemeClr val="bg1">
                <a:lumMod val="85000"/>
              </a:schemeClr>
            </a:solidFill>
          </a:ln>
        </p:spPr>
        <p:txBody>
          <a:bodyPr wrap="square" rtlCol="0">
            <a:spAutoFit/>
          </a:bodyPr>
          <a:lstStyle/>
          <a:p>
            <a:pPr algn="ctr"/>
            <a:r>
              <a:rPr lang="en-US" sz="1798" dirty="0">
                <a:solidFill>
                  <a:srgbClr val="20282F"/>
                </a:solidFill>
              </a:rPr>
              <a:t>.5</a:t>
            </a:r>
          </a:p>
        </p:txBody>
      </p:sp>
      <p:sp>
        <p:nvSpPr>
          <p:cNvPr id="17" name="TextBox 16">
            <a:extLst>
              <a:ext uri="{FF2B5EF4-FFF2-40B4-BE49-F238E27FC236}">
                <a16:creationId xmlns:a16="http://schemas.microsoft.com/office/drawing/2014/main" id="{F839EA84-814C-E60E-D3B9-438C01C84DD4}"/>
              </a:ext>
            </a:extLst>
          </p:cNvPr>
          <p:cNvSpPr txBox="1"/>
          <p:nvPr/>
        </p:nvSpPr>
        <p:spPr>
          <a:xfrm>
            <a:off x="2138451" y="4276646"/>
            <a:ext cx="5298396" cy="523220"/>
          </a:xfrm>
          <a:prstGeom prst="rect">
            <a:avLst/>
          </a:prstGeom>
          <a:noFill/>
        </p:spPr>
        <p:txBody>
          <a:bodyPr wrap="square" rtlCol="0">
            <a:spAutoFit/>
          </a:bodyPr>
          <a:lstStyle/>
          <a:p>
            <a:r>
              <a:rPr lang="en-US" sz="1400" dirty="0">
                <a:solidFill>
                  <a:srgbClr val="20282F"/>
                </a:solidFill>
              </a:rPr>
              <a:t>Think of the “network” part of an IP address as the building’s address, and the “host” part as the apartment number.</a:t>
            </a:r>
          </a:p>
        </p:txBody>
      </p:sp>
      <p:sp>
        <p:nvSpPr>
          <p:cNvPr id="5" name="Footer Placeholder 4">
            <a:extLst>
              <a:ext uri="{FF2B5EF4-FFF2-40B4-BE49-F238E27FC236}">
                <a16:creationId xmlns:a16="http://schemas.microsoft.com/office/drawing/2014/main" id="{E187A983-BF72-B4B7-5E1D-05D17528F09D}"/>
              </a:ext>
            </a:extLst>
          </p:cNvPr>
          <p:cNvSpPr>
            <a:spLocks noGrp="1"/>
          </p:cNvSpPr>
          <p:nvPr>
            <p:ph type="ftr" sz="quarter" idx="3"/>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1180381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06954-E31A-0593-3DCA-0734FBA9DE9C}"/>
              </a:ext>
            </a:extLst>
          </p:cNvPr>
          <p:cNvSpPr>
            <a:spLocks noGrp="1"/>
          </p:cNvSpPr>
          <p:nvPr>
            <p:ph type="title"/>
          </p:nvPr>
        </p:nvSpPr>
        <p:spPr>
          <a:xfrm>
            <a:off x="628649" y="584942"/>
            <a:ext cx="7886699" cy="572790"/>
          </a:xfrm>
        </p:spPr>
        <p:txBody>
          <a:bodyPr>
            <a:normAutofit fontScale="90000"/>
          </a:bodyPr>
          <a:lstStyle/>
          <a:p>
            <a:r>
              <a:rPr lang="en-US" dirty="0"/>
              <a:t>Host Ranges</a:t>
            </a:r>
          </a:p>
        </p:txBody>
      </p:sp>
      <p:sp>
        <p:nvSpPr>
          <p:cNvPr id="3" name="Slide Number Placeholder 2">
            <a:extLst>
              <a:ext uri="{FF2B5EF4-FFF2-40B4-BE49-F238E27FC236}">
                <a16:creationId xmlns:a16="http://schemas.microsoft.com/office/drawing/2014/main" id="{1C36BB5E-7841-5456-F40B-F96A53869F3C}"/>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21</a:t>
            </a:fld>
            <a:endParaRPr lang="en-US" dirty="0"/>
          </a:p>
        </p:txBody>
      </p:sp>
      <p:sp>
        <p:nvSpPr>
          <p:cNvPr id="5" name="Footer Placeholder 4">
            <a:extLst>
              <a:ext uri="{FF2B5EF4-FFF2-40B4-BE49-F238E27FC236}">
                <a16:creationId xmlns:a16="http://schemas.microsoft.com/office/drawing/2014/main" id="{7743C18B-BD4F-2FE5-701E-0840C23CFFFE}"/>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pic>
        <p:nvPicPr>
          <p:cNvPr id="7" name="Graphic 6" descr="Home outline">
            <a:extLst>
              <a:ext uri="{FF2B5EF4-FFF2-40B4-BE49-F238E27FC236}">
                <a16:creationId xmlns:a16="http://schemas.microsoft.com/office/drawing/2014/main" id="{B7D358AF-BD30-9B62-170D-09ABAAFFDF7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2650" y="21080"/>
            <a:ext cx="8512710" cy="4878564"/>
          </a:xfrm>
          <a:prstGeom prst="rect">
            <a:avLst/>
          </a:prstGeom>
        </p:spPr>
      </p:pic>
      <p:sp>
        <p:nvSpPr>
          <p:cNvPr id="8" name="Rectangle 7">
            <a:extLst>
              <a:ext uri="{FF2B5EF4-FFF2-40B4-BE49-F238E27FC236}">
                <a16:creationId xmlns:a16="http://schemas.microsoft.com/office/drawing/2014/main" id="{1D7BF5B8-9468-2F5D-118D-45EEF0B1D35A}"/>
              </a:ext>
            </a:extLst>
          </p:cNvPr>
          <p:cNvSpPr/>
          <p:nvPr/>
        </p:nvSpPr>
        <p:spPr>
          <a:xfrm>
            <a:off x="2302244" y="2684152"/>
            <a:ext cx="1017152" cy="1714090"/>
          </a:xfrm>
          <a:prstGeom prst="rect">
            <a:avLst/>
          </a:prstGeom>
          <a:ln>
            <a:solidFill>
              <a:srgbClr val="004F7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348" dirty="0"/>
          </a:p>
        </p:txBody>
      </p:sp>
      <p:sp>
        <p:nvSpPr>
          <p:cNvPr id="9" name="Rectangle 8">
            <a:extLst>
              <a:ext uri="{FF2B5EF4-FFF2-40B4-BE49-F238E27FC236}">
                <a16:creationId xmlns:a16="http://schemas.microsoft.com/office/drawing/2014/main" id="{DE42D493-3442-B4DB-C82F-F41198D3890B}"/>
              </a:ext>
            </a:extLst>
          </p:cNvPr>
          <p:cNvSpPr/>
          <p:nvPr/>
        </p:nvSpPr>
        <p:spPr>
          <a:xfrm>
            <a:off x="5354050" y="2684152"/>
            <a:ext cx="903784" cy="1704673"/>
          </a:xfrm>
          <a:prstGeom prst="rect">
            <a:avLst/>
          </a:prstGeom>
          <a:ln>
            <a:solidFill>
              <a:srgbClr val="004F7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348" dirty="0"/>
          </a:p>
        </p:txBody>
      </p:sp>
      <p:sp>
        <p:nvSpPr>
          <p:cNvPr id="10" name="Rectangle 9">
            <a:extLst>
              <a:ext uri="{FF2B5EF4-FFF2-40B4-BE49-F238E27FC236}">
                <a16:creationId xmlns:a16="http://schemas.microsoft.com/office/drawing/2014/main" id="{B8198BDD-A8D8-77CC-B29E-7A1025252857}"/>
              </a:ext>
            </a:extLst>
          </p:cNvPr>
          <p:cNvSpPr/>
          <p:nvPr/>
        </p:nvSpPr>
        <p:spPr>
          <a:xfrm>
            <a:off x="3319396" y="2684152"/>
            <a:ext cx="904487" cy="1714090"/>
          </a:xfrm>
          <a:prstGeom prst="rect">
            <a:avLst/>
          </a:prstGeom>
          <a:ln>
            <a:solidFill>
              <a:srgbClr val="004F7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348" dirty="0"/>
          </a:p>
        </p:txBody>
      </p:sp>
      <p:sp>
        <p:nvSpPr>
          <p:cNvPr id="11" name="Rectangle 10">
            <a:extLst>
              <a:ext uri="{FF2B5EF4-FFF2-40B4-BE49-F238E27FC236}">
                <a16:creationId xmlns:a16="http://schemas.microsoft.com/office/drawing/2014/main" id="{E3FE9A18-6140-18D8-61BD-1082EF0CB090}"/>
              </a:ext>
            </a:extLst>
          </p:cNvPr>
          <p:cNvSpPr/>
          <p:nvPr/>
        </p:nvSpPr>
        <p:spPr>
          <a:xfrm>
            <a:off x="6257836" y="2684152"/>
            <a:ext cx="1073661" cy="1704673"/>
          </a:xfrm>
          <a:prstGeom prst="rect">
            <a:avLst/>
          </a:prstGeom>
          <a:ln>
            <a:solidFill>
              <a:srgbClr val="004F7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348" dirty="0"/>
          </a:p>
        </p:txBody>
      </p:sp>
      <p:sp>
        <p:nvSpPr>
          <p:cNvPr id="12" name="TextBox 11">
            <a:extLst>
              <a:ext uri="{FF2B5EF4-FFF2-40B4-BE49-F238E27FC236}">
                <a16:creationId xmlns:a16="http://schemas.microsoft.com/office/drawing/2014/main" id="{35472BF1-1B8B-D139-D559-329E6F5F1A75}"/>
              </a:ext>
            </a:extLst>
          </p:cNvPr>
          <p:cNvSpPr txBox="1"/>
          <p:nvPr/>
        </p:nvSpPr>
        <p:spPr>
          <a:xfrm>
            <a:off x="3897640" y="2059346"/>
            <a:ext cx="1780018" cy="445863"/>
          </a:xfrm>
          <a:prstGeom prst="rect">
            <a:avLst/>
          </a:prstGeom>
          <a:solidFill>
            <a:schemeClr val="accent1"/>
          </a:solidFill>
          <a:ln>
            <a:solidFill>
              <a:schemeClr val="accent6"/>
            </a:solidFill>
          </a:ln>
        </p:spPr>
        <p:txBody>
          <a:bodyPr wrap="square" rtlCol="0">
            <a:spAutoFit/>
          </a:bodyPr>
          <a:lstStyle/>
          <a:p>
            <a:pPr algn="ctr"/>
            <a:r>
              <a:rPr lang="en-US" sz="2298" dirty="0">
                <a:solidFill>
                  <a:schemeClr val="bg1"/>
                </a:solidFill>
              </a:rPr>
              <a:t>192.168.1.x</a:t>
            </a:r>
          </a:p>
        </p:txBody>
      </p:sp>
      <p:sp>
        <p:nvSpPr>
          <p:cNvPr id="13" name="TextBox 12">
            <a:extLst>
              <a:ext uri="{FF2B5EF4-FFF2-40B4-BE49-F238E27FC236}">
                <a16:creationId xmlns:a16="http://schemas.microsoft.com/office/drawing/2014/main" id="{900D8B95-80F9-066B-53DC-AEA327B07B5D}"/>
              </a:ext>
            </a:extLst>
          </p:cNvPr>
          <p:cNvSpPr txBox="1"/>
          <p:nvPr/>
        </p:nvSpPr>
        <p:spPr>
          <a:xfrm>
            <a:off x="3442181" y="3090625"/>
            <a:ext cx="687869" cy="368990"/>
          </a:xfrm>
          <a:prstGeom prst="rect">
            <a:avLst/>
          </a:prstGeom>
          <a:solidFill>
            <a:schemeClr val="bg1">
              <a:lumMod val="95000"/>
            </a:schemeClr>
          </a:solidFill>
          <a:ln>
            <a:solidFill>
              <a:schemeClr val="bg1">
                <a:lumMod val="85000"/>
              </a:schemeClr>
            </a:solidFill>
          </a:ln>
        </p:spPr>
        <p:txBody>
          <a:bodyPr wrap="square" rtlCol="0">
            <a:spAutoFit/>
          </a:bodyPr>
          <a:lstStyle/>
          <a:p>
            <a:pPr algn="ctr"/>
            <a:r>
              <a:rPr lang="en-US" sz="1798" dirty="0">
                <a:solidFill>
                  <a:srgbClr val="20282F"/>
                </a:solidFill>
              </a:rPr>
              <a:t>.3</a:t>
            </a:r>
          </a:p>
        </p:txBody>
      </p:sp>
      <p:sp>
        <p:nvSpPr>
          <p:cNvPr id="14" name="TextBox 13">
            <a:extLst>
              <a:ext uri="{FF2B5EF4-FFF2-40B4-BE49-F238E27FC236}">
                <a16:creationId xmlns:a16="http://schemas.microsoft.com/office/drawing/2014/main" id="{25DE3E4F-8A27-0DEE-9BE7-82DD4E4BA396}"/>
              </a:ext>
            </a:extLst>
          </p:cNvPr>
          <p:cNvSpPr txBox="1"/>
          <p:nvPr/>
        </p:nvSpPr>
        <p:spPr>
          <a:xfrm>
            <a:off x="2448049" y="3090625"/>
            <a:ext cx="687869" cy="368990"/>
          </a:xfrm>
          <a:prstGeom prst="rect">
            <a:avLst/>
          </a:prstGeom>
          <a:solidFill>
            <a:schemeClr val="bg1">
              <a:lumMod val="95000"/>
            </a:schemeClr>
          </a:solidFill>
          <a:ln>
            <a:solidFill>
              <a:schemeClr val="bg1">
                <a:lumMod val="85000"/>
              </a:schemeClr>
            </a:solidFill>
          </a:ln>
        </p:spPr>
        <p:txBody>
          <a:bodyPr wrap="square" rtlCol="0">
            <a:spAutoFit/>
          </a:bodyPr>
          <a:lstStyle/>
          <a:p>
            <a:pPr algn="ctr"/>
            <a:r>
              <a:rPr lang="en-US" sz="1798" dirty="0">
                <a:solidFill>
                  <a:srgbClr val="20282F"/>
                </a:solidFill>
              </a:rPr>
              <a:t>.2</a:t>
            </a:r>
          </a:p>
        </p:txBody>
      </p:sp>
      <p:sp>
        <p:nvSpPr>
          <p:cNvPr id="15" name="TextBox 14">
            <a:extLst>
              <a:ext uri="{FF2B5EF4-FFF2-40B4-BE49-F238E27FC236}">
                <a16:creationId xmlns:a16="http://schemas.microsoft.com/office/drawing/2014/main" id="{2BA8AE36-1ED7-3581-53A1-599105171FF5}"/>
              </a:ext>
            </a:extLst>
          </p:cNvPr>
          <p:cNvSpPr txBox="1"/>
          <p:nvPr/>
        </p:nvSpPr>
        <p:spPr>
          <a:xfrm>
            <a:off x="5457433" y="3099177"/>
            <a:ext cx="687869" cy="368990"/>
          </a:xfrm>
          <a:prstGeom prst="rect">
            <a:avLst/>
          </a:prstGeom>
          <a:solidFill>
            <a:schemeClr val="bg1">
              <a:lumMod val="95000"/>
            </a:schemeClr>
          </a:solidFill>
          <a:ln>
            <a:solidFill>
              <a:schemeClr val="bg1">
                <a:lumMod val="85000"/>
              </a:schemeClr>
            </a:solidFill>
          </a:ln>
        </p:spPr>
        <p:txBody>
          <a:bodyPr wrap="square" rtlCol="0">
            <a:spAutoFit/>
          </a:bodyPr>
          <a:lstStyle/>
          <a:p>
            <a:pPr algn="ctr"/>
            <a:r>
              <a:rPr lang="en-US" sz="1798" dirty="0">
                <a:solidFill>
                  <a:srgbClr val="20282F"/>
                </a:solidFill>
              </a:rPr>
              <a:t>.4</a:t>
            </a:r>
          </a:p>
        </p:txBody>
      </p:sp>
      <p:sp>
        <p:nvSpPr>
          <p:cNvPr id="16" name="TextBox 15">
            <a:extLst>
              <a:ext uri="{FF2B5EF4-FFF2-40B4-BE49-F238E27FC236}">
                <a16:creationId xmlns:a16="http://schemas.microsoft.com/office/drawing/2014/main" id="{9C7EF917-C146-BF60-F01D-CFB0BCF41CC0}"/>
              </a:ext>
            </a:extLst>
          </p:cNvPr>
          <p:cNvSpPr txBox="1"/>
          <p:nvPr/>
        </p:nvSpPr>
        <p:spPr>
          <a:xfrm>
            <a:off x="6482903" y="3090625"/>
            <a:ext cx="687869" cy="368990"/>
          </a:xfrm>
          <a:prstGeom prst="rect">
            <a:avLst/>
          </a:prstGeom>
          <a:solidFill>
            <a:schemeClr val="bg1">
              <a:lumMod val="95000"/>
            </a:schemeClr>
          </a:solidFill>
          <a:ln>
            <a:solidFill>
              <a:schemeClr val="bg1">
                <a:lumMod val="85000"/>
              </a:schemeClr>
            </a:solidFill>
          </a:ln>
        </p:spPr>
        <p:txBody>
          <a:bodyPr wrap="square" rtlCol="0">
            <a:spAutoFit/>
          </a:bodyPr>
          <a:lstStyle/>
          <a:p>
            <a:pPr algn="ctr"/>
            <a:r>
              <a:rPr lang="en-US" sz="1798" dirty="0">
                <a:solidFill>
                  <a:srgbClr val="20282F"/>
                </a:solidFill>
              </a:rPr>
              <a:t>.5</a:t>
            </a:r>
          </a:p>
        </p:txBody>
      </p:sp>
      <p:sp>
        <p:nvSpPr>
          <p:cNvPr id="17" name="TextBox 16">
            <a:extLst>
              <a:ext uri="{FF2B5EF4-FFF2-40B4-BE49-F238E27FC236}">
                <a16:creationId xmlns:a16="http://schemas.microsoft.com/office/drawing/2014/main" id="{276D4DF9-6139-F700-274C-878017457DCD}"/>
              </a:ext>
            </a:extLst>
          </p:cNvPr>
          <p:cNvSpPr txBox="1"/>
          <p:nvPr/>
        </p:nvSpPr>
        <p:spPr>
          <a:xfrm>
            <a:off x="531295" y="4487234"/>
            <a:ext cx="8166137" cy="307777"/>
          </a:xfrm>
          <a:prstGeom prst="rect">
            <a:avLst/>
          </a:prstGeom>
          <a:noFill/>
        </p:spPr>
        <p:txBody>
          <a:bodyPr wrap="square" rtlCol="0">
            <a:spAutoFit/>
          </a:bodyPr>
          <a:lstStyle/>
          <a:p>
            <a:pPr algn="ctr"/>
            <a:r>
              <a:rPr lang="en-US" sz="1400" dirty="0">
                <a:solidFill>
                  <a:srgbClr val="20282F"/>
                </a:solidFill>
              </a:rPr>
              <a:t>The default gateway is like the main entrance of the lobby of the apartment building.</a:t>
            </a:r>
          </a:p>
        </p:txBody>
      </p:sp>
      <p:sp>
        <p:nvSpPr>
          <p:cNvPr id="18" name="Rectangle 17">
            <a:extLst>
              <a:ext uri="{FF2B5EF4-FFF2-40B4-BE49-F238E27FC236}">
                <a16:creationId xmlns:a16="http://schemas.microsoft.com/office/drawing/2014/main" id="{18628A59-B961-FBE2-C5D7-A769E404EF3C}"/>
              </a:ext>
              <a:ext uri="{C183D7F6-B498-43B3-948B-1728B52AA6E4}">
                <adec:decorative xmlns:adec="http://schemas.microsoft.com/office/drawing/2017/decorative" val="1"/>
              </a:ext>
            </a:extLst>
          </p:cNvPr>
          <p:cNvSpPr/>
          <p:nvPr/>
        </p:nvSpPr>
        <p:spPr>
          <a:xfrm>
            <a:off x="4289194" y="3065646"/>
            <a:ext cx="950875" cy="1325916"/>
          </a:xfrm>
          <a:prstGeom prst="rect">
            <a:avLst/>
          </a:prstGeom>
          <a:solidFill>
            <a:srgbClr val="A7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48" dirty="0">
                <a:solidFill>
                  <a:schemeClr val="bg1"/>
                </a:solidFill>
              </a:rPr>
              <a:t>Default</a:t>
            </a:r>
          </a:p>
          <a:p>
            <a:pPr algn="ctr"/>
            <a:r>
              <a:rPr lang="en-US" sz="1348" dirty="0">
                <a:solidFill>
                  <a:schemeClr val="bg1"/>
                </a:solidFill>
              </a:rPr>
              <a:t>Gateway</a:t>
            </a:r>
          </a:p>
          <a:p>
            <a:pPr algn="ctr"/>
            <a:r>
              <a:rPr lang="en-US" sz="1348" dirty="0">
                <a:solidFill>
                  <a:schemeClr val="bg1"/>
                </a:solidFill>
              </a:rPr>
              <a:t>.1</a:t>
            </a:r>
          </a:p>
        </p:txBody>
      </p:sp>
    </p:spTree>
    <p:extLst>
      <p:ext uri="{BB962C8B-B14F-4D97-AF65-F5344CB8AC3E}">
        <p14:creationId xmlns:p14="http://schemas.microsoft.com/office/powerpoint/2010/main" val="18214204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1633625-9A06-C9B4-7976-0B4A7AB31207}"/>
              </a:ext>
            </a:extLst>
          </p:cNvPr>
          <p:cNvPicPr>
            <a:picLocks noChangeAspect="1"/>
          </p:cNvPicPr>
          <p:nvPr/>
        </p:nvPicPr>
        <p:blipFill>
          <a:blip r:embed="rId3"/>
          <a:stretch>
            <a:fillRect/>
          </a:stretch>
        </p:blipFill>
        <p:spPr>
          <a:xfrm>
            <a:off x="2750303" y="1354689"/>
            <a:ext cx="5545563" cy="2801075"/>
          </a:xfrm>
          <a:prstGeom prst="rect">
            <a:avLst/>
          </a:prstGeom>
        </p:spPr>
      </p:pic>
      <p:sp>
        <p:nvSpPr>
          <p:cNvPr id="2" name="Title 1">
            <a:extLst>
              <a:ext uri="{FF2B5EF4-FFF2-40B4-BE49-F238E27FC236}">
                <a16:creationId xmlns:a16="http://schemas.microsoft.com/office/drawing/2014/main" id="{744B2909-FE06-DE2D-77D0-A76A80ACB9F4}"/>
              </a:ext>
            </a:extLst>
          </p:cNvPr>
          <p:cNvSpPr>
            <a:spLocks noGrp="1"/>
          </p:cNvSpPr>
          <p:nvPr>
            <p:ph type="title"/>
          </p:nvPr>
        </p:nvSpPr>
        <p:spPr/>
        <p:txBody>
          <a:bodyPr>
            <a:normAutofit fontScale="90000"/>
          </a:bodyPr>
          <a:lstStyle/>
          <a:p>
            <a:r>
              <a:rPr lang="en-US" dirty="0"/>
              <a:t>Broadcast Addresses</a:t>
            </a:r>
          </a:p>
        </p:txBody>
      </p:sp>
      <p:sp>
        <p:nvSpPr>
          <p:cNvPr id="3" name="Slide Number Placeholder 2">
            <a:extLst>
              <a:ext uri="{FF2B5EF4-FFF2-40B4-BE49-F238E27FC236}">
                <a16:creationId xmlns:a16="http://schemas.microsoft.com/office/drawing/2014/main" id="{55221998-97AA-917E-1777-2BE08BF68713}"/>
              </a:ext>
            </a:extLst>
          </p:cNvPr>
          <p:cNvSpPr>
            <a:spLocks noGrp="1"/>
          </p:cNvSpPr>
          <p:nvPr>
            <p:ph type="sldNum" sz="quarter" idx="12"/>
          </p:nvPr>
        </p:nvSpPr>
        <p:spPr/>
        <p:txBody>
          <a:bodyPr/>
          <a:lstStyle/>
          <a:p>
            <a:fld id="{64537577-822C-42C9-B1FE-62AC5F07B59D}" type="slidenum">
              <a:rPr lang="en-US" smtClean="0"/>
              <a:t>22</a:t>
            </a:fld>
            <a:endParaRPr lang="en-US" dirty="0"/>
          </a:p>
        </p:txBody>
      </p:sp>
      <p:pic>
        <p:nvPicPr>
          <p:cNvPr id="6" name="Picture 5">
            <a:extLst>
              <a:ext uri="{FF2B5EF4-FFF2-40B4-BE49-F238E27FC236}">
                <a16:creationId xmlns:a16="http://schemas.microsoft.com/office/drawing/2014/main" id="{C36D76E4-C1CF-628F-167E-5208E43D1A76}"/>
              </a:ext>
              <a:ext uri="{C183D7F6-B498-43B3-948B-1728B52AA6E4}">
                <adec:decorative xmlns:adec="http://schemas.microsoft.com/office/drawing/2017/decorative" val="1"/>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rot="20861441">
            <a:off x="588890" y="2036009"/>
            <a:ext cx="2373356" cy="2349102"/>
          </a:xfrm>
          <a:prstGeom prst="rect">
            <a:avLst/>
          </a:prstGeom>
        </p:spPr>
      </p:pic>
      <p:sp>
        <p:nvSpPr>
          <p:cNvPr id="8" name="Rectangle 7">
            <a:extLst>
              <a:ext uri="{FF2B5EF4-FFF2-40B4-BE49-F238E27FC236}">
                <a16:creationId xmlns:a16="http://schemas.microsoft.com/office/drawing/2014/main" id="{AC93A6B6-6B6C-9BC3-732E-C0F846AB803F}"/>
              </a:ext>
            </a:extLst>
          </p:cNvPr>
          <p:cNvSpPr/>
          <p:nvPr/>
        </p:nvSpPr>
        <p:spPr>
          <a:xfrm rot="19664429">
            <a:off x="2707483" y="1664034"/>
            <a:ext cx="2489782" cy="445863"/>
          </a:xfrm>
          <a:prstGeom prst="rect">
            <a:avLst/>
          </a:prstGeom>
          <a:noFill/>
        </p:spPr>
        <p:txBody>
          <a:bodyPr wrap="square" lIns="91355" tIns="45678" rIns="91355" bIns="45678" numCol="1">
            <a:prstTxWarp prst="textCurveUp">
              <a:avLst/>
            </a:prstTxWarp>
            <a:spAutoFit/>
          </a:bodyPr>
          <a:lstStyle/>
          <a:p>
            <a:pPr algn="ctr"/>
            <a:r>
              <a:rPr lang="en-US" sz="2298" dirty="0">
                <a:ln w="0"/>
                <a:solidFill>
                  <a:srgbClr val="20282F"/>
                </a:solidFill>
              </a:rPr>
              <a:t>192.168.1.255</a:t>
            </a:r>
          </a:p>
        </p:txBody>
      </p:sp>
      <p:sp>
        <p:nvSpPr>
          <p:cNvPr id="9" name="TextBox 8">
            <a:extLst>
              <a:ext uri="{FF2B5EF4-FFF2-40B4-BE49-F238E27FC236}">
                <a16:creationId xmlns:a16="http://schemas.microsoft.com/office/drawing/2014/main" id="{3AAE8054-0F9F-9683-D233-7C727713EC73}"/>
              </a:ext>
            </a:extLst>
          </p:cNvPr>
          <p:cNvSpPr txBox="1"/>
          <p:nvPr/>
        </p:nvSpPr>
        <p:spPr>
          <a:xfrm>
            <a:off x="3064647" y="4187721"/>
            <a:ext cx="5231219" cy="523220"/>
          </a:xfrm>
          <a:prstGeom prst="rect">
            <a:avLst/>
          </a:prstGeom>
          <a:noFill/>
        </p:spPr>
        <p:txBody>
          <a:bodyPr wrap="square" rtlCol="0">
            <a:spAutoFit/>
          </a:bodyPr>
          <a:lstStyle/>
          <a:p>
            <a:r>
              <a:rPr lang="en-US" sz="1400" dirty="0">
                <a:solidFill>
                  <a:srgbClr val="20282F"/>
                </a:solidFill>
              </a:rPr>
              <a:t>The broadcast address is like a loudspeaker intended to reach all residents in the apartment building.</a:t>
            </a:r>
          </a:p>
        </p:txBody>
      </p:sp>
      <p:sp>
        <p:nvSpPr>
          <p:cNvPr id="5" name="Footer Placeholder 4">
            <a:extLst>
              <a:ext uri="{FF2B5EF4-FFF2-40B4-BE49-F238E27FC236}">
                <a16:creationId xmlns:a16="http://schemas.microsoft.com/office/drawing/2014/main" id="{F173EF0E-1042-C803-66A6-26F42B93E1D9}"/>
              </a:ext>
            </a:extLst>
          </p:cNvPr>
          <p:cNvSpPr>
            <a:spLocks noGrp="1"/>
          </p:cNvSpPr>
          <p:nvPr>
            <p:ph type="ftr" sz="quarter" idx="3"/>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9241578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2DCC4-DF17-FBE3-1EA3-326F0F12964E}"/>
              </a:ext>
            </a:extLst>
          </p:cNvPr>
          <p:cNvSpPr>
            <a:spLocks noGrp="1"/>
          </p:cNvSpPr>
          <p:nvPr>
            <p:ph type="title"/>
          </p:nvPr>
        </p:nvSpPr>
        <p:spPr>
          <a:xfrm>
            <a:off x="628649" y="584942"/>
            <a:ext cx="7886699" cy="572790"/>
          </a:xfrm>
        </p:spPr>
        <p:txBody>
          <a:bodyPr>
            <a:normAutofit fontScale="90000"/>
          </a:bodyPr>
          <a:lstStyle/>
          <a:p>
            <a:r>
              <a:rPr lang="en-US" dirty="0"/>
              <a:t>Activity: Fill in the Blanks</a:t>
            </a:r>
          </a:p>
        </p:txBody>
      </p:sp>
      <p:graphicFrame>
        <p:nvGraphicFramePr>
          <p:cNvPr id="9" name="Content Placeholder 8">
            <a:extLst>
              <a:ext uri="{FF2B5EF4-FFF2-40B4-BE49-F238E27FC236}">
                <a16:creationId xmlns:a16="http://schemas.microsoft.com/office/drawing/2014/main" id="{77CB6539-E957-E186-70C7-A4C35FC2C2AA}"/>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2047148811"/>
              </p:ext>
            </p:extLst>
          </p:nvPr>
        </p:nvGraphicFramePr>
        <p:xfrm>
          <a:off x="628650" y="1216025"/>
          <a:ext cx="7619224" cy="2269298"/>
        </p:xfrm>
        <a:graphic>
          <a:graphicData uri="http://schemas.openxmlformats.org/drawingml/2006/table">
            <a:tbl>
              <a:tblPr firstRow="1" bandRow="1">
                <a:tableStyleId>{5C22544A-7EE6-4342-B048-85BDC9FD1C3A}</a:tableStyleId>
              </a:tblPr>
              <a:tblGrid>
                <a:gridCol w="1904806">
                  <a:extLst>
                    <a:ext uri="{9D8B030D-6E8A-4147-A177-3AD203B41FA5}">
                      <a16:colId xmlns:a16="http://schemas.microsoft.com/office/drawing/2014/main" val="2503478858"/>
                    </a:ext>
                  </a:extLst>
                </a:gridCol>
                <a:gridCol w="1904806">
                  <a:extLst>
                    <a:ext uri="{9D8B030D-6E8A-4147-A177-3AD203B41FA5}">
                      <a16:colId xmlns:a16="http://schemas.microsoft.com/office/drawing/2014/main" val="3029058169"/>
                    </a:ext>
                  </a:extLst>
                </a:gridCol>
                <a:gridCol w="1904806">
                  <a:extLst>
                    <a:ext uri="{9D8B030D-6E8A-4147-A177-3AD203B41FA5}">
                      <a16:colId xmlns:a16="http://schemas.microsoft.com/office/drawing/2014/main" val="1578142474"/>
                    </a:ext>
                  </a:extLst>
                </a:gridCol>
                <a:gridCol w="1904806">
                  <a:extLst>
                    <a:ext uri="{9D8B030D-6E8A-4147-A177-3AD203B41FA5}">
                      <a16:colId xmlns:a16="http://schemas.microsoft.com/office/drawing/2014/main" val="4084805979"/>
                    </a:ext>
                  </a:extLst>
                </a:gridCol>
              </a:tblGrid>
              <a:tr h="829205">
                <a:tc>
                  <a:txBody>
                    <a:bodyPr/>
                    <a:lstStyle/>
                    <a:p>
                      <a:pPr algn="ctr"/>
                      <a:r>
                        <a:rPr lang="en-US" sz="1800" b="0" dirty="0"/>
                        <a:t>IP Address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b="0" dirty="0"/>
                        <a:t>Subnet Mask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b="0" dirty="0"/>
                        <a:t>Host Portion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b="0" dirty="0"/>
                        <a:t>Broadcast Address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extLst>
                  <a:ext uri="{0D108BD9-81ED-4DB2-BD59-A6C34878D82A}">
                    <a16:rowId xmlns:a16="http://schemas.microsoft.com/office/drawing/2014/main" val="1756746333"/>
                  </a:ext>
                </a:extLst>
              </a:tr>
              <a:tr h="480031">
                <a:tc>
                  <a:txBody>
                    <a:bodyPr/>
                    <a:lstStyle/>
                    <a:p>
                      <a:pPr algn="ctr"/>
                      <a:r>
                        <a:rPr lang="en-US" sz="1800" dirty="0">
                          <a:solidFill>
                            <a:srgbClr val="20282F"/>
                          </a:solidFill>
                        </a:rPr>
                        <a:t>192.168.2.123</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rgbClr val="20282F"/>
                          </a:solidFill>
                        </a:rPr>
                        <a:t>255.255.255.0</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endParaRPr lang="en-US" sz="1800" dirty="0">
                        <a:solidFill>
                          <a:srgbClr val="20282F"/>
                        </a:solidFill>
                      </a:endParaRP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r>
                        <a:rPr lang="en-US" sz="1800" dirty="0">
                          <a:solidFill>
                            <a:srgbClr val="20282F"/>
                          </a:solidFill>
                        </a:rPr>
                        <a:t>192.168.2.255</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97498509"/>
                  </a:ext>
                </a:extLst>
              </a:tr>
              <a:tr h="480031">
                <a:tc>
                  <a:txBody>
                    <a:bodyPr/>
                    <a:lstStyle/>
                    <a:p>
                      <a:pPr algn="ctr"/>
                      <a:r>
                        <a:rPr lang="en-US" sz="1800" dirty="0">
                          <a:solidFill>
                            <a:srgbClr val="20282F"/>
                          </a:solidFill>
                        </a:rPr>
                        <a:t>10.1.1.9</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rgbClr val="20282F"/>
                          </a:solidFill>
                        </a:rPr>
                        <a:t>255.255.0.0</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rgbClr val="20282F"/>
                          </a:solidFill>
                        </a:rPr>
                        <a:t>.1.9</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endParaRPr lang="en-US" sz="1800" dirty="0">
                        <a:solidFill>
                          <a:srgbClr val="20282F"/>
                        </a:solidFill>
                      </a:endParaRP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6171641"/>
                  </a:ext>
                </a:extLst>
              </a:tr>
              <a:tr h="480031">
                <a:tc>
                  <a:txBody>
                    <a:bodyPr/>
                    <a:lstStyle/>
                    <a:p>
                      <a:pPr algn="ctr"/>
                      <a:r>
                        <a:rPr lang="en-US" sz="1800" dirty="0">
                          <a:solidFill>
                            <a:srgbClr val="20282F"/>
                          </a:solidFill>
                        </a:rPr>
                        <a:t>198.51.100.16</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rgbClr val="20282F"/>
                          </a:solidFill>
                        </a:rPr>
                        <a:t>255.255.255.0</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endParaRPr lang="en-US" sz="1800" dirty="0">
                        <a:solidFill>
                          <a:srgbClr val="20282F"/>
                        </a:solidFill>
                      </a:endParaRP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endParaRPr lang="en-US" sz="1800" dirty="0">
                        <a:solidFill>
                          <a:srgbClr val="20282F"/>
                        </a:solidFill>
                      </a:endParaRP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67001432"/>
                  </a:ext>
                </a:extLst>
              </a:tr>
            </a:tbl>
          </a:graphicData>
        </a:graphic>
      </p:graphicFrame>
      <p:sp>
        <p:nvSpPr>
          <p:cNvPr id="3" name="Slide Number Placeholder 2">
            <a:extLst>
              <a:ext uri="{FF2B5EF4-FFF2-40B4-BE49-F238E27FC236}">
                <a16:creationId xmlns:a16="http://schemas.microsoft.com/office/drawing/2014/main" id="{13255319-0788-66C0-FFB5-15D5A1CE3A3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23</a:t>
            </a:fld>
            <a:endParaRPr lang="en-US" dirty="0"/>
          </a:p>
        </p:txBody>
      </p:sp>
      <p:sp>
        <p:nvSpPr>
          <p:cNvPr id="5" name="Footer Placeholder 4">
            <a:extLst>
              <a:ext uri="{FF2B5EF4-FFF2-40B4-BE49-F238E27FC236}">
                <a16:creationId xmlns:a16="http://schemas.microsoft.com/office/drawing/2014/main" id="{3F3BBC6B-F9DF-FCB6-A68F-A1DB32868B92}"/>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8880658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2DCC4-DF17-FBE3-1EA3-326F0F12964E}"/>
              </a:ext>
            </a:extLst>
          </p:cNvPr>
          <p:cNvSpPr>
            <a:spLocks noGrp="1"/>
          </p:cNvSpPr>
          <p:nvPr>
            <p:ph type="title"/>
          </p:nvPr>
        </p:nvSpPr>
        <p:spPr>
          <a:xfrm>
            <a:off x="628649" y="584942"/>
            <a:ext cx="7886699" cy="572790"/>
          </a:xfrm>
        </p:spPr>
        <p:txBody>
          <a:bodyPr>
            <a:normAutofit fontScale="90000"/>
          </a:bodyPr>
          <a:lstStyle/>
          <a:p>
            <a:r>
              <a:rPr lang="en-US" dirty="0"/>
              <a:t>Activity: Fill in the Blanks</a:t>
            </a:r>
          </a:p>
        </p:txBody>
      </p:sp>
      <p:graphicFrame>
        <p:nvGraphicFramePr>
          <p:cNvPr id="9" name="Content Placeholder 8">
            <a:extLst>
              <a:ext uri="{FF2B5EF4-FFF2-40B4-BE49-F238E27FC236}">
                <a16:creationId xmlns:a16="http://schemas.microsoft.com/office/drawing/2014/main" id="{77CB6539-E957-E186-70C7-A4C35FC2C2AA}"/>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736434031"/>
              </p:ext>
            </p:extLst>
          </p:nvPr>
        </p:nvGraphicFramePr>
        <p:xfrm>
          <a:off x="628650" y="1216025"/>
          <a:ext cx="7619224" cy="2269298"/>
        </p:xfrm>
        <a:graphic>
          <a:graphicData uri="http://schemas.openxmlformats.org/drawingml/2006/table">
            <a:tbl>
              <a:tblPr firstRow="1" bandRow="1">
                <a:tableStyleId>{5C22544A-7EE6-4342-B048-85BDC9FD1C3A}</a:tableStyleId>
              </a:tblPr>
              <a:tblGrid>
                <a:gridCol w="1904806">
                  <a:extLst>
                    <a:ext uri="{9D8B030D-6E8A-4147-A177-3AD203B41FA5}">
                      <a16:colId xmlns:a16="http://schemas.microsoft.com/office/drawing/2014/main" val="2503478858"/>
                    </a:ext>
                  </a:extLst>
                </a:gridCol>
                <a:gridCol w="1904806">
                  <a:extLst>
                    <a:ext uri="{9D8B030D-6E8A-4147-A177-3AD203B41FA5}">
                      <a16:colId xmlns:a16="http://schemas.microsoft.com/office/drawing/2014/main" val="3029058169"/>
                    </a:ext>
                  </a:extLst>
                </a:gridCol>
                <a:gridCol w="1904806">
                  <a:extLst>
                    <a:ext uri="{9D8B030D-6E8A-4147-A177-3AD203B41FA5}">
                      <a16:colId xmlns:a16="http://schemas.microsoft.com/office/drawing/2014/main" val="1578142474"/>
                    </a:ext>
                  </a:extLst>
                </a:gridCol>
                <a:gridCol w="1904806">
                  <a:extLst>
                    <a:ext uri="{9D8B030D-6E8A-4147-A177-3AD203B41FA5}">
                      <a16:colId xmlns:a16="http://schemas.microsoft.com/office/drawing/2014/main" val="4084805979"/>
                    </a:ext>
                  </a:extLst>
                </a:gridCol>
              </a:tblGrid>
              <a:tr h="829205">
                <a:tc>
                  <a:txBody>
                    <a:bodyPr/>
                    <a:lstStyle/>
                    <a:p>
                      <a:pPr algn="ctr"/>
                      <a:r>
                        <a:rPr lang="en-US" sz="1800" b="0" dirty="0"/>
                        <a:t>IP Address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b="0" dirty="0"/>
                        <a:t>Subnet Mask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b="0" dirty="0"/>
                        <a:t>Host Portion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pPr algn="ctr"/>
                      <a:r>
                        <a:rPr lang="en-US" sz="1800" b="0" dirty="0"/>
                        <a:t>Broadcast Address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extLst>
                  <a:ext uri="{0D108BD9-81ED-4DB2-BD59-A6C34878D82A}">
                    <a16:rowId xmlns:a16="http://schemas.microsoft.com/office/drawing/2014/main" val="1756746333"/>
                  </a:ext>
                </a:extLst>
              </a:tr>
              <a:tr h="480031">
                <a:tc>
                  <a:txBody>
                    <a:bodyPr/>
                    <a:lstStyle/>
                    <a:p>
                      <a:pPr algn="ctr"/>
                      <a:r>
                        <a:rPr lang="en-US" sz="1800" dirty="0">
                          <a:solidFill>
                            <a:srgbClr val="20282F"/>
                          </a:solidFill>
                        </a:rPr>
                        <a:t>192.168.2.123</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rgbClr val="20282F"/>
                          </a:solidFill>
                        </a:rPr>
                        <a:t>255.255.255.0</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b="1" dirty="0">
                          <a:solidFill>
                            <a:srgbClr val="20282F"/>
                          </a:solidFill>
                        </a:rPr>
                        <a:t>.123</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r>
                        <a:rPr lang="en-US" sz="1800" dirty="0">
                          <a:solidFill>
                            <a:srgbClr val="20282F"/>
                          </a:solidFill>
                        </a:rPr>
                        <a:t>192.168.2.255</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97498509"/>
                  </a:ext>
                </a:extLst>
              </a:tr>
              <a:tr h="480031">
                <a:tc>
                  <a:txBody>
                    <a:bodyPr/>
                    <a:lstStyle/>
                    <a:p>
                      <a:pPr algn="ctr"/>
                      <a:r>
                        <a:rPr lang="en-US" sz="1800" dirty="0">
                          <a:solidFill>
                            <a:srgbClr val="20282F"/>
                          </a:solidFill>
                        </a:rPr>
                        <a:t>10.1.1.9</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rgbClr val="20282F"/>
                          </a:solidFill>
                        </a:rPr>
                        <a:t>255.255.0.0</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rgbClr val="20282F"/>
                          </a:solidFill>
                        </a:rPr>
                        <a:t>.1.9</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b="1" dirty="0">
                          <a:solidFill>
                            <a:srgbClr val="20282F"/>
                          </a:solidFill>
                        </a:rPr>
                        <a:t>10.1.255.255</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6171641"/>
                  </a:ext>
                </a:extLst>
              </a:tr>
              <a:tr h="480031">
                <a:tc>
                  <a:txBody>
                    <a:bodyPr/>
                    <a:lstStyle/>
                    <a:p>
                      <a:pPr algn="ctr"/>
                      <a:r>
                        <a:rPr lang="en-US" sz="1800" dirty="0">
                          <a:solidFill>
                            <a:srgbClr val="20282F"/>
                          </a:solidFill>
                        </a:rPr>
                        <a:t>198.51.100.16</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dirty="0">
                          <a:solidFill>
                            <a:srgbClr val="20282F"/>
                          </a:solidFill>
                        </a:rPr>
                        <a:t>255.255.255.0</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800" b="1" dirty="0">
                          <a:solidFill>
                            <a:srgbClr val="20282F"/>
                          </a:solidFill>
                        </a:rPr>
                        <a:t>.16</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r>
                        <a:rPr lang="en-US" sz="1800" b="1" dirty="0">
                          <a:solidFill>
                            <a:srgbClr val="20282F"/>
                          </a:solidFill>
                        </a:rPr>
                        <a:t>198.51.100.255</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67001432"/>
                  </a:ext>
                </a:extLst>
              </a:tr>
            </a:tbl>
          </a:graphicData>
        </a:graphic>
      </p:graphicFrame>
      <p:sp>
        <p:nvSpPr>
          <p:cNvPr id="3" name="Slide Number Placeholder 2">
            <a:extLst>
              <a:ext uri="{FF2B5EF4-FFF2-40B4-BE49-F238E27FC236}">
                <a16:creationId xmlns:a16="http://schemas.microsoft.com/office/drawing/2014/main" id="{13255319-0788-66C0-FFB5-15D5A1CE3A3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24</a:t>
            </a:fld>
            <a:endParaRPr lang="en-US" dirty="0"/>
          </a:p>
        </p:txBody>
      </p:sp>
      <p:sp>
        <p:nvSpPr>
          <p:cNvPr id="5" name="Footer Placeholder 4">
            <a:extLst>
              <a:ext uri="{FF2B5EF4-FFF2-40B4-BE49-F238E27FC236}">
                <a16:creationId xmlns:a16="http://schemas.microsoft.com/office/drawing/2014/main" id="{3F3BBC6B-F9DF-FCB6-A68F-A1DB32868B92}"/>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35390384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p:txBody>
          <a:bodyPr/>
          <a:lstStyle/>
          <a:p>
            <a:r>
              <a:rPr lang="en-US" dirty="0"/>
              <a:t>Lesson 4.3</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p:txBody>
          <a:bodyPr/>
          <a:lstStyle/>
          <a:p>
            <a:r>
              <a:rPr lang="en-US" dirty="0"/>
              <a:t>IPv4 Subnetting</a:t>
            </a:r>
          </a:p>
        </p:txBody>
      </p:sp>
      <p:sp>
        <p:nvSpPr>
          <p:cNvPr id="5" name="Slide Number Placeholder 4">
            <a:extLst>
              <a:ext uri="{FF2B5EF4-FFF2-40B4-BE49-F238E27FC236}">
                <a16:creationId xmlns:a16="http://schemas.microsoft.com/office/drawing/2014/main" id="{26B858D9-D559-F117-01AD-E58DBF9ABDE3}"/>
              </a:ext>
            </a:extLst>
          </p:cNvPr>
          <p:cNvSpPr>
            <a:spLocks noGrp="1"/>
          </p:cNvSpPr>
          <p:nvPr>
            <p:ph type="sldNum" sz="quarter" idx="12"/>
          </p:nvPr>
        </p:nvSpPr>
        <p:spPr/>
        <p:txBody>
          <a:bodyPr/>
          <a:lstStyle/>
          <a:p>
            <a:fld id="{64537577-822C-42C9-B1FE-62AC5F07B59D}" type="slidenum">
              <a:rPr lang="en-US" smtClean="0"/>
              <a:t>25</a:t>
            </a:fld>
            <a:endParaRPr lang="en-US" dirty="0"/>
          </a:p>
        </p:txBody>
      </p:sp>
      <p:sp>
        <p:nvSpPr>
          <p:cNvPr id="6" name="Footer Placeholder 5">
            <a:extLst>
              <a:ext uri="{FF2B5EF4-FFF2-40B4-BE49-F238E27FC236}">
                <a16:creationId xmlns:a16="http://schemas.microsoft.com/office/drawing/2014/main" id="{F2430726-BC40-423E-452F-B6EB98F393AB}"/>
              </a:ext>
            </a:extLst>
          </p:cNvPr>
          <p:cNvSpPr>
            <a:spLocks noGrp="1"/>
          </p:cNvSpPr>
          <p:nvPr>
            <p:ph type="ftr" sz="quarter" idx="3"/>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20843917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80D9E-4ECE-E1EF-9A0A-DED5387B776F}"/>
              </a:ext>
            </a:extLst>
          </p:cNvPr>
          <p:cNvSpPr>
            <a:spLocks noGrp="1"/>
          </p:cNvSpPr>
          <p:nvPr>
            <p:ph type="title"/>
          </p:nvPr>
        </p:nvSpPr>
        <p:spPr/>
        <p:txBody>
          <a:bodyPr>
            <a:normAutofit fontScale="90000"/>
          </a:bodyPr>
          <a:lstStyle/>
          <a:p>
            <a:r>
              <a:rPr lang="en-US" dirty="0"/>
              <a:t>Public vs. Private Addressing</a:t>
            </a:r>
          </a:p>
        </p:txBody>
      </p:sp>
      <p:sp>
        <p:nvSpPr>
          <p:cNvPr id="3" name="Slide Number Placeholder 2">
            <a:extLst>
              <a:ext uri="{FF2B5EF4-FFF2-40B4-BE49-F238E27FC236}">
                <a16:creationId xmlns:a16="http://schemas.microsoft.com/office/drawing/2014/main" id="{2E08F867-8FFC-CA9B-89F3-5053DE3A47E7}"/>
              </a:ext>
            </a:extLst>
          </p:cNvPr>
          <p:cNvSpPr>
            <a:spLocks noGrp="1"/>
          </p:cNvSpPr>
          <p:nvPr>
            <p:ph type="sldNum" sz="quarter" idx="12"/>
          </p:nvPr>
        </p:nvSpPr>
        <p:spPr/>
        <p:txBody>
          <a:bodyPr/>
          <a:lstStyle/>
          <a:p>
            <a:fld id="{64537577-822C-42C9-B1FE-62AC5F07B59D}" type="slidenum">
              <a:rPr lang="en-US" smtClean="0"/>
              <a:t>26</a:t>
            </a:fld>
            <a:endParaRPr lang="en-US" dirty="0"/>
          </a:p>
        </p:txBody>
      </p:sp>
      <p:graphicFrame>
        <p:nvGraphicFramePr>
          <p:cNvPr id="6" name="Diagram 5">
            <a:extLst>
              <a:ext uri="{FF2B5EF4-FFF2-40B4-BE49-F238E27FC236}">
                <a16:creationId xmlns:a16="http://schemas.microsoft.com/office/drawing/2014/main" id="{98F499AF-A97B-D311-2B77-EA756AE666C7}"/>
              </a:ext>
            </a:extLst>
          </p:cNvPr>
          <p:cNvGraphicFramePr/>
          <p:nvPr>
            <p:extLst>
              <p:ext uri="{D42A27DB-BD31-4B8C-83A1-F6EECF244321}">
                <p14:modId xmlns:p14="http://schemas.microsoft.com/office/powerpoint/2010/main" val="320007727"/>
              </p:ext>
            </p:extLst>
          </p:nvPr>
        </p:nvGraphicFramePr>
        <p:xfrm>
          <a:off x="1008236" y="1202792"/>
          <a:ext cx="7010188" cy="34996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a:extLst>
              <a:ext uri="{FF2B5EF4-FFF2-40B4-BE49-F238E27FC236}">
                <a16:creationId xmlns:a16="http://schemas.microsoft.com/office/drawing/2014/main" id="{5C05FFA5-DD99-0E66-A818-816BA26FEBD0}"/>
              </a:ext>
            </a:extLst>
          </p:cNvPr>
          <p:cNvSpPr>
            <a:spLocks noGrp="1"/>
          </p:cNvSpPr>
          <p:nvPr>
            <p:ph type="ftr" sz="quarter" idx="3"/>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3395718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A1E2E-16E3-42DE-237D-A619D208901B}"/>
              </a:ext>
            </a:extLst>
          </p:cNvPr>
          <p:cNvSpPr>
            <a:spLocks noGrp="1"/>
          </p:cNvSpPr>
          <p:nvPr>
            <p:ph type="title"/>
          </p:nvPr>
        </p:nvSpPr>
        <p:spPr>
          <a:xfrm>
            <a:off x="628649" y="584942"/>
            <a:ext cx="7886699" cy="572790"/>
          </a:xfrm>
        </p:spPr>
        <p:txBody>
          <a:bodyPr>
            <a:normAutofit fontScale="90000"/>
          </a:bodyPr>
          <a:lstStyle/>
          <a:p>
            <a:r>
              <a:rPr lang="en-US" dirty="0"/>
              <a:t>Private IP Addresses</a:t>
            </a:r>
          </a:p>
        </p:txBody>
      </p:sp>
      <p:sp>
        <p:nvSpPr>
          <p:cNvPr id="3" name="Slide Number Placeholder 2">
            <a:extLst>
              <a:ext uri="{FF2B5EF4-FFF2-40B4-BE49-F238E27FC236}">
                <a16:creationId xmlns:a16="http://schemas.microsoft.com/office/drawing/2014/main" id="{48602281-8471-5905-D329-F3DB25154F92}"/>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27</a:t>
            </a:fld>
            <a:endParaRPr lang="en-US" dirty="0"/>
          </a:p>
        </p:txBody>
      </p:sp>
      <p:sp>
        <p:nvSpPr>
          <p:cNvPr id="5" name="Footer Placeholder 4">
            <a:extLst>
              <a:ext uri="{FF2B5EF4-FFF2-40B4-BE49-F238E27FC236}">
                <a16:creationId xmlns:a16="http://schemas.microsoft.com/office/drawing/2014/main" id="{4A9F52FF-4A8B-E1FC-EB1E-930201DDA81D}"/>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0" name="Content Placeholder 9">
            <a:extLst>
              <a:ext uri="{FF2B5EF4-FFF2-40B4-BE49-F238E27FC236}">
                <a16:creationId xmlns:a16="http://schemas.microsoft.com/office/drawing/2014/main" id="{F5AC5DDD-F7F4-E2FE-D780-353693198C0E}"/>
              </a:ext>
            </a:extLst>
          </p:cNvPr>
          <p:cNvGraphicFramePr>
            <a:graphicFrameLocks noGrp="1"/>
          </p:cNvGraphicFramePr>
          <p:nvPr>
            <p:ph idx="1"/>
            <p:extLst>
              <p:ext uri="{D42A27DB-BD31-4B8C-83A1-F6EECF244321}">
                <p14:modId xmlns:p14="http://schemas.microsoft.com/office/powerpoint/2010/main" val="2560294903"/>
              </p:ext>
            </p:extLst>
          </p:nvPr>
        </p:nvGraphicFramePr>
        <p:xfrm>
          <a:off x="1593157" y="1403555"/>
          <a:ext cx="5957681" cy="3024672"/>
        </p:xfrm>
        <a:graphic>
          <a:graphicData uri="http://schemas.openxmlformats.org/drawingml/2006/table">
            <a:tbl>
              <a:tblPr firstRow="1" bandRow="1">
                <a:tableStyleId>{5C22544A-7EE6-4342-B048-85BDC9FD1C3A}</a:tableStyleId>
              </a:tblPr>
              <a:tblGrid>
                <a:gridCol w="1032755">
                  <a:extLst>
                    <a:ext uri="{9D8B030D-6E8A-4147-A177-3AD203B41FA5}">
                      <a16:colId xmlns:a16="http://schemas.microsoft.com/office/drawing/2014/main" val="2349398068"/>
                    </a:ext>
                  </a:extLst>
                </a:gridCol>
                <a:gridCol w="4924926">
                  <a:extLst>
                    <a:ext uri="{9D8B030D-6E8A-4147-A177-3AD203B41FA5}">
                      <a16:colId xmlns:a16="http://schemas.microsoft.com/office/drawing/2014/main" val="1667768989"/>
                    </a:ext>
                  </a:extLst>
                </a:gridCol>
              </a:tblGrid>
              <a:tr h="504112">
                <a:tc>
                  <a:txBody>
                    <a:bodyPr/>
                    <a:lstStyle/>
                    <a:p>
                      <a:r>
                        <a:rPr lang="en-US" sz="2300" b="0" dirty="0"/>
                        <a:t>Class </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r>
                        <a:rPr lang="en-US" sz="2300" b="0" dirty="0"/>
                        <a:t>Range </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extLst>
                  <a:ext uri="{0D108BD9-81ED-4DB2-BD59-A6C34878D82A}">
                    <a16:rowId xmlns:a16="http://schemas.microsoft.com/office/drawing/2014/main" val="2204134117"/>
                  </a:ext>
                </a:extLst>
              </a:tr>
              <a:tr h="504112">
                <a:tc>
                  <a:txBody>
                    <a:bodyPr/>
                    <a:lstStyle/>
                    <a:p>
                      <a:pPr algn="ctr"/>
                      <a:r>
                        <a:rPr lang="en-US" sz="2300" dirty="0">
                          <a:solidFill>
                            <a:srgbClr val="20282F"/>
                          </a:solidFill>
                        </a:rPr>
                        <a:t>A </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300" dirty="0">
                          <a:solidFill>
                            <a:srgbClr val="20282F"/>
                          </a:solidFill>
                        </a:rPr>
                        <a:t>10.0.0.0 to 10.255.255.255</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170962308"/>
                  </a:ext>
                </a:extLst>
              </a:tr>
              <a:tr h="504112">
                <a:tc>
                  <a:txBody>
                    <a:bodyPr/>
                    <a:lstStyle/>
                    <a:p>
                      <a:pPr algn="ctr"/>
                      <a:r>
                        <a:rPr lang="en-US" sz="2300" dirty="0">
                          <a:solidFill>
                            <a:srgbClr val="20282F"/>
                          </a:solidFill>
                        </a:rPr>
                        <a:t>B</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300" dirty="0">
                          <a:solidFill>
                            <a:srgbClr val="20282F"/>
                          </a:solidFill>
                        </a:rPr>
                        <a:t>172.16.0.0 to 172.31.255.255 </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897511954"/>
                  </a:ext>
                </a:extLst>
              </a:tr>
              <a:tr h="504112">
                <a:tc>
                  <a:txBody>
                    <a:bodyPr/>
                    <a:lstStyle/>
                    <a:p>
                      <a:pPr algn="ctr"/>
                      <a:r>
                        <a:rPr lang="en-US" sz="2300" dirty="0">
                          <a:solidFill>
                            <a:srgbClr val="20282F"/>
                          </a:solidFill>
                        </a:rPr>
                        <a:t>C</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300" dirty="0">
                          <a:solidFill>
                            <a:srgbClr val="20282F"/>
                          </a:solidFill>
                        </a:rPr>
                        <a:t>192.168.0.0 to 192.168.255.255 </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080047020"/>
                  </a:ext>
                </a:extLst>
              </a:tr>
              <a:tr h="504112">
                <a:tc>
                  <a:txBody>
                    <a:bodyPr/>
                    <a:lstStyle/>
                    <a:p>
                      <a:pPr algn="ctr"/>
                      <a:r>
                        <a:rPr lang="en-US" sz="2300" dirty="0">
                          <a:solidFill>
                            <a:srgbClr val="20282F"/>
                          </a:solidFill>
                        </a:rPr>
                        <a:t>D</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300" dirty="0">
                          <a:solidFill>
                            <a:srgbClr val="20282F"/>
                          </a:solidFill>
                        </a:rPr>
                        <a:t>224.0.0.0 to 239.255.255.255</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803539385"/>
                  </a:ext>
                </a:extLst>
              </a:tr>
              <a:tr h="504112">
                <a:tc>
                  <a:txBody>
                    <a:bodyPr/>
                    <a:lstStyle/>
                    <a:p>
                      <a:pPr algn="ctr"/>
                      <a:r>
                        <a:rPr lang="en-US" sz="2300" dirty="0">
                          <a:solidFill>
                            <a:srgbClr val="20282F"/>
                          </a:solidFill>
                        </a:rPr>
                        <a:t>E</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300" dirty="0">
                          <a:solidFill>
                            <a:srgbClr val="20282F"/>
                          </a:solidFill>
                        </a:rPr>
                        <a:t>240.0.0.0 to 255.255.255.255</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28125185"/>
                  </a:ext>
                </a:extLst>
              </a:tr>
            </a:tbl>
          </a:graphicData>
        </a:graphic>
      </p:graphicFrame>
    </p:spTree>
    <p:extLst>
      <p:ext uri="{BB962C8B-B14F-4D97-AF65-F5344CB8AC3E}">
        <p14:creationId xmlns:p14="http://schemas.microsoft.com/office/powerpoint/2010/main" val="41003033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6F761-2D9A-355F-3E88-7BA8A582B59D}"/>
              </a:ext>
            </a:extLst>
          </p:cNvPr>
          <p:cNvSpPr>
            <a:spLocks noGrp="1"/>
          </p:cNvSpPr>
          <p:nvPr>
            <p:ph type="title"/>
          </p:nvPr>
        </p:nvSpPr>
        <p:spPr/>
        <p:txBody>
          <a:bodyPr anchor="ctr">
            <a:normAutofit/>
          </a:bodyPr>
          <a:lstStyle/>
          <a:p>
            <a:r>
              <a:rPr lang="en-US" sz="2800" dirty="0"/>
              <a:t>IPv4 Address Scheme Design</a:t>
            </a:r>
          </a:p>
        </p:txBody>
      </p:sp>
      <p:pic>
        <p:nvPicPr>
          <p:cNvPr id="5" name="Content Placeholder 4">
            <a:extLst>
              <a:ext uri="{FF2B5EF4-FFF2-40B4-BE49-F238E27FC236}">
                <a16:creationId xmlns:a16="http://schemas.microsoft.com/office/drawing/2014/main" id="{B2E9703E-18C6-EE8F-47F3-5185E95CD21D}"/>
              </a:ext>
              <a:ext uri="{C183D7F6-B498-43B3-948B-1728B52AA6E4}">
                <adec:decorative xmlns:adec="http://schemas.microsoft.com/office/drawing/2017/decorative" val="1"/>
              </a:ext>
            </a:extLst>
          </p:cNvPr>
          <p:cNvPicPr>
            <a:picLocks noGrp="1" noChangeAspect="1"/>
          </p:cNvPicPr>
          <p:nvPr>
            <p:ph sz="half" idx="1"/>
          </p:nvPr>
        </p:nvPicPr>
        <p:blipFill rotWithShape="1">
          <a:blip r:embed="rId3" cstate="screen">
            <a:extLst>
              <a:ext uri="{28A0092B-C50C-407E-A947-70E740481C1C}">
                <a14:useLocalDpi xmlns:a14="http://schemas.microsoft.com/office/drawing/2010/main"/>
              </a:ext>
            </a:extLst>
          </a:blip>
          <a:stretch/>
        </p:blipFill>
        <p:spPr>
          <a:xfrm>
            <a:off x="280307" y="1632226"/>
            <a:ext cx="3886200" cy="2586594"/>
          </a:xfrm>
          <a:prstGeom prst="rect">
            <a:avLst/>
          </a:prstGeom>
          <a:noFill/>
        </p:spPr>
      </p:pic>
      <p:sp>
        <p:nvSpPr>
          <p:cNvPr id="10" name="Content Placeholder 3">
            <a:extLst>
              <a:ext uri="{FF2B5EF4-FFF2-40B4-BE49-F238E27FC236}">
                <a16:creationId xmlns:a16="http://schemas.microsoft.com/office/drawing/2014/main" id="{E64398F7-F6CD-49D6-31B5-EBF00D60C11C}"/>
              </a:ext>
            </a:extLst>
          </p:cNvPr>
          <p:cNvSpPr>
            <a:spLocks noGrp="1"/>
          </p:cNvSpPr>
          <p:nvPr>
            <p:ph sz="half" idx="2"/>
          </p:nvPr>
        </p:nvSpPr>
        <p:spPr>
          <a:xfrm>
            <a:off x="4572000" y="1149214"/>
            <a:ext cx="3823063" cy="3365370"/>
          </a:xfrm>
        </p:spPr>
        <p:txBody>
          <a:bodyPr>
            <a:noAutofit/>
          </a:bodyPr>
          <a:lstStyle/>
          <a:p>
            <a:pPr marL="0" indent="0">
              <a:buNone/>
            </a:pPr>
            <a:r>
              <a:rPr lang="en-US" sz="1700" dirty="0">
                <a:solidFill>
                  <a:srgbClr val="20282F"/>
                </a:solidFill>
              </a:rPr>
              <a:t>When planning a private IPv4 addressing scheme, consider:</a:t>
            </a:r>
          </a:p>
          <a:p>
            <a:pPr marL="0" indent="0">
              <a:buNone/>
            </a:pPr>
            <a:endParaRPr lang="en-US" sz="800" dirty="0">
              <a:solidFill>
                <a:srgbClr val="20282F"/>
              </a:solidFill>
            </a:endParaRPr>
          </a:p>
          <a:p>
            <a:pPr marL="285750" indent="-285750">
              <a:buFont typeface="Arial" panose="020B0604020202020204" pitchFamily="34" charset="0"/>
              <a:buChar char="•"/>
            </a:pPr>
            <a:r>
              <a:rPr lang="en-US" sz="1700" dirty="0">
                <a:solidFill>
                  <a:srgbClr val="20282F"/>
                </a:solidFill>
              </a:rPr>
              <a:t>number of IP networks and subnetworks required</a:t>
            </a:r>
          </a:p>
          <a:p>
            <a:pPr marL="285750" indent="-285750">
              <a:buFont typeface="Arial" panose="020B0604020202020204" pitchFamily="34" charset="0"/>
              <a:buChar char="•"/>
            </a:pPr>
            <a:r>
              <a:rPr lang="en-US" sz="1700" dirty="0">
                <a:solidFill>
                  <a:srgbClr val="20282F"/>
                </a:solidFill>
              </a:rPr>
              <a:t>number of hosts per subnet </a:t>
            </a:r>
          </a:p>
          <a:p>
            <a:pPr marL="285750" indent="-285750">
              <a:buFont typeface="Arial" panose="020B0604020202020204" pitchFamily="34" charset="0"/>
              <a:buChar char="•"/>
            </a:pPr>
            <a:r>
              <a:rPr lang="en-US" sz="1700" dirty="0">
                <a:solidFill>
                  <a:srgbClr val="20282F"/>
                </a:solidFill>
              </a:rPr>
              <a:t>Network ID must be from a valid private range</a:t>
            </a:r>
          </a:p>
          <a:p>
            <a:pPr marL="285750" indent="-285750">
              <a:buFont typeface="Arial" panose="020B0604020202020204" pitchFamily="34" charset="0"/>
              <a:buChar char="•"/>
            </a:pPr>
            <a:r>
              <a:rPr lang="en-US" sz="1700" dirty="0">
                <a:solidFill>
                  <a:srgbClr val="20282F"/>
                </a:solidFill>
              </a:rPr>
              <a:t>Network and host IDs cannot be all 1s (broadcast)</a:t>
            </a:r>
          </a:p>
          <a:p>
            <a:pPr marL="285750" indent="-285750">
              <a:buFont typeface="Arial" panose="020B0604020202020204" pitchFamily="34" charset="0"/>
              <a:buChar char="•"/>
            </a:pPr>
            <a:r>
              <a:rPr lang="en-US" sz="1700" dirty="0">
                <a:solidFill>
                  <a:srgbClr val="20282F"/>
                </a:solidFill>
              </a:rPr>
              <a:t>Each host ID must be unique on subnet</a:t>
            </a:r>
          </a:p>
          <a:p>
            <a:pPr marL="285750" indent="-285750">
              <a:buFont typeface="Arial" panose="020B0604020202020204" pitchFamily="34" charset="0"/>
              <a:buChar char="•"/>
            </a:pPr>
            <a:r>
              <a:rPr lang="en-US" sz="1700" dirty="0">
                <a:solidFill>
                  <a:srgbClr val="20282F"/>
                </a:solidFill>
              </a:rPr>
              <a:t>Each network ID must be unique on network </a:t>
            </a:r>
          </a:p>
          <a:p>
            <a:endParaRPr lang="en-US" sz="1700" dirty="0">
              <a:solidFill>
                <a:srgbClr val="20282F"/>
              </a:solidFill>
            </a:endParaRPr>
          </a:p>
        </p:txBody>
      </p:sp>
      <p:sp>
        <p:nvSpPr>
          <p:cNvPr id="3" name="Slide Number Placeholder 2">
            <a:extLst>
              <a:ext uri="{FF2B5EF4-FFF2-40B4-BE49-F238E27FC236}">
                <a16:creationId xmlns:a16="http://schemas.microsoft.com/office/drawing/2014/main" id="{71EFC979-4F89-129B-4C01-7944492D0A34}"/>
              </a:ext>
            </a:extLst>
          </p:cNvPr>
          <p:cNvSpPr>
            <a:spLocks noGrp="1"/>
          </p:cNvSpPr>
          <p:nvPr>
            <p:ph type="sldNum" sz="quarter" idx="12"/>
          </p:nvPr>
        </p:nvSpPr>
        <p:spPr/>
        <p:txBody>
          <a:bodyPr/>
          <a:lstStyle/>
          <a:p>
            <a:fld id="{64537577-822C-42C9-B1FE-62AC5F07B59D}" type="slidenum">
              <a:rPr lang="en-US" smtClean="0"/>
              <a:t>28</a:t>
            </a:fld>
            <a:endParaRPr lang="en-US" dirty="0"/>
          </a:p>
        </p:txBody>
      </p:sp>
      <p:sp>
        <p:nvSpPr>
          <p:cNvPr id="6" name="Footer Placeholder 5">
            <a:extLst>
              <a:ext uri="{FF2B5EF4-FFF2-40B4-BE49-F238E27FC236}">
                <a16:creationId xmlns:a16="http://schemas.microsoft.com/office/drawing/2014/main" id="{D6A0558E-E81D-5983-4447-6D2993CE748E}"/>
              </a:ext>
            </a:extLst>
          </p:cNvPr>
          <p:cNvSpPr>
            <a:spLocks noGrp="1"/>
          </p:cNvSpPr>
          <p:nvPr>
            <p:ph type="ftr" sz="quarter" idx="3"/>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18439579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401CD-E561-DE01-1CAE-5E4DE0747C33}"/>
              </a:ext>
            </a:extLst>
          </p:cNvPr>
          <p:cNvSpPr>
            <a:spLocks noGrp="1"/>
          </p:cNvSpPr>
          <p:nvPr>
            <p:ph type="title"/>
          </p:nvPr>
        </p:nvSpPr>
        <p:spPr>
          <a:xfrm>
            <a:off x="628649" y="584942"/>
            <a:ext cx="7886699" cy="572790"/>
          </a:xfrm>
        </p:spPr>
        <p:txBody>
          <a:bodyPr anchor="ctr">
            <a:normAutofit fontScale="90000"/>
          </a:bodyPr>
          <a:lstStyle/>
          <a:p>
            <a:r>
              <a:rPr lang="en-US" dirty="0"/>
              <a:t>Classful Addressing</a:t>
            </a:r>
          </a:p>
        </p:txBody>
      </p:sp>
      <p:sp>
        <p:nvSpPr>
          <p:cNvPr id="3" name="Slide Number Placeholder 2">
            <a:extLst>
              <a:ext uri="{FF2B5EF4-FFF2-40B4-BE49-F238E27FC236}">
                <a16:creationId xmlns:a16="http://schemas.microsoft.com/office/drawing/2014/main" id="{C1306149-D193-D927-E284-3C816018D1F1}"/>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29</a:t>
            </a:fld>
            <a:endParaRPr lang="en-US" dirty="0"/>
          </a:p>
        </p:txBody>
      </p:sp>
      <p:sp>
        <p:nvSpPr>
          <p:cNvPr id="4" name="Footer Placeholder 3">
            <a:extLst>
              <a:ext uri="{FF2B5EF4-FFF2-40B4-BE49-F238E27FC236}">
                <a16:creationId xmlns:a16="http://schemas.microsoft.com/office/drawing/2014/main" id="{5AA6099A-A4EB-A79A-02C1-0449F340FB74}"/>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pic>
        <p:nvPicPr>
          <p:cNvPr id="10" name="Picture 2" descr="A diagram represents class A, class B, and class C networks.">
            <a:extLst>
              <a:ext uri="{FF2B5EF4-FFF2-40B4-BE49-F238E27FC236}">
                <a16:creationId xmlns:a16="http://schemas.microsoft.com/office/drawing/2014/main" id="{FEB7603E-19E7-A5FE-2DCA-C0D382567850}"/>
              </a:ext>
            </a:extLst>
          </p:cNvPr>
          <p:cNvPicPr>
            <a:picLocks noGrp="1" noChangeAspect="1" noChangeArrowheads="1"/>
          </p:cNvPicPr>
          <p:nvPr>
            <p:ph idx="1"/>
          </p:nvPr>
        </p:nvPicPr>
        <p:blipFill>
          <a:blip r:embed="rId3" cstate="screen">
            <a:extLst>
              <a:ext uri="{28A0092B-C50C-407E-A947-70E740481C1C}">
                <a14:useLocalDpi xmlns:a14="http://schemas.microsoft.com/office/drawing/2010/main"/>
              </a:ext>
            </a:extLst>
          </a:blip>
          <a:stretch>
            <a:fillRect/>
          </a:stretch>
        </p:blipFill>
        <p:spPr bwMode="auto">
          <a:xfrm>
            <a:off x="2138956" y="1390839"/>
            <a:ext cx="4866088" cy="3162957"/>
          </a:xfrm>
          <a:prstGeom prst="rect">
            <a:avLst/>
          </a:prstGeom>
          <a:solidFill>
            <a:srgbClr val="FFFFFF"/>
          </a:solidFill>
        </p:spPr>
      </p:pic>
    </p:spTree>
    <p:extLst>
      <p:ext uri="{BB962C8B-B14F-4D97-AF65-F5344CB8AC3E}">
        <p14:creationId xmlns:p14="http://schemas.microsoft.com/office/powerpoint/2010/main" val="31424299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10212-E417-5C8D-E139-D455A6A47154}"/>
              </a:ext>
            </a:extLst>
          </p:cNvPr>
          <p:cNvSpPr>
            <a:spLocks noGrp="1"/>
          </p:cNvSpPr>
          <p:nvPr>
            <p:ph type="title"/>
          </p:nvPr>
        </p:nvSpPr>
        <p:spPr>
          <a:xfrm>
            <a:off x="628649" y="584942"/>
            <a:ext cx="7886699" cy="572790"/>
          </a:xfrm>
        </p:spPr>
        <p:txBody>
          <a:bodyPr>
            <a:normAutofit fontScale="90000"/>
          </a:bodyPr>
          <a:lstStyle/>
          <a:p>
            <a:r>
              <a:rPr lang="en-US" dirty="0"/>
              <a:t>Classless Addressing</a:t>
            </a:r>
          </a:p>
        </p:txBody>
      </p:sp>
      <p:sp>
        <p:nvSpPr>
          <p:cNvPr id="3" name="Slide Number Placeholder 2">
            <a:extLst>
              <a:ext uri="{FF2B5EF4-FFF2-40B4-BE49-F238E27FC236}">
                <a16:creationId xmlns:a16="http://schemas.microsoft.com/office/drawing/2014/main" id="{121C8FAF-D82E-15CF-DEF4-9F1EC6E6B362}"/>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30</a:t>
            </a:fld>
            <a:endParaRPr lang="en-US" dirty="0"/>
          </a:p>
        </p:txBody>
      </p:sp>
      <p:sp>
        <p:nvSpPr>
          <p:cNvPr id="4" name="Footer Placeholder 3">
            <a:extLst>
              <a:ext uri="{FF2B5EF4-FFF2-40B4-BE49-F238E27FC236}">
                <a16:creationId xmlns:a16="http://schemas.microsoft.com/office/drawing/2014/main" id="{E77E5579-12E9-DC89-6F34-81F7CB97C8D2}"/>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0" name="Content Placeholder 9">
            <a:extLst>
              <a:ext uri="{FF2B5EF4-FFF2-40B4-BE49-F238E27FC236}">
                <a16:creationId xmlns:a16="http://schemas.microsoft.com/office/drawing/2014/main" id="{C87E190D-793A-8ABA-C20F-3C76D663CF61}"/>
              </a:ext>
            </a:extLst>
          </p:cNvPr>
          <p:cNvGraphicFramePr>
            <a:graphicFrameLocks noGrp="1"/>
          </p:cNvGraphicFramePr>
          <p:nvPr>
            <p:ph idx="1"/>
            <p:extLst>
              <p:ext uri="{D42A27DB-BD31-4B8C-83A1-F6EECF244321}">
                <p14:modId xmlns:p14="http://schemas.microsoft.com/office/powerpoint/2010/main" val="1811713495"/>
              </p:ext>
            </p:extLst>
          </p:nvPr>
        </p:nvGraphicFramePr>
        <p:xfrm>
          <a:off x="628650" y="1436914"/>
          <a:ext cx="7886700" cy="27391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44538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B3832-6B3D-F983-00EF-6B424BEC2C16}"/>
              </a:ext>
            </a:extLst>
          </p:cNvPr>
          <p:cNvSpPr>
            <a:spLocks noGrp="1"/>
          </p:cNvSpPr>
          <p:nvPr>
            <p:ph type="title"/>
          </p:nvPr>
        </p:nvSpPr>
        <p:spPr>
          <a:xfrm>
            <a:off x="628649" y="584942"/>
            <a:ext cx="7886699" cy="572790"/>
          </a:xfrm>
        </p:spPr>
        <p:txBody>
          <a:bodyPr>
            <a:normAutofit fontScale="90000"/>
          </a:bodyPr>
          <a:lstStyle/>
          <a:p>
            <a:r>
              <a:rPr lang="en-US" dirty="0"/>
              <a:t>Classless Addressing Example</a:t>
            </a:r>
          </a:p>
        </p:txBody>
      </p:sp>
      <p:sp>
        <p:nvSpPr>
          <p:cNvPr id="3" name="Slide Number Placeholder 2">
            <a:extLst>
              <a:ext uri="{FF2B5EF4-FFF2-40B4-BE49-F238E27FC236}">
                <a16:creationId xmlns:a16="http://schemas.microsoft.com/office/drawing/2014/main" id="{FA21D8E9-11CA-F895-F6CC-FAFC8FF51D95}"/>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31</a:t>
            </a:fld>
            <a:endParaRPr lang="en-US" dirty="0"/>
          </a:p>
        </p:txBody>
      </p:sp>
      <p:sp>
        <p:nvSpPr>
          <p:cNvPr id="4" name="Footer Placeholder 3">
            <a:extLst>
              <a:ext uri="{FF2B5EF4-FFF2-40B4-BE49-F238E27FC236}">
                <a16:creationId xmlns:a16="http://schemas.microsoft.com/office/drawing/2014/main" id="{F67F75F9-D124-263A-5019-88BFD703FDB5}"/>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
        <p:nvSpPr>
          <p:cNvPr id="6" name="Title 1">
            <a:extLst>
              <a:ext uri="{FF2B5EF4-FFF2-40B4-BE49-F238E27FC236}">
                <a16:creationId xmlns:a16="http://schemas.microsoft.com/office/drawing/2014/main" id="{B4389D34-E5BF-CA57-6238-1BAB9B4BC1B7}"/>
              </a:ext>
            </a:extLst>
          </p:cNvPr>
          <p:cNvSpPr txBox="1">
            <a:spLocks/>
          </p:cNvSpPr>
          <p:nvPr/>
        </p:nvSpPr>
        <p:spPr>
          <a:xfrm>
            <a:off x="141194" y="0"/>
            <a:ext cx="7886700" cy="993252"/>
          </a:xfrm>
          <a:prstGeom prst="rect">
            <a:avLst/>
          </a:prstGeom>
        </p:spPr>
        <p:txBody>
          <a:bodyPr vert="horz" lIns="91440" tIns="45720" rIns="91440" bIns="45720" rtlCol="0" anchor="ctr">
            <a:normAutofit/>
          </a:bodyPr>
          <a:lstStyle>
            <a:lvl1pPr algn="l" defTabSz="685160" rtl="0" eaLnBrk="1" latinLnBrk="0" hangingPunct="1">
              <a:lnSpc>
                <a:spcPct val="90000"/>
              </a:lnSpc>
              <a:spcBef>
                <a:spcPct val="0"/>
              </a:spcBef>
              <a:buNone/>
              <a:defRPr sz="3600" kern="1200">
                <a:solidFill>
                  <a:srgbClr val="404448"/>
                </a:solidFill>
                <a:latin typeface="+mj-lt"/>
                <a:ea typeface="+mj-ea"/>
                <a:cs typeface="+mj-cs"/>
              </a:defRPr>
            </a:lvl1pPr>
          </a:lstStyle>
          <a:p>
            <a:endParaRPr lang="en-US" sz="3397" dirty="0"/>
          </a:p>
        </p:txBody>
      </p:sp>
      <p:graphicFrame>
        <p:nvGraphicFramePr>
          <p:cNvPr id="7" name="Table 6">
            <a:extLst>
              <a:ext uri="{FF2B5EF4-FFF2-40B4-BE49-F238E27FC236}">
                <a16:creationId xmlns:a16="http://schemas.microsoft.com/office/drawing/2014/main" id="{D850C79E-E7A3-AFAD-FDE0-B4801081332B}"/>
              </a:ext>
            </a:extLst>
          </p:cNvPr>
          <p:cNvGraphicFramePr>
            <a:graphicFrameLocks noGrp="1"/>
          </p:cNvGraphicFramePr>
          <p:nvPr>
            <p:extLst>
              <p:ext uri="{D42A27DB-BD31-4B8C-83A1-F6EECF244321}">
                <p14:modId xmlns:p14="http://schemas.microsoft.com/office/powerpoint/2010/main" val="2024223628"/>
              </p:ext>
            </p:extLst>
          </p:nvPr>
        </p:nvGraphicFramePr>
        <p:xfrm>
          <a:off x="881121" y="1237028"/>
          <a:ext cx="7301796" cy="1111491"/>
        </p:xfrm>
        <a:graphic>
          <a:graphicData uri="http://schemas.openxmlformats.org/drawingml/2006/table">
            <a:tbl>
              <a:tblPr firstRow="1" bandRow="1">
                <a:tableStyleId>{0505E3EF-67EA-436B-97B2-0124C06EBD24}</a:tableStyleId>
              </a:tblPr>
              <a:tblGrid>
                <a:gridCol w="3650898">
                  <a:extLst>
                    <a:ext uri="{9D8B030D-6E8A-4147-A177-3AD203B41FA5}">
                      <a16:colId xmlns:a16="http://schemas.microsoft.com/office/drawing/2014/main" val="2907089385"/>
                    </a:ext>
                  </a:extLst>
                </a:gridCol>
                <a:gridCol w="3650898">
                  <a:extLst>
                    <a:ext uri="{9D8B030D-6E8A-4147-A177-3AD203B41FA5}">
                      <a16:colId xmlns:a16="http://schemas.microsoft.com/office/drawing/2014/main" val="1768186666"/>
                    </a:ext>
                  </a:extLst>
                </a:gridCol>
              </a:tblGrid>
              <a:tr h="370497">
                <a:tc>
                  <a:txBody>
                    <a:bodyPr/>
                    <a:lstStyle/>
                    <a:p>
                      <a:r>
                        <a:rPr lang="en-US" sz="1400" b="0" dirty="0">
                          <a:solidFill>
                            <a:srgbClr val="20282F"/>
                          </a:solidFill>
                        </a:rPr>
                        <a:t>Starting Network ID</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dirty="0">
                          <a:solidFill>
                            <a:srgbClr val="20282F"/>
                          </a:solidFill>
                        </a:rPr>
                        <a:t>192.168.89.0</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92889036"/>
                  </a:ext>
                </a:extLst>
              </a:tr>
              <a:tr h="370497">
                <a:tc>
                  <a:txBody>
                    <a:bodyPr/>
                    <a:lstStyle/>
                    <a:p>
                      <a:r>
                        <a:rPr lang="en-US" sz="1400" dirty="0">
                          <a:solidFill>
                            <a:srgbClr val="20282F"/>
                          </a:solidFill>
                        </a:rPr>
                        <a:t>Starting Subnet mask</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20282F"/>
                          </a:solidFill>
                        </a:rPr>
                        <a:t>255.255.255.0</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02843430"/>
                  </a:ext>
                </a:extLst>
              </a:tr>
              <a:tr h="370497">
                <a:tc>
                  <a:txBody>
                    <a:bodyPr/>
                    <a:lstStyle/>
                    <a:p>
                      <a:r>
                        <a:rPr lang="en-US" sz="1400" dirty="0">
                          <a:solidFill>
                            <a:srgbClr val="20282F"/>
                          </a:solidFill>
                        </a:rPr>
                        <a:t>Starting Network ID in binary</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20282F"/>
                          </a:solidFill>
                          <a:highlight>
                            <a:srgbClr val="FFFF00"/>
                          </a:highlight>
                        </a:rPr>
                        <a:t>11000000.10101000.01011001</a:t>
                      </a:r>
                      <a:r>
                        <a:rPr lang="en-US" sz="1400" dirty="0">
                          <a:solidFill>
                            <a:srgbClr val="20282F"/>
                          </a:solidFill>
                        </a:rPr>
                        <a:t>.00000000</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82605539"/>
                  </a:ext>
                </a:extLst>
              </a:tr>
            </a:tbl>
          </a:graphicData>
        </a:graphic>
      </p:graphicFrame>
      <p:graphicFrame>
        <p:nvGraphicFramePr>
          <p:cNvPr id="8" name="Table 7">
            <a:extLst>
              <a:ext uri="{FF2B5EF4-FFF2-40B4-BE49-F238E27FC236}">
                <a16:creationId xmlns:a16="http://schemas.microsoft.com/office/drawing/2014/main" id="{C6D0E5C7-D7C1-5417-FFB1-1E4CA1CE0F6C}"/>
              </a:ext>
            </a:extLst>
          </p:cNvPr>
          <p:cNvGraphicFramePr>
            <a:graphicFrameLocks noGrp="1"/>
          </p:cNvGraphicFramePr>
          <p:nvPr>
            <p:extLst>
              <p:ext uri="{D42A27DB-BD31-4B8C-83A1-F6EECF244321}">
                <p14:modId xmlns:p14="http://schemas.microsoft.com/office/powerpoint/2010/main" val="1158894449"/>
              </p:ext>
            </p:extLst>
          </p:nvPr>
        </p:nvGraphicFramePr>
        <p:xfrm>
          <a:off x="897747" y="2526311"/>
          <a:ext cx="7301796" cy="2203866"/>
        </p:xfrm>
        <a:graphic>
          <a:graphicData uri="http://schemas.openxmlformats.org/drawingml/2006/table">
            <a:tbl>
              <a:tblPr firstRow="1" bandRow="1">
                <a:tableStyleId>{0505E3EF-67EA-436B-97B2-0124C06EBD24}</a:tableStyleId>
              </a:tblPr>
              <a:tblGrid>
                <a:gridCol w="3650898">
                  <a:extLst>
                    <a:ext uri="{9D8B030D-6E8A-4147-A177-3AD203B41FA5}">
                      <a16:colId xmlns:a16="http://schemas.microsoft.com/office/drawing/2014/main" val="2907089385"/>
                    </a:ext>
                  </a:extLst>
                </a:gridCol>
                <a:gridCol w="3650898">
                  <a:extLst>
                    <a:ext uri="{9D8B030D-6E8A-4147-A177-3AD203B41FA5}">
                      <a16:colId xmlns:a16="http://schemas.microsoft.com/office/drawing/2014/main" val="1768186666"/>
                    </a:ext>
                  </a:extLst>
                </a:gridCol>
              </a:tblGrid>
              <a:tr h="502201">
                <a:tc>
                  <a:txBody>
                    <a:bodyPr/>
                    <a:lstStyle/>
                    <a:p>
                      <a:r>
                        <a:rPr lang="en-US" sz="1400" b="0" dirty="0">
                          <a:solidFill>
                            <a:srgbClr val="20282F"/>
                          </a:solidFill>
                        </a:rPr>
                        <a:t>Borrow one bit from the host </a:t>
                      </a:r>
                      <a:br>
                        <a:rPr lang="en-US" sz="1400" b="0" dirty="0">
                          <a:solidFill>
                            <a:srgbClr val="20282F"/>
                          </a:solidFill>
                        </a:rPr>
                      </a:br>
                      <a:r>
                        <a:rPr lang="en-US" sz="1400" b="0" dirty="0">
                          <a:solidFill>
                            <a:srgbClr val="20282F"/>
                          </a:solidFill>
                        </a:rPr>
                        <a:t>to give to the network</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dirty="0">
                          <a:solidFill>
                            <a:srgbClr val="20282F"/>
                          </a:solidFill>
                          <a:highlight>
                            <a:srgbClr val="FFFF00"/>
                          </a:highlight>
                        </a:rPr>
                        <a:t>11000000.10101000.01011001.0</a:t>
                      </a:r>
                      <a:r>
                        <a:rPr lang="en-US" sz="1400" b="0" dirty="0">
                          <a:solidFill>
                            <a:srgbClr val="20282F"/>
                          </a:solidFill>
                        </a:rPr>
                        <a:t>0000000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400" b="0" dirty="0">
                        <a:solidFill>
                          <a:srgbClr val="20282F"/>
                        </a:solidFill>
                      </a:endParaRP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92889036"/>
                  </a:ext>
                </a:extLst>
              </a:tr>
              <a:tr h="370497">
                <a:tc>
                  <a:txBody>
                    <a:bodyPr/>
                    <a:lstStyle/>
                    <a:p>
                      <a:r>
                        <a:rPr lang="en-US" sz="1400" dirty="0">
                          <a:solidFill>
                            <a:srgbClr val="20282F"/>
                          </a:solidFill>
                        </a:rPr>
                        <a:t>New network ID</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20282F"/>
                          </a:solidFill>
                        </a:rPr>
                        <a:t>192.168.89.128</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02843430"/>
                  </a:ext>
                </a:extLst>
              </a:tr>
              <a:tr h="913046">
                <a:tc>
                  <a:txBody>
                    <a:bodyPr/>
                    <a:lstStyle/>
                    <a:p>
                      <a:r>
                        <a:rPr lang="en-US" sz="1400" dirty="0">
                          <a:solidFill>
                            <a:srgbClr val="20282F"/>
                          </a:solidFill>
                        </a:rPr>
                        <a:t>Range of IP addresses</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20282F"/>
                          </a:solidFill>
                        </a:rPr>
                        <a:t>11000000.10101000.01011001.10000000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20282F"/>
                          </a:solidFill>
                        </a:rPr>
                        <a:t>through</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20282F"/>
                          </a:solidFill>
                        </a:rPr>
                        <a:t>11000000.10101000.01011001.11111111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20282F"/>
                          </a:solidFill>
                        </a:rPr>
                        <a:t>192.168.89.128 to 192.168.89.255</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08377392"/>
                  </a:ext>
                </a:extLst>
              </a:tr>
              <a:tr h="37049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20282F"/>
                          </a:solidFill>
                        </a:rPr>
                        <a:t>New subnet mask</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solidFill>
                            <a:srgbClr val="20282F"/>
                          </a:solidFill>
                        </a:rPr>
                        <a:t>255.255.255.128 or 192.168.89.128/25</a:t>
                      </a:r>
                    </a:p>
                  </a:txBody>
                  <a:tcPr marL="91355" marR="91355" marT="45678" marB="45678">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88901258"/>
                  </a:ext>
                </a:extLst>
              </a:tr>
            </a:tbl>
          </a:graphicData>
        </a:graphic>
      </p:graphicFrame>
    </p:spTree>
    <p:extLst>
      <p:ext uri="{BB962C8B-B14F-4D97-AF65-F5344CB8AC3E}">
        <p14:creationId xmlns:p14="http://schemas.microsoft.com/office/powerpoint/2010/main" val="39887908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63558-F2DB-3C19-F6B1-E0DFC6F16209}"/>
              </a:ext>
            </a:extLst>
          </p:cNvPr>
          <p:cNvSpPr>
            <a:spLocks noGrp="1"/>
          </p:cNvSpPr>
          <p:nvPr>
            <p:ph type="title"/>
          </p:nvPr>
        </p:nvSpPr>
        <p:spPr/>
        <p:txBody>
          <a:bodyPr>
            <a:normAutofit fontScale="90000"/>
          </a:bodyPr>
          <a:lstStyle/>
          <a:p>
            <a:r>
              <a:rPr lang="en-US" dirty="0"/>
              <a:t>Classless Inter-Domain Routing (CIDR)</a:t>
            </a:r>
          </a:p>
        </p:txBody>
      </p:sp>
      <p:sp>
        <p:nvSpPr>
          <p:cNvPr id="3" name="Slide Number Placeholder 2">
            <a:extLst>
              <a:ext uri="{FF2B5EF4-FFF2-40B4-BE49-F238E27FC236}">
                <a16:creationId xmlns:a16="http://schemas.microsoft.com/office/drawing/2014/main" id="{0EFC516D-EB99-779C-0FB7-51AB34CC1A86}"/>
              </a:ext>
            </a:extLst>
          </p:cNvPr>
          <p:cNvSpPr>
            <a:spLocks noGrp="1"/>
          </p:cNvSpPr>
          <p:nvPr>
            <p:ph type="sldNum" sz="quarter" idx="12"/>
          </p:nvPr>
        </p:nvSpPr>
        <p:spPr/>
        <p:txBody>
          <a:bodyPr/>
          <a:lstStyle/>
          <a:p>
            <a:fld id="{64537577-822C-42C9-B1FE-62AC5F07B59D}" type="slidenum">
              <a:rPr lang="en-US" smtClean="0"/>
              <a:pPr/>
              <a:t>32</a:t>
            </a:fld>
            <a:endParaRPr lang="en-US" dirty="0"/>
          </a:p>
        </p:txBody>
      </p:sp>
      <p:sp>
        <p:nvSpPr>
          <p:cNvPr id="4" name="Footer Placeholder 3">
            <a:extLst>
              <a:ext uri="{FF2B5EF4-FFF2-40B4-BE49-F238E27FC236}">
                <a16:creationId xmlns:a16="http://schemas.microsoft.com/office/drawing/2014/main" id="{045660E6-BE19-4863-E96C-E1E8F6D4CA27}"/>
              </a:ext>
            </a:extLst>
          </p:cNvPr>
          <p:cNvSpPr>
            <a:spLocks noGrp="1"/>
          </p:cNvSpPr>
          <p:nvPr>
            <p:ph type="ftr" sz="quarter" idx="3"/>
          </p:nvPr>
        </p:nvSpPr>
        <p:spPr/>
        <p:txBody>
          <a:bodyPr/>
          <a:lstStyle/>
          <a:p>
            <a:pPr lvl="0"/>
            <a:r>
              <a:rPr lang="en-US" noProof="0"/>
              <a:t>​Copyright © 2025 CompTIA, Inc. All Rights Reserved. </a:t>
            </a:r>
            <a:endParaRPr lang="en-US" noProof="0" dirty="0"/>
          </a:p>
        </p:txBody>
      </p:sp>
      <p:graphicFrame>
        <p:nvGraphicFramePr>
          <p:cNvPr id="13" name="Content Placeholder 12">
            <a:extLst>
              <a:ext uri="{FF2B5EF4-FFF2-40B4-BE49-F238E27FC236}">
                <a16:creationId xmlns:a16="http://schemas.microsoft.com/office/drawing/2014/main" id="{7AF03BC3-C962-7DC0-9162-22602588BC45}"/>
              </a:ext>
            </a:extLst>
          </p:cNvPr>
          <p:cNvGraphicFramePr>
            <a:graphicFrameLocks noGrp="1"/>
          </p:cNvGraphicFramePr>
          <p:nvPr>
            <p:ph sz="half" idx="1"/>
            <p:extLst>
              <p:ext uri="{D42A27DB-BD31-4B8C-83A1-F6EECF244321}">
                <p14:modId xmlns:p14="http://schemas.microsoft.com/office/powerpoint/2010/main" val="1501166814"/>
              </p:ext>
            </p:extLst>
          </p:nvPr>
        </p:nvGraphicFramePr>
        <p:xfrm>
          <a:off x="628650" y="1336196"/>
          <a:ext cx="3400011" cy="31786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 name="Picture 4" descr="An illustration summarizes four slash 24 networks as one slash 22 network.">
            <a:extLst>
              <a:ext uri="{FF2B5EF4-FFF2-40B4-BE49-F238E27FC236}">
                <a16:creationId xmlns:a16="http://schemas.microsoft.com/office/drawing/2014/main" id="{8FCB1AF6-FA62-CD52-07AB-09CF2FD909D4}"/>
              </a:ext>
            </a:extLst>
          </p:cNvPr>
          <p:cNvPicPr>
            <a:picLocks noGrp="1" noChangeAspect="1" noChangeArrowheads="1"/>
          </p:cNvPicPr>
          <p:nvPr>
            <p:ph sz="half" idx="2"/>
          </p:nvPr>
        </p:nvPicPr>
        <p:blipFill>
          <a:blip r:embed="rId8" cstate="screen">
            <a:extLst>
              <a:ext uri="{28A0092B-C50C-407E-A947-70E740481C1C}">
                <a14:useLocalDpi xmlns:a14="http://schemas.microsoft.com/office/drawing/2010/main"/>
              </a:ext>
            </a:extLst>
          </a:blip>
          <a:srcRect/>
          <a:stretch>
            <a:fillRect/>
          </a:stretch>
        </p:blipFill>
        <p:spPr bwMode="auto">
          <a:xfrm>
            <a:off x="4295817" y="1240098"/>
            <a:ext cx="4324263" cy="3454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92104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38BA9-CDB7-ED81-CFA0-4C82DC2134D8}"/>
              </a:ext>
            </a:extLst>
          </p:cNvPr>
          <p:cNvSpPr>
            <a:spLocks noGrp="1"/>
          </p:cNvSpPr>
          <p:nvPr>
            <p:ph type="title"/>
          </p:nvPr>
        </p:nvSpPr>
        <p:spPr/>
        <p:txBody>
          <a:bodyPr>
            <a:normAutofit fontScale="90000"/>
          </a:bodyPr>
          <a:lstStyle/>
          <a:p>
            <a:r>
              <a:rPr lang="en-US" dirty="0"/>
              <a:t>Variable Length Subnetting (VLSM)</a:t>
            </a:r>
          </a:p>
        </p:txBody>
      </p:sp>
      <p:sp>
        <p:nvSpPr>
          <p:cNvPr id="3" name="Slide Number Placeholder 2">
            <a:extLst>
              <a:ext uri="{FF2B5EF4-FFF2-40B4-BE49-F238E27FC236}">
                <a16:creationId xmlns:a16="http://schemas.microsoft.com/office/drawing/2014/main" id="{48B9D876-33ED-B3A7-2F24-7F80BD7E6D10}"/>
              </a:ext>
            </a:extLst>
          </p:cNvPr>
          <p:cNvSpPr>
            <a:spLocks noGrp="1"/>
          </p:cNvSpPr>
          <p:nvPr>
            <p:ph type="sldNum" sz="quarter" idx="12"/>
          </p:nvPr>
        </p:nvSpPr>
        <p:spPr/>
        <p:txBody>
          <a:bodyPr/>
          <a:lstStyle/>
          <a:p>
            <a:fld id="{64537577-822C-42C9-B1FE-62AC5F07B59D}" type="slidenum">
              <a:rPr lang="en-US" smtClean="0"/>
              <a:t>33</a:t>
            </a:fld>
            <a:endParaRPr lang="en-US" dirty="0"/>
          </a:p>
        </p:txBody>
      </p:sp>
      <p:sp>
        <p:nvSpPr>
          <p:cNvPr id="4" name="Footer Placeholder 3">
            <a:extLst>
              <a:ext uri="{FF2B5EF4-FFF2-40B4-BE49-F238E27FC236}">
                <a16:creationId xmlns:a16="http://schemas.microsoft.com/office/drawing/2014/main" id="{E3AF400B-1010-31ED-7CD5-D1388AF384E9}"/>
              </a:ext>
            </a:extLst>
          </p:cNvPr>
          <p:cNvSpPr>
            <a:spLocks noGrp="1"/>
          </p:cNvSpPr>
          <p:nvPr>
            <p:ph type="ftr" sz="quarter" idx="3"/>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graphicFrame>
        <p:nvGraphicFramePr>
          <p:cNvPr id="9" name="Content Placeholder 8">
            <a:extLst>
              <a:ext uri="{FF2B5EF4-FFF2-40B4-BE49-F238E27FC236}">
                <a16:creationId xmlns:a16="http://schemas.microsoft.com/office/drawing/2014/main" id="{CB66496E-9EEE-257E-ACEF-16FB82773463}"/>
              </a:ext>
            </a:extLst>
          </p:cNvPr>
          <p:cNvGraphicFramePr>
            <a:graphicFrameLocks noGrp="1"/>
          </p:cNvGraphicFramePr>
          <p:nvPr>
            <p:ph sz="half" idx="1"/>
            <p:extLst>
              <p:ext uri="{D42A27DB-BD31-4B8C-83A1-F6EECF244321}">
                <p14:modId xmlns:p14="http://schemas.microsoft.com/office/powerpoint/2010/main" val="3327254839"/>
              </p:ext>
            </p:extLst>
          </p:nvPr>
        </p:nvGraphicFramePr>
        <p:xfrm>
          <a:off x="750571" y="1189665"/>
          <a:ext cx="2896428" cy="32293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Picture 2" descr="A diagram represents the V L S M design topology.">
            <a:extLst>
              <a:ext uri="{FF2B5EF4-FFF2-40B4-BE49-F238E27FC236}">
                <a16:creationId xmlns:a16="http://schemas.microsoft.com/office/drawing/2014/main" id="{A5C302D6-BF93-C301-F3AE-AB48B5A84810}"/>
              </a:ext>
            </a:extLst>
          </p:cNvPr>
          <p:cNvPicPr>
            <a:picLocks noGrp="1" noChangeAspect="1" noChangeArrowheads="1"/>
          </p:cNvPicPr>
          <p:nvPr>
            <p:ph sz="half" idx="2"/>
          </p:nvPr>
        </p:nvPicPr>
        <p:blipFill>
          <a:blip r:embed="rId8" cstate="screen">
            <a:extLst>
              <a:ext uri="{28A0092B-C50C-407E-A947-70E740481C1C}">
                <a14:useLocalDpi xmlns:a14="http://schemas.microsoft.com/office/drawing/2010/main"/>
              </a:ext>
            </a:extLst>
          </a:blip>
          <a:srcRect/>
          <a:stretch>
            <a:fillRect/>
          </a:stretch>
        </p:blipFill>
        <p:spPr bwMode="auto">
          <a:xfrm>
            <a:off x="3741478" y="1530952"/>
            <a:ext cx="4917892" cy="2287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03926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F1610-3CCD-8CC1-5F87-4408CFB52963}"/>
              </a:ext>
            </a:extLst>
          </p:cNvPr>
          <p:cNvSpPr>
            <a:spLocks noGrp="1"/>
          </p:cNvSpPr>
          <p:nvPr>
            <p:ph type="title"/>
          </p:nvPr>
        </p:nvSpPr>
        <p:spPr/>
        <p:txBody>
          <a:bodyPr>
            <a:normAutofit fontScale="90000"/>
          </a:bodyPr>
          <a:lstStyle/>
          <a:p>
            <a:r>
              <a:rPr lang="en-US" dirty="0"/>
              <a:t>Activity: Classless Addressing</a:t>
            </a:r>
          </a:p>
        </p:txBody>
      </p:sp>
      <p:sp>
        <p:nvSpPr>
          <p:cNvPr id="3" name="Slide Number Placeholder 2">
            <a:extLst>
              <a:ext uri="{FF2B5EF4-FFF2-40B4-BE49-F238E27FC236}">
                <a16:creationId xmlns:a16="http://schemas.microsoft.com/office/drawing/2014/main" id="{C3A265E2-580E-9192-30BD-053C6E7A3C9D}"/>
              </a:ext>
            </a:extLst>
          </p:cNvPr>
          <p:cNvSpPr>
            <a:spLocks noGrp="1"/>
          </p:cNvSpPr>
          <p:nvPr>
            <p:ph type="sldNum" sz="quarter" idx="12"/>
          </p:nvPr>
        </p:nvSpPr>
        <p:spPr/>
        <p:txBody>
          <a:bodyPr/>
          <a:lstStyle/>
          <a:p>
            <a:fld id="{64537577-822C-42C9-B1FE-62AC5F07B59D}" type="slidenum">
              <a:rPr lang="en-US" smtClean="0"/>
              <a:t>34</a:t>
            </a:fld>
            <a:endParaRPr lang="en-US" dirty="0"/>
          </a:p>
        </p:txBody>
      </p:sp>
      <p:sp>
        <p:nvSpPr>
          <p:cNvPr id="4" name="Footer Placeholder 3">
            <a:extLst>
              <a:ext uri="{FF2B5EF4-FFF2-40B4-BE49-F238E27FC236}">
                <a16:creationId xmlns:a16="http://schemas.microsoft.com/office/drawing/2014/main" id="{183132E9-9985-B43B-12A7-8A24694CBF53}"/>
              </a:ext>
            </a:extLst>
          </p:cNvPr>
          <p:cNvSpPr>
            <a:spLocks noGrp="1"/>
          </p:cNvSpPr>
          <p:nvPr>
            <p:ph type="ftr" sz="quarter" idx="3"/>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graphicFrame>
        <p:nvGraphicFramePr>
          <p:cNvPr id="7" name="Table 6">
            <a:extLst>
              <a:ext uri="{FF2B5EF4-FFF2-40B4-BE49-F238E27FC236}">
                <a16:creationId xmlns:a16="http://schemas.microsoft.com/office/drawing/2014/main" id="{DCE40D00-1337-67C9-748F-A39C7B798CBD}"/>
              </a:ext>
            </a:extLst>
          </p:cNvPr>
          <p:cNvGraphicFramePr>
            <a:graphicFrameLocks noGrp="1"/>
          </p:cNvGraphicFramePr>
          <p:nvPr>
            <p:extLst>
              <p:ext uri="{D42A27DB-BD31-4B8C-83A1-F6EECF244321}">
                <p14:modId xmlns:p14="http://schemas.microsoft.com/office/powerpoint/2010/main" val="1926449988"/>
              </p:ext>
            </p:extLst>
          </p:nvPr>
        </p:nvGraphicFramePr>
        <p:xfrm>
          <a:off x="921102" y="1372978"/>
          <a:ext cx="7301796" cy="1111491"/>
        </p:xfrm>
        <a:graphic>
          <a:graphicData uri="http://schemas.openxmlformats.org/drawingml/2006/table">
            <a:tbl>
              <a:tblPr firstRow="1" bandRow="1">
                <a:tableStyleId>{0505E3EF-67EA-436B-97B2-0124C06EBD24}</a:tableStyleId>
              </a:tblPr>
              <a:tblGrid>
                <a:gridCol w="3650898">
                  <a:extLst>
                    <a:ext uri="{9D8B030D-6E8A-4147-A177-3AD203B41FA5}">
                      <a16:colId xmlns:a16="http://schemas.microsoft.com/office/drawing/2014/main" val="2907089385"/>
                    </a:ext>
                  </a:extLst>
                </a:gridCol>
                <a:gridCol w="3650898">
                  <a:extLst>
                    <a:ext uri="{9D8B030D-6E8A-4147-A177-3AD203B41FA5}">
                      <a16:colId xmlns:a16="http://schemas.microsoft.com/office/drawing/2014/main" val="1768186666"/>
                    </a:ext>
                  </a:extLst>
                </a:gridCol>
              </a:tblGrid>
              <a:tr h="370497">
                <a:tc>
                  <a:txBody>
                    <a:bodyPr/>
                    <a:lstStyle/>
                    <a:p>
                      <a:r>
                        <a:rPr lang="en-US" sz="1300" b="0" dirty="0">
                          <a:solidFill>
                            <a:srgbClr val="20282F"/>
                          </a:solidFill>
                        </a:rPr>
                        <a:t>Starting Network ID</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b="0" dirty="0">
                          <a:solidFill>
                            <a:srgbClr val="20282F"/>
                          </a:solidFill>
                        </a:rPr>
                        <a:t>192.168.89.0</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92889036"/>
                  </a:ext>
                </a:extLst>
              </a:tr>
              <a:tr h="370497">
                <a:tc>
                  <a:txBody>
                    <a:bodyPr/>
                    <a:lstStyle/>
                    <a:p>
                      <a:r>
                        <a:rPr lang="en-US" sz="1300" dirty="0">
                          <a:solidFill>
                            <a:srgbClr val="20282F"/>
                          </a:solidFill>
                        </a:rPr>
                        <a:t>Starting Subnet mask</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dirty="0">
                          <a:solidFill>
                            <a:srgbClr val="20282F"/>
                          </a:solidFill>
                        </a:rPr>
                        <a:t>255.255.255.0</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02843430"/>
                  </a:ext>
                </a:extLst>
              </a:tr>
              <a:tr h="370497">
                <a:tc>
                  <a:txBody>
                    <a:bodyPr/>
                    <a:lstStyle/>
                    <a:p>
                      <a:r>
                        <a:rPr lang="en-US" sz="1300" dirty="0">
                          <a:solidFill>
                            <a:srgbClr val="20282F"/>
                          </a:solidFill>
                        </a:rPr>
                        <a:t>Starting Network ID in binary</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dirty="0">
                          <a:solidFill>
                            <a:srgbClr val="20282F"/>
                          </a:solidFill>
                          <a:highlight>
                            <a:srgbClr val="FFFF00"/>
                          </a:highlight>
                        </a:rPr>
                        <a:t>11000000.10101000.01011001</a:t>
                      </a:r>
                      <a:r>
                        <a:rPr lang="en-US" sz="1300" dirty="0">
                          <a:solidFill>
                            <a:srgbClr val="20282F"/>
                          </a:solidFill>
                        </a:rPr>
                        <a:t>.00000000</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82605539"/>
                  </a:ext>
                </a:extLst>
              </a:tr>
            </a:tbl>
          </a:graphicData>
        </a:graphic>
      </p:graphicFrame>
      <p:graphicFrame>
        <p:nvGraphicFramePr>
          <p:cNvPr id="8" name="Table 7">
            <a:extLst>
              <a:ext uri="{FF2B5EF4-FFF2-40B4-BE49-F238E27FC236}">
                <a16:creationId xmlns:a16="http://schemas.microsoft.com/office/drawing/2014/main" id="{A65402F7-54E7-37DC-72FB-94A1A05CF76C}"/>
              </a:ext>
            </a:extLst>
          </p:cNvPr>
          <p:cNvGraphicFramePr>
            <a:graphicFrameLocks noGrp="1"/>
          </p:cNvGraphicFramePr>
          <p:nvPr>
            <p:extLst>
              <p:ext uri="{D42A27DB-BD31-4B8C-83A1-F6EECF244321}">
                <p14:modId xmlns:p14="http://schemas.microsoft.com/office/powerpoint/2010/main" val="171841878"/>
              </p:ext>
            </p:extLst>
          </p:nvPr>
        </p:nvGraphicFramePr>
        <p:xfrm>
          <a:off x="921102" y="2701353"/>
          <a:ext cx="7301796" cy="1847890"/>
        </p:xfrm>
        <a:graphic>
          <a:graphicData uri="http://schemas.openxmlformats.org/drawingml/2006/table">
            <a:tbl>
              <a:tblPr firstRow="1" bandRow="1">
                <a:tableStyleId>{0505E3EF-67EA-436B-97B2-0124C06EBD24}</a:tableStyleId>
              </a:tblPr>
              <a:tblGrid>
                <a:gridCol w="3650898">
                  <a:extLst>
                    <a:ext uri="{9D8B030D-6E8A-4147-A177-3AD203B41FA5}">
                      <a16:colId xmlns:a16="http://schemas.microsoft.com/office/drawing/2014/main" val="2907089385"/>
                    </a:ext>
                  </a:extLst>
                </a:gridCol>
                <a:gridCol w="3650898">
                  <a:extLst>
                    <a:ext uri="{9D8B030D-6E8A-4147-A177-3AD203B41FA5}">
                      <a16:colId xmlns:a16="http://schemas.microsoft.com/office/drawing/2014/main" val="1768186666"/>
                    </a:ext>
                  </a:extLst>
                </a:gridCol>
              </a:tblGrid>
              <a:tr h="502201">
                <a:tc>
                  <a:txBody>
                    <a:bodyPr/>
                    <a:lstStyle/>
                    <a:p>
                      <a:r>
                        <a:rPr lang="en-US" sz="1300" b="1" dirty="0">
                          <a:solidFill>
                            <a:srgbClr val="20282F"/>
                          </a:solidFill>
                        </a:rPr>
                        <a:t>Borrow two bits from the host to </a:t>
                      </a:r>
                      <a:br>
                        <a:rPr lang="en-US" sz="1300" b="1" dirty="0">
                          <a:solidFill>
                            <a:srgbClr val="20282F"/>
                          </a:solidFill>
                        </a:rPr>
                      </a:br>
                      <a:r>
                        <a:rPr lang="en-US" sz="1300" b="1" dirty="0">
                          <a:solidFill>
                            <a:srgbClr val="20282F"/>
                          </a:solidFill>
                        </a:rPr>
                        <a:t>give to the network</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300" b="0" dirty="0">
                        <a:solidFill>
                          <a:srgbClr val="20282F"/>
                        </a:solidFill>
                      </a:endParaRP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92889036"/>
                  </a:ext>
                </a:extLst>
              </a:tr>
              <a:tr h="370497">
                <a:tc>
                  <a:txBody>
                    <a:bodyPr/>
                    <a:lstStyle/>
                    <a:p>
                      <a:r>
                        <a:rPr lang="en-US" sz="1300" b="1" dirty="0">
                          <a:solidFill>
                            <a:srgbClr val="20282F"/>
                          </a:solidFill>
                        </a:rPr>
                        <a:t>What is the new network ID for the second Subnet?</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300" dirty="0">
                        <a:solidFill>
                          <a:srgbClr val="20282F"/>
                        </a:solidFill>
                      </a:endParaRP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02843430"/>
                  </a:ext>
                </a:extLst>
              </a:tr>
              <a:tr h="370497">
                <a:tc>
                  <a:txBody>
                    <a:bodyPr/>
                    <a:lstStyle/>
                    <a:p>
                      <a:r>
                        <a:rPr lang="en-US" sz="1300" b="1" dirty="0">
                          <a:solidFill>
                            <a:srgbClr val="20282F"/>
                          </a:solidFill>
                        </a:rPr>
                        <a:t>What is the range of IP addresses for </a:t>
                      </a:r>
                      <a:br>
                        <a:rPr lang="en-US" sz="1300" b="1" dirty="0">
                          <a:solidFill>
                            <a:srgbClr val="20282F"/>
                          </a:solidFill>
                        </a:rPr>
                      </a:br>
                      <a:r>
                        <a:rPr lang="en-US" sz="1300" b="1" dirty="0">
                          <a:solidFill>
                            <a:srgbClr val="20282F"/>
                          </a:solidFill>
                        </a:rPr>
                        <a:t>the second Subnet?</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300" dirty="0">
                        <a:solidFill>
                          <a:srgbClr val="20282F"/>
                        </a:solidFill>
                      </a:endParaRP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08377392"/>
                  </a:ext>
                </a:extLst>
              </a:tr>
              <a:tr h="37049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b="1" dirty="0">
                          <a:solidFill>
                            <a:srgbClr val="20282F"/>
                          </a:solidFill>
                        </a:rPr>
                        <a:t>What is the new Subnet mask?</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300" dirty="0">
                        <a:solidFill>
                          <a:srgbClr val="20282F"/>
                        </a:solidFill>
                      </a:endParaRP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88901258"/>
                  </a:ext>
                </a:extLst>
              </a:tr>
            </a:tbl>
          </a:graphicData>
        </a:graphic>
      </p:graphicFrame>
    </p:spTree>
    <p:extLst>
      <p:ext uri="{BB962C8B-B14F-4D97-AF65-F5344CB8AC3E}">
        <p14:creationId xmlns:p14="http://schemas.microsoft.com/office/powerpoint/2010/main" val="29755978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F1610-3CCD-8CC1-5F87-4408CFB52963}"/>
              </a:ext>
            </a:extLst>
          </p:cNvPr>
          <p:cNvSpPr>
            <a:spLocks noGrp="1"/>
          </p:cNvSpPr>
          <p:nvPr>
            <p:ph type="title"/>
          </p:nvPr>
        </p:nvSpPr>
        <p:spPr/>
        <p:txBody>
          <a:bodyPr>
            <a:normAutofit fontScale="90000"/>
          </a:bodyPr>
          <a:lstStyle/>
          <a:p>
            <a:r>
              <a:rPr lang="en-US" dirty="0"/>
              <a:t>Activity: Classless Addressing</a:t>
            </a:r>
          </a:p>
        </p:txBody>
      </p:sp>
      <p:sp>
        <p:nvSpPr>
          <p:cNvPr id="3" name="Slide Number Placeholder 2">
            <a:extLst>
              <a:ext uri="{FF2B5EF4-FFF2-40B4-BE49-F238E27FC236}">
                <a16:creationId xmlns:a16="http://schemas.microsoft.com/office/drawing/2014/main" id="{C3A265E2-580E-9192-30BD-053C6E7A3C9D}"/>
              </a:ext>
            </a:extLst>
          </p:cNvPr>
          <p:cNvSpPr>
            <a:spLocks noGrp="1"/>
          </p:cNvSpPr>
          <p:nvPr>
            <p:ph type="sldNum" sz="quarter" idx="12"/>
          </p:nvPr>
        </p:nvSpPr>
        <p:spPr/>
        <p:txBody>
          <a:bodyPr/>
          <a:lstStyle/>
          <a:p>
            <a:fld id="{64537577-822C-42C9-B1FE-62AC5F07B59D}" type="slidenum">
              <a:rPr lang="en-US" smtClean="0"/>
              <a:t>35</a:t>
            </a:fld>
            <a:endParaRPr lang="en-US" dirty="0"/>
          </a:p>
        </p:txBody>
      </p:sp>
      <p:sp>
        <p:nvSpPr>
          <p:cNvPr id="4" name="Footer Placeholder 3">
            <a:extLst>
              <a:ext uri="{FF2B5EF4-FFF2-40B4-BE49-F238E27FC236}">
                <a16:creationId xmlns:a16="http://schemas.microsoft.com/office/drawing/2014/main" id="{183132E9-9985-B43B-12A7-8A24694CBF53}"/>
              </a:ext>
            </a:extLst>
          </p:cNvPr>
          <p:cNvSpPr>
            <a:spLocks noGrp="1"/>
          </p:cNvSpPr>
          <p:nvPr>
            <p:ph type="ftr" sz="quarter" idx="3"/>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graphicFrame>
        <p:nvGraphicFramePr>
          <p:cNvPr id="7" name="Table 6">
            <a:extLst>
              <a:ext uri="{FF2B5EF4-FFF2-40B4-BE49-F238E27FC236}">
                <a16:creationId xmlns:a16="http://schemas.microsoft.com/office/drawing/2014/main" id="{DCE40D00-1337-67C9-748F-A39C7B798CBD}"/>
              </a:ext>
            </a:extLst>
          </p:cNvPr>
          <p:cNvGraphicFramePr>
            <a:graphicFrameLocks noGrp="1"/>
          </p:cNvGraphicFramePr>
          <p:nvPr>
            <p:extLst>
              <p:ext uri="{D42A27DB-BD31-4B8C-83A1-F6EECF244321}">
                <p14:modId xmlns:p14="http://schemas.microsoft.com/office/powerpoint/2010/main" val="1845957631"/>
              </p:ext>
            </p:extLst>
          </p:nvPr>
        </p:nvGraphicFramePr>
        <p:xfrm>
          <a:off x="921102" y="1355563"/>
          <a:ext cx="7301796" cy="1111491"/>
        </p:xfrm>
        <a:graphic>
          <a:graphicData uri="http://schemas.openxmlformats.org/drawingml/2006/table">
            <a:tbl>
              <a:tblPr firstRow="1" bandRow="1">
                <a:tableStyleId>{0505E3EF-67EA-436B-97B2-0124C06EBD24}</a:tableStyleId>
              </a:tblPr>
              <a:tblGrid>
                <a:gridCol w="3650898">
                  <a:extLst>
                    <a:ext uri="{9D8B030D-6E8A-4147-A177-3AD203B41FA5}">
                      <a16:colId xmlns:a16="http://schemas.microsoft.com/office/drawing/2014/main" val="2907089385"/>
                    </a:ext>
                  </a:extLst>
                </a:gridCol>
                <a:gridCol w="3650898">
                  <a:extLst>
                    <a:ext uri="{9D8B030D-6E8A-4147-A177-3AD203B41FA5}">
                      <a16:colId xmlns:a16="http://schemas.microsoft.com/office/drawing/2014/main" val="1768186666"/>
                    </a:ext>
                  </a:extLst>
                </a:gridCol>
              </a:tblGrid>
              <a:tr h="370497">
                <a:tc>
                  <a:txBody>
                    <a:bodyPr/>
                    <a:lstStyle/>
                    <a:p>
                      <a:r>
                        <a:rPr lang="en-US" sz="1300" b="0" dirty="0">
                          <a:solidFill>
                            <a:srgbClr val="20282F"/>
                          </a:solidFill>
                        </a:rPr>
                        <a:t>Starting Network ID</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b="0" dirty="0">
                          <a:solidFill>
                            <a:srgbClr val="20282F"/>
                          </a:solidFill>
                        </a:rPr>
                        <a:t>192.168.89.0</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92889036"/>
                  </a:ext>
                </a:extLst>
              </a:tr>
              <a:tr h="370497">
                <a:tc>
                  <a:txBody>
                    <a:bodyPr/>
                    <a:lstStyle/>
                    <a:p>
                      <a:r>
                        <a:rPr lang="en-US" sz="1300" dirty="0">
                          <a:solidFill>
                            <a:srgbClr val="20282F"/>
                          </a:solidFill>
                        </a:rPr>
                        <a:t>Starting Subnet mask</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dirty="0">
                          <a:solidFill>
                            <a:srgbClr val="20282F"/>
                          </a:solidFill>
                        </a:rPr>
                        <a:t>255.255.255.0</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02843430"/>
                  </a:ext>
                </a:extLst>
              </a:tr>
              <a:tr h="370497">
                <a:tc>
                  <a:txBody>
                    <a:bodyPr/>
                    <a:lstStyle/>
                    <a:p>
                      <a:r>
                        <a:rPr lang="en-US" sz="1300" dirty="0">
                          <a:solidFill>
                            <a:srgbClr val="20282F"/>
                          </a:solidFill>
                        </a:rPr>
                        <a:t>Starting Network ID in binary</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dirty="0">
                          <a:solidFill>
                            <a:srgbClr val="20282F"/>
                          </a:solidFill>
                          <a:highlight>
                            <a:srgbClr val="FFFF00"/>
                          </a:highlight>
                        </a:rPr>
                        <a:t>11000000.10101000.01011001</a:t>
                      </a:r>
                      <a:r>
                        <a:rPr lang="en-US" sz="1300" dirty="0">
                          <a:solidFill>
                            <a:srgbClr val="20282F"/>
                          </a:solidFill>
                        </a:rPr>
                        <a:t>.00000000</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82605539"/>
                  </a:ext>
                </a:extLst>
              </a:tr>
            </a:tbl>
          </a:graphicData>
        </a:graphic>
      </p:graphicFrame>
      <p:graphicFrame>
        <p:nvGraphicFramePr>
          <p:cNvPr id="8" name="Table 7">
            <a:extLst>
              <a:ext uri="{FF2B5EF4-FFF2-40B4-BE49-F238E27FC236}">
                <a16:creationId xmlns:a16="http://schemas.microsoft.com/office/drawing/2014/main" id="{A65402F7-54E7-37DC-72FB-94A1A05CF76C}"/>
              </a:ext>
            </a:extLst>
          </p:cNvPr>
          <p:cNvGraphicFramePr>
            <a:graphicFrameLocks noGrp="1"/>
          </p:cNvGraphicFramePr>
          <p:nvPr>
            <p:extLst>
              <p:ext uri="{D42A27DB-BD31-4B8C-83A1-F6EECF244321}">
                <p14:modId xmlns:p14="http://schemas.microsoft.com/office/powerpoint/2010/main" val="4243413231"/>
              </p:ext>
            </p:extLst>
          </p:nvPr>
        </p:nvGraphicFramePr>
        <p:xfrm>
          <a:off x="921102" y="2683938"/>
          <a:ext cx="7301796" cy="1847890"/>
        </p:xfrm>
        <a:graphic>
          <a:graphicData uri="http://schemas.openxmlformats.org/drawingml/2006/table">
            <a:tbl>
              <a:tblPr firstRow="1" bandRow="1">
                <a:tableStyleId>{0505E3EF-67EA-436B-97B2-0124C06EBD24}</a:tableStyleId>
              </a:tblPr>
              <a:tblGrid>
                <a:gridCol w="3650898">
                  <a:extLst>
                    <a:ext uri="{9D8B030D-6E8A-4147-A177-3AD203B41FA5}">
                      <a16:colId xmlns:a16="http://schemas.microsoft.com/office/drawing/2014/main" val="2907089385"/>
                    </a:ext>
                  </a:extLst>
                </a:gridCol>
                <a:gridCol w="3650898">
                  <a:extLst>
                    <a:ext uri="{9D8B030D-6E8A-4147-A177-3AD203B41FA5}">
                      <a16:colId xmlns:a16="http://schemas.microsoft.com/office/drawing/2014/main" val="1768186666"/>
                    </a:ext>
                  </a:extLst>
                </a:gridCol>
              </a:tblGrid>
              <a:tr h="502201">
                <a:tc>
                  <a:txBody>
                    <a:bodyPr/>
                    <a:lstStyle/>
                    <a:p>
                      <a:r>
                        <a:rPr lang="en-US" sz="1300" b="1" dirty="0">
                          <a:solidFill>
                            <a:srgbClr val="20282F"/>
                          </a:solidFill>
                        </a:rPr>
                        <a:t>Borrow two bits from the host to </a:t>
                      </a:r>
                      <a:br>
                        <a:rPr lang="en-US" sz="1300" b="1" dirty="0">
                          <a:solidFill>
                            <a:srgbClr val="20282F"/>
                          </a:solidFill>
                        </a:rPr>
                      </a:br>
                      <a:r>
                        <a:rPr lang="en-US" sz="1300" b="1" dirty="0">
                          <a:solidFill>
                            <a:srgbClr val="20282F"/>
                          </a:solidFill>
                        </a:rPr>
                        <a:t>give to the network</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b="1" kern="1200" dirty="0">
                          <a:solidFill>
                            <a:srgbClr val="20282F"/>
                          </a:solidFill>
                          <a:highlight>
                            <a:srgbClr val="FFFF00"/>
                          </a:highlight>
                          <a:latin typeface="+mn-lt"/>
                          <a:ea typeface="+mn-ea"/>
                          <a:cs typeface="+mn-cs"/>
                        </a:rPr>
                        <a:t>11000000.10101000.01011001.00</a:t>
                      </a:r>
                      <a:r>
                        <a:rPr lang="en-US" sz="1300" b="1" kern="1200" dirty="0">
                          <a:solidFill>
                            <a:srgbClr val="20282F"/>
                          </a:solidFill>
                          <a:latin typeface="+mn-lt"/>
                          <a:ea typeface="+mn-ea"/>
                          <a:cs typeface="+mn-cs"/>
                        </a:rPr>
                        <a:t>0</a:t>
                      </a:r>
                      <a:r>
                        <a:rPr lang="en-US" sz="1300" b="1" dirty="0">
                          <a:solidFill>
                            <a:srgbClr val="20282F"/>
                          </a:solidFill>
                        </a:rPr>
                        <a:t>00000</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92889036"/>
                  </a:ext>
                </a:extLst>
              </a:tr>
              <a:tr h="370497">
                <a:tc>
                  <a:txBody>
                    <a:bodyPr/>
                    <a:lstStyle/>
                    <a:p>
                      <a:r>
                        <a:rPr lang="en-US" sz="1300" b="1" dirty="0">
                          <a:solidFill>
                            <a:srgbClr val="20282F"/>
                          </a:solidFill>
                        </a:rPr>
                        <a:t>What is the new network ID for the second Subnet?</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b="1" dirty="0">
                          <a:solidFill>
                            <a:srgbClr val="20282F"/>
                          </a:solidFill>
                        </a:rPr>
                        <a:t>192.168.89.64</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02843430"/>
                  </a:ext>
                </a:extLst>
              </a:tr>
              <a:tr h="370497">
                <a:tc>
                  <a:txBody>
                    <a:bodyPr/>
                    <a:lstStyle/>
                    <a:p>
                      <a:r>
                        <a:rPr lang="en-US" sz="1300" b="1" dirty="0">
                          <a:solidFill>
                            <a:srgbClr val="20282F"/>
                          </a:solidFill>
                        </a:rPr>
                        <a:t>What is the range of IP addresses for the second Subnet?</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b="1" dirty="0">
                          <a:solidFill>
                            <a:srgbClr val="20282F"/>
                          </a:solidFill>
                        </a:rPr>
                        <a:t>192.168.89.65 to 192.168.89.126</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08377392"/>
                  </a:ext>
                </a:extLst>
              </a:tr>
              <a:tr h="37049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b="1" dirty="0">
                          <a:solidFill>
                            <a:srgbClr val="20282F"/>
                          </a:solidFill>
                        </a:rPr>
                        <a:t>What is the new Subnet mask?</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b="1" dirty="0">
                          <a:solidFill>
                            <a:srgbClr val="20282F"/>
                          </a:solidFill>
                        </a:rPr>
                        <a:t>255.255.255.192 or 192.168.89.192 /26</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88901258"/>
                  </a:ext>
                </a:extLst>
              </a:tr>
            </a:tbl>
          </a:graphicData>
        </a:graphic>
      </p:graphicFrame>
    </p:spTree>
    <p:extLst>
      <p:ext uri="{BB962C8B-B14F-4D97-AF65-F5344CB8AC3E}">
        <p14:creationId xmlns:p14="http://schemas.microsoft.com/office/powerpoint/2010/main" val="11212271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p:txBody>
          <a:bodyPr/>
          <a:lstStyle/>
          <a:p>
            <a:r>
              <a:rPr lang="en-US" dirty="0"/>
              <a:t>Lesson 4.4</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p:txBody>
          <a:bodyPr/>
          <a:lstStyle/>
          <a:p>
            <a:r>
              <a:rPr lang="en-US" dirty="0"/>
              <a:t>IP Troubleshooting Tools</a:t>
            </a:r>
          </a:p>
        </p:txBody>
      </p:sp>
      <p:sp>
        <p:nvSpPr>
          <p:cNvPr id="5" name="Slide Number Placeholder 4">
            <a:extLst>
              <a:ext uri="{FF2B5EF4-FFF2-40B4-BE49-F238E27FC236}">
                <a16:creationId xmlns:a16="http://schemas.microsoft.com/office/drawing/2014/main" id="{4377A3E9-335F-A4C9-1F1A-8524F825511D}"/>
              </a:ext>
            </a:extLst>
          </p:cNvPr>
          <p:cNvSpPr>
            <a:spLocks noGrp="1"/>
          </p:cNvSpPr>
          <p:nvPr>
            <p:ph type="sldNum" sz="quarter" idx="12"/>
          </p:nvPr>
        </p:nvSpPr>
        <p:spPr/>
        <p:txBody>
          <a:bodyPr/>
          <a:lstStyle/>
          <a:p>
            <a:fld id="{64537577-822C-42C9-B1FE-62AC5F07B59D}" type="slidenum">
              <a:rPr lang="en-US" smtClean="0"/>
              <a:t>36</a:t>
            </a:fld>
            <a:endParaRPr lang="en-US" dirty="0"/>
          </a:p>
        </p:txBody>
      </p:sp>
      <p:sp>
        <p:nvSpPr>
          <p:cNvPr id="6" name="Footer Placeholder 5">
            <a:extLst>
              <a:ext uri="{FF2B5EF4-FFF2-40B4-BE49-F238E27FC236}">
                <a16:creationId xmlns:a16="http://schemas.microsoft.com/office/drawing/2014/main" id="{00637D08-2F55-3655-2643-5BC055FE079B}"/>
              </a:ext>
            </a:extLst>
          </p:cNvPr>
          <p:cNvSpPr>
            <a:spLocks noGrp="1"/>
          </p:cNvSpPr>
          <p:nvPr>
            <p:ph type="ftr" sz="quarter" idx="3"/>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34325358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FB419-8828-2E2A-8CBE-387CB391A473}"/>
              </a:ext>
            </a:extLst>
          </p:cNvPr>
          <p:cNvSpPr>
            <a:spLocks noGrp="1"/>
          </p:cNvSpPr>
          <p:nvPr>
            <p:ph type="title"/>
          </p:nvPr>
        </p:nvSpPr>
        <p:spPr>
          <a:xfrm>
            <a:off x="628649" y="584942"/>
            <a:ext cx="7886699" cy="572790"/>
          </a:xfrm>
        </p:spPr>
        <p:txBody>
          <a:bodyPr>
            <a:normAutofit fontScale="90000"/>
          </a:bodyPr>
          <a:lstStyle/>
          <a:p>
            <a:r>
              <a:rPr lang="en-US" dirty="0"/>
              <a:t>ipconfig</a:t>
            </a:r>
          </a:p>
        </p:txBody>
      </p:sp>
      <p:sp>
        <p:nvSpPr>
          <p:cNvPr id="3" name="Slide Number Placeholder 2">
            <a:extLst>
              <a:ext uri="{FF2B5EF4-FFF2-40B4-BE49-F238E27FC236}">
                <a16:creationId xmlns:a16="http://schemas.microsoft.com/office/drawing/2014/main" id="{ABBB8A77-51C1-3AD8-5717-51B8BF7DB3E8}"/>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37</a:t>
            </a:fld>
            <a:endParaRPr lang="en-US" dirty="0"/>
          </a:p>
        </p:txBody>
      </p:sp>
      <p:sp>
        <p:nvSpPr>
          <p:cNvPr id="4" name="Footer Placeholder 3">
            <a:extLst>
              <a:ext uri="{FF2B5EF4-FFF2-40B4-BE49-F238E27FC236}">
                <a16:creationId xmlns:a16="http://schemas.microsoft.com/office/drawing/2014/main" id="{B8B6B90C-8D5C-C7BE-9883-6361AF6E0004}"/>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1" name="Content Placeholder 10">
            <a:extLst>
              <a:ext uri="{FF2B5EF4-FFF2-40B4-BE49-F238E27FC236}">
                <a16:creationId xmlns:a16="http://schemas.microsoft.com/office/drawing/2014/main" id="{6911B3FA-1952-1E48-D12F-BB02B2B9602D}"/>
              </a:ext>
            </a:extLst>
          </p:cNvPr>
          <p:cNvGraphicFramePr>
            <a:graphicFrameLocks noGrp="1"/>
          </p:cNvGraphicFramePr>
          <p:nvPr>
            <p:ph idx="1"/>
            <p:extLst>
              <p:ext uri="{D42A27DB-BD31-4B8C-83A1-F6EECF244321}">
                <p14:modId xmlns:p14="http://schemas.microsoft.com/office/powerpoint/2010/main" val="789682557"/>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602344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F14A6-D7D2-87E5-7FE0-9D04969E0EB0}"/>
              </a:ext>
            </a:extLst>
          </p:cNvPr>
          <p:cNvSpPr>
            <a:spLocks noGrp="1"/>
          </p:cNvSpPr>
          <p:nvPr>
            <p:ph type="title"/>
          </p:nvPr>
        </p:nvSpPr>
        <p:spPr>
          <a:xfrm>
            <a:off x="628649" y="584942"/>
            <a:ext cx="7886699" cy="572790"/>
          </a:xfrm>
        </p:spPr>
        <p:txBody>
          <a:bodyPr>
            <a:normAutofit fontScale="90000"/>
          </a:bodyPr>
          <a:lstStyle/>
          <a:p>
            <a:r>
              <a:rPr lang="en-US" dirty="0"/>
              <a:t>ifconfig and ip</a:t>
            </a:r>
          </a:p>
        </p:txBody>
      </p:sp>
      <p:sp>
        <p:nvSpPr>
          <p:cNvPr id="10" name="Content Placeholder 9">
            <a:extLst>
              <a:ext uri="{FF2B5EF4-FFF2-40B4-BE49-F238E27FC236}">
                <a16:creationId xmlns:a16="http://schemas.microsoft.com/office/drawing/2014/main" id="{AB4936DC-FBD7-56A2-B733-C4CE72BA042C}"/>
              </a:ext>
            </a:extLst>
          </p:cNvPr>
          <p:cNvSpPr>
            <a:spLocks noGrp="1"/>
          </p:cNvSpPr>
          <p:nvPr>
            <p:ph idx="1"/>
          </p:nvPr>
        </p:nvSpPr>
        <p:spPr/>
        <p:txBody>
          <a:bodyPr>
            <a:normAutofit lnSpcReduction="10000"/>
          </a:bodyPr>
          <a:lstStyle/>
          <a:p>
            <a:pPr>
              <a:spcAft>
                <a:spcPts val="600"/>
              </a:spcAft>
            </a:pPr>
            <a:r>
              <a:rPr lang="en-US" dirty="0"/>
              <a:t>Reports network interface configuration: </a:t>
            </a:r>
            <a:r>
              <a:rPr lang="en-US" b="1" dirty="0"/>
              <a:t>ip addr </a:t>
            </a:r>
            <a:r>
              <a:rPr lang="en-US" dirty="0"/>
              <a:t>(legacy is </a:t>
            </a:r>
            <a:r>
              <a:rPr lang="en-US" b="1" dirty="0"/>
              <a:t>ifconfig</a:t>
            </a:r>
            <a:r>
              <a:rPr lang="en-US" dirty="0"/>
              <a:t>)</a:t>
            </a:r>
          </a:p>
          <a:p>
            <a:pPr>
              <a:spcAft>
                <a:spcPts val="600"/>
              </a:spcAft>
            </a:pPr>
            <a:r>
              <a:rPr lang="en-US" dirty="0"/>
              <a:t>Single interface only: </a:t>
            </a:r>
            <a:r>
              <a:rPr lang="en-US" b="1" dirty="0"/>
              <a:t>ip addr show dev eth0</a:t>
            </a:r>
          </a:p>
          <a:p>
            <a:pPr>
              <a:spcAft>
                <a:spcPts val="600"/>
              </a:spcAft>
            </a:pPr>
            <a:r>
              <a:rPr lang="en-US" dirty="0"/>
              <a:t>Status of interfaces: </a:t>
            </a:r>
            <a:r>
              <a:rPr lang="en-US" b="1" dirty="0"/>
              <a:t>ip link</a:t>
            </a:r>
          </a:p>
          <a:p>
            <a:pPr>
              <a:spcAft>
                <a:spcPts val="600"/>
              </a:spcAft>
            </a:pPr>
            <a:r>
              <a:rPr lang="en-US" dirty="0"/>
              <a:t>Enable or disable an interface: </a:t>
            </a:r>
            <a:br>
              <a:rPr lang="en-US" dirty="0"/>
            </a:br>
            <a:r>
              <a:rPr lang="en-US" b="1" dirty="0"/>
              <a:t>ip link set eth0 up|down</a:t>
            </a:r>
          </a:p>
          <a:p>
            <a:pPr>
              <a:spcAft>
                <a:spcPts val="600"/>
              </a:spcAft>
            </a:pPr>
            <a:r>
              <a:rPr lang="en-US" dirty="0"/>
              <a:t>Modify the IP address configuration: </a:t>
            </a:r>
            <a:br>
              <a:rPr lang="en-US" dirty="0"/>
            </a:br>
            <a:r>
              <a:rPr lang="en-US" b="1" dirty="0"/>
              <a:t>ip addr add|delete</a:t>
            </a:r>
          </a:p>
          <a:p>
            <a:pPr>
              <a:spcAft>
                <a:spcPts val="600"/>
              </a:spcAft>
            </a:pPr>
            <a:endParaRPr lang="en-US" dirty="0"/>
          </a:p>
          <a:p>
            <a:pPr>
              <a:spcAft>
                <a:spcPts val="600"/>
              </a:spcAft>
            </a:pPr>
            <a:endParaRPr lang="en-US" dirty="0"/>
          </a:p>
        </p:txBody>
      </p:sp>
      <p:sp>
        <p:nvSpPr>
          <p:cNvPr id="3" name="Slide Number Placeholder 2">
            <a:extLst>
              <a:ext uri="{FF2B5EF4-FFF2-40B4-BE49-F238E27FC236}">
                <a16:creationId xmlns:a16="http://schemas.microsoft.com/office/drawing/2014/main" id="{53511C80-30B3-F32B-98D6-195E8EF764B6}"/>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38</a:t>
            </a:fld>
            <a:endParaRPr lang="en-US" dirty="0"/>
          </a:p>
        </p:txBody>
      </p:sp>
      <p:sp>
        <p:nvSpPr>
          <p:cNvPr id="4" name="Footer Placeholder 3">
            <a:extLst>
              <a:ext uri="{FF2B5EF4-FFF2-40B4-BE49-F238E27FC236}">
                <a16:creationId xmlns:a16="http://schemas.microsoft.com/office/drawing/2014/main" id="{99DC30C4-DEA1-F589-EE47-628459BF8E67}"/>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17071505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2F7EF-76C0-5A1D-BDFE-288D195D785E}"/>
              </a:ext>
            </a:extLst>
          </p:cNvPr>
          <p:cNvSpPr>
            <a:spLocks noGrp="1"/>
          </p:cNvSpPr>
          <p:nvPr>
            <p:ph type="title"/>
          </p:nvPr>
        </p:nvSpPr>
        <p:spPr>
          <a:xfrm>
            <a:off x="628649" y="584942"/>
            <a:ext cx="7886699" cy="572790"/>
          </a:xfrm>
        </p:spPr>
        <p:txBody>
          <a:bodyPr>
            <a:normAutofit fontScale="90000"/>
          </a:bodyPr>
          <a:lstStyle/>
          <a:p>
            <a:r>
              <a:rPr lang="en-US" dirty="0"/>
              <a:t>arp</a:t>
            </a:r>
          </a:p>
        </p:txBody>
      </p:sp>
      <p:sp>
        <p:nvSpPr>
          <p:cNvPr id="3" name="Slide Number Placeholder 2">
            <a:extLst>
              <a:ext uri="{FF2B5EF4-FFF2-40B4-BE49-F238E27FC236}">
                <a16:creationId xmlns:a16="http://schemas.microsoft.com/office/drawing/2014/main" id="{A2B70521-66DF-CC04-41C3-DF923B1E64C7}"/>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39</a:t>
            </a:fld>
            <a:endParaRPr lang="en-US" dirty="0"/>
          </a:p>
        </p:txBody>
      </p:sp>
      <p:sp>
        <p:nvSpPr>
          <p:cNvPr id="4" name="Footer Placeholder 3">
            <a:extLst>
              <a:ext uri="{FF2B5EF4-FFF2-40B4-BE49-F238E27FC236}">
                <a16:creationId xmlns:a16="http://schemas.microsoft.com/office/drawing/2014/main" id="{D569FF30-CAC8-5E06-0DEA-42BA8560AA3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1" name="Content Placeholder 10">
            <a:extLst>
              <a:ext uri="{FF2B5EF4-FFF2-40B4-BE49-F238E27FC236}">
                <a16:creationId xmlns:a16="http://schemas.microsoft.com/office/drawing/2014/main" id="{C1F48098-73D7-FA81-BA72-6CECC3569965}"/>
              </a:ext>
            </a:extLst>
          </p:cNvPr>
          <p:cNvGraphicFramePr>
            <a:graphicFrameLocks noGrp="1"/>
          </p:cNvGraphicFramePr>
          <p:nvPr>
            <p:ph idx="1"/>
            <p:extLst>
              <p:ext uri="{D42A27DB-BD31-4B8C-83A1-F6EECF244321}">
                <p14:modId xmlns:p14="http://schemas.microsoft.com/office/powerpoint/2010/main" val="1771251678"/>
              </p:ext>
            </p:extLst>
          </p:nvPr>
        </p:nvGraphicFramePr>
        <p:xfrm>
          <a:off x="628649" y="1157732"/>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291450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0DAFA-A49E-C577-6C75-2A23949C57B8}"/>
              </a:ext>
            </a:extLst>
          </p:cNvPr>
          <p:cNvSpPr>
            <a:spLocks noGrp="1"/>
          </p:cNvSpPr>
          <p:nvPr>
            <p:ph type="title"/>
          </p:nvPr>
        </p:nvSpPr>
        <p:spPr>
          <a:xfrm>
            <a:off x="628649" y="584942"/>
            <a:ext cx="7886699" cy="572790"/>
          </a:xfrm>
        </p:spPr>
        <p:txBody>
          <a:bodyPr>
            <a:normAutofit fontScale="90000"/>
          </a:bodyPr>
          <a:lstStyle/>
          <a:p>
            <a:r>
              <a:rPr lang="en-US" dirty="0"/>
              <a:t>ping</a:t>
            </a:r>
          </a:p>
        </p:txBody>
      </p:sp>
      <p:sp>
        <p:nvSpPr>
          <p:cNvPr id="3" name="Slide Number Placeholder 2">
            <a:extLst>
              <a:ext uri="{FF2B5EF4-FFF2-40B4-BE49-F238E27FC236}">
                <a16:creationId xmlns:a16="http://schemas.microsoft.com/office/drawing/2014/main" id="{26B3F742-84D0-6EB4-FEE9-42133A5A93A5}"/>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40</a:t>
            </a:fld>
            <a:endParaRPr lang="en-US" dirty="0"/>
          </a:p>
        </p:txBody>
      </p:sp>
      <p:sp>
        <p:nvSpPr>
          <p:cNvPr id="4" name="Footer Placeholder 3">
            <a:extLst>
              <a:ext uri="{FF2B5EF4-FFF2-40B4-BE49-F238E27FC236}">
                <a16:creationId xmlns:a16="http://schemas.microsoft.com/office/drawing/2014/main" id="{6CE5D45D-9B58-C47A-48FA-CEB769CDBE0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4" name="Content Placeholder 13">
            <a:extLst>
              <a:ext uri="{FF2B5EF4-FFF2-40B4-BE49-F238E27FC236}">
                <a16:creationId xmlns:a16="http://schemas.microsoft.com/office/drawing/2014/main" id="{0705020A-4C57-7349-F29B-610E2B1BFD9D}"/>
              </a:ext>
            </a:extLst>
          </p:cNvPr>
          <p:cNvGraphicFramePr>
            <a:graphicFrameLocks noGrp="1"/>
          </p:cNvGraphicFramePr>
          <p:nvPr>
            <p:ph idx="1"/>
            <p:extLst>
              <p:ext uri="{D42A27DB-BD31-4B8C-83A1-F6EECF244321}">
                <p14:modId xmlns:p14="http://schemas.microsoft.com/office/powerpoint/2010/main" val="2657000263"/>
              </p:ext>
            </p:extLst>
          </p:nvPr>
        </p:nvGraphicFramePr>
        <p:xfrm>
          <a:off x="628649" y="1157732"/>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864951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4.5</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IP version 6</a:t>
            </a:r>
          </a:p>
        </p:txBody>
      </p:sp>
      <p:sp>
        <p:nvSpPr>
          <p:cNvPr id="5" name="Slide Number Placeholder 4">
            <a:extLst>
              <a:ext uri="{FF2B5EF4-FFF2-40B4-BE49-F238E27FC236}">
                <a16:creationId xmlns:a16="http://schemas.microsoft.com/office/drawing/2014/main" id="{A568D908-27F8-266E-8E7C-270760C4CDDF}"/>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41</a:t>
            </a:fld>
            <a:endParaRPr lang="en-US" dirty="0"/>
          </a:p>
        </p:txBody>
      </p:sp>
      <p:sp>
        <p:nvSpPr>
          <p:cNvPr id="6" name="Footer Placeholder 5">
            <a:extLst>
              <a:ext uri="{FF2B5EF4-FFF2-40B4-BE49-F238E27FC236}">
                <a16:creationId xmlns:a16="http://schemas.microsoft.com/office/drawing/2014/main" id="{AEB76A1A-DD4D-97B0-1037-818F4D9438D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2542331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5B718-FEED-F53F-BD06-37033C5708BE}"/>
              </a:ext>
            </a:extLst>
          </p:cNvPr>
          <p:cNvSpPr>
            <a:spLocks noGrp="1"/>
          </p:cNvSpPr>
          <p:nvPr>
            <p:ph type="title"/>
          </p:nvPr>
        </p:nvSpPr>
        <p:spPr>
          <a:xfrm>
            <a:off x="628649" y="584942"/>
            <a:ext cx="7886699" cy="572790"/>
          </a:xfrm>
        </p:spPr>
        <p:txBody>
          <a:bodyPr>
            <a:normAutofit fontScale="90000"/>
          </a:bodyPr>
          <a:lstStyle/>
          <a:p>
            <a:r>
              <a:rPr lang="en-US" dirty="0"/>
              <a:t>IPv6 vs IPv4</a:t>
            </a:r>
          </a:p>
        </p:txBody>
      </p:sp>
      <p:sp>
        <p:nvSpPr>
          <p:cNvPr id="3" name="Slide Number Placeholder 2">
            <a:extLst>
              <a:ext uri="{FF2B5EF4-FFF2-40B4-BE49-F238E27FC236}">
                <a16:creationId xmlns:a16="http://schemas.microsoft.com/office/drawing/2014/main" id="{0462BBC8-5BF0-C81C-5DE8-9DC71A94781E}"/>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42</a:t>
            </a:fld>
            <a:endParaRPr lang="en-US" dirty="0"/>
          </a:p>
        </p:txBody>
      </p:sp>
      <p:sp>
        <p:nvSpPr>
          <p:cNvPr id="4" name="Footer Placeholder 3">
            <a:extLst>
              <a:ext uri="{FF2B5EF4-FFF2-40B4-BE49-F238E27FC236}">
                <a16:creationId xmlns:a16="http://schemas.microsoft.com/office/drawing/2014/main" id="{14E9FA24-6CBE-D245-5FB1-95BDA48369C8}"/>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0" name="Content Placeholder 9">
            <a:extLst>
              <a:ext uri="{FF2B5EF4-FFF2-40B4-BE49-F238E27FC236}">
                <a16:creationId xmlns:a16="http://schemas.microsoft.com/office/drawing/2014/main" id="{D3EE7190-6092-D350-32FE-9C61E0993A37}"/>
              </a:ext>
            </a:extLst>
          </p:cNvPr>
          <p:cNvGraphicFramePr>
            <a:graphicFrameLocks noGrp="1"/>
          </p:cNvGraphicFramePr>
          <p:nvPr>
            <p:ph idx="1"/>
            <p:extLst>
              <p:ext uri="{D42A27DB-BD31-4B8C-83A1-F6EECF244321}">
                <p14:modId xmlns:p14="http://schemas.microsoft.com/office/powerpoint/2010/main" val="1104823349"/>
              </p:ext>
            </p:extLst>
          </p:nvPr>
        </p:nvGraphicFramePr>
        <p:xfrm>
          <a:off x="613109" y="1520825"/>
          <a:ext cx="7917777" cy="1974742"/>
        </p:xfrm>
        <a:graphic>
          <a:graphicData uri="http://schemas.openxmlformats.org/drawingml/2006/table">
            <a:tbl>
              <a:tblPr firstRow="1" bandRow="1">
                <a:tableStyleId>{5C22544A-7EE6-4342-B048-85BDC9FD1C3A}</a:tableStyleId>
              </a:tblPr>
              <a:tblGrid>
                <a:gridCol w="1519764">
                  <a:extLst>
                    <a:ext uri="{9D8B030D-6E8A-4147-A177-3AD203B41FA5}">
                      <a16:colId xmlns:a16="http://schemas.microsoft.com/office/drawing/2014/main" val="2947032643"/>
                    </a:ext>
                  </a:extLst>
                </a:gridCol>
                <a:gridCol w="2260882">
                  <a:extLst>
                    <a:ext uri="{9D8B030D-6E8A-4147-A177-3AD203B41FA5}">
                      <a16:colId xmlns:a16="http://schemas.microsoft.com/office/drawing/2014/main" val="375382700"/>
                    </a:ext>
                  </a:extLst>
                </a:gridCol>
                <a:gridCol w="4137131">
                  <a:extLst>
                    <a:ext uri="{9D8B030D-6E8A-4147-A177-3AD203B41FA5}">
                      <a16:colId xmlns:a16="http://schemas.microsoft.com/office/drawing/2014/main" val="3227414142"/>
                    </a:ext>
                  </a:extLst>
                </a:gridCol>
              </a:tblGrid>
              <a:tr h="419181">
                <a:tc>
                  <a:txBody>
                    <a:bodyPr/>
                    <a:lstStyle/>
                    <a:p>
                      <a:r>
                        <a:rPr lang="en-US" sz="1500" b="0" dirty="0"/>
                        <a:t>Comparison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r>
                        <a:rPr lang="en-US" sz="1500" b="0" dirty="0"/>
                        <a:t>IP Version 4</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a:txBody>
                    <a:bodyPr/>
                    <a:lstStyle/>
                    <a:p>
                      <a:r>
                        <a:rPr lang="en-US" sz="1500" b="0" dirty="0"/>
                        <a:t>IP Version 6</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extLst>
                  <a:ext uri="{0D108BD9-81ED-4DB2-BD59-A6C34878D82A}">
                    <a16:rowId xmlns:a16="http://schemas.microsoft.com/office/drawing/2014/main" val="303302488"/>
                  </a:ext>
                </a:extLst>
              </a:tr>
              <a:tr h="568190">
                <a:tc>
                  <a:txBody>
                    <a:bodyPr/>
                    <a:lstStyle/>
                    <a:p>
                      <a:r>
                        <a:rPr lang="en-US" sz="1500" b="0" dirty="0">
                          <a:solidFill>
                            <a:srgbClr val="20282F"/>
                          </a:solidFill>
                        </a:rPr>
                        <a:t>Address format</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300" dirty="0">
                          <a:solidFill>
                            <a:srgbClr val="20282F"/>
                          </a:solidFill>
                        </a:rPr>
                        <a:t>Dotted decimal format (192.168.1.1)</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300" dirty="0">
                          <a:solidFill>
                            <a:srgbClr val="20282F"/>
                          </a:solidFill>
                        </a:rPr>
                        <a:t>Hexadecimal format</a:t>
                      </a:r>
                    </a:p>
                    <a:p>
                      <a:r>
                        <a:rPr lang="en-US" sz="1300" dirty="0">
                          <a:solidFill>
                            <a:srgbClr val="20282F"/>
                          </a:solidFill>
                        </a:rPr>
                        <a:t>(</a:t>
                      </a:r>
                      <a:r>
                        <a:rPr lang="en-US" sz="1300" dirty="0">
                          <a:solidFill>
                            <a:srgbClr val="20282F"/>
                          </a:solidFill>
                          <a:effectLst/>
                        </a:rPr>
                        <a:t>2001:0db8:85a3:0000:0000:8a2e:0370:7334)</a:t>
                      </a:r>
                      <a:endParaRPr lang="en-US" sz="1300" dirty="0">
                        <a:solidFill>
                          <a:srgbClr val="20282F"/>
                        </a:solidFill>
                      </a:endParaRP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01973655"/>
                  </a:ext>
                </a:extLst>
              </a:tr>
              <a:tr h="419181">
                <a:tc>
                  <a:txBody>
                    <a:bodyPr/>
                    <a:lstStyle/>
                    <a:p>
                      <a:r>
                        <a:rPr lang="en-US" sz="1500" b="0" dirty="0">
                          <a:solidFill>
                            <a:srgbClr val="20282F"/>
                          </a:solidFill>
                        </a:rPr>
                        <a:t># of addresses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300" dirty="0">
                          <a:solidFill>
                            <a:srgbClr val="20282F"/>
                          </a:solidFill>
                        </a:rPr>
                        <a:t>4.3 billion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300" dirty="0">
                          <a:solidFill>
                            <a:srgbClr val="20282F"/>
                          </a:solidFill>
                        </a:rPr>
                        <a:t>340 undecillion (3.4 x 10^38)</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6527674"/>
                  </a:ext>
                </a:extLst>
              </a:tr>
              <a:tr h="568190">
                <a:tc>
                  <a:txBody>
                    <a:bodyPr/>
                    <a:lstStyle/>
                    <a:p>
                      <a:r>
                        <a:rPr lang="en-US" sz="1500" b="0" dirty="0">
                          <a:solidFill>
                            <a:srgbClr val="20282F"/>
                          </a:solidFill>
                        </a:rPr>
                        <a:t>Network and Host Portions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300" dirty="0">
                          <a:solidFill>
                            <a:srgbClr val="20282F"/>
                          </a:solidFill>
                        </a:rPr>
                        <a:t>Changes based on subnet mask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300" dirty="0">
                          <a:solidFill>
                            <a:srgbClr val="20282F"/>
                          </a:solidFill>
                        </a:rPr>
                        <a:t>First 64 bits are used for network ID.                     Second 64 bits are used for host ID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61600400"/>
                  </a:ext>
                </a:extLst>
              </a:tr>
            </a:tbl>
          </a:graphicData>
        </a:graphic>
      </p:graphicFrame>
    </p:spTree>
    <p:extLst>
      <p:ext uri="{BB962C8B-B14F-4D97-AF65-F5344CB8AC3E}">
        <p14:creationId xmlns:p14="http://schemas.microsoft.com/office/powerpoint/2010/main" val="35106936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B197F-CA7F-59B2-A8F0-5DD78520DE10}"/>
              </a:ext>
            </a:extLst>
          </p:cNvPr>
          <p:cNvSpPr>
            <a:spLocks noGrp="1"/>
          </p:cNvSpPr>
          <p:nvPr>
            <p:ph type="title"/>
          </p:nvPr>
        </p:nvSpPr>
        <p:spPr>
          <a:xfrm>
            <a:off x="628649" y="584942"/>
            <a:ext cx="7886699" cy="572790"/>
          </a:xfrm>
        </p:spPr>
        <p:txBody>
          <a:bodyPr>
            <a:normAutofit fontScale="90000"/>
          </a:bodyPr>
          <a:lstStyle/>
          <a:p>
            <a:r>
              <a:rPr lang="en-US" dirty="0"/>
              <a:t>IPv6 Address Format</a:t>
            </a:r>
          </a:p>
        </p:txBody>
      </p:sp>
      <p:sp>
        <p:nvSpPr>
          <p:cNvPr id="3" name="Slide Number Placeholder 2">
            <a:extLst>
              <a:ext uri="{FF2B5EF4-FFF2-40B4-BE49-F238E27FC236}">
                <a16:creationId xmlns:a16="http://schemas.microsoft.com/office/drawing/2014/main" id="{6A4244C9-DEF4-6B45-3AD3-4318F636882C}"/>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43</a:t>
            </a:fld>
            <a:endParaRPr lang="en-US" dirty="0"/>
          </a:p>
        </p:txBody>
      </p:sp>
      <p:sp>
        <p:nvSpPr>
          <p:cNvPr id="4" name="Footer Placeholder 3">
            <a:extLst>
              <a:ext uri="{FF2B5EF4-FFF2-40B4-BE49-F238E27FC236}">
                <a16:creationId xmlns:a16="http://schemas.microsoft.com/office/drawing/2014/main" id="{6076A725-63FD-D510-E9B9-38E3FD0C09AE}"/>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11" name="Content Placeholder 10">
            <a:extLst>
              <a:ext uri="{FF2B5EF4-FFF2-40B4-BE49-F238E27FC236}">
                <a16:creationId xmlns:a16="http://schemas.microsoft.com/office/drawing/2014/main" id="{77CE3CC9-5ADF-B1E5-12FF-A914946197B1}"/>
              </a:ext>
            </a:extLst>
          </p:cNvPr>
          <p:cNvGraphicFramePr>
            <a:graphicFrameLocks noGrp="1"/>
          </p:cNvGraphicFramePr>
          <p:nvPr>
            <p:ph idx="1"/>
            <p:extLst>
              <p:ext uri="{D42A27DB-BD31-4B8C-83A1-F6EECF244321}">
                <p14:modId xmlns:p14="http://schemas.microsoft.com/office/powerpoint/2010/main" val="882801965"/>
              </p:ext>
            </p:extLst>
          </p:nvPr>
        </p:nvGraphicFramePr>
        <p:xfrm>
          <a:off x="541061" y="1451156"/>
          <a:ext cx="8061873" cy="2024537"/>
        </p:xfrm>
        <a:graphic>
          <a:graphicData uri="http://schemas.openxmlformats.org/drawingml/2006/table">
            <a:tbl>
              <a:tblPr firstRow="1" bandRow="1">
                <a:tableStyleId>{0505E3EF-67EA-436B-97B2-0124C06EBD24}</a:tableStyleId>
              </a:tblPr>
              <a:tblGrid>
                <a:gridCol w="3240754">
                  <a:extLst>
                    <a:ext uri="{9D8B030D-6E8A-4147-A177-3AD203B41FA5}">
                      <a16:colId xmlns:a16="http://schemas.microsoft.com/office/drawing/2014/main" val="2947032643"/>
                    </a:ext>
                  </a:extLst>
                </a:gridCol>
                <a:gridCol w="4821119">
                  <a:extLst>
                    <a:ext uri="{9D8B030D-6E8A-4147-A177-3AD203B41FA5}">
                      <a16:colId xmlns:a16="http://schemas.microsoft.com/office/drawing/2014/main" val="375382700"/>
                    </a:ext>
                  </a:extLst>
                </a:gridCol>
              </a:tblGrid>
              <a:tr h="370497">
                <a:tc gridSpan="2">
                  <a:txBody>
                    <a:bodyPr/>
                    <a:lstStyle/>
                    <a:p>
                      <a:pPr algn="ctr"/>
                      <a:r>
                        <a:rPr lang="en-US" sz="1300" b="0" dirty="0">
                          <a:solidFill>
                            <a:schemeClr val="bg1"/>
                          </a:solidFill>
                        </a:rPr>
                        <a:t>Contains eight 16-bit numbers, with each double-byte expressed as 4 hex digits</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rgbClr val="004F70"/>
                    </a:solidFill>
                  </a:tcPr>
                </a:tc>
                <a:tc hMerge="1">
                  <a:txBody>
                    <a:bodyPr/>
                    <a:lstStyle/>
                    <a:p>
                      <a:endParaRPr lang="en-US" b="0"/>
                    </a:p>
                  </a:txBody>
                  <a:tcPr/>
                </a:tc>
                <a:extLst>
                  <a:ext uri="{0D108BD9-81ED-4DB2-BD59-A6C34878D82A}">
                    <a16:rowId xmlns:a16="http://schemas.microsoft.com/office/drawing/2014/main" val="303302488"/>
                  </a:ext>
                </a:extLst>
              </a:tr>
              <a:tr h="913046">
                <a:tc>
                  <a:txBody>
                    <a:bodyPr/>
                    <a:lstStyle/>
                    <a:p>
                      <a:r>
                        <a:rPr lang="en-US" sz="1300" b="0" dirty="0">
                          <a:solidFill>
                            <a:srgbClr val="20282F"/>
                          </a:solidFill>
                        </a:rPr>
                        <a:t>Binary Address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b="0" dirty="0">
                          <a:solidFill>
                            <a:srgbClr val="20282F"/>
                          </a:solidFill>
                        </a:rPr>
                        <a:t>0010 0000 0000 0001 : 0000 1101 1011 1000 : 0000 0000 0000 0000 : 0000 0000 0000 0000 : 0000 1010 1011 1100 : 0000 0000 0000 0000 : 1101 1110 1111 0000 : 0001 0010 0011 0100</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01973655"/>
                  </a:ext>
                </a:extLst>
              </a:tr>
              <a:tr h="370497">
                <a:tc>
                  <a:txBody>
                    <a:bodyPr/>
                    <a:lstStyle/>
                    <a:p>
                      <a:r>
                        <a:rPr lang="en-US" sz="1300" b="0" dirty="0">
                          <a:solidFill>
                            <a:srgbClr val="20282F"/>
                          </a:solidFill>
                        </a:rPr>
                        <a:t>Hex Notation </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300" b="0" dirty="0">
                          <a:solidFill>
                            <a:srgbClr val="20282F"/>
                          </a:solidFill>
                        </a:rPr>
                        <a:t>2001:0db8:0000:0000:0abc:0000:def0:1234</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6527674"/>
                  </a:ext>
                </a:extLst>
              </a:tr>
              <a:tr h="370497">
                <a:tc>
                  <a:txBody>
                    <a:bodyPr/>
                    <a:lstStyle/>
                    <a:p>
                      <a:r>
                        <a:rPr lang="en-US" sz="1300" b="0" dirty="0">
                          <a:solidFill>
                            <a:srgbClr val="20282F"/>
                          </a:solidFill>
                        </a:rPr>
                        <a:t>Canonical Notation</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r>
                        <a:rPr lang="en-US" sz="1300" b="0" dirty="0">
                          <a:solidFill>
                            <a:srgbClr val="20282F"/>
                          </a:solidFill>
                        </a:rPr>
                        <a:t>2001:db8::abc:0:def0:1234</a:t>
                      </a:r>
                    </a:p>
                  </a:txBody>
                  <a:tcPr marL="91355" marR="91355" marT="45678" marB="45678"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775340478"/>
                  </a:ext>
                </a:extLst>
              </a:tr>
            </a:tbl>
          </a:graphicData>
        </a:graphic>
      </p:graphicFrame>
    </p:spTree>
    <p:extLst>
      <p:ext uri="{BB962C8B-B14F-4D97-AF65-F5344CB8AC3E}">
        <p14:creationId xmlns:p14="http://schemas.microsoft.com/office/powerpoint/2010/main" val="23086729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5CC09-26AC-77C0-8ADD-36B5FC05D385}"/>
              </a:ext>
            </a:extLst>
          </p:cNvPr>
          <p:cNvSpPr>
            <a:spLocks noGrp="1"/>
          </p:cNvSpPr>
          <p:nvPr>
            <p:ph type="title"/>
          </p:nvPr>
        </p:nvSpPr>
        <p:spPr>
          <a:xfrm>
            <a:off x="628649" y="584942"/>
            <a:ext cx="7886699" cy="572790"/>
          </a:xfrm>
        </p:spPr>
        <p:txBody>
          <a:bodyPr>
            <a:normAutofit fontScale="90000"/>
          </a:bodyPr>
          <a:lstStyle/>
          <a:p>
            <a:r>
              <a:rPr lang="en-US" dirty="0"/>
              <a:t>IPv6 Unicast Addressing</a:t>
            </a:r>
          </a:p>
        </p:txBody>
      </p:sp>
      <p:sp>
        <p:nvSpPr>
          <p:cNvPr id="6" name="Content Placeholder 5">
            <a:extLst>
              <a:ext uri="{FF2B5EF4-FFF2-40B4-BE49-F238E27FC236}">
                <a16:creationId xmlns:a16="http://schemas.microsoft.com/office/drawing/2014/main" id="{5FAFBD0F-D17C-5E13-AE4C-02EB1ABC74F3}"/>
              </a:ext>
            </a:extLst>
          </p:cNvPr>
          <p:cNvSpPr>
            <a:spLocks noGrp="1"/>
          </p:cNvSpPr>
          <p:nvPr>
            <p:ph idx="1"/>
          </p:nvPr>
        </p:nvSpPr>
        <p:spPr>
          <a:xfrm>
            <a:off x="628650" y="1216369"/>
            <a:ext cx="7886700" cy="3325066"/>
          </a:xfrm>
        </p:spPr>
        <p:txBody>
          <a:bodyPr/>
          <a:lstStyle/>
          <a:p>
            <a:r>
              <a:rPr lang="en-US" dirty="0"/>
              <a:t>Globally scoped unicast addresses are routable </a:t>
            </a:r>
            <a:br>
              <a:rPr lang="en-US" dirty="0"/>
            </a:br>
            <a:r>
              <a:rPr lang="en-US" dirty="0"/>
              <a:t>over the Internet and are the equivalent of </a:t>
            </a:r>
            <a:br>
              <a:rPr lang="en-US" dirty="0"/>
            </a:br>
            <a:r>
              <a:rPr lang="en-US" dirty="0"/>
              <a:t>public IPv4 addresses. </a:t>
            </a:r>
          </a:p>
          <a:p>
            <a:pPr marL="0" indent="0">
              <a:buNone/>
            </a:pPr>
            <a:endParaRPr lang="en-US" dirty="0"/>
          </a:p>
        </p:txBody>
      </p:sp>
      <p:sp>
        <p:nvSpPr>
          <p:cNvPr id="3" name="Slide Number Placeholder 2">
            <a:extLst>
              <a:ext uri="{FF2B5EF4-FFF2-40B4-BE49-F238E27FC236}">
                <a16:creationId xmlns:a16="http://schemas.microsoft.com/office/drawing/2014/main" id="{74F93B73-DAE7-586B-DCEC-DBBCC7772491}"/>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44</a:t>
            </a:fld>
            <a:endParaRPr lang="en-US" dirty="0"/>
          </a:p>
        </p:txBody>
      </p:sp>
      <p:sp>
        <p:nvSpPr>
          <p:cNvPr id="4" name="Footer Placeholder 3">
            <a:extLst>
              <a:ext uri="{FF2B5EF4-FFF2-40B4-BE49-F238E27FC236}">
                <a16:creationId xmlns:a16="http://schemas.microsoft.com/office/drawing/2014/main" id="{FF402F67-EE9F-2FB2-DE8B-209A58F8D32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pic>
        <p:nvPicPr>
          <p:cNvPr id="7" name="Picture 2" descr="I P v 6 global unicast address format.">
            <a:extLst>
              <a:ext uri="{FF2B5EF4-FFF2-40B4-BE49-F238E27FC236}">
                <a16:creationId xmlns:a16="http://schemas.microsoft.com/office/drawing/2014/main" id="{EB3ACA1B-23E0-1AD2-B1DE-FCD1C30830DD}"/>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180551" y="2569369"/>
            <a:ext cx="6782898" cy="12270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46022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CFA06-C206-1FC2-6826-E52DDD4C316B}"/>
              </a:ext>
            </a:extLst>
          </p:cNvPr>
          <p:cNvSpPr>
            <a:spLocks noGrp="1"/>
          </p:cNvSpPr>
          <p:nvPr>
            <p:ph type="title"/>
          </p:nvPr>
        </p:nvSpPr>
        <p:spPr/>
        <p:txBody>
          <a:bodyPr>
            <a:normAutofit fontScale="90000"/>
          </a:bodyPr>
          <a:lstStyle/>
          <a:p>
            <a:r>
              <a:rPr lang="en-US" dirty="0"/>
              <a:t>IPv6 Link Local Addressing</a:t>
            </a:r>
          </a:p>
        </p:txBody>
      </p:sp>
      <p:sp>
        <p:nvSpPr>
          <p:cNvPr id="3" name="Slide Number Placeholder 2">
            <a:extLst>
              <a:ext uri="{FF2B5EF4-FFF2-40B4-BE49-F238E27FC236}">
                <a16:creationId xmlns:a16="http://schemas.microsoft.com/office/drawing/2014/main" id="{3BA38EE9-5583-C589-80CC-63AC63653A32}"/>
              </a:ext>
            </a:extLst>
          </p:cNvPr>
          <p:cNvSpPr>
            <a:spLocks noGrp="1"/>
          </p:cNvSpPr>
          <p:nvPr>
            <p:ph type="sldNum" sz="quarter" idx="12"/>
          </p:nvPr>
        </p:nvSpPr>
        <p:spPr/>
        <p:txBody>
          <a:bodyPr/>
          <a:lstStyle/>
          <a:p>
            <a:fld id="{64537577-822C-42C9-B1FE-62AC5F07B59D}" type="slidenum">
              <a:rPr lang="en-US" smtClean="0"/>
              <a:t>45</a:t>
            </a:fld>
            <a:endParaRPr lang="en-US" dirty="0"/>
          </a:p>
        </p:txBody>
      </p:sp>
      <p:sp>
        <p:nvSpPr>
          <p:cNvPr id="4" name="Footer Placeholder 3">
            <a:extLst>
              <a:ext uri="{FF2B5EF4-FFF2-40B4-BE49-F238E27FC236}">
                <a16:creationId xmlns:a16="http://schemas.microsoft.com/office/drawing/2014/main" id="{CA7182BB-B306-7CB6-611B-A7A509D9D387}"/>
              </a:ext>
            </a:extLst>
          </p:cNvPr>
          <p:cNvSpPr>
            <a:spLocks noGrp="1"/>
          </p:cNvSpPr>
          <p:nvPr>
            <p:ph type="ftr" sz="quarter" idx="3"/>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pic>
        <p:nvPicPr>
          <p:cNvPr id="10" name="Picture 2" descr="I P v 6 link-local unicast address format.">
            <a:extLst>
              <a:ext uri="{FF2B5EF4-FFF2-40B4-BE49-F238E27FC236}">
                <a16:creationId xmlns:a16="http://schemas.microsoft.com/office/drawing/2014/main" id="{2D2B4162-9F36-1C3D-1B31-5825D6558413}"/>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974850" y="3467278"/>
            <a:ext cx="7194295" cy="129522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Diagram 10">
            <a:extLst>
              <a:ext uri="{FF2B5EF4-FFF2-40B4-BE49-F238E27FC236}">
                <a16:creationId xmlns:a16="http://schemas.microsoft.com/office/drawing/2014/main" id="{BAFDD26D-B16D-5A60-4F08-EADFA73117FA}"/>
              </a:ext>
            </a:extLst>
          </p:cNvPr>
          <p:cNvGraphicFramePr/>
          <p:nvPr>
            <p:extLst>
              <p:ext uri="{D42A27DB-BD31-4B8C-83A1-F6EECF244321}">
                <p14:modId xmlns:p14="http://schemas.microsoft.com/office/powerpoint/2010/main" val="634577795"/>
              </p:ext>
            </p:extLst>
          </p:nvPr>
        </p:nvGraphicFramePr>
        <p:xfrm>
          <a:off x="769725" y="1191798"/>
          <a:ext cx="7604551" cy="217955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264211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C958C40-57C2-6749-FCBA-7A727B261802}"/>
              </a:ext>
            </a:extLst>
          </p:cNvPr>
          <p:cNvSpPr>
            <a:spLocks noGrp="1"/>
          </p:cNvSpPr>
          <p:nvPr>
            <p:ph type="title"/>
          </p:nvPr>
        </p:nvSpPr>
        <p:spPr>
          <a:xfrm>
            <a:off x="628649" y="584942"/>
            <a:ext cx="7886699" cy="572790"/>
          </a:xfrm>
        </p:spPr>
        <p:txBody>
          <a:bodyPr>
            <a:normAutofit fontScale="90000"/>
          </a:bodyPr>
          <a:lstStyle/>
          <a:p>
            <a:r>
              <a:rPr lang="en-US" dirty="0"/>
              <a:t>IPv6 Packets</a:t>
            </a:r>
          </a:p>
        </p:txBody>
      </p:sp>
      <p:sp>
        <p:nvSpPr>
          <p:cNvPr id="2" name="Slide Number Placeholder 1">
            <a:extLst>
              <a:ext uri="{FF2B5EF4-FFF2-40B4-BE49-F238E27FC236}">
                <a16:creationId xmlns:a16="http://schemas.microsoft.com/office/drawing/2014/main" id="{9AC43D25-AD96-A49F-28A1-032279B2383F}"/>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46</a:t>
            </a:fld>
            <a:endParaRPr lang="en-US" dirty="0"/>
          </a:p>
        </p:txBody>
      </p:sp>
      <p:sp>
        <p:nvSpPr>
          <p:cNvPr id="3" name="Footer Placeholder 2">
            <a:extLst>
              <a:ext uri="{FF2B5EF4-FFF2-40B4-BE49-F238E27FC236}">
                <a16:creationId xmlns:a16="http://schemas.microsoft.com/office/drawing/2014/main" id="{421C8A46-E43E-FEAF-BCF9-743569C14984}"/>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graphicFrame>
        <p:nvGraphicFramePr>
          <p:cNvPr id="7" name="Content Placeholder 6">
            <a:extLst>
              <a:ext uri="{FF2B5EF4-FFF2-40B4-BE49-F238E27FC236}">
                <a16:creationId xmlns:a16="http://schemas.microsoft.com/office/drawing/2014/main" id="{B8082145-BF08-6693-E809-74C149157E5C}"/>
              </a:ext>
            </a:extLst>
          </p:cNvPr>
          <p:cNvGraphicFramePr>
            <a:graphicFrameLocks noGrp="1"/>
          </p:cNvGraphicFramePr>
          <p:nvPr>
            <p:ph idx="1"/>
            <p:extLst>
              <p:ext uri="{D42A27DB-BD31-4B8C-83A1-F6EECF244321}">
                <p14:modId xmlns:p14="http://schemas.microsoft.com/office/powerpoint/2010/main" val="904475291"/>
              </p:ext>
            </p:extLst>
          </p:nvPr>
        </p:nvGraphicFramePr>
        <p:xfrm>
          <a:off x="1328114" y="1407613"/>
          <a:ext cx="6487767" cy="2587349"/>
        </p:xfrm>
        <a:graphic>
          <a:graphicData uri="http://schemas.openxmlformats.org/drawingml/2006/table">
            <a:tbl>
              <a:tblPr firstRow="1" bandRow="1">
                <a:tableStyleId>{5C22544A-7EE6-4342-B048-85BDC9FD1C3A}</a:tableStyleId>
              </a:tblPr>
              <a:tblGrid>
                <a:gridCol w="1451941">
                  <a:extLst>
                    <a:ext uri="{9D8B030D-6E8A-4147-A177-3AD203B41FA5}">
                      <a16:colId xmlns:a16="http://schemas.microsoft.com/office/drawing/2014/main" val="2719954626"/>
                    </a:ext>
                  </a:extLst>
                </a:gridCol>
                <a:gridCol w="1467986">
                  <a:extLst>
                    <a:ext uri="{9D8B030D-6E8A-4147-A177-3AD203B41FA5}">
                      <a16:colId xmlns:a16="http://schemas.microsoft.com/office/drawing/2014/main" val="1962641777"/>
                    </a:ext>
                  </a:extLst>
                </a:gridCol>
                <a:gridCol w="171336">
                  <a:extLst>
                    <a:ext uri="{9D8B030D-6E8A-4147-A177-3AD203B41FA5}">
                      <a16:colId xmlns:a16="http://schemas.microsoft.com/office/drawing/2014/main" val="3012487260"/>
                    </a:ext>
                  </a:extLst>
                </a:gridCol>
                <a:gridCol w="1774563">
                  <a:extLst>
                    <a:ext uri="{9D8B030D-6E8A-4147-A177-3AD203B41FA5}">
                      <a16:colId xmlns:a16="http://schemas.microsoft.com/office/drawing/2014/main" val="1327660202"/>
                    </a:ext>
                  </a:extLst>
                </a:gridCol>
                <a:gridCol w="1621941">
                  <a:extLst>
                    <a:ext uri="{9D8B030D-6E8A-4147-A177-3AD203B41FA5}">
                      <a16:colId xmlns:a16="http://schemas.microsoft.com/office/drawing/2014/main" val="1865795563"/>
                    </a:ext>
                  </a:extLst>
                </a:gridCol>
              </a:tblGrid>
              <a:tr h="480253">
                <a:tc>
                  <a:txBody>
                    <a:bodyPr/>
                    <a:lstStyle/>
                    <a:p>
                      <a:pPr algn="ctr"/>
                      <a:r>
                        <a:rPr lang="en-US" sz="1600" b="0" dirty="0">
                          <a:solidFill>
                            <a:srgbClr val="20282F"/>
                          </a:solidFill>
                        </a:rPr>
                        <a:t>Version</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600" b="0" dirty="0">
                          <a:solidFill>
                            <a:srgbClr val="20282F"/>
                          </a:solidFill>
                        </a:rPr>
                        <a:t>Traffic Class</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gridSpan="3">
                  <a:txBody>
                    <a:bodyPr/>
                    <a:lstStyle/>
                    <a:p>
                      <a:pPr marL="0" marR="0" lvl="0" indent="0" algn="ctr" defTabSz="685160" rtl="0" eaLnBrk="1" fontAlgn="auto" latinLnBrk="0" hangingPunct="1">
                        <a:lnSpc>
                          <a:spcPct val="100000"/>
                        </a:lnSpc>
                        <a:spcBef>
                          <a:spcPts val="0"/>
                        </a:spcBef>
                        <a:spcAft>
                          <a:spcPts val="0"/>
                        </a:spcAft>
                        <a:buClrTx/>
                        <a:buSzTx/>
                        <a:buFontTx/>
                        <a:buNone/>
                        <a:tabLst/>
                        <a:defRPr/>
                      </a:pPr>
                      <a:r>
                        <a:rPr lang="en-US" sz="1600" b="0" dirty="0">
                          <a:solidFill>
                            <a:srgbClr val="20282F"/>
                          </a:solidFill>
                        </a:rPr>
                        <a:t>Flow Label</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hMerge="1">
                  <a:txBody>
                    <a:bodyPr/>
                    <a:lstStyle/>
                    <a:p>
                      <a:endParaRPr dirty="0"/>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hMerge="1">
                  <a:txBody>
                    <a:bodyPr/>
                    <a:lstStyle/>
                    <a:p>
                      <a:endParaRPr lang="en-US" b="0" dirty="0">
                        <a:solidFill>
                          <a:schemeClr val="tx1"/>
                        </a:solidFill>
                      </a:endParaRP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5747981"/>
                  </a:ext>
                </a:extLst>
              </a:tr>
              <a:tr h="715618">
                <a:tc gridSpan="3">
                  <a:txBody>
                    <a:bodyPr/>
                    <a:lstStyle/>
                    <a:p>
                      <a:pPr algn="ctr"/>
                      <a:r>
                        <a:rPr lang="en-US" sz="1600" b="0" dirty="0">
                          <a:solidFill>
                            <a:srgbClr val="20282F"/>
                          </a:solidFill>
                        </a:rPr>
                        <a:t>Packet Length</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hMerge="1">
                  <a:txBody>
                    <a:bodyPr/>
                    <a:lstStyle/>
                    <a:p>
                      <a:endParaRPr lang="en-US" b="0" dirty="0">
                        <a:solidFill>
                          <a:schemeClr val="tx1"/>
                        </a:solidFill>
                      </a:endParaRP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a:txBody>
                    <a:bodyPr/>
                    <a:lstStyle/>
                    <a:p>
                      <a:pPr algn="ctr"/>
                      <a:r>
                        <a:rPr lang="en-US" sz="1600" b="0" dirty="0">
                          <a:solidFill>
                            <a:srgbClr val="20282F"/>
                          </a:solidFill>
                        </a:rPr>
                        <a:t>Next Header</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r>
                        <a:rPr lang="en-US" sz="1600" b="0" dirty="0">
                          <a:solidFill>
                            <a:srgbClr val="20282F"/>
                          </a:solidFill>
                        </a:rPr>
                        <a:t>Hope Limit</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49429366"/>
                  </a:ext>
                </a:extLst>
              </a:tr>
              <a:tr h="702365">
                <a:tc gridSpan="5">
                  <a:txBody>
                    <a:bodyPr/>
                    <a:lstStyle/>
                    <a:p>
                      <a:pPr algn="ctr"/>
                      <a:r>
                        <a:rPr lang="en-US" sz="1600" b="0" dirty="0">
                          <a:solidFill>
                            <a:srgbClr val="20282F"/>
                          </a:solidFill>
                        </a:rPr>
                        <a:t>Source Address</a:t>
                      </a: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hMerge="1">
                  <a:txBody>
                    <a:bodyPr/>
                    <a:lstStyle/>
                    <a:p>
                      <a:endParaRPr lang="en-US" b="0" dirty="0">
                        <a:solidFill>
                          <a:schemeClr val="tx1"/>
                        </a:solidFill>
                      </a:endParaRP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b="0" dirty="0">
                        <a:solidFill>
                          <a:schemeClr val="tx1"/>
                        </a:solidFill>
                      </a:endParaRP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hMerge="1">
                  <a:txBody>
                    <a:bodyPr/>
                    <a:lstStyle/>
                    <a:p>
                      <a:endParaRPr lang="en-US" b="0" dirty="0">
                        <a:solidFill>
                          <a:schemeClr val="tx1"/>
                        </a:solidFill>
                      </a:endParaRP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92993232"/>
                  </a:ext>
                </a:extLst>
              </a:tr>
              <a:tr h="689113">
                <a:tc gridSpan="5">
                  <a:txBody>
                    <a:bodyPr/>
                    <a:lstStyle/>
                    <a:p>
                      <a:pPr algn="ctr"/>
                      <a:r>
                        <a:rPr lang="en-US" sz="1600" b="0" dirty="0">
                          <a:solidFill>
                            <a:srgbClr val="20282F"/>
                          </a:solidFill>
                        </a:rPr>
                        <a:t>Destination Address</a:t>
                      </a:r>
                    </a:p>
                  </a:txBody>
                  <a:tcPr marL="0" marR="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hMerge="1">
                  <a:txBody>
                    <a:bodyPr/>
                    <a:lstStyle/>
                    <a:p>
                      <a:endParaRPr lang="en-US" b="0" dirty="0">
                        <a:solidFill>
                          <a:schemeClr val="tx1"/>
                        </a:solidFill>
                      </a:endParaRP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b="0" dirty="0">
                        <a:solidFill>
                          <a:schemeClr val="tx1"/>
                        </a:solidFill>
                      </a:endParaRP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hMerge="1">
                  <a:txBody>
                    <a:bodyPr/>
                    <a:lstStyle/>
                    <a:p>
                      <a:endParaRPr lang="en-US" b="0" dirty="0">
                        <a:solidFill>
                          <a:schemeClr val="tx1"/>
                        </a:solidFill>
                      </a:endParaRP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14609655"/>
                  </a:ext>
                </a:extLst>
              </a:tr>
            </a:tbl>
          </a:graphicData>
        </a:graphic>
      </p:graphicFrame>
    </p:spTree>
    <p:extLst>
      <p:ext uri="{BB962C8B-B14F-4D97-AF65-F5344CB8AC3E}">
        <p14:creationId xmlns:p14="http://schemas.microsoft.com/office/powerpoint/2010/main" val="35986358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68876-DE54-3028-5A37-C194EB142D43}"/>
              </a:ext>
            </a:extLst>
          </p:cNvPr>
          <p:cNvSpPr>
            <a:spLocks noGrp="1"/>
          </p:cNvSpPr>
          <p:nvPr>
            <p:ph type="title"/>
          </p:nvPr>
        </p:nvSpPr>
        <p:spPr>
          <a:xfrm>
            <a:off x="628649" y="584942"/>
            <a:ext cx="7886699" cy="572790"/>
          </a:xfrm>
        </p:spPr>
        <p:txBody>
          <a:bodyPr>
            <a:normAutofit fontScale="90000"/>
          </a:bodyPr>
          <a:lstStyle/>
          <a:p>
            <a:r>
              <a:rPr lang="en-US" dirty="0"/>
              <a:t>IPv6 Multicast and Anycast Addressing</a:t>
            </a:r>
          </a:p>
        </p:txBody>
      </p:sp>
      <p:sp>
        <p:nvSpPr>
          <p:cNvPr id="3" name="Slide Number Placeholder 2">
            <a:extLst>
              <a:ext uri="{FF2B5EF4-FFF2-40B4-BE49-F238E27FC236}">
                <a16:creationId xmlns:a16="http://schemas.microsoft.com/office/drawing/2014/main" id="{E77C40A1-1E86-11DD-4BD3-D322177F2F12}"/>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47</a:t>
            </a:fld>
            <a:endParaRPr lang="en-US" dirty="0"/>
          </a:p>
        </p:txBody>
      </p:sp>
      <p:sp>
        <p:nvSpPr>
          <p:cNvPr id="4" name="Footer Placeholder 3">
            <a:extLst>
              <a:ext uri="{FF2B5EF4-FFF2-40B4-BE49-F238E27FC236}">
                <a16:creationId xmlns:a16="http://schemas.microsoft.com/office/drawing/2014/main" id="{5BAF01BF-65C4-A88A-CEBA-398B0DAEDF0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
        <p:nvSpPr>
          <p:cNvPr id="6" name="Title 1">
            <a:extLst>
              <a:ext uri="{FF2B5EF4-FFF2-40B4-BE49-F238E27FC236}">
                <a16:creationId xmlns:a16="http://schemas.microsoft.com/office/drawing/2014/main" id="{546C5F39-3D20-5462-7F5F-20C9DBE84BB8}"/>
              </a:ext>
            </a:extLst>
          </p:cNvPr>
          <p:cNvSpPr txBox="1">
            <a:spLocks/>
          </p:cNvSpPr>
          <p:nvPr/>
        </p:nvSpPr>
        <p:spPr>
          <a:xfrm>
            <a:off x="141194" y="0"/>
            <a:ext cx="7886700" cy="993252"/>
          </a:xfrm>
          <a:prstGeom prst="rect">
            <a:avLst/>
          </a:prstGeom>
        </p:spPr>
        <p:txBody>
          <a:bodyPr vert="horz" lIns="91440" tIns="45720" rIns="91440" bIns="45720" rtlCol="0" anchor="ctr">
            <a:normAutofit fontScale="97500"/>
          </a:bodyPr>
          <a:lstStyle>
            <a:lvl1pPr algn="l" defTabSz="685160" rtl="0" eaLnBrk="1" latinLnBrk="0" hangingPunct="1">
              <a:lnSpc>
                <a:spcPct val="90000"/>
              </a:lnSpc>
              <a:spcBef>
                <a:spcPct val="0"/>
              </a:spcBef>
              <a:buNone/>
              <a:defRPr sz="3600" kern="1200">
                <a:solidFill>
                  <a:srgbClr val="404448"/>
                </a:solidFill>
                <a:latin typeface="+mj-lt"/>
                <a:ea typeface="+mj-ea"/>
                <a:cs typeface="+mj-cs"/>
              </a:defRPr>
            </a:lvl1pPr>
          </a:lstStyle>
          <a:p>
            <a:endParaRPr lang="en-US" sz="3397" dirty="0"/>
          </a:p>
        </p:txBody>
      </p:sp>
      <p:graphicFrame>
        <p:nvGraphicFramePr>
          <p:cNvPr id="11" name="Content Placeholder 10">
            <a:extLst>
              <a:ext uri="{FF2B5EF4-FFF2-40B4-BE49-F238E27FC236}">
                <a16:creationId xmlns:a16="http://schemas.microsoft.com/office/drawing/2014/main" id="{E01CC6E6-129D-2435-D8B5-B5226342D006}"/>
              </a:ext>
            </a:extLst>
          </p:cNvPr>
          <p:cNvGraphicFramePr>
            <a:graphicFrameLocks noGrp="1"/>
          </p:cNvGraphicFramePr>
          <p:nvPr>
            <p:ph idx="1"/>
            <p:extLst>
              <p:ext uri="{D42A27DB-BD31-4B8C-83A1-F6EECF244321}">
                <p14:modId xmlns:p14="http://schemas.microsoft.com/office/powerpoint/2010/main" val="3565932397"/>
              </p:ext>
            </p:extLst>
          </p:nvPr>
        </p:nvGraphicFramePr>
        <p:xfrm>
          <a:off x="628648" y="1297577"/>
          <a:ext cx="7886700" cy="31658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878147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43A81-88C4-036C-4B58-531DD56ADDC8}"/>
              </a:ext>
            </a:extLst>
          </p:cNvPr>
          <p:cNvSpPr>
            <a:spLocks noGrp="1"/>
          </p:cNvSpPr>
          <p:nvPr>
            <p:ph type="title"/>
          </p:nvPr>
        </p:nvSpPr>
        <p:spPr>
          <a:xfrm>
            <a:off x="628649" y="584942"/>
            <a:ext cx="7886699" cy="572790"/>
          </a:xfrm>
        </p:spPr>
        <p:txBody>
          <a:bodyPr>
            <a:normAutofit fontScale="90000"/>
          </a:bodyPr>
          <a:lstStyle/>
          <a:p>
            <a:r>
              <a:rPr lang="en-US" dirty="0"/>
              <a:t>IPv4 and IPv6 Transition Mechanisms</a:t>
            </a:r>
          </a:p>
        </p:txBody>
      </p:sp>
      <p:sp>
        <p:nvSpPr>
          <p:cNvPr id="3" name="Slide Number Placeholder 2">
            <a:extLst>
              <a:ext uri="{FF2B5EF4-FFF2-40B4-BE49-F238E27FC236}">
                <a16:creationId xmlns:a16="http://schemas.microsoft.com/office/drawing/2014/main" id="{69989B6C-C3F5-94BD-5FB1-F4157745234D}"/>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48</a:t>
            </a:fld>
            <a:endParaRPr lang="en-US" dirty="0"/>
          </a:p>
        </p:txBody>
      </p:sp>
      <p:sp>
        <p:nvSpPr>
          <p:cNvPr id="7" name="Footer Placeholder 6">
            <a:extLst>
              <a:ext uri="{FF2B5EF4-FFF2-40B4-BE49-F238E27FC236}">
                <a16:creationId xmlns:a16="http://schemas.microsoft.com/office/drawing/2014/main" id="{55D1DC6F-D1B5-F708-D0CD-19A0174FFD44}"/>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
        <p:nvSpPr>
          <p:cNvPr id="5" name="Title 1">
            <a:extLst>
              <a:ext uri="{FF2B5EF4-FFF2-40B4-BE49-F238E27FC236}">
                <a16:creationId xmlns:a16="http://schemas.microsoft.com/office/drawing/2014/main" id="{F68EECAA-35EF-B65F-D1B9-E6C21039EA1B}"/>
              </a:ext>
            </a:extLst>
          </p:cNvPr>
          <p:cNvSpPr txBox="1">
            <a:spLocks/>
          </p:cNvSpPr>
          <p:nvPr/>
        </p:nvSpPr>
        <p:spPr>
          <a:xfrm>
            <a:off x="141194" y="0"/>
            <a:ext cx="7886700" cy="993252"/>
          </a:xfrm>
          <a:prstGeom prst="rect">
            <a:avLst/>
          </a:prstGeom>
        </p:spPr>
        <p:txBody>
          <a:bodyPr vert="horz" lIns="91440" tIns="45720" rIns="91440" bIns="45720" rtlCol="0" anchor="ctr">
            <a:normAutofit/>
          </a:bodyPr>
          <a:lstStyle>
            <a:lvl1pPr algn="l" defTabSz="685160" rtl="0" eaLnBrk="1" latinLnBrk="0" hangingPunct="1">
              <a:lnSpc>
                <a:spcPct val="90000"/>
              </a:lnSpc>
              <a:spcBef>
                <a:spcPct val="0"/>
              </a:spcBef>
              <a:buNone/>
              <a:defRPr sz="3600" kern="1200">
                <a:solidFill>
                  <a:srgbClr val="404448"/>
                </a:solidFill>
                <a:latin typeface="+mj-lt"/>
                <a:ea typeface="+mj-ea"/>
                <a:cs typeface="+mj-cs"/>
              </a:defRPr>
            </a:lvl1pPr>
          </a:lstStyle>
          <a:p>
            <a:endParaRPr lang="en-US" sz="3397" dirty="0"/>
          </a:p>
        </p:txBody>
      </p:sp>
      <p:graphicFrame>
        <p:nvGraphicFramePr>
          <p:cNvPr id="11" name="Content Placeholder 10">
            <a:extLst>
              <a:ext uri="{FF2B5EF4-FFF2-40B4-BE49-F238E27FC236}">
                <a16:creationId xmlns:a16="http://schemas.microsoft.com/office/drawing/2014/main" id="{7DF7B9A3-08EF-2752-9CEC-BEB290BBDFD8}"/>
              </a:ext>
            </a:extLst>
          </p:cNvPr>
          <p:cNvGraphicFramePr>
            <a:graphicFrameLocks noGrp="1"/>
          </p:cNvGraphicFramePr>
          <p:nvPr>
            <p:ph idx="1"/>
            <p:extLst>
              <p:ext uri="{D42A27DB-BD31-4B8C-83A1-F6EECF244321}">
                <p14:modId xmlns:p14="http://schemas.microsoft.com/office/powerpoint/2010/main" val="1789072210"/>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213189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92AA850-B2F3-5506-2269-53F5BF2F1A4D}"/>
              </a:ext>
            </a:extLst>
          </p:cNvPr>
          <p:cNvSpPr>
            <a:spLocks noGrp="1"/>
          </p:cNvSpPr>
          <p:nvPr>
            <p:ph type="title"/>
          </p:nvPr>
        </p:nvSpPr>
        <p:spPr>
          <a:xfrm>
            <a:off x="628649" y="584942"/>
            <a:ext cx="7886699" cy="572790"/>
          </a:xfrm>
        </p:spPr>
        <p:txBody>
          <a:bodyPr>
            <a:normAutofit fontScale="90000"/>
          </a:bodyPr>
          <a:lstStyle/>
          <a:p>
            <a:r>
              <a:rPr lang="en-US" dirty="0"/>
              <a:t>Common IPv6 Address Prefixes</a:t>
            </a:r>
          </a:p>
        </p:txBody>
      </p:sp>
      <p:pic>
        <p:nvPicPr>
          <p:cNvPr id="5" name="Content Placeholder 4">
            <a:extLst>
              <a:ext uri="{FF2B5EF4-FFF2-40B4-BE49-F238E27FC236}">
                <a16:creationId xmlns:a16="http://schemas.microsoft.com/office/drawing/2014/main" id="{5F415829-973A-34E9-DC1A-7EA760C008B0}"/>
              </a:ext>
            </a:extLst>
          </p:cNvPr>
          <p:cNvPicPr>
            <a:picLocks noGrp="1" noChangeAspect="1"/>
          </p:cNvPicPr>
          <p:nvPr>
            <p:ph idx="1"/>
          </p:nvPr>
        </p:nvPicPr>
        <p:blipFill>
          <a:blip r:embed="rId3"/>
          <a:stretch>
            <a:fillRect/>
          </a:stretch>
        </p:blipFill>
        <p:spPr>
          <a:xfrm>
            <a:off x="2171929" y="1216025"/>
            <a:ext cx="4800142" cy="3325813"/>
          </a:xfrm>
          <a:noFill/>
        </p:spPr>
      </p:pic>
      <p:sp>
        <p:nvSpPr>
          <p:cNvPr id="2" name="Slide Number Placeholder 1">
            <a:extLst>
              <a:ext uri="{FF2B5EF4-FFF2-40B4-BE49-F238E27FC236}">
                <a16:creationId xmlns:a16="http://schemas.microsoft.com/office/drawing/2014/main" id="{F84083E1-8185-1F4F-A6D6-E62AD3317ADA}"/>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49</a:t>
            </a:fld>
            <a:endParaRPr lang="en-US" dirty="0"/>
          </a:p>
        </p:txBody>
      </p:sp>
      <p:sp>
        <p:nvSpPr>
          <p:cNvPr id="3" name="Footer Placeholder 2">
            <a:extLst>
              <a:ext uri="{FF2B5EF4-FFF2-40B4-BE49-F238E27FC236}">
                <a16:creationId xmlns:a16="http://schemas.microsoft.com/office/drawing/2014/main" id="{97265726-3EC6-7C8B-A902-67FEEE534D0F}"/>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366773788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4.6</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IP Troubleshooting</a:t>
            </a:r>
          </a:p>
        </p:txBody>
      </p:sp>
      <p:sp>
        <p:nvSpPr>
          <p:cNvPr id="5" name="Slide Number Placeholder 4">
            <a:extLst>
              <a:ext uri="{FF2B5EF4-FFF2-40B4-BE49-F238E27FC236}">
                <a16:creationId xmlns:a16="http://schemas.microsoft.com/office/drawing/2014/main" id="{A568D908-27F8-266E-8E7C-270760C4CDDF}"/>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50</a:t>
            </a:fld>
            <a:endParaRPr lang="en-US" dirty="0"/>
          </a:p>
        </p:txBody>
      </p:sp>
      <p:sp>
        <p:nvSpPr>
          <p:cNvPr id="6" name="Footer Placeholder 5">
            <a:extLst>
              <a:ext uri="{FF2B5EF4-FFF2-40B4-BE49-F238E27FC236}">
                <a16:creationId xmlns:a16="http://schemas.microsoft.com/office/drawing/2014/main" id="{AEB76A1A-DD4D-97B0-1037-818F4D9438D1}"/>
              </a:ext>
            </a:extLst>
          </p:cNvPr>
          <p:cNvSpPr>
            <a:spLocks noGrp="1"/>
          </p:cNvSpPr>
          <p:nvPr>
            <p:ph type="ftr" sz="quarter" idx="3"/>
          </p:nvPr>
        </p:nvSpPr>
        <p:spPr>
          <a:xfrm>
            <a:off x="628650" y="4762500"/>
            <a:ext cx="3943350" cy="274638"/>
          </a:xfrm>
        </p:spPr>
        <p:txBody>
          <a:bodyPr/>
          <a:lstStyle/>
          <a:p>
            <a:pPr lvl="0"/>
            <a:r>
              <a:rPr lang="en-US" noProof="0"/>
              <a:t>​Copyright © 2025 CompTIA, Inc. All Rights Reserved. </a:t>
            </a:r>
            <a:endParaRPr lang="en-US" noProof="0" dirty="0"/>
          </a:p>
        </p:txBody>
      </p:sp>
    </p:spTree>
    <p:extLst>
      <p:ext uri="{BB962C8B-B14F-4D97-AF65-F5344CB8AC3E}">
        <p14:creationId xmlns:p14="http://schemas.microsoft.com/office/powerpoint/2010/main" val="26557705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45907-499E-56B2-7AF2-66A99A720051}"/>
              </a:ext>
            </a:extLst>
          </p:cNvPr>
          <p:cNvSpPr>
            <a:spLocks noGrp="1"/>
          </p:cNvSpPr>
          <p:nvPr>
            <p:ph type="title"/>
          </p:nvPr>
        </p:nvSpPr>
        <p:spPr/>
        <p:txBody>
          <a:bodyPr>
            <a:normAutofit fontScale="90000"/>
          </a:bodyPr>
          <a:lstStyle/>
          <a:p>
            <a:r>
              <a:rPr lang="en-US" dirty="0"/>
              <a:t>IP Configuration Issues</a:t>
            </a:r>
          </a:p>
        </p:txBody>
      </p:sp>
      <p:sp>
        <p:nvSpPr>
          <p:cNvPr id="4" name="Slide Number Placeholder 3">
            <a:extLst>
              <a:ext uri="{FF2B5EF4-FFF2-40B4-BE49-F238E27FC236}">
                <a16:creationId xmlns:a16="http://schemas.microsoft.com/office/drawing/2014/main" id="{9C2E174C-4E20-AC24-684B-03422A57A2AF}"/>
              </a:ext>
            </a:extLst>
          </p:cNvPr>
          <p:cNvSpPr>
            <a:spLocks noGrp="1"/>
          </p:cNvSpPr>
          <p:nvPr>
            <p:ph type="sldNum" sz="quarter" idx="12"/>
          </p:nvPr>
        </p:nvSpPr>
        <p:spPr/>
        <p:txBody>
          <a:bodyPr/>
          <a:lstStyle/>
          <a:p>
            <a:fld id="{64537577-822C-42C9-B1FE-62AC5F07B59D}" type="slidenum">
              <a:rPr lang="en-US" smtClean="0"/>
              <a:pPr/>
              <a:t>51</a:t>
            </a:fld>
            <a:endParaRPr lang="en-US" dirty="0"/>
          </a:p>
        </p:txBody>
      </p:sp>
      <p:sp>
        <p:nvSpPr>
          <p:cNvPr id="5" name="Footer Placeholder 4">
            <a:extLst>
              <a:ext uri="{FF2B5EF4-FFF2-40B4-BE49-F238E27FC236}">
                <a16:creationId xmlns:a16="http://schemas.microsoft.com/office/drawing/2014/main" id="{348552B9-E5B0-A2D9-DFAB-91935FD615E5}"/>
              </a:ext>
            </a:extLst>
          </p:cNvPr>
          <p:cNvSpPr>
            <a:spLocks noGrp="1"/>
          </p:cNvSpPr>
          <p:nvPr>
            <p:ph type="ftr" sz="quarter" idx="3"/>
          </p:nvPr>
        </p:nvSpPr>
        <p:spPr/>
        <p:txBody>
          <a:bodyPr/>
          <a:lstStyle/>
          <a:p>
            <a:r>
              <a:rPr lang="en-US"/>
              <a:t>​Copyright © 2025 CompTIA, Inc. All Rights Reserved. </a:t>
            </a:r>
            <a:endParaRPr lang="en-US" dirty="0"/>
          </a:p>
        </p:txBody>
      </p:sp>
      <p:sp>
        <p:nvSpPr>
          <p:cNvPr id="6" name="Content Placeholder 5">
            <a:extLst>
              <a:ext uri="{FF2B5EF4-FFF2-40B4-BE49-F238E27FC236}">
                <a16:creationId xmlns:a16="http://schemas.microsoft.com/office/drawing/2014/main" id="{FCB4D307-B6D3-CA51-48F5-7DC6FC184E59}"/>
              </a:ext>
            </a:extLst>
          </p:cNvPr>
          <p:cNvSpPr>
            <a:spLocks noGrp="1"/>
          </p:cNvSpPr>
          <p:nvPr>
            <p:ph idx="1"/>
          </p:nvPr>
        </p:nvSpPr>
        <p:spPr/>
        <p:txBody>
          <a:bodyPr>
            <a:normAutofit fontScale="85000" lnSpcReduction="10000"/>
          </a:bodyPr>
          <a:lstStyle/>
          <a:p>
            <a:pPr>
              <a:lnSpc>
                <a:spcPct val="110000"/>
              </a:lnSpc>
              <a:spcAft>
                <a:spcPts val="600"/>
              </a:spcAft>
            </a:pPr>
            <a:r>
              <a:rPr lang="en-US" b="1" dirty="0"/>
              <a:t>Network Layer Troubleshooting</a:t>
            </a:r>
            <a:r>
              <a:rPr lang="en-US" dirty="0"/>
              <a:t>: Focus on IP configuration after ruling out Physical and Data Link layers.</a:t>
            </a:r>
          </a:p>
          <a:p>
            <a:pPr>
              <a:lnSpc>
                <a:spcPct val="110000"/>
              </a:lnSpc>
              <a:spcAft>
                <a:spcPts val="600"/>
              </a:spcAft>
            </a:pPr>
            <a:r>
              <a:rPr lang="en-US" b="1" dirty="0"/>
              <a:t>Neighbor Discovery</a:t>
            </a:r>
            <a:r>
              <a:rPr lang="en-US" dirty="0"/>
              <a:t>: Use appropriate tools to verify host configuration.</a:t>
            </a:r>
          </a:p>
          <a:p>
            <a:pPr>
              <a:lnSpc>
                <a:spcPct val="110000"/>
              </a:lnSpc>
              <a:spcAft>
                <a:spcPts val="600"/>
              </a:spcAft>
            </a:pPr>
            <a:r>
              <a:rPr lang="en-US" b="1" dirty="0"/>
              <a:t>Incorrect IP Address</a:t>
            </a:r>
            <a:r>
              <a:rPr lang="en-US" dirty="0"/>
              <a:t>: Ensure hosts have valid, unique addresses within the same subnet.</a:t>
            </a:r>
          </a:p>
          <a:p>
            <a:pPr>
              <a:lnSpc>
                <a:spcPct val="110000"/>
              </a:lnSpc>
              <a:spcAft>
                <a:spcPts val="600"/>
              </a:spcAft>
            </a:pPr>
            <a:r>
              <a:rPr lang="en-US" b="1" dirty="0"/>
              <a:t>Non-Default Masks</a:t>
            </a:r>
            <a:r>
              <a:rPr lang="en-US" dirty="0"/>
              <a:t>: Be cautious with subnet boundaries.</a:t>
            </a:r>
          </a:p>
          <a:p>
            <a:pPr>
              <a:lnSpc>
                <a:spcPct val="110000"/>
              </a:lnSpc>
              <a:spcAft>
                <a:spcPts val="600"/>
              </a:spcAft>
            </a:pPr>
            <a:r>
              <a:rPr lang="en-US" b="1" dirty="0"/>
              <a:t>Incorrect Subnet Mask</a:t>
            </a:r>
            <a:r>
              <a:rPr lang="en-US" dirty="0"/>
              <a:t>: Understand the impact of longer and shorter prefixes on routing.</a:t>
            </a:r>
          </a:p>
        </p:txBody>
      </p:sp>
    </p:spTree>
    <p:extLst>
      <p:ext uri="{BB962C8B-B14F-4D97-AF65-F5344CB8AC3E}">
        <p14:creationId xmlns:p14="http://schemas.microsoft.com/office/powerpoint/2010/main" val="23531128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45907-499E-56B2-7AF2-66A99A720051}"/>
              </a:ext>
            </a:extLst>
          </p:cNvPr>
          <p:cNvSpPr>
            <a:spLocks noGrp="1"/>
          </p:cNvSpPr>
          <p:nvPr>
            <p:ph type="title"/>
          </p:nvPr>
        </p:nvSpPr>
        <p:spPr/>
        <p:txBody>
          <a:bodyPr>
            <a:normAutofit fontScale="90000"/>
          </a:bodyPr>
          <a:lstStyle/>
          <a:p>
            <a:r>
              <a:rPr lang="en-US" dirty="0"/>
              <a:t>IP Configuration Issues</a:t>
            </a:r>
          </a:p>
        </p:txBody>
      </p:sp>
      <p:sp>
        <p:nvSpPr>
          <p:cNvPr id="4" name="Slide Number Placeholder 3">
            <a:extLst>
              <a:ext uri="{FF2B5EF4-FFF2-40B4-BE49-F238E27FC236}">
                <a16:creationId xmlns:a16="http://schemas.microsoft.com/office/drawing/2014/main" id="{9C2E174C-4E20-AC24-684B-03422A57A2AF}"/>
              </a:ext>
            </a:extLst>
          </p:cNvPr>
          <p:cNvSpPr>
            <a:spLocks noGrp="1"/>
          </p:cNvSpPr>
          <p:nvPr>
            <p:ph type="sldNum" sz="quarter" idx="12"/>
          </p:nvPr>
        </p:nvSpPr>
        <p:spPr/>
        <p:txBody>
          <a:bodyPr/>
          <a:lstStyle/>
          <a:p>
            <a:fld id="{64537577-822C-42C9-B1FE-62AC5F07B59D}" type="slidenum">
              <a:rPr lang="en-US" smtClean="0"/>
              <a:pPr/>
              <a:t>52</a:t>
            </a:fld>
            <a:endParaRPr lang="en-US" dirty="0"/>
          </a:p>
        </p:txBody>
      </p:sp>
      <p:sp>
        <p:nvSpPr>
          <p:cNvPr id="5" name="Footer Placeholder 4">
            <a:extLst>
              <a:ext uri="{FF2B5EF4-FFF2-40B4-BE49-F238E27FC236}">
                <a16:creationId xmlns:a16="http://schemas.microsoft.com/office/drawing/2014/main" id="{348552B9-E5B0-A2D9-DFAB-91935FD615E5}"/>
              </a:ext>
            </a:extLst>
          </p:cNvPr>
          <p:cNvSpPr>
            <a:spLocks noGrp="1"/>
          </p:cNvSpPr>
          <p:nvPr>
            <p:ph type="ftr" sz="quarter" idx="3"/>
          </p:nvPr>
        </p:nvSpPr>
        <p:spPr/>
        <p:txBody>
          <a:bodyPr/>
          <a:lstStyle/>
          <a:p>
            <a:r>
              <a:rPr lang="en-US"/>
              <a:t>​Copyright © 2025 CompTIA, Inc. All Rights Reserved. </a:t>
            </a:r>
            <a:endParaRPr lang="en-US" dirty="0"/>
          </a:p>
        </p:txBody>
      </p:sp>
      <p:sp>
        <p:nvSpPr>
          <p:cNvPr id="11" name="Text Placeholder 10">
            <a:extLst>
              <a:ext uri="{FF2B5EF4-FFF2-40B4-BE49-F238E27FC236}">
                <a16:creationId xmlns:a16="http://schemas.microsoft.com/office/drawing/2014/main" id="{3F1A6E7B-654B-044F-41EA-4259C052D45A}"/>
              </a:ext>
            </a:extLst>
          </p:cNvPr>
          <p:cNvSpPr>
            <a:spLocks noGrp="1"/>
          </p:cNvSpPr>
          <p:nvPr>
            <p:ph type="body" idx="4294967295"/>
          </p:nvPr>
        </p:nvSpPr>
        <p:spPr>
          <a:xfrm>
            <a:off x="1655380" y="-1565494"/>
            <a:ext cx="3868738" cy="617538"/>
          </a:xfrm>
        </p:spPr>
        <p:txBody>
          <a:bodyPr/>
          <a:lstStyle/>
          <a:p>
            <a:r>
              <a:rPr lang="en-US" dirty="0"/>
              <a:t>Incorrect IP Address</a:t>
            </a:r>
          </a:p>
        </p:txBody>
      </p:sp>
      <p:graphicFrame>
        <p:nvGraphicFramePr>
          <p:cNvPr id="19" name="Content Placeholder 18">
            <a:extLst>
              <a:ext uri="{FF2B5EF4-FFF2-40B4-BE49-F238E27FC236}">
                <a16:creationId xmlns:a16="http://schemas.microsoft.com/office/drawing/2014/main" id="{2B057ADE-CCB1-35B1-76ED-8D3BC4F6DAE3}"/>
              </a:ext>
            </a:extLst>
          </p:cNvPr>
          <p:cNvGraphicFramePr>
            <a:graphicFrameLocks noGrp="1"/>
          </p:cNvGraphicFramePr>
          <p:nvPr>
            <p:ph idx="1"/>
            <p:extLst>
              <p:ext uri="{D42A27DB-BD31-4B8C-83A1-F6EECF244321}">
                <p14:modId xmlns:p14="http://schemas.microsoft.com/office/powerpoint/2010/main" val="406423442"/>
              </p:ext>
            </p:extLst>
          </p:nvPr>
        </p:nvGraphicFramePr>
        <p:xfrm>
          <a:off x="1378495" y="1226614"/>
          <a:ext cx="6387006" cy="3291840"/>
        </p:xfrm>
        <a:graphic>
          <a:graphicData uri="http://schemas.openxmlformats.org/drawingml/2006/table">
            <a:tbl>
              <a:tblPr firstRow="1" bandRow="1">
                <a:tableStyleId>{5C22544A-7EE6-4342-B048-85BDC9FD1C3A}</a:tableStyleId>
              </a:tblPr>
              <a:tblGrid>
                <a:gridCol w="2129002">
                  <a:extLst>
                    <a:ext uri="{9D8B030D-6E8A-4147-A177-3AD203B41FA5}">
                      <a16:colId xmlns:a16="http://schemas.microsoft.com/office/drawing/2014/main" val="4070081127"/>
                    </a:ext>
                  </a:extLst>
                </a:gridCol>
                <a:gridCol w="2129002">
                  <a:extLst>
                    <a:ext uri="{9D8B030D-6E8A-4147-A177-3AD203B41FA5}">
                      <a16:colId xmlns:a16="http://schemas.microsoft.com/office/drawing/2014/main" val="2111869481"/>
                    </a:ext>
                  </a:extLst>
                </a:gridCol>
                <a:gridCol w="2129002">
                  <a:extLst>
                    <a:ext uri="{9D8B030D-6E8A-4147-A177-3AD203B41FA5}">
                      <a16:colId xmlns:a16="http://schemas.microsoft.com/office/drawing/2014/main" val="2340871323"/>
                    </a:ext>
                  </a:extLst>
                </a:gridCol>
              </a:tblGrid>
              <a:tr h="238950">
                <a:tc>
                  <a:txBody>
                    <a:bodyPr/>
                    <a:lstStyle/>
                    <a:p>
                      <a:endParaRPr lang="en-US" sz="1200" dirty="0">
                        <a:solidFill>
                          <a:srgbClr val="586169"/>
                        </a:solidFill>
                      </a:endParaRPr>
                    </a:p>
                  </a:txBody>
                  <a:tcPr>
                    <a:lnB w="9525" cap="flat" cmpd="sng" algn="ctr">
                      <a:solidFill>
                        <a:schemeClr val="bg1">
                          <a:lumMod val="85000"/>
                        </a:schemeClr>
                      </a:solidFill>
                      <a:prstDash val="solid"/>
                      <a:round/>
                      <a:headEnd type="none" w="med" len="med"/>
                      <a:tailEnd type="none" w="med" len="med"/>
                    </a:lnB>
                    <a:noFill/>
                  </a:tcPr>
                </a:tc>
                <a:tc>
                  <a:txBody>
                    <a:bodyPr/>
                    <a:lstStyle/>
                    <a:p>
                      <a:pPr algn="ctr"/>
                      <a:r>
                        <a:rPr lang="en-US" sz="1200" dirty="0">
                          <a:solidFill>
                            <a:srgbClr val="586169"/>
                          </a:solidFill>
                        </a:rPr>
                        <a:t>IP</a:t>
                      </a:r>
                    </a:p>
                  </a:txBody>
                  <a:tcPr>
                    <a:lnB w="9525" cap="flat" cmpd="sng" algn="ctr">
                      <a:solidFill>
                        <a:schemeClr val="bg1">
                          <a:lumMod val="85000"/>
                        </a:schemeClr>
                      </a:solidFill>
                      <a:prstDash val="solid"/>
                      <a:round/>
                      <a:headEnd type="none" w="med" len="med"/>
                      <a:tailEnd type="none" w="med" len="med"/>
                    </a:lnB>
                    <a:noFill/>
                  </a:tcPr>
                </a:tc>
                <a:tc>
                  <a:txBody>
                    <a:bodyPr/>
                    <a:lstStyle/>
                    <a:p>
                      <a:pPr algn="ctr"/>
                      <a:r>
                        <a:rPr lang="en-US" sz="1200" dirty="0">
                          <a:solidFill>
                            <a:srgbClr val="586169"/>
                          </a:solidFill>
                        </a:rPr>
                        <a:t>Mask</a:t>
                      </a:r>
                    </a:p>
                  </a:txBody>
                  <a:tcPr>
                    <a:lnB w="952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406112258"/>
                  </a:ext>
                </a:extLst>
              </a:tr>
              <a:tr h="238950">
                <a:tc gridSpan="3">
                  <a:txBody>
                    <a:bodyPr/>
                    <a:lstStyle/>
                    <a:p>
                      <a:r>
                        <a:rPr lang="en-US" sz="1200" dirty="0">
                          <a:solidFill>
                            <a:schemeClr val="bg1"/>
                          </a:solidFill>
                        </a:rPr>
                        <a:t>Incorrect IP Address - Valid Configuration Example</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0"/>
                    </a:solidFill>
                  </a:tcPr>
                </a:tc>
                <a:tc hMerge="1">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hMerge="1">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89192198"/>
                  </a:ext>
                </a:extLst>
              </a:tr>
              <a:tr h="238950">
                <a:tc>
                  <a:txBody>
                    <a:bodyPr/>
                    <a:lstStyle/>
                    <a:p>
                      <a:r>
                        <a:rPr lang="en-US" sz="1200" dirty="0">
                          <a:solidFill>
                            <a:srgbClr val="20282F"/>
                          </a:solidFill>
                        </a:rPr>
                        <a:t>Host A</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solidFill>
                            <a:srgbClr val="20282F"/>
                          </a:solidFill>
                        </a:rPr>
                        <a:t>192.168.1.10</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solidFill>
                            <a:srgbClr val="20282F"/>
                          </a:solidFill>
                        </a:rPr>
                        <a:t>255.255.255.0</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32983969"/>
                  </a:ext>
                </a:extLst>
              </a:tr>
              <a:tr h="238950">
                <a:tc>
                  <a:txBody>
                    <a:bodyPr/>
                    <a:lstStyle/>
                    <a:p>
                      <a:r>
                        <a:rPr lang="en-US" sz="1200" dirty="0">
                          <a:solidFill>
                            <a:srgbClr val="20282F"/>
                          </a:solidFill>
                        </a:rPr>
                        <a:t>Host B</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solidFill>
                            <a:srgbClr val="20282F"/>
                          </a:solidFill>
                        </a:rPr>
                        <a:t>192.168.1.11</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solidFill>
                            <a:srgbClr val="20282F"/>
                          </a:solidFill>
                        </a:rPr>
                        <a:t>255.255.255.0</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26945937"/>
                  </a:ext>
                </a:extLst>
              </a:tr>
              <a:tr h="238950">
                <a:tc gridSpan="3">
                  <a:txBody>
                    <a:bodyPr/>
                    <a:lstStyle/>
                    <a:p>
                      <a:pPr algn="l"/>
                      <a:r>
                        <a:rPr lang="en-US" sz="1200" dirty="0">
                          <a:solidFill>
                            <a:schemeClr val="bg1"/>
                          </a:solidFill>
                        </a:rPr>
                        <a:t>Incorrect IP Address - Invalid Configuration Example</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0"/>
                    </a:solidFill>
                  </a:tcPr>
                </a:tc>
                <a:tc hMerge="1">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hMerge="1">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38274346"/>
                  </a:ext>
                </a:extLst>
              </a:tr>
              <a:tr h="238950">
                <a:tc>
                  <a:txBody>
                    <a:bodyPr/>
                    <a:lstStyle/>
                    <a:p>
                      <a:r>
                        <a:rPr lang="en-US" sz="1200" dirty="0">
                          <a:solidFill>
                            <a:srgbClr val="20282F"/>
                          </a:solidFill>
                        </a:rPr>
                        <a:t>Host C</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solidFill>
                            <a:srgbClr val="20282F"/>
                          </a:solidFill>
                        </a:rPr>
                        <a:t>192.168.0.21</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solidFill>
                            <a:srgbClr val="20282F"/>
                          </a:solidFill>
                        </a:rPr>
                        <a:t>255.255.255.0</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6109027"/>
                  </a:ext>
                </a:extLst>
              </a:tr>
              <a:tr h="238950">
                <a:tc gridSpan="3">
                  <a:txBody>
                    <a:bodyPr/>
                    <a:lstStyle/>
                    <a:p>
                      <a:r>
                        <a:rPr lang="en-US" sz="1200" dirty="0">
                          <a:solidFill>
                            <a:srgbClr val="20282F"/>
                          </a:solidFill>
                        </a:rPr>
                        <a:t>Issue: Host C is in a different subnet (192.168.0.0 compared to 192.168.1.0).</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US" sz="1800"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hMerge="1">
                  <a:txBody>
                    <a:bodyPr/>
                    <a:lstStyle/>
                    <a:p>
                      <a:pPr algn="ctr"/>
                      <a:endParaRPr lang="en-US" sz="1800"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63485293"/>
                  </a:ext>
                </a:extLst>
              </a:tr>
              <a:tr h="238950">
                <a:tc gridSpan="3">
                  <a:txBody>
                    <a:bodyPr/>
                    <a:lstStyle/>
                    <a:p>
                      <a:pPr marL="0" marR="0" lvl="0" indent="0" algn="l" defTabSz="685160" rtl="0" eaLnBrk="1" fontAlgn="auto" latinLnBrk="0" hangingPunct="1">
                        <a:lnSpc>
                          <a:spcPct val="100000"/>
                        </a:lnSpc>
                        <a:spcBef>
                          <a:spcPts val="0"/>
                        </a:spcBef>
                        <a:spcAft>
                          <a:spcPts val="0"/>
                        </a:spcAft>
                        <a:buClrTx/>
                        <a:buSzTx/>
                        <a:buFontTx/>
                        <a:buNone/>
                        <a:tabLst/>
                        <a:defRPr/>
                      </a:pPr>
                      <a:r>
                        <a:rPr lang="en-US" sz="1200" dirty="0">
                          <a:solidFill>
                            <a:schemeClr val="bg1"/>
                          </a:solidFill>
                        </a:rPr>
                        <a:t>Non-Default Masks – Example with /28 Subnet</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4F70"/>
                    </a:solidFill>
                  </a:tcPr>
                </a:tc>
                <a:tc hMerge="1">
                  <a:txBody>
                    <a:bodyPr/>
                    <a:lstStyle/>
                    <a:p>
                      <a:endParaRPr lang="en-US" sz="1200"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hMerge="1">
                  <a:txBody>
                    <a:bodyPr/>
                    <a:lstStyle/>
                    <a:p>
                      <a:endParaRPr lang="en-US" sz="1200"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50425094"/>
                  </a:ext>
                </a:extLst>
              </a:tr>
              <a:tr h="238950">
                <a:tc>
                  <a:txBody>
                    <a:bodyPr/>
                    <a:lstStyle/>
                    <a:p>
                      <a:r>
                        <a:rPr lang="en-US" sz="1200" dirty="0">
                          <a:solidFill>
                            <a:srgbClr val="20282F"/>
                          </a:solidFill>
                        </a:rPr>
                        <a:t>Host A</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solidFill>
                            <a:srgbClr val="20282F"/>
                          </a:solidFill>
                        </a:rPr>
                        <a:t>198.51.100.10</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solidFill>
                            <a:srgbClr val="20282F"/>
                          </a:solidFill>
                        </a:rPr>
                        <a:t>255.255.255.240</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997327122"/>
                  </a:ext>
                </a:extLst>
              </a:tr>
              <a:tr h="238950">
                <a:tc>
                  <a:txBody>
                    <a:bodyPr/>
                    <a:lstStyle/>
                    <a:p>
                      <a:r>
                        <a:rPr lang="en-US" sz="1200" dirty="0">
                          <a:solidFill>
                            <a:srgbClr val="20282F"/>
                          </a:solidFill>
                        </a:rPr>
                        <a:t>Host B</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solidFill>
                            <a:srgbClr val="20282F"/>
                          </a:solidFill>
                        </a:rPr>
                        <a:t>198.51.100.11</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solidFill>
                            <a:srgbClr val="20282F"/>
                          </a:solidFill>
                        </a:rPr>
                        <a:t>255.255.255.240</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13239221"/>
                  </a:ext>
                </a:extLst>
              </a:tr>
              <a:tr h="238950">
                <a:tc>
                  <a:txBody>
                    <a:bodyPr/>
                    <a:lstStyle/>
                    <a:p>
                      <a:r>
                        <a:rPr lang="en-US" sz="1200" dirty="0">
                          <a:solidFill>
                            <a:srgbClr val="20282F"/>
                          </a:solidFill>
                        </a:rPr>
                        <a:t>Host C</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solidFill>
                            <a:srgbClr val="20282F"/>
                          </a:solidFill>
                        </a:rPr>
                        <a:t>198.51.100.21</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sz="1200" dirty="0">
                          <a:solidFill>
                            <a:srgbClr val="20282F"/>
                          </a:solidFill>
                        </a:rPr>
                        <a:t>255.255.255.240</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875344382"/>
                  </a:ext>
                </a:extLst>
              </a:tr>
              <a:tr h="238950">
                <a:tc gridSpan="3">
                  <a:txBody>
                    <a:bodyPr/>
                    <a:lstStyle/>
                    <a:p>
                      <a:r>
                        <a:rPr lang="en-US" sz="1200" dirty="0">
                          <a:solidFill>
                            <a:srgbClr val="20282F"/>
                          </a:solidFill>
                        </a:rPr>
                        <a:t>Issue: Host C is in a different subnet due to the network prefix boundary.</a:t>
                      </a:r>
                    </a:p>
                  </a:txBody>
                  <a:tcP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n-US" sz="1200"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tc hMerge="1">
                  <a:txBody>
                    <a:bodyPr/>
                    <a:lstStyle/>
                    <a:p>
                      <a:endParaRPr lang="en-US" sz="1200"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97144233"/>
                  </a:ext>
                </a:extLst>
              </a:tr>
            </a:tbl>
          </a:graphicData>
        </a:graphic>
      </p:graphicFrame>
    </p:spTree>
    <p:extLst>
      <p:ext uri="{BB962C8B-B14F-4D97-AF65-F5344CB8AC3E}">
        <p14:creationId xmlns:p14="http://schemas.microsoft.com/office/powerpoint/2010/main" val="20550705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96E39-8967-9F0D-6BFC-12575FFBEBC7}"/>
              </a:ext>
            </a:extLst>
          </p:cNvPr>
          <p:cNvSpPr>
            <a:spLocks noGrp="1"/>
          </p:cNvSpPr>
          <p:nvPr>
            <p:ph type="title"/>
          </p:nvPr>
        </p:nvSpPr>
        <p:spPr/>
        <p:txBody>
          <a:bodyPr>
            <a:normAutofit fontScale="90000"/>
          </a:bodyPr>
          <a:lstStyle/>
          <a:p>
            <a:r>
              <a:rPr lang="en-US" dirty="0"/>
              <a:t>Duplicate IP and MAC Address Issues</a:t>
            </a:r>
          </a:p>
        </p:txBody>
      </p:sp>
      <p:graphicFrame>
        <p:nvGraphicFramePr>
          <p:cNvPr id="6" name="Content Placeholder 5">
            <a:extLst>
              <a:ext uri="{FF2B5EF4-FFF2-40B4-BE49-F238E27FC236}">
                <a16:creationId xmlns:a16="http://schemas.microsoft.com/office/drawing/2014/main" id="{3641619F-E121-685D-9A1C-D367C1AD86B1}"/>
              </a:ext>
            </a:extLst>
          </p:cNvPr>
          <p:cNvGraphicFramePr>
            <a:graphicFrameLocks noGrp="1"/>
          </p:cNvGraphicFramePr>
          <p:nvPr>
            <p:ph idx="1"/>
            <p:extLst>
              <p:ext uri="{D42A27DB-BD31-4B8C-83A1-F6EECF244321}">
                <p14:modId xmlns:p14="http://schemas.microsoft.com/office/powerpoint/2010/main" val="1685946883"/>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D15F325D-06A6-776A-3B7D-31138199C407}"/>
              </a:ext>
            </a:extLst>
          </p:cNvPr>
          <p:cNvSpPr>
            <a:spLocks noGrp="1"/>
          </p:cNvSpPr>
          <p:nvPr>
            <p:ph type="sldNum" sz="quarter" idx="12"/>
          </p:nvPr>
        </p:nvSpPr>
        <p:spPr/>
        <p:txBody>
          <a:bodyPr/>
          <a:lstStyle/>
          <a:p>
            <a:fld id="{64537577-822C-42C9-B1FE-62AC5F07B59D}" type="slidenum">
              <a:rPr lang="en-US" smtClean="0"/>
              <a:pPr/>
              <a:t>53</a:t>
            </a:fld>
            <a:endParaRPr lang="en-US" dirty="0"/>
          </a:p>
        </p:txBody>
      </p:sp>
      <p:sp>
        <p:nvSpPr>
          <p:cNvPr id="5" name="Footer Placeholder 4">
            <a:extLst>
              <a:ext uri="{FF2B5EF4-FFF2-40B4-BE49-F238E27FC236}">
                <a16:creationId xmlns:a16="http://schemas.microsoft.com/office/drawing/2014/main" id="{E1891AF4-579F-7515-8561-979C88A6B948}"/>
              </a:ext>
            </a:extLst>
          </p:cNvPr>
          <p:cNvSpPr>
            <a:spLocks noGrp="1"/>
          </p:cNvSpPr>
          <p:nvPr>
            <p:ph type="ftr" sz="quarter" idx="3"/>
          </p:nvPr>
        </p:nvSpPr>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17677023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F8DD7-9C99-6B24-61D1-A62B20F0F41A}"/>
              </a:ext>
            </a:extLst>
          </p:cNvPr>
          <p:cNvSpPr>
            <a:spLocks noGrp="1"/>
          </p:cNvSpPr>
          <p:nvPr>
            <p:ph type="title"/>
          </p:nvPr>
        </p:nvSpPr>
        <p:spPr/>
        <p:txBody>
          <a:bodyPr>
            <a:normAutofit fontScale="90000"/>
          </a:bodyPr>
          <a:lstStyle/>
          <a:p>
            <a:r>
              <a:rPr lang="en-US" dirty="0"/>
              <a:t>IP Forwarding Issues</a:t>
            </a:r>
          </a:p>
        </p:txBody>
      </p:sp>
      <p:sp>
        <p:nvSpPr>
          <p:cNvPr id="4" name="Slide Number Placeholder 3">
            <a:extLst>
              <a:ext uri="{FF2B5EF4-FFF2-40B4-BE49-F238E27FC236}">
                <a16:creationId xmlns:a16="http://schemas.microsoft.com/office/drawing/2014/main" id="{73F8C3CE-0D93-4D78-E7FC-2B51510E34B0}"/>
              </a:ext>
            </a:extLst>
          </p:cNvPr>
          <p:cNvSpPr>
            <a:spLocks noGrp="1"/>
          </p:cNvSpPr>
          <p:nvPr>
            <p:ph type="sldNum" sz="quarter" idx="12"/>
          </p:nvPr>
        </p:nvSpPr>
        <p:spPr/>
        <p:txBody>
          <a:bodyPr/>
          <a:lstStyle/>
          <a:p>
            <a:fld id="{64537577-822C-42C9-B1FE-62AC5F07B59D}" type="slidenum">
              <a:rPr lang="en-US" smtClean="0"/>
              <a:pPr/>
              <a:t>54</a:t>
            </a:fld>
            <a:endParaRPr lang="en-US" dirty="0"/>
          </a:p>
        </p:txBody>
      </p:sp>
      <p:sp>
        <p:nvSpPr>
          <p:cNvPr id="5" name="Footer Placeholder 4">
            <a:extLst>
              <a:ext uri="{FF2B5EF4-FFF2-40B4-BE49-F238E27FC236}">
                <a16:creationId xmlns:a16="http://schemas.microsoft.com/office/drawing/2014/main" id="{88381B90-3F09-BB34-3715-BEA607C43A8F}"/>
              </a:ext>
            </a:extLst>
          </p:cNvPr>
          <p:cNvSpPr>
            <a:spLocks noGrp="1"/>
          </p:cNvSpPr>
          <p:nvPr>
            <p:ph type="ftr" sz="quarter" idx="3"/>
          </p:nvPr>
        </p:nvSpPr>
        <p:spPr/>
        <p:txBody>
          <a:bodyPr/>
          <a:lstStyle/>
          <a:p>
            <a:r>
              <a:rPr lang="en-US"/>
              <a:t>​Copyright © 2025 CompTIA, Inc. All Rights Reserved. </a:t>
            </a:r>
            <a:endParaRPr lang="en-US" dirty="0"/>
          </a:p>
        </p:txBody>
      </p:sp>
      <p:pic>
        <p:nvPicPr>
          <p:cNvPr id="1026" name="Picture 2" descr="A ping sequence for finding connectivity issues.">
            <a:extLst>
              <a:ext uri="{FF2B5EF4-FFF2-40B4-BE49-F238E27FC236}">
                <a16:creationId xmlns:a16="http://schemas.microsoft.com/office/drawing/2014/main" id="{5E93849E-8286-8300-160F-EE86265D6F78}"/>
              </a:ext>
            </a:extLst>
          </p:cNvPr>
          <p:cNvPicPr>
            <a:picLocks noGrp="1" noChangeAspect="1" noChangeArrowheads="1"/>
          </p:cNvPicPr>
          <p:nvPr>
            <p:ph idx="1"/>
          </p:nvPr>
        </p:nvPicPr>
        <p:blipFill>
          <a:blip r:embed="rId3" cstate="screen">
            <a:extLst>
              <a:ext uri="{28A0092B-C50C-407E-A947-70E740481C1C}">
                <a14:useLocalDpi xmlns:a14="http://schemas.microsoft.com/office/drawing/2010/main"/>
              </a:ext>
            </a:extLst>
          </a:blip>
          <a:srcRect/>
          <a:stretch>
            <a:fillRect/>
          </a:stretch>
        </p:blipFill>
        <p:spPr bwMode="auto">
          <a:xfrm>
            <a:off x="2013680" y="1297035"/>
            <a:ext cx="5116635" cy="3325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60082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23DB0-75B8-B3CF-933E-2FFFC9DBF390}"/>
              </a:ext>
            </a:extLst>
          </p:cNvPr>
          <p:cNvSpPr>
            <a:spLocks noGrp="1"/>
          </p:cNvSpPr>
          <p:nvPr>
            <p:ph type="ctrTitle"/>
          </p:nvPr>
        </p:nvSpPr>
        <p:spPr/>
        <p:txBody>
          <a:bodyPr>
            <a:normAutofit/>
          </a:bodyPr>
          <a:lstStyle/>
          <a:p>
            <a:r>
              <a:rPr lang="en-US" dirty="0"/>
              <a:t>Summary</a:t>
            </a:r>
          </a:p>
        </p:txBody>
      </p:sp>
      <p:sp>
        <p:nvSpPr>
          <p:cNvPr id="3" name="Content Placeholder 2">
            <a:extLst>
              <a:ext uri="{FF2B5EF4-FFF2-40B4-BE49-F238E27FC236}">
                <a16:creationId xmlns:a16="http://schemas.microsoft.com/office/drawing/2014/main" id="{EB968617-DAB5-668B-24A9-0E13F0E54F10}"/>
              </a:ext>
            </a:extLst>
          </p:cNvPr>
          <p:cNvSpPr>
            <a:spLocks noGrp="1"/>
          </p:cNvSpPr>
          <p:nvPr>
            <p:ph type="subTitle" idx="1"/>
          </p:nvPr>
        </p:nvSpPr>
        <p:spPr/>
        <p:txBody>
          <a:bodyPr>
            <a:normAutofit/>
          </a:bodyPr>
          <a:lstStyle/>
          <a:p>
            <a:r>
              <a:rPr lang="en-US" sz="2400" dirty="0"/>
              <a:t>Configuring Network Addressing</a:t>
            </a:r>
          </a:p>
        </p:txBody>
      </p:sp>
      <p:sp>
        <p:nvSpPr>
          <p:cNvPr id="5" name="Slide Number Placeholder 4">
            <a:extLst>
              <a:ext uri="{FF2B5EF4-FFF2-40B4-BE49-F238E27FC236}">
                <a16:creationId xmlns:a16="http://schemas.microsoft.com/office/drawing/2014/main" id="{07DD9B08-9B11-7004-ADE1-3B74C1A1A445}"/>
              </a:ext>
            </a:extLst>
          </p:cNvPr>
          <p:cNvSpPr>
            <a:spLocks noGrp="1"/>
          </p:cNvSpPr>
          <p:nvPr>
            <p:ph type="sldNum" sz="quarter" idx="12"/>
          </p:nvPr>
        </p:nvSpPr>
        <p:spPr/>
        <p:txBody>
          <a:bodyPr/>
          <a:lstStyle/>
          <a:p>
            <a:fld id="{64537577-822C-42C9-B1FE-62AC5F07B59D}" type="slidenum">
              <a:rPr lang="en-US" smtClean="0"/>
              <a:t>55</a:t>
            </a:fld>
            <a:endParaRPr lang="en-US" dirty="0"/>
          </a:p>
        </p:txBody>
      </p:sp>
      <p:sp>
        <p:nvSpPr>
          <p:cNvPr id="6" name="Footer Placeholder 5">
            <a:extLst>
              <a:ext uri="{FF2B5EF4-FFF2-40B4-BE49-F238E27FC236}">
                <a16:creationId xmlns:a16="http://schemas.microsoft.com/office/drawing/2014/main" id="{117EE9BD-DB16-D542-B410-07047047C332}"/>
              </a:ext>
            </a:extLst>
          </p:cNvPr>
          <p:cNvSpPr>
            <a:spLocks noGrp="1"/>
          </p:cNvSpPr>
          <p:nvPr>
            <p:ph type="ftr" sz="quarter" idx="3"/>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5347821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5FD4B-B953-BEFC-78A3-725F1DE08E27}"/>
              </a:ext>
            </a:extLst>
          </p:cNvPr>
          <p:cNvSpPr>
            <a:spLocks noGrp="1"/>
          </p:cNvSpPr>
          <p:nvPr>
            <p:ph type="title"/>
          </p:nvPr>
        </p:nvSpPr>
        <p:spPr/>
        <p:txBody>
          <a:bodyPr>
            <a:normAutofit fontScale="90000"/>
          </a:bodyPr>
          <a:lstStyle/>
          <a:p>
            <a:r>
              <a:rPr lang="en-US" dirty="0"/>
              <a:t>Main Points</a:t>
            </a:r>
          </a:p>
        </p:txBody>
      </p:sp>
      <p:sp>
        <p:nvSpPr>
          <p:cNvPr id="3" name="Content Placeholder 2">
            <a:extLst>
              <a:ext uri="{FF2B5EF4-FFF2-40B4-BE49-F238E27FC236}">
                <a16:creationId xmlns:a16="http://schemas.microsoft.com/office/drawing/2014/main" id="{37F4092C-34AC-1128-EC89-05BCF335B867}"/>
              </a:ext>
            </a:extLst>
          </p:cNvPr>
          <p:cNvSpPr>
            <a:spLocks noGrp="1"/>
          </p:cNvSpPr>
          <p:nvPr>
            <p:ph idx="1"/>
          </p:nvPr>
        </p:nvSpPr>
        <p:spPr>
          <a:xfrm>
            <a:off x="628650" y="1216368"/>
            <a:ext cx="7886700" cy="3546131"/>
          </a:xfrm>
        </p:spPr>
        <p:txBody>
          <a:bodyPr>
            <a:normAutofit lnSpcReduction="10000"/>
          </a:bodyPr>
          <a:lstStyle/>
          <a:p>
            <a:r>
              <a:rPr lang="en-US" b="1" dirty="0"/>
              <a:t>IP</a:t>
            </a:r>
            <a:r>
              <a:rPr lang="en-US" dirty="0"/>
              <a:t>: Creates interconnected networks (interwork) using unique addresses.</a:t>
            </a:r>
          </a:p>
          <a:p>
            <a:r>
              <a:rPr lang="en-US" b="1" dirty="0"/>
              <a:t>IPv4 Address</a:t>
            </a:r>
            <a:r>
              <a:rPr lang="en-US" dirty="0"/>
              <a:t>: 32-bit address divided into four octets.</a:t>
            </a:r>
          </a:p>
          <a:p>
            <a:r>
              <a:rPr lang="en-US" b="1" dirty="0"/>
              <a:t>Network Segment</a:t>
            </a:r>
            <a:r>
              <a:rPr lang="en-US" dirty="0"/>
              <a:t>: Represented by a subnet at </a:t>
            </a:r>
            <a:br>
              <a:rPr lang="en-US" dirty="0"/>
            </a:br>
            <a:r>
              <a:rPr lang="en-US" dirty="0"/>
              <a:t>layer 3 (Network.)</a:t>
            </a:r>
          </a:p>
          <a:p>
            <a:r>
              <a:rPr lang="en-US" b="1" dirty="0"/>
              <a:t>TCP/IP Utilities</a:t>
            </a:r>
            <a:r>
              <a:rPr lang="en-US" dirty="0"/>
              <a:t>: Command-line tools for network configuration and communication monitoring.</a:t>
            </a:r>
          </a:p>
          <a:p>
            <a:r>
              <a:rPr lang="en-US" b="1" dirty="0"/>
              <a:t>IPv6 Address</a:t>
            </a:r>
            <a:r>
              <a:rPr lang="en-US" dirty="0"/>
              <a:t>: Eight 16-bit numbers expressed in hexadecimal format.</a:t>
            </a:r>
          </a:p>
        </p:txBody>
      </p:sp>
      <p:sp>
        <p:nvSpPr>
          <p:cNvPr id="5" name="Slide Number Placeholder 4">
            <a:extLst>
              <a:ext uri="{FF2B5EF4-FFF2-40B4-BE49-F238E27FC236}">
                <a16:creationId xmlns:a16="http://schemas.microsoft.com/office/drawing/2014/main" id="{6162B12D-82F6-F044-7F35-BFF181ED918B}"/>
              </a:ext>
            </a:extLst>
          </p:cNvPr>
          <p:cNvSpPr>
            <a:spLocks noGrp="1"/>
          </p:cNvSpPr>
          <p:nvPr>
            <p:ph type="sldNum" sz="quarter" idx="12"/>
          </p:nvPr>
        </p:nvSpPr>
        <p:spPr/>
        <p:txBody>
          <a:body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56</a:t>
            </a:fld>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
        <p:nvSpPr>
          <p:cNvPr id="6" name="Footer Placeholder 5">
            <a:extLst>
              <a:ext uri="{FF2B5EF4-FFF2-40B4-BE49-F238E27FC236}">
                <a16:creationId xmlns:a16="http://schemas.microsoft.com/office/drawing/2014/main" id="{ED706EE9-3CE9-6395-9A93-722FD9D7A9E7}"/>
              </a:ext>
            </a:extLst>
          </p:cNvPr>
          <p:cNvSpPr>
            <a:spLocks noGrp="1"/>
          </p:cNvSpPr>
          <p:nvPr>
            <p:ph type="ftr" sz="quarter" idx="3"/>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1940928441"/>
      </p:ext>
    </p:extLst>
  </p:cSld>
  <p:clrMapOvr>
    <a:masterClrMapping/>
  </p:clrMapOvr>
</p:sld>
</file>

<file path=ppt/theme/theme1.xml><?xml version="1.0" encoding="utf-8"?>
<a:theme xmlns:a="http://schemas.openxmlformats.org/drawingml/2006/main" name="Learning Design">
  <a:themeElements>
    <a:clrScheme name="Custom 10">
      <a:dk1>
        <a:srgbClr val="000000"/>
      </a:dk1>
      <a:lt1>
        <a:srgbClr val="FFFFFF"/>
      </a:lt1>
      <a:dk2>
        <a:srgbClr val="004F70"/>
      </a:dk2>
      <a:lt2>
        <a:srgbClr val="E7E6E6"/>
      </a:lt2>
      <a:accent1>
        <a:srgbClr val="004F70"/>
      </a:accent1>
      <a:accent2>
        <a:srgbClr val="C8102E"/>
      </a:accent2>
      <a:accent3>
        <a:srgbClr val="007377"/>
      </a:accent3>
      <a:accent4>
        <a:srgbClr val="009CA6"/>
      </a:accent4>
      <a:accent5>
        <a:srgbClr val="63CCC8"/>
      </a:accent5>
      <a:accent6>
        <a:srgbClr val="00698E"/>
      </a:accent6>
      <a:hlink>
        <a:srgbClr val="00698E"/>
      </a:hlink>
      <a:folHlink>
        <a:srgbClr val="572B83"/>
      </a:folHlink>
    </a:clrScheme>
    <a:fontScheme name="Inter_NotoSans">
      <a:majorFont>
        <a:latin typeface="Inter"/>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deoRecording_Template" id="{9C93CD7A-60DB-40F2-A8A8-CA06A4377559}" vid="{8B197F58-6409-4754-95E5-6FD514C1EF1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1" ma:contentTypeDescription="Create a new document." ma:contentTypeScope="" ma:versionID="1bd29a7743d722a7a4e1536ec53122b2">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1e45cb6768d0452792e526d740a19175"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SharedWithUsers xmlns="315eb565-7267-4a95-9087-2f433ded3c8b">
      <UserInfo>
        <DisplayName>Juan Guerrero</DisplayName>
        <AccountId>1541</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C976240-38D6-4831-BF27-FC165F6E2AD7}">
  <ds:schemaRefs>
    <ds:schemaRef ds:uri="315eb565-7267-4a95-9087-2f433ded3c8b"/>
    <ds:schemaRef ds:uri="95a46270-66ec-4bdf-aabc-d78887d5141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0D52A02-1E55-4DBA-994E-857BEA779AC3}">
  <ds:schemaRefs>
    <ds:schemaRef ds:uri="http://schemas.microsoft.com/office/2006/metadata/properties"/>
    <ds:schemaRef ds:uri="http://schemas.microsoft.com/sharepoint/v3"/>
    <ds:schemaRef ds:uri="http://schemas.microsoft.com/office/infopath/2007/PartnerControls"/>
    <ds:schemaRef ds:uri="http://purl.org/dc/terms/"/>
    <ds:schemaRef ds:uri="http://schemas.openxmlformats.org/package/2006/metadata/core-properties"/>
    <ds:schemaRef ds:uri="http://purl.org/dc/elements/1.1/"/>
    <ds:schemaRef ds:uri="http://schemas.microsoft.com/office/2006/documentManagement/types"/>
    <ds:schemaRef ds:uri="http://purl.org/dc/dcmitype/"/>
    <ds:schemaRef ds:uri="315eb565-7267-4a95-9087-2f433ded3c8b"/>
    <ds:schemaRef ds:uri="95a46270-66ec-4bdf-aabc-d78887d51418"/>
    <ds:schemaRef ds:uri="http://www.w3.org/XML/1998/namespace"/>
  </ds:schemaRefs>
</ds:datastoreItem>
</file>

<file path=customXml/itemProps3.xml><?xml version="1.0" encoding="utf-8"?>
<ds:datastoreItem xmlns:ds="http://schemas.openxmlformats.org/officeDocument/2006/customXml" ds:itemID="{743C1A66-679F-4E54-96D0-138142AFAC6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2682</TotalTime>
  <Words>10515</Words>
  <Application>Microsoft Office PowerPoint</Application>
  <PresentationFormat>Custom</PresentationFormat>
  <Paragraphs>1102</Paragraphs>
  <Slides>56</Slides>
  <Notes>56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56</vt:i4>
      </vt:variant>
    </vt:vector>
  </HeadingPairs>
  <TitlesOfParts>
    <vt:vector size="66" baseType="lpstr">
      <vt:lpstr>Arial</vt:lpstr>
      <vt:lpstr>Calibri</vt:lpstr>
      <vt:lpstr>Courier New</vt:lpstr>
      <vt:lpstr>Inter</vt:lpstr>
      <vt:lpstr>Lato</vt:lpstr>
      <vt:lpstr>Noto Sans</vt:lpstr>
      <vt:lpstr>Noto Sans Condensed</vt:lpstr>
      <vt:lpstr>roboto</vt:lpstr>
      <vt:lpstr>Wingdings</vt:lpstr>
      <vt:lpstr>Learning Design</vt:lpstr>
      <vt:lpstr>Module 4</vt:lpstr>
      <vt:lpstr>Module Objectives</vt:lpstr>
      <vt:lpstr>Lesson 4.1</vt:lpstr>
      <vt:lpstr>Think About It</vt:lpstr>
      <vt:lpstr>IPv4 Datagram Header</vt:lpstr>
      <vt:lpstr>Addressing and Forwarding</vt:lpstr>
      <vt:lpstr>Address Resolution Protocol (ARP)</vt:lpstr>
      <vt:lpstr>ARP Requests and Replies</vt:lpstr>
      <vt:lpstr>Unicast and Broadcast Addressing</vt:lpstr>
      <vt:lpstr>Multicast and Anycast Addressing</vt:lpstr>
      <vt:lpstr>Activity: Two Truths and a Lie</vt:lpstr>
      <vt:lpstr>Lesson 4.2</vt:lpstr>
      <vt:lpstr>IPv4 Addressing</vt:lpstr>
      <vt:lpstr>Activity: Binary Conversion</vt:lpstr>
      <vt:lpstr>Activity: Binary Conversion</vt:lpstr>
      <vt:lpstr>Activity: Binary Conversion</vt:lpstr>
      <vt:lpstr>IP Address Formatting</vt:lpstr>
      <vt:lpstr>Subnet Masks</vt:lpstr>
      <vt:lpstr>Default Subnet Mask</vt:lpstr>
      <vt:lpstr>Host Ranges</vt:lpstr>
      <vt:lpstr>Host Ranges</vt:lpstr>
      <vt:lpstr>Broadcast Addresses</vt:lpstr>
      <vt:lpstr>Activity: Fill in the Blanks</vt:lpstr>
      <vt:lpstr>Activity: Fill in the Blanks</vt:lpstr>
      <vt:lpstr>Lesson 4.3</vt:lpstr>
      <vt:lpstr>Public vs. Private Addressing</vt:lpstr>
      <vt:lpstr>Private IP Addresses</vt:lpstr>
      <vt:lpstr>IPv4 Address Scheme Design</vt:lpstr>
      <vt:lpstr>Classful Addressing</vt:lpstr>
      <vt:lpstr>Classless Addressing</vt:lpstr>
      <vt:lpstr>Classless Addressing Example</vt:lpstr>
      <vt:lpstr>Classless Inter-Domain Routing (CIDR)</vt:lpstr>
      <vt:lpstr>Variable Length Subnetting (VLSM)</vt:lpstr>
      <vt:lpstr>Activity: Classless Addressing</vt:lpstr>
      <vt:lpstr>Activity: Classless Addressing</vt:lpstr>
      <vt:lpstr>Lesson 4.4</vt:lpstr>
      <vt:lpstr>ipconfig</vt:lpstr>
      <vt:lpstr>ifconfig and ip</vt:lpstr>
      <vt:lpstr>arp</vt:lpstr>
      <vt:lpstr>ping</vt:lpstr>
      <vt:lpstr>Lesson 4.5</vt:lpstr>
      <vt:lpstr>IPv6 vs IPv4</vt:lpstr>
      <vt:lpstr>IPv6 Address Format</vt:lpstr>
      <vt:lpstr>IPv6 Unicast Addressing</vt:lpstr>
      <vt:lpstr>IPv6 Link Local Addressing</vt:lpstr>
      <vt:lpstr>IPv6 Packets</vt:lpstr>
      <vt:lpstr>IPv6 Multicast and Anycast Addressing</vt:lpstr>
      <vt:lpstr>IPv4 and IPv6 Transition Mechanisms</vt:lpstr>
      <vt:lpstr>Common IPv6 Address Prefixes</vt:lpstr>
      <vt:lpstr>Lesson 4.6</vt:lpstr>
      <vt:lpstr>IP Configuration Issues</vt:lpstr>
      <vt:lpstr>IP Configuration Issues</vt:lpstr>
      <vt:lpstr>Duplicate IP and MAC Address Issues</vt:lpstr>
      <vt:lpstr>IP Forwarding Issues</vt:lpstr>
      <vt:lpstr>Summary</vt:lpstr>
      <vt:lpstr>Main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[Video Title]</dc:title>
  <dc:creator>Yvette Delim</dc:creator>
  <cp:lastModifiedBy>Amy Glidewell</cp:lastModifiedBy>
  <cp:revision>72</cp:revision>
  <dcterms:created xsi:type="dcterms:W3CDTF">2024-03-17T18:19:12Z</dcterms:created>
  <dcterms:modified xsi:type="dcterms:W3CDTF">2025-04-21T22:47:13Z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ies>
</file>