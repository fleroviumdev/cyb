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2.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8.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32.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37.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42.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4"/>
  </p:sldMasterIdLst>
  <p:notesMasterIdLst>
    <p:notesMasterId r:id="rId50"/>
  </p:notesMasterIdLst>
  <p:handoutMasterIdLst>
    <p:handoutMasterId r:id="rId51"/>
  </p:handoutMasterIdLst>
  <p:sldIdLst>
    <p:sldId id="286" r:id="rId5"/>
    <p:sldId id="303" r:id="rId6"/>
    <p:sldId id="310" r:id="rId7"/>
    <p:sldId id="348" r:id="rId8"/>
    <p:sldId id="399" r:id="rId9"/>
    <p:sldId id="400" r:id="rId10"/>
    <p:sldId id="401" r:id="rId11"/>
    <p:sldId id="402" r:id="rId12"/>
    <p:sldId id="350" r:id="rId13"/>
    <p:sldId id="353" r:id="rId14"/>
    <p:sldId id="403" r:id="rId15"/>
    <p:sldId id="355" r:id="rId16"/>
    <p:sldId id="356" r:id="rId17"/>
    <p:sldId id="361" r:id="rId18"/>
    <p:sldId id="406" r:id="rId19"/>
    <p:sldId id="359" r:id="rId20"/>
    <p:sldId id="407" r:id="rId21"/>
    <p:sldId id="370" r:id="rId22"/>
    <p:sldId id="362" r:id="rId23"/>
    <p:sldId id="363" r:id="rId24"/>
    <p:sldId id="371" r:id="rId25"/>
    <p:sldId id="372" r:id="rId26"/>
    <p:sldId id="373" r:id="rId27"/>
    <p:sldId id="374" r:id="rId28"/>
    <p:sldId id="364" r:id="rId29"/>
    <p:sldId id="408" r:id="rId30"/>
    <p:sldId id="366" r:id="rId31"/>
    <p:sldId id="367" r:id="rId32"/>
    <p:sldId id="375" r:id="rId33"/>
    <p:sldId id="368" r:id="rId34"/>
    <p:sldId id="369" r:id="rId35"/>
    <p:sldId id="382" r:id="rId36"/>
    <p:sldId id="383" r:id="rId37"/>
    <p:sldId id="333" r:id="rId38"/>
    <p:sldId id="384" r:id="rId39"/>
    <p:sldId id="385" r:id="rId40"/>
    <p:sldId id="397" r:id="rId41"/>
    <p:sldId id="386" r:id="rId42"/>
    <p:sldId id="387" r:id="rId43"/>
    <p:sldId id="396" r:id="rId44"/>
    <p:sldId id="351" r:id="rId45"/>
    <p:sldId id="389" r:id="rId46"/>
    <p:sldId id="390" r:id="rId47"/>
    <p:sldId id="345" r:id="rId48"/>
    <p:sldId id="398" r:id="rId49"/>
  </p:sldIdLst>
  <p:sldSz cx="9144000" cy="5138738"/>
  <p:notesSz cx="6858000" cy="9144000"/>
  <p:defaultTextStyle>
    <a:defPPr>
      <a:defRPr lang="en-US"/>
    </a:defPPr>
    <a:lvl1pPr marL="0" algn="l" defTabSz="685526" rtl="0" eaLnBrk="1" latinLnBrk="0" hangingPunct="1">
      <a:defRPr sz="1349" kern="1200">
        <a:solidFill>
          <a:schemeClr val="tx1"/>
        </a:solidFill>
        <a:latin typeface="+mn-lt"/>
        <a:ea typeface="+mn-ea"/>
        <a:cs typeface="+mn-cs"/>
      </a:defRPr>
    </a:lvl1pPr>
    <a:lvl2pPr marL="342763" algn="l" defTabSz="685526" rtl="0" eaLnBrk="1" latinLnBrk="0" hangingPunct="1">
      <a:defRPr sz="1349" kern="1200">
        <a:solidFill>
          <a:schemeClr val="tx1"/>
        </a:solidFill>
        <a:latin typeface="+mn-lt"/>
        <a:ea typeface="+mn-ea"/>
        <a:cs typeface="+mn-cs"/>
      </a:defRPr>
    </a:lvl2pPr>
    <a:lvl3pPr marL="685526" algn="l" defTabSz="685526" rtl="0" eaLnBrk="1" latinLnBrk="0" hangingPunct="1">
      <a:defRPr sz="1349" kern="1200">
        <a:solidFill>
          <a:schemeClr val="tx1"/>
        </a:solidFill>
        <a:latin typeface="+mn-lt"/>
        <a:ea typeface="+mn-ea"/>
        <a:cs typeface="+mn-cs"/>
      </a:defRPr>
    </a:lvl3pPr>
    <a:lvl4pPr marL="1028289" algn="l" defTabSz="685526" rtl="0" eaLnBrk="1" latinLnBrk="0" hangingPunct="1">
      <a:defRPr sz="1349" kern="1200">
        <a:solidFill>
          <a:schemeClr val="tx1"/>
        </a:solidFill>
        <a:latin typeface="+mn-lt"/>
        <a:ea typeface="+mn-ea"/>
        <a:cs typeface="+mn-cs"/>
      </a:defRPr>
    </a:lvl4pPr>
    <a:lvl5pPr marL="1371051" algn="l" defTabSz="685526" rtl="0" eaLnBrk="1" latinLnBrk="0" hangingPunct="1">
      <a:defRPr sz="1349" kern="1200">
        <a:solidFill>
          <a:schemeClr val="tx1"/>
        </a:solidFill>
        <a:latin typeface="+mn-lt"/>
        <a:ea typeface="+mn-ea"/>
        <a:cs typeface="+mn-cs"/>
      </a:defRPr>
    </a:lvl5pPr>
    <a:lvl6pPr marL="1713814" algn="l" defTabSz="685526" rtl="0" eaLnBrk="1" latinLnBrk="0" hangingPunct="1">
      <a:defRPr sz="1349" kern="1200">
        <a:solidFill>
          <a:schemeClr val="tx1"/>
        </a:solidFill>
        <a:latin typeface="+mn-lt"/>
        <a:ea typeface="+mn-ea"/>
        <a:cs typeface="+mn-cs"/>
      </a:defRPr>
    </a:lvl6pPr>
    <a:lvl7pPr marL="2056577" algn="l" defTabSz="685526" rtl="0" eaLnBrk="1" latinLnBrk="0" hangingPunct="1">
      <a:defRPr sz="1349" kern="1200">
        <a:solidFill>
          <a:schemeClr val="tx1"/>
        </a:solidFill>
        <a:latin typeface="+mn-lt"/>
        <a:ea typeface="+mn-ea"/>
        <a:cs typeface="+mn-cs"/>
      </a:defRPr>
    </a:lvl7pPr>
    <a:lvl8pPr marL="2399340" algn="l" defTabSz="685526" rtl="0" eaLnBrk="1" latinLnBrk="0" hangingPunct="1">
      <a:defRPr sz="1349" kern="1200">
        <a:solidFill>
          <a:schemeClr val="tx1"/>
        </a:solidFill>
        <a:latin typeface="+mn-lt"/>
        <a:ea typeface="+mn-ea"/>
        <a:cs typeface="+mn-cs"/>
      </a:defRPr>
    </a:lvl8pPr>
    <a:lvl9pPr marL="2742103" algn="l" defTabSz="685526" rtl="0" eaLnBrk="1" latinLnBrk="0" hangingPunct="1">
      <a:defRPr sz="134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9"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7C0288F-8457-3A5E-CB7F-4786BA0C4ACB}" name="Amanda Kissinger" initials="AK" userId="4321e974a0d9fee8" providerId="Windows Live"/>
  <p188:author id="{2AB4928F-3885-C63F-F2DF-420967CDD779}" name="Yvette Delim" initials="YD" userId="S::ydelim@comptia.org::1eb1221e-2905-468b-b6ca-e1e332e3c4b6" providerId="AD"/>
  <p188:author id="{9F8B7EB7-A237-1275-C121-3F54EF205821}" name="John Sparks" initials="JS" userId="S::jsparks@comptia.org::dcf6e6d0-e01b-49f1-aab6-b105dd3b4cb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82F"/>
    <a:srgbClr val="404448"/>
    <a:srgbClr val="582C83"/>
    <a:srgbClr val="004F70"/>
    <a:srgbClr val="586169"/>
    <a:srgbClr val="007377"/>
    <a:srgbClr val="004F71"/>
    <a:srgbClr val="F2A900"/>
    <a:srgbClr val="A11661"/>
    <a:srgbClr val="7D1D7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880DB6-200C-4DA3-B20B-6023D7D00E42}" v="59" dt="2024-09-30T04:16:06.0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069" autoAdjust="0"/>
    <p:restoredTop sz="96681" autoAdjust="0"/>
  </p:normalViewPr>
  <p:slideViewPr>
    <p:cSldViewPr snapToGrid="0">
      <p:cViewPr varScale="1">
        <p:scale>
          <a:sx n="149" d="100"/>
          <a:sy n="149" d="100"/>
        </p:scale>
        <p:origin x="138" y="390"/>
      </p:cViewPr>
      <p:guideLst>
        <p:guide orient="horz" pos="1619"/>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149" d="100"/>
          <a:sy n="149" d="100"/>
        </p:scale>
        <p:origin x="536"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8" Type="http://schemas.microsoft.com/office/2018/10/relationships/authors" Target="author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y Glidewell" userId="095a4851-014c-47ed-bf1b-0c4b57406e94" providerId="ADAL" clId="{1C880DB6-200C-4DA3-B20B-6023D7D00E42}"/>
    <pc:docChg chg="undo custSel modSld">
      <pc:chgData name="Amy Glidewell" userId="095a4851-014c-47ed-bf1b-0c4b57406e94" providerId="ADAL" clId="{1C880DB6-200C-4DA3-B20B-6023D7D00E42}" dt="2024-09-30T04:17:38.039" v="128" actId="1076"/>
      <pc:docMkLst>
        <pc:docMk/>
      </pc:docMkLst>
      <pc:sldChg chg="modSp mod">
        <pc:chgData name="Amy Glidewell" userId="095a4851-014c-47ed-bf1b-0c4b57406e94" providerId="ADAL" clId="{1C880DB6-200C-4DA3-B20B-6023D7D00E42}" dt="2024-09-30T04:17:30.651" v="127" actId="1076"/>
        <pc:sldMkLst>
          <pc:docMk/>
          <pc:sldMk cId="3647255886" sldId="333"/>
        </pc:sldMkLst>
        <pc:graphicFrameChg chg="mod">
          <ac:chgData name="Amy Glidewell" userId="095a4851-014c-47ed-bf1b-0c4b57406e94" providerId="ADAL" clId="{1C880DB6-200C-4DA3-B20B-6023D7D00E42}" dt="2024-09-30T04:17:30.651" v="127" actId="1076"/>
          <ac:graphicFrameMkLst>
            <pc:docMk/>
            <pc:sldMk cId="3647255886" sldId="333"/>
            <ac:graphicFrameMk id="10" creationId="{9E4C7BF3-4CF3-5B9F-CB11-692FA0B450F5}"/>
          </ac:graphicFrameMkLst>
        </pc:graphicFrameChg>
      </pc:sldChg>
      <pc:sldChg chg="modSp">
        <pc:chgData name="Amy Glidewell" userId="095a4851-014c-47ed-bf1b-0c4b57406e94" providerId="ADAL" clId="{1C880DB6-200C-4DA3-B20B-6023D7D00E42}" dt="2024-09-28T01:52:51.624" v="6" actId="2085"/>
        <pc:sldMkLst>
          <pc:docMk/>
          <pc:sldMk cId="2544343881" sldId="350"/>
        </pc:sldMkLst>
        <pc:graphicFrameChg chg="mod">
          <ac:chgData name="Amy Glidewell" userId="095a4851-014c-47ed-bf1b-0c4b57406e94" providerId="ADAL" clId="{1C880DB6-200C-4DA3-B20B-6023D7D00E42}" dt="2024-09-28T01:52:51.624" v="6" actId="2085"/>
          <ac:graphicFrameMkLst>
            <pc:docMk/>
            <pc:sldMk cId="2544343881" sldId="350"/>
            <ac:graphicFrameMk id="12" creationId="{3318B247-D448-7E83-D21B-7F4FE403674F}"/>
          </ac:graphicFrameMkLst>
        </pc:graphicFrameChg>
      </pc:sldChg>
      <pc:sldChg chg="modSp">
        <pc:chgData name="Amy Glidewell" userId="095a4851-014c-47ed-bf1b-0c4b57406e94" providerId="ADAL" clId="{1C880DB6-200C-4DA3-B20B-6023D7D00E42}" dt="2024-09-28T02:08:54.586" v="101" actId="255"/>
        <pc:sldMkLst>
          <pc:docMk/>
          <pc:sldMk cId="1243246362" sldId="351"/>
        </pc:sldMkLst>
        <pc:graphicFrameChg chg="mod">
          <ac:chgData name="Amy Glidewell" userId="095a4851-014c-47ed-bf1b-0c4b57406e94" providerId="ADAL" clId="{1C880DB6-200C-4DA3-B20B-6023D7D00E42}" dt="2024-09-28T02:08:54.586" v="101" actId="255"/>
          <ac:graphicFrameMkLst>
            <pc:docMk/>
            <pc:sldMk cId="1243246362" sldId="351"/>
            <ac:graphicFrameMk id="11" creationId="{A20E142E-EA67-44D9-6084-E96C8C822663}"/>
          </ac:graphicFrameMkLst>
        </pc:graphicFrameChg>
      </pc:sldChg>
      <pc:sldChg chg="modSp mod">
        <pc:chgData name="Amy Glidewell" userId="095a4851-014c-47ed-bf1b-0c4b57406e94" providerId="ADAL" clId="{1C880DB6-200C-4DA3-B20B-6023D7D00E42}" dt="2024-09-28T01:54:21.665" v="13" actId="1582"/>
        <pc:sldMkLst>
          <pc:docMk/>
          <pc:sldMk cId="2577641872" sldId="353"/>
        </pc:sldMkLst>
        <pc:spChg chg="mod">
          <ac:chgData name="Amy Glidewell" userId="095a4851-014c-47ed-bf1b-0c4b57406e94" providerId="ADAL" clId="{1C880DB6-200C-4DA3-B20B-6023D7D00E42}" dt="2024-09-28T01:53:31.729" v="7" actId="207"/>
          <ac:spMkLst>
            <pc:docMk/>
            <pc:sldMk cId="2577641872" sldId="353"/>
            <ac:spMk id="38" creationId="{4B8F7A78-5426-C374-41F7-4069F2DB7618}"/>
          </ac:spMkLst>
        </pc:spChg>
        <pc:spChg chg="mod">
          <ac:chgData name="Amy Glidewell" userId="095a4851-014c-47ed-bf1b-0c4b57406e94" providerId="ADAL" clId="{1C880DB6-200C-4DA3-B20B-6023D7D00E42}" dt="2024-09-28T01:53:31.729" v="7" actId="207"/>
          <ac:spMkLst>
            <pc:docMk/>
            <pc:sldMk cId="2577641872" sldId="353"/>
            <ac:spMk id="39" creationId="{A5A6024D-89FB-FCC6-914A-88FB25D7FD02}"/>
          </ac:spMkLst>
        </pc:spChg>
        <pc:spChg chg="mod">
          <ac:chgData name="Amy Glidewell" userId="095a4851-014c-47ed-bf1b-0c4b57406e94" providerId="ADAL" clId="{1C880DB6-200C-4DA3-B20B-6023D7D00E42}" dt="2024-09-28T01:53:31.729" v="7" actId="207"/>
          <ac:spMkLst>
            <pc:docMk/>
            <pc:sldMk cId="2577641872" sldId="353"/>
            <ac:spMk id="41" creationId="{E18735D1-A446-B97B-97DE-68AB6EADB198}"/>
          </ac:spMkLst>
        </pc:spChg>
        <pc:spChg chg="mod">
          <ac:chgData name="Amy Glidewell" userId="095a4851-014c-47ed-bf1b-0c4b57406e94" providerId="ADAL" clId="{1C880DB6-200C-4DA3-B20B-6023D7D00E42}" dt="2024-09-28T01:53:40.612" v="8" actId="207"/>
          <ac:spMkLst>
            <pc:docMk/>
            <pc:sldMk cId="2577641872" sldId="353"/>
            <ac:spMk id="43" creationId="{498E172F-EFA9-ED36-1A50-C864783C2E8F}"/>
          </ac:spMkLst>
        </pc:spChg>
        <pc:spChg chg="mod">
          <ac:chgData name="Amy Glidewell" userId="095a4851-014c-47ed-bf1b-0c4b57406e94" providerId="ADAL" clId="{1C880DB6-200C-4DA3-B20B-6023D7D00E42}" dt="2024-09-28T01:53:58.570" v="10" actId="1582"/>
          <ac:spMkLst>
            <pc:docMk/>
            <pc:sldMk cId="2577641872" sldId="353"/>
            <ac:spMk id="44" creationId="{143374E3-1C1B-7A4C-F588-EF99B9C6E3A9}"/>
          </ac:spMkLst>
        </pc:spChg>
        <pc:spChg chg="mod">
          <ac:chgData name="Amy Glidewell" userId="095a4851-014c-47ed-bf1b-0c4b57406e94" providerId="ADAL" clId="{1C880DB6-200C-4DA3-B20B-6023D7D00E42}" dt="2024-09-28T01:53:44.355" v="9" actId="207"/>
          <ac:spMkLst>
            <pc:docMk/>
            <pc:sldMk cId="2577641872" sldId="353"/>
            <ac:spMk id="46" creationId="{B9F8A5BD-B86D-F7F3-D28C-B9506F717D2F}"/>
          </ac:spMkLst>
        </pc:spChg>
        <pc:spChg chg="mod">
          <ac:chgData name="Amy Glidewell" userId="095a4851-014c-47ed-bf1b-0c4b57406e94" providerId="ADAL" clId="{1C880DB6-200C-4DA3-B20B-6023D7D00E42}" dt="2024-09-28T01:54:21.665" v="13" actId="1582"/>
          <ac:spMkLst>
            <pc:docMk/>
            <pc:sldMk cId="2577641872" sldId="353"/>
            <ac:spMk id="47" creationId="{A913F6E4-FBD7-1BF5-D535-2D464FF69205}"/>
          </ac:spMkLst>
        </pc:spChg>
        <pc:spChg chg="mod">
          <ac:chgData name="Amy Glidewell" userId="095a4851-014c-47ed-bf1b-0c4b57406e94" providerId="ADAL" clId="{1C880DB6-200C-4DA3-B20B-6023D7D00E42}" dt="2024-09-28T01:53:40.612" v="8" actId="207"/>
          <ac:spMkLst>
            <pc:docMk/>
            <pc:sldMk cId="2577641872" sldId="353"/>
            <ac:spMk id="49" creationId="{484D5DF8-1790-90D4-7F0E-50DE41A3631A}"/>
          </ac:spMkLst>
        </pc:spChg>
        <pc:spChg chg="mod">
          <ac:chgData name="Amy Glidewell" userId="095a4851-014c-47ed-bf1b-0c4b57406e94" providerId="ADAL" clId="{1C880DB6-200C-4DA3-B20B-6023D7D00E42}" dt="2024-09-28T01:54:15.149" v="12" actId="1582"/>
          <ac:spMkLst>
            <pc:docMk/>
            <pc:sldMk cId="2577641872" sldId="353"/>
            <ac:spMk id="50" creationId="{4370359D-10FC-2A31-49CD-83D6D9B0CB84}"/>
          </ac:spMkLst>
        </pc:spChg>
      </pc:sldChg>
      <pc:sldChg chg="modSp mod">
        <pc:chgData name="Amy Glidewell" userId="095a4851-014c-47ed-bf1b-0c4b57406e94" providerId="ADAL" clId="{1C880DB6-200C-4DA3-B20B-6023D7D00E42}" dt="2024-09-30T04:14:19.130" v="122" actId="1076"/>
        <pc:sldMkLst>
          <pc:docMk/>
          <pc:sldMk cId="3317444804" sldId="356"/>
        </pc:sldMkLst>
        <pc:spChg chg="mod">
          <ac:chgData name="Amy Glidewell" userId="095a4851-014c-47ed-bf1b-0c4b57406e94" providerId="ADAL" clId="{1C880DB6-200C-4DA3-B20B-6023D7D00E42}" dt="2024-09-30T04:14:08.631" v="121" actId="1076"/>
          <ac:spMkLst>
            <pc:docMk/>
            <pc:sldMk cId="3317444804" sldId="356"/>
            <ac:spMk id="2" creationId="{636FC431-35DB-9232-0DE3-79DDAD2F1C16}"/>
          </ac:spMkLst>
        </pc:spChg>
        <pc:spChg chg="mod">
          <ac:chgData name="Amy Glidewell" userId="095a4851-014c-47ed-bf1b-0c4b57406e94" providerId="ADAL" clId="{1C880DB6-200C-4DA3-B20B-6023D7D00E42}" dt="2024-09-28T01:55:40.252" v="20" actId="27636"/>
          <ac:spMkLst>
            <pc:docMk/>
            <pc:sldMk cId="3317444804" sldId="356"/>
            <ac:spMk id="11" creationId="{C6576FE1-10B5-8765-A211-2828F792AA1D}"/>
          </ac:spMkLst>
        </pc:spChg>
        <pc:picChg chg="mod">
          <ac:chgData name="Amy Glidewell" userId="095a4851-014c-47ed-bf1b-0c4b57406e94" providerId="ADAL" clId="{1C880DB6-200C-4DA3-B20B-6023D7D00E42}" dt="2024-09-30T04:14:19.130" v="122" actId="1076"/>
          <ac:picMkLst>
            <pc:docMk/>
            <pc:sldMk cId="3317444804" sldId="356"/>
            <ac:picMk id="16" creationId="{B1211C63-5F9E-4466-63A8-BF71E648B2CB}"/>
          </ac:picMkLst>
        </pc:picChg>
      </pc:sldChg>
      <pc:sldChg chg="modSp mod">
        <pc:chgData name="Amy Glidewell" userId="095a4851-014c-47ed-bf1b-0c4b57406e94" providerId="ADAL" clId="{1C880DB6-200C-4DA3-B20B-6023D7D00E42}" dt="2024-09-28T01:57:11.885" v="31" actId="207"/>
        <pc:sldMkLst>
          <pc:docMk/>
          <pc:sldMk cId="3338488527" sldId="359"/>
        </pc:sldMkLst>
        <pc:graphicFrameChg chg="modGraphic">
          <ac:chgData name="Amy Glidewell" userId="095a4851-014c-47ed-bf1b-0c4b57406e94" providerId="ADAL" clId="{1C880DB6-200C-4DA3-B20B-6023D7D00E42}" dt="2024-09-28T01:57:11.885" v="31" actId="207"/>
          <ac:graphicFrameMkLst>
            <pc:docMk/>
            <pc:sldMk cId="3338488527" sldId="359"/>
            <ac:graphicFrameMk id="10" creationId="{1FA0A9A9-0F9E-13B8-C6C9-5D9CC34F06F0}"/>
          </ac:graphicFrameMkLst>
        </pc:graphicFrameChg>
      </pc:sldChg>
      <pc:sldChg chg="modSp mod">
        <pc:chgData name="Amy Glidewell" userId="095a4851-014c-47ed-bf1b-0c4b57406e94" providerId="ADAL" clId="{1C880DB6-200C-4DA3-B20B-6023D7D00E42}" dt="2024-09-28T01:58:10.512" v="39" actId="1076"/>
        <pc:sldMkLst>
          <pc:docMk/>
          <pc:sldMk cId="2059054942" sldId="362"/>
        </pc:sldMkLst>
        <pc:graphicFrameChg chg="mod modGraphic">
          <ac:chgData name="Amy Glidewell" userId="095a4851-014c-47ed-bf1b-0c4b57406e94" providerId="ADAL" clId="{1C880DB6-200C-4DA3-B20B-6023D7D00E42}" dt="2024-09-28T01:58:10.512" v="39" actId="1076"/>
          <ac:graphicFrameMkLst>
            <pc:docMk/>
            <pc:sldMk cId="2059054942" sldId="362"/>
            <ac:graphicFrameMk id="11" creationId="{D426E2C1-305D-31A3-3C14-D0221DFE2F4D}"/>
          </ac:graphicFrameMkLst>
        </pc:graphicFrameChg>
      </pc:sldChg>
      <pc:sldChg chg="modSp mod">
        <pc:chgData name="Amy Glidewell" userId="095a4851-014c-47ed-bf1b-0c4b57406e94" providerId="ADAL" clId="{1C880DB6-200C-4DA3-B20B-6023D7D00E42}" dt="2024-09-28T01:58:55.162" v="44" actId="1076"/>
        <pc:sldMkLst>
          <pc:docMk/>
          <pc:sldMk cId="1669710747" sldId="363"/>
        </pc:sldMkLst>
        <pc:graphicFrameChg chg="mod modGraphic">
          <ac:chgData name="Amy Glidewell" userId="095a4851-014c-47ed-bf1b-0c4b57406e94" providerId="ADAL" clId="{1C880DB6-200C-4DA3-B20B-6023D7D00E42}" dt="2024-09-28T01:58:55.162" v="44" actId="1076"/>
          <ac:graphicFrameMkLst>
            <pc:docMk/>
            <pc:sldMk cId="1669710747" sldId="363"/>
            <ac:graphicFrameMk id="8" creationId="{B9C1C7D7-140D-572D-1A24-6E0C63B8035D}"/>
          </ac:graphicFrameMkLst>
        </pc:graphicFrameChg>
      </pc:sldChg>
      <pc:sldChg chg="modSp mod">
        <pc:chgData name="Amy Glidewell" userId="095a4851-014c-47ed-bf1b-0c4b57406e94" providerId="ADAL" clId="{1C880DB6-200C-4DA3-B20B-6023D7D00E42}" dt="2024-09-28T02:04:07.146" v="78" actId="1076"/>
        <pc:sldMkLst>
          <pc:docMk/>
          <pc:sldMk cId="3232235305" sldId="366"/>
        </pc:sldMkLst>
        <pc:graphicFrameChg chg="mod">
          <ac:chgData name="Amy Glidewell" userId="095a4851-014c-47ed-bf1b-0c4b57406e94" providerId="ADAL" clId="{1C880DB6-200C-4DA3-B20B-6023D7D00E42}" dt="2024-09-28T02:04:07.146" v="78" actId="1076"/>
          <ac:graphicFrameMkLst>
            <pc:docMk/>
            <pc:sldMk cId="3232235305" sldId="366"/>
            <ac:graphicFrameMk id="10" creationId="{E37EE6C7-17CA-F9C6-89D9-A8A67DDFCBE0}"/>
          </ac:graphicFrameMkLst>
        </pc:graphicFrameChg>
      </pc:sldChg>
      <pc:sldChg chg="modSp mod">
        <pc:chgData name="Amy Glidewell" userId="095a4851-014c-47ed-bf1b-0c4b57406e94" providerId="ADAL" clId="{1C880DB6-200C-4DA3-B20B-6023D7D00E42}" dt="2024-09-28T02:04:28.778" v="79" actId="207"/>
        <pc:sldMkLst>
          <pc:docMk/>
          <pc:sldMk cId="3419889004" sldId="367"/>
        </pc:sldMkLst>
        <pc:spChg chg="mod">
          <ac:chgData name="Amy Glidewell" userId="095a4851-014c-47ed-bf1b-0c4b57406e94" providerId="ADAL" clId="{1C880DB6-200C-4DA3-B20B-6023D7D00E42}" dt="2024-09-28T02:04:28.778" v="79" actId="207"/>
          <ac:spMkLst>
            <pc:docMk/>
            <pc:sldMk cId="3419889004" sldId="367"/>
            <ac:spMk id="10" creationId="{C989471D-73C2-E858-4FF8-ECE46C128678}"/>
          </ac:spMkLst>
        </pc:spChg>
      </pc:sldChg>
      <pc:sldChg chg="addSp delSp modSp mod">
        <pc:chgData name="Amy Glidewell" userId="095a4851-014c-47ed-bf1b-0c4b57406e94" providerId="ADAL" clId="{1C880DB6-200C-4DA3-B20B-6023D7D00E42}" dt="2024-09-28T02:04:55.456" v="82" actId="478"/>
        <pc:sldMkLst>
          <pc:docMk/>
          <pc:sldMk cId="4095100552" sldId="368"/>
        </pc:sldMkLst>
        <pc:spChg chg="add del mod">
          <ac:chgData name="Amy Glidewell" userId="095a4851-014c-47ed-bf1b-0c4b57406e94" providerId="ADAL" clId="{1C880DB6-200C-4DA3-B20B-6023D7D00E42}" dt="2024-09-28T02:04:55.456" v="82" actId="478"/>
          <ac:spMkLst>
            <pc:docMk/>
            <pc:sldMk cId="4095100552" sldId="368"/>
            <ac:spMk id="6" creationId="{48B6C824-1383-3299-247D-3419AB60DD98}"/>
          </ac:spMkLst>
        </pc:spChg>
        <pc:spChg chg="mod">
          <ac:chgData name="Amy Glidewell" userId="095a4851-014c-47ed-bf1b-0c4b57406e94" providerId="ADAL" clId="{1C880DB6-200C-4DA3-B20B-6023D7D00E42}" dt="2024-09-28T02:04:48.763" v="80" actId="14100"/>
          <ac:spMkLst>
            <pc:docMk/>
            <pc:sldMk cId="4095100552" sldId="368"/>
            <ac:spMk id="11" creationId="{FE074142-2553-2E57-590D-2D1015CF832F}"/>
          </ac:spMkLst>
        </pc:spChg>
        <pc:picChg chg="del">
          <ac:chgData name="Amy Glidewell" userId="095a4851-014c-47ed-bf1b-0c4b57406e94" providerId="ADAL" clId="{1C880DB6-200C-4DA3-B20B-6023D7D00E42}" dt="2024-09-28T02:04:51.981" v="81" actId="478"/>
          <ac:picMkLst>
            <pc:docMk/>
            <pc:sldMk cId="4095100552" sldId="368"/>
            <ac:picMk id="17" creationId="{EA80AC83-5D5A-5B7D-8483-80AEF7722E8A}"/>
          </ac:picMkLst>
        </pc:picChg>
      </pc:sldChg>
      <pc:sldChg chg="modSp mod">
        <pc:chgData name="Amy Glidewell" userId="095a4851-014c-47ed-bf1b-0c4b57406e94" providerId="ADAL" clId="{1C880DB6-200C-4DA3-B20B-6023D7D00E42}" dt="2024-09-28T02:05:35.511" v="88" actId="1076"/>
        <pc:sldMkLst>
          <pc:docMk/>
          <pc:sldMk cId="2232747198" sldId="369"/>
        </pc:sldMkLst>
        <pc:graphicFrameChg chg="mod modGraphic">
          <ac:chgData name="Amy Glidewell" userId="095a4851-014c-47ed-bf1b-0c4b57406e94" providerId="ADAL" clId="{1C880DB6-200C-4DA3-B20B-6023D7D00E42}" dt="2024-09-28T02:05:35.511" v="88" actId="1076"/>
          <ac:graphicFrameMkLst>
            <pc:docMk/>
            <pc:sldMk cId="2232747198" sldId="369"/>
            <ac:graphicFrameMk id="10" creationId="{0399B9D2-AAD4-186B-C291-34CDE76136AE}"/>
          </ac:graphicFrameMkLst>
        </pc:graphicFrameChg>
      </pc:sldChg>
      <pc:sldChg chg="modSp mod">
        <pc:chgData name="Amy Glidewell" userId="095a4851-014c-47ed-bf1b-0c4b57406e94" providerId="ADAL" clId="{1C880DB6-200C-4DA3-B20B-6023D7D00E42}" dt="2024-09-28T02:00:03.257" v="54" actId="1076"/>
        <pc:sldMkLst>
          <pc:docMk/>
          <pc:sldMk cId="2088354516" sldId="371"/>
        </pc:sldMkLst>
        <pc:graphicFrameChg chg="mod">
          <ac:chgData name="Amy Glidewell" userId="095a4851-014c-47ed-bf1b-0c4b57406e94" providerId="ADAL" clId="{1C880DB6-200C-4DA3-B20B-6023D7D00E42}" dt="2024-09-28T02:00:03.257" v="54" actId="1076"/>
          <ac:graphicFrameMkLst>
            <pc:docMk/>
            <pc:sldMk cId="2088354516" sldId="371"/>
            <ac:graphicFrameMk id="11" creationId="{F30E90A3-BB1C-9822-71D7-4F7536BAB6F3}"/>
          </ac:graphicFrameMkLst>
        </pc:graphicFrameChg>
      </pc:sldChg>
      <pc:sldChg chg="modSp mod">
        <pc:chgData name="Amy Glidewell" userId="095a4851-014c-47ed-bf1b-0c4b57406e94" providerId="ADAL" clId="{1C880DB6-200C-4DA3-B20B-6023D7D00E42}" dt="2024-09-28T02:01:02.622" v="63" actId="1076"/>
        <pc:sldMkLst>
          <pc:docMk/>
          <pc:sldMk cId="4265473704" sldId="372"/>
        </pc:sldMkLst>
        <pc:graphicFrameChg chg="mod">
          <ac:chgData name="Amy Glidewell" userId="095a4851-014c-47ed-bf1b-0c4b57406e94" providerId="ADAL" clId="{1C880DB6-200C-4DA3-B20B-6023D7D00E42}" dt="2024-09-28T02:00:52.220" v="61" actId="14100"/>
          <ac:graphicFrameMkLst>
            <pc:docMk/>
            <pc:sldMk cId="4265473704" sldId="372"/>
            <ac:graphicFrameMk id="7" creationId="{5FA0A7C0-079F-7D17-1389-8367D7EB9415}"/>
          </ac:graphicFrameMkLst>
        </pc:graphicFrameChg>
        <pc:graphicFrameChg chg="mod">
          <ac:chgData name="Amy Glidewell" userId="095a4851-014c-47ed-bf1b-0c4b57406e94" providerId="ADAL" clId="{1C880DB6-200C-4DA3-B20B-6023D7D00E42}" dt="2024-09-28T02:01:02.622" v="63" actId="1076"/>
          <ac:graphicFrameMkLst>
            <pc:docMk/>
            <pc:sldMk cId="4265473704" sldId="372"/>
            <ac:graphicFrameMk id="12" creationId="{082A1932-510D-A4B2-0348-FC1051672679}"/>
          </ac:graphicFrameMkLst>
        </pc:graphicFrameChg>
      </pc:sldChg>
      <pc:sldChg chg="modSp mod">
        <pc:chgData name="Amy Glidewell" userId="095a4851-014c-47ed-bf1b-0c4b57406e94" providerId="ADAL" clId="{1C880DB6-200C-4DA3-B20B-6023D7D00E42}" dt="2024-09-28T02:01:54.976" v="72" actId="20577"/>
        <pc:sldMkLst>
          <pc:docMk/>
          <pc:sldMk cId="280810743" sldId="373"/>
        </pc:sldMkLst>
        <pc:spChg chg="mod">
          <ac:chgData name="Amy Glidewell" userId="095a4851-014c-47ed-bf1b-0c4b57406e94" providerId="ADAL" clId="{1C880DB6-200C-4DA3-B20B-6023D7D00E42}" dt="2024-09-28T02:01:54.976" v="72" actId="20577"/>
          <ac:spMkLst>
            <pc:docMk/>
            <pc:sldMk cId="280810743" sldId="373"/>
            <ac:spMk id="16" creationId="{C4B94903-F620-B11E-5F42-C19A92FB042B}"/>
          </ac:spMkLst>
        </pc:spChg>
        <pc:picChg chg="mod">
          <ac:chgData name="Amy Glidewell" userId="095a4851-014c-47ed-bf1b-0c4b57406e94" providerId="ADAL" clId="{1C880DB6-200C-4DA3-B20B-6023D7D00E42}" dt="2024-09-28T02:01:23.763" v="65" actId="1076"/>
          <ac:picMkLst>
            <pc:docMk/>
            <pc:sldMk cId="280810743" sldId="373"/>
            <ac:picMk id="6" creationId="{AB38FAB1-682E-3244-5A4B-38997864D2F5}"/>
          </ac:picMkLst>
        </pc:picChg>
      </pc:sldChg>
      <pc:sldChg chg="modSp mod">
        <pc:chgData name="Amy Glidewell" userId="095a4851-014c-47ed-bf1b-0c4b57406e94" providerId="ADAL" clId="{1C880DB6-200C-4DA3-B20B-6023D7D00E42}" dt="2024-09-30T04:16:56.991" v="126" actId="14100"/>
        <pc:sldMkLst>
          <pc:docMk/>
          <pc:sldMk cId="1159732092" sldId="382"/>
        </pc:sldMkLst>
        <pc:graphicFrameChg chg="mod">
          <ac:chgData name="Amy Glidewell" userId="095a4851-014c-47ed-bf1b-0c4b57406e94" providerId="ADAL" clId="{1C880DB6-200C-4DA3-B20B-6023D7D00E42}" dt="2024-09-30T04:16:56.991" v="126" actId="14100"/>
          <ac:graphicFrameMkLst>
            <pc:docMk/>
            <pc:sldMk cId="1159732092" sldId="382"/>
            <ac:graphicFrameMk id="4" creationId="{11DD855A-D9E8-4AAE-D4AB-658AB050ED24}"/>
          </ac:graphicFrameMkLst>
        </pc:graphicFrameChg>
      </pc:sldChg>
      <pc:sldChg chg="modSp">
        <pc:chgData name="Amy Glidewell" userId="095a4851-014c-47ed-bf1b-0c4b57406e94" providerId="ADAL" clId="{1C880DB6-200C-4DA3-B20B-6023D7D00E42}" dt="2024-09-28T02:06:16.087" v="91" actId="1076"/>
        <pc:sldMkLst>
          <pc:docMk/>
          <pc:sldMk cId="1163865979" sldId="383"/>
        </pc:sldMkLst>
        <pc:picChg chg="mod">
          <ac:chgData name="Amy Glidewell" userId="095a4851-014c-47ed-bf1b-0c4b57406e94" providerId="ADAL" clId="{1C880DB6-200C-4DA3-B20B-6023D7D00E42}" dt="2024-09-28T02:06:16.087" v="91" actId="1076"/>
          <ac:picMkLst>
            <pc:docMk/>
            <pc:sldMk cId="1163865979" sldId="383"/>
            <ac:picMk id="1026" creationId="{71FE4CA1-0F6C-C714-40DF-91A6B599AC8F}"/>
          </ac:picMkLst>
        </pc:picChg>
      </pc:sldChg>
      <pc:sldChg chg="modSp mod">
        <pc:chgData name="Amy Glidewell" userId="095a4851-014c-47ed-bf1b-0c4b57406e94" providerId="ADAL" clId="{1C880DB6-200C-4DA3-B20B-6023D7D00E42}" dt="2024-09-28T02:06:34.331" v="92" actId="207"/>
        <pc:sldMkLst>
          <pc:docMk/>
          <pc:sldMk cId="2643833472" sldId="384"/>
        </pc:sldMkLst>
        <pc:graphicFrameChg chg="modGraphic">
          <ac:chgData name="Amy Glidewell" userId="095a4851-014c-47ed-bf1b-0c4b57406e94" providerId="ADAL" clId="{1C880DB6-200C-4DA3-B20B-6023D7D00E42}" dt="2024-09-28T02:06:34.331" v="92" actId="207"/>
          <ac:graphicFrameMkLst>
            <pc:docMk/>
            <pc:sldMk cId="2643833472" sldId="384"/>
            <ac:graphicFrameMk id="14" creationId="{A5CEC4F0-6A57-FC53-3255-C40313BBB202}"/>
          </ac:graphicFrameMkLst>
        </pc:graphicFrameChg>
      </pc:sldChg>
      <pc:sldChg chg="modSp mod">
        <pc:chgData name="Amy Glidewell" userId="095a4851-014c-47ed-bf1b-0c4b57406e94" providerId="ADAL" clId="{1C880DB6-200C-4DA3-B20B-6023D7D00E42}" dt="2024-09-30T04:17:38.039" v="128" actId="1076"/>
        <pc:sldMkLst>
          <pc:docMk/>
          <pc:sldMk cId="2794005001" sldId="385"/>
        </pc:sldMkLst>
        <pc:spChg chg="mod">
          <ac:chgData name="Amy Glidewell" userId="095a4851-014c-47ed-bf1b-0c4b57406e94" providerId="ADAL" clId="{1C880DB6-200C-4DA3-B20B-6023D7D00E42}" dt="2024-09-30T04:17:38.039" v="128" actId="1076"/>
          <ac:spMkLst>
            <pc:docMk/>
            <pc:sldMk cId="2794005001" sldId="385"/>
            <ac:spMk id="2" creationId="{03DCF6CA-D470-D514-AF40-F955A6A40A5E}"/>
          </ac:spMkLst>
        </pc:spChg>
      </pc:sldChg>
      <pc:sldChg chg="modSp mod">
        <pc:chgData name="Amy Glidewell" userId="095a4851-014c-47ed-bf1b-0c4b57406e94" providerId="ADAL" clId="{1C880DB6-200C-4DA3-B20B-6023D7D00E42}" dt="2024-09-28T02:07:58.399" v="96" actId="113"/>
        <pc:sldMkLst>
          <pc:docMk/>
          <pc:sldMk cId="2789759926" sldId="386"/>
        </pc:sldMkLst>
        <pc:graphicFrameChg chg="modGraphic">
          <ac:chgData name="Amy Glidewell" userId="095a4851-014c-47ed-bf1b-0c4b57406e94" providerId="ADAL" clId="{1C880DB6-200C-4DA3-B20B-6023D7D00E42}" dt="2024-09-28T02:07:58.399" v="96" actId="113"/>
          <ac:graphicFrameMkLst>
            <pc:docMk/>
            <pc:sldMk cId="2789759926" sldId="386"/>
            <ac:graphicFrameMk id="25" creationId="{68EEAF3A-FAF6-E7F4-8BD2-B565148FDEAC}"/>
          </ac:graphicFrameMkLst>
        </pc:graphicFrameChg>
      </pc:sldChg>
      <pc:sldChg chg="delSp modSp mod">
        <pc:chgData name="Amy Glidewell" userId="095a4851-014c-47ed-bf1b-0c4b57406e94" providerId="ADAL" clId="{1C880DB6-200C-4DA3-B20B-6023D7D00E42}" dt="2024-09-28T02:08:35.761" v="100" actId="1076"/>
        <pc:sldMkLst>
          <pc:docMk/>
          <pc:sldMk cId="1800757976" sldId="387"/>
        </pc:sldMkLst>
        <pc:spChg chg="mod">
          <ac:chgData name="Amy Glidewell" userId="095a4851-014c-47ed-bf1b-0c4b57406e94" providerId="ADAL" clId="{1C880DB6-200C-4DA3-B20B-6023D7D00E42}" dt="2024-09-28T02:08:26.206" v="99" actId="1076"/>
          <ac:spMkLst>
            <pc:docMk/>
            <pc:sldMk cId="1800757976" sldId="387"/>
            <ac:spMk id="2" creationId="{82106AF1-734A-E5FC-2CFC-D8C12654D000}"/>
          </ac:spMkLst>
        </pc:spChg>
        <pc:graphicFrameChg chg="mod">
          <ac:chgData name="Amy Glidewell" userId="095a4851-014c-47ed-bf1b-0c4b57406e94" providerId="ADAL" clId="{1C880DB6-200C-4DA3-B20B-6023D7D00E42}" dt="2024-09-28T02:08:35.761" v="100" actId="1076"/>
          <ac:graphicFrameMkLst>
            <pc:docMk/>
            <pc:sldMk cId="1800757976" sldId="387"/>
            <ac:graphicFrameMk id="11" creationId="{EA749326-CA59-7B0D-2BA3-DD10AC405A4B}"/>
          </ac:graphicFrameMkLst>
        </pc:graphicFrameChg>
        <pc:picChg chg="del">
          <ac:chgData name="Amy Glidewell" userId="095a4851-014c-47ed-bf1b-0c4b57406e94" providerId="ADAL" clId="{1C880DB6-200C-4DA3-B20B-6023D7D00E42}" dt="2024-09-28T02:08:14.820" v="97" actId="478"/>
          <ac:picMkLst>
            <pc:docMk/>
            <pc:sldMk cId="1800757976" sldId="387"/>
            <ac:picMk id="6" creationId="{46B4F269-B86D-5285-8CF0-49E06736C921}"/>
          </ac:picMkLst>
        </pc:picChg>
      </pc:sldChg>
      <pc:sldChg chg="modSp mod">
        <pc:chgData name="Amy Glidewell" userId="095a4851-014c-47ed-bf1b-0c4b57406e94" providerId="ADAL" clId="{1C880DB6-200C-4DA3-B20B-6023D7D00E42}" dt="2024-09-28T02:10:16.728" v="114" actId="1076"/>
        <pc:sldMkLst>
          <pc:docMk/>
          <pc:sldMk cId="4291020198" sldId="389"/>
        </pc:sldMkLst>
        <pc:graphicFrameChg chg="mod">
          <ac:chgData name="Amy Glidewell" userId="095a4851-014c-47ed-bf1b-0c4b57406e94" providerId="ADAL" clId="{1C880DB6-200C-4DA3-B20B-6023D7D00E42}" dt="2024-09-28T02:10:16.728" v="114" actId="1076"/>
          <ac:graphicFrameMkLst>
            <pc:docMk/>
            <pc:sldMk cId="4291020198" sldId="389"/>
            <ac:graphicFrameMk id="13" creationId="{1D35882C-F6AE-F061-26DE-BE26D12B1539}"/>
          </ac:graphicFrameMkLst>
        </pc:graphicFrameChg>
        <pc:picChg chg="mod">
          <ac:chgData name="Amy Glidewell" userId="095a4851-014c-47ed-bf1b-0c4b57406e94" providerId="ADAL" clId="{1C880DB6-200C-4DA3-B20B-6023D7D00E42}" dt="2024-09-28T02:10:12.987" v="113" actId="1076"/>
          <ac:picMkLst>
            <pc:docMk/>
            <pc:sldMk cId="4291020198" sldId="389"/>
            <ac:picMk id="14" creationId="{963C415B-F91A-36C5-5676-89C44EB31F06}"/>
          </ac:picMkLst>
        </pc:picChg>
      </pc:sldChg>
      <pc:sldChg chg="addSp delSp modSp mod">
        <pc:chgData name="Amy Glidewell" userId="095a4851-014c-47ed-bf1b-0c4b57406e94" providerId="ADAL" clId="{1C880DB6-200C-4DA3-B20B-6023D7D00E42}" dt="2024-09-30T04:14:52.930" v="125" actId="1076"/>
        <pc:sldMkLst>
          <pc:docMk/>
          <pc:sldMk cId="6529634" sldId="390"/>
        </pc:sldMkLst>
        <pc:spChg chg="add del mod">
          <ac:chgData name="Amy Glidewell" userId="095a4851-014c-47ed-bf1b-0c4b57406e94" providerId="ADAL" clId="{1C880DB6-200C-4DA3-B20B-6023D7D00E42}" dt="2024-09-30T04:12:20.473" v="116" actId="478"/>
          <ac:spMkLst>
            <pc:docMk/>
            <pc:sldMk cId="6529634" sldId="390"/>
            <ac:spMk id="6" creationId="{8D521520-071E-1051-6A11-4334022347F9}"/>
          </ac:spMkLst>
        </pc:spChg>
        <pc:spChg chg="mod">
          <ac:chgData name="Amy Glidewell" userId="095a4851-014c-47ed-bf1b-0c4b57406e94" providerId="ADAL" clId="{1C880DB6-200C-4DA3-B20B-6023D7D00E42}" dt="2024-09-30T04:14:43.210" v="123" actId="14100"/>
          <ac:spMkLst>
            <pc:docMk/>
            <pc:sldMk cId="6529634" sldId="390"/>
            <ac:spMk id="10" creationId="{2858CA7A-4DA9-2B4B-9B62-8D59ECA49ECE}"/>
          </ac:spMkLst>
        </pc:spChg>
        <pc:picChg chg="add mod">
          <ac:chgData name="Amy Glidewell" userId="095a4851-014c-47ed-bf1b-0c4b57406e94" providerId="ADAL" clId="{1C880DB6-200C-4DA3-B20B-6023D7D00E42}" dt="2024-09-30T04:14:52.930" v="125" actId="1076"/>
          <ac:picMkLst>
            <pc:docMk/>
            <pc:sldMk cId="6529634" sldId="390"/>
            <ac:picMk id="7" creationId="{6FCFB806-2080-1B1E-4E23-D3826B1B23B2}"/>
          </ac:picMkLst>
        </pc:picChg>
        <pc:picChg chg="del">
          <ac:chgData name="Amy Glidewell" userId="095a4851-014c-47ed-bf1b-0c4b57406e94" providerId="ADAL" clId="{1C880DB6-200C-4DA3-B20B-6023D7D00E42}" dt="2024-09-30T04:12:16.866" v="115" actId="478"/>
          <ac:picMkLst>
            <pc:docMk/>
            <pc:sldMk cId="6529634" sldId="390"/>
            <ac:picMk id="13" creationId="{B2A53688-12F6-55AE-3D27-D2EE69E8D470}"/>
          </ac:picMkLst>
        </pc:picChg>
      </pc:sldChg>
      <pc:sldChg chg="modSp">
        <pc:chgData name="Amy Glidewell" userId="095a4851-014c-47ed-bf1b-0c4b57406e94" providerId="ADAL" clId="{1C880DB6-200C-4DA3-B20B-6023D7D00E42}" dt="2024-09-28T02:07:37.474" v="94" actId="255"/>
        <pc:sldMkLst>
          <pc:docMk/>
          <pc:sldMk cId="2507113579" sldId="397"/>
        </pc:sldMkLst>
        <pc:graphicFrameChg chg="mod">
          <ac:chgData name="Amy Glidewell" userId="095a4851-014c-47ed-bf1b-0c4b57406e94" providerId="ADAL" clId="{1C880DB6-200C-4DA3-B20B-6023D7D00E42}" dt="2024-09-28T02:07:37.474" v="94" actId="255"/>
          <ac:graphicFrameMkLst>
            <pc:docMk/>
            <pc:sldMk cId="2507113579" sldId="397"/>
            <ac:graphicFrameMk id="10" creationId="{A54F4A5F-A01B-B945-CDED-C174764741CF}"/>
          </ac:graphicFrameMkLst>
        </pc:graphicFrameChg>
      </pc:sldChg>
      <pc:sldChg chg="modSp mod">
        <pc:chgData name="Amy Glidewell" userId="095a4851-014c-47ed-bf1b-0c4b57406e94" providerId="ADAL" clId="{1C880DB6-200C-4DA3-B20B-6023D7D00E42}" dt="2024-09-30T04:13:12.331" v="119" actId="20577"/>
        <pc:sldMkLst>
          <pc:docMk/>
          <pc:sldMk cId="777803271" sldId="398"/>
        </pc:sldMkLst>
        <pc:spChg chg="mod">
          <ac:chgData name="Amy Glidewell" userId="095a4851-014c-47ed-bf1b-0c4b57406e94" providerId="ADAL" clId="{1C880DB6-200C-4DA3-B20B-6023D7D00E42}" dt="2024-09-30T04:13:12.331" v="119" actId="20577"/>
          <ac:spMkLst>
            <pc:docMk/>
            <pc:sldMk cId="777803271" sldId="398"/>
            <ac:spMk id="3" creationId="{16F59899-2F8E-8D41-7D50-CA59D6C8F7F8}"/>
          </ac:spMkLst>
        </pc:spChg>
      </pc:sldChg>
      <pc:sldChg chg="modSp mod">
        <pc:chgData name="Amy Glidewell" userId="095a4851-014c-47ed-bf1b-0c4b57406e94" providerId="ADAL" clId="{1C880DB6-200C-4DA3-B20B-6023D7D00E42}" dt="2024-09-28T01:51:43.673" v="0" actId="207"/>
        <pc:sldMkLst>
          <pc:docMk/>
          <pc:sldMk cId="2088104362" sldId="399"/>
        </pc:sldMkLst>
        <pc:graphicFrameChg chg="modGraphic">
          <ac:chgData name="Amy Glidewell" userId="095a4851-014c-47ed-bf1b-0c4b57406e94" providerId="ADAL" clId="{1C880DB6-200C-4DA3-B20B-6023D7D00E42}" dt="2024-09-28T01:51:43.673" v="0" actId="207"/>
          <ac:graphicFrameMkLst>
            <pc:docMk/>
            <pc:sldMk cId="2088104362" sldId="399"/>
            <ac:graphicFrameMk id="9" creationId="{A6C0784B-BD2A-A37F-2FE3-2B95D064628E}"/>
          </ac:graphicFrameMkLst>
        </pc:graphicFrameChg>
      </pc:sldChg>
      <pc:sldChg chg="modSp mod">
        <pc:chgData name="Amy Glidewell" userId="095a4851-014c-47ed-bf1b-0c4b57406e94" providerId="ADAL" clId="{1C880DB6-200C-4DA3-B20B-6023D7D00E42}" dt="2024-09-28T01:52:00.485" v="1" actId="207"/>
        <pc:sldMkLst>
          <pc:docMk/>
          <pc:sldMk cId="3477515464" sldId="400"/>
        </pc:sldMkLst>
        <pc:graphicFrameChg chg="modGraphic">
          <ac:chgData name="Amy Glidewell" userId="095a4851-014c-47ed-bf1b-0c4b57406e94" providerId="ADAL" clId="{1C880DB6-200C-4DA3-B20B-6023D7D00E42}" dt="2024-09-28T01:52:00.485" v="1" actId="207"/>
          <ac:graphicFrameMkLst>
            <pc:docMk/>
            <pc:sldMk cId="3477515464" sldId="400"/>
            <ac:graphicFrameMk id="9" creationId="{A6C0784B-BD2A-A37F-2FE3-2B95D064628E}"/>
          </ac:graphicFrameMkLst>
        </pc:graphicFrameChg>
      </pc:sldChg>
      <pc:sldChg chg="modSp mod">
        <pc:chgData name="Amy Glidewell" userId="095a4851-014c-47ed-bf1b-0c4b57406e94" providerId="ADAL" clId="{1C880DB6-200C-4DA3-B20B-6023D7D00E42}" dt="2024-09-28T01:52:12.289" v="2" actId="207"/>
        <pc:sldMkLst>
          <pc:docMk/>
          <pc:sldMk cId="1875646952" sldId="401"/>
        </pc:sldMkLst>
        <pc:graphicFrameChg chg="modGraphic">
          <ac:chgData name="Amy Glidewell" userId="095a4851-014c-47ed-bf1b-0c4b57406e94" providerId="ADAL" clId="{1C880DB6-200C-4DA3-B20B-6023D7D00E42}" dt="2024-09-28T01:52:12.289" v="2" actId="207"/>
          <ac:graphicFrameMkLst>
            <pc:docMk/>
            <pc:sldMk cId="1875646952" sldId="401"/>
            <ac:graphicFrameMk id="9" creationId="{A6C0784B-BD2A-A37F-2FE3-2B95D064628E}"/>
          </ac:graphicFrameMkLst>
        </pc:graphicFrameChg>
      </pc:sldChg>
      <pc:sldChg chg="modSp mod">
        <pc:chgData name="Amy Glidewell" userId="095a4851-014c-47ed-bf1b-0c4b57406e94" providerId="ADAL" clId="{1C880DB6-200C-4DA3-B20B-6023D7D00E42}" dt="2024-09-28T01:52:20.609" v="3" actId="207"/>
        <pc:sldMkLst>
          <pc:docMk/>
          <pc:sldMk cId="2997147741" sldId="402"/>
        </pc:sldMkLst>
        <pc:graphicFrameChg chg="modGraphic">
          <ac:chgData name="Amy Glidewell" userId="095a4851-014c-47ed-bf1b-0c4b57406e94" providerId="ADAL" clId="{1C880DB6-200C-4DA3-B20B-6023D7D00E42}" dt="2024-09-28T01:52:20.609" v="3" actId="207"/>
          <ac:graphicFrameMkLst>
            <pc:docMk/>
            <pc:sldMk cId="2997147741" sldId="402"/>
            <ac:graphicFrameMk id="9" creationId="{A6C0784B-BD2A-A37F-2FE3-2B95D064628E}"/>
          </ac:graphicFrameMkLst>
        </pc:graphicFrameChg>
      </pc:sldChg>
      <pc:sldChg chg="modSp mod">
        <pc:chgData name="Amy Glidewell" userId="095a4851-014c-47ed-bf1b-0c4b57406e94" providerId="ADAL" clId="{1C880DB6-200C-4DA3-B20B-6023D7D00E42}" dt="2024-09-28T01:54:53.099" v="18" actId="207"/>
        <pc:sldMkLst>
          <pc:docMk/>
          <pc:sldMk cId="904246075" sldId="403"/>
        </pc:sldMkLst>
        <pc:spChg chg="mod">
          <ac:chgData name="Amy Glidewell" userId="095a4851-014c-47ed-bf1b-0c4b57406e94" providerId="ADAL" clId="{1C880DB6-200C-4DA3-B20B-6023D7D00E42}" dt="2024-09-28T01:54:53.099" v="18" actId="207"/>
          <ac:spMkLst>
            <pc:docMk/>
            <pc:sldMk cId="904246075" sldId="403"/>
            <ac:spMk id="38" creationId="{4B8F7A78-5426-C374-41F7-4069F2DB7618}"/>
          </ac:spMkLst>
        </pc:spChg>
        <pc:spChg chg="mod">
          <ac:chgData name="Amy Glidewell" userId="095a4851-014c-47ed-bf1b-0c4b57406e94" providerId="ADAL" clId="{1C880DB6-200C-4DA3-B20B-6023D7D00E42}" dt="2024-09-28T01:54:53.099" v="18" actId="207"/>
          <ac:spMkLst>
            <pc:docMk/>
            <pc:sldMk cId="904246075" sldId="403"/>
            <ac:spMk id="39" creationId="{A5A6024D-89FB-FCC6-914A-88FB25D7FD02}"/>
          </ac:spMkLst>
        </pc:spChg>
        <pc:spChg chg="mod">
          <ac:chgData name="Amy Glidewell" userId="095a4851-014c-47ed-bf1b-0c4b57406e94" providerId="ADAL" clId="{1C880DB6-200C-4DA3-B20B-6023D7D00E42}" dt="2024-09-28T01:54:47.292" v="17" actId="207"/>
          <ac:spMkLst>
            <pc:docMk/>
            <pc:sldMk cId="904246075" sldId="403"/>
            <ac:spMk id="43" creationId="{498E172F-EFA9-ED36-1A50-C864783C2E8F}"/>
          </ac:spMkLst>
        </pc:spChg>
        <pc:spChg chg="mod">
          <ac:chgData name="Amy Glidewell" userId="095a4851-014c-47ed-bf1b-0c4b57406e94" providerId="ADAL" clId="{1C880DB6-200C-4DA3-B20B-6023D7D00E42}" dt="2024-09-28T01:54:47.292" v="17" actId="207"/>
          <ac:spMkLst>
            <pc:docMk/>
            <pc:sldMk cId="904246075" sldId="403"/>
            <ac:spMk id="44" creationId="{143374E3-1C1B-7A4C-F588-EF99B9C6E3A9}"/>
          </ac:spMkLst>
        </pc:spChg>
        <pc:spChg chg="mod">
          <ac:chgData name="Amy Glidewell" userId="095a4851-014c-47ed-bf1b-0c4b57406e94" providerId="ADAL" clId="{1C880DB6-200C-4DA3-B20B-6023D7D00E42}" dt="2024-09-28T01:54:44.316" v="16" actId="207"/>
          <ac:spMkLst>
            <pc:docMk/>
            <pc:sldMk cId="904246075" sldId="403"/>
            <ac:spMk id="47" creationId="{A913F6E4-FBD7-1BF5-D535-2D464FF69205}"/>
          </ac:spMkLst>
        </pc:spChg>
      </pc:sldChg>
      <pc:sldChg chg="modSp mod">
        <pc:chgData name="Amy Glidewell" userId="095a4851-014c-47ed-bf1b-0c4b57406e94" providerId="ADAL" clId="{1C880DB6-200C-4DA3-B20B-6023D7D00E42}" dt="2024-09-28T01:57:03.299" v="30" actId="1582"/>
        <pc:sldMkLst>
          <pc:docMk/>
          <pc:sldMk cId="1069665370" sldId="406"/>
        </pc:sldMkLst>
        <pc:spChg chg="mod">
          <ac:chgData name="Amy Glidewell" userId="095a4851-014c-47ed-bf1b-0c4b57406e94" providerId="ADAL" clId="{1C880DB6-200C-4DA3-B20B-6023D7D00E42}" dt="2024-09-28T01:56:52.761" v="28" actId="1582"/>
          <ac:spMkLst>
            <pc:docMk/>
            <pc:sldMk cId="1069665370" sldId="406"/>
            <ac:spMk id="7" creationId="{B297E2DB-DEB2-F0EF-F252-3ADF5C30E569}"/>
          </ac:spMkLst>
        </pc:spChg>
        <pc:spChg chg="mod">
          <ac:chgData name="Amy Glidewell" userId="095a4851-014c-47ed-bf1b-0c4b57406e94" providerId="ADAL" clId="{1C880DB6-200C-4DA3-B20B-6023D7D00E42}" dt="2024-09-28T01:56:31.433" v="24" actId="207"/>
          <ac:spMkLst>
            <pc:docMk/>
            <pc:sldMk cId="1069665370" sldId="406"/>
            <ac:spMk id="8" creationId="{C9419203-C9D2-1D44-0C35-46A93F4C42E5}"/>
          </ac:spMkLst>
        </pc:spChg>
        <pc:spChg chg="mod">
          <ac:chgData name="Amy Glidewell" userId="095a4851-014c-47ed-bf1b-0c4b57406e94" providerId="ADAL" clId="{1C880DB6-200C-4DA3-B20B-6023D7D00E42}" dt="2024-09-28T01:56:19.168" v="22" actId="207"/>
          <ac:spMkLst>
            <pc:docMk/>
            <pc:sldMk cId="1069665370" sldId="406"/>
            <ac:spMk id="12" creationId="{14C37669-AA4B-A0FF-D684-0AF4DC7EEEE1}"/>
          </ac:spMkLst>
        </pc:spChg>
        <pc:spChg chg="mod">
          <ac:chgData name="Amy Glidewell" userId="095a4851-014c-47ed-bf1b-0c4b57406e94" providerId="ADAL" clId="{1C880DB6-200C-4DA3-B20B-6023D7D00E42}" dt="2024-09-28T01:56:19.168" v="22" actId="207"/>
          <ac:spMkLst>
            <pc:docMk/>
            <pc:sldMk cId="1069665370" sldId="406"/>
            <ac:spMk id="13" creationId="{6DD83735-9A6C-8BF1-FB4D-110B8F5D9296}"/>
          </ac:spMkLst>
        </pc:spChg>
        <pc:spChg chg="mod">
          <ac:chgData name="Amy Glidewell" userId="095a4851-014c-47ed-bf1b-0c4b57406e94" providerId="ADAL" clId="{1C880DB6-200C-4DA3-B20B-6023D7D00E42}" dt="2024-09-28T01:57:03.299" v="30" actId="1582"/>
          <ac:spMkLst>
            <pc:docMk/>
            <pc:sldMk cId="1069665370" sldId="406"/>
            <ac:spMk id="16" creationId="{F0816050-7103-9395-E969-7C40557F4C0E}"/>
          </ac:spMkLst>
        </pc:spChg>
        <pc:spChg chg="mod">
          <ac:chgData name="Amy Glidewell" userId="095a4851-014c-47ed-bf1b-0c4b57406e94" providerId="ADAL" clId="{1C880DB6-200C-4DA3-B20B-6023D7D00E42}" dt="2024-09-28T01:56:19.168" v="22" actId="207"/>
          <ac:spMkLst>
            <pc:docMk/>
            <pc:sldMk cId="1069665370" sldId="406"/>
            <ac:spMk id="38" creationId="{4B8F7A78-5426-C374-41F7-4069F2DB7618}"/>
          </ac:spMkLst>
        </pc:spChg>
        <pc:spChg chg="mod">
          <ac:chgData name="Amy Glidewell" userId="095a4851-014c-47ed-bf1b-0c4b57406e94" providerId="ADAL" clId="{1C880DB6-200C-4DA3-B20B-6023D7D00E42}" dt="2024-09-28T01:56:19.168" v="22" actId="207"/>
          <ac:spMkLst>
            <pc:docMk/>
            <pc:sldMk cId="1069665370" sldId="406"/>
            <ac:spMk id="39" creationId="{A5A6024D-89FB-FCC6-914A-88FB25D7FD02}"/>
          </ac:spMkLst>
        </pc:spChg>
        <pc:spChg chg="mod">
          <ac:chgData name="Amy Glidewell" userId="095a4851-014c-47ed-bf1b-0c4b57406e94" providerId="ADAL" clId="{1C880DB6-200C-4DA3-B20B-6023D7D00E42}" dt="2024-09-28T01:56:47.807" v="27" actId="1582"/>
          <ac:spMkLst>
            <pc:docMk/>
            <pc:sldMk cId="1069665370" sldId="406"/>
            <ac:spMk id="44" creationId="{143374E3-1C1B-7A4C-F588-EF99B9C6E3A9}"/>
          </ac:spMkLst>
        </pc:spChg>
        <pc:spChg chg="mod">
          <ac:chgData name="Amy Glidewell" userId="095a4851-014c-47ed-bf1b-0c4b57406e94" providerId="ADAL" clId="{1C880DB6-200C-4DA3-B20B-6023D7D00E42}" dt="2024-09-28T01:56:33.438" v="25" actId="207"/>
          <ac:spMkLst>
            <pc:docMk/>
            <pc:sldMk cId="1069665370" sldId="406"/>
            <ac:spMk id="46" creationId="{B9F8A5BD-B86D-F7F3-D28C-B9506F717D2F}"/>
          </ac:spMkLst>
        </pc:spChg>
        <pc:spChg chg="mod">
          <ac:chgData name="Amy Glidewell" userId="095a4851-014c-47ed-bf1b-0c4b57406e94" providerId="ADAL" clId="{1C880DB6-200C-4DA3-B20B-6023D7D00E42}" dt="2024-09-28T01:56:57.409" v="29" actId="1582"/>
          <ac:spMkLst>
            <pc:docMk/>
            <pc:sldMk cId="1069665370" sldId="406"/>
            <ac:spMk id="47" creationId="{A913F6E4-FBD7-1BF5-D535-2D464FF69205}"/>
          </ac:spMkLst>
        </pc:spChg>
      </pc:sldChg>
      <pc:sldChg chg="modSp mod">
        <pc:chgData name="Amy Glidewell" userId="095a4851-014c-47ed-bf1b-0c4b57406e94" providerId="ADAL" clId="{1C880DB6-200C-4DA3-B20B-6023D7D00E42}" dt="2024-09-28T02:03:22.625" v="74" actId="207"/>
        <pc:sldMkLst>
          <pc:docMk/>
          <pc:sldMk cId="2744500413" sldId="408"/>
        </pc:sldMkLst>
        <pc:spChg chg="mod">
          <ac:chgData name="Amy Glidewell" userId="095a4851-014c-47ed-bf1b-0c4b57406e94" providerId="ADAL" clId="{1C880DB6-200C-4DA3-B20B-6023D7D00E42}" dt="2024-09-28T02:03:19.875" v="73" actId="207"/>
          <ac:spMkLst>
            <pc:docMk/>
            <pc:sldMk cId="2744500413" sldId="408"/>
            <ac:spMk id="4" creationId="{AF51F12C-A8D4-0958-974E-4CF8324F3898}"/>
          </ac:spMkLst>
        </pc:spChg>
        <pc:spChg chg="mod">
          <ac:chgData name="Amy Glidewell" userId="095a4851-014c-47ed-bf1b-0c4b57406e94" providerId="ADAL" clId="{1C880DB6-200C-4DA3-B20B-6023D7D00E42}" dt="2024-09-28T02:03:22.625" v="74" actId="207"/>
          <ac:spMkLst>
            <pc:docMk/>
            <pc:sldMk cId="2744500413" sldId="408"/>
            <ac:spMk id="28" creationId="{820197DA-44CD-3E5F-1143-34AC1860E7B5}"/>
          </ac:spMkLst>
        </pc:spChg>
      </pc:sldChg>
    </pc:docChg>
  </pc:docChgLst>
  <pc:docChgLst>
    <pc:chgData name="Amanda Kissinger" userId="0440470d-4bd8-4812-9337-f95059fb652d" providerId="ADAL" clId="{B20A5FFD-935F-F145-BDE1-03E833B5696F}"/>
    <pc:docChg chg="custSel modSld">
      <pc:chgData name="Amanda Kissinger" userId="0440470d-4bd8-4812-9337-f95059fb652d" providerId="ADAL" clId="{B20A5FFD-935F-F145-BDE1-03E833B5696F}" dt="2024-08-30T16:45:51.683" v="66" actId="18331"/>
      <pc:docMkLst>
        <pc:docMk/>
      </pc:docMkLst>
      <pc:sldChg chg="modSp mod">
        <pc:chgData name="Amanda Kissinger" userId="0440470d-4bd8-4812-9337-f95059fb652d" providerId="ADAL" clId="{B20A5FFD-935F-F145-BDE1-03E833B5696F}" dt="2024-08-30T15:40:18.120" v="5" actId="207"/>
        <pc:sldMkLst>
          <pc:docMk/>
          <pc:sldMk cId="225559036" sldId="348"/>
        </pc:sldMkLst>
        <pc:spChg chg="mod">
          <ac:chgData name="Amanda Kissinger" userId="0440470d-4bd8-4812-9337-f95059fb652d" providerId="ADAL" clId="{B20A5FFD-935F-F145-BDE1-03E833B5696F}" dt="2024-08-30T15:40:18.120" v="5" actId="207"/>
          <ac:spMkLst>
            <pc:docMk/>
            <pc:sldMk cId="225559036" sldId="348"/>
            <ac:spMk id="9" creationId="{E70BBA87-CF84-BF28-CE75-79DBA7A25C10}"/>
          </ac:spMkLst>
        </pc:spChg>
        <pc:spChg chg="mod">
          <ac:chgData name="Amanda Kissinger" userId="0440470d-4bd8-4812-9337-f95059fb652d" providerId="ADAL" clId="{B20A5FFD-935F-F145-BDE1-03E833B5696F}" dt="2024-08-30T15:40:18.120" v="5" actId="207"/>
          <ac:spMkLst>
            <pc:docMk/>
            <pc:sldMk cId="225559036" sldId="348"/>
            <ac:spMk id="10" creationId="{E88E54E8-197A-5CC2-F867-24B6F662CB1D}"/>
          </ac:spMkLst>
        </pc:spChg>
        <pc:graphicFrameChg chg="modGraphic">
          <ac:chgData name="Amanda Kissinger" userId="0440470d-4bd8-4812-9337-f95059fb652d" providerId="ADAL" clId="{B20A5FFD-935F-F145-BDE1-03E833B5696F}" dt="2024-08-30T15:39:52.876" v="0" actId="207"/>
          <ac:graphicFrameMkLst>
            <pc:docMk/>
            <pc:sldMk cId="225559036" sldId="348"/>
            <ac:graphicFrameMk id="6" creationId="{3414090F-E24F-2264-5F1F-93B7085DA347}"/>
          </ac:graphicFrameMkLst>
        </pc:graphicFrameChg>
      </pc:sldChg>
      <pc:sldChg chg="modSp mod">
        <pc:chgData name="Amanda Kissinger" userId="0440470d-4bd8-4812-9337-f95059fb652d" providerId="ADAL" clId="{B20A5FFD-935F-F145-BDE1-03E833B5696F}" dt="2024-08-30T16:45:34.974" v="64" actId="1582"/>
        <pc:sldMkLst>
          <pc:docMk/>
          <pc:sldMk cId="1243246362" sldId="351"/>
        </pc:sldMkLst>
        <pc:graphicFrameChg chg="mod modGraphic">
          <ac:chgData name="Amanda Kissinger" userId="0440470d-4bd8-4812-9337-f95059fb652d" providerId="ADAL" clId="{B20A5FFD-935F-F145-BDE1-03E833B5696F}" dt="2024-08-30T16:45:34.974" v="64" actId="1582"/>
          <ac:graphicFrameMkLst>
            <pc:docMk/>
            <pc:sldMk cId="1243246362" sldId="351"/>
            <ac:graphicFrameMk id="11" creationId="{A20E142E-EA67-44D9-6084-E96C8C822663}"/>
          </ac:graphicFrameMkLst>
        </pc:graphicFrameChg>
      </pc:sldChg>
      <pc:sldChg chg="modSp mod">
        <pc:chgData name="Amanda Kissinger" userId="0440470d-4bd8-4812-9337-f95059fb652d" providerId="ADAL" clId="{B20A5FFD-935F-F145-BDE1-03E833B5696F}" dt="2024-08-30T15:43:12.322" v="9" actId="1582"/>
        <pc:sldMkLst>
          <pc:docMk/>
          <pc:sldMk cId="3338488527" sldId="359"/>
        </pc:sldMkLst>
        <pc:graphicFrameChg chg="mod modGraphic">
          <ac:chgData name="Amanda Kissinger" userId="0440470d-4bd8-4812-9337-f95059fb652d" providerId="ADAL" clId="{B20A5FFD-935F-F145-BDE1-03E833B5696F}" dt="2024-08-30T15:43:12.322" v="9" actId="1582"/>
          <ac:graphicFrameMkLst>
            <pc:docMk/>
            <pc:sldMk cId="3338488527" sldId="359"/>
            <ac:graphicFrameMk id="10" creationId="{1FA0A9A9-0F9E-13B8-C6C9-5D9CC34F06F0}"/>
          </ac:graphicFrameMkLst>
        </pc:graphicFrameChg>
      </pc:sldChg>
      <pc:sldChg chg="modSp mod">
        <pc:chgData name="Amanda Kissinger" userId="0440470d-4bd8-4812-9337-f95059fb652d" providerId="ADAL" clId="{B20A5FFD-935F-F145-BDE1-03E833B5696F}" dt="2024-08-30T15:43:50.972" v="13" actId="1582"/>
        <pc:sldMkLst>
          <pc:docMk/>
          <pc:sldMk cId="2059054942" sldId="362"/>
        </pc:sldMkLst>
        <pc:graphicFrameChg chg="mod modGraphic">
          <ac:chgData name="Amanda Kissinger" userId="0440470d-4bd8-4812-9337-f95059fb652d" providerId="ADAL" clId="{B20A5FFD-935F-F145-BDE1-03E833B5696F}" dt="2024-08-30T15:43:50.972" v="13" actId="1582"/>
          <ac:graphicFrameMkLst>
            <pc:docMk/>
            <pc:sldMk cId="2059054942" sldId="362"/>
            <ac:graphicFrameMk id="11" creationId="{D426E2C1-305D-31A3-3C14-D0221DFE2F4D}"/>
          </ac:graphicFrameMkLst>
        </pc:graphicFrameChg>
      </pc:sldChg>
      <pc:sldChg chg="modSp mod">
        <pc:chgData name="Amanda Kissinger" userId="0440470d-4bd8-4812-9337-f95059fb652d" providerId="ADAL" clId="{B20A5FFD-935F-F145-BDE1-03E833B5696F}" dt="2024-08-30T15:44:07.976" v="17" actId="1582"/>
        <pc:sldMkLst>
          <pc:docMk/>
          <pc:sldMk cId="1669710747" sldId="363"/>
        </pc:sldMkLst>
        <pc:graphicFrameChg chg="mod modGraphic">
          <ac:chgData name="Amanda Kissinger" userId="0440470d-4bd8-4812-9337-f95059fb652d" providerId="ADAL" clId="{B20A5FFD-935F-F145-BDE1-03E833B5696F}" dt="2024-08-30T15:44:07.976" v="17" actId="1582"/>
          <ac:graphicFrameMkLst>
            <pc:docMk/>
            <pc:sldMk cId="1669710747" sldId="363"/>
            <ac:graphicFrameMk id="8" creationId="{B9C1C7D7-140D-572D-1A24-6E0C63B8035D}"/>
          </ac:graphicFrameMkLst>
        </pc:graphicFrameChg>
      </pc:sldChg>
      <pc:sldChg chg="modSp mod">
        <pc:chgData name="Amanda Kissinger" userId="0440470d-4bd8-4812-9337-f95059fb652d" providerId="ADAL" clId="{B20A5FFD-935F-F145-BDE1-03E833B5696F}" dt="2024-08-30T15:45:21.186" v="29" actId="1582"/>
        <pc:sldMkLst>
          <pc:docMk/>
          <pc:sldMk cId="3232235305" sldId="366"/>
        </pc:sldMkLst>
        <pc:graphicFrameChg chg="mod modGraphic">
          <ac:chgData name="Amanda Kissinger" userId="0440470d-4bd8-4812-9337-f95059fb652d" providerId="ADAL" clId="{B20A5FFD-935F-F145-BDE1-03E833B5696F}" dt="2024-08-30T15:45:21.186" v="29" actId="1582"/>
          <ac:graphicFrameMkLst>
            <pc:docMk/>
            <pc:sldMk cId="3232235305" sldId="366"/>
            <ac:graphicFrameMk id="10" creationId="{E37EE6C7-17CA-F9C6-89D9-A8A67DDFCBE0}"/>
          </ac:graphicFrameMkLst>
        </pc:graphicFrameChg>
      </pc:sldChg>
      <pc:sldChg chg="modSp mod">
        <pc:chgData name="Amanda Kissinger" userId="0440470d-4bd8-4812-9337-f95059fb652d" providerId="ADAL" clId="{B20A5FFD-935F-F145-BDE1-03E833B5696F}" dt="2024-08-30T15:45:32.697" v="30" actId="14100"/>
        <pc:sldMkLst>
          <pc:docMk/>
          <pc:sldMk cId="3419889004" sldId="367"/>
        </pc:sldMkLst>
        <pc:picChg chg="mod">
          <ac:chgData name="Amanda Kissinger" userId="0440470d-4bd8-4812-9337-f95059fb652d" providerId="ADAL" clId="{B20A5FFD-935F-F145-BDE1-03E833B5696F}" dt="2024-08-30T15:45:32.697" v="30" actId="14100"/>
          <ac:picMkLst>
            <pc:docMk/>
            <pc:sldMk cId="3419889004" sldId="367"/>
            <ac:picMk id="7" creationId="{4DFA3749-4AC5-81C2-6487-26CC8E032C34}"/>
          </ac:picMkLst>
        </pc:picChg>
      </pc:sldChg>
      <pc:sldChg chg="modSp mod">
        <pc:chgData name="Amanda Kissinger" userId="0440470d-4bd8-4812-9337-f95059fb652d" providerId="ADAL" clId="{B20A5FFD-935F-F145-BDE1-03E833B5696F}" dt="2024-08-30T15:45:39.404" v="31" actId="12"/>
        <pc:sldMkLst>
          <pc:docMk/>
          <pc:sldMk cId="4095100552" sldId="368"/>
        </pc:sldMkLst>
        <pc:spChg chg="mod">
          <ac:chgData name="Amanda Kissinger" userId="0440470d-4bd8-4812-9337-f95059fb652d" providerId="ADAL" clId="{B20A5FFD-935F-F145-BDE1-03E833B5696F}" dt="2024-08-30T15:45:39.404" v="31" actId="12"/>
          <ac:spMkLst>
            <pc:docMk/>
            <pc:sldMk cId="4095100552" sldId="368"/>
            <ac:spMk id="11" creationId="{FE074142-2553-2E57-590D-2D1015CF832F}"/>
          </ac:spMkLst>
        </pc:spChg>
      </pc:sldChg>
      <pc:sldChg chg="modSp mod">
        <pc:chgData name="Amanda Kissinger" userId="0440470d-4bd8-4812-9337-f95059fb652d" providerId="ADAL" clId="{B20A5FFD-935F-F145-BDE1-03E833B5696F}" dt="2024-08-30T15:45:53.896" v="35" actId="1582"/>
        <pc:sldMkLst>
          <pc:docMk/>
          <pc:sldMk cId="2232747198" sldId="369"/>
        </pc:sldMkLst>
        <pc:graphicFrameChg chg="mod modGraphic">
          <ac:chgData name="Amanda Kissinger" userId="0440470d-4bd8-4812-9337-f95059fb652d" providerId="ADAL" clId="{B20A5FFD-935F-F145-BDE1-03E833B5696F}" dt="2024-08-30T15:45:53.896" v="35" actId="1582"/>
          <ac:graphicFrameMkLst>
            <pc:docMk/>
            <pc:sldMk cId="2232747198" sldId="369"/>
            <ac:graphicFrameMk id="10" creationId="{0399B9D2-AAD4-186B-C291-34CDE76136AE}"/>
          </ac:graphicFrameMkLst>
        </pc:graphicFrameChg>
      </pc:sldChg>
      <pc:sldChg chg="modSp mod">
        <pc:chgData name="Amanda Kissinger" userId="0440470d-4bd8-4812-9337-f95059fb652d" providerId="ADAL" clId="{B20A5FFD-935F-F145-BDE1-03E833B5696F}" dt="2024-08-30T15:44:24.979" v="20" actId="207"/>
        <pc:sldMkLst>
          <pc:docMk/>
          <pc:sldMk cId="2088354516" sldId="371"/>
        </pc:sldMkLst>
        <pc:graphicFrameChg chg="mod modGraphic">
          <ac:chgData name="Amanda Kissinger" userId="0440470d-4bd8-4812-9337-f95059fb652d" providerId="ADAL" clId="{B20A5FFD-935F-F145-BDE1-03E833B5696F}" dt="2024-08-30T15:44:24.979" v="20" actId="207"/>
          <ac:graphicFrameMkLst>
            <pc:docMk/>
            <pc:sldMk cId="2088354516" sldId="371"/>
            <ac:graphicFrameMk id="11" creationId="{F30E90A3-BB1C-9822-71D7-4F7536BAB6F3}"/>
          </ac:graphicFrameMkLst>
        </pc:graphicFrameChg>
      </pc:sldChg>
      <pc:sldChg chg="modSp mod">
        <pc:chgData name="Amanda Kissinger" userId="0440470d-4bd8-4812-9337-f95059fb652d" providerId="ADAL" clId="{B20A5FFD-935F-F145-BDE1-03E833B5696F}" dt="2024-08-30T15:44:39.384" v="23" actId="207"/>
        <pc:sldMkLst>
          <pc:docMk/>
          <pc:sldMk cId="4265473704" sldId="372"/>
        </pc:sldMkLst>
        <pc:graphicFrameChg chg="mod modGraphic">
          <ac:chgData name="Amanda Kissinger" userId="0440470d-4bd8-4812-9337-f95059fb652d" providerId="ADAL" clId="{B20A5FFD-935F-F145-BDE1-03E833B5696F}" dt="2024-08-30T15:44:39.384" v="23" actId="207"/>
          <ac:graphicFrameMkLst>
            <pc:docMk/>
            <pc:sldMk cId="4265473704" sldId="372"/>
            <ac:graphicFrameMk id="12" creationId="{082A1932-510D-A4B2-0348-FC1051672679}"/>
          </ac:graphicFrameMkLst>
        </pc:graphicFrameChg>
      </pc:sldChg>
      <pc:sldChg chg="modSp mod">
        <pc:chgData name="Amanda Kissinger" userId="0440470d-4bd8-4812-9337-f95059fb652d" providerId="ADAL" clId="{B20A5FFD-935F-F145-BDE1-03E833B5696F}" dt="2024-08-30T15:46:10.488" v="37" actId="208"/>
        <pc:sldMkLst>
          <pc:docMk/>
          <pc:sldMk cId="1159732092" sldId="382"/>
        </pc:sldMkLst>
        <pc:spChg chg="mod">
          <ac:chgData name="Amanda Kissinger" userId="0440470d-4bd8-4812-9337-f95059fb652d" providerId="ADAL" clId="{B20A5FFD-935F-F145-BDE1-03E833B5696F}" dt="2024-08-30T15:46:10.488" v="37" actId="208"/>
          <ac:spMkLst>
            <pc:docMk/>
            <pc:sldMk cId="1159732092" sldId="382"/>
            <ac:spMk id="7" creationId="{01E05DF8-FD77-44BB-8D13-84D6DF2691A6}"/>
          </ac:spMkLst>
        </pc:spChg>
        <pc:spChg chg="mod">
          <ac:chgData name="Amanda Kissinger" userId="0440470d-4bd8-4812-9337-f95059fb652d" providerId="ADAL" clId="{B20A5FFD-935F-F145-BDE1-03E833B5696F}" dt="2024-08-30T15:46:10.488" v="37" actId="208"/>
          <ac:spMkLst>
            <pc:docMk/>
            <pc:sldMk cId="1159732092" sldId="382"/>
            <ac:spMk id="8" creationId="{60F75D81-6F4D-BD53-0439-064442DA59D2}"/>
          </ac:spMkLst>
        </pc:spChg>
        <pc:spChg chg="mod">
          <ac:chgData name="Amanda Kissinger" userId="0440470d-4bd8-4812-9337-f95059fb652d" providerId="ADAL" clId="{B20A5FFD-935F-F145-BDE1-03E833B5696F}" dt="2024-08-30T15:46:10.488" v="37" actId="208"/>
          <ac:spMkLst>
            <pc:docMk/>
            <pc:sldMk cId="1159732092" sldId="382"/>
            <ac:spMk id="9" creationId="{D4A045A1-CB74-DE6C-D25C-05944618C0A8}"/>
          </ac:spMkLst>
        </pc:spChg>
        <pc:spChg chg="mod">
          <ac:chgData name="Amanda Kissinger" userId="0440470d-4bd8-4812-9337-f95059fb652d" providerId="ADAL" clId="{B20A5FFD-935F-F145-BDE1-03E833B5696F}" dt="2024-08-30T15:46:10.488" v="37" actId="208"/>
          <ac:spMkLst>
            <pc:docMk/>
            <pc:sldMk cId="1159732092" sldId="382"/>
            <ac:spMk id="10" creationId="{378B728C-85B0-83C7-FBB8-957C78A6EE4B}"/>
          </ac:spMkLst>
        </pc:spChg>
      </pc:sldChg>
      <pc:sldChg chg="modSp mod">
        <pc:chgData name="Amanda Kissinger" userId="0440470d-4bd8-4812-9337-f95059fb652d" providerId="ADAL" clId="{B20A5FFD-935F-F145-BDE1-03E833B5696F}" dt="2024-08-30T15:46:33.519" v="39" actId="207"/>
        <pc:sldMkLst>
          <pc:docMk/>
          <pc:sldMk cId="2643833472" sldId="384"/>
        </pc:sldMkLst>
        <pc:graphicFrameChg chg="modGraphic">
          <ac:chgData name="Amanda Kissinger" userId="0440470d-4bd8-4812-9337-f95059fb652d" providerId="ADAL" clId="{B20A5FFD-935F-F145-BDE1-03E833B5696F}" dt="2024-08-30T15:46:33.519" v="39" actId="207"/>
          <ac:graphicFrameMkLst>
            <pc:docMk/>
            <pc:sldMk cId="2643833472" sldId="384"/>
            <ac:graphicFrameMk id="14" creationId="{A5CEC4F0-6A57-FC53-3255-C40313BBB202}"/>
          </ac:graphicFrameMkLst>
        </pc:graphicFrameChg>
      </pc:sldChg>
      <pc:sldChg chg="modSp mod">
        <pc:chgData name="Amanda Kissinger" userId="0440470d-4bd8-4812-9337-f95059fb652d" providerId="ADAL" clId="{B20A5FFD-935F-F145-BDE1-03E833B5696F}" dt="2024-08-30T15:48:32.248" v="43" actId="207"/>
        <pc:sldMkLst>
          <pc:docMk/>
          <pc:sldMk cId="2794005001" sldId="385"/>
        </pc:sldMkLst>
        <pc:graphicFrameChg chg="mod modGraphic">
          <ac:chgData name="Amanda Kissinger" userId="0440470d-4bd8-4812-9337-f95059fb652d" providerId="ADAL" clId="{B20A5FFD-935F-F145-BDE1-03E833B5696F}" dt="2024-08-30T15:48:32.248" v="43" actId="207"/>
          <ac:graphicFrameMkLst>
            <pc:docMk/>
            <pc:sldMk cId="2794005001" sldId="385"/>
            <ac:graphicFrameMk id="10" creationId="{5DE7BFE1-AEC2-FE88-1BEB-AA56A69C01ED}"/>
          </ac:graphicFrameMkLst>
        </pc:graphicFrameChg>
      </pc:sldChg>
      <pc:sldChg chg="modSp mod">
        <pc:chgData name="Amanda Kissinger" userId="0440470d-4bd8-4812-9337-f95059fb652d" providerId="ADAL" clId="{B20A5FFD-935F-F145-BDE1-03E833B5696F}" dt="2024-08-30T16:01:24.405" v="50" actId="14734"/>
        <pc:sldMkLst>
          <pc:docMk/>
          <pc:sldMk cId="2789759926" sldId="386"/>
        </pc:sldMkLst>
        <pc:graphicFrameChg chg="modGraphic">
          <ac:chgData name="Amanda Kissinger" userId="0440470d-4bd8-4812-9337-f95059fb652d" providerId="ADAL" clId="{B20A5FFD-935F-F145-BDE1-03E833B5696F}" dt="2024-08-30T16:01:24.405" v="50" actId="14734"/>
          <ac:graphicFrameMkLst>
            <pc:docMk/>
            <pc:sldMk cId="2789759926" sldId="386"/>
            <ac:graphicFrameMk id="25" creationId="{68EEAF3A-FAF6-E7F4-8BD2-B565148FDEAC}"/>
          </ac:graphicFrameMkLst>
        </pc:graphicFrameChg>
      </pc:sldChg>
      <pc:sldChg chg="modSp mod">
        <pc:chgData name="Amanda Kissinger" userId="0440470d-4bd8-4812-9337-f95059fb652d" providerId="ADAL" clId="{B20A5FFD-935F-F145-BDE1-03E833B5696F}" dt="2024-08-30T16:01:46.517" v="52" actId="18331"/>
        <pc:sldMkLst>
          <pc:docMk/>
          <pc:sldMk cId="1800757976" sldId="387"/>
        </pc:sldMkLst>
        <pc:picChg chg="mod">
          <ac:chgData name="Amanda Kissinger" userId="0440470d-4bd8-4812-9337-f95059fb652d" providerId="ADAL" clId="{B20A5FFD-935F-F145-BDE1-03E833B5696F}" dt="2024-08-30T16:01:46.517" v="52" actId="18331"/>
          <ac:picMkLst>
            <pc:docMk/>
            <pc:sldMk cId="1800757976" sldId="387"/>
            <ac:picMk id="6" creationId="{46B4F269-B86D-5285-8CF0-49E06736C921}"/>
          </ac:picMkLst>
        </pc:picChg>
      </pc:sldChg>
      <pc:sldChg chg="modSp mod">
        <pc:chgData name="Amanda Kissinger" userId="0440470d-4bd8-4812-9337-f95059fb652d" providerId="ADAL" clId="{B20A5FFD-935F-F145-BDE1-03E833B5696F}" dt="2024-08-30T16:45:51.683" v="66" actId="18331"/>
        <pc:sldMkLst>
          <pc:docMk/>
          <pc:sldMk cId="4291020198" sldId="389"/>
        </pc:sldMkLst>
        <pc:graphicFrameChg chg="mod modGraphic">
          <ac:chgData name="Amanda Kissinger" userId="0440470d-4bd8-4812-9337-f95059fb652d" providerId="ADAL" clId="{B20A5FFD-935F-F145-BDE1-03E833B5696F}" dt="2024-08-30T16:45:51.683" v="66" actId="18331"/>
          <ac:graphicFrameMkLst>
            <pc:docMk/>
            <pc:sldMk cId="4291020198" sldId="389"/>
            <ac:graphicFrameMk id="13" creationId="{1D35882C-F6AE-F061-26DE-BE26D12B1539}"/>
          </ac:graphicFrameMkLst>
        </pc:graphicFrameChg>
      </pc:sldChg>
      <pc:sldChg chg="modSp mod">
        <pc:chgData name="Amanda Kissinger" userId="0440470d-4bd8-4812-9337-f95059fb652d" providerId="ADAL" clId="{B20A5FFD-935F-F145-BDE1-03E833B5696F}" dt="2024-08-30T15:48:55.149" v="45" actId="207"/>
        <pc:sldMkLst>
          <pc:docMk/>
          <pc:sldMk cId="2507113579" sldId="397"/>
        </pc:sldMkLst>
        <pc:graphicFrameChg chg="modGraphic">
          <ac:chgData name="Amanda Kissinger" userId="0440470d-4bd8-4812-9337-f95059fb652d" providerId="ADAL" clId="{B20A5FFD-935F-F145-BDE1-03E833B5696F}" dt="2024-08-30T15:48:55.149" v="45" actId="207"/>
          <ac:graphicFrameMkLst>
            <pc:docMk/>
            <pc:sldMk cId="2507113579" sldId="397"/>
            <ac:graphicFrameMk id="10" creationId="{A54F4A5F-A01B-B945-CDED-C174764741CF}"/>
          </ac:graphicFrameMkLst>
        </pc:graphicFrameChg>
      </pc:sldChg>
      <pc:sldChg chg="modSp mod">
        <pc:chgData name="Amanda Kissinger" userId="0440470d-4bd8-4812-9337-f95059fb652d" providerId="ADAL" clId="{B20A5FFD-935F-F145-BDE1-03E833B5696F}" dt="2024-08-30T16:05:44.278" v="62" actId="20577"/>
        <pc:sldMkLst>
          <pc:docMk/>
          <pc:sldMk cId="777803271" sldId="398"/>
        </pc:sldMkLst>
        <pc:spChg chg="mod">
          <ac:chgData name="Amanda Kissinger" userId="0440470d-4bd8-4812-9337-f95059fb652d" providerId="ADAL" clId="{B20A5FFD-935F-F145-BDE1-03E833B5696F}" dt="2024-08-30T16:05:44.278" v="62" actId="20577"/>
          <ac:spMkLst>
            <pc:docMk/>
            <pc:sldMk cId="777803271" sldId="398"/>
            <ac:spMk id="3" creationId="{16F59899-2F8E-8D41-7D50-CA59D6C8F7F8}"/>
          </ac:spMkLst>
        </pc:spChg>
      </pc:sldChg>
      <pc:sldChg chg="modSp mod">
        <pc:chgData name="Amanda Kissinger" userId="0440470d-4bd8-4812-9337-f95059fb652d" providerId="ADAL" clId="{B20A5FFD-935F-F145-BDE1-03E833B5696F}" dt="2024-08-30T16:44:48.792" v="63" actId="1582"/>
        <pc:sldMkLst>
          <pc:docMk/>
          <pc:sldMk cId="2744500413" sldId="408"/>
        </pc:sldMkLst>
        <pc:spChg chg="mod">
          <ac:chgData name="Amanda Kissinger" userId="0440470d-4bd8-4812-9337-f95059fb652d" providerId="ADAL" clId="{B20A5FFD-935F-F145-BDE1-03E833B5696F}" dt="2024-08-30T16:44:48.792" v="63" actId="1582"/>
          <ac:spMkLst>
            <pc:docMk/>
            <pc:sldMk cId="2744500413" sldId="408"/>
            <ac:spMk id="4" creationId="{AF51F12C-A8D4-0958-974E-4CF8324F3898}"/>
          </ac:spMkLst>
        </pc:spChg>
        <pc:spChg chg="mod">
          <ac:chgData name="Amanda Kissinger" userId="0440470d-4bd8-4812-9337-f95059fb652d" providerId="ADAL" clId="{B20A5FFD-935F-F145-BDE1-03E833B5696F}" dt="2024-08-30T16:44:48.792" v="63" actId="1582"/>
          <ac:spMkLst>
            <pc:docMk/>
            <pc:sldMk cId="2744500413" sldId="408"/>
            <ac:spMk id="28" creationId="{820197DA-44CD-3E5F-1143-34AC1860E7B5}"/>
          </ac:spMkLst>
        </pc:spChg>
      </pc:sldChg>
    </pc:docChg>
  </pc:docChgLst>
  <pc:docChgLst>
    <pc:chgData name="Amanda Kissinger" userId="S::akissinger@comptia.global::0440470d-4bd8-4812-9337-f95059fb652d" providerId="AD" clId="Web-{6432E472-6D64-157A-5E1B-1901B8F023DF}"/>
    <pc:docChg chg="delSld modSld">
      <pc:chgData name="Amanda Kissinger" userId="S::akissinger@comptia.global::0440470d-4bd8-4812-9337-f95059fb652d" providerId="AD" clId="Web-{6432E472-6D64-157A-5E1B-1901B8F023DF}" dt="2024-08-21T19:00:45.321" v="67"/>
      <pc:docMkLst>
        <pc:docMk/>
      </pc:docMkLst>
      <pc:sldChg chg="del">
        <pc:chgData name="Amanda Kissinger" userId="S::akissinger@comptia.global::0440470d-4bd8-4812-9337-f95059fb652d" providerId="AD" clId="Web-{6432E472-6D64-157A-5E1B-1901B8F023DF}" dt="2024-08-21T19:00:45.321" v="67"/>
        <pc:sldMkLst>
          <pc:docMk/>
          <pc:sldMk cId="57699718" sldId="349"/>
        </pc:sldMkLst>
      </pc:sldChg>
      <pc:sldChg chg="modSp">
        <pc:chgData name="Amanda Kissinger" userId="S::akissinger@comptia.global::0440470d-4bd8-4812-9337-f95059fb652d" providerId="AD" clId="Web-{6432E472-6D64-157A-5E1B-1901B8F023DF}" dt="2024-08-21T18:43:04.963" v="51"/>
        <pc:sldMkLst>
          <pc:docMk/>
          <pc:sldMk cId="2577641872" sldId="353"/>
        </pc:sldMkLst>
        <pc:spChg chg="mod">
          <ac:chgData name="Amanda Kissinger" userId="S::akissinger@comptia.global::0440470d-4bd8-4812-9337-f95059fb652d" providerId="AD" clId="Web-{6432E472-6D64-157A-5E1B-1901B8F023DF}" dt="2024-08-21T18:43:04.963" v="51"/>
          <ac:spMkLst>
            <pc:docMk/>
            <pc:sldMk cId="2577641872" sldId="353"/>
            <ac:spMk id="40" creationId="{7F08E423-E021-A7A0-9690-A35FCE6E9CBC}"/>
          </ac:spMkLst>
        </pc:spChg>
      </pc:sldChg>
      <pc:sldChg chg="del">
        <pc:chgData name="Amanda Kissinger" userId="S::akissinger@comptia.global::0440470d-4bd8-4812-9337-f95059fb652d" providerId="AD" clId="Web-{6432E472-6D64-157A-5E1B-1901B8F023DF}" dt="2024-08-21T18:39:32.235" v="44"/>
        <pc:sldMkLst>
          <pc:docMk/>
          <pc:sldMk cId="4156264656" sldId="354"/>
        </pc:sldMkLst>
      </pc:sldChg>
      <pc:sldChg chg="del">
        <pc:chgData name="Amanda Kissinger" userId="S::akissinger@comptia.global::0440470d-4bd8-4812-9337-f95059fb652d" providerId="AD" clId="Web-{6432E472-6D64-157A-5E1B-1901B8F023DF}" dt="2024-08-21T18:51:22.610" v="52"/>
        <pc:sldMkLst>
          <pc:docMk/>
          <pc:sldMk cId="3537076277" sldId="357"/>
        </pc:sldMkLst>
      </pc:sldChg>
      <pc:sldChg chg="del">
        <pc:chgData name="Amanda Kissinger" userId="S::akissinger@comptia.global::0440470d-4bd8-4812-9337-f95059fb652d" providerId="AD" clId="Web-{6432E472-6D64-157A-5E1B-1901B8F023DF}" dt="2024-08-21T18:59:17.442" v="65"/>
        <pc:sldMkLst>
          <pc:docMk/>
          <pc:sldMk cId="3096061973" sldId="358"/>
        </pc:sldMkLst>
      </pc:sldChg>
      <pc:sldChg chg="del">
        <pc:chgData name="Amanda Kissinger" userId="S::akissinger@comptia.global::0440470d-4bd8-4812-9337-f95059fb652d" providerId="AD" clId="Web-{6432E472-6D64-157A-5E1B-1901B8F023DF}" dt="2024-08-21T18:52:37.941" v="53"/>
        <pc:sldMkLst>
          <pc:docMk/>
          <pc:sldMk cId="1880657184" sldId="360"/>
        </pc:sldMkLst>
      </pc:sldChg>
      <pc:sldChg chg="del">
        <pc:chgData name="Amanda Kissinger" userId="S::akissinger@comptia.global::0440470d-4bd8-4812-9337-f95059fb652d" providerId="AD" clId="Web-{6432E472-6D64-157A-5E1B-1901B8F023DF}" dt="2024-08-21T19:00:24.211" v="66"/>
        <pc:sldMkLst>
          <pc:docMk/>
          <pc:sldMk cId="27116609" sldId="365"/>
        </pc:sldMkLst>
      </pc:sldChg>
      <pc:sldChg chg="modSp">
        <pc:chgData name="Amanda Kissinger" userId="S::akissinger@comptia.global::0440470d-4bd8-4812-9337-f95059fb652d" providerId="AD" clId="Web-{6432E472-6D64-157A-5E1B-1901B8F023DF}" dt="2024-08-21T18:39:56.940" v="49" actId="14100"/>
        <pc:sldMkLst>
          <pc:docMk/>
          <pc:sldMk cId="904246075" sldId="403"/>
        </pc:sldMkLst>
        <pc:spChg chg="mod">
          <ac:chgData name="Amanda Kissinger" userId="S::akissinger@comptia.global::0440470d-4bd8-4812-9337-f95059fb652d" providerId="AD" clId="Web-{6432E472-6D64-157A-5E1B-1901B8F023DF}" dt="2024-08-21T18:38:57.593" v="38" actId="20577"/>
          <ac:spMkLst>
            <pc:docMk/>
            <pc:sldMk cId="904246075" sldId="403"/>
            <ac:spMk id="38" creationId="{4B8F7A78-5426-C374-41F7-4069F2DB7618}"/>
          </ac:spMkLst>
        </pc:spChg>
        <pc:spChg chg="mod">
          <ac:chgData name="Amanda Kissinger" userId="S::akissinger@comptia.global::0440470d-4bd8-4812-9337-f95059fb652d" providerId="AD" clId="Web-{6432E472-6D64-157A-5E1B-1901B8F023DF}" dt="2024-08-21T18:39:21.407" v="43" actId="20577"/>
          <ac:spMkLst>
            <pc:docMk/>
            <pc:sldMk cId="904246075" sldId="403"/>
            <ac:spMk id="39" creationId="{A5A6024D-89FB-FCC6-914A-88FB25D7FD02}"/>
          </ac:spMkLst>
        </pc:spChg>
        <pc:spChg chg="mod">
          <ac:chgData name="Amanda Kissinger" userId="S::akissinger@comptia.global::0440470d-4bd8-4812-9337-f95059fb652d" providerId="AD" clId="Web-{6432E472-6D64-157A-5E1B-1901B8F023DF}" dt="2024-08-21T18:39:54.408" v="48" actId="14100"/>
          <ac:spMkLst>
            <pc:docMk/>
            <pc:sldMk cId="904246075" sldId="403"/>
            <ac:spMk id="44" creationId="{143374E3-1C1B-7A4C-F588-EF99B9C6E3A9}"/>
          </ac:spMkLst>
        </pc:spChg>
        <pc:spChg chg="mod">
          <ac:chgData name="Amanda Kissinger" userId="S::akissinger@comptia.global::0440470d-4bd8-4812-9337-f95059fb652d" providerId="AD" clId="Web-{6432E472-6D64-157A-5E1B-1901B8F023DF}" dt="2024-08-21T18:39:56.940" v="49" actId="14100"/>
          <ac:spMkLst>
            <pc:docMk/>
            <pc:sldMk cId="904246075" sldId="403"/>
            <ac:spMk id="47" creationId="{A913F6E4-FBD7-1BF5-D535-2D464FF69205}"/>
          </ac:spMkLst>
        </pc:spChg>
      </pc:sldChg>
      <pc:sldChg chg="del">
        <pc:chgData name="Amanda Kissinger" userId="S::akissinger@comptia.global::0440470d-4bd8-4812-9337-f95059fb652d" providerId="AD" clId="Web-{6432E472-6D64-157A-5E1B-1901B8F023DF}" dt="2024-08-21T18:36:55.260" v="0"/>
        <pc:sldMkLst>
          <pc:docMk/>
          <pc:sldMk cId="830872894" sldId="404"/>
        </pc:sldMkLst>
      </pc:sldChg>
      <pc:sldChg chg="addSp delSp modSp">
        <pc:chgData name="Amanda Kissinger" userId="S::akissinger@comptia.global::0440470d-4bd8-4812-9337-f95059fb652d" providerId="AD" clId="Web-{6432E472-6D64-157A-5E1B-1901B8F023DF}" dt="2024-08-21T18:58:44.988" v="64" actId="1076"/>
        <pc:sldMkLst>
          <pc:docMk/>
          <pc:sldMk cId="2877292538" sldId="407"/>
        </pc:sldMkLst>
        <pc:spChg chg="add del mod">
          <ac:chgData name="Amanda Kissinger" userId="S::akissinger@comptia.global::0440470d-4bd8-4812-9337-f95059fb652d" providerId="AD" clId="Web-{6432E472-6D64-157A-5E1B-1901B8F023DF}" dt="2024-08-21T18:53:12.770" v="57"/>
          <ac:spMkLst>
            <pc:docMk/>
            <pc:sldMk cId="2877292538" sldId="407"/>
            <ac:spMk id="4" creationId="{17EDB64C-E8B5-6576-1FA1-2CBA57D839AE}"/>
          </ac:spMkLst>
        </pc:spChg>
        <pc:spChg chg="mod">
          <ac:chgData name="Amanda Kissinger" userId="S::akissinger@comptia.global::0440470d-4bd8-4812-9337-f95059fb652d" providerId="AD" clId="Web-{6432E472-6D64-157A-5E1B-1901B8F023DF}" dt="2024-08-21T18:58:44.988" v="64" actId="1076"/>
          <ac:spMkLst>
            <pc:docMk/>
            <pc:sldMk cId="2877292538" sldId="407"/>
            <ac:spMk id="22" creationId="{45857A2C-50C9-1D06-BA04-B96C96BEBAB2}"/>
          </ac:spMkLst>
        </pc:spChg>
        <pc:picChg chg="add mod ord">
          <ac:chgData name="Amanda Kissinger" userId="S::akissinger@comptia.global::0440470d-4bd8-4812-9337-f95059fb652d" providerId="AD" clId="Web-{6432E472-6D64-157A-5E1B-1901B8F023DF}" dt="2024-08-21T18:58:35.675" v="63"/>
          <ac:picMkLst>
            <pc:docMk/>
            <pc:sldMk cId="2877292538" sldId="407"/>
            <ac:picMk id="6" creationId="{2D374B5A-6228-ED58-F3C2-238B83BD8720}"/>
          </ac:picMkLst>
        </pc:picChg>
        <pc:picChg chg="del">
          <ac:chgData name="Amanda Kissinger" userId="S::akissinger@comptia.global::0440470d-4bd8-4812-9337-f95059fb652d" providerId="AD" clId="Web-{6432E472-6D64-157A-5E1B-1901B8F023DF}" dt="2024-08-21T18:52:52.738" v="54"/>
          <ac:picMkLst>
            <pc:docMk/>
            <pc:sldMk cId="2877292538" sldId="407"/>
            <ac:picMk id="17" creationId="{E1C39B5C-2395-A08F-B67C-16CAD541C461}"/>
          </ac:picMkLst>
        </pc:picChg>
      </pc:sldChg>
    </pc:docChg>
  </pc:docChgLst>
  <pc:docChgLst>
    <pc:chgData name="Amanda Kissinger" userId="S::akissinger@comptia.global::0440470d-4bd8-4812-9337-f95059fb652d" providerId="AD" clId="Web-{8F00FDC4-7B8D-D059-7275-2D06CA3BE73A}"/>
    <pc:docChg chg="modSld">
      <pc:chgData name="Amanda Kissinger" userId="S::akissinger@comptia.global::0440470d-4bd8-4812-9337-f95059fb652d" providerId="AD" clId="Web-{8F00FDC4-7B8D-D059-7275-2D06CA3BE73A}" dt="2024-08-21T17:15:09.990" v="6"/>
      <pc:docMkLst>
        <pc:docMk/>
      </pc:docMkLst>
      <pc:sldChg chg="modNotes">
        <pc:chgData name="Amanda Kissinger" userId="S::akissinger@comptia.global::0440470d-4bd8-4812-9337-f95059fb652d" providerId="AD" clId="Web-{8F00FDC4-7B8D-D059-7275-2D06CA3BE73A}" dt="2024-08-21T17:12:53.422" v="0"/>
        <pc:sldMkLst>
          <pc:docMk/>
          <pc:sldMk cId="225559036" sldId="348"/>
        </pc:sldMkLst>
      </pc:sldChg>
      <pc:sldChg chg="modNotes">
        <pc:chgData name="Amanda Kissinger" userId="S::akissinger@comptia.global::0440470d-4bd8-4812-9337-f95059fb652d" providerId="AD" clId="Web-{8F00FDC4-7B8D-D059-7275-2D06CA3BE73A}" dt="2024-08-21T17:13:01.095" v="1"/>
        <pc:sldMkLst>
          <pc:docMk/>
          <pc:sldMk cId="57699718" sldId="349"/>
        </pc:sldMkLst>
      </pc:sldChg>
      <pc:sldChg chg="modNotes">
        <pc:chgData name="Amanda Kissinger" userId="S::akissinger@comptia.global::0440470d-4bd8-4812-9337-f95059fb652d" providerId="AD" clId="Web-{8F00FDC4-7B8D-D059-7275-2D06CA3BE73A}" dt="2024-08-21T17:15:09.990" v="6"/>
        <pc:sldMkLst>
          <pc:docMk/>
          <pc:sldMk cId="27116609" sldId="365"/>
        </pc:sldMkLst>
      </pc:sldChg>
    </pc:docChg>
  </pc:docChgLst>
</pc:chgInfo>
</file>

<file path=ppt/diagrams/_rels/data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5.jpeg"/></Relationships>
</file>

<file path=ppt/diagrams/_rels/drawing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5.jpeg"/></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B809DA5-ABE4-42DC-8AFE-7067243F42DC}"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947D3F41-E922-4E10-AAB9-CBC8FA478799}">
      <dgm:prSet phldrT="[Text]"/>
      <dgm:spPr/>
      <dgm:t>
        <a:bodyPr/>
        <a:lstStyle/>
        <a:p>
          <a:r>
            <a:rPr lang="en-US" dirty="0">
              <a:solidFill>
                <a:srgbClr val="20282F"/>
              </a:solidFill>
            </a:rPr>
            <a:t>7 Application</a:t>
          </a:r>
        </a:p>
      </dgm:t>
    </dgm:pt>
    <dgm:pt modelId="{D2221CEC-5D47-4026-922B-96793912D2C0}" type="parTrans" cxnId="{0E55806C-465B-4FF1-A431-C1E540C15CE0}">
      <dgm:prSet/>
      <dgm:spPr/>
      <dgm:t>
        <a:bodyPr/>
        <a:lstStyle/>
        <a:p>
          <a:endParaRPr lang="en-US"/>
        </a:p>
      </dgm:t>
    </dgm:pt>
    <dgm:pt modelId="{D3E5D15C-660E-48A8-B542-0B0D8987A306}" type="sibTrans" cxnId="{0E55806C-465B-4FF1-A431-C1E540C15CE0}">
      <dgm:prSet/>
      <dgm:spPr/>
      <dgm:t>
        <a:bodyPr/>
        <a:lstStyle/>
        <a:p>
          <a:endParaRPr lang="en-US"/>
        </a:p>
      </dgm:t>
    </dgm:pt>
    <dgm:pt modelId="{8A58ED2E-B281-4CF8-B441-5FBCAEF6B0A2}">
      <dgm:prSet phldrT="[Text]"/>
      <dgm:spPr/>
      <dgm:t>
        <a:bodyPr/>
        <a:lstStyle/>
        <a:p>
          <a:r>
            <a:rPr lang="en-US" dirty="0">
              <a:solidFill>
                <a:srgbClr val="20282F"/>
              </a:solidFill>
            </a:rPr>
            <a:t>6 Presentation</a:t>
          </a:r>
        </a:p>
      </dgm:t>
    </dgm:pt>
    <dgm:pt modelId="{480EF468-D9BC-4665-92FF-92A07D21BEA0}" type="parTrans" cxnId="{3C4242C0-2976-4308-9D08-6C96FA482D7B}">
      <dgm:prSet/>
      <dgm:spPr/>
      <dgm:t>
        <a:bodyPr/>
        <a:lstStyle/>
        <a:p>
          <a:endParaRPr lang="en-US"/>
        </a:p>
      </dgm:t>
    </dgm:pt>
    <dgm:pt modelId="{6FBF4B56-CD50-43E7-B37C-16F8BC952C24}" type="sibTrans" cxnId="{3C4242C0-2976-4308-9D08-6C96FA482D7B}">
      <dgm:prSet/>
      <dgm:spPr/>
      <dgm:t>
        <a:bodyPr/>
        <a:lstStyle/>
        <a:p>
          <a:endParaRPr lang="en-US"/>
        </a:p>
      </dgm:t>
    </dgm:pt>
    <dgm:pt modelId="{8FEDAA25-109E-4EF7-9AC0-D51B4CEBD0EE}">
      <dgm:prSet phldrT="[Text]"/>
      <dgm:spPr/>
      <dgm:t>
        <a:bodyPr/>
        <a:lstStyle/>
        <a:p>
          <a:r>
            <a:rPr lang="en-US" dirty="0">
              <a:solidFill>
                <a:srgbClr val="20282F"/>
              </a:solidFill>
            </a:rPr>
            <a:t>5 Session </a:t>
          </a:r>
        </a:p>
      </dgm:t>
    </dgm:pt>
    <dgm:pt modelId="{988DE3FA-C288-4634-BA7C-C7DCF37411E6}" type="parTrans" cxnId="{53F35D75-CA21-41FF-826B-8C4F5D73166C}">
      <dgm:prSet/>
      <dgm:spPr/>
      <dgm:t>
        <a:bodyPr/>
        <a:lstStyle/>
        <a:p>
          <a:endParaRPr lang="en-US"/>
        </a:p>
      </dgm:t>
    </dgm:pt>
    <dgm:pt modelId="{3A278E17-E8DF-4B7B-9542-DC912DFE1FC2}" type="sibTrans" cxnId="{53F35D75-CA21-41FF-826B-8C4F5D73166C}">
      <dgm:prSet/>
      <dgm:spPr/>
      <dgm:t>
        <a:bodyPr/>
        <a:lstStyle/>
        <a:p>
          <a:endParaRPr lang="en-US"/>
        </a:p>
      </dgm:t>
    </dgm:pt>
    <dgm:pt modelId="{46FAEB38-ED81-41F2-9C9E-C49F85265594}">
      <dgm:prSet phldrT="[Text]" custT="1"/>
      <dgm:spPr>
        <a:solidFill>
          <a:srgbClr val="004F71">
            <a:hueOff val="0"/>
            <a:satOff val="0"/>
            <a:lumOff val="0"/>
            <a:alphaOff val="0"/>
          </a:srgbClr>
        </a:solidFill>
        <a:ln w="25400" cap="flat" cmpd="sng" algn="ctr">
          <a:solidFill>
            <a:srgbClr val="FFFFFF">
              <a:hueOff val="0"/>
              <a:satOff val="0"/>
              <a:lumOff val="0"/>
              <a:alphaOff val="0"/>
            </a:srgbClr>
          </a:solidFill>
          <a:prstDash val="solid"/>
        </a:ln>
        <a:effectLst/>
      </dgm:spPr>
      <dgm:t>
        <a:bodyPr spcFirstLastPara="0" vert="horz" wrap="square" lIns="68580" tIns="34290" rIns="68580" bIns="34290" numCol="1" spcCol="1270" anchor="ctr" anchorCtr="0"/>
        <a:lstStyle/>
        <a:p>
          <a:pPr marL="0" lvl="0" indent="0" algn="ctr" defTabSz="800100">
            <a:lnSpc>
              <a:spcPct val="90000"/>
            </a:lnSpc>
            <a:spcBef>
              <a:spcPct val="0"/>
            </a:spcBef>
            <a:spcAft>
              <a:spcPct val="35000"/>
            </a:spcAft>
            <a:buNone/>
          </a:pPr>
          <a:r>
            <a:rPr lang="en-US" sz="1800" kern="1200" dirty="0">
              <a:solidFill>
                <a:srgbClr val="FFFFFF"/>
              </a:solidFill>
              <a:latin typeface="Noto Sans"/>
              <a:ea typeface="+mn-ea"/>
              <a:cs typeface="+mn-cs"/>
            </a:rPr>
            <a:t>4 Transport</a:t>
          </a:r>
        </a:p>
      </dgm:t>
    </dgm:pt>
    <dgm:pt modelId="{5CE4B40B-490B-4E80-852F-F645A4C0830C}" type="parTrans" cxnId="{65AF0C83-348B-43B1-A332-8CAFC5B6C7A0}">
      <dgm:prSet/>
      <dgm:spPr/>
      <dgm:t>
        <a:bodyPr/>
        <a:lstStyle/>
        <a:p>
          <a:endParaRPr lang="en-US"/>
        </a:p>
      </dgm:t>
    </dgm:pt>
    <dgm:pt modelId="{4C3A7703-1CCA-4721-A827-D845208813B0}" type="sibTrans" cxnId="{65AF0C83-348B-43B1-A332-8CAFC5B6C7A0}">
      <dgm:prSet/>
      <dgm:spPr/>
      <dgm:t>
        <a:bodyPr/>
        <a:lstStyle/>
        <a:p>
          <a:endParaRPr lang="en-US"/>
        </a:p>
      </dgm:t>
    </dgm:pt>
    <dgm:pt modelId="{A0E81B44-9DFE-4EA3-9B40-455E348D02DA}">
      <dgm:prSet phldrT="[Text]"/>
      <dgm:spPr>
        <a:solidFill>
          <a:srgbClr val="007377"/>
        </a:solidFill>
      </dgm:spPr>
      <dgm:t>
        <a:bodyPr/>
        <a:lstStyle/>
        <a:p>
          <a:r>
            <a:rPr lang="en-US" dirty="0">
              <a:solidFill>
                <a:schemeClr val="bg1"/>
              </a:solidFill>
            </a:rPr>
            <a:t>3 Network</a:t>
          </a:r>
        </a:p>
      </dgm:t>
    </dgm:pt>
    <dgm:pt modelId="{8EF42476-9D7F-4E0F-B46B-97455E151D7E}" type="parTrans" cxnId="{A3161F93-0BAA-4FFF-97A3-698212D3B0AB}">
      <dgm:prSet/>
      <dgm:spPr/>
      <dgm:t>
        <a:bodyPr/>
        <a:lstStyle/>
        <a:p>
          <a:endParaRPr lang="en-US"/>
        </a:p>
      </dgm:t>
    </dgm:pt>
    <dgm:pt modelId="{D011E329-AE68-4FA5-8735-321D9CA06112}" type="sibTrans" cxnId="{A3161F93-0BAA-4FFF-97A3-698212D3B0AB}">
      <dgm:prSet/>
      <dgm:spPr/>
      <dgm:t>
        <a:bodyPr/>
        <a:lstStyle/>
        <a:p>
          <a:endParaRPr lang="en-US"/>
        </a:p>
      </dgm:t>
    </dgm:pt>
    <dgm:pt modelId="{5BB4125C-0A00-481A-BCF1-6CA3EA593773}">
      <dgm:prSet phldrT="[Text]"/>
      <dgm:spPr>
        <a:solidFill>
          <a:srgbClr val="007377"/>
        </a:solidFill>
      </dgm:spPr>
      <dgm:t>
        <a:bodyPr/>
        <a:lstStyle/>
        <a:p>
          <a:r>
            <a:rPr lang="en-US" dirty="0">
              <a:solidFill>
                <a:schemeClr val="bg1"/>
              </a:solidFill>
            </a:rPr>
            <a:t>2 Data Link</a:t>
          </a:r>
        </a:p>
      </dgm:t>
    </dgm:pt>
    <dgm:pt modelId="{40F8AED1-50FD-4781-B1CC-4DD44BA0FF6D}" type="parTrans" cxnId="{7CA49FB7-F7A4-4F53-97B3-123E608EA48A}">
      <dgm:prSet/>
      <dgm:spPr/>
      <dgm:t>
        <a:bodyPr/>
        <a:lstStyle/>
        <a:p>
          <a:endParaRPr lang="en-US"/>
        </a:p>
      </dgm:t>
    </dgm:pt>
    <dgm:pt modelId="{5A09E58B-D690-42C9-949B-0C2062736E3A}" type="sibTrans" cxnId="{7CA49FB7-F7A4-4F53-97B3-123E608EA48A}">
      <dgm:prSet/>
      <dgm:spPr/>
      <dgm:t>
        <a:bodyPr/>
        <a:lstStyle/>
        <a:p>
          <a:endParaRPr lang="en-US"/>
        </a:p>
      </dgm:t>
    </dgm:pt>
    <dgm:pt modelId="{34447BCB-71C1-4B68-8C70-5A399F98C548}">
      <dgm:prSet phldrT="[Text]"/>
      <dgm:spPr>
        <a:solidFill>
          <a:srgbClr val="007377"/>
        </a:solidFill>
      </dgm:spPr>
      <dgm:t>
        <a:bodyPr/>
        <a:lstStyle/>
        <a:p>
          <a:r>
            <a:rPr lang="en-US" dirty="0">
              <a:solidFill>
                <a:schemeClr val="bg1"/>
              </a:solidFill>
            </a:rPr>
            <a:t>1 Physical </a:t>
          </a:r>
        </a:p>
      </dgm:t>
    </dgm:pt>
    <dgm:pt modelId="{B428A84D-9C18-46B8-8095-C18C1DEEB5AC}" type="parTrans" cxnId="{23C5CB5F-6991-466D-9252-7CA42E01A709}">
      <dgm:prSet/>
      <dgm:spPr/>
      <dgm:t>
        <a:bodyPr/>
        <a:lstStyle/>
        <a:p>
          <a:endParaRPr lang="en-US"/>
        </a:p>
      </dgm:t>
    </dgm:pt>
    <dgm:pt modelId="{D38FE192-D658-4A57-A5D0-8519151246DE}" type="sibTrans" cxnId="{23C5CB5F-6991-466D-9252-7CA42E01A709}">
      <dgm:prSet/>
      <dgm:spPr/>
      <dgm:t>
        <a:bodyPr/>
        <a:lstStyle/>
        <a:p>
          <a:endParaRPr lang="en-US"/>
        </a:p>
      </dgm:t>
    </dgm:pt>
    <dgm:pt modelId="{2BAE655A-4F75-4096-81A8-F98B725AC730}" type="pres">
      <dgm:prSet presAssocID="{9B809DA5-ABE4-42DC-8AFE-7067243F42DC}" presName="linear" presStyleCnt="0">
        <dgm:presLayoutVars>
          <dgm:animLvl val="lvl"/>
          <dgm:resizeHandles val="exact"/>
        </dgm:presLayoutVars>
      </dgm:prSet>
      <dgm:spPr/>
    </dgm:pt>
    <dgm:pt modelId="{34E0B879-5253-4726-B81B-393604B03DAF}" type="pres">
      <dgm:prSet presAssocID="{947D3F41-E922-4E10-AAB9-CBC8FA478799}" presName="parentText" presStyleLbl="node1" presStyleIdx="0" presStyleCnt="7">
        <dgm:presLayoutVars>
          <dgm:chMax val="0"/>
          <dgm:bulletEnabled val="1"/>
        </dgm:presLayoutVars>
      </dgm:prSet>
      <dgm:spPr/>
    </dgm:pt>
    <dgm:pt modelId="{CEDAE3D4-E42E-4E79-AC43-A25E32662007}" type="pres">
      <dgm:prSet presAssocID="{D3E5D15C-660E-48A8-B542-0B0D8987A306}" presName="spacer" presStyleCnt="0"/>
      <dgm:spPr/>
    </dgm:pt>
    <dgm:pt modelId="{A3DBF2F8-C32C-4D5E-91D3-CD876FCC93BF}" type="pres">
      <dgm:prSet presAssocID="{8A58ED2E-B281-4CF8-B441-5FBCAEF6B0A2}" presName="parentText" presStyleLbl="node1" presStyleIdx="1" presStyleCnt="7">
        <dgm:presLayoutVars>
          <dgm:chMax val="0"/>
          <dgm:bulletEnabled val="1"/>
        </dgm:presLayoutVars>
      </dgm:prSet>
      <dgm:spPr/>
    </dgm:pt>
    <dgm:pt modelId="{08DDD81A-4C2E-4B65-9A25-DE0272C0E53F}" type="pres">
      <dgm:prSet presAssocID="{6FBF4B56-CD50-43E7-B37C-16F8BC952C24}" presName="spacer" presStyleCnt="0"/>
      <dgm:spPr/>
    </dgm:pt>
    <dgm:pt modelId="{E629A14B-1E78-452D-AEE2-97220E7B913D}" type="pres">
      <dgm:prSet presAssocID="{8FEDAA25-109E-4EF7-9AC0-D51B4CEBD0EE}" presName="parentText" presStyleLbl="node1" presStyleIdx="2" presStyleCnt="7">
        <dgm:presLayoutVars>
          <dgm:chMax val="0"/>
          <dgm:bulletEnabled val="1"/>
        </dgm:presLayoutVars>
      </dgm:prSet>
      <dgm:spPr/>
    </dgm:pt>
    <dgm:pt modelId="{47A834EC-6FFB-4BA8-8413-4341BFEDE379}" type="pres">
      <dgm:prSet presAssocID="{3A278E17-E8DF-4B7B-9542-DC912DFE1FC2}" presName="spacer" presStyleCnt="0"/>
      <dgm:spPr/>
    </dgm:pt>
    <dgm:pt modelId="{FBCDBEF5-D75C-45BA-A833-518841E6C2EB}" type="pres">
      <dgm:prSet presAssocID="{46FAEB38-ED81-41F2-9C9E-C49F85265594}" presName="parentText" presStyleLbl="node1" presStyleIdx="3" presStyleCnt="7">
        <dgm:presLayoutVars>
          <dgm:chMax val="0"/>
          <dgm:bulletEnabled val="1"/>
        </dgm:presLayoutVars>
      </dgm:prSet>
      <dgm:spPr>
        <a:xfrm>
          <a:off x="0" y="1496596"/>
          <a:ext cx="1649850" cy="437580"/>
        </a:xfrm>
        <a:prstGeom prst="roundRect">
          <a:avLst/>
        </a:prstGeom>
      </dgm:spPr>
    </dgm:pt>
    <dgm:pt modelId="{1C444D3C-CC35-46A9-9B88-EE2A7076F1AB}" type="pres">
      <dgm:prSet presAssocID="{4C3A7703-1CCA-4721-A827-D845208813B0}" presName="spacer" presStyleCnt="0"/>
      <dgm:spPr/>
    </dgm:pt>
    <dgm:pt modelId="{B8796625-B9F6-4F76-8B98-C2E26DDBE7DC}" type="pres">
      <dgm:prSet presAssocID="{A0E81B44-9DFE-4EA3-9B40-455E348D02DA}" presName="parentText" presStyleLbl="node1" presStyleIdx="4" presStyleCnt="7">
        <dgm:presLayoutVars>
          <dgm:chMax val="0"/>
          <dgm:bulletEnabled val="1"/>
        </dgm:presLayoutVars>
      </dgm:prSet>
      <dgm:spPr/>
    </dgm:pt>
    <dgm:pt modelId="{BF3B3F0E-64C9-477B-B9FA-E8FDAAA23940}" type="pres">
      <dgm:prSet presAssocID="{D011E329-AE68-4FA5-8735-321D9CA06112}" presName="spacer" presStyleCnt="0"/>
      <dgm:spPr/>
    </dgm:pt>
    <dgm:pt modelId="{0E539AD5-5BC8-49C4-AAC2-A7D5F43C627B}" type="pres">
      <dgm:prSet presAssocID="{5BB4125C-0A00-481A-BCF1-6CA3EA593773}" presName="parentText" presStyleLbl="node1" presStyleIdx="5" presStyleCnt="7">
        <dgm:presLayoutVars>
          <dgm:chMax val="0"/>
          <dgm:bulletEnabled val="1"/>
        </dgm:presLayoutVars>
      </dgm:prSet>
      <dgm:spPr/>
    </dgm:pt>
    <dgm:pt modelId="{89EFA19B-2A51-4BB3-B195-A70F99A00AC9}" type="pres">
      <dgm:prSet presAssocID="{5A09E58B-D690-42C9-949B-0C2062736E3A}" presName="spacer" presStyleCnt="0"/>
      <dgm:spPr/>
    </dgm:pt>
    <dgm:pt modelId="{3FA29063-2871-4DDD-9818-CEB1B4331B35}" type="pres">
      <dgm:prSet presAssocID="{34447BCB-71C1-4B68-8C70-5A399F98C548}" presName="parentText" presStyleLbl="node1" presStyleIdx="6" presStyleCnt="7">
        <dgm:presLayoutVars>
          <dgm:chMax val="0"/>
          <dgm:bulletEnabled val="1"/>
        </dgm:presLayoutVars>
      </dgm:prSet>
      <dgm:spPr/>
    </dgm:pt>
  </dgm:ptLst>
  <dgm:cxnLst>
    <dgm:cxn modelId="{EB6A8B3C-4D57-41D4-A5EA-729FA56EF474}" type="presOf" srcId="{8FEDAA25-109E-4EF7-9AC0-D51B4CEBD0EE}" destId="{E629A14B-1E78-452D-AEE2-97220E7B913D}" srcOrd="0" destOrd="0" presId="urn:microsoft.com/office/officeart/2005/8/layout/vList2"/>
    <dgm:cxn modelId="{23C5CB5F-6991-466D-9252-7CA42E01A709}" srcId="{9B809DA5-ABE4-42DC-8AFE-7067243F42DC}" destId="{34447BCB-71C1-4B68-8C70-5A399F98C548}" srcOrd="6" destOrd="0" parTransId="{B428A84D-9C18-46B8-8095-C18C1DEEB5AC}" sibTransId="{D38FE192-D658-4A57-A5D0-8519151246DE}"/>
    <dgm:cxn modelId="{328FD669-BA91-4C55-A46F-DCE69411F498}" type="presOf" srcId="{5BB4125C-0A00-481A-BCF1-6CA3EA593773}" destId="{0E539AD5-5BC8-49C4-AAC2-A7D5F43C627B}" srcOrd="0" destOrd="0" presId="urn:microsoft.com/office/officeart/2005/8/layout/vList2"/>
    <dgm:cxn modelId="{0E55806C-465B-4FF1-A431-C1E540C15CE0}" srcId="{9B809DA5-ABE4-42DC-8AFE-7067243F42DC}" destId="{947D3F41-E922-4E10-AAB9-CBC8FA478799}" srcOrd="0" destOrd="0" parTransId="{D2221CEC-5D47-4026-922B-96793912D2C0}" sibTransId="{D3E5D15C-660E-48A8-B542-0B0D8987A306}"/>
    <dgm:cxn modelId="{FDF08554-F59E-4105-BE8F-C71B24745B1A}" type="presOf" srcId="{34447BCB-71C1-4B68-8C70-5A399F98C548}" destId="{3FA29063-2871-4DDD-9818-CEB1B4331B35}" srcOrd="0" destOrd="0" presId="urn:microsoft.com/office/officeart/2005/8/layout/vList2"/>
    <dgm:cxn modelId="{53F35D75-CA21-41FF-826B-8C4F5D73166C}" srcId="{9B809DA5-ABE4-42DC-8AFE-7067243F42DC}" destId="{8FEDAA25-109E-4EF7-9AC0-D51B4CEBD0EE}" srcOrd="2" destOrd="0" parTransId="{988DE3FA-C288-4634-BA7C-C7DCF37411E6}" sibTransId="{3A278E17-E8DF-4B7B-9542-DC912DFE1FC2}"/>
    <dgm:cxn modelId="{65AF0C83-348B-43B1-A332-8CAFC5B6C7A0}" srcId="{9B809DA5-ABE4-42DC-8AFE-7067243F42DC}" destId="{46FAEB38-ED81-41F2-9C9E-C49F85265594}" srcOrd="3" destOrd="0" parTransId="{5CE4B40B-490B-4E80-852F-F645A4C0830C}" sibTransId="{4C3A7703-1CCA-4721-A827-D845208813B0}"/>
    <dgm:cxn modelId="{A3161F93-0BAA-4FFF-97A3-698212D3B0AB}" srcId="{9B809DA5-ABE4-42DC-8AFE-7067243F42DC}" destId="{A0E81B44-9DFE-4EA3-9B40-455E348D02DA}" srcOrd="4" destOrd="0" parTransId="{8EF42476-9D7F-4E0F-B46B-97455E151D7E}" sibTransId="{D011E329-AE68-4FA5-8735-321D9CA06112}"/>
    <dgm:cxn modelId="{2FA8B1A1-7304-4D71-8C9C-871532FD84FC}" type="presOf" srcId="{8A58ED2E-B281-4CF8-B441-5FBCAEF6B0A2}" destId="{A3DBF2F8-C32C-4D5E-91D3-CD876FCC93BF}" srcOrd="0" destOrd="0" presId="urn:microsoft.com/office/officeart/2005/8/layout/vList2"/>
    <dgm:cxn modelId="{7CA49FB7-F7A4-4F53-97B3-123E608EA48A}" srcId="{9B809DA5-ABE4-42DC-8AFE-7067243F42DC}" destId="{5BB4125C-0A00-481A-BCF1-6CA3EA593773}" srcOrd="5" destOrd="0" parTransId="{40F8AED1-50FD-4781-B1CC-4DD44BA0FF6D}" sibTransId="{5A09E58B-D690-42C9-949B-0C2062736E3A}"/>
    <dgm:cxn modelId="{9354FCBF-9568-4B38-A628-FEA71EFC39C1}" type="presOf" srcId="{947D3F41-E922-4E10-AAB9-CBC8FA478799}" destId="{34E0B879-5253-4726-B81B-393604B03DAF}" srcOrd="0" destOrd="0" presId="urn:microsoft.com/office/officeart/2005/8/layout/vList2"/>
    <dgm:cxn modelId="{3C4242C0-2976-4308-9D08-6C96FA482D7B}" srcId="{9B809DA5-ABE4-42DC-8AFE-7067243F42DC}" destId="{8A58ED2E-B281-4CF8-B441-5FBCAEF6B0A2}" srcOrd="1" destOrd="0" parTransId="{480EF468-D9BC-4665-92FF-92A07D21BEA0}" sibTransId="{6FBF4B56-CD50-43E7-B37C-16F8BC952C24}"/>
    <dgm:cxn modelId="{CD7580D1-1CBA-4F74-9D5F-FDC0987F919A}" type="presOf" srcId="{9B809DA5-ABE4-42DC-8AFE-7067243F42DC}" destId="{2BAE655A-4F75-4096-81A8-F98B725AC730}" srcOrd="0" destOrd="0" presId="urn:microsoft.com/office/officeart/2005/8/layout/vList2"/>
    <dgm:cxn modelId="{E355F4F0-8204-4743-97A8-4A39C144EA9F}" type="presOf" srcId="{A0E81B44-9DFE-4EA3-9B40-455E348D02DA}" destId="{B8796625-B9F6-4F76-8B98-C2E26DDBE7DC}" srcOrd="0" destOrd="0" presId="urn:microsoft.com/office/officeart/2005/8/layout/vList2"/>
    <dgm:cxn modelId="{D491A9F5-8A3D-4C7F-931E-E609326AA554}" type="presOf" srcId="{46FAEB38-ED81-41F2-9C9E-C49F85265594}" destId="{FBCDBEF5-D75C-45BA-A833-518841E6C2EB}" srcOrd="0" destOrd="0" presId="urn:microsoft.com/office/officeart/2005/8/layout/vList2"/>
    <dgm:cxn modelId="{E7CDE9EB-5386-49C7-AA8E-03AD85C396CE}" type="presParOf" srcId="{2BAE655A-4F75-4096-81A8-F98B725AC730}" destId="{34E0B879-5253-4726-B81B-393604B03DAF}" srcOrd="0" destOrd="0" presId="urn:microsoft.com/office/officeart/2005/8/layout/vList2"/>
    <dgm:cxn modelId="{96A3D0CF-76B1-478B-B876-7D7A133151EF}" type="presParOf" srcId="{2BAE655A-4F75-4096-81A8-F98B725AC730}" destId="{CEDAE3D4-E42E-4E79-AC43-A25E32662007}" srcOrd="1" destOrd="0" presId="urn:microsoft.com/office/officeart/2005/8/layout/vList2"/>
    <dgm:cxn modelId="{9F573065-2452-4F41-BECE-4F2059A6C306}" type="presParOf" srcId="{2BAE655A-4F75-4096-81A8-F98B725AC730}" destId="{A3DBF2F8-C32C-4D5E-91D3-CD876FCC93BF}" srcOrd="2" destOrd="0" presId="urn:microsoft.com/office/officeart/2005/8/layout/vList2"/>
    <dgm:cxn modelId="{C8A4C77E-F571-475F-BA9E-CBAD6D0EA916}" type="presParOf" srcId="{2BAE655A-4F75-4096-81A8-F98B725AC730}" destId="{08DDD81A-4C2E-4B65-9A25-DE0272C0E53F}" srcOrd="3" destOrd="0" presId="urn:microsoft.com/office/officeart/2005/8/layout/vList2"/>
    <dgm:cxn modelId="{F3E4CAEC-5CE6-474E-915A-E715B98782FC}" type="presParOf" srcId="{2BAE655A-4F75-4096-81A8-F98B725AC730}" destId="{E629A14B-1E78-452D-AEE2-97220E7B913D}" srcOrd="4" destOrd="0" presId="urn:microsoft.com/office/officeart/2005/8/layout/vList2"/>
    <dgm:cxn modelId="{1D2FABC7-F25B-4930-81F4-FC4298EC8C95}" type="presParOf" srcId="{2BAE655A-4F75-4096-81A8-F98B725AC730}" destId="{47A834EC-6FFB-4BA8-8413-4341BFEDE379}" srcOrd="5" destOrd="0" presId="urn:microsoft.com/office/officeart/2005/8/layout/vList2"/>
    <dgm:cxn modelId="{3423A175-A88B-497C-BB04-239FBE36B118}" type="presParOf" srcId="{2BAE655A-4F75-4096-81A8-F98B725AC730}" destId="{FBCDBEF5-D75C-45BA-A833-518841E6C2EB}" srcOrd="6" destOrd="0" presId="urn:microsoft.com/office/officeart/2005/8/layout/vList2"/>
    <dgm:cxn modelId="{075CFB8D-AB38-4C87-8A96-9B620BC7069B}" type="presParOf" srcId="{2BAE655A-4F75-4096-81A8-F98B725AC730}" destId="{1C444D3C-CC35-46A9-9B88-EE2A7076F1AB}" srcOrd="7" destOrd="0" presId="urn:microsoft.com/office/officeart/2005/8/layout/vList2"/>
    <dgm:cxn modelId="{DF9F11DD-1C02-4B4F-AA68-9D7CA826DBB2}" type="presParOf" srcId="{2BAE655A-4F75-4096-81A8-F98B725AC730}" destId="{B8796625-B9F6-4F76-8B98-C2E26DDBE7DC}" srcOrd="8" destOrd="0" presId="urn:microsoft.com/office/officeart/2005/8/layout/vList2"/>
    <dgm:cxn modelId="{ED822297-6E48-4CCE-A8DC-0FC701812FB8}" type="presParOf" srcId="{2BAE655A-4F75-4096-81A8-F98B725AC730}" destId="{BF3B3F0E-64C9-477B-B9FA-E8FDAAA23940}" srcOrd="9" destOrd="0" presId="urn:microsoft.com/office/officeart/2005/8/layout/vList2"/>
    <dgm:cxn modelId="{7635A3A2-A75A-4196-BD4E-E8EB8DD01CCC}" type="presParOf" srcId="{2BAE655A-4F75-4096-81A8-F98B725AC730}" destId="{0E539AD5-5BC8-49C4-AAC2-A7D5F43C627B}" srcOrd="10" destOrd="0" presId="urn:microsoft.com/office/officeart/2005/8/layout/vList2"/>
    <dgm:cxn modelId="{11679FD5-18A0-412F-9F50-C1E8004CFF3E}" type="presParOf" srcId="{2BAE655A-4F75-4096-81A8-F98B725AC730}" destId="{89EFA19B-2A51-4BB3-B195-A70F99A00AC9}" srcOrd="11" destOrd="0" presId="urn:microsoft.com/office/officeart/2005/8/layout/vList2"/>
    <dgm:cxn modelId="{3E9FE7BF-0735-45E1-B70E-EDBAF63941CD}" type="presParOf" srcId="{2BAE655A-4F75-4096-81A8-F98B725AC730}" destId="{3FA29063-2871-4DDD-9818-CEB1B4331B35}"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77E61F1-21EB-B046-AAD1-AD70E1E22993}" type="doc">
      <dgm:prSet loTypeId="urn:microsoft.com/office/officeart/2005/8/layout/hChevron3" loCatId="" qsTypeId="urn:microsoft.com/office/officeart/2005/8/quickstyle/simple1" qsCatId="simple" csTypeId="urn:microsoft.com/office/officeart/2005/8/colors/colorful3" csCatId="colorful" phldr="1"/>
      <dgm:spPr/>
      <dgm:t>
        <a:bodyPr/>
        <a:lstStyle/>
        <a:p>
          <a:endParaRPr lang="en-US"/>
        </a:p>
      </dgm:t>
    </dgm:pt>
    <dgm:pt modelId="{2C74FD22-E454-D945-AE71-DBC37AB87FAB}">
      <dgm:prSet/>
      <dgm:spPr/>
      <dgm:t>
        <a:bodyPr/>
        <a:lstStyle/>
        <a:p>
          <a:r>
            <a:rPr lang="en-US" dirty="0"/>
            <a:t>TCP helps computers send information to each other in a reliable way.</a:t>
          </a:r>
        </a:p>
      </dgm:t>
    </dgm:pt>
    <dgm:pt modelId="{4465A7F9-934D-144B-A6DD-8CE199B8EAF8}" type="parTrans" cxnId="{845DF356-8326-C546-8792-6DD3365B30C6}">
      <dgm:prSet/>
      <dgm:spPr/>
      <dgm:t>
        <a:bodyPr/>
        <a:lstStyle/>
        <a:p>
          <a:endParaRPr lang="en-US"/>
        </a:p>
      </dgm:t>
    </dgm:pt>
    <dgm:pt modelId="{EEF75EBE-F342-6E46-A646-13D2F6C5B262}" type="sibTrans" cxnId="{845DF356-8326-C546-8792-6DD3365B30C6}">
      <dgm:prSet/>
      <dgm:spPr/>
      <dgm:t>
        <a:bodyPr/>
        <a:lstStyle/>
        <a:p>
          <a:endParaRPr lang="en-US"/>
        </a:p>
      </dgm:t>
    </dgm:pt>
    <dgm:pt modelId="{C9F0FAA2-7D9D-4644-BD0F-72B1E7E8B9BF}">
      <dgm:prSet/>
      <dgm:spPr>
        <a:solidFill>
          <a:srgbClr val="582C83"/>
        </a:solidFill>
        <a:ln>
          <a:noFill/>
        </a:ln>
      </dgm:spPr>
      <dgm:t>
        <a:bodyPr/>
        <a:lstStyle/>
        <a:p>
          <a:r>
            <a:rPr lang="en-US" dirty="0"/>
            <a:t>For reliability, TCP requires numerous header fields to maintain state information. </a:t>
          </a:r>
        </a:p>
      </dgm:t>
    </dgm:pt>
    <dgm:pt modelId="{550A3027-AFF0-FC49-87A0-C747814736F4}" type="parTrans" cxnId="{CDD4A2E8-6618-794F-9A44-5F140F8ABAEC}">
      <dgm:prSet/>
      <dgm:spPr/>
      <dgm:t>
        <a:bodyPr/>
        <a:lstStyle/>
        <a:p>
          <a:endParaRPr lang="en-US"/>
        </a:p>
      </dgm:t>
    </dgm:pt>
    <dgm:pt modelId="{8BD8C094-A89C-D14D-8BAE-3CF944132868}" type="sibTrans" cxnId="{CDD4A2E8-6618-794F-9A44-5F140F8ABAEC}">
      <dgm:prSet/>
      <dgm:spPr/>
      <dgm:t>
        <a:bodyPr/>
        <a:lstStyle/>
        <a:p>
          <a:endParaRPr lang="en-US"/>
        </a:p>
      </dgm:t>
    </dgm:pt>
    <dgm:pt modelId="{9714627E-4CC3-A64B-A192-AE95C4005687}" type="pres">
      <dgm:prSet presAssocID="{F77E61F1-21EB-B046-AAD1-AD70E1E22993}" presName="Name0" presStyleCnt="0">
        <dgm:presLayoutVars>
          <dgm:dir/>
          <dgm:resizeHandles val="exact"/>
        </dgm:presLayoutVars>
      </dgm:prSet>
      <dgm:spPr/>
    </dgm:pt>
    <dgm:pt modelId="{A8307228-A1F7-9844-A3EE-C28A43E8F0C0}" type="pres">
      <dgm:prSet presAssocID="{2C74FD22-E454-D945-AE71-DBC37AB87FAB}" presName="parTxOnly" presStyleLbl="node1" presStyleIdx="0" presStyleCnt="2">
        <dgm:presLayoutVars>
          <dgm:bulletEnabled val="1"/>
        </dgm:presLayoutVars>
      </dgm:prSet>
      <dgm:spPr/>
    </dgm:pt>
    <dgm:pt modelId="{1FC25DEA-AADC-4B40-89F6-D1DA04E53561}" type="pres">
      <dgm:prSet presAssocID="{EEF75EBE-F342-6E46-A646-13D2F6C5B262}" presName="parSpace" presStyleCnt="0"/>
      <dgm:spPr/>
    </dgm:pt>
    <dgm:pt modelId="{4BDE97C7-426F-FF4E-9BC3-CA3508CCCBF6}" type="pres">
      <dgm:prSet presAssocID="{C9F0FAA2-7D9D-4644-BD0F-72B1E7E8B9BF}" presName="parTxOnly" presStyleLbl="node1" presStyleIdx="1" presStyleCnt="2">
        <dgm:presLayoutVars>
          <dgm:bulletEnabled val="1"/>
        </dgm:presLayoutVars>
      </dgm:prSet>
      <dgm:spPr/>
    </dgm:pt>
  </dgm:ptLst>
  <dgm:cxnLst>
    <dgm:cxn modelId="{41F5C628-20A6-1543-89A3-2451EE3155EB}" type="presOf" srcId="{2C74FD22-E454-D945-AE71-DBC37AB87FAB}" destId="{A8307228-A1F7-9844-A3EE-C28A43E8F0C0}" srcOrd="0" destOrd="0" presId="urn:microsoft.com/office/officeart/2005/8/layout/hChevron3"/>
    <dgm:cxn modelId="{845DF356-8326-C546-8792-6DD3365B30C6}" srcId="{F77E61F1-21EB-B046-AAD1-AD70E1E22993}" destId="{2C74FD22-E454-D945-AE71-DBC37AB87FAB}" srcOrd="0" destOrd="0" parTransId="{4465A7F9-934D-144B-A6DD-8CE199B8EAF8}" sibTransId="{EEF75EBE-F342-6E46-A646-13D2F6C5B262}"/>
    <dgm:cxn modelId="{783626C0-AB53-B048-97CE-81AB8F9981EE}" type="presOf" srcId="{C9F0FAA2-7D9D-4644-BD0F-72B1E7E8B9BF}" destId="{4BDE97C7-426F-FF4E-9BC3-CA3508CCCBF6}" srcOrd="0" destOrd="0" presId="urn:microsoft.com/office/officeart/2005/8/layout/hChevron3"/>
    <dgm:cxn modelId="{3B9F22E4-3C9D-2043-8BCC-E41F43226AB4}" type="presOf" srcId="{F77E61F1-21EB-B046-AAD1-AD70E1E22993}" destId="{9714627E-4CC3-A64B-A192-AE95C4005687}" srcOrd="0" destOrd="0" presId="urn:microsoft.com/office/officeart/2005/8/layout/hChevron3"/>
    <dgm:cxn modelId="{CDD4A2E8-6618-794F-9A44-5F140F8ABAEC}" srcId="{F77E61F1-21EB-B046-AAD1-AD70E1E22993}" destId="{C9F0FAA2-7D9D-4644-BD0F-72B1E7E8B9BF}" srcOrd="1" destOrd="0" parTransId="{550A3027-AFF0-FC49-87A0-C747814736F4}" sibTransId="{8BD8C094-A89C-D14D-8BAE-3CF944132868}"/>
    <dgm:cxn modelId="{962A6E00-8380-4347-A10F-208CC4476DF8}" type="presParOf" srcId="{9714627E-4CC3-A64B-A192-AE95C4005687}" destId="{A8307228-A1F7-9844-A3EE-C28A43E8F0C0}" srcOrd="0" destOrd="0" presId="urn:microsoft.com/office/officeart/2005/8/layout/hChevron3"/>
    <dgm:cxn modelId="{4413FC6F-5F5B-5E46-89DC-503FAD48F94F}" type="presParOf" srcId="{9714627E-4CC3-A64B-A192-AE95C4005687}" destId="{1FC25DEA-AADC-4B40-89F6-D1DA04E53561}" srcOrd="1" destOrd="0" presId="urn:microsoft.com/office/officeart/2005/8/layout/hChevron3"/>
    <dgm:cxn modelId="{80DEFB3E-2CA0-234E-95AA-0D171AF4930F}" type="presParOf" srcId="{9714627E-4CC3-A64B-A192-AE95C4005687}" destId="{4BDE97C7-426F-FF4E-9BC3-CA3508CCCBF6}" srcOrd="2"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CB2CA3A-3ACC-44C3-A2BE-68D1F06C7A28}" type="doc">
      <dgm:prSet loTypeId="urn:microsoft.com/office/officeart/2005/8/layout/vList2" loCatId="" qsTypeId="urn:microsoft.com/office/officeart/2005/8/quickstyle/simple1" qsCatId="simple" csTypeId="urn:microsoft.com/office/officeart/2005/8/colors/accent1_2" csCatId="accent1" phldr="1"/>
      <dgm:spPr/>
      <dgm:t>
        <a:bodyPr/>
        <a:lstStyle/>
        <a:p>
          <a:endParaRPr lang="en-US"/>
        </a:p>
      </dgm:t>
    </dgm:pt>
    <dgm:pt modelId="{40EAE7CA-0E6D-405C-B306-641441CB262C}">
      <dgm:prSet phldrT="[Text]" custT="1"/>
      <dgm:spPr>
        <a:solidFill>
          <a:srgbClr val="004F71"/>
        </a:solidFill>
      </dgm:spPr>
      <dgm:t>
        <a:bodyPr/>
        <a:lstStyle/>
        <a:p>
          <a:r>
            <a:rPr lang="en-US" sz="1200" dirty="0"/>
            <a:t>Source port </a:t>
          </a:r>
        </a:p>
      </dgm:t>
    </dgm:pt>
    <dgm:pt modelId="{06C5F5C2-3269-469C-9BB6-DE9521802A1B}" type="parTrans" cxnId="{B23B3808-8211-4FCF-A802-94845FAFBF60}">
      <dgm:prSet/>
      <dgm:spPr/>
      <dgm:t>
        <a:bodyPr/>
        <a:lstStyle/>
        <a:p>
          <a:endParaRPr lang="en-US" sz="1200"/>
        </a:p>
      </dgm:t>
    </dgm:pt>
    <dgm:pt modelId="{1AA344C7-E58E-43EE-B2F8-F923E88776A8}" type="sibTrans" cxnId="{B23B3808-8211-4FCF-A802-94845FAFBF60}">
      <dgm:prSet/>
      <dgm:spPr/>
      <dgm:t>
        <a:bodyPr/>
        <a:lstStyle/>
        <a:p>
          <a:endParaRPr lang="en-US" sz="1200"/>
        </a:p>
      </dgm:t>
    </dgm:pt>
    <dgm:pt modelId="{5F5AAEA0-3546-4949-9001-46F205480B1B}">
      <dgm:prSet phldrT="[Text]" custT="1"/>
      <dgm:spPr>
        <a:solidFill>
          <a:srgbClr val="004F71"/>
        </a:solidFill>
      </dgm:spPr>
      <dgm:t>
        <a:bodyPr/>
        <a:lstStyle/>
        <a:p>
          <a:r>
            <a:rPr lang="en-US" sz="1200" dirty="0"/>
            <a:t>Destination port </a:t>
          </a:r>
        </a:p>
      </dgm:t>
    </dgm:pt>
    <dgm:pt modelId="{68A7F14D-DAF6-4CE9-AB5C-F6F0E34B1B47}" type="parTrans" cxnId="{09FE4C5F-709A-4DC0-9A83-9A2717B72482}">
      <dgm:prSet/>
      <dgm:spPr/>
      <dgm:t>
        <a:bodyPr/>
        <a:lstStyle/>
        <a:p>
          <a:endParaRPr lang="en-US" sz="1200"/>
        </a:p>
      </dgm:t>
    </dgm:pt>
    <dgm:pt modelId="{1043C60B-7654-4CA8-ABBE-6FAA8286156A}" type="sibTrans" cxnId="{09FE4C5F-709A-4DC0-9A83-9A2717B72482}">
      <dgm:prSet/>
      <dgm:spPr/>
      <dgm:t>
        <a:bodyPr/>
        <a:lstStyle/>
        <a:p>
          <a:endParaRPr lang="en-US" sz="1200"/>
        </a:p>
      </dgm:t>
    </dgm:pt>
    <dgm:pt modelId="{18293F92-2DEA-48B7-BF15-355E818EC2DF}">
      <dgm:prSet phldrT="[Text]" custT="1"/>
      <dgm:spPr>
        <a:solidFill>
          <a:srgbClr val="004F71"/>
        </a:solidFill>
      </dgm:spPr>
      <dgm:t>
        <a:bodyPr/>
        <a:lstStyle/>
        <a:p>
          <a:r>
            <a:rPr lang="en-US" sz="1200" dirty="0"/>
            <a:t>Sequence number</a:t>
          </a:r>
        </a:p>
      </dgm:t>
    </dgm:pt>
    <dgm:pt modelId="{67860853-FBE7-4D3F-8864-9D1FDE412875}" type="parTrans" cxnId="{6D14B269-943F-46AD-8723-272AA8E0DCF6}">
      <dgm:prSet/>
      <dgm:spPr/>
      <dgm:t>
        <a:bodyPr/>
        <a:lstStyle/>
        <a:p>
          <a:endParaRPr lang="en-US" sz="1200"/>
        </a:p>
      </dgm:t>
    </dgm:pt>
    <dgm:pt modelId="{251B2D5B-1C59-485F-BC10-595352C49FB2}" type="sibTrans" cxnId="{6D14B269-943F-46AD-8723-272AA8E0DCF6}">
      <dgm:prSet/>
      <dgm:spPr/>
      <dgm:t>
        <a:bodyPr/>
        <a:lstStyle/>
        <a:p>
          <a:endParaRPr lang="en-US" sz="1200"/>
        </a:p>
      </dgm:t>
    </dgm:pt>
    <dgm:pt modelId="{E376E196-6EDD-4ADF-9568-47F8CCEAF588}">
      <dgm:prSet phldrT="[Text]" custT="1"/>
      <dgm:spPr>
        <a:solidFill>
          <a:srgbClr val="004F71"/>
        </a:solidFill>
      </dgm:spPr>
      <dgm:t>
        <a:bodyPr/>
        <a:lstStyle/>
        <a:p>
          <a:r>
            <a:rPr lang="en-US" sz="1200" dirty="0"/>
            <a:t>Ack number</a:t>
          </a:r>
        </a:p>
      </dgm:t>
    </dgm:pt>
    <dgm:pt modelId="{66985DC7-8331-44A3-BE97-D397F3945108}" type="parTrans" cxnId="{BE758655-775B-4358-87F8-E94200BC5631}">
      <dgm:prSet/>
      <dgm:spPr/>
      <dgm:t>
        <a:bodyPr/>
        <a:lstStyle/>
        <a:p>
          <a:endParaRPr lang="en-US" sz="1200"/>
        </a:p>
      </dgm:t>
    </dgm:pt>
    <dgm:pt modelId="{1E144C40-399B-4191-9F73-BAA19899C275}" type="sibTrans" cxnId="{BE758655-775B-4358-87F8-E94200BC5631}">
      <dgm:prSet/>
      <dgm:spPr/>
      <dgm:t>
        <a:bodyPr/>
        <a:lstStyle/>
        <a:p>
          <a:endParaRPr lang="en-US" sz="1200"/>
        </a:p>
      </dgm:t>
    </dgm:pt>
    <dgm:pt modelId="{A3D0D15C-78D9-452C-9095-B54399A0C5BC}">
      <dgm:prSet phldrT="[Text]" custT="1"/>
      <dgm:spPr>
        <a:solidFill>
          <a:srgbClr val="004F71"/>
        </a:solidFill>
      </dgm:spPr>
      <dgm:t>
        <a:bodyPr/>
        <a:lstStyle/>
        <a:p>
          <a:r>
            <a:rPr lang="en-US" sz="1200" dirty="0"/>
            <a:t>Data length </a:t>
          </a:r>
        </a:p>
      </dgm:t>
    </dgm:pt>
    <dgm:pt modelId="{20B254E0-5B40-4C01-BE8D-E0C779965744}" type="parTrans" cxnId="{CA6E4555-4651-4E09-93FB-3A16A7E9480C}">
      <dgm:prSet/>
      <dgm:spPr/>
      <dgm:t>
        <a:bodyPr/>
        <a:lstStyle/>
        <a:p>
          <a:endParaRPr lang="en-US" sz="1200"/>
        </a:p>
      </dgm:t>
    </dgm:pt>
    <dgm:pt modelId="{774829C5-609D-4A48-9911-FC0A26443A85}" type="sibTrans" cxnId="{CA6E4555-4651-4E09-93FB-3A16A7E9480C}">
      <dgm:prSet/>
      <dgm:spPr/>
      <dgm:t>
        <a:bodyPr/>
        <a:lstStyle/>
        <a:p>
          <a:endParaRPr lang="en-US" sz="1200"/>
        </a:p>
      </dgm:t>
    </dgm:pt>
    <dgm:pt modelId="{CDF22D5A-BF69-4060-81B5-E58BBEADB66B}">
      <dgm:prSet phldrT="[Text]" custT="1"/>
      <dgm:spPr>
        <a:solidFill>
          <a:srgbClr val="004F71"/>
        </a:solidFill>
      </dgm:spPr>
      <dgm:t>
        <a:bodyPr/>
        <a:lstStyle/>
        <a:p>
          <a:r>
            <a:rPr lang="en-US" sz="1200" dirty="0"/>
            <a:t>Flags </a:t>
          </a:r>
        </a:p>
      </dgm:t>
    </dgm:pt>
    <dgm:pt modelId="{E1A628F3-CF5C-42FB-9008-DC64349CB9F3}" type="parTrans" cxnId="{52E0C480-EF84-4B65-B63F-42753D854283}">
      <dgm:prSet/>
      <dgm:spPr/>
      <dgm:t>
        <a:bodyPr/>
        <a:lstStyle/>
        <a:p>
          <a:endParaRPr lang="en-US" sz="1200"/>
        </a:p>
      </dgm:t>
    </dgm:pt>
    <dgm:pt modelId="{4A567DA7-62DD-4599-84D6-FCAB0F291AED}" type="sibTrans" cxnId="{52E0C480-EF84-4B65-B63F-42753D854283}">
      <dgm:prSet/>
      <dgm:spPr/>
      <dgm:t>
        <a:bodyPr/>
        <a:lstStyle/>
        <a:p>
          <a:endParaRPr lang="en-US" sz="1200"/>
        </a:p>
      </dgm:t>
    </dgm:pt>
    <dgm:pt modelId="{49D4790D-A96C-4775-BF38-6F87708C7CD2}">
      <dgm:prSet phldrT="[Text]" custT="1"/>
      <dgm:spPr>
        <a:solidFill>
          <a:srgbClr val="004F71"/>
        </a:solidFill>
      </dgm:spPr>
      <dgm:t>
        <a:bodyPr/>
        <a:lstStyle/>
        <a:p>
          <a:r>
            <a:rPr lang="en-US" sz="1200" dirty="0"/>
            <a:t>Window</a:t>
          </a:r>
        </a:p>
      </dgm:t>
    </dgm:pt>
    <dgm:pt modelId="{8BC6004C-6EC9-4285-9B20-AF5EDA28BAA3}" type="parTrans" cxnId="{DDB93258-773A-41C0-B8EC-89D0ABF9B785}">
      <dgm:prSet/>
      <dgm:spPr/>
      <dgm:t>
        <a:bodyPr/>
        <a:lstStyle/>
        <a:p>
          <a:endParaRPr lang="en-US" sz="1200"/>
        </a:p>
      </dgm:t>
    </dgm:pt>
    <dgm:pt modelId="{B34417A3-45C6-41BA-B9D4-C7F33F5F4366}" type="sibTrans" cxnId="{DDB93258-773A-41C0-B8EC-89D0ABF9B785}">
      <dgm:prSet/>
      <dgm:spPr/>
      <dgm:t>
        <a:bodyPr/>
        <a:lstStyle/>
        <a:p>
          <a:endParaRPr lang="en-US" sz="1200"/>
        </a:p>
      </dgm:t>
    </dgm:pt>
    <dgm:pt modelId="{6499E165-3958-41C3-9590-A10992705AAD}">
      <dgm:prSet phldrT="[Text]" custT="1"/>
      <dgm:spPr>
        <a:solidFill>
          <a:srgbClr val="004F71"/>
        </a:solidFill>
      </dgm:spPr>
      <dgm:t>
        <a:bodyPr/>
        <a:lstStyle/>
        <a:p>
          <a:r>
            <a:rPr lang="en-US" sz="1200" dirty="0"/>
            <a:t>Checksum</a:t>
          </a:r>
        </a:p>
      </dgm:t>
    </dgm:pt>
    <dgm:pt modelId="{1D05DA73-14AA-4E8B-A98E-2D8297F6A967}" type="parTrans" cxnId="{E1508003-3844-4AB3-9BFB-9DC2D4F7FDBA}">
      <dgm:prSet/>
      <dgm:spPr/>
      <dgm:t>
        <a:bodyPr/>
        <a:lstStyle/>
        <a:p>
          <a:endParaRPr lang="en-US" sz="1200"/>
        </a:p>
      </dgm:t>
    </dgm:pt>
    <dgm:pt modelId="{9ADF965B-2DC0-4E14-9F0D-BB65BBE26E3B}" type="sibTrans" cxnId="{E1508003-3844-4AB3-9BFB-9DC2D4F7FDBA}">
      <dgm:prSet/>
      <dgm:spPr/>
      <dgm:t>
        <a:bodyPr/>
        <a:lstStyle/>
        <a:p>
          <a:endParaRPr lang="en-US" sz="1200"/>
        </a:p>
      </dgm:t>
    </dgm:pt>
    <dgm:pt modelId="{29D3F25C-B332-47D3-A8A7-D4389B1B4D38}">
      <dgm:prSet phldrT="[Text]" custT="1"/>
      <dgm:spPr>
        <a:solidFill>
          <a:srgbClr val="004F71"/>
        </a:solidFill>
      </dgm:spPr>
      <dgm:t>
        <a:bodyPr/>
        <a:lstStyle/>
        <a:p>
          <a:r>
            <a:rPr lang="en-US" sz="1200" dirty="0"/>
            <a:t>Urgent Pointer</a:t>
          </a:r>
        </a:p>
      </dgm:t>
    </dgm:pt>
    <dgm:pt modelId="{FF610644-94CE-4E31-ACEB-5D3BC9AF8F0A}" type="parTrans" cxnId="{4405F1A6-450B-4C58-8A09-75C02FC36FDC}">
      <dgm:prSet/>
      <dgm:spPr/>
      <dgm:t>
        <a:bodyPr/>
        <a:lstStyle/>
        <a:p>
          <a:endParaRPr lang="en-US" sz="1200"/>
        </a:p>
      </dgm:t>
    </dgm:pt>
    <dgm:pt modelId="{0F327A90-BE16-4ECD-B2FC-5EF699A6C2ED}" type="sibTrans" cxnId="{4405F1A6-450B-4C58-8A09-75C02FC36FDC}">
      <dgm:prSet/>
      <dgm:spPr/>
      <dgm:t>
        <a:bodyPr/>
        <a:lstStyle/>
        <a:p>
          <a:endParaRPr lang="en-US" sz="1200"/>
        </a:p>
      </dgm:t>
    </dgm:pt>
    <dgm:pt modelId="{108E0A24-5702-48F9-BCEC-B585DDFB5A2E}">
      <dgm:prSet phldrT="[Text]" custT="1"/>
      <dgm:spPr>
        <a:solidFill>
          <a:srgbClr val="004F71"/>
        </a:solidFill>
      </dgm:spPr>
      <dgm:t>
        <a:bodyPr/>
        <a:lstStyle/>
        <a:p>
          <a:r>
            <a:rPr lang="en-US" sz="1200" dirty="0"/>
            <a:t>Options </a:t>
          </a:r>
        </a:p>
      </dgm:t>
    </dgm:pt>
    <dgm:pt modelId="{A66EB41A-FD52-4450-8057-F5852D4C78A0}" type="parTrans" cxnId="{2BBB67F2-A563-4FF8-B711-424DC8DC84A4}">
      <dgm:prSet/>
      <dgm:spPr/>
      <dgm:t>
        <a:bodyPr/>
        <a:lstStyle/>
        <a:p>
          <a:endParaRPr lang="en-US" sz="1200"/>
        </a:p>
      </dgm:t>
    </dgm:pt>
    <dgm:pt modelId="{3D3E1277-2046-44EE-8992-E82DA603884B}" type="sibTrans" cxnId="{2BBB67F2-A563-4FF8-B711-424DC8DC84A4}">
      <dgm:prSet/>
      <dgm:spPr/>
      <dgm:t>
        <a:bodyPr/>
        <a:lstStyle/>
        <a:p>
          <a:endParaRPr lang="en-US" sz="1200"/>
        </a:p>
      </dgm:t>
    </dgm:pt>
    <dgm:pt modelId="{1F060A1A-507F-7B4C-8049-334158B3CC5D}" type="pres">
      <dgm:prSet presAssocID="{ACB2CA3A-3ACC-44C3-A2BE-68D1F06C7A28}" presName="linear" presStyleCnt="0">
        <dgm:presLayoutVars>
          <dgm:animLvl val="lvl"/>
          <dgm:resizeHandles val="exact"/>
        </dgm:presLayoutVars>
      </dgm:prSet>
      <dgm:spPr/>
    </dgm:pt>
    <dgm:pt modelId="{F04F5F98-5F62-6E4E-AC0A-BA0B935358F5}" type="pres">
      <dgm:prSet presAssocID="{40EAE7CA-0E6D-405C-B306-641441CB262C}" presName="parentText" presStyleLbl="node1" presStyleIdx="0" presStyleCnt="10">
        <dgm:presLayoutVars>
          <dgm:chMax val="0"/>
          <dgm:bulletEnabled val="1"/>
        </dgm:presLayoutVars>
      </dgm:prSet>
      <dgm:spPr/>
    </dgm:pt>
    <dgm:pt modelId="{24CAA7DD-D7DC-B94A-AFE4-7E80B8C40A32}" type="pres">
      <dgm:prSet presAssocID="{1AA344C7-E58E-43EE-B2F8-F923E88776A8}" presName="spacer" presStyleCnt="0"/>
      <dgm:spPr/>
    </dgm:pt>
    <dgm:pt modelId="{FF48911C-69F1-D845-947E-CA9BB1242CFE}" type="pres">
      <dgm:prSet presAssocID="{5F5AAEA0-3546-4949-9001-46F205480B1B}" presName="parentText" presStyleLbl="node1" presStyleIdx="1" presStyleCnt="10">
        <dgm:presLayoutVars>
          <dgm:chMax val="0"/>
          <dgm:bulletEnabled val="1"/>
        </dgm:presLayoutVars>
      </dgm:prSet>
      <dgm:spPr/>
    </dgm:pt>
    <dgm:pt modelId="{30F970A2-E224-6144-8E6D-45DF27060907}" type="pres">
      <dgm:prSet presAssocID="{1043C60B-7654-4CA8-ABBE-6FAA8286156A}" presName="spacer" presStyleCnt="0"/>
      <dgm:spPr/>
    </dgm:pt>
    <dgm:pt modelId="{0F995A0F-6C9A-EA46-9377-80A49A2A3CD0}" type="pres">
      <dgm:prSet presAssocID="{18293F92-2DEA-48B7-BF15-355E818EC2DF}" presName="parentText" presStyleLbl="node1" presStyleIdx="2" presStyleCnt="10">
        <dgm:presLayoutVars>
          <dgm:chMax val="0"/>
          <dgm:bulletEnabled val="1"/>
        </dgm:presLayoutVars>
      </dgm:prSet>
      <dgm:spPr/>
    </dgm:pt>
    <dgm:pt modelId="{8F8B3FAB-835B-5A4F-8E14-19C95330C8FC}" type="pres">
      <dgm:prSet presAssocID="{251B2D5B-1C59-485F-BC10-595352C49FB2}" presName="spacer" presStyleCnt="0"/>
      <dgm:spPr/>
    </dgm:pt>
    <dgm:pt modelId="{92165BFA-B639-F34C-A654-19F482539138}" type="pres">
      <dgm:prSet presAssocID="{E376E196-6EDD-4ADF-9568-47F8CCEAF588}" presName="parentText" presStyleLbl="node1" presStyleIdx="3" presStyleCnt="10">
        <dgm:presLayoutVars>
          <dgm:chMax val="0"/>
          <dgm:bulletEnabled val="1"/>
        </dgm:presLayoutVars>
      </dgm:prSet>
      <dgm:spPr/>
    </dgm:pt>
    <dgm:pt modelId="{90277EEC-F504-C944-878B-FD828998BFAE}" type="pres">
      <dgm:prSet presAssocID="{1E144C40-399B-4191-9F73-BAA19899C275}" presName="spacer" presStyleCnt="0"/>
      <dgm:spPr/>
    </dgm:pt>
    <dgm:pt modelId="{9B1FD130-5917-6241-80AB-AB487F08B2B1}" type="pres">
      <dgm:prSet presAssocID="{A3D0D15C-78D9-452C-9095-B54399A0C5BC}" presName="parentText" presStyleLbl="node1" presStyleIdx="4" presStyleCnt="10">
        <dgm:presLayoutVars>
          <dgm:chMax val="0"/>
          <dgm:bulletEnabled val="1"/>
        </dgm:presLayoutVars>
      </dgm:prSet>
      <dgm:spPr/>
    </dgm:pt>
    <dgm:pt modelId="{722CD2B7-7900-E74D-8D2D-B1A411146046}" type="pres">
      <dgm:prSet presAssocID="{774829C5-609D-4A48-9911-FC0A26443A85}" presName="spacer" presStyleCnt="0"/>
      <dgm:spPr/>
    </dgm:pt>
    <dgm:pt modelId="{49B9D5E2-8481-3748-B075-3D79479AD1CD}" type="pres">
      <dgm:prSet presAssocID="{CDF22D5A-BF69-4060-81B5-E58BBEADB66B}" presName="parentText" presStyleLbl="node1" presStyleIdx="5" presStyleCnt="10">
        <dgm:presLayoutVars>
          <dgm:chMax val="0"/>
          <dgm:bulletEnabled val="1"/>
        </dgm:presLayoutVars>
      </dgm:prSet>
      <dgm:spPr/>
    </dgm:pt>
    <dgm:pt modelId="{32D57A69-D342-9442-94CF-42D367C9F8C3}" type="pres">
      <dgm:prSet presAssocID="{4A567DA7-62DD-4599-84D6-FCAB0F291AED}" presName="spacer" presStyleCnt="0"/>
      <dgm:spPr/>
    </dgm:pt>
    <dgm:pt modelId="{285F07A2-1833-AF41-8881-F1A14055394B}" type="pres">
      <dgm:prSet presAssocID="{49D4790D-A96C-4775-BF38-6F87708C7CD2}" presName="parentText" presStyleLbl="node1" presStyleIdx="6" presStyleCnt="10">
        <dgm:presLayoutVars>
          <dgm:chMax val="0"/>
          <dgm:bulletEnabled val="1"/>
        </dgm:presLayoutVars>
      </dgm:prSet>
      <dgm:spPr/>
    </dgm:pt>
    <dgm:pt modelId="{E6A097C0-C178-5E45-821E-1EC859AD7749}" type="pres">
      <dgm:prSet presAssocID="{B34417A3-45C6-41BA-B9D4-C7F33F5F4366}" presName="spacer" presStyleCnt="0"/>
      <dgm:spPr/>
    </dgm:pt>
    <dgm:pt modelId="{A4A1A135-B546-7F4F-972E-A863D9E7D134}" type="pres">
      <dgm:prSet presAssocID="{6499E165-3958-41C3-9590-A10992705AAD}" presName="parentText" presStyleLbl="node1" presStyleIdx="7" presStyleCnt="10">
        <dgm:presLayoutVars>
          <dgm:chMax val="0"/>
          <dgm:bulletEnabled val="1"/>
        </dgm:presLayoutVars>
      </dgm:prSet>
      <dgm:spPr/>
    </dgm:pt>
    <dgm:pt modelId="{DFB41747-F402-DE42-9E10-1B482A5CA404}" type="pres">
      <dgm:prSet presAssocID="{9ADF965B-2DC0-4E14-9F0D-BB65BBE26E3B}" presName="spacer" presStyleCnt="0"/>
      <dgm:spPr/>
    </dgm:pt>
    <dgm:pt modelId="{E123F3D9-6A3C-D046-96F0-A2258F792FDD}" type="pres">
      <dgm:prSet presAssocID="{29D3F25C-B332-47D3-A8A7-D4389B1B4D38}" presName="parentText" presStyleLbl="node1" presStyleIdx="8" presStyleCnt="10">
        <dgm:presLayoutVars>
          <dgm:chMax val="0"/>
          <dgm:bulletEnabled val="1"/>
        </dgm:presLayoutVars>
      </dgm:prSet>
      <dgm:spPr/>
    </dgm:pt>
    <dgm:pt modelId="{7741F942-DB9B-594E-A3F3-FF4B3415503C}" type="pres">
      <dgm:prSet presAssocID="{0F327A90-BE16-4ECD-B2FC-5EF699A6C2ED}" presName="spacer" presStyleCnt="0"/>
      <dgm:spPr/>
    </dgm:pt>
    <dgm:pt modelId="{C5347B52-B4AE-3B42-A062-498ABF850010}" type="pres">
      <dgm:prSet presAssocID="{108E0A24-5702-48F9-BCEC-B585DDFB5A2E}" presName="parentText" presStyleLbl="node1" presStyleIdx="9" presStyleCnt="10">
        <dgm:presLayoutVars>
          <dgm:chMax val="0"/>
          <dgm:bulletEnabled val="1"/>
        </dgm:presLayoutVars>
      </dgm:prSet>
      <dgm:spPr/>
    </dgm:pt>
  </dgm:ptLst>
  <dgm:cxnLst>
    <dgm:cxn modelId="{E1508003-3844-4AB3-9BFB-9DC2D4F7FDBA}" srcId="{ACB2CA3A-3ACC-44C3-A2BE-68D1F06C7A28}" destId="{6499E165-3958-41C3-9590-A10992705AAD}" srcOrd="7" destOrd="0" parTransId="{1D05DA73-14AA-4E8B-A98E-2D8297F6A967}" sibTransId="{9ADF965B-2DC0-4E14-9F0D-BB65BBE26E3B}"/>
    <dgm:cxn modelId="{B23B3808-8211-4FCF-A802-94845FAFBF60}" srcId="{ACB2CA3A-3ACC-44C3-A2BE-68D1F06C7A28}" destId="{40EAE7CA-0E6D-405C-B306-641441CB262C}" srcOrd="0" destOrd="0" parTransId="{06C5F5C2-3269-469C-9BB6-DE9521802A1B}" sibTransId="{1AA344C7-E58E-43EE-B2F8-F923E88776A8}"/>
    <dgm:cxn modelId="{74C72B0C-E3F5-1049-8A21-7230D7F0EB4A}" type="presOf" srcId="{ACB2CA3A-3ACC-44C3-A2BE-68D1F06C7A28}" destId="{1F060A1A-507F-7B4C-8049-334158B3CC5D}" srcOrd="0" destOrd="0" presId="urn:microsoft.com/office/officeart/2005/8/layout/vList2"/>
    <dgm:cxn modelId="{972A650F-E301-2146-90BF-ECB634683B16}" type="presOf" srcId="{E376E196-6EDD-4ADF-9568-47F8CCEAF588}" destId="{92165BFA-B639-F34C-A654-19F482539138}" srcOrd="0" destOrd="0" presId="urn:microsoft.com/office/officeart/2005/8/layout/vList2"/>
    <dgm:cxn modelId="{8FC44722-72F7-8A4D-8174-6B4CD331FDE9}" type="presOf" srcId="{18293F92-2DEA-48B7-BF15-355E818EC2DF}" destId="{0F995A0F-6C9A-EA46-9377-80A49A2A3CD0}" srcOrd="0" destOrd="0" presId="urn:microsoft.com/office/officeart/2005/8/layout/vList2"/>
    <dgm:cxn modelId="{85424D40-9D1E-A04B-AD89-35E0D954F5CA}" type="presOf" srcId="{29D3F25C-B332-47D3-A8A7-D4389B1B4D38}" destId="{E123F3D9-6A3C-D046-96F0-A2258F792FDD}" srcOrd="0" destOrd="0" presId="urn:microsoft.com/office/officeart/2005/8/layout/vList2"/>
    <dgm:cxn modelId="{09FE4C5F-709A-4DC0-9A83-9A2717B72482}" srcId="{ACB2CA3A-3ACC-44C3-A2BE-68D1F06C7A28}" destId="{5F5AAEA0-3546-4949-9001-46F205480B1B}" srcOrd="1" destOrd="0" parTransId="{68A7F14D-DAF6-4CE9-AB5C-F6F0E34B1B47}" sibTransId="{1043C60B-7654-4CA8-ABBE-6FAA8286156A}"/>
    <dgm:cxn modelId="{102EB767-59FF-7745-B45F-C29A48081D39}" type="presOf" srcId="{5F5AAEA0-3546-4949-9001-46F205480B1B}" destId="{FF48911C-69F1-D845-947E-CA9BB1242CFE}" srcOrd="0" destOrd="0" presId="urn:microsoft.com/office/officeart/2005/8/layout/vList2"/>
    <dgm:cxn modelId="{6D14B269-943F-46AD-8723-272AA8E0DCF6}" srcId="{ACB2CA3A-3ACC-44C3-A2BE-68D1F06C7A28}" destId="{18293F92-2DEA-48B7-BF15-355E818EC2DF}" srcOrd="2" destOrd="0" parTransId="{67860853-FBE7-4D3F-8864-9D1FDE412875}" sibTransId="{251B2D5B-1C59-485F-BC10-595352C49FB2}"/>
    <dgm:cxn modelId="{CA6E4555-4651-4E09-93FB-3A16A7E9480C}" srcId="{ACB2CA3A-3ACC-44C3-A2BE-68D1F06C7A28}" destId="{A3D0D15C-78D9-452C-9095-B54399A0C5BC}" srcOrd="4" destOrd="0" parTransId="{20B254E0-5B40-4C01-BE8D-E0C779965744}" sibTransId="{774829C5-609D-4A48-9911-FC0A26443A85}"/>
    <dgm:cxn modelId="{BE758655-775B-4358-87F8-E94200BC5631}" srcId="{ACB2CA3A-3ACC-44C3-A2BE-68D1F06C7A28}" destId="{E376E196-6EDD-4ADF-9568-47F8CCEAF588}" srcOrd="3" destOrd="0" parTransId="{66985DC7-8331-44A3-BE97-D397F3945108}" sibTransId="{1E144C40-399B-4191-9F73-BAA19899C275}"/>
    <dgm:cxn modelId="{DDB93258-773A-41C0-B8EC-89D0ABF9B785}" srcId="{ACB2CA3A-3ACC-44C3-A2BE-68D1F06C7A28}" destId="{49D4790D-A96C-4775-BF38-6F87708C7CD2}" srcOrd="6" destOrd="0" parTransId="{8BC6004C-6EC9-4285-9B20-AF5EDA28BAA3}" sibTransId="{B34417A3-45C6-41BA-B9D4-C7F33F5F4366}"/>
    <dgm:cxn modelId="{5B11C77B-25B1-4541-A1F5-157AEAC4B8B3}" type="presOf" srcId="{A3D0D15C-78D9-452C-9095-B54399A0C5BC}" destId="{9B1FD130-5917-6241-80AB-AB487F08B2B1}" srcOrd="0" destOrd="0" presId="urn:microsoft.com/office/officeart/2005/8/layout/vList2"/>
    <dgm:cxn modelId="{52E0C480-EF84-4B65-B63F-42753D854283}" srcId="{ACB2CA3A-3ACC-44C3-A2BE-68D1F06C7A28}" destId="{CDF22D5A-BF69-4060-81B5-E58BBEADB66B}" srcOrd="5" destOrd="0" parTransId="{E1A628F3-CF5C-42FB-9008-DC64349CB9F3}" sibTransId="{4A567DA7-62DD-4599-84D6-FCAB0F291AED}"/>
    <dgm:cxn modelId="{7B52A7A4-3403-274E-87BC-7989B9B18D99}" type="presOf" srcId="{49D4790D-A96C-4775-BF38-6F87708C7CD2}" destId="{285F07A2-1833-AF41-8881-F1A14055394B}" srcOrd="0" destOrd="0" presId="urn:microsoft.com/office/officeart/2005/8/layout/vList2"/>
    <dgm:cxn modelId="{4405F1A6-450B-4C58-8A09-75C02FC36FDC}" srcId="{ACB2CA3A-3ACC-44C3-A2BE-68D1F06C7A28}" destId="{29D3F25C-B332-47D3-A8A7-D4389B1B4D38}" srcOrd="8" destOrd="0" parTransId="{FF610644-94CE-4E31-ACEB-5D3BC9AF8F0A}" sibTransId="{0F327A90-BE16-4ECD-B2FC-5EF699A6C2ED}"/>
    <dgm:cxn modelId="{CC712BB9-022D-1C41-B7F6-1CBA0921D22C}" type="presOf" srcId="{108E0A24-5702-48F9-BCEC-B585DDFB5A2E}" destId="{C5347B52-B4AE-3B42-A062-498ABF850010}" srcOrd="0" destOrd="0" presId="urn:microsoft.com/office/officeart/2005/8/layout/vList2"/>
    <dgm:cxn modelId="{4FBA9EE2-2B0A-3B46-ACAE-F8A67465AA9F}" type="presOf" srcId="{6499E165-3958-41C3-9590-A10992705AAD}" destId="{A4A1A135-B546-7F4F-972E-A863D9E7D134}" srcOrd="0" destOrd="0" presId="urn:microsoft.com/office/officeart/2005/8/layout/vList2"/>
    <dgm:cxn modelId="{D77B21E7-9132-6A4F-B54A-554D35CE357D}" type="presOf" srcId="{40EAE7CA-0E6D-405C-B306-641441CB262C}" destId="{F04F5F98-5F62-6E4E-AC0A-BA0B935358F5}" srcOrd="0" destOrd="0" presId="urn:microsoft.com/office/officeart/2005/8/layout/vList2"/>
    <dgm:cxn modelId="{2AF141E9-D50F-2141-9FB1-9E29A768D9A0}" type="presOf" srcId="{CDF22D5A-BF69-4060-81B5-E58BBEADB66B}" destId="{49B9D5E2-8481-3748-B075-3D79479AD1CD}" srcOrd="0" destOrd="0" presId="urn:microsoft.com/office/officeart/2005/8/layout/vList2"/>
    <dgm:cxn modelId="{2BBB67F2-A563-4FF8-B711-424DC8DC84A4}" srcId="{ACB2CA3A-3ACC-44C3-A2BE-68D1F06C7A28}" destId="{108E0A24-5702-48F9-BCEC-B585DDFB5A2E}" srcOrd="9" destOrd="0" parTransId="{A66EB41A-FD52-4450-8057-F5852D4C78A0}" sibTransId="{3D3E1277-2046-44EE-8992-E82DA603884B}"/>
    <dgm:cxn modelId="{6EBCE3DF-0CB7-8048-A366-A518D9C4076D}" type="presParOf" srcId="{1F060A1A-507F-7B4C-8049-334158B3CC5D}" destId="{F04F5F98-5F62-6E4E-AC0A-BA0B935358F5}" srcOrd="0" destOrd="0" presId="urn:microsoft.com/office/officeart/2005/8/layout/vList2"/>
    <dgm:cxn modelId="{89636B5D-5811-2F4E-8C51-F4F15F39B9B6}" type="presParOf" srcId="{1F060A1A-507F-7B4C-8049-334158B3CC5D}" destId="{24CAA7DD-D7DC-B94A-AFE4-7E80B8C40A32}" srcOrd="1" destOrd="0" presId="urn:microsoft.com/office/officeart/2005/8/layout/vList2"/>
    <dgm:cxn modelId="{58BD9302-CB30-3040-8A9E-15B022860D7B}" type="presParOf" srcId="{1F060A1A-507F-7B4C-8049-334158B3CC5D}" destId="{FF48911C-69F1-D845-947E-CA9BB1242CFE}" srcOrd="2" destOrd="0" presId="urn:microsoft.com/office/officeart/2005/8/layout/vList2"/>
    <dgm:cxn modelId="{5AE436F6-61B3-3941-9C48-175815359043}" type="presParOf" srcId="{1F060A1A-507F-7B4C-8049-334158B3CC5D}" destId="{30F970A2-E224-6144-8E6D-45DF27060907}" srcOrd="3" destOrd="0" presId="urn:microsoft.com/office/officeart/2005/8/layout/vList2"/>
    <dgm:cxn modelId="{EC13BA6A-652E-C94A-979D-C229C37E74E0}" type="presParOf" srcId="{1F060A1A-507F-7B4C-8049-334158B3CC5D}" destId="{0F995A0F-6C9A-EA46-9377-80A49A2A3CD0}" srcOrd="4" destOrd="0" presId="urn:microsoft.com/office/officeart/2005/8/layout/vList2"/>
    <dgm:cxn modelId="{A4AE1AD1-699D-414C-886F-BF10B17418AB}" type="presParOf" srcId="{1F060A1A-507F-7B4C-8049-334158B3CC5D}" destId="{8F8B3FAB-835B-5A4F-8E14-19C95330C8FC}" srcOrd="5" destOrd="0" presId="urn:microsoft.com/office/officeart/2005/8/layout/vList2"/>
    <dgm:cxn modelId="{E3DCDC22-223D-DE4D-B512-C5AAD39B18E2}" type="presParOf" srcId="{1F060A1A-507F-7B4C-8049-334158B3CC5D}" destId="{92165BFA-B639-F34C-A654-19F482539138}" srcOrd="6" destOrd="0" presId="urn:microsoft.com/office/officeart/2005/8/layout/vList2"/>
    <dgm:cxn modelId="{58C96B7B-5960-0245-9E03-688E4A35F64B}" type="presParOf" srcId="{1F060A1A-507F-7B4C-8049-334158B3CC5D}" destId="{90277EEC-F504-C944-878B-FD828998BFAE}" srcOrd="7" destOrd="0" presId="urn:microsoft.com/office/officeart/2005/8/layout/vList2"/>
    <dgm:cxn modelId="{F61D8E85-3B59-F64C-99B1-4C2453E942BE}" type="presParOf" srcId="{1F060A1A-507F-7B4C-8049-334158B3CC5D}" destId="{9B1FD130-5917-6241-80AB-AB487F08B2B1}" srcOrd="8" destOrd="0" presId="urn:microsoft.com/office/officeart/2005/8/layout/vList2"/>
    <dgm:cxn modelId="{649F3A1B-9C24-8F49-A1DF-A77DDBAF15A2}" type="presParOf" srcId="{1F060A1A-507F-7B4C-8049-334158B3CC5D}" destId="{722CD2B7-7900-E74D-8D2D-B1A411146046}" srcOrd="9" destOrd="0" presId="urn:microsoft.com/office/officeart/2005/8/layout/vList2"/>
    <dgm:cxn modelId="{9C073095-083B-5946-BF8B-841899525A2F}" type="presParOf" srcId="{1F060A1A-507F-7B4C-8049-334158B3CC5D}" destId="{49B9D5E2-8481-3748-B075-3D79479AD1CD}" srcOrd="10" destOrd="0" presId="urn:microsoft.com/office/officeart/2005/8/layout/vList2"/>
    <dgm:cxn modelId="{16B6D12B-B205-0E48-B428-89F9B92EFE4C}" type="presParOf" srcId="{1F060A1A-507F-7B4C-8049-334158B3CC5D}" destId="{32D57A69-D342-9442-94CF-42D367C9F8C3}" srcOrd="11" destOrd="0" presId="urn:microsoft.com/office/officeart/2005/8/layout/vList2"/>
    <dgm:cxn modelId="{4B729366-F849-4E4E-919D-C1FE181D5A67}" type="presParOf" srcId="{1F060A1A-507F-7B4C-8049-334158B3CC5D}" destId="{285F07A2-1833-AF41-8881-F1A14055394B}" srcOrd="12" destOrd="0" presId="urn:microsoft.com/office/officeart/2005/8/layout/vList2"/>
    <dgm:cxn modelId="{18FB3338-CF2E-D746-A8EC-9FF9E53CDB45}" type="presParOf" srcId="{1F060A1A-507F-7B4C-8049-334158B3CC5D}" destId="{E6A097C0-C178-5E45-821E-1EC859AD7749}" srcOrd="13" destOrd="0" presId="urn:microsoft.com/office/officeart/2005/8/layout/vList2"/>
    <dgm:cxn modelId="{BB07ED32-BA85-0541-933B-F716D8B103FF}" type="presParOf" srcId="{1F060A1A-507F-7B4C-8049-334158B3CC5D}" destId="{A4A1A135-B546-7F4F-972E-A863D9E7D134}" srcOrd="14" destOrd="0" presId="urn:microsoft.com/office/officeart/2005/8/layout/vList2"/>
    <dgm:cxn modelId="{13A29305-2B68-234B-8A6B-1C5B59916C4F}" type="presParOf" srcId="{1F060A1A-507F-7B4C-8049-334158B3CC5D}" destId="{DFB41747-F402-DE42-9E10-1B482A5CA404}" srcOrd="15" destOrd="0" presId="urn:microsoft.com/office/officeart/2005/8/layout/vList2"/>
    <dgm:cxn modelId="{628D6F13-95DB-4042-B9D4-04FF559BF7EF}" type="presParOf" srcId="{1F060A1A-507F-7B4C-8049-334158B3CC5D}" destId="{E123F3D9-6A3C-D046-96F0-A2258F792FDD}" srcOrd="16" destOrd="0" presId="urn:microsoft.com/office/officeart/2005/8/layout/vList2"/>
    <dgm:cxn modelId="{2507E907-CA13-114E-8FDF-0DFEAB416A80}" type="presParOf" srcId="{1F060A1A-507F-7B4C-8049-334158B3CC5D}" destId="{7741F942-DB9B-594E-A3F3-FF4B3415503C}" srcOrd="17" destOrd="0" presId="urn:microsoft.com/office/officeart/2005/8/layout/vList2"/>
    <dgm:cxn modelId="{79163371-C331-154B-80C7-C8EDC40FCCBB}" type="presParOf" srcId="{1F060A1A-507F-7B4C-8049-334158B3CC5D}" destId="{C5347B52-B4AE-3B42-A062-498ABF850010}" srcOrd="18"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6C6195E-44E1-D745-95C5-3D46121DB989}" type="doc">
      <dgm:prSet loTypeId="urn:microsoft.com/office/officeart/2005/8/layout/hChevron3" loCatId="" qsTypeId="urn:microsoft.com/office/officeart/2005/8/quickstyle/simple1" qsCatId="simple" csTypeId="urn:microsoft.com/office/officeart/2005/8/colors/accent3_2" csCatId="accent3" phldr="1"/>
      <dgm:spPr/>
    </dgm:pt>
    <dgm:pt modelId="{5ECE690C-5A2B-7F47-8807-5A23A35E1242}">
      <dgm:prSet phldrT="[Text]" custT="1"/>
      <dgm:spPr/>
      <dgm:t>
        <a:bodyPr/>
        <a:lstStyle/>
        <a:p>
          <a:r>
            <a:rPr lang="en-US" sz="2000" dirty="0"/>
            <a:t>UDP helps computers send information to each other in a non-guaranteed way.</a:t>
          </a:r>
        </a:p>
      </dgm:t>
    </dgm:pt>
    <dgm:pt modelId="{9E735C68-BD74-944F-81DD-BB5F124CD4D5}" type="parTrans" cxnId="{E104C5DF-323A-BF43-BC63-52B8701BABAD}">
      <dgm:prSet/>
      <dgm:spPr/>
      <dgm:t>
        <a:bodyPr/>
        <a:lstStyle/>
        <a:p>
          <a:endParaRPr lang="en-US"/>
        </a:p>
      </dgm:t>
    </dgm:pt>
    <dgm:pt modelId="{C98E2F65-F44B-8D46-8176-FC7AB7FF0484}" type="sibTrans" cxnId="{E104C5DF-323A-BF43-BC63-52B8701BABAD}">
      <dgm:prSet/>
      <dgm:spPr/>
      <dgm:t>
        <a:bodyPr/>
        <a:lstStyle/>
        <a:p>
          <a:endParaRPr lang="en-US"/>
        </a:p>
      </dgm:t>
    </dgm:pt>
    <dgm:pt modelId="{9C198D93-1EE8-5E42-9A48-FDD90D2215FB}" type="pres">
      <dgm:prSet presAssocID="{26C6195E-44E1-D745-95C5-3D46121DB989}" presName="Name0" presStyleCnt="0">
        <dgm:presLayoutVars>
          <dgm:dir/>
          <dgm:resizeHandles val="exact"/>
        </dgm:presLayoutVars>
      </dgm:prSet>
      <dgm:spPr/>
    </dgm:pt>
    <dgm:pt modelId="{A45E2EFE-FB5D-9B40-933B-58D8DFB374C2}" type="pres">
      <dgm:prSet presAssocID="{5ECE690C-5A2B-7F47-8807-5A23A35E1242}" presName="parTxOnly" presStyleLbl="node1" presStyleIdx="0" presStyleCnt="1" custScaleY="119894">
        <dgm:presLayoutVars>
          <dgm:bulletEnabled val="1"/>
        </dgm:presLayoutVars>
      </dgm:prSet>
      <dgm:spPr/>
    </dgm:pt>
  </dgm:ptLst>
  <dgm:cxnLst>
    <dgm:cxn modelId="{A804C74A-5C2E-F845-BE3A-481E6626740F}" type="presOf" srcId="{5ECE690C-5A2B-7F47-8807-5A23A35E1242}" destId="{A45E2EFE-FB5D-9B40-933B-58D8DFB374C2}" srcOrd="0" destOrd="0" presId="urn:microsoft.com/office/officeart/2005/8/layout/hChevron3"/>
    <dgm:cxn modelId="{E104C5DF-323A-BF43-BC63-52B8701BABAD}" srcId="{26C6195E-44E1-D745-95C5-3D46121DB989}" destId="{5ECE690C-5A2B-7F47-8807-5A23A35E1242}" srcOrd="0" destOrd="0" parTransId="{9E735C68-BD74-944F-81DD-BB5F124CD4D5}" sibTransId="{C98E2F65-F44B-8D46-8176-FC7AB7FF0484}"/>
    <dgm:cxn modelId="{29C0BCFD-805D-C54B-887D-B9A44D59E539}" type="presOf" srcId="{26C6195E-44E1-D745-95C5-3D46121DB989}" destId="{9C198D93-1EE8-5E42-9A48-FDD90D2215FB}" srcOrd="0" destOrd="0" presId="urn:microsoft.com/office/officeart/2005/8/layout/hChevron3"/>
    <dgm:cxn modelId="{19ADE0E1-759F-B744-9261-B0B5AB92BF87}" type="presParOf" srcId="{9C198D93-1EE8-5E42-9A48-FDD90D2215FB}" destId="{A45E2EFE-FB5D-9B40-933B-58D8DFB374C2}" srcOrd="0"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CB2CA3A-3ACC-44C3-A2BE-68D1F06C7A28}" type="doc">
      <dgm:prSet loTypeId="urn:microsoft.com/office/officeart/2005/8/layout/vList2" loCatId="" qsTypeId="urn:microsoft.com/office/officeart/2005/8/quickstyle/simple1" qsCatId="simple" csTypeId="urn:microsoft.com/office/officeart/2005/8/colors/accent1_2" csCatId="accent1" phldr="1"/>
      <dgm:spPr/>
      <dgm:t>
        <a:bodyPr/>
        <a:lstStyle/>
        <a:p>
          <a:endParaRPr lang="en-US"/>
        </a:p>
      </dgm:t>
    </dgm:pt>
    <dgm:pt modelId="{108E0A24-5702-48F9-BCEC-B585DDFB5A2E}">
      <dgm:prSet phldrT="[Text]" custT="1"/>
      <dgm:spPr>
        <a:solidFill>
          <a:srgbClr val="004F71"/>
        </a:solidFill>
      </dgm:spPr>
      <dgm:t>
        <a:bodyPr/>
        <a:lstStyle/>
        <a:p>
          <a:r>
            <a:rPr lang="en-US" sz="1800" dirty="0"/>
            <a:t>Source port </a:t>
          </a:r>
        </a:p>
      </dgm:t>
    </dgm:pt>
    <dgm:pt modelId="{A66EB41A-FD52-4450-8057-F5852D4C78A0}" type="parTrans" cxnId="{2BBB67F2-A563-4FF8-B711-424DC8DC84A4}">
      <dgm:prSet/>
      <dgm:spPr/>
      <dgm:t>
        <a:bodyPr/>
        <a:lstStyle/>
        <a:p>
          <a:endParaRPr lang="en-US" sz="1800"/>
        </a:p>
      </dgm:t>
    </dgm:pt>
    <dgm:pt modelId="{3D3E1277-2046-44EE-8992-E82DA603884B}" type="sibTrans" cxnId="{2BBB67F2-A563-4FF8-B711-424DC8DC84A4}">
      <dgm:prSet/>
      <dgm:spPr/>
      <dgm:t>
        <a:bodyPr/>
        <a:lstStyle/>
        <a:p>
          <a:endParaRPr lang="en-US" sz="1800"/>
        </a:p>
      </dgm:t>
    </dgm:pt>
    <dgm:pt modelId="{E338619E-72B5-4133-BC86-A9C2AEFABB74}">
      <dgm:prSet phldrT="[Text]" custT="1"/>
      <dgm:spPr>
        <a:solidFill>
          <a:srgbClr val="004F71"/>
        </a:solidFill>
      </dgm:spPr>
      <dgm:t>
        <a:bodyPr/>
        <a:lstStyle/>
        <a:p>
          <a:r>
            <a:rPr lang="en-US" sz="1800" dirty="0"/>
            <a:t>Destination port</a:t>
          </a:r>
        </a:p>
      </dgm:t>
    </dgm:pt>
    <dgm:pt modelId="{F0182382-9377-4E53-9925-2E01EE003358}" type="parTrans" cxnId="{58CFA2CA-69AE-4DF4-8658-FFC84418D271}">
      <dgm:prSet/>
      <dgm:spPr/>
      <dgm:t>
        <a:bodyPr/>
        <a:lstStyle/>
        <a:p>
          <a:endParaRPr lang="en-US"/>
        </a:p>
      </dgm:t>
    </dgm:pt>
    <dgm:pt modelId="{AF0CA91C-9B4A-4F26-A4FB-4D29583115C7}" type="sibTrans" cxnId="{58CFA2CA-69AE-4DF4-8658-FFC84418D271}">
      <dgm:prSet/>
      <dgm:spPr/>
      <dgm:t>
        <a:bodyPr/>
        <a:lstStyle/>
        <a:p>
          <a:endParaRPr lang="en-US"/>
        </a:p>
      </dgm:t>
    </dgm:pt>
    <dgm:pt modelId="{7C1E330E-8A4C-49D9-BF5D-64DC6267D2C0}">
      <dgm:prSet phldrT="[Text]" custT="1"/>
      <dgm:spPr>
        <a:solidFill>
          <a:srgbClr val="004F71"/>
        </a:solidFill>
      </dgm:spPr>
      <dgm:t>
        <a:bodyPr/>
        <a:lstStyle/>
        <a:p>
          <a:r>
            <a:rPr lang="en-US" sz="1800" dirty="0"/>
            <a:t>Message length</a:t>
          </a:r>
        </a:p>
      </dgm:t>
    </dgm:pt>
    <dgm:pt modelId="{6C0F5AAA-1043-451E-83A3-8840464ED8C7}" type="parTrans" cxnId="{2150AB5E-2FDE-4E98-BC34-0C9935924D39}">
      <dgm:prSet/>
      <dgm:spPr/>
      <dgm:t>
        <a:bodyPr/>
        <a:lstStyle/>
        <a:p>
          <a:endParaRPr lang="en-US"/>
        </a:p>
      </dgm:t>
    </dgm:pt>
    <dgm:pt modelId="{F89F4136-D23F-4818-9B55-C5AD10ABEB46}" type="sibTrans" cxnId="{2150AB5E-2FDE-4E98-BC34-0C9935924D39}">
      <dgm:prSet/>
      <dgm:spPr/>
      <dgm:t>
        <a:bodyPr/>
        <a:lstStyle/>
        <a:p>
          <a:endParaRPr lang="en-US"/>
        </a:p>
      </dgm:t>
    </dgm:pt>
    <dgm:pt modelId="{96373C56-1E6D-4D03-8ADB-A3056A3534EC}">
      <dgm:prSet phldrT="[Text]" custT="1"/>
      <dgm:spPr>
        <a:solidFill>
          <a:srgbClr val="004F71"/>
        </a:solidFill>
      </dgm:spPr>
      <dgm:t>
        <a:bodyPr/>
        <a:lstStyle/>
        <a:p>
          <a:r>
            <a:rPr lang="en-US" sz="1800" dirty="0"/>
            <a:t>Checksum</a:t>
          </a:r>
        </a:p>
      </dgm:t>
    </dgm:pt>
    <dgm:pt modelId="{2AC7E6BA-B918-475A-81FD-1BC0E3CAECF1}" type="parTrans" cxnId="{9FE4DE42-CACE-4BDA-8366-9F04713A389F}">
      <dgm:prSet/>
      <dgm:spPr/>
      <dgm:t>
        <a:bodyPr/>
        <a:lstStyle/>
        <a:p>
          <a:endParaRPr lang="en-US"/>
        </a:p>
      </dgm:t>
    </dgm:pt>
    <dgm:pt modelId="{E58C81B1-A32C-413A-92E9-3C7AE5860D17}" type="sibTrans" cxnId="{9FE4DE42-CACE-4BDA-8366-9F04713A389F}">
      <dgm:prSet/>
      <dgm:spPr/>
      <dgm:t>
        <a:bodyPr/>
        <a:lstStyle/>
        <a:p>
          <a:endParaRPr lang="en-US"/>
        </a:p>
      </dgm:t>
    </dgm:pt>
    <dgm:pt modelId="{D1BE0A46-E857-B943-9A0A-68D5D7546BD5}" type="pres">
      <dgm:prSet presAssocID="{ACB2CA3A-3ACC-44C3-A2BE-68D1F06C7A28}" presName="linear" presStyleCnt="0">
        <dgm:presLayoutVars>
          <dgm:animLvl val="lvl"/>
          <dgm:resizeHandles val="exact"/>
        </dgm:presLayoutVars>
      </dgm:prSet>
      <dgm:spPr/>
    </dgm:pt>
    <dgm:pt modelId="{5197EC54-9803-AB4C-BE5D-C9E74C56E947}" type="pres">
      <dgm:prSet presAssocID="{108E0A24-5702-48F9-BCEC-B585DDFB5A2E}" presName="parentText" presStyleLbl="node1" presStyleIdx="0" presStyleCnt="4">
        <dgm:presLayoutVars>
          <dgm:chMax val="0"/>
          <dgm:bulletEnabled val="1"/>
        </dgm:presLayoutVars>
      </dgm:prSet>
      <dgm:spPr/>
    </dgm:pt>
    <dgm:pt modelId="{CAC3C739-B895-BF46-BEBD-BD14196629CB}" type="pres">
      <dgm:prSet presAssocID="{3D3E1277-2046-44EE-8992-E82DA603884B}" presName="spacer" presStyleCnt="0"/>
      <dgm:spPr/>
    </dgm:pt>
    <dgm:pt modelId="{910256A2-0EC8-884F-9124-36D4E2AC3647}" type="pres">
      <dgm:prSet presAssocID="{E338619E-72B5-4133-BC86-A9C2AEFABB74}" presName="parentText" presStyleLbl="node1" presStyleIdx="1" presStyleCnt="4">
        <dgm:presLayoutVars>
          <dgm:chMax val="0"/>
          <dgm:bulletEnabled val="1"/>
        </dgm:presLayoutVars>
      </dgm:prSet>
      <dgm:spPr/>
    </dgm:pt>
    <dgm:pt modelId="{E19B3391-0D3D-6143-9149-AA666D422120}" type="pres">
      <dgm:prSet presAssocID="{AF0CA91C-9B4A-4F26-A4FB-4D29583115C7}" presName="spacer" presStyleCnt="0"/>
      <dgm:spPr/>
    </dgm:pt>
    <dgm:pt modelId="{7E60F60F-917F-5442-9556-9538E1BB7F28}" type="pres">
      <dgm:prSet presAssocID="{7C1E330E-8A4C-49D9-BF5D-64DC6267D2C0}" presName="parentText" presStyleLbl="node1" presStyleIdx="2" presStyleCnt="4">
        <dgm:presLayoutVars>
          <dgm:chMax val="0"/>
          <dgm:bulletEnabled val="1"/>
        </dgm:presLayoutVars>
      </dgm:prSet>
      <dgm:spPr/>
    </dgm:pt>
    <dgm:pt modelId="{DA6EE248-AA05-1347-B776-6B8753C2DE25}" type="pres">
      <dgm:prSet presAssocID="{F89F4136-D23F-4818-9B55-C5AD10ABEB46}" presName="spacer" presStyleCnt="0"/>
      <dgm:spPr/>
    </dgm:pt>
    <dgm:pt modelId="{43011AF6-13D0-0143-94B6-29B9E0AC3D4D}" type="pres">
      <dgm:prSet presAssocID="{96373C56-1E6D-4D03-8ADB-A3056A3534EC}" presName="parentText" presStyleLbl="node1" presStyleIdx="3" presStyleCnt="4">
        <dgm:presLayoutVars>
          <dgm:chMax val="0"/>
          <dgm:bulletEnabled val="1"/>
        </dgm:presLayoutVars>
      </dgm:prSet>
      <dgm:spPr/>
    </dgm:pt>
  </dgm:ptLst>
  <dgm:cxnLst>
    <dgm:cxn modelId="{9EF99401-8D56-6A43-A479-D912D8278823}" type="presOf" srcId="{E338619E-72B5-4133-BC86-A9C2AEFABB74}" destId="{910256A2-0EC8-884F-9124-36D4E2AC3647}" srcOrd="0" destOrd="0" presId="urn:microsoft.com/office/officeart/2005/8/layout/vList2"/>
    <dgm:cxn modelId="{7807D915-8CF4-4648-9243-5616DBE7A7E4}" type="presOf" srcId="{ACB2CA3A-3ACC-44C3-A2BE-68D1F06C7A28}" destId="{D1BE0A46-E857-B943-9A0A-68D5D7546BD5}" srcOrd="0" destOrd="0" presId="urn:microsoft.com/office/officeart/2005/8/layout/vList2"/>
    <dgm:cxn modelId="{2150AB5E-2FDE-4E98-BC34-0C9935924D39}" srcId="{ACB2CA3A-3ACC-44C3-A2BE-68D1F06C7A28}" destId="{7C1E330E-8A4C-49D9-BF5D-64DC6267D2C0}" srcOrd="2" destOrd="0" parTransId="{6C0F5AAA-1043-451E-83A3-8840464ED8C7}" sibTransId="{F89F4136-D23F-4818-9B55-C5AD10ABEB46}"/>
    <dgm:cxn modelId="{9FE4DE42-CACE-4BDA-8366-9F04713A389F}" srcId="{ACB2CA3A-3ACC-44C3-A2BE-68D1F06C7A28}" destId="{96373C56-1E6D-4D03-8ADB-A3056A3534EC}" srcOrd="3" destOrd="0" parTransId="{2AC7E6BA-B918-475A-81FD-1BC0E3CAECF1}" sibTransId="{E58C81B1-A32C-413A-92E9-3C7AE5860D17}"/>
    <dgm:cxn modelId="{C75A4C92-D677-BE40-8D78-46BEBDFF682E}" type="presOf" srcId="{96373C56-1E6D-4D03-8ADB-A3056A3534EC}" destId="{43011AF6-13D0-0143-94B6-29B9E0AC3D4D}" srcOrd="0" destOrd="0" presId="urn:microsoft.com/office/officeart/2005/8/layout/vList2"/>
    <dgm:cxn modelId="{60BB7692-FDB2-DA42-A4D1-11718B17F080}" type="presOf" srcId="{7C1E330E-8A4C-49D9-BF5D-64DC6267D2C0}" destId="{7E60F60F-917F-5442-9556-9538E1BB7F28}" srcOrd="0" destOrd="0" presId="urn:microsoft.com/office/officeart/2005/8/layout/vList2"/>
    <dgm:cxn modelId="{58CFA2CA-69AE-4DF4-8658-FFC84418D271}" srcId="{ACB2CA3A-3ACC-44C3-A2BE-68D1F06C7A28}" destId="{E338619E-72B5-4133-BC86-A9C2AEFABB74}" srcOrd="1" destOrd="0" parTransId="{F0182382-9377-4E53-9925-2E01EE003358}" sibTransId="{AF0CA91C-9B4A-4F26-A4FB-4D29583115C7}"/>
    <dgm:cxn modelId="{2BBB67F2-A563-4FF8-B711-424DC8DC84A4}" srcId="{ACB2CA3A-3ACC-44C3-A2BE-68D1F06C7A28}" destId="{108E0A24-5702-48F9-BCEC-B585DDFB5A2E}" srcOrd="0" destOrd="0" parTransId="{A66EB41A-FD52-4450-8057-F5852D4C78A0}" sibTransId="{3D3E1277-2046-44EE-8992-E82DA603884B}"/>
    <dgm:cxn modelId="{93AD78FA-2418-0F49-800F-2760ABD9C281}" type="presOf" srcId="{108E0A24-5702-48F9-BCEC-B585DDFB5A2E}" destId="{5197EC54-9803-AB4C-BE5D-C9E74C56E947}" srcOrd="0" destOrd="0" presId="urn:microsoft.com/office/officeart/2005/8/layout/vList2"/>
    <dgm:cxn modelId="{108041A4-2151-BE4B-939B-C72D1702DEE5}" type="presParOf" srcId="{D1BE0A46-E857-B943-9A0A-68D5D7546BD5}" destId="{5197EC54-9803-AB4C-BE5D-C9E74C56E947}" srcOrd="0" destOrd="0" presId="urn:microsoft.com/office/officeart/2005/8/layout/vList2"/>
    <dgm:cxn modelId="{C1CA3B70-DCEC-A34F-8A9C-915344AD0877}" type="presParOf" srcId="{D1BE0A46-E857-B943-9A0A-68D5D7546BD5}" destId="{CAC3C739-B895-BF46-BEBD-BD14196629CB}" srcOrd="1" destOrd="0" presId="urn:microsoft.com/office/officeart/2005/8/layout/vList2"/>
    <dgm:cxn modelId="{2E7D2C58-5198-1044-8BD6-575470288EFA}" type="presParOf" srcId="{D1BE0A46-E857-B943-9A0A-68D5D7546BD5}" destId="{910256A2-0EC8-884F-9124-36D4E2AC3647}" srcOrd="2" destOrd="0" presId="urn:microsoft.com/office/officeart/2005/8/layout/vList2"/>
    <dgm:cxn modelId="{62C96D3F-6923-7848-ACD9-1AD98BDF47C3}" type="presParOf" srcId="{D1BE0A46-E857-B943-9A0A-68D5D7546BD5}" destId="{E19B3391-0D3D-6143-9149-AA666D422120}" srcOrd="3" destOrd="0" presId="urn:microsoft.com/office/officeart/2005/8/layout/vList2"/>
    <dgm:cxn modelId="{B1F6E78C-24FF-2640-A81C-91B104E0F519}" type="presParOf" srcId="{D1BE0A46-E857-B943-9A0A-68D5D7546BD5}" destId="{7E60F60F-917F-5442-9556-9538E1BB7F28}" srcOrd="4" destOrd="0" presId="urn:microsoft.com/office/officeart/2005/8/layout/vList2"/>
    <dgm:cxn modelId="{C84798EE-AEA3-054C-9175-FB7E29672AB5}" type="presParOf" srcId="{D1BE0A46-E857-B943-9A0A-68D5D7546BD5}" destId="{DA6EE248-AA05-1347-B776-6B8753C2DE25}" srcOrd="5" destOrd="0" presId="urn:microsoft.com/office/officeart/2005/8/layout/vList2"/>
    <dgm:cxn modelId="{63441B3F-8511-AC4B-BD7B-BAF3EC40B9A4}" type="presParOf" srcId="{D1BE0A46-E857-B943-9A0A-68D5D7546BD5}" destId="{43011AF6-13D0-0143-94B6-29B9E0AC3D4D}" srcOrd="6"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3A3F57F-A58C-457A-AD22-9A1B24649F80}" type="doc">
      <dgm:prSet loTypeId="urn:microsoft.com/office/officeart/2005/8/layout/list1" loCatId="" qsTypeId="urn:microsoft.com/office/officeart/2005/8/quickstyle/simple1" qsCatId="simple" csTypeId="urn:microsoft.com/office/officeart/2005/8/colors/accent1_2" csCatId="accent1" phldr="1"/>
      <dgm:spPr/>
      <dgm:t>
        <a:bodyPr/>
        <a:lstStyle/>
        <a:p>
          <a:endParaRPr lang="en-US"/>
        </a:p>
      </dgm:t>
    </dgm:pt>
    <dgm:pt modelId="{98E30212-14AF-45A1-9400-20315D0650AD}">
      <dgm:prSet phldrT="[Text]"/>
      <dgm:spPr/>
      <dgm:t>
        <a:bodyPr/>
        <a:lstStyle/>
        <a:p>
          <a:pPr>
            <a:spcBef>
              <a:spcPts val="600"/>
            </a:spcBef>
            <a:spcAft>
              <a:spcPts val="600"/>
            </a:spcAft>
          </a:pPr>
          <a:r>
            <a:rPr lang="en-US" dirty="0"/>
            <a:t>DHCP Reservations</a:t>
          </a:r>
        </a:p>
      </dgm:t>
    </dgm:pt>
    <dgm:pt modelId="{211AECA7-165D-4554-BE7E-3E1037491179}" type="parTrans" cxnId="{85980483-3C3E-415A-80EE-3A46C99C1669}">
      <dgm:prSet/>
      <dgm:spPr/>
      <dgm:t>
        <a:bodyPr/>
        <a:lstStyle/>
        <a:p>
          <a:pPr>
            <a:spcBef>
              <a:spcPts val="600"/>
            </a:spcBef>
            <a:spcAft>
              <a:spcPts val="600"/>
            </a:spcAft>
          </a:pPr>
          <a:endParaRPr lang="en-US"/>
        </a:p>
      </dgm:t>
    </dgm:pt>
    <dgm:pt modelId="{B0772C87-F7EE-4B4C-9AC5-2B5770738806}" type="sibTrans" cxnId="{85980483-3C3E-415A-80EE-3A46C99C1669}">
      <dgm:prSet/>
      <dgm:spPr/>
      <dgm:t>
        <a:bodyPr/>
        <a:lstStyle/>
        <a:p>
          <a:pPr>
            <a:spcBef>
              <a:spcPts val="600"/>
            </a:spcBef>
            <a:spcAft>
              <a:spcPts val="600"/>
            </a:spcAft>
          </a:pPr>
          <a:endParaRPr lang="en-US"/>
        </a:p>
      </dgm:t>
    </dgm:pt>
    <dgm:pt modelId="{DF966833-763A-4BBC-AAD0-9AC4CC77979E}">
      <dgm:prSet phldrT="[Text]"/>
      <dgm:spPr>
        <a:solidFill>
          <a:schemeClr val="bg1">
            <a:lumMod val="95000"/>
            <a:alpha val="90000"/>
          </a:schemeClr>
        </a:solidFill>
        <a:ln w="9525">
          <a:solidFill>
            <a:schemeClr val="bg1">
              <a:lumMod val="85000"/>
            </a:schemeClr>
          </a:solidFill>
        </a:ln>
      </dgm:spPr>
      <dgm:t>
        <a:bodyPr/>
        <a:lstStyle/>
        <a:p>
          <a:pPr>
            <a:spcBef>
              <a:spcPts val="600"/>
            </a:spcBef>
            <a:spcAft>
              <a:spcPts val="600"/>
            </a:spcAft>
          </a:pPr>
          <a:r>
            <a:rPr lang="en-US" dirty="0">
              <a:solidFill>
                <a:srgbClr val="20282F"/>
              </a:solidFill>
            </a:rPr>
            <a:t>Ensures a device always receives the same IP address</a:t>
          </a:r>
        </a:p>
      </dgm:t>
    </dgm:pt>
    <dgm:pt modelId="{939AA00F-5F53-44BF-BDC0-CA6915EF458F}" type="parTrans" cxnId="{2A2599BF-2F40-4A12-9387-1D92B4AEED48}">
      <dgm:prSet/>
      <dgm:spPr/>
      <dgm:t>
        <a:bodyPr/>
        <a:lstStyle/>
        <a:p>
          <a:pPr>
            <a:spcBef>
              <a:spcPts val="600"/>
            </a:spcBef>
            <a:spcAft>
              <a:spcPts val="600"/>
            </a:spcAft>
          </a:pPr>
          <a:endParaRPr lang="en-US"/>
        </a:p>
      </dgm:t>
    </dgm:pt>
    <dgm:pt modelId="{5AFC4B3B-D8E6-4D1D-B347-E501371D5FDB}" type="sibTrans" cxnId="{2A2599BF-2F40-4A12-9387-1D92B4AEED48}">
      <dgm:prSet/>
      <dgm:spPr/>
      <dgm:t>
        <a:bodyPr/>
        <a:lstStyle/>
        <a:p>
          <a:pPr>
            <a:spcBef>
              <a:spcPts val="600"/>
            </a:spcBef>
            <a:spcAft>
              <a:spcPts val="600"/>
            </a:spcAft>
          </a:pPr>
          <a:endParaRPr lang="en-US"/>
        </a:p>
      </dgm:t>
    </dgm:pt>
    <dgm:pt modelId="{7B97EE14-D221-48C2-B1F7-5F1E4E1F982C}">
      <dgm:prSet phldrT="[Text]"/>
      <dgm:spPr>
        <a:solidFill>
          <a:schemeClr val="bg1">
            <a:lumMod val="95000"/>
            <a:alpha val="90000"/>
          </a:schemeClr>
        </a:solidFill>
        <a:ln w="9525">
          <a:solidFill>
            <a:schemeClr val="bg1">
              <a:lumMod val="85000"/>
            </a:schemeClr>
          </a:solidFill>
        </a:ln>
      </dgm:spPr>
      <dgm:t>
        <a:bodyPr/>
        <a:lstStyle/>
        <a:p>
          <a:pPr>
            <a:spcBef>
              <a:spcPts val="600"/>
            </a:spcBef>
            <a:spcAft>
              <a:spcPts val="600"/>
            </a:spcAft>
          </a:pPr>
          <a:r>
            <a:rPr lang="en-US" dirty="0">
              <a:solidFill>
                <a:srgbClr val="20282F"/>
              </a:solidFill>
            </a:rPr>
            <a:t>Tied to a device’s MAC address</a:t>
          </a:r>
        </a:p>
      </dgm:t>
    </dgm:pt>
    <dgm:pt modelId="{7CEC552B-2E8B-4730-9643-40D792A8E348}" type="parTrans" cxnId="{E95DD44E-0038-49F2-9929-6613804BD193}">
      <dgm:prSet/>
      <dgm:spPr/>
      <dgm:t>
        <a:bodyPr/>
        <a:lstStyle/>
        <a:p>
          <a:pPr>
            <a:spcBef>
              <a:spcPts val="600"/>
            </a:spcBef>
            <a:spcAft>
              <a:spcPts val="600"/>
            </a:spcAft>
          </a:pPr>
          <a:endParaRPr lang="en-US"/>
        </a:p>
      </dgm:t>
    </dgm:pt>
    <dgm:pt modelId="{61B25245-3F87-4BA6-9650-3C8CA7594DEB}" type="sibTrans" cxnId="{E95DD44E-0038-49F2-9929-6613804BD193}">
      <dgm:prSet/>
      <dgm:spPr/>
      <dgm:t>
        <a:bodyPr/>
        <a:lstStyle/>
        <a:p>
          <a:pPr>
            <a:spcBef>
              <a:spcPts val="600"/>
            </a:spcBef>
            <a:spcAft>
              <a:spcPts val="600"/>
            </a:spcAft>
          </a:pPr>
          <a:endParaRPr lang="en-US"/>
        </a:p>
      </dgm:t>
    </dgm:pt>
    <dgm:pt modelId="{86C065CB-DEE5-41BA-8351-DFCFA90F347E}">
      <dgm:prSet phldrT="[Text]"/>
      <dgm:spPr>
        <a:solidFill>
          <a:schemeClr val="bg1">
            <a:lumMod val="95000"/>
            <a:alpha val="90000"/>
          </a:schemeClr>
        </a:solidFill>
        <a:ln w="9525">
          <a:solidFill>
            <a:schemeClr val="bg1">
              <a:lumMod val="85000"/>
            </a:schemeClr>
          </a:solidFill>
        </a:ln>
      </dgm:spPr>
      <dgm:t>
        <a:bodyPr/>
        <a:lstStyle/>
        <a:p>
          <a:pPr>
            <a:spcBef>
              <a:spcPts val="600"/>
            </a:spcBef>
            <a:spcAft>
              <a:spcPts val="600"/>
            </a:spcAft>
          </a:pPr>
          <a:r>
            <a:rPr lang="en-US" dirty="0">
              <a:solidFill>
                <a:srgbClr val="20282F"/>
              </a:solidFill>
            </a:rPr>
            <a:t>Ideal for devices that need a consistent IP address </a:t>
          </a:r>
        </a:p>
      </dgm:t>
    </dgm:pt>
    <dgm:pt modelId="{46DF3EDA-C2F0-42FB-9EB7-D298DBD423F1}" type="parTrans" cxnId="{E4C3F24E-CA69-4D36-BD04-FF78BA5F9003}">
      <dgm:prSet/>
      <dgm:spPr/>
      <dgm:t>
        <a:bodyPr/>
        <a:lstStyle/>
        <a:p>
          <a:pPr>
            <a:spcBef>
              <a:spcPts val="600"/>
            </a:spcBef>
            <a:spcAft>
              <a:spcPts val="600"/>
            </a:spcAft>
          </a:pPr>
          <a:endParaRPr lang="en-US"/>
        </a:p>
      </dgm:t>
    </dgm:pt>
    <dgm:pt modelId="{9F92D610-9734-4562-8A73-F0DB14929608}" type="sibTrans" cxnId="{E4C3F24E-CA69-4D36-BD04-FF78BA5F9003}">
      <dgm:prSet/>
      <dgm:spPr/>
      <dgm:t>
        <a:bodyPr/>
        <a:lstStyle/>
        <a:p>
          <a:pPr>
            <a:spcBef>
              <a:spcPts val="600"/>
            </a:spcBef>
            <a:spcAft>
              <a:spcPts val="600"/>
            </a:spcAft>
          </a:pPr>
          <a:endParaRPr lang="en-US"/>
        </a:p>
      </dgm:t>
    </dgm:pt>
    <dgm:pt modelId="{1B28929B-0DD9-4215-AA4B-ACC127121ABD}">
      <dgm:prSet phldrT="[Text]"/>
      <dgm:spPr/>
      <dgm:t>
        <a:bodyPr/>
        <a:lstStyle/>
        <a:p>
          <a:pPr>
            <a:spcBef>
              <a:spcPts val="600"/>
            </a:spcBef>
            <a:spcAft>
              <a:spcPts val="600"/>
            </a:spcAft>
          </a:pPr>
          <a:r>
            <a:rPr lang="en-US" dirty="0"/>
            <a:t>DHCP Exclusions</a:t>
          </a:r>
        </a:p>
      </dgm:t>
    </dgm:pt>
    <dgm:pt modelId="{1AC35DA4-D27E-4CBB-A028-8791E2275052}" type="sibTrans" cxnId="{E58B80BE-339B-4C22-83D0-AF56A00A158D}">
      <dgm:prSet/>
      <dgm:spPr/>
      <dgm:t>
        <a:bodyPr/>
        <a:lstStyle/>
        <a:p>
          <a:pPr>
            <a:spcBef>
              <a:spcPts val="600"/>
            </a:spcBef>
            <a:spcAft>
              <a:spcPts val="600"/>
            </a:spcAft>
          </a:pPr>
          <a:endParaRPr lang="en-US"/>
        </a:p>
      </dgm:t>
    </dgm:pt>
    <dgm:pt modelId="{012B208B-335F-4D19-8647-76AC9F9E201D}" type="parTrans" cxnId="{E58B80BE-339B-4C22-83D0-AF56A00A158D}">
      <dgm:prSet/>
      <dgm:spPr/>
      <dgm:t>
        <a:bodyPr/>
        <a:lstStyle/>
        <a:p>
          <a:pPr>
            <a:spcBef>
              <a:spcPts val="600"/>
            </a:spcBef>
            <a:spcAft>
              <a:spcPts val="600"/>
            </a:spcAft>
          </a:pPr>
          <a:endParaRPr lang="en-US"/>
        </a:p>
      </dgm:t>
    </dgm:pt>
    <dgm:pt modelId="{81FC86F5-13B4-458B-BF19-F1823FB257E1}">
      <dgm:prSet phldrT="[Text]"/>
      <dgm:spPr>
        <a:solidFill>
          <a:schemeClr val="bg1">
            <a:lumMod val="95000"/>
            <a:alpha val="90000"/>
          </a:schemeClr>
        </a:solidFill>
        <a:ln w="9525">
          <a:solidFill>
            <a:schemeClr val="bg1">
              <a:lumMod val="85000"/>
            </a:schemeClr>
          </a:solidFill>
        </a:ln>
      </dgm:spPr>
      <dgm:t>
        <a:bodyPr/>
        <a:lstStyle/>
        <a:p>
          <a:pPr>
            <a:spcBef>
              <a:spcPts val="600"/>
            </a:spcBef>
            <a:spcAft>
              <a:spcPts val="600"/>
            </a:spcAft>
          </a:pPr>
          <a:r>
            <a:rPr lang="en-US" dirty="0">
              <a:solidFill>
                <a:srgbClr val="20282F"/>
              </a:solidFill>
            </a:rPr>
            <a:t>Prevents a range of IP addresses from being assigned</a:t>
          </a:r>
        </a:p>
      </dgm:t>
    </dgm:pt>
    <dgm:pt modelId="{D8E4CB5D-BD1B-48FB-8BD4-6AADDCE6853D}" type="parTrans" cxnId="{25972D58-2619-4526-B78C-156B5BEBC288}">
      <dgm:prSet/>
      <dgm:spPr/>
      <dgm:t>
        <a:bodyPr/>
        <a:lstStyle/>
        <a:p>
          <a:pPr>
            <a:spcBef>
              <a:spcPts val="600"/>
            </a:spcBef>
            <a:spcAft>
              <a:spcPts val="600"/>
            </a:spcAft>
          </a:pPr>
          <a:endParaRPr lang="en-US"/>
        </a:p>
      </dgm:t>
    </dgm:pt>
    <dgm:pt modelId="{FF25C82B-809E-49E5-858F-AF20F9F8973F}" type="sibTrans" cxnId="{25972D58-2619-4526-B78C-156B5BEBC288}">
      <dgm:prSet/>
      <dgm:spPr/>
      <dgm:t>
        <a:bodyPr/>
        <a:lstStyle/>
        <a:p>
          <a:pPr>
            <a:spcBef>
              <a:spcPts val="600"/>
            </a:spcBef>
            <a:spcAft>
              <a:spcPts val="600"/>
            </a:spcAft>
          </a:pPr>
          <a:endParaRPr lang="en-US"/>
        </a:p>
      </dgm:t>
    </dgm:pt>
    <dgm:pt modelId="{8D39239C-B905-437F-89BA-08B0099768F1}">
      <dgm:prSet phldrT="[Text]"/>
      <dgm:spPr>
        <a:solidFill>
          <a:schemeClr val="bg1">
            <a:lumMod val="95000"/>
            <a:alpha val="90000"/>
          </a:schemeClr>
        </a:solidFill>
        <a:ln w="9525">
          <a:solidFill>
            <a:schemeClr val="bg1">
              <a:lumMod val="85000"/>
            </a:schemeClr>
          </a:solidFill>
        </a:ln>
      </dgm:spPr>
      <dgm:t>
        <a:bodyPr/>
        <a:lstStyle/>
        <a:p>
          <a:pPr>
            <a:spcBef>
              <a:spcPts val="600"/>
            </a:spcBef>
            <a:spcAft>
              <a:spcPts val="600"/>
            </a:spcAft>
          </a:pPr>
          <a:r>
            <a:rPr lang="en-US" dirty="0">
              <a:solidFill>
                <a:srgbClr val="20282F"/>
              </a:solidFill>
            </a:rPr>
            <a:t>A range of IP addresses is set aside and not distributed</a:t>
          </a:r>
        </a:p>
      </dgm:t>
    </dgm:pt>
    <dgm:pt modelId="{A57E581B-73A9-427B-9BE0-435278188628}" type="parTrans" cxnId="{57E55901-9A8B-4F3E-B103-727323351A3B}">
      <dgm:prSet/>
      <dgm:spPr/>
      <dgm:t>
        <a:bodyPr/>
        <a:lstStyle/>
        <a:p>
          <a:pPr>
            <a:spcBef>
              <a:spcPts val="600"/>
            </a:spcBef>
            <a:spcAft>
              <a:spcPts val="600"/>
            </a:spcAft>
          </a:pPr>
          <a:endParaRPr lang="en-US"/>
        </a:p>
      </dgm:t>
    </dgm:pt>
    <dgm:pt modelId="{81129584-D6C3-45CC-AFAC-C30FC36C141B}" type="sibTrans" cxnId="{57E55901-9A8B-4F3E-B103-727323351A3B}">
      <dgm:prSet/>
      <dgm:spPr/>
      <dgm:t>
        <a:bodyPr/>
        <a:lstStyle/>
        <a:p>
          <a:pPr>
            <a:spcBef>
              <a:spcPts val="600"/>
            </a:spcBef>
            <a:spcAft>
              <a:spcPts val="600"/>
            </a:spcAft>
          </a:pPr>
          <a:endParaRPr lang="en-US"/>
        </a:p>
      </dgm:t>
    </dgm:pt>
    <dgm:pt modelId="{0FAD6055-EA31-469A-97E9-F38A22E29A3A}">
      <dgm:prSet phldrT="[Text]"/>
      <dgm:spPr>
        <a:solidFill>
          <a:schemeClr val="bg1">
            <a:lumMod val="95000"/>
            <a:alpha val="90000"/>
          </a:schemeClr>
        </a:solidFill>
        <a:ln w="9525">
          <a:solidFill>
            <a:schemeClr val="bg1">
              <a:lumMod val="85000"/>
            </a:schemeClr>
          </a:solidFill>
        </a:ln>
      </dgm:spPr>
      <dgm:t>
        <a:bodyPr/>
        <a:lstStyle/>
        <a:p>
          <a:pPr>
            <a:spcBef>
              <a:spcPts val="600"/>
            </a:spcBef>
            <a:spcAft>
              <a:spcPts val="600"/>
            </a:spcAft>
          </a:pPr>
          <a:r>
            <a:rPr lang="en-US" dirty="0">
              <a:solidFill>
                <a:srgbClr val="20282F"/>
              </a:solidFill>
            </a:rPr>
            <a:t>Ideal for addresses statically assigned to devices</a:t>
          </a:r>
        </a:p>
      </dgm:t>
    </dgm:pt>
    <dgm:pt modelId="{BEDDC822-EB88-47DF-8354-5284DC7771CA}" type="parTrans" cxnId="{4B366EFD-4586-40C1-ADE9-235A2C03D182}">
      <dgm:prSet/>
      <dgm:spPr/>
      <dgm:t>
        <a:bodyPr/>
        <a:lstStyle/>
        <a:p>
          <a:pPr>
            <a:spcBef>
              <a:spcPts val="600"/>
            </a:spcBef>
            <a:spcAft>
              <a:spcPts val="600"/>
            </a:spcAft>
          </a:pPr>
          <a:endParaRPr lang="en-US"/>
        </a:p>
      </dgm:t>
    </dgm:pt>
    <dgm:pt modelId="{41962875-8782-4FCA-A0E6-C6A45D6E6EF7}" type="sibTrans" cxnId="{4B366EFD-4586-40C1-ADE9-235A2C03D182}">
      <dgm:prSet/>
      <dgm:spPr/>
      <dgm:t>
        <a:bodyPr/>
        <a:lstStyle/>
        <a:p>
          <a:pPr>
            <a:spcBef>
              <a:spcPts val="600"/>
            </a:spcBef>
            <a:spcAft>
              <a:spcPts val="600"/>
            </a:spcAft>
          </a:pPr>
          <a:endParaRPr lang="en-US"/>
        </a:p>
      </dgm:t>
    </dgm:pt>
    <dgm:pt modelId="{10114DF3-EB27-FE42-A3F1-E48C2E2DAEB5}" type="pres">
      <dgm:prSet presAssocID="{C3A3F57F-A58C-457A-AD22-9A1B24649F80}" presName="linear" presStyleCnt="0">
        <dgm:presLayoutVars>
          <dgm:dir/>
          <dgm:animLvl val="lvl"/>
          <dgm:resizeHandles val="exact"/>
        </dgm:presLayoutVars>
      </dgm:prSet>
      <dgm:spPr/>
    </dgm:pt>
    <dgm:pt modelId="{B2A57598-7F9D-134F-9A1C-767548943A07}" type="pres">
      <dgm:prSet presAssocID="{98E30212-14AF-45A1-9400-20315D0650AD}" presName="parentLin" presStyleCnt="0"/>
      <dgm:spPr/>
    </dgm:pt>
    <dgm:pt modelId="{2E4C681E-62C7-B141-AE3E-6803C0EBB41E}" type="pres">
      <dgm:prSet presAssocID="{98E30212-14AF-45A1-9400-20315D0650AD}" presName="parentLeftMargin" presStyleLbl="node1" presStyleIdx="0" presStyleCnt="2"/>
      <dgm:spPr/>
    </dgm:pt>
    <dgm:pt modelId="{8F2745DA-9D94-F34C-B89B-FF5639FD5B44}" type="pres">
      <dgm:prSet presAssocID="{98E30212-14AF-45A1-9400-20315D0650AD}" presName="parentText" presStyleLbl="node1" presStyleIdx="0" presStyleCnt="2">
        <dgm:presLayoutVars>
          <dgm:chMax val="0"/>
          <dgm:bulletEnabled val="1"/>
        </dgm:presLayoutVars>
      </dgm:prSet>
      <dgm:spPr/>
    </dgm:pt>
    <dgm:pt modelId="{DB55345D-050A-8D47-9372-BE876A89E8C3}" type="pres">
      <dgm:prSet presAssocID="{98E30212-14AF-45A1-9400-20315D0650AD}" presName="negativeSpace" presStyleCnt="0"/>
      <dgm:spPr/>
    </dgm:pt>
    <dgm:pt modelId="{EF999008-588A-9849-8AA5-52D06D7344A3}" type="pres">
      <dgm:prSet presAssocID="{98E30212-14AF-45A1-9400-20315D0650AD}" presName="childText" presStyleLbl="conFgAcc1" presStyleIdx="0" presStyleCnt="2">
        <dgm:presLayoutVars>
          <dgm:bulletEnabled val="1"/>
        </dgm:presLayoutVars>
      </dgm:prSet>
      <dgm:spPr/>
    </dgm:pt>
    <dgm:pt modelId="{B6E75F68-408E-FD46-ABEE-761DFA8C3EA2}" type="pres">
      <dgm:prSet presAssocID="{B0772C87-F7EE-4B4C-9AC5-2B5770738806}" presName="spaceBetweenRectangles" presStyleCnt="0"/>
      <dgm:spPr/>
    </dgm:pt>
    <dgm:pt modelId="{9E0988A1-153C-A84F-9D2A-61F63476285F}" type="pres">
      <dgm:prSet presAssocID="{1B28929B-0DD9-4215-AA4B-ACC127121ABD}" presName="parentLin" presStyleCnt="0"/>
      <dgm:spPr/>
    </dgm:pt>
    <dgm:pt modelId="{70E94888-FAF1-BC40-8450-05F54EB398F0}" type="pres">
      <dgm:prSet presAssocID="{1B28929B-0DD9-4215-AA4B-ACC127121ABD}" presName="parentLeftMargin" presStyleLbl="node1" presStyleIdx="0" presStyleCnt="2"/>
      <dgm:spPr/>
    </dgm:pt>
    <dgm:pt modelId="{F19444E9-1F60-EB48-8841-335C09F24993}" type="pres">
      <dgm:prSet presAssocID="{1B28929B-0DD9-4215-AA4B-ACC127121ABD}" presName="parentText" presStyleLbl="node1" presStyleIdx="1" presStyleCnt="2">
        <dgm:presLayoutVars>
          <dgm:chMax val="0"/>
          <dgm:bulletEnabled val="1"/>
        </dgm:presLayoutVars>
      </dgm:prSet>
      <dgm:spPr/>
    </dgm:pt>
    <dgm:pt modelId="{B021B03B-4868-CE4F-BE6E-E1C3D0380100}" type="pres">
      <dgm:prSet presAssocID="{1B28929B-0DD9-4215-AA4B-ACC127121ABD}" presName="negativeSpace" presStyleCnt="0"/>
      <dgm:spPr/>
    </dgm:pt>
    <dgm:pt modelId="{5F4A9184-7ACA-3645-92BD-6D302A52EA46}" type="pres">
      <dgm:prSet presAssocID="{1B28929B-0DD9-4215-AA4B-ACC127121ABD}" presName="childText" presStyleLbl="conFgAcc1" presStyleIdx="1" presStyleCnt="2">
        <dgm:presLayoutVars>
          <dgm:bulletEnabled val="1"/>
        </dgm:presLayoutVars>
      </dgm:prSet>
      <dgm:spPr/>
    </dgm:pt>
  </dgm:ptLst>
  <dgm:cxnLst>
    <dgm:cxn modelId="{57E55901-9A8B-4F3E-B103-727323351A3B}" srcId="{1B28929B-0DD9-4215-AA4B-ACC127121ABD}" destId="{8D39239C-B905-437F-89BA-08B0099768F1}" srcOrd="1" destOrd="0" parTransId="{A57E581B-73A9-427B-9BE0-435278188628}" sibTransId="{81129584-D6C3-45CC-AFAC-C30FC36C141B}"/>
    <dgm:cxn modelId="{35857803-4F89-684D-9DE7-1A2C39A3D763}" type="presOf" srcId="{7B97EE14-D221-48C2-B1F7-5F1E4E1F982C}" destId="{EF999008-588A-9849-8AA5-52D06D7344A3}" srcOrd="0" destOrd="1" presId="urn:microsoft.com/office/officeart/2005/8/layout/list1"/>
    <dgm:cxn modelId="{C5C0885E-400D-D747-8977-12CE03CCA53E}" type="presOf" srcId="{98E30212-14AF-45A1-9400-20315D0650AD}" destId="{2E4C681E-62C7-B141-AE3E-6803C0EBB41E}" srcOrd="0" destOrd="0" presId="urn:microsoft.com/office/officeart/2005/8/layout/list1"/>
    <dgm:cxn modelId="{01890F60-E680-AF4E-AB8D-845979FAE27D}" type="presOf" srcId="{8D39239C-B905-437F-89BA-08B0099768F1}" destId="{5F4A9184-7ACA-3645-92BD-6D302A52EA46}" srcOrd="0" destOrd="1" presId="urn:microsoft.com/office/officeart/2005/8/layout/list1"/>
    <dgm:cxn modelId="{14C19641-60FD-4646-8181-053D35B41F6D}" type="presOf" srcId="{81FC86F5-13B4-458B-BF19-F1823FB257E1}" destId="{5F4A9184-7ACA-3645-92BD-6D302A52EA46}" srcOrd="0" destOrd="0" presId="urn:microsoft.com/office/officeart/2005/8/layout/list1"/>
    <dgm:cxn modelId="{9088F665-99FF-CD4A-83D0-BC3ECA05E612}" type="presOf" srcId="{86C065CB-DEE5-41BA-8351-DFCFA90F347E}" destId="{EF999008-588A-9849-8AA5-52D06D7344A3}" srcOrd="0" destOrd="2" presId="urn:microsoft.com/office/officeart/2005/8/layout/list1"/>
    <dgm:cxn modelId="{76DD4F69-4C57-7C41-8C54-2C0338655198}" type="presOf" srcId="{C3A3F57F-A58C-457A-AD22-9A1B24649F80}" destId="{10114DF3-EB27-FE42-A3F1-E48C2E2DAEB5}" srcOrd="0" destOrd="0" presId="urn:microsoft.com/office/officeart/2005/8/layout/list1"/>
    <dgm:cxn modelId="{E95DD44E-0038-49F2-9929-6613804BD193}" srcId="{98E30212-14AF-45A1-9400-20315D0650AD}" destId="{7B97EE14-D221-48C2-B1F7-5F1E4E1F982C}" srcOrd="1" destOrd="0" parTransId="{7CEC552B-2E8B-4730-9643-40D792A8E348}" sibTransId="{61B25245-3F87-4BA6-9650-3C8CA7594DEB}"/>
    <dgm:cxn modelId="{E4C3F24E-CA69-4D36-BD04-FF78BA5F9003}" srcId="{98E30212-14AF-45A1-9400-20315D0650AD}" destId="{86C065CB-DEE5-41BA-8351-DFCFA90F347E}" srcOrd="2" destOrd="0" parTransId="{46DF3EDA-C2F0-42FB-9EB7-D298DBD423F1}" sibTransId="{9F92D610-9734-4562-8A73-F0DB14929608}"/>
    <dgm:cxn modelId="{25972D58-2619-4526-B78C-156B5BEBC288}" srcId="{1B28929B-0DD9-4215-AA4B-ACC127121ABD}" destId="{81FC86F5-13B4-458B-BF19-F1823FB257E1}" srcOrd="0" destOrd="0" parTransId="{D8E4CB5D-BD1B-48FB-8BD4-6AADDCE6853D}" sibTransId="{FF25C82B-809E-49E5-858F-AF20F9F8973F}"/>
    <dgm:cxn modelId="{0262E980-FCF3-9F40-AA2B-808BABE69302}" type="presOf" srcId="{0FAD6055-EA31-469A-97E9-F38A22E29A3A}" destId="{5F4A9184-7ACA-3645-92BD-6D302A52EA46}" srcOrd="0" destOrd="2" presId="urn:microsoft.com/office/officeart/2005/8/layout/list1"/>
    <dgm:cxn modelId="{85980483-3C3E-415A-80EE-3A46C99C1669}" srcId="{C3A3F57F-A58C-457A-AD22-9A1B24649F80}" destId="{98E30212-14AF-45A1-9400-20315D0650AD}" srcOrd="0" destOrd="0" parTransId="{211AECA7-165D-4554-BE7E-3E1037491179}" sibTransId="{B0772C87-F7EE-4B4C-9AC5-2B5770738806}"/>
    <dgm:cxn modelId="{044A9E9C-12AF-C74C-BF48-EBD9FAFD82EC}" type="presOf" srcId="{1B28929B-0DD9-4215-AA4B-ACC127121ABD}" destId="{F19444E9-1F60-EB48-8841-335C09F24993}" srcOrd="1" destOrd="0" presId="urn:microsoft.com/office/officeart/2005/8/layout/list1"/>
    <dgm:cxn modelId="{E58B80BE-339B-4C22-83D0-AF56A00A158D}" srcId="{C3A3F57F-A58C-457A-AD22-9A1B24649F80}" destId="{1B28929B-0DD9-4215-AA4B-ACC127121ABD}" srcOrd="1" destOrd="0" parTransId="{012B208B-335F-4D19-8647-76AC9F9E201D}" sibTransId="{1AC35DA4-D27E-4CBB-A028-8791E2275052}"/>
    <dgm:cxn modelId="{2A2599BF-2F40-4A12-9387-1D92B4AEED48}" srcId="{98E30212-14AF-45A1-9400-20315D0650AD}" destId="{DF966833-763A-4BBC-AAD0-9AC4CC77979E}" srcOrd="0" destOrd="0" parTransId="{939AA00F-5F53-44BF-BDC0-CA6915EF458F}" sibTransId="{5AFC4B3B-D8E6-4D1D-B347-E501371D5FDB}"/>
    <dgm:cxn modelId="{447CFBC0-806D-6C47-B152-1C9D9FCE4152}" type="presOf" srcId="{1B28929B-0DD9-4215-AA4B-ACC127121ABD}" destId="{70E94888-FAF1-BC40-8450-05F54EB398F0}" srcOrd="0" destOrd="0" presId="urn:microsoft.com/office/officeart/2005/8/layout/list1"/>
    <dgm:cxn modelId="{D88994CF-6E79-2C4F-B62D-5941591D4E38}" type="presOf" srcId="{98E30212-14AF-45A1-9400-20315D0650AD}" destId="{8F2745DA-9D94-F34C-B89B-FF5639FD5B44}" srcOrd="1" destOrd="0" presId="urn:microsoft.com/office/officeart/2005/8/layout/list1"/>
    <dgm:cxn modelId="{93C1FED8-A5DE-0D4B-9755-B3663FDA64A2}" type="presOf" srcId="{DF966833-763A-4BBC-AAD0-9AC4CC77979E}" destId="{EF999008-588A-9849-8AA5-52D06D7344A3}" srcOrd="0" destOrd="0" presId="urn:microsoft.com/office/officeart/2005/8/layout/list1"/>
    <dgm:cxn modelId="{4B366EFD-4586-40C1-ADE9-235A2C03D182}" srcId="{1B28929B-0DD9-4215-AA4B-ACC127121ABD}" destId="{0FAD6055-EA31-469A-97E9-F38A22E29A3A}" srcOrd="2" destOrd="0" parTransId="{BEDDC822-EB88-47DF-8354-5284DC7771CA}" sibTransId="{41962875-8782-4FCA-A0E6-C6A45D6E6EF7}"/>
    <dgm:cxn modelId="{B3A9386F-BBF7-A449-88D5-EDC92D9B42D6}" type="presParOf" srcId="{10114DF3-EB27-FE42-A3F1-E48C2E2DAEB5}" destId="{B2A57598-7F9D-134F-9A1C-767548943A07}" srcOrd="0" destOrd="0" presId="urn:microsoft.com/office/officeart/2005/8/layout/list1"/>
    <dgm:cxn modelId="{60A4C012-B858-5840-9DD1-56800EE3E950}" type="presParOf" srcId="{B2A57598-7F9D-134F-9A1C-767548943A07}" destId="{2E4C681E-62C7-B141-AE3E-6803C0EBB41E}" srcOrd="0" destOrd="0" presId="urn:microsoft.com/office/officeart/2005/8/layout/list1"/>
    <dgm:cxn modelId="{0051D4A5-D643-F442-8710-24E32C93CEF6}" type="presParOf" srcId="{B2A57598-7F9D-134F-9A1C-767548943A07}" destId="{8F2745DA-9D94-F34C-B89B-FF5639FD5B44}" srcOrd="1" destOrd="0" presId="urn:microsoft.com/office/officeart/2005/8/layout/list1"/>
    <dgm:cxn modelId="{ED87722B-FE03-8948-982D-7DEA3B01C275}" type="presParOf" srcId="{10114DF3-EB27-FE42-A3F1-E48C2E2DAEB5}" destId="{DB55345D-050A-8D47-9372-BE876A89E8C3}" srcOrd="1" destOrd="0" presId="urn:microsoft.com/office/officeart/2005/8/layout/list1"/>
    <dgm:cxn modelId="{A615EB00-A01A-784E-BBC1-AC57D9FE44F1}" type="presParOf" srcId="{10114DF3-EB27-FE42-A3F1-E48C2E2DAEB5}" destId="{EF999008-588A-9849-8AA5-52D06D7344A3}" srcOrd="2" destOrd="0" presId="urn:microsoft.com/office/officeart/2005/8/layout/list1"/>
    <dgm:cxn modelId="{4CE47DC2-8A18-D744-8751-58C4DF895D76}" type="presParOf" srcId="{10114DF3-EB27-FE42-A3F1-E48C2E2DAEB5}" destId="{B6E75F68-408E-FD46-ABEE-761DFA8C3EA2}" srcOrd="3" destOrd="0" presId="urn:microsoft.com/office/officeart/2005/8/layout/list1"/>
    <dgm:cxn modelId="{DEA98361-9D08-4E44-BC61-C6A9BFDBADFD}" type="presParOf" srcId="{10114DF3-EB27-FE42-A3F1-E48C2E2DAEB5}" destId="{9E0988A1-153C-A84F-9D2A-61F63476285F}" srcOrd="4" destOrd="0" presId="urn:microsoft.com/office/officeart/2005/8/layout/list1"/>
    <dgm:cxn modelId="{68DF3E57-F736-4C44-A845-0E34BE3D43F4}" type="presParOf" srcId="{9E0988A1-153C-A84F-9D2A-61F63476285F}" destId="{70E94888-FAF1-BC40-8450-05F54EB398F0}" srcOrd="0" destOrd="0" presId="urn:microsoft.com/office/officeart/2005/8/layout/list1"/>
    <dgm:cxn modelId="{A18089BA-7EBF-F046-98BA-2825D8F26FC8}" type="presParOf" srcId="{9E0988A1-153C-A84F-9D2A-61F63476285F}" destId="{F19444E9-1F60-EB48-8841-335C09F24993}" srcOrd="1" destOrd="0" presId="urn:microsoft.com/office/officeart/2005/8/layout/list1"/>
    <dgm:cxn modelId="{CF219347-E31E-F847-9262-E66975F3693C}" type="presParOf" srcId="{10114DF3-EB27-FE42-A3F1-E48C2E2DAEB5}" destId="{B021B03B-4868-CE4F-BE6E-E1C3D0380100}" srcOrd="5" destOrd="0" presId="urn:microsoft.com/office/officeart/2005/8/layout/list1"/>
    <dgm:cxn modelId="{A6885C0C-0FC4-AE41-9DE2-31B74DFA10C9}" type="presParOf" srcId="{10114DF3-EB27-FE42-A3F1-E48C2E2DAEB5}" destId="{5F4A9184-7ACA-3645-92BD-6D302A52EA46}"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0BBF857-21F9-4FBA-8D07-F36278AB1044}" type="doc">
      <dgm:prSet loTypeId="urn:microsoft.com/office/officeart/2005/8/layout/hList1" loCatId="" qsTypeId="urn:microsoft.com/office/officeart/2005/8/quickstyle/simple1" qsCatId="simple" csTypeId="urn:microsoft.com/office/officeart/2005/8/colors/accent1_2" csCatId="accent1" phldr="1"/>
      <dgm:spPr/>
      <dgm:t>
        <a:bodyPr/>
        <a:lstStyle/>
        <a:p>
          <a:endParaRPr lang="en-US"/>
        </a:p>
      </dgm:t>
    </dgm:pt>
    <dgm:pt modelId="{46592D94-CB93-4262-B24B-103E976266FE}">
      <dgm:prSet phldrT="[Text]" custT="1"/>
      <dgm:spPr>
        <a:solidFill>
          <a:srgbClr val="004F71"/>
        </a:solidFill>
      </dgm:spPr>
      <dgm:t>
        <a:bodyPr/>
        <a:lstStyle/>
        <a:p>
          <a:r>
            <a:rPr lang="en-US" sz="2200" dirty="0"/>
            <a:t>Automatic Private </a:t>
          </a:r>
          <a:br>
            <a:rPr lang="en-US" sz="2200" dirty="0"/>
          </a:br>
          <a:r>
            <a:rPr lang="en-US" sz="2200" dirty="0"/>
            <a:t>IP Addressing </a:t>
          </a:r>
        </a:p>
      </dgm:t>
    </dgm:pt>
    <dgm:pt modelId="{BD3D454E-2630-43A4-B67B-BEDAE2EB2A16}" type="parTrans" cxnId="{5BA68FAD-B308-4909-B259-4A0D3FB7A23F}">
      <dgm:prSet/>
      <dgm:spPr/>
      <dgm:t>
        <a:bodyPr/>
        <a:lstStyle/>
        <a:p>
          <a:endParaRPr lang="en-US"/>
        </a:p>
      </dgm:t>
    </dgm:pt>
    <dgm:pt modelId="{2712984B-89BE-4764-AAC0-E2B4D05309B3}" type="sibTrans" cxnId="{5BA68FAD-B308-4909-B259-4A0D3FB7A23F}">
      <dgm:prSet/>
      <dgm:spPr/>
      <dgm:t>
        <a:bodyPr/>
        <a:lstStyle/>
        <a:p>
          <a:endParaRPr lang="en-US"/>
        </a:p>
      </dgm:t>
    </dgm:pt>
    <dgm:pt modelId="{E846D537-91D8-4473-9C0E-E5C40AE98FA1}">
      <dgm:prSet phldrT="[Text]" custT="1"/>
      <dgm:spPr>
        <a:solidFill>
          <a:srgbClr val="004F71"/>
        </a:solidFill>
      </dgm:spPr>
      <dgm:t>
        <a:bodyPr/>
        <a:lstStyle/>
        <a:p>
          <a:r>
            <a:rPr lang="en-US" sz="2200" dirty="0"/>
            <a:t>How APIPA Works </a:t>
          </a:r>
          <a:br>
            <a:rPr lang="en-US" sz="2200" dirty="0"/>
          </a:br>
          <a:r>
            <a:rPr lang="en-US" sz="2200" dirty="0"/>
            <a:t>on a Device</a:t>
          </a:r>
        </a:p>
      </dgm:t>
    </dgm:pt>
    <dgm:pt modelId="{94A75AA7-13A6-416F-9B4B-9F6C918B2601}" type="parTrans" cxnId="{A7DECE89-65E2-4CC0-8991-63CFA73CA06F}">
      <dgm:prSet/>
      <dgm:spPr/>
      <dgm:t>
        <a:bodyPr/>
        <a:lstStyle/>
        <a:p>
          <a:endParaRPr lang="en-US"/>
        </a:p>
      </dgm:t>
    </dgm:pt>
    <dgm:pt modelId="{C5C1B6AD-F15F-4E70-B72E-EE8C6E156389}" type="sibTrans" cxnId="{A7DECE89-65E2-4CC0-8991-63CFA73CA06F}">
      <dgm:prSet/>
      <dgm:spPr/>
      <dgm:t>
        <a:bodyPr/>
        <a:lstStyle/>
        <a:p>
          <a:endParaRPr lang="en-US"/>
        </a:p>
      </dgm:t>
    </dgm:pt>
    <dgm:pt modelId="{F5F8F9E4-8666-41E5-AB89-58355D1F88DD}">
      <dgm:prSet phldrT="[Text]" custT="1"/>
      <dgm:spPr>
        <a:solidFill>
          <a:schemeClr val="bg1">
            <a:lumMod val="95000"/>
            <a:alpha val="90000"/>
          </a:schemeClr>
        </a:solidFill>
        <a:ln w="9525">
          <a:solidFill>
            <a:schemeClr val="bg1">
              <a:lumMod val="85000"/>
            </a:schemeClr>
          </a:solidFill>
        </a:ln>
      </dgm:spPr>
      <dgm:t>
        <a:bodyPr/>
        <a:lstStyle/>
        <a:p>
          <a:r>
            <a:rPr lang="en-US" sz="2000" dirty="0">
              <a:solidFill>
                <a:srgbClr val="20282F"/>
              </a:solidFill>
            </a:rPr>
            <a:t>Uses ARP to ensure address is unique</a:t>
          </a:r>
        </a:p>
      </dgm:t>
    </dgm:pt>
    <dgm:pt modelId="{43C6B30E-31E6-4CAF-B837-8C140F10C39C}" type="parTrans" cxnId="{C60BD303-4DCF-4BC9-AA83-55E59835A395}">
      <dgm:prSet/>
      <dgm:spPr/>
      <dgm:t>
        <a:bodyPr/>
        <a:lstStyle/>
        <a:p>
          <a:endParaRPr lang="en-US"/>
        </a:p>
      </dgm:t>
    </dgm:pt>
    <dgm:pt modelId="{E3CF488B-F6E5-4CD6-A899-7C373C6EC74F}" type="sibTrans" cxnId="{C60BD303-4DCF-4BC9-AA83-55E59835A395}">
      <dgm:prSet/>
      <dgm:spPr/>
      <dgm:t>
        <a:bodyPr/>
        <a:lstStyle/>
        <a:p>
          <a:endParaRPr lang="en-US"/>
        </a:p>
      </dgm:t>
    </dgm:pt>
    <dgm:pt modelId="{DBDF865A-B312-4F4E-A9F4-1AA9133002CF}">
      <dgm:prSet phldrT="[Text]" custT="1"/>
      <dgm:spPr>
        <a:solidFill>
          <a:schemeClr val="bg1">
            <a:lumMod val="95000"/>
            <a:alpha val="90000"/>
          </a:schemeClr>
        </a:solidFill>
        <a:ln w="9525">
          <a:solidFill>
            <a:schemeClr val="bg1">
              <a:lumMod val="85000"/>
            </a:schemeClr>
          </a:solidFill>
        </a:ln>
      </dgm:spPr>
      <dgm:t>
        <a:bodyPr/>
        <a:lstStyle/>
        <a:p>
          <a:r>
            <a:rPr lang="en-US" sz="2000" dirty="0">
              <a:solidFill>
                <a:srgbClr val="20282F"/>
              </a:solidFill>
            </a:rPr>
            <a:t>Devices can self-assign an IP address when DHCP servers unavailable</a:t>
          </a:r>
        </a:p>
      </dgm:t>
    </dgm:pt>
    <dgm:pt modelId="{B3FC1220-A7D9-4CC2-BB57-E2C702C2F879}" type="parTrans" cxnId="{BB728983-9608-4D52-83D5-4D28104C853C}">
      <dgm:prSet/>
      <dgm:spPr/>
      <dgm:t>
        <a:bodyPr/>
        <a:lstStyle/>
        <a:p>
          <a:endParaRPr lang="en-US"/>
        </a:p>
      </dgm:t>
    </dgm:pt>
    <dgm:pt modelId="{E6E5B9E7-F14D-430C-8775-BF8E3C3A2599}" type="sibTrans" cxnId="{BB728983-9608-4D52-83D5-4D28104C853C}">
      <dgm:prSet/>
      <dgm:spPr/>
      <dgm:t>
        <a:bodyPr/>
        <a:lstStyle/>
        <a:p>
          <a:endParaRPr lang="en-US"/>
        </a:p>
      </dgm:t>
    </dgm:pt>
    <dgm:pt modelId="{755B8156-18FE-4C5F-9885-82F766CA651D}">
      <dgm:prSet phldrT="[Text]" custT="1"/>
      <dgm:spPr>
        <a:solidFill>
          <a:schemeClr val="bg1">
            <a:lumMod val="95000"/>
            <a:alpha val="90000"/>
          </a:schemeClr>
        </a:solidFill>
        <a:ln w="9525">
          <a:solidFill>
            <a:schemeClr val="bg1">
              <a:lumMod val="85000"/>
            </a:schemeClr>
          </a:solidFill>
        </a:ln>
      </dgm:spPr>
      <dgm:t>
        <a:bodyPr/>
        <a:lstStyle/>
        <a:p>
          <a:r>
            <a:rPr lang="en-US" sz="2000" dirty="0">
              <a:solidFill>
                <a:srgbClr val="20282F"/>
              </a:solidFill>
            </a:rPr>
            <a:t>Assigns itself an address between 169.254.0.1 and 169.254.254.255</a:t>
          </a:r>
        </a:p>
      </dgm:t>
    </dgm:pt>
    <dgm:pt modelId="{4ABD405D-5A27-4F54-91FE-4BA604807B15}" type="parTrans" cxnId="{D3B42497-1325-4C0D-B41D-32ABA09415D1}">
      <dgm:prSet/>
      <dgm:spPr/>
      <dgm:t>
        <a:bodyPr/>
        <a:lstStyle/>
        <a:p>
          <a:endParaRPr lang="en-US"/>
        </a:p>
      </dgm:t>
    </dgm:pt>
    <dgm:pt modelId="{B7148B18-A9B2-43EC-B1EE-7C75833AAC2D}" type="sibTrans" cxnId="{D3B42497-1325-4C0D-B41D-32ABA09415D1}">
      <dgm:prSet/>
      <dgm:spPr/>
      <dgm:t>
        <a:bodyPr/>
        <a:lstStyle/>
        <a:p>
          <a:endParaRPr lang="en-US"/>
        </a:p>
      </dgm:t>
    </dgm:pt>
    <dgm:pt modelId="{765F0A74-62A9-49ED-881F-828EA3FA9613}">
      <dgm:prSet phldrT="[Text]" custT="1"/>
      <dgm:spPr>
        <a:solidFill>
          <a:schemeClr val="bg1">
            <a:lumMod val="95000"/>
            <a:alpha val="90000"/>
          </a:schemeClr>
        </a:solidFill>
        <a:ln w="9525">
          <a:solidFill>
            <a:schemeClr val="bg1">
              <a:lumMod val="85000"/>
            </a:schemeClr>
          </a:solidFill>
        </a:ln>
      </dgm:spPr>
      <dgm:t>
        <a:bodyPr/>
        <a:lstStyle/>
        <a:p>
          <a:r>
            <a:rPr lang="en-US" sz="2000" dirty="0">
              <a:solidFill>
                <a:srgbClr val="20282F"/>
              </a:solidFill>
            </a:rPr>
            <a:t>Only for local </a:t>
          </a:r>
          <a:br>
            <a:rPr lang="en-US" sz="2000" dirty="0">
              <a:solidFill>
                <a:srgbClr val="20282F"/>
              </a:solidFill>
            </a:rPr>
          </a:br>
          <a:r>
            <a:rPr lang="en-US" sz="2000" dirty="0">
              <a:solidFill>
                <a:srgbClr val="20282F"/>
              </a:solidFill>
            </a:rPr>
            <a:t>network use</a:t>
          </a:r>
        </a:p>
      </dgm:t>
    </dgm:pt>
    <dgm:pt modelId="{FCB7354A-722C-48C4-B61B-9B145BE10ABC}" type="parTrans" cxnId="{88896944-F5A8-4E70-B0F8-CFCAA4D4BC81}">
      <dgm:prSet/>
      <dgm:spPr/>
      <dgm:t>
        <a:bodyPr/>
        <a:lstStyle/>
        <a:p>
          <a:endParaRPr lang="en-US"/>
        </a:p>
      </dgm:t>
    </dgm:pt>
    <dgm:pt modelId="{0D6CAB30-9D25-4E49-9705-AF746A99E21D}" type="sibTrans" cxnId="{88896944-F5A8-4E70-B0F8-CFCAA4D4BC81}">
      <dgm:prSet/>
      <dgm:spPr/>
      <dgm:t>
        <a:bodyPr/>
        <a:lstStyle/>
        <a:p>
          <a:endParaRPr lang="en-US"/>
        </a:p>
      </dgm:t>
    </dgm:pt>
    <dgm:pt modelId="{74D74C1F-D346-1747-B8A7-D6355F35B294}" type="pres">
      <dgm:prSet presAssocID="{00BBF857-21F9-4FBA-8D07-F36278AB1044}" presName="Name0" presStyleCnt="0">
        <dgm:presLayoutVars>
          <dgm:dir/>
          <dgm:animLvl val="lvl"/>
          <dgm:resizeHandles val="exact"/>
        </dgm:presLayoutVars>
      </dgm:prSet>
      <dgm:spPr/>
    </dgm:pt>
    <dgm:pt modelId="{4C0BFC6A-78EF-3242-9BB0-126FD901D985}" type="pres">
      <dgm:prSet presAssocID="{46592D94-CB93-4262-B24B-103E976266FE}" presName="composite" presStyleCnt="0"/>
      <dgm:spPr/>
    </dgm:pt>
    <dgm:pt modelId="{83B38A50-2E3C-844B-81D9-FDE00C56ABA0}" type="pres">
      <dgm:prSet presAssocID="{46592D94-CB93-4262-B24B-103E976266FE}" presName="parTx" presStyleLbl="alignNode1" presStyleIdx="0" presStyleCnt="2">
        <dgm:presLayoutVars>
          <dgm:chMax val="0"/>
          <dgm:chPref val="0"/>
          <dgm:bulletEnabled val="1"/>
        </dgm:presLayoutVars>
      </dgm:prSet>
      <dgm:spPr/>
    </dgm:pt>
    <dgm:pt modelId="{936AA929-BFD0-F64D-BC5E-3666725CE5CA}" type="pres">
      <dgm:prSet presAssocID="{46592D94-CB93-4262-B24B-103E976266FE}" presName="desTx" presStyleLbl="alignAccFollowNode1" presStyleIdx="0" presStyleCnt="2">
        <dgm:presLayoutVars>
          <dgm:bulletEnabled val="1"/>
        </dgm:presLayoutVars>
      </dgm:prSet>
      <dgm:spPr/>
    </dgm:pt>
    <dgm:pt modelId="{4D3CDB6C-F648-F548-A47A-61DC3A675173}" type="pres">
      <dgm:prSet presAssocID="{2712984B-89BE-4764-AAC0-E2B4D05309B3}" presName="space" presStyleCnt="0"/>
      <dgm:spPr/>
    </dgm:pt>
    <dgm:pt modelId="{DF3278AB-ED42-8C4E-97F2-ACA8FEF95933}" type="pres">
      <dgm:prSet presAssocID="{E846D537-91D8-4473-9C0E-E5C40AE98FA1}" presName="composite" presStyleCnt="0"/>
      <dgm:spPr/>
    </dgm:pt>
    <dgm:pt modelId="{EA5D529B-D0D3-0F44-84E1-DCAAF624A797}" type="pres">
      <dgm:prSet presAssocID="{E846D537-91D8-4473-9C0E-E5C40AE98FA1}" presName="parTx" presStyleLbl="alignNode1" presStyleIdx="1" presStyleCnt="2">
        <dgm:presLayoutVars>
          <dgm:chMax val="0"/>
          <dgm:chPref val="0"/>
          <dgm:bulletEnabled val="1"/>
        </dgm:presLayoutVars>
      </dgm:prSet>
      <dgm:spPr/>
    </dgm:pt>
    <dgm:pt modelId="{0BA1084F-4322-FB4B-91CA-77CCC6213236}" type="pres">
      <dgm:prSet presAssocID="{E846D537-91D8-4473-9C0E-E5C40AE98FA1}" presName="desTx" presStyleLbl="alignAccFollowNode1" presStyleIdx="1" presStyleCnt="2">
        <dgm:presLayoutVars>
          <dgm:bulletEnabled val="1"/>
        </dgm:presLayoutVars>
      </dgm:prSet>
      <dgm:spPr/>
    </dgm:pt>
  </dgm:ptLst>
  <dgm:cxnLst>
    <dgm:cxn modelId="{C60BD303-4DCF-4BC9-AA83-55E59835A395}" srcId="{E846D537-91D8-4473-9C0E-E5C40AE98FA1}" destId="{F5F8F9E4-8666-41E5-AB89-58355D1F88DD}" srcOrd="1" destOrd="0" parTransId="{43C6B30E-31E6-4CAF-B837-8C140F10C39C}" sibTransId="{E3CF488B-F6E5-4CD6-A899-7C373C6EC74F}"/>
    <dgm:cxn modelId="{E5019A22-6627-E244-A7C5-7CA74059E93C}" type="presOf" srcId="{DBDF865A-B312-4F4E-A9F4-1AA9133002CF}" destId="{936AA929-BFD0-F64D-BC5E-3666725CE5CA}" srcOrd="0" destOrd="0" presId="urn:microsoft.com/office/officeart/2005/8/layout/hList1"/>
    <dgm:cxn modelId="{88896944-F5A8-4E70-B0F8-CFCAA4D4BC81}" srcId="{46592D94-CB93-4262-B24B-103E976266FE}" destId="{765F0A74-62A9-49ED-881F-828EA3FA9613}" srcOrd="1" destOrd="0" parTransId="{FCB7354A-722C-48C4-B61B-9B145BE10ABC}" sibTransId="{0D6CAB30-9D25-4E49-9705-AF746A99E21D}"/>
    <dgm:cxn modelId="{80C83F68-A067-3343-9E59-8CA1828D0301}" type="presOf" srcId="{46592D94-CB93-4262-B24B-103E976266FE}" destId="{83B38A50-2E3C-844B-81D9-FDE00C56ABA0}" srcOrd="0" destOrd="0" presId="urn:microsoft.com/office/officeart/2005/8/layout/hList1"/>
    <dgm:cxn modelId="{21281A5A-7241-9841-BB05-154A55934D40}" type="presOf" srcId="{755B8156-18FE-4C5F-9885-82F766CA651D}" destId="{0BA1084F-4322-FB4B-91CA-77CCC6213236}" srcOrd="0" destOrd="0" presId="urn:microsoft.com/office/officeart/2005/8/layout/hList1"/>
    <dgm:cxn modelId="{AB30C17B-E766-5C40-8DA3-58EA8BB472B7}" type="presOf" srcId="{F5F8F9E4-8666-41E5-AB89-58355D1F88DD}" destId="{0BA1084F-4322-FB4B-91CA-77CCC6213236}" srcOrd="0" destOrd="1" presId="urn:microsoft.com/office/officeart/2005/8/layout/hList1"/>
    <dgm:cxn modelId="{BB728983-9608-4D52-83D5-4D28104C853C}" srcId="{46592D94-CB93-4262-B24B-103E976266FE}" destId="{DBDF865A-B312-4F4E-A9F4-1AA9133002CF}" srcOrd="0" destOrd="0" parTransId="{B3FC1220-A7D9-4CC2-BB57-E2C702C2F879}" sibTransId="{E6E5B9E7-F14D-430C-8775-BF8E3C3A2599}"/>
    <dgm:cxn modelId="{A7DECE89-65E2-4CC0-8991-63CFA73CA06F}" srcId="{00BBF857-21F9-4FBA-8D07-F36278AB1044}" destId="{E846D537-91D8-4473-9C0E-E5C40AE98FA1}" srcOrd="1" destOrd="0" parTransId="{94A75AA7-13A6-416F-9B4B-9F6C918B2601}" sibTransId="{C5C1B6AD-F15F-4E70-B72E-EE8C6E156389}"/>
    <dgm:cxn modelId="{D3B42497-1325-4C0D-B41D-32ABA09415D1}" srcId="{E846D537-91D8-4473-9C0E-E5C40AE98FA1}" destId="{755B8156-18FE-4C5F-9885-82F766CA651D}" srcOrd="0" destOrd="0" parTransId="{4ABD405D-5A27-4F54-91FE-4BA604807B15}" sibTransId="{B7148B18-A9B2-43EC-B1EE-7C75833AAC2D}"/>
    <dgm:cxn modelId="{17A84CAB-70BF-0D4B-87D5-4AD9024EACEA}" type="presOf" srcId="{00BBF857-21F9-4FBA-8D07-F36278AB1044}" destId="{74D74C1F-D346-1747-B8A7-D6355F35B294}" srcOrd="0" destOrd="0" presId="urn:microsoft.com/office/officeart/2005/8/layout/hList1"/>
    <dgm:cxn modelId="{5BA68FAD-B308-4909-B259-4A0D3FB7A23F}" srcId="{00BBF857-21F9-4FBA-8D07-F36278AB1044}" destId="{46592D94-CB93-4262-B24B-103E976266FE}" srcOrd="0" destOrd="0" parTransId="{BD3D454E-2630-43A4-B67B-BEDAE2EB2A16}" sibTransId="{2712984B-89BE-4764-AAC0-E2B4D05309B3}"/>
    <dgm:cxn modelId="{93B5E9C9-A6F8-7746-9462-78E7F0E45F3D}" type="presOf" srcId="{E846D537-91D8-4473-9C0E-E5C40AE98FA1}" destId="{EA5D529B-D0D3-0F44-84E1-DCAAF624A797}" srcOrd="0" destOrd="0" presId="urn:microsoft.com/office/officeart/2005/8/layout/hList1"/>
    <dgm:cxn modelId="{1BA0E6DC-2A2E-3541-A8A7-971B1EBAD918}" type="presOf" srcId="{765F0A74-62A9-49ED-881F-828EA3FA9613}" destId="{936AA929-BFD0-F64D-BC5E-3666725CE5CA}" srcOrd="0" destOrd="1" presId="urn:microsoft.com/office/officeart/2005/8/layout/hList1"/>
    <dgm:cxn modelId="{60DC3F90-6031-C144-BF50-7756439F0672}" type="presParOf" srcId="{74D74C1F-D346-1747-B8A7-D6355F35B294}" destId="{4C0BFC6A-78EF-3242-9BB0-126FD901D985}" srcOrd="0" destOrd="0" presId="urn:microsoft.com/office/officeart/2005/8/layout/hList1"/>
    <dgm:cxn modelId="{768E7830-4634-5F4F-9D2C-BE77B13901B1}" type="presParOf" srcId="{4C0BFC6A-78EF-3242-9BB0-126FD901D985}" destId="{83B38A50-2E3C-844B-81D9-FDE00C56ABA0}" srcOrd="0" destOrd="0" presId="urn:microsoft.com/office/officeart/2005/8/layout/hList1"/>
    <dgm:cxn modelId="{4EC06ABB-5AD9-B547-9ADA-66403A33CB44}" type="presParOf" srcId="{4C0BFC6A-78EF-3242-9BB0-126FD901D985}" destId="{936AA929-BFD0-F64D-BC5E-3666725CE5CA}" srcOrd="1" destOrd="0" presId="urn:microsoft.com/office/officeart/2005/8/layout/hList1"/>
    <dgm:cxn modelId="{D8DE655E-9D14-CD43-BE50-3447819D3E39}" type="presParOf" srcId="{74D74C1F-D346-1747-B8A7-D6355F35B294}" destId="{4D3CDB6C-F648-F548-A47A-61DC3A675173}" srcOrd="1" destOrd="0" presId="urn:microsoft.com/office/officeart/2005/8/layout/hList1"/>
    <dgm:cxn modelId="{9E4D4F36-925B-9643-89BF-94761D98E70C}" type="presParOf" srcId="{74D74C1F-D346-1747-B8A7-D6355F35B294}" destId="{DF3278AB-ED42-8C4E-97F2-ACA8FEF95933}" srcOrd="2" destOrd="0" presId="urn:microsoft.com/office/officeart/2005/8/layout/hList1"/>
    <dgm:cxn modelId="{C0229293-E992-7447-926F-464E98CDC6E9}" type="presParOf" srcId="{DF3278AB-ED42-8C4E-97F2-ACA8FEF95933}" destId="{EA5D529B-D0D3-0F44-84E1-DCAAF624A797}" srcOrd="0" destOrd="0" presId="urn:microsoft.com/office/officeart/2005/8/layout/hList1"/>
    <dgm:cxn modelId="{56B1A073-9618-1D4D-92A3-4421B583D675}" type="presParOf" srcId="{DF3278AB-ED42-8C4E-97F2-ACA8FEF95933}" destId="{0BA1084F-4322-FB4B-91CA-77CCC6213236}"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3407D1C-0BE7-4469-8538-6AFF7F75071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2D0A7ECB-CB00-444B-B965-D1350E060285}">
      <dgm:prSet phldrT="[Text]" custT="1"/>
      <dgm:spPr>
        <a:solidFill>
          <a:srgbClr val="004F71"/>
        </a:solidFill>
      </dgm:spPr>
      <dgm:t>
        <a:bodyPr/>
        <a:lstStyle/>
        <a:p>
          <a:r>
            <a:rPr lang="en-US" sz="2200" dirty="0">
              <a:latin typeface="+mj-lt"/>
            </a:rPr>
            <a:t>IPv6 Autoconfiguration Description</a:t>
          </a:r>
          <a:endParaRPr lang="en-US" sz="2200" dirty="0"/>
        </a:p>
      </dgm:t>
    </dgm:pt>
    <dgm:pt modelId="{7B03631F-86BB-426A-9E16-0D1B62025C09}" type="parTrans" cxnId="{6983C4C0-6FFC-428E-857F-F904EF110A81}">
      <dgm:prSet/>
      <dgm:spPr/>
      <dgm:t>
        <a:bodyPr/>
        <a:lstStyle/>
        <a:p>
          <a:endParaRPr lang="en-US"/>
        </a:p>
      </dgm:t>
    </dgm:pt>
    <dgm:pt modelId="{0FEA5DA9-2E95-47DD-A211-6A7BE3200BF2}" type="sibTrans" cxnId="{6983C4C0-6FFC-428E-857F-F904EF110A81}">
      <dgm:prSet/>
      <dgm:spPr/>
      <dgm:t>
        <a:bodyPr/>
        <a:lstStyle/>
        <a:p>
          <a:endParaRPr lang="en-US"/>
        </a:p>
      </dgm:t>
    </dgm:pt>
    <dgm:pt modelId="{09B6C90F-253A-4D4D-9A27-F83DD8F0858A}">
      <dgm:prSet custT="1"/>
      <dgm:spPr>
        <a:solidFill>
          <a:srgbClr val="004F71"/>
        </a:solidFill>
      </dgm:spPr>
      <dgm:t>
        <a:bodyPr/>
        <a:lstStyle/>
        <a:p>
          <a:r>
            <a:rPr lang="en-US" sz="2200" dirty="0">
              <a:latin typeface="+mj-lt"/>
            </a:rPr>
            <a:t>Types</a:t>
          </a:r>
        </a:p>
      </dgm:t>
    </dgm:pt>
    <dgm:pt modelId="{37D016EB-5417-4641-A570-C5A53381EEFB}" type="parTrans" cxnId="{81F749B4-9026-41EF-83D9-78E12183849A}">
      <dgm:prSet/>
      <dgm:spPr/>
      <dgm:t>
        <a:bodyPr/>
        <a:lstStyle/>
        <a:p>
          <a:endParaRPr lang="en-US"/>
        </a:p>
      </dgm:t>
    </dgm:pt>
    <dgm:pt modelId="{34216CC2-553B-4D4B-BB00-3D78716E4418}" type="sibTrans" cxnId="{81F749B4-9026-41EF-83D9-78E12183849A}">
      <dgm:prSet/>
      <dgm:spPr/>
      <dgm:t>
        <a:bodyPr/>
        <a:lstStyle/>
        <a:p>
          <a:endParaRPr lang="en-US"/>
        </a:p>
      </dgm:t>
    </dgm:pt>
    <dgm:pt modelId="{44D86DD5-3132-476D-A020-AA5DEB9AC22A}">
      <dgm:prSet custT="1"/>
      <dgm:spPr>
        <a:solidFill>
          <a:schemeClr val="bg1">
            <a:lumMod val="95000"/>
            <a:alpha val="90000"/>
          </a:schemeClr>
        </a:solidFill>
        <a:ln w="9525">
          <a:solidFill>
            <a:schemeClr val="bg1">
              <a:lumMod val="85000"/>
            </a:schemeClr>
          </a:solidFill>
        </a:ln>
      </dgm:spPr>
      <dgm:t>
        <a:bodyPr/>
        <a:lstStyle/>
        <a:p>
          <a:r>
            <a:rPr lang="en-US" sz="2000" dirty="0">
              <a:solidFill>
                <a:srgbClr val="20282F"/>
              </a:solidFill>
              <a:latin typeface="+mj-lt"/>
            </a:rPr>
            <a:t>Stateful Address Autoconfiguration (DHCPv6)</a:t>
          </a:r>
        </a:p>
      </dgm:t>
    </dgm:pt>
    <dgm:pt modelId="{04AC852E-1B41-445D-ADA9-30D8F4636694}" type="parTrans" cxnId="{F8C7F4A8-A4A8-4381-8ED1-CA730665F9D9}">
      <dgm:prSet/>
      <dgm:spPr/>
      <dgm:t>
        <a:bodyPr/>
        <a:lstStyle/>
        <a:p>
          <a:endParaRPr lang="en-US"/>
        </a:p>
      </dgm:t>
    </dgm:pt>
    <dgm:pt modelId="{A3F8427C-8221-4568-BA80-363A609D8C7A}" type="sibTrans" cxnId="{F8C7F4A8-A4A8-4381-8ED1-CA730665F9D9}">
      <dgm:prSet/>
      <dgm:spPr/>
      <dgm:t>
        <a:bodyPr/>
        <a:lstStyle/>
        <a:p>
          <a:endParaRPr lang="en-US"/>
        </a:p>
      </dgm:t>
    </dgm:pt>
    <dgm:pt modelId="{525C131B-0078-4D02-9148-DF7BA35A3603}">
      <dgm:prSet phldrT="[Text]" custT="1"/>
      <dgm:spPr>
        <a:solidFill>
          <a:schemeClr val="bg1">
            <a:lumMod val="95000"/>
            <a:alpha val="90000"/>
          </a:schemeClr>
        </a:solidFill>
        <a:ln w="9525">
          <a:solidFill>
            <a:schemeClr val="bg1">
              <a:lumMod val="85000"/>
            </a:schemeClr>
          </a:solidFill>
        </a:ln>
      </dgm:spPr>
      <dgm:t>
        <a:bodyPr/>
        <a:lstStyle/>
        <a:p>
          <a:r>
            <a:rPr lang="en-US" sz="2000" dirty="0">
              <a:solidFill>
                <a:srgbClr val="20282F"/>
              </a:solidFill>
              <a:latin typeface="+mj-lt"/>
            </a:rPr>
            <a:t>Allows devices on an IPv6 network to configure their own IP addresses without DHCP</a:t>
          </a:r>
          <a:endParaRPr lang="en-US" sz="2000" dirty="0">
            <a:solidFill>
              <a:srgbClr val="20282F"/>
            </a:solidFill>
          </a:endParaRPr>
        </a:p>
      </dgm:t>
    </dgm:pt>
    <dgm:pt modelId="{B5B9F32B-E19E-4CBB-AAF7-53AC708A037C}" type="parTrans" cxnId="{51838BD6-9BD6-45C0-A8D7-8E3DBDDD914F}">
      <dgm:prSet/>
      <dgm:spPr/>
      <dgm:t>
        <a:bodyPr/>
        <a:lstStyle/>
        <a:p>
          <a:endParaRPr lang="en-US"/>
        </a:p>
      </dgm:t>
    </dgm:pt>
    <dgm:pt modelId="{89F60C8B-32A1-4107-A1F4-E8424FF541FB}" type="sibTrans" cxnId="{51838BD6-9BD6-45C0-A8D7-8E3DBDDD914F}">
      <dgm:prSet/>
      <dgm:spPr/>
      <dgm:t>
        <a:bodyPr/>
        <a:lstStyle/>
        <a:p>
          <a:endParaRPr lang="en-US"/>
        </a:p>
      </dgm:t>
    </dgm:pt>
    <dgm:pt modelId="{1EFFC9E5-6572-4677-880B-3B479C338F44}">
      <dgm:prSet custT="1"/>
      <dgm:spPr>
        <a:solidFill>
          <a:schemeClr val="bg1">
            <a:lumMod val="95000"/>
            <a:alpha val="90000"/>
          </a:schemeClr>
        </a:solidFill>
        <a:ln w="9525">
          <a:solidFill>
            <a:schemeClr val="bg1">
              <a:lumMod val="85000"/>
            </a:schemeClr>
          </a:solidFill>
        </a:ln>
      </dgm:spPr>
      <dgm:t>
        <a:bodyPr/>
        <a:lstStyle/>
        <a:p>
          <a:r>
            <a:rPr lang="en-US" sz="2000" dirty="0">
              <a:solidFill>
                <a:srgbClr val="20282F"/>
              </a:solidFill>
              <a:latin typeface="+mj-lt"/>
            </a:rPr>
            <a:t>Stateless Address Autoconfiguration (SLAAC)</a:t>
          </a:r>
        </a:p>
      </dgm:t>
    </dgm:pt>
    <dgm:pt modelId="{F0563CFB-48CD-4C08-A107-794A9EC645E8}" type="parTrans" cxnId="{6F72E772-B293-46EA-863C-8D17B97C1089}">
      <dgm:prSet/>
      <dgm:spPr/>
      <dgm:t>
        <a:bodyPr/>
        <a:lstStyle/>
        <a:p>
          <a:endParaRPr lang="en-US"/>
        </a:p>
      </dgm:t>
    </dgm:pt>
    <dgm:pt modelId="{95C9A820-67C1-43EC-A803-FFA52FD762DF}" type="sibTrans" cxnId="{6F72E772-B293-46EA-863C-8D17B97C1089}">
      <dgm:prSet/>
      <dgm:spPr/>
      <dgm:t>
        <a:bodyPr/>
        <a:lstStyle/>
        <a:p>
          <a:endParaRPr lang="en-US"/>
        </a:p>
      </dgm:t>
    </dgm:pt>
    <dgm:pt modelId="{E1C5A24B-07CF-445A-B102-78F28439BE0F}" type="pres">
      <dgm:prSet presAssocID="{B3407D1C-0BE7-4469-8538-6AFF7F750716}" presName="linear" presStyleCnt="0">
        <dgm:presLayoutVars>
          <dgm:dir/>
          <dgm:animLvl val="lvl"/>
          <dgm:resizeHandles val="exact"/>
        </dgm:presLayoutVars>
      </dgm:prSet>
      <dgm:spPr/>
    </dgm:pt>
    <dgm:pt modelId="{9BA7D762-64A3-4FA7-993F-B325226B94B1}" type="pres">
      <dgm:prSet presAssocID="{2D0A7ECB-CB00-444B-B965-D1350E060285}" presName="parentLin" presStyleCnt="0"/>
      <dgm:spPr/>
    </dgm:pt>
    <dgm:pt modelId="{9E2097DC-1E3B-4B23-A77F-33B4EF5A18C2}" type="pres">
      <dgm:prSet presAssocID="{2D0A7ECB-CB00-444B-B965-D1350E060285}" presName="parentLeftMargin" presStyleLbl="node1" presStyleIdx="0" presStyleCnt="2"/>
      <dgm:spPr/>
    </dgm:pt>
    <dgm:pt modelId="{F309349F-4B2B-45C2-8FB2-21EC8FAB5847}" type="pres">
      <dgm:prSet presAssocID="{2D0A7ECB-CB00-444B-B965-D1350E060285}" presName="parentText" presStyleLbl="node1" presStyleIdx="0" presStyleCnt="2">
        <dgm:presLayoutVars>
          <dgm:chMax val="0"/>
          <dgm:bulletEnabled val="1"/>
        </dgm:presLayoutVars>
      </dgm:prSet>
      <dgm:spPr/>
    </dgm:pt>
    <dgm:pt modelId="{0F1CBB79-13A3-47D4-9A0D-87AD7089FAAD}" type="pres">
      <dgm:prSet presAssocID="{2D0A7ECB-CB00-444B-B965-D1350E060285}" presName="negativeSpace" presStyleCnt="0"/>
      <dgm:spPr/>
    </dgm:pt>
    <dgm:pt modelId="{57048A03-6A0E-4F9B-B7F5-F54D63E5D66B}" type="pres">
      <dgm:prSet presAssocID="{2D0A7ECB-CB00-444B-B965-D1350E060285}" presName="childText" presStyleLbl="conFgAcc1" presStyleIdx="0" presStyleCnt="2">
        <dgm:presLayoutVars>
          <dgm:bulletEnabled val="1"/>
        </dgm:presLayoutVars>
      </dgm:prSet>
      <dgm:spPr/>
    </dgm:pt>
    <dgm:pt modelId="{FBAFCE87-3821-481B-AEF0-99570F36ACBB}" type="pres">
      <dgm:prSet presAssocID="{0FEA5DA9-2E95-47DD-A211-6A7BE3200BF2}" presName="spaceBetweenRectangles" presStyleCnt="0"/>
      <dgm:spPr/>
    </dgm:pt>
    <dgm:pt modelId="{A9F80480-7D98-42A5-8371-93FE0FDB1912}" type="pres">
      <dgm:prSet presAssocID="{09B6C90F-253A-4D4D-9A27-F83DD8F0858A}" presName="parentLin" presStyleCnt="0"/>
      <dgm:spPr/>
    </dgm:pt>
    <dgm:pt modelId="{F4FEA892-8946-4403-8DC7-43249F40C3F9}" type="pres">
      <dgm:prSet presAssocID="{09B6C90F-253A-4D4D-9A27-F83DD8F0858A}" presName="parentLeftMargin" presStyleLbl="node1" presStyleIdx="0" presStyleCnt="2"/>
      <dgm:spPr/>
    </dgm:pt>
    <dgm:pt modelId="{AE7D8B34-8549-4D4C-A894-00D1BFD062EC}" type="pres">
      <dgm:prSet presAssocID="{09B6C90F-253A-4D4D-9A27-F83DD8F0858A}" presName="parentText" presStyleLbl="node1" presStyleIdx="1" presStyleCnt="2">
        <dgm:presLayoutVars>
          <dgm:chMax val="0"/>
          <dgm:bulletEnabled val="1"/>
        </dgm:presLayoutVars>
      </dgm:prSet>
      <dgm:spPr/>
    </dgm:pt>
    <dgm:pt modelId="{10787C33-BB3C-45E8-BDBA-CB2A5628E376}" type="pres">
      <dgm:prSet presAssocID="{09B6C90F-253A-4D4D-9A27-F83DD8F0858A}" presName="negativeSpace" presStyleCnt="0"/>
      <dgm:spPr/>
    </dgm:pt>
    <dgm:pt modelId="{0D2A6FC4-E627-420B-BDA9-4F3AC7C507A3}" type="pres">
      <dgm:prSet presAssocID="{09B6C90F-253A-4D4D-9A27-F83DD8F0858A}" presName="childText" presStyleLbl="conFgAcc1" presStyleIdx="1" presStyleCnt="2">
        <dgm:presLayoutVars>
          <dgm:bulletEnabled val="1"/>
        </dgm:presLayoutVars>
      </dgm:prSet>
      <dgm:spPr/>
    </dgm:pt>
  </dgm:ptLst>
  <dgm:cxnLst>
    <dgm:cxn modelId="{2B179A3A-974B-4F3D-A015-E6166B2DB1D2}" type="presOf" srcId="{B3407D1C-0BE7-4469-8538-6AFF7F750716}" destId="{E1C5A24B-07CF-445A-B102-78F28439BE0F}" srcOrd="0" destOrd="0" presId="urn:microsoft.com/office/officeart/2005/8/layout/list1"/>
    <dgm:cxn modelId="{765A745C-068D-45C3-B278-CACC3F7CD743}" type="presOf" srcId="{09B6C90F-253A-4D4D-9A27-F83DD8F0858A}" destId="{F4FEA892-8946-4403-8DC7-43249F40C3F9}" srcOrd="0" destOrd="0" presId="urn:microsoft.com/office/officeart/2005/8/layout/list1"/>
    <dgm:cxn modelId="{55DE8042-DC87-4B03-A066-3C6FA8B78361}" type="presOf" srcId="{2D0A7ECB-CB00-444B-B965-D1350E060285}" destId="{F309349F-4B2B-45C2-8FB2-21EC8FAB5847}" srcOrd="1" destOrd="0" presId="urn:microsoft.com/office/officeart/2005/8/layout/list1"/>
    <dgm:cxn modelId="{6F72E772-B293-46EA-863C-8D17B97C1089}" srcId="{09B6C90F-253A-4D4D-9A27-F83DD8F0858A}" destId="{1EFFC9E5-6572-4677-880B-3B479C338F44}" srcOrd="0" destOrd="0" parTransId="{F0563CFB-48CD-4C08-A107-794A9EC645E8}" sibTransId="{95C9A820-67C1-43EC-A803-FFA52FD762DF}"/>
    <dgm:cxn modelId="{50054C79-DED7-469A-8200-FAACEE89613F}" type="presOf" srcId="{09B6C90F-253A-4D4D-9A27-F83DD8F0858A}" destId="{AE7D8B34-8549-4D4C-A894-00D1BFD062EC}" srcOrd="1" destOrd="0" presId="urn:microsoft.com/office/officeart/2005/8/layout/list1"/>
    <dgm:cxn modelId="{7904499C-0756-45FC-A4D0-3B529DAE14B3}" type="presOf" srcId="{1EFFC9E5-6572-4677-880B-3B479C338F44}" destId="{0D2A6FC4-E627-420B-BDA9-4F3AC7C507A3}" srcOrd="0" destOrd="0" presId="urn:microsoft.com/office/officeart/2005/8/layout/list1"/>
    <dgm:cxn modelId="{F8C7F4A8-A4A8-4381-8ED1-CA730665F9D9}" srcId="{09B6C90F-253A-4D4D-9A27-F83DD8F0858A}" destId="{44D86DD5-3132-476D-A020-AA5DEB9AC22A}" srcOrd="1" destOrd="0" parTransId="{04AC852E-1B41-445D-ADA9-30D8F4636694}" sibTransId="{A3F8427C-8221-4568-BA80-363A609D8C7A}"/>
    <dgm:cxn modelId="{08A12EAE-9AC2-4DE2-B6F8-E4C88C4E0ADF}" type="presOf" srcId="{525C131B-0078-4D02-9148-DF7BA35A3603}" destId="{57048A03-6A0E-4F9B-B7F5-F54D63E5D66B}" srcOrd="0" destOrd="0" presId="urn:microsoft.com/office/officeart/2005/8/layout/list1"/>
    <dgm:cxn modelId="{81F749B4-9026-41EF-83D9-78E12183849A}" srcId="{B3407D1C-0BE7-4469-8538-6AFF7F750716}" destId="{09B6C90F-253A-4D4D-9A27-F83DD8F0858A}" srcOrd="1" destOrd="0" parTransId="{37D016EB-5417-4641-A570-C5A53381EEFB}" sibTransId="{34216CC2-553B-4D4B-BB00-3D78716E4418}"/>
    <dgm:cxn modelId="{6983C4C0-6FFC-428E-857F-F904EF110A81}" srcId="{B3407D1C-0BE7-4469-8538-6AFF7F750716}" destId="{2D0A7ECB-CB00-444B-B965-D1350E060285}" srcOrd="0" destOrd="0" parTransId="{7B03631F-86BB-426A-9E16-0D1B62025C09}" sibTransId="{0FEA5DA9-2E95-47DD-A211-6A7BE3200BF2}"/>
    <dgm:cxn modelId="{79FE49C7-D98A-4F09-98FD-FA5E310DDCD6}" type="presOf" srcId="{44D86DD5-3132-476D-A020-AA5DEB9AC22A}" destId="{0D2A6FC4-E627-420B-BDA9-4F3AC7C507A3}" srcOrd="0" destOrd="1" presId="urn:microsoft.com/office/officeart/2005/8/layout/list1"/>
    <dgm:cxn modelId="{22FDC4C9-8F81-4E42-AF74-44089C9267C4}" type="presOf" srcId="{2D0A7ECB-CB00-444B-B965-D1350E060285}" destId="{9E2097DC-1E3B-4B23-A77F-33B4EF5A18C2}" srcOrd="0" destOrd="0" presId="urn:microsoft.com/office/officeart/2005/8/layout/list1"/>
    <dgm:cxn modelId="{51838BD6-9BD6-45C0-A8D7-8E3DBDDD914F}" srcId="{2D0A7ECB-CB00-444B-B965-D1350E060285}" destId="{525C131B-0078-4D02-9148-DF7BA35A3603}" srcOrd="0" destOrd="0" parTransId="{B5B9F32B-E19E-4CBB-AAF7-53AC708A037C}" sibTransId="{89F60C8B-32A1-4107-A1F4-E8424FF541FB}"/>
    <dgm:cxn modelId="{0DCF8631-6D73-4996-A12C-C4071FC5CBBE}" type="presParOf" srcId="{E1C5A24B-07CF-445A-B102-78F28439BE0F}" destId="{9BA7D762-64A3-4FA7-993F-B325226B94B1}" srcOrd="0" destOrd="0" presId="urn:microsoft.com/office/officeart/2005/8/layout/list1"/>
    <dgm:cxn modelId="{2E46B30E-3200-413B-825B-0544617D5BFD}" type="presParOf" srcId="{9BA7D762-64A3-4FA7-993F-B325226B94B1}" destId="{9E2097DC-1E3B-4B23-A77F-33B4EF5A18C2}" srcOrd="0" destOrd="0" presId="urn:microsoft.com/office/officeart/2005/8/layout/list1"/>
    <dgm:cxn modelId="{992D2E06-A354-4212-904B-755C80BDC9FC}" type="presParOf" srcId="{9BA7D762-64A3-4FA7-993F-B325226B94B1}" destId="{F309349F-4B2B-45C2-8FB2-21EC8FAB5847}" srcOrd="1" destOrd="0" presId="urn:microsoft.com/office/officeart/2005/8/layout/list1"/>
    <dgm:cxn modelId="{E30996EA-17FA-4A4B-8AF3-AE1F29DE0A3F}" type="presParOf" srcId="{E1C5A24B-07CF-445A-B102-78F28439BE0F}" destId="{0F1CBB79-13A3-47D4-9A0D-87AD7089FAAD}" srcOrd="1" destOrd="0" presId="urn:microsoft.com/office/officeart/2005/8/layout/list1"/>
    <dgm:cxn modelId="{7B616707-EFE2-4363-A566-606B35468DB6}" type="presParOf" srcId="{E1C5A24B-07CF-445A-B102-78F28439BE0F}" destId="{57048A03-6A0E-4F9B-B7F5-F54D63E5D66B}" srcOrd="2" destOrd="0" presId="urn:microsoft.com/office/officeart/2005/8/layout/list1"/>
    <dgm:cxn modelId="{7E968BF3-919B-442E-9394-2937CEE56990}" type="presParOf" srcId="{E1C5A24B-07CF-445A-B102-78F28439BE0F}" destId="{FBAFCE87-3821-481B-AEF0-99570F36ACBB}" srcOrd="3" destOrd="0" presId="urn:microsoft.com/office/officeart/2005/8/layout/list1"/>
    <dgm:cxn modelId="{4B291702-AF02-4CB9-BE93-F6BEFF71C6B4}" type="presParOf" srcId="{E1C5A24B-07CF-445A-B102-78F28439BE0F}" destId="{A9F80480-7D98-42A5-8371-93FE0FDB1912}" srcOrd="4" destOrd="0" presId="urn:microsoft.com/office/officeart/2005/8/layout/list1"/>
    <dgm:cxn modelId="{EC4DAEA3-6616-4672-9337-0D540869486A}" type="presParOf" srcId="{A9F80480-7D98-42A5-8371-93FE0FDB1912}" destId="{F4FEA892-8946-4403-8DC7-43249F40C3F9}" srcOrd="0" destOrd="0" presId="urn:microsoft.com/office/officeart/2005/8/layout/list1"/>
    <dgm:cxn modelId="{2FA376AF-0D79-45A0-8180-D8987BEA6001}" type="presParOf" srcId="{A9F80480-7D98-42A5-8371-93FE0FDB1912}" destId="{AE7D8B34-8549-4D4C-A894-00D1BFD062EC}" srcOrd="1" destOrd="0" presId="urn:microsoft.com/office/officeart/2005/8/layout/list1"/>
    <dgm:cxn modelId="{88C528AF-47C0-4262-AEAE-50FE12792C20}" type="presParOf" srcId="{E1C5A24B-07CF-445A-B102-78F28439BE0F}" destId="{10787C33-BB3C-45E8-BDBA-CB2A5628E376}" srcOrd="5" destOrd="0" presId="urn:microsoft.com/office/officeart/2005/8/layout/list1"/>
    <dgm:cxn modelId="{3BB4D53A-1581-4CD0-9A19-D1A90AD6F495}" type="presParOf" srcId="{E1C5A24B-07CF-445A-B102-78F28439BE0F}" destId="{0D2A6FC4-E627-420B-BDA9-4F3AC7C507A3}"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D32F22E-418E-4206-A775-657153C2854A}"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9BD13723-6F07-499C-9BE3-4DA43F987566}">
      <dgm:prSet phldrT="[Text]" custT="1"/>
      <dgm:spPr>
        <a:solidFill>
          <a:schemeClr val="bg1">
            <a:lumMod val="95000"/>
          </a:schemeClr>
        </a:solidFill>
        <a:ln>
          <a:solidFill>
            <a:schemeClr val="bg1">
              <a:lumMod val="85000"/>
            </a:schemeClr>
          </a:solidFill>
        </a:ln>
      </dgm:spPr>
      <dgm:t>
        <a:bodyPr/>
        <a:lstStyle/>
        <a:p>
          <a:r>
            <a:rPr lang="en-US" sz="2200" dirty="0">
              <a:solidFill>
                <a:srgbClr val="20282F"/>
              </a:solidFill>
            </a:rPr>
            <a:t>Advantages</a:t>
          </a:r>
          <a:r>
            <a:rPr lang="en-US" sz="2800" dirty="0">
              <a:solidFill>
                <a:srgbClr val="20282F"/>
              </a:solidFill>
            </a:rPr>
            <a:t> </a:t>
          </a:r>
        </a:p>
      </dgm:t>
    </dgm:pt>
    <dgm:pt modelId="{AEF32CE2-17C8-455A-9434-92424C7216AE}" type="parTrans" cxnId="{2EA77ACE-8B4B-4BA1-B4F4-B55D5C955EE0}">
      <dgm:prSet/>
      <dgm:spPr/>
      <dgm:t>
        <a:bodyPr/>
        <a:lstStyle/>
        <a:p>
          <a:endParaRPr lang="en-US"/>
        </a:p>
      </dgm:t>
    </dgm:pt>
    <dgm:pt modelId="{68D2EEBF-7DB0-4DD1-9152-492A1B987941}" type="sibTrans" cxnId="{2EA77ACE-8B4B-4BA1-B4F4-B55D5C955EE0}">
      <dgm:prSet/>
      <dgm:spPr/>
      <dgm:t>
        <a:bodyPr/>
        <a:lstStyle/>
        <a:p>
          <a:endParaRPr lang="en-US"/>
        </a:p>
      </dgm:t>
    </dgm:pt>
    <dgm:pt modelId="{7AACC464-74DD-4091-B390-005B8761C90D}">
      <dgm:prSet phldrT="[Text]" custT="1"/>
      <dgm:spPr>
        <a:solidFill>
          <a:schemeClr val="bg1">
            <a:lumMod val="95000"/>
          </a:schemeClr>
        </a:solidFill>
        <a:ln>
          <a:solidFill>
            <a:schemeClr val="bg1">
              <a:lumMod val="85000"/>
            </a:schemeClr>
          </a:solidFill>
        </a:ln>
      </dgm:spPr>
      <dgm:t>
        <a:bodyPr/>
        <a:lstStyle/>
        <a:p>
          <a:r>
            <a:rPr lang="en-US" sz="2200" dirty="0">
              <a:solidFill>
                <a:srgbClr val="20282F"/>
              </a:solidFill>
            </a:rPr>
            <a:t>Limitations </a:t>
          </a:r>
        </a:p>
      </dgm:t>
    </dgm:pt>
    <dgm:pt modelId="{9E275544-5069-4911-B166-7F670C8B31FE}" type="parTrans" cxnId="{FBD181D1-E1D3-411C-9743-A4318907D366}">
      <dgm:prSet/>
      <dgm:spPr/>
      <dgm:t>
        <a:bodyPr/>
        <a:lstStyle/>
        <a:p>
          <a:endParaRPr lang="en-US"/>
        </a:p>
      </dgm:t>
    </dgm:pt>
    <dgm:pt modelId="{F6374D16-FBE0-4634-A24B-52F0FC74454B}" type="sibTrans" cxnId="{FBD181D1-E1D3-411C-9743-A4318907D366}">
      <dgm:prSet/>
      <dgm:spPr/>
      <dgm:t>
        <a:bodyPr/>
        <a:lstStyle/>
        <a:p>
          <a:endParaRPr lang="en-US"/>
        </a:p>
      </dgm:t>
    </dgm:pt>
    <dgm:pt modelId="{02C407A7-2E35-46E0-9B94-6829F2BF6931}">
      <dgm:prSet phldrT="[Text]"/>
      <dgm:spPr/>
      <dgm:t>
        <a:bodyPr/>
        <a:lstStyle/>
        <a:p>
          <a:r>
            <a:rPr lang="en-US" dirty="0"/>
            <a:t>Does not provide DNS server addresses </a:t>
          </a:r>
        </a:p>
      </dgm:t>
    </dgm:pt>
    <dgm:pt modelId="{DA791436-CF72-4A63-9DFE-AE4E6F8837A2}" type="parTrans" cxnId="{39EB41D0-004A-4487-BDB1-6ABF54C7C19F}">
      <dgm:prSet/>
      <dgm:spPr/>
      <dgm:t>
        <a:bodyPr/>
        <a:lstStyle/>
        <a:p>
          <a:endParaRPr lang="en-US"/>
        </a:p>
      </dgm:t>
    </dgm:pt>
    <dgm:pt modelId="{40487EC6-9F10-4569-91A0-2853512A9DAF}" type="sibTrans" cxnId="{39EB41D0-004A-4487-BDB1-6ABF54C7C19F}">
      <dgm:prSet/>
      <dgm:spPr/>
      <dgm:t>
        <a:bodyPr/>
        <a:lstStyle/>
        <a:p>
          <a:endParaRPr lang="en-US"/>
        </a:p>
      </dgm:t>
    </dgm:pt>
    <dgm:pt modelId="{D68A138B-0301-4A2D-83FD-B8DF4E58E99F}">
      <dgm:prSet phldrT="[Text]"/>
      <dgm:spPr/>
      <dgm:t>
        <a:bodyPr/>
        <a:lstStyle/>
        <a:p>
          <a:r>
            <a:rPr lang="en-US" dirty="0"/>
            <a:t>Simplified network configuration</a:t>
          </a:r>
        </a:p>
      </dgm:t>
    </dgm:pt>
    <dgm:pt modelId="{37B9DD8F-ED93-4B14-AA89-3E281DA3F4F8}" type="parTrans" cxnId="{D73333F5-7A5C-4119-B6D6-1B0D29F031F7}">
      <dgm:prSet/>
      <dgm:spPr/>
      <dgm:t>
        <a:bodyPr/>
        <a:lstStyle/>
        <a:p>
          <a:endParaRPr lang="en-US"/>
        </a:p>
      </dgm:t>
    </dgm:pt>
    <dgm:pt modelId="{0C22FB49-9D9D-4F62-B7E2-2252B50CCCFF}" type="sibTrans" cxnId="{D73333F5-7A5C-4119-B6D6-1B0D29F031F7}">
      <dgm:prSet/>
      <dgm:spPr/>
      <dgm:t>
        <a:bodyPr/>
        <a:lstStyle/>
        <a:p>
          <a:endParaRPr lang="en-US"/>
        </a:p>
      </dgm:t>
    </dgm:pt>
    <dgm:pt modelId="{1B487391-545F-4B81-BB83-45A7249417E7}">
      <dgm:prSet phldrT="[Text]"/>
      <dgm:spPr/>
      <dgm:t>
        <a:bodyPr/>
        <a:lstStyle/>
        <a:p>
          <a:r>
            <a:rPr lang="en-US" dirty="0"/>
            <a:t>No need for a central server</a:t>
          </a:r>
        </a:p>
      </dgm:t>
    </dgm:pt>
    <dgm:pt modelId="{18DF9A1B-C7B7-49AB-AAD6-6093BD43CFFA}" type="parTrans" cxnId="{4C66C0B3-755B-47BE-8004-DC2863599B7C}">
      <dgm:prSet/>
      <dgm:spPr/>
      <dgm:t>
        <a:bodyPr/>
        <a:lstStyle/>
        <a:p>
          <a:endParaRPr lang="en-US"/>
        </a:p>
      </dgm:t>
    </dgm:pt>
    <dgm:pt modelId="{E32DDE70-A4CB-41B9-9AE7-C060AD1CC18A}" type="sibTrans" cxnId="{4C66C0B3-755B-47BE-8004-DC2863599B7C}">
      <dgm:prSet/>
      <dgm:spPr/>
      <dgm:t>
        <a:bodyPr/>
        <a:lstStyle/>
        <a:p>
          <a:endParaRPr lang="en-US"/>
        </a:p>
      </dgm:t>
    </dgm:pt>
    <dgm:pt modelId="{DB2DEC1D-1610-4413-9AB2-28E0210CD6E0}">
      <dgm:prSet phldrT="[Text]"/>
      <dgm:spPr/>
      <dgm:t>
        <a:bodyPr/>
        <a:lstStyle/>
        <a:p>
          <a:r>
            <a:rPr lang="en-US" dirty="0"/>
            <a:t>Limited adoption in certain environments</a:t>
          </a:r>
        </a:p>
      </dgm:t>
    </dgm:pt>
    <dgm:pt modelId="{038F989F-07BC-4479-991A-0123014EEEE1}" type="parTrans" cxnId="{2EF8AA08-E546-460C-9246-6E88766821D3}">
      <dgm:prSet/>
      <dgm:spPr/>
      <dgm:t>
        <a:bodyPr/>
        <a:lstStyle/>
        <a:p>
          <a:endParaRPr lang="en-US"/>
        </a:p>
      </dgm:t>
    </dgm:pt>
    <dgm:pt modelId="{27411548-0A75-4C41-8582-503C858D2866}" type="sibTrans" cxnId="{2EF8AA08-E546-460C-9246-6E88766821D3}">
      <dgm:prSet/>
      <dgm:spPr/>
      <dgm:t>
        <a:bodyPr/>
        <a:lstStyle/>
        <a:p>
          <a:endParaRPr lang="en-US"/>
        </a:p>
      </dgm:t>
    </dgm:pt>
    <dgm:pt modelId="{A1E99201-A259-4D15-8577-65A6D8A65893}">
      <dgm:prSet phldrT="[Text]" custT="1"/>
      <dgm:spPr>
        <a:solidFill>
          <a:schemeClr val="bg1">
            <a:lumMod val="95000"/>
          </a:schemeClr>
        </a:solidFill>
        <a:ln>
          <a:solidFill>
            <a:schemeClr val="bg1">
              <a:lumMod val="85000"/>
            </a:schemeClr>
          </a:solidFill>
        </a:ln>
      </dgm:spPr>
      <dgm:t>
        <a:bodyPr/>
        <a:lstStyle/>
        <a:p>
          <a:r>
            <a:rPr lang="en-US" sz="2200" dirty="0">
              <a:solidFill>
                <a:srgbClr val="20282F"/>
              </a:solidFill>
            </a:rPr>
            <a:t>Function</a:t>
          </a:r>
        </a:p>
      </dgm:t>
    </dgm:pt>
    <dgm:pt modelId="{2DFDCD88-A360-432C-8E9E-03C4C8B83027}" type="parTrans" cxnId="{C40DC95B-0934-45D2-8D5F-B627B66CD838}">
      <dgm:prSet/>
      <dgm:spPr/>
      <dgm:t>
        <a:bodyPr/>
        <a:lstStyle/>
        <a:p>
          <a:endParaRPr lang="en-US"/>
        </a:p>
      </dgm:t>
    </dgm:pt>
    <dgm:pt modelId="{DC7BA01F-9957-467C-8105-5EA4C26EA438}" type="sibTrans" cxnId="{C40DC95B-0934-45D2-8D5F-B627B66CD838}">
      <dgm:prSet/>
      <dgm:spPr/>
      <dgm:t>
        <a:bodyPr/>
        <a:lstStyle/>
        <a:p>
          <a:endParaRPr lang="en-US"/>
        </a:p>
      </dgm:t>
    </dgm:pt>
    <dgm:pt modelId="{0DE73F3C-E4AE-4AAE-8217-6BBFE6E5E0F5}">
      <dgm:prSet phldrT="[Text]"/>
      <dgm:spPr/>
      <dgm:t>
        <a:bodyPr/>
        <a:lstStyle/>
        <a:p>
          <a:r>
            <a:rPr lang="en-US" dirty="0"/>
            <a:t>Link-local address configuration</a:t>
          </a:r>
        </a:p>
      </dgm:t>
    </dgm:pt>
    <dgm:pt modelId="{B826EC26-6A6D-423F-BE86-0C1587B92A47}" type="parTrans" cxnId="{D3718C0B-3904-4342-83E9-0DFD4E0F0D6F}">
      <dgm:prSet/>
      <dgm:spPr/>
      <dgm:t>
        <a:bodyPr/>
        <a:lstStyle/>
        <a:p>
          <a:endParaRPr lang="en-US"/>
        </a:p>
      </dgm:t>
    </dgm:pt>
    <dgm:pt modelId="{2028BA3B-2B14-4B81-AA89-7FF5CCE4575B}" type="sibTrans" cxnId="{D3718C0B-3904-4342-83E9-0DFD4E0F0D6F}">
      <dgm:prSet/>
      <dgm:spPr/>
      <dgm:t>
        <a:bodyPr/>
        <a:lstStyle/>
        <a:p>
          <a:endParaRPr lang="en-US"/>
        </a:p>
      </dgm:t>
    </dgm:pt>
    <dgm:pt modelId="{22A7EAE2-0DBE-449B-A653-B62F2C9DDCD4}">
      <dgm:prSet phldrT="[Text]"/>
      <dgm:spPr/>
      <dgm:t>
        <a:bodyPr/>
        <a:lstStyle/>
        <a:p>
          <a:r>
            <a:rPr lang="en-US" dirty="0"/>
            <a:t>EUI-64 interface identifier</a:t>
          </a:r>
        </a:p>
      </dgm:t>
    </dgm:pt>
    <dgm:pt modelId="{B4DF8DED-48DA-4A0D-8128-3FE5C6966ED1}" type="parTrans" cxnId="{9DB4DE41-1DB6-4191-AC5D-5963E70D37E3}">
      <dgm:prSet/>
      <dgm:spPr/>
      <dgm:t>
        <a:bodyPr/>
        <a:lstStyle/>
        <a:p>
          <a:endParaRPr lang="en-US"/>
        </a:p>
      </dgm:t>
    </dgm:pt>
    <dgm:pt modelId="{44700DB9-D392-41DC-AA61-30E7C82A2DEE}" type="sibTrans" cxnId="{9DB4DE41-1DB6-4191-AC5D-5963E70D37E3}">
      <dgm:prSet/>
      <dgm:spPr/>
      <dgm:t>
        <a:bodyPr/>
        <a:lstStyle/>
        <a:p>
          <a:endParaRPr lang="en-US"/>
        </a:p>
      </dgm:t>
    </dgm:pt>
    <dgm:pt modelId="{1CA29D22-F0F0-44F6-A1F7-7B3F2ABC3B38}">
      <dgm:prSet phldrT="[Text]"/>
      <dgm:spPr/>
      <dgm:t>
        <a:bodyPr/>
        <a:lstStyle/>
        <a:p>
          <a:r>
            <a:rPr lang="en-US" dirty="0"/>
            <a:t>Duplicate Address Detection (DAD)</a:t>
          </a:r>
        </a:p>
      </dgm:t>
    </dgm:pt>
    <dgm:pt modelId="{E50C2621-D7B1-4E32-81E0-4BEAA465455C}" type="parTrans" cxnId="{F0711CB1-AB07-4719-B4D1-32C60A5914CE}">
      <dgm:prSet/>
      <dgm:spPr/>
      <dgm:t>
        <a:bodyPr/>
        <a:lstStyle/>
        <a:p>
          <a:endParaRPr lang="en-US"/>
        </a:p>
      </dgm:t>
    </dgm:pt>
    <dgm:pt modelId="{933A083C-83D1-41AE-84E1-30C6F77DCB3C}" type="sibTrans" cxnId="{F0711CB1-AB07-4719-B4D1-32C60A5914CE}">
      <dgm:prSet/>
      <dgm:spPr/>
      <dgm:t>
        <a:bodyPr/>
        <a:lstStyle/>
        <a:p>
          <a:endParaRPr lang="en-US"/>
        </a:p>
      </dgm:t>
    </dgm:pt>
    <dgm:pt modelId="{58875294-F497-4900-91C6-027F3747AB30}" type="pres">
      <dgm:prSet presAssocID="{1D32F22E-418E-4206-A775-657153C2854A}" presName="theList" presStyleCnt="0">
        <dgm:presLayoutVars>
          <dgm:dir/>
          <dgm:animLvl val="lvl"/>
          <dgm:resizeHandles val="exact"/>
        </dgm:presLayoutVars>
      </dgm:prSet>
      <dgm:spPr/>
    </dgm:pt>
    <dgm:pt modelId="{BA5EE630-D7CE-43A7-89FA-09C460F64DCF}" type="pres">
      <dgm:prSet presAssocID="{A1E99201-A259-4D15-8577-65A6D8A65893}" presName="compNode" presStyleCnt="0"/>
      <dgm:spPr/>
    </dgm:pt>
    <dgm:pt modelId="{229D11D8-9307-4733-84BD-76CBAF47373D}" type="pres">
      <dgm:prSet presAssocID="{A1E99201-A259-4D15-8577-65A6D8A65893}" presName="aNode" presStyleLbl="bgShp" presStyleIdx="0" presStyleCnt="3"/>
      <dgm:spPr/>
    </dgm:pt>
    <dgm:pt modelId="{BEF93E07-6E96-44D2-B57B-BFB310B878E5}" type="pres">
      <dgm:prSet presAssocID="{A1E99201-A259-4D15-8577-65A6D8A65893}" presName="textNode" presStyleLbl="bgShp" presStyleIdx="0" presStyleCnt="3"/>
      <dgm:spPr/>
    </dgm:pt>
    <dgm:pt modelId="{B3026DF5-7B09-476F-879C-52BEAF8D62ED}" type="pres">
      <dgm:prSet presAssocID="{A1E99201-A259-4D15-8577-65A6D8A65893}" presName="compChildNode" presStyleCnt="0"/>
      <dgm:spPr/>
    </dgm:pt>
    <dgm:pt modelId="{161EB1EC-2B94-4F50-B04B-5C60B1CC3A85}" type="pres">
      <dgm:prSet presAssocID="{A1E99201-A259-4D15-8577-65A6D8A65893}" presName="theInnerList" presStyleCnt="0"/>
      <dgm:spPr/>
    </dgm:pt>
    <dgm:pt modelId="{9F971E71-338F-429B-BE7C-96331297681C}" type="pres">
      <dgm:prSet presAssocID="{0DE73F3C-E4AE-4AAE-8217-6BBFE6E5E0F5}" presName="childNode" presStyleLbl="node1" presStyleIdx="0" presStyleCnt="7">
        <dgm:presLayoutVars>
          <dgm:bulletEnabled val="1"/>
        </dgm:presLayoutVars>
      </dgm:prSet>
      <dgm:spPr/>
    </dgm:pt>
    <dgm:pt modelId="{640DD251-75DB-49E6-8719-258DAE1D91A2}" type="pres">
      <dgm:prSet presAssocID="{0DE73F3C-E4AE-4AAE-8217-6BBFE6E5E0F5}" presName="aSpace2" presStyleCnt="0"/>
      <dgm:spPr/>
    </dgm:pt>
    <dgm:pt modelId="{3CEDB82C-ED13-4FCB-BC13-FDA8D4377380}" type="pres">
      <dgm:prSet presAssocID="{22A7EAE2-0DBE-449B-A653-B62F2C9DDCD4}" presName="childNode" presStyleLbl="node1" presStyleIdx="1" presStyleCnt="7">
        <dgm:presLayoutVars>
          <dgm:bulletEnabled val="1"/>
        </dgm:presLayoutVars>
      </dgm:prSet>
      <dgm:spPr/>
    </dgm:pt>
    <dgm:pt modelId="{4B2937BA-2924-43FB-A3C8-C3828708D5F7}" type="pres">
      <dgm:prSet presAssocID="{22A7EAE2-0DBE-449B-A653-B62F2C9DDCD4}" presName="aSpace2" presStyleCnt="0"/>
      <dgm:spPr/>
    </dgm:pt>
    <dgm:pt modelId="{AF6D2EBF-34DF-45A2-96BB-30F49F0C7ECF}" type="pres">
      <dgm:prSet presAssocID="{1CA29D22-F0F0-44F6-A1F7-7B3F2ABC3B38}" presName="childNode" presStyleLbl="node1" presStyleIdx="2" presStyleCnt="7">
        <dgm:presLayoutVars>
          <dgm:bulletEnabled val="1"/>
        </dgm:presLayoutVars>
      </dgm:prSet>
      <dgm:spPr/>
    </dgm:pt>
    <dgm:pt modelId="{DC080BEE-B44D-475F-877F-DE263F853924}" type="pres">
      <dgm:prSet presAssocID="{A1E99201-A259-4D15-8577-65A6D8A65893}" presName="aSpace" presStyleCnt="0"/>
      <dgm:spPr/>
    </dgm:pt>
    <dgm:pt modelId="{13655AEB-733B-494E-8616-11889F0861BF}" type="pres">
      <dgm:prSet presAssocID="{9BD13723-6F07-499C-9BE3-4DA43F987566}" presName="compNode" presStyleCnt="0"/>
      <dgm:spPr/>
    </dgm:pt>
    <dgm:pt modelId="{4F21E637-AD10-453D-814E-014E2B5348DE}" type="pres">
      <dgm:prSet presAssocID="{9BD13723-6F07-499C-9BE3-4DA43F987566}" presName="aNode" presStyleLbl="bgShp" presStyleIdx="1" presStyleCnt="3"/>
      <dgm:spPr/>
    </dgm:pt>
    <dgm:pt modelId="{CDC7A094-2136-47C3-B0C8-30A839E52B13}" type="pres">
      <dgm:prSet presAssocID="{9BD13723-6F07-499C-9BE3-4DA43F987566}" presName="textNode" presStyleLbl="bgShp" presStyleIdx="1" presStyleCnt="3"/>
      <dgm:spPr/>
    </dgm:pt>
    <dgm:pt modelId="{38CE294E-52BB-462B-957D-FFDFA4021D56}" type="pres">
      <dgm:prSet presAssocID="{9BD13723-6F07-499C-9BE3-4DA43F987566}" presName="compChildNode" presStyleCnt="0"/>
      <dgm:spPr/>
    </dgm:pt>
    <dgm:pt modelId="{BEF949E9-5F8F-4EA1-A5AE-9EA9CFA90B79}" type="pres">
      <dgm:prSet presAssocID="{9BD13723-6F07-499C-9BE3-4DA43F987566}" presName="theInnerList" presStyleCnt="0"/>
      <dgm:spPr/>
    </dgm:pt>
    <dgm:pt modelId="{E5DFB183-15D6-4064-A9F0-147E17B64AC2}" type="pres">
      <dgm:prSet presAssocID="{D68A138B-0301-4A2D-83FD-B8DF4E58E99F}" presName="childNode" presStyleLbl="node1" presStyleIdx="3" presStyleCnt="7">
        <dgm:presLayoutVars>
          <dgm:bulletEnabled val="1"/>
        </dgm:presLayoutVars>
      </dgm:prSet>
      <dgm:spPr/>
    </dgm:pt>
    <dgm:pt modelId="{A3D27E41-17D8-4CEC-B4FB-F5F2749ABAD4}" type="pres">
      <dgm:prSet presAssocID="{D68A138B-0301-4A2D-83FD-B8DF4E58E99F}" presName="aSpace2" presStyleCnt="0"/>
      <dgm:spPr/>
    </dgm:pt>
    <dgm:pt modelId="{47E52A67-D0A9-442E-A9AB-5F910518E110}" type="pres">
      <dgm:prSet presAssocID="{1B487391-545F-4B81-BB83-45A7249417E7}" presName="childNode" presStyleLbl="node1" presStyleIdx="4" presStyleCnt="7">
        <dgm:presLayoutVars>
          <dgm:bulletEnabled val="1"/>
        </dgm:presLayoutVars>
      </dgm:prSet>
      <dgm:spPr/>
    </dgm:pt>
    <dgm:pt modelId="{00CC807A-2F6D-4784-9FDC-57695224EA15}" type="pres">
      <dgm:prSet presAssocID="{9BD13723-6F07-499C-9BE3-4DA43F987566}" presName="aSpace" presStyleCnt="0"/>
      <dgm:spPr/>
    </dgm:pt>
    <dgm:pt modelId="{7012C9AC-214F-416B-9A40-3827006F630F}" type="pres">
      <dgm:prSet presAssocID="{7AACC464-74DD-4091-B390-005B8761C90D}" presName="compNode" presStyleCnt="0"/>
      <dgm:spPr/>
    </dgm:pt>
    <dgm:pt modelId="{77D2B71F-647A-4A92-A318-1E1E94A53ADE}" type="pres">
      <dgm:prSet presAssocID="{7AACC464-74DD-4091-B390-005B8761C90D}" presName="aNode" presStyleLbl="bgShp" presStyleIdx="2" presStyleCnt="3"/>
      <dgm:spPr/>
    </dgm:pt>
    <dgm:pt modelId="{8E95C4FA-39A3-4DE7-A86D-FF8C727F7E8B}" type="pres">
      <dgm:prSet presAssocID="{7AACC464-74DD-4091-B390-005B8761C90D}" presName="textNode" presStyleLbl="bgShp" presStyleIdx="2" presStyleCnt="3"/>
      <dgm:spPr/>
    </dgm:pt>
    <dgm:pt modelId="{79042848-8B53-4977-AA6C-1DDB5E817035}" type="pres">
      <dgm:prSet presAssocID="{7AACC464-74DD-4091-B390-005B8761C90D}" presName="compChildNode" presStyleCnt="0"/>
      <dgm:spPr/>
    </dgm:pt>
    <dgm:pt modelId="{DF2EA0AB-DC5D-4C08-B0F3-CFF528C2286B}" type="pres">
      <dgm:prSet presAssocID="{7AACC464-74DD-4091-B390-005B8761C90D}" presName="theInnerList" presStyleCnt="0"/>
      <dgm:spPr/>
    </dgm:pt>
    <dgm:pt modelId="{EC5CA1E7-854F-49CF-846A-FA9A7BB044FB}" type="pres">
      <dgm:prSet presAssocID="{02C407A7-2E35-46E0-9B94-6829F2BF6931}" presName="childNode" presStyleLbl="node1" presStyleIdx="5" presStyleCnt="7">
        <dgm:presLayoutVars>
          <dgm:bulletEnabled val="1"/>
        </dgm:presLayoutVars>
      </dgm:prSet>
      <dgm:spPr/>
    </dgm:pt>
    <dgm:pt modelId="{19D20E68-0245-4D24-8EB3-B5E9FE2F32AB}" type="pres">
      <dgm:prSet presAssocID="{02C407A7-2E35-46E0-9B94-6829F2BF6931}" presName="aSpace2" presStyleCnt="0"/>
      <dgm:spPr/>
    </dgm:pt>
    <dgm:pt modelId="{732A3C6C-5516-4A35-B569-7061207AA337}" type="pres">
      <dgm:prSet presAssocID="{DB2DEC1D-1610-4413-9AB2-28E0210CD6E0}" presName="childNode" presStyleLbl="node1" presStyleIdx="6" presStyleCnt="7">
        <dgm:presLayoutVars>
          <dgm:bulletEnabled val="1"/>
        </dgm:presLayoutVars>
      </dgm:prSet>
      <dgm:spPr/>
    </dgm:pt>
  </dgm:ptLst>
  <dgm:cxnLst>
    <dgm:cxn modelId="{413D4B03-ACE3-47BC-B6B9-C9E6FF51BDEC}" type="presOf" srcId="{1CA29D22-F0F0-44F6-A1F7-7B3F2ABC3B38}" destId="{AF6D2EBF-34DF-45A2-96BB-30F49F0C7ECF}" srcOrd="0" destOrd="0" presId="urn:microsoft.com/office/officeart/2005/8/layout/lProcess2"/>
    <dgm:cxn modelId="{2EF8AA08-E546-460C-9246-6E88766821D3}" srcId="{7AACC464-74DD-4091-B390-005B8761C90D}" destId="{DB2DEC1D-1610-4413-9AB2-28E0210CD6E0}" srcOrd="1" destOrd="0" parTransId="{038F989F-07BC-4479-991A-0123014EEEE1}" sibTransId="{27411548-0A75-4C41-8582-503C858D2866}"/>
    <dgm:cxn modelId="{D3718C0B-3904-4342-83E9-0DFD4E0F0D6F}" srcId="{A1E99201-A259-4D15-8577-65A6D8A65893}" destId="{0DE73F3C-E4AE-4AAE-8217-6BBFE6E5E0F5}" srcOrd="0" destOrd="0" parTransId="{B826EC26-6A6D-423F-BE86-0C1587B92A47}" sibTransId="{2028BA3B-2B14-4B81-AA89-7FF5CCE4575B}"/>
    <dgm:cxn modelId="{C40DC95B-0934-45D2-8D5F-B627B66CD838}" srcId="{1D32F22E-418E-4206-A775-657153C2854A}" destId="{A1E99201-A259-4D15-8577-65A6D8A65893}" srcOrd="0" destOrd="0" parTransId="{2DFDCD88-A360-432C-8E9E-03C4C8B83027}" sibTransId="{DC7BA01F-9957-467C-8105-5EA4C26EA438}"/>
    <dgm:cxn modelId="{9DB4DE41-1DB6-4191-AC5D-5963E70D37E3}" srcId="{A1E99201-A259-4D15-8577-65A6D8A65893}" destId="{22A7EAE2-0DBE-449B-A653-B62F2C9DDCD4}" srcOrd="1" destOrd="0" parTransId="{B4DF8DED-48DA-4A0D-8128-3FE5C6966ED1}" sibTransId="{44700DB9-D392-41DC-AA61-30E7C82A2DEE}"/>
    <dgm:cxn modelId="{688DB143-B4C5-45FE-8C59-A4E04823F648}" type="presOf" srcId="{7AACC464-74DD-4091-B390-005B8761C90D}" destId="{8E95C4FA-39A3-4DE7-A86D-FF8C727F7E8B}" srcOrd="1" destOrd="0" presId="urn:microsoft.com/office/officeart/2005/8/layout/lProcess2"/>
    <dgm:cxn modelId="{EA125A48-76BF-48DD-A7A5-8605B0E8AD23}" type="presOf" srcId="{D68A138B-0301-4A2D-83FD-B8DF4E58E99F}" destId="{E5DFB183-15D6-4064-A9F0-147E17B64AC2}" srcOrd="0" destOrd="0" presId="urn:microsoft.com/office/officeart/2005/8/layout/lProcess2"/>
    <dgm:cxn modelId="{DED18870-A3F5-4A0A-B615-7B8629F03DE0}" type="presOf" srcId="{1D32F22E-418E-4206-A775-657153C2854A}" destId="{58875294-F497-4900-91C6-027F3747AB30}" srcOrd="0" destOrd="0" presId="urn:microsoft.com/office/officeart/2005/8/layout/lProcess2"/>
    <dgm:cxn modelId="{F4DDFD53-138C-4AB1-92BD-030B7F5CD9AB}" type="presOf" srcId="{02C407A7-2E35-46E0-9B94-6829F2BF6931}" destId="{EC5CA1E7-854F-49CF-846A-FA9A7BB044FB}" srcOrd="0" destOrd="0" presId="urn:microsoft.com/office/officeart/2005/8/layout/lProcess2"/>
    <dgm:cxn modelId="{19A50076-DA26-4BFE-9B00-D2EA6C38F422}" type="presOf" srcId="{1B487391-545F-4B81-BB83-45A7249417E7}" destId="{47E52A67-D0A9-442E-A9AB-5F910518E110}" srcOrd="0" destOrd="0" presId="urn:microsoft.com/office/officeart/2005/8/layout/lProcess2"/>
    <dgm:cxn modelId="{C6C036A1-EF75-4A03-86CD-DC0E1054D4EF}" type="presOf" srcId="{9BD13723-6F07-499C-9BE3-4DA43F987566}" destId="{CDC7A094-2136-47C3-B0C8-30A839E52B13}" srcOrd="1" destOrd="0" presId="urn:microsoft.com/office/officeart/2005/8/layout/lProcess2"/>
    <dgm:cxn modelId="{F0711CB1-AB07-4719-B4D1-32C60A5914CE}" srcId="{A1E99201-A259-4D15-8577-65A6D8A65893}" destId="{1CA29D22-F0F0-44F6-A1F7-7B3F2ABC3B38}" srcOrd="2" destOrd="0" parTransId="{E50C2621-D7B1-4E32-81E0-4BEAA465455C}" sibTransId="{933A083C-83D1-41AE-84E1-30C6F77DCB3C}"/>
    <dgm:cxn modelId="{4C66C0B3-755B-47BE-8004-DC2863599B7C}" srcId="{9BD13723-6F07-499C-9BE3-4DA43F987566}" destId="{1B487391-545F-4B81-BB83-45A7249417E7}" srcOrd="1" destOrd="0" parTransId="{18DF9A1B-C7B7-49AB-AAD6-6093BD43CFFA}" sibTransId="{E32DDE70-A4CB-41B9-9AE7-C060AD1CC18A}"/>
    <dgm:cxn modelId="{2D2FD0B7-055C-4F67-BA6A-39D817BB336A}" type="presOf" srcId="{DB2DEC1D-1610-4413-9AB2-28E0210CD6E0}" destId="{732A3C6C-5516-4A35-B569-7061207AA337}" srcOrd="0" destOrd="0" presId="urn:microsoft.com/office/officeart/2005/8/layout/lProcess2"/>
    <dgm:cxn modelId="{C2DC40C0-6217-4D58-907F-0CE36E29B945}" type="presOf" srcId="{9BD13723-6F07-499C-9BE3-4DA43F987566}" destId="{4F21E637-AD10-453D-814E-014E2B5348DE}" srcOrd="0" destOrd="0" presId="urn:microsoft.com/office/officeart/2005/8/layout/lProcess2"/>
    <dgm:cxn modelId="{A63EC6C0-470E-4E15-A4DA-362D00D2CE48}" type="presOf" srcId="{A1E99201-A259-4D15-8577-65A6D8A65893}" destId="{BEF93E07-6E96-44D2-B57B-BFB310B878E5}" srcOrd="1" destOrd="0" presId="urn:microsoft.com/office/officeart/2005/8/layout/lProcess2"/>
    <dgm:cxn modelId="{356975C4-5B51-4338-B38F-148C32DF40B3}" type="presOf" srcId="{22A7EAE2-0DBE-449B-A653-B62F2C9DDCD4}" destId="{3CEDB82C-ED13-4FCB-BC13-FDA8D4377380}" srcOrd="0" destOrd="0" presId="urn:microsoft.com/office/officeart/2005/8/layout/lProcess2"/>
    <dgm:cxn modelId="{2EA77ACE-8B4B-4BA1-B4F4-B55D5C955EE0}" srcId="{1D32F22E-418E-4206-A775-657153C2854A}" destId="{9BD13723-6F07-499C-9BE3-4DA43F987566}" srcOrd="1" destOrd="0" parTransId="{AEF32CE2-17C8-455A-9434-92424C7216AE}" sibTransId="{68D2EEBF-7DB0-4DD1-9152-492A1B987941}"/>
    <dgm:cxn modelId="{39EB41D0-004A-4487-BDB1-6ABF54C7C19F}" srcId="{7AACC464-74DD-4091-B390-005B8761C90D}" destId="{02C407A7-2E35-46E0-9B94-6829F2BF6931}" srcOrd="0" destOrd="0" parTransId="{DA791436-CF72-4A63-9DFE-AE4E6F8837A2}" sibTransId="{40487EC6-9F10-4569-91A0-2853512A9DAF}"/>
    <dgm:cxn modelId="{FBD181D1-E1D3-411C-9743-A4318907D366}" srcId="{1D32F22E-418E-4206-A775-657153C2854A}" destId="{7AACC464-74DD-4091-B390-005B8761C90D}" srcOrd="2" destOrd="0" parTransId="{9E275544-5069-4911-B166-7F670C8B31FE}" sibTransId="{F6374D16-FBE0-4634-A24B-52F0FC74454B}"/>
    <dgm:cxn modelId="{BC0B4CD4-7A3A-4749-B80E-5BBEED2B5868}" type="presOf" srcId="{A1E99201-A259-4D15-8577-65A6D8A65893}" destId="{229D11D8-9307-4733-84BD-76CBAF47373D}" srcOrd="0" destOrd="0" presId="urn:microsoft.com/office/officeart/2005/8/layout/lProcess2"/>
    <dgm:cxn modelId="{409877E1-1DA8-4475-A0A0-CBD3EC1D1989}" type="presOf" srcId="{0DE73F3C-E4AE-4AAE-8217-6BBFE6E5E0F5}" destId="{9F971E71-338F-429B-BE7C-96331297681C}" srcOrd="0" destOrd="0" presId="urn:microsoft.com/office/officeart/2005/8/layout/lProcess2"/>
    <dgm:cxn modelId="{D73333F5-7A5C-4119-B6D6-1B0D29F031F7}" srcId="{9BD13723-6F07-499C-9BE3-4DA43F987566}" destId="{D68A138B-0301-4A2D-83FD-B8DF4E58E99F}" srcOrd="0" destOrd="0" parTransId="{37B9DD8F-ED93-4B14-AA89-3E281DA3F4F8}" sibTransId="{0C22FB49-9D9D-4F62-B7E2-2252B50CCCFF}"/>
    <dgm:cxn modelId="{4DCA83FD-6473-4284-95B0-E27B03E305DE}" type="presOf" srcId="{7AACC464-74DD-4091-B390-005B8761C90D}" destId="{77D2B71F-647A-4A92-A318-1E1E94A53ADE}" srcOrd="0" destOrd="0" presId="urn:microsoft.com/office/officeart/2005/8/layout/lProcess2"/>
    <dgm:cxn modelId="{8ACD8BE5-FEFE-447C-A516-A2F371349172}" type="presParOf" srcId="{58875294-F497-4900-91C6-027F3747AB30}" destId="{BA5EE630-D7CE-43A7-89FA-09C460F64DCF}" srcOrd="0" destOrd="0" presId="urn:microsoft.com/office/officeart/2005/8/layout/lProcess2"/>
    <dgm:cxn modelId="{13081377-C6FD-4099-A2E1-82A4F2FA2DBF}" type="presParOf" srcId="{BA5EE630-D7CE-43A7-89FA-09C460F64DCF}" destId="{229D11D8-9307-4733-84BD-76CBAF47373D}" srcOrd="0" destOrd="0" presId="urn:microsoft.com/office/officeart/2005/8/layout/lProcess2"/>
    <dgm:cxn modelId="{2673A841-93E9-4D80-B757-5EC04871318F}" type="presParOf" srcId="{BA5EE630-D7CE-43A7-89FA-09C460F64DCF}" destId="{BEF93E07-6E96-44D2-B57B-BFB310B878E5}" srcOrd="1" destOrd="0" presId="urn:microsoft.com/office/officeart/2005/8/layout/lProcess2"/>
    <dgm:cxn modelId="{AE3CB149-2192-415E-929B-803ACE5861F7}" type="presParOf" srcId="{BA5EE630-D7CE-43A7-89FA-09C460F64DCF}" destId="{B3026DF5-7B09-476F-879C-52BEAF8D62ED}" srcOrd="2" destOrd="0" presId="urn:microsoft.com/office/officeart/2005/8/layout/lProcess2"/>
    <dgm:cxn modelId="{BB096F0E-1748-447E-8F95-9A015E392803}" type="presParOf" srcId="{B3026DF5-7B09-476F-879C-52BEAF8D62ED}" destId="{161EB1EC-2B94-4F50-B04B-5C60B1CC3A85}" srcOrd="0" destOrd="0" presId="urn:microsoft.com/office/officeart/2005/8/layout/lProcess2"/>
    <dgm:cxn modelId="{6DE67264-58AF-4AA5-BC6E-CF127B36118B}" type="presParOf" srcId="{161EB1EC-2B94-4F50-B04B-5C60B1CC3A85}" destId="{9F971E71-338F-429B-BE7C-96331297681C}" srcOrd="0" destOrd="0" presId="urn:microsoft.com/office/officeart/2005/8/layout/lProcess2"/>
    <dgm:cxn modelId="{93386B79-40C6-412C-90D8-3E7E9A6ECF6B}" type="presParOf" srcId="{161EB1EC-2B94-4F50-B04B-5C60B1CC3A85}" destId="{640DD251-75DB-49E6-8719-258DAE1D91A2}" srcOrd="1" destOrd="0" presId="urn:microsoft.com/office/officeart/2005/8/layout/lProcess2"/>
    <dgm:cxn modelId="{F82BDCA8-EA30-4EBF-A435-8CF0EA45D906}" type="presParOf" srcId="{161EB1EC-2B94-4F50-B04B-5C60B1CC3A85}" destId="{3CEDB82C-ED13-4FCB-BC13-FDA8D4377380}" srcOrd="2" destOrd="0" presId="urn:microsoft.com/office/officeart/2005/8/layout/lProcess2"/>
    <dgm:cxn modelId="{5C35CA71-9B29-4DA0-B428-7556DC121FE0}" type="presParOf" srcId="{161EB1EC-2B94-4F50-B04B-5C60B1CC3A85}" destId="{4B2937BA-2924-43FB-A3C8-C3828708D5F7}" srcOrd="3" destOrd="0" presId="urn:microsoft.com/office/officeart/2005/8/layout/lProcess2"/>
    <dgm:cxn modelId="{F402260A-51E6-44AF-B59D-04315D9DCC7D}" type="presParOf" srcId="{161EB1EC-2B94-4F50-B04B-5C60B1CC3A85}" destId="{AF6D2EBF-34DF-45A2-96BB-30F49F0C7ECF}" srcOrd="4" destOrd="0" presId="urn:microsoft.com/office/officeart/2005/8/layout/lProcess2"/>
    <dgm:cxn modelId="{82691F20-9358-43EF-88EE-5D692B3BABFF}" type="presParOf" srcId="{58875294-F497-4900-91C6-027F3747AB30}" destId="{DC080BEE-B44D-475F-877F-DE263F853924}" srcOrd="1" destOrd="0" presId="urn:microsoft.com/office/officeart/2005/8/layout/lProcess2"/>
    <dgm:cxn modelId="{BBF4782E-FFD9-4305-A4D5-18862472C7FC}" type="presParOf" srcId="{58875294-F497-4900-91C6-027F3747AB30}" destId="{13655AEB-733B-494E-8616-11889F0861BF}" srcOrd="2" destOrd="0" presId="urn:microsoft.com/office/officeart/2005/8/layout/lProcess2"/>
    <dgm:cxn modelId="{0ED850B6-5089-498B-B489-A860E1DB71DB}" type="presParOf" srcId="{13655AEB-733B-494E-8616-11889F0861BF}" destId="{4F21E637-AD10-453D-814E-014E2B5348DE}" srcOrd="0" destOrd="0" presId="urn:microsoft.com/office/officeart/2005/8/layout/lProcess2"/>
    <dgm:cxn modelId="{067E4E89-F7F7-405C-AE4D-44A5C413FDCF}" type="presParOf" srcId="{13655AEB-733B-494E-8616-11889F0861BF}" destId="{CDC7A094-2136-47C3-B0C8-30A839E52B13}" srcOrd="1" destOrd="0" presId="urn:microsoft.com/office/officeart/2005/8/layout/lProcess2"/>
    <dgm:cxn modelId="{AAF30664-33C7-457D-BFA6-566A53AE6122}" type="presParOf" srcId="{13655AEB-733B-494E-8616-11889F0861BF}" destId="{38CE294E-52BB-462B-957D-FFDFA4021D56}" srcOrd="2" destOrd="0" presId="urn:microsoft.com/office/officeart/2005/8/layout/lProcess2"/>
    <dgm:cxn modelId="{DD6B1E1D-CE48-4A2E-871C-CFF69544359B}" type="presParOf" srcId="{38CE294E-52BB-462B-957D-FFDFA4021D56}" destId="{BEF949E9-5F8F-4EA1-A5AE-9EA9CFA90B79}" srcOrd="0" destOrd="0" presId="urn:microsoft.com/office/officeart/2005/8/layout/lProcess2"/>
    <dgm:cxn modelId="{6E526F2D-C3E5-4313-8482-C131C448F820}" type="presParOf" srcId="{BEF949E9-5F8F-4EA1-A5AE-9EA9CFA90B79}" destId="{E5DFB183-15D6-4064-A9F0-147E17B64AC2}" srcOrd="0" destOrd="0" presId="urn:microsoft.com/office/officeart/2005/8/layout/lProcess2"/>
    <dgm:cxn modelId="{0C9C6969-250C-419C-926D-6C36155FEF2B}" type="presParOf" srcId="{BEF949E9-5F8F-4EA1-A5AE-9EA9CFA90B79}" destId="{A3D27E41-17D8-4CEC-B4FB-F5F2749ABAD4}" srcOrd="1" destOrd="0" presId="urn:microsoft.com/office/officeart/2005/8/layout/lProcess2"/>
    <dgm:cxn modelId="{06B0C797-159C-4B3B-B9DB-F1532DE22218}" type="presParOf" srcId="{BEF949E9-5F8F-4EA1-A5AE-9EA9CFA90B79}" destId="{47E52A67-D0A9-442E-A9AB-5F910518E110}" srcOrd="2" destOrd="0" presId="urn:microsoft.com/office/officeart/2005/8/layout/lProcess2"/>
    <dgm:cxn modelId="{60FDEEAC-4FCF-40F7-B057-9B2EF1CB00C8}" type="presParOf" srcId="{58875294-F497-4900-91C6-027F3747AB30}" destId="{00CC807A-2F6D-4784-9FDC-57695224EA15}" srcOrd="3" destOrd="0" presId="urn:microsoft.com/office/officeart/2005/8/layout/lProcess2"/>
    <dgm:cxn modelId="{32471926-FB1D-464F-BC52-D96C3FAF490B}" type="presParOf" srcId="{58875294-F497-4900-91C6-027F3747AB30}" destId="{7012C9AC-214F-416B-9A40-3827006F630F}" srcOrd="4" destOrd="0" presId="urn:microsoft.com/office/officeart/2005/8/layout/lProcess2"/>
    <dgm:cxn modelId="{A1365D27-E163-4CFF-839C-D2C1F24995AE}" type="presParOf" srcId="{7012C9AC-214F-416B-9A40-3827006F630F}" destId="{77D2B71F-647A-4A92-A318-1E1E94A53ADE}" srcOrd="0" destOrd="0" presId="urn:microsoft.com/office/officeart/2005/8/layout/lProcess2"/>
    <dgm:cxn modelId="{B8B14FAF-7226-4054-B11E-B6964F64C02D}" type="presParOf" srcId="{7012C9AC-214F-416B-9A40-3827006F630F}" destId="{8E95C4FA-39A3-4DE7-A86D-FF8C727F7E8B}" srcOrd="1" destOrd="0" presId="urn:microsoft.com/office/officeart/2005/8/layout/lProcess2"/>
    <dgm:cxn modelId="{27317BD7-9FCE-4D4B-BBE0-087DC09A82D4}" type="presParOf" srcId="{7012C9AC-214F-416B-9A40-3827006F630F}" destId="{79042848-8B53-4977-AA6C-1DDB5E817035}" srcOrd="2" destOrd="0" presId="urn:microsoft.com/office/officeart/2005/8/layout/lProcess2"/>
    <dgm:cxn modelId="{5D954DEF-2249-4E5B-BD39-41EF5C6E5101}" type="presParOf" srcId="{79042848-8B53-4977-AA6C-1DDB5E817035}" destId="{DF2EA0AB-DC5D-4C08-B0F3-CFF528C2286B}" srcOrd="0" destOrd="0" presId="urn:microsoft.com/office/officeart/2005/8/layout/lProcess2"/>
    <dgm:cxn modelId="{7801308E-E5B5-48B7-B876-EA664AA577FE}" type="presParOf" srcId="{DF2EA0AB-DC5D-4C08-B0F3-CFF528C2286B}" destId="{EC5CA1E7-854F-49CF-846A-FA9A7BB044FB}" srcOrd="0" destOrd="0" presId="urn:microsoft.com/office/officeart/2005/8/layout/lProcess2"/>
    <dgm:cxn modelId="{A1E1F56A-F1B4-48E9-A3D1-9CEC4FD91B00}" type="presParOf" srcId="{DF2EA0AB-DC5D-4C08-B0F3-CFF528C2286B}" destId="{19D20E68-0245-4D24-8EB3-B5E9FE2F32AB}" srcOrd="1" destOrd="0" presId="urn:microsoft.com/office/officeart/2005/8/layout/lProcess2"/>
    <dgm:cxn modelId="{AC42DB70-4342-460E-9B1C-C39D7D9B8D91}" type="presParOf" srcId="{DF2EA0AB-DC5D-4C08-B0F3-CFF528C2286B}" destId="{732A3C6C-5516-4A35-B569-7061207AA337}"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D32F22E-418E-4206-A775-657153C2854A}"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58875294-F497-4900-91C6-027F3747AB30}" type="pres">
      <dgm:prSet presAssocID="{1D32F22E-418E-4206-A775-657153C2854A}" presName="theList" presStyleCnt="0">
        <dgm:presLayoutVars>
          <dgm:dir/>
          <dgm:animLvl val="lvl"/>
          <dgm:resizeHandles val="exact"/>
        </dgm:presLayoutVars>
      </dgm:prSet>
      <dgm:spPr/>
    </dgm:pt>
  </dgm:ptLst>
  <dgm:cxnLst>
    <dgm:cxn modelId="{DED18870-A3F5-4A0A-B615-7B8629F03DE0}" type="presOf" srcId="{1D32F22E-418E-4206-A775-657153C2854A}" destId="{58875294-F497-4900-91C6-027F3747AB30}"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0CB92B1-61CF-4694-BDA1-6C7D44473373}"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2C94C5F8-85BF-410D-B335-964C0ABA6DBE}">
      <dgm:prSet phldrT="[Text]" custT="1"/>
      <dgm:spPr>
        <a:solidFill>
          <a:schemeClr val="bg1">
            <a:lumMod val="95000"/>
          </a:schemeClr>
        </a:solidFill>
        <a:ln>
          <a:solidFill>
            <a:schemeClr val="bg1">
              <a:lumMod val="85000"/>
            </a:schemeClr>
          </a:solidFill>
        </a:ln>
      </dgm:spPr>
      <dgm:t>
        <a:bodyPr/>
        <a:lstStyle/>
        <a:p>
          <a:r>
            <a:rPr lang="en-US" sz="2200" dirty="0">
              <a:solidFill>
                <a:srgbClr val="20282F"/>
              </a:solidFill>
            </a:rPr>
            <a:t>Function</a:t>
          </a:r>
        </a:p>
      </dgm:t>
    </dgm:pt>
    <dgm:pt modelId="{259271B1-22B5-4D7E-A480-60C88CA625D8}" type="parTrans" cxnId="{15111742-8E31-4600-B19E-438FA830C4C2}">
      <dgm:prSet/>
      <dgm:spPr/>
      <dgm:t>
        <a:bodyPr/>
        <a:lstStyle/>
        <a:p>
          <a:endParaRPr lang="en-US"/>
        </a:p>
      </dgm:t>
    </dgm:pt>
    <dgm:pt modelId="{1905B144-04D1-4144-B133-B9DF78A3E8E0}" type="sibTrans" cxnId="{15111742-8E31-4600-B19E-438FA830C4C2}">
      <dgm:prSet/>
      <dgm:spPr/>
      <dgm:t>
        <a:bodyPr/>
        <a:lstStyle/>
        <a:p>
          <a:endParaRPr lang="en-US"/>
        </a:p>
      </dgm:t>
    </dgm:pt>
    <dgm:pt modelId="{4EFF0517-35DA-4073-BF3F-68BB45553314}">
      <dgm:prSet phldrT="[Text]" custT="1"/>
      <dgm:spPr>
        <a:solidFill>
          <a:schemeClr val="bg1">
            <a:lumMod val="95000"/>
          </a:schemeClr>
        </a:solidFill>
        <a:ln>
          <a:solidFill>
            <a:schemeClr val="bg1">
              <a:lumMod val="85000"/>
            </a:schemeClr>
          </a:solidFill>
        </a:ln>
      </dgm:spPr>
      <dgm:t>
        <a:bodyPr/>
        <a:lstStyle/>
        <a:p>
          <a:r>
            <a:rPr lang="en-US" sz="2200" dirty="0">
              <a:solidFill>
                <a:srgbClr val="20282F"/>
              </a:solidFill>
            </a:rPr>
            <a:t>Advantages</a:t>
          </a:r>
        </a:p>
      </dgm:t>
    </dgm:pt>
    <dgm:pt modelId="{E75BE40B-2E65-4B33-99EF-ACFB3E2AD28B}" type="parTrans" cxnId="{C507F1EA-C07A-4672-B422-9CAE6E3E9728}">
      <dgm:prSet/>
      <dgm:spPr/>
      <dgm:t>
        <a:bodyPr/>
        <a:lstStyle/>
        <a:p>
          <a:endParaRPr lang="en-US"/>
        </a:p>
      </dgm:t>
    </dgm:pt>
    <dgm:pt modelId="{482F06D3-D0F9-4173-AC32-FD8E733EDA3A}" type="sibTrans" cxnId="{C507F1EA-C07A-4672-B422-9CAE6E3E9728}">
      <dgm:prSet/>
      <dgm:spPr/>
      <dgm:t>
        <a:bodyPr/>
        <a:lstStyle/>
        <a:p>
          <a:endParaRPr lang="en-US"/>
        </a:p>
      </dgm:t>
    </dgm:pt>
    <dgm:pt modelId="{2CEE3EA4-0AAE-4CE0-BC4B-BB9AEE87DC23}">
      <dgm:prSet phldrT="[Text]"/>
      <dgm:spPr/>
      <dgm:t>
        <a:bodyPr/>
        <a:lstStyle/>
        <a:p>
          <a:r>
            <a:rPr lang="en-US" dirty="0"/>
            <a:t>DHCPv6 request </a:t>
          </a:r>
          <a:br>
            <a:rPr lang="en-US" dirty="0"/>
          </a:br>
          <a:r>
            <a:rPr lang="en-US" dirty="0"/>
            <a:t>and response</a:t>
          </a:r>
        </a:p>
      </dgm:t>
    </dgm:pt>
    <dgm:pt modelId="{85BC8DA6-26C9-4971-95FA-76FCA70E5644}" type="parTrans" cxnId="{B6EACF07-D5C7-4F2E-88BD-68FA47157C90}">
      <dgm:prSet/>
      <dgm:spPr/>
      <dgm:t>
        <a:bodyPr/>
        <a:lstStyle/>
        <a:p>
          <a:endParaRPr lang="en-US"/>
        </a:p>
      </dgm:t>
    </dgm:pt>
    <dgm:pt modelId="{1C8A0DD3-3FDB-463F-925D-F7818C9A2ADA}" type="sibTrans" cxnId="{B6EACF07-D5C7-4F2E-88BD-68FA47157C90}">
      <dgm:prSet/>
      <dgm:spPr/>
      <dgm:t>
        <a:bodyPr/>
        <a:lstStyle/>
        <a:p>
          <a:endParaRPr lang="en-US"/>
        </a:p>
      </dgm:t>
    </dgm:pt>
    <dgm:pt modelId="{F9695603-CC64-42F0-9883-27ACF8B0EA89}">
      <dgm:prSet phldrT="[Text]"/>
      <dgm:spPr/>
      <dgm:t>
        <a:bodyPr/>
        <a:lstStyle/>
        <a:p>
          <a:r>
            <a:rPr lang="en-US" dirty="0"/>
            <a:t>Address assignment and management</a:t>
          </a:r>
        </a:p>
      </dgm:t>
    </dgm:pt>
    <dgm:pt modelId="{8F844BC2-0E47-455F-B736-403489E1CE91}" type="parTrans" cxnId="{4AB3015F-E77C-447F-ADD7-9948CE219E86}">
      <dgm:prSet/>
      <dgm:spPr/>
      <dgm:t>
        <a:bodyPr/>
        <a:lstStyle/>
        <a:p>
          <a:endParaRPr lang="en-US"/>
        </a:p>
      </dgm:t>
    </dgm:pt>
    <dgm:pt modelId="{EBCCA6CF-5BED-4D63-898D-4E71F4D389D6}" type="sibTrans" cxnId="{4AB3015F-E77C-447F-ADD7-9948CE219E86}">
      <dgm:prSet/>
      <dgm:spPr/>
      <dgm:t>
        <a:bodyPr/>
        <a:lstStyle/>
        <a:p>
          <a:endParaRPr lang="en-US"/>
        </a:p>
      </dgm:t>
    </dgm:pt>
    <dgm:pt modelId="{A186F5A8-C401-4BB3-B5E4-B9A3592087FE}">
      <dgm:prSet phldrT="[Text]"/>
      <dgm:spPr/>
      <dgm:t>
        <a:bodyPr/>
        <a:lstStyle/>
        <a:p>
          <a:r>
            <a:rPr lang="en-US" dirty="0"/>
            <a:t>Lease time and renewal</a:t>
          </a:r>
        </a:p>
      </dgm:t>
    </dgm:pt>
    <dgm:pt modelId="{A3AE5934-F1F0-45E0-BC60-26E21226A655}" type="parTrans" cxnId="{C4BC5503-8DEF-4DD7-B805-A51B02B7FAEA}">
      <dgm:prSet/>
      <dgm:spPr/>
      <dgm:t>
        <a:bodyPr/>
        <a:lstStyle/>
        <a:p>
          <a:endParaRPr lang="en-US"/>
        </a:p>
      </dgm:t>
    </dgm:pt>
    <dgm:pt modelId="{70BFF5F3-9F30-4C93-84CF-5B4CFD26FF6E}" type="sibTrans" cxnId="{C4BC5503-8DEF-4DD7-B805-A51B02B7FAEA}">
      <dgm:prSet/>
      <dgm:spPr/>
      <dgm:t>
        <a:bodyPr/>
        <a:lstStyle/>
        <a:p>
          <a:endParaRPr lang="en-US"/>
        </a:p>
      </dgm:t>
    </dgm:pt>
    <dgm:pt modelId="{29D4DEBB-440F-42C2-8A6C-D9DB64FD8DD1}">
      <dgm:prSet phldrT="[Text]"/>
      <dgm:spPr/>
      <dgm:t>
        <a:bodyPr/>
        <a:lstStyle/>
        <a:p>
          <a:r>
            <a:rPr lang="en-US" dirty="0"/>
            <a:t>Centralized control </a:t>
          </a:r>
        </a:p>
      </dgm:t>
    </dgm:pt>
    <dgm:pt modelId="{73219716-7F5E-4648-9C28-EFD85C2D1535}" type="parTrans" cxnId="{49C0AFC2-6A86-4D7F-A733-8D5D3F721E71}">
      <dgm:prSet/>
      <dgm:spPr/>
      <dgm:t>
        <a:bodyPr/>
        <a:lstStyle/>
        <a:p>
          <a:endParaRPr lang="en-US"/>
        </a:p>
      </dgm:t>
    </dgm:pt>
    <dgm:pt modelId="{E47FA173-4FAF-4D8D-A0BB-89650080F334}" type="sibTrans" cxnId="{49C0AFC2-6A86-4D7F-A733-8D5D3F721E71}">
      <dgm:prSet/>
      <dgm:spPr/>
      <dgm:t>
        <a:bodyPr/>
        <a:lstStyle/>
        <a:p>
          <a:endParaRPr lang="en-US"/>
        </a:p>
      </dgm:t>
    </dgm:pt>
    <dgm:pt modelId="{F583F74C-61A6-433A-A697-124328A04509}">
      <dgm:prSet phldrT="[Text]"/>
      <dgm:spPr/>
      <dgm:t>
        <a:bodyPr/>
        <a:lstStyle/>
        <a:p>
          <a:r>
            <a:rPr lang="en-US" dirty="0"/>
            <a:t>Extensive network configuration options</a:t>
          </a:r>
        </a:p>
      </dgm:t>
    </dgm:pt>
    <dgm:pt modelId="{14E16370-8CED-4433-BC75-16D2BA7D7583}" type="parTrans" cxnId="{38B00F89-304E-46E2-9986-AB82CEDA3294}">
      <dgm:prSet/>
      <dgm:spPr/>
      <dgm:t>
        <a:bodyPr/>
        <a:lstStyle/>
        <a:p>
          <a:endParaRPr lang="en-US"/>
        </a:p>
      </dgm:t>
    </dgm:pt>
    <dgm:pt modelId="{FA248B89-1798-407B-AF51-4A81F7BCDE3C}" type="sibTrans" cxnId="{38B00F89-304E-46E2-9986-AB82CEDA3294}">
      <dgm:prSet/>
      <dgm:spPr/>
      <dgm:t>
        <a:bodyPr/>
        <a:lstStyle/>
        <a:p>
          <a:endParaRPr lang="en-US"/>
        </a:p>
      </dgm:t>
    </dgm:pt>
    <dgm:pt modelId="{8C729798-3EEF-4186-8ECF-A0BB988172DB}">
      <dgm:prSet phldrT="[Text]" custT="1"/>
      <dgm:spPr>
        <a:solidFill>
          <a:schemeClr val="bg1">
            <a:lumMod val="95000"/>
          </a:schemeClr>
        </a:solidFill>
        <a:ln>
          <a:solidFill>
            <a:schemeClr val="bg1">
              <a:lumMod val="85000"/>
            </a:schemeClr>
          </a:solidFill>
        </a:ln>
      </dgm:spPr>
      <dgm:t>
        <a:bodyPr/>
        <a:lstStyle/>
        <a:p>
          <a:r>
            <a:rPr lang="en-US" sz="2200" dirty="0">
              <a:solidFill>
                <a:srgbClr val="20282F"/>
              </a:solidFill>
            </a:rPr>
            <a:t>Limitations</a:t>
          </a:r>
        </a:p>
      </dgm:t>
    </dgm:pt>
    <dgm:pt modelId="{97307157-CC28-40FA-841E-A2310C82DFC8}" type="parTrans" cxnId="{B992C915-189A-4D87-BC90-2D07EBDFF607}">
      <dgm:prSet/>
      <dgm:spPr/>
      <dgm:t>
        <a:bodyPr/>
        <a:lstStyle/>
        <a:p>
          <a:endParaRPr lang="en-US"/>
        </a:p>
      </dgm:t>
    </dgm:pt>
    <dgm:pt modelId="{A35E7CD9-9630-4A1F-BCE2-6640D27E3A0D}" type="sibTrans" cxnId="{B992C915-189A-4D87-BC90-2D07EBDFF607}">
      <dgm:prSet/>
      <dgm:spPr/>
      <dgm:t>
        <a:bodyPr/>
        <a:lstStyle/>
        <a:p>
          <a:endParaRPr lang="en-US"/>
        </a:p>
      </dgm:t>
    </dgm:pt>
    <dgm:pt modelId="{D6FF06CD-C5EA-427E-8492-B7F2A4926092}">
      <dgm:prSet phldrT="[Text]"/>
      <dgm:spPr/>
      <dgm:t>
        <a:bodyPr/>
        <a:lstStyle/>
        <a:p>
          <a:r>
            <a:rPr lang="en-US" dirty="0"/>
            <a:t>Requires dedicates server setup</a:t>
          </a:r>
        </a:p>
      </dgm:t>
    </dgm:pt>
    <dgm:pt modelId="{4C725AF7-70A8-4CFF-BE81-2802CAAFD49B}" type="parTrans" cxnId="{7F899135-0094-43D3-8DD6-41E2421A6DF5}">
      <dgm:prSet/>
      <dgm:spPr/>
      <dgm:t>
        <a:bodyPr/>
        <a:lstStyle/>
        <a:p>
          <a:endParaRPr lang="en-US"/>
        </a:p>
      </dgm:t>
    </dgm:pt>
    <dgm:pt modelId="{FC845E56-141D-44B9-9D4A-2245BFDB1717}" type="sibTrans" cxnId="{7F899135-0094-43D3-8DD6-41E2421A6DF5}">
      <dgm:prSet/>
      <dgm:spPr/>
      <dgm:t>
        <a:bodyPr/>
        <a:lstStyle/>
        <a:p>
          <a:endParaRPr lang="en-US"/>
        </a:p>
      </dgm:t>
    </dgm:pt>
    <dgm:pt modelId="{3698633A-5C46-47D1-8FBF-1F885D8D70B4}">
      <dgm:prSet phldrT="[Text]"/>
      <dgm:spPr/>
      <dgm:t>
        <a:bodyPr/>
        <a:lstStyle/>
        <a:p>
          <a:r>
            <a:rPr lang="en-US" dirty="0"/>
            <a:t>More complex than SLAAC</a:t>
          </a:r>
        </a:p>
      </dgm:t>
    </dgm:pt>
    <dgm:pt modelId="{55D5090A-60D7-4E9F-814F-8DDA7EA0B215}" type="parTrans" cxnId="{53BF0ACA-D743-4D6B-8334-C158B4526D7F}">
      <dgm:prSet/>
      <dgm:spPr/>
      <dgm:t>
        <a:bodyPr/>
        <a:lstStyle/>
        <a:p>
          <a:endParaRPr lang="en-US"/>
        </a:p>
      </dgm:t>
    </dgm:pt>
    <dgm:pt modelId="{18A5F5BD-FFFF-4F31-90DB-2189781115C0}" type="sibTrans" cxnId="{53BF0ACA-D743-4D6B-8334-C158B4526D7F}">
      <dgm:prSet/>
      <dgm:spPr/>
      <dgm:t>
        <a:bodyPr/>
        <a:lstStyle/>
        <a:p>
          <a:endParaRPr lang="en-US"/>
        </a:p>
      </dgm:t>
    </dgm:pt>
    <dgm:pt modelId="{488C0942-9DF4-4BA1-B500-E48DAA850B9F}" type="pres">
      <dgm:prSet presAssocID="{20CB92B1-61CF-4694-BDA1-6C7D44473373}" presName="theList" presStyleCnt="0">
        <dgm:presLayoutVars>
          <dgm:dir/>
          <dgm:animLvl val="lvl"/>
          <dgm:resizeHandles val="exact"/>
        </dgm:presLayoutVars>
      </dgm:prSet>
      <dgm:spPr/>
    </dgm:pt>
    <dgm:pt modelId="{E442B257-3140-4D96-A69F-1DF65074E9A1}" type="pres">
      <dgm:prSet presAssocID="{2C94C5F8-85BF-410D-B335-964C0ABA6DBE}" presName="compNode" presStyleCnt="0"/>
      <dgm:spPr/>
    </dgm:pt>
    <dgm:pt modelId="{6ADE69C3-B1F8-4608-A405-70867FE79E7B}" type="pres">
      <dgm:prSet presAssocID="{2C94C5F8-85BF-410D-B335-964C0ABA6DBE}" presName="aNode" presStyleLbl="bgShp" presStyleIdx="0" presStyleCnt="3"/>
      <dgm:spPr/>
    </dgm:pt>
    <dgm:pt modelId="{67CA2D3C-6069-47CC-9FC3-C4D2A9736069}" type="pres">
      <dgm:prSet presAssocID="{2C94C5F8-85BF-410D-B335-964C0ABA6DBE}" presName="textNode" presStyleLbl="bgShp" presStyleIdx="0" presStyleCnt="3"/>
      <dgm:spPr/>
    </dgm:pt>
    <dgm:pt modelId="{D0727CD0-9A3D-4AD9-90AB-E6824C0715A2}" type="pres">
      <dgm:prSet presAssocID="{2C94C5F8-85BF-410D-B335-964C0ABA6DBE}" presName="compChildNode" presStyleCnt="0"/>
      <dgm:spPr/>
    </dgm:pt>
    <dgm:pt modelId="{83AFB36D-73D5-45C0-8962-49231EA54089}" type="pres">
      <dgm:prSet presAssocID="{2C94C5F8-85BF-410D-B335-964C0ABA6DBE}" presName="theInnerList" presStyleCnt="0"/>
      <dgm:spPr/>
    </dgm:pt>
    <dgm:pt modelId="{8E52F156-A0F2-4304-8110-3323F6949FCA}" type="pres">
      <dgm:prSet presAssocID="{2CEE3EA4-0AAE-4CE0-BC4B-BB9AEE87DC23}" presName="childNode" presStyleLbl="node1" presStyleIdx="0" presStyleCnt="7">
        <dgm:presLayoutVars>
          <dgm:bulletEnabled val="1"/>
        </dgm:presLayoutVars>
      </dgm:prSet>
      <dgm:spPr/>
    </dgm:pt>
    <dgm:pt modelId="{1C2F1E76-7405-4D6A-88CC-8221C83964BD}" type="pres">
      <dgm:prSet presAssocID="{2CEE3EA4-0AAE-4CE0-BC4B-BB9AEE87DC23}" presName="aSpace2" presStyleCnt="0"/>
      <dgm:spPr/>
    </dgm:pt>
    <dgm:pt modelId="{AAAF8E52-7C74-4475-A913-C121107DF381}" type="pres">
      <dgm:prSet presAssocID="{F9695603-CC64-42F0-9883-27ACF8B0EA89}" presName="childNode" presStyleLbl="node1" presStyleIdx="1" presStyleCnt="7">
        <dgm:presLayoutVars>
          <dgm:bulletEnabled val="1"/>
        </dgm:presLayoutVars>
      </dgm:prSet>
      <dgm:spPr/>
    </dgm:pt>
    <dgm:pt modelId="{6B01159D-5027-4B6A-AB1E-6282B45CAEC0}" type="pres">
      <dgm:prSet presAssocID="{F9695603-CC64-42F0-9883-27ACF8B0EA89}" presName="aSpace2" presStyleCnt="0"/>
      <dgm:spPr/>
    </dgm:pt>
    <dgm:pt modelId="{B6186716-B15B-460F-8322-44A0185E40B9}" type="pres">
      <dgm:prSet presAssocID="{A186F5A8-C401-4BB3-B5E4-B9A3592087FE}" presName="childNode" presStyleLbl="node1" presStyleIdx="2" presStyleCnt="7">
        <dgm:presLayoutVars>
          <dgm:bulletEnabled val="1"/>
        </dgm:presLayoutVars>
      </dgm:prSet>
      <dgm:spPr/>
    </dgm:pt>
    <dgm:pt modelId="{177B2C74-5D19-423A-A820-6ED91867EDF2}" type="pres">
      <dgm:prSet presAssocID="{2C94C5F8-85BF-410D-B335-964C0ABA6DBE}" presName="aSpace" presStyleCnt="0"/>
      <dgm:spPr/>
    </dgm:pt>
    <dgm:pt modelId="{5714E36F-FBA2-4C4A-8353-424C8BDD19BD}" type="pres">
      <dgm:prSet presAssocID="{4EFF0517-35DA-4073-BF3F-68BB45553314}" presName="compNode" presStyleCnt="0"/>
      <dgm:spPr/>
    </dgm:pt>
    <dgm:pt modelId="{0ABE384F-2465-401C-A221-78362A253E68}" type="pres">
      <dgm:prSet presAssocID="{4EFF0517-35DA-4073-BF3F-68BB45553314}" presName="aNode" presStyleLbl="bgShp" presStyleIdx="1" presStyleCnt="3"/>
      <dgm:spPr/>
    </dgm:pt>
    <dgm:pt modelId="{59F59526-2E23-4DF2-8828-D04F2CA3FF29}" type="pres">
      <dgm:prSet presAssocID="{4EFF0517-35DA-4073-BF3F-68BB45553314}" presName="textNode" presStyleLbl="bgShp" presStyleIdx="1" presStyleCnt="3"/>
      <dgm:spPr/>
    </dgm:pt>
    <dgm:pt modelId="{107148A0-FE2B-495B-A92D-20EFE7F05838}" type="pres">
      <dgm:prSet presAssocID="{4EFF0517-35DA-4073-BF3F-68BB45553314}" presName="compChildNode" presStyleCnt="0"/>
      <dgm:spPr/>
    </dgm:pt>
    <dgm:pt modelId="{EE6B0842-ECD0-44F2-96AF-CA144D6E6D3D}" type="pres">
      <dgm:prSet presAssocID="{4EFF0517-35DA-4073-BF3F-68BB45553314}" presName="theInnerList" presStyleCnt="0"/>
      <dgm:spPr/>
    </dgm:pt>
    <dgm:pt modelId="{7AD142A2-864B-4308-BD76-8910DF3E0D31}" type="pres">
      <dgm:prSet presAssocID="{29D4DEBB-440F-42C2-8A6C-D9DB64FD8DD1}" presName="childNode" presStyleLbl="node1" presStyleIdx="3" presStyleCnt="7">
        <dgm:presLayoutVars>
          <dgm:bulletEnabled val="1"/>
        </dgm:presLayoutVars>
      </dgm:prSet>
      <dgm:spPr/>
    </dgm:pt>
    <dgm:pt modelId="{5D7E2A1D-AF9B-40F1-A3E9-9E1E23B2C99F}" type="pres">
      <dgm:prSet presAssocID="{29D4DEBB-440F-42C2-8A6C-D9DB64FD8DD1}" presName="aSpace2" presStyleCnt="0"/>
      <dgm:spPr/>
    </dgm:pt>
    <dgm:pt modelId="{32A93ABF-2282-4556-B9E3-2D08C2EDE348}" type="pres">
      <dgm:prSet presAssocID="{F583F74C-61A6-433A-A697-124328A04509}" presName="childNode" presStyleLbl="node1" presStyleIdx="4" presStyleCnt="7">
        <dgm:presLayoutVars>
          <dgm:bulletEnabled val="1"/>
        </dgm:presLayoutVars>
      </dgm:prSet>
      <dgm:spPr/>
    </dgm:pt>
    <dgm:pt modelId="{161D7A24-3BB4-436B-B0BA-26AB22AE85F6}" type="pres">
      <dgm:prSet presAssocID="{4EFF0517-35DA-4073-BF3F-68BB45553314}" presName="aSpace" presStyleCnt="0"/>
      <dgm:spPr/>
    </dgm:pt>
    <dgm:pt modelId="{F4568C91-BC92-408C-9375-C4E050B72F85}" type="pres">
      <dgm:prSet presAssocID="{8C729798-3EEF-4186-8ECF-A0BB988172DB}" presName="compNode" presStyleCnt="0"/>
      <dgm:spPr/>
    </dgm:pt>
    <dgm:pt modelId="{8E5EFB21-5577-4896-8DBF-822F16C9766D}" type="pres">
      <dgm:prSet presAssocID="{8C729798-3EEF-4186-8ECF-A0BB988172DB}" presName="aNode" presStyleLbl="bgShp" presStyleIdx="2" presStyleCnt="3"/>
      <dgm:spPr/>
    </dgm:pt>
    <dgm:pt modelId="{F841F613-9C52-40A4-A375-CD718E5EA645}" type="pres">
      <dgm:prSet presAssocID="{8C729798-3EEF-4186-8ECF-A0BB988172DB}" presName="textNode" presStyleLbl="bgShp" presStyleIdx="2" presStyleCnt="3"/>
      <dgm:spPr/>
    </dgm:pt>
    <dgm:pt modelId="{371C2384-E878-4F4E-9413-DA44D8C07B66}" type="pres">
      <dgm:prSet presAssocID="{8C729798-3EEF-4186-8ECF-A0BB988172DB}" presName="compChildNode" presStyleCnt="0"/>
      <dgm:spPr/>
    </dgm:pt>
    <dgm:pt modelId="{F76D8237-4AB6-4D8C-B93E-96C64E4BB66B}" type="pres">
      <dgm:prSet presAssocID="{8C729798-3EEF-4186-8ECF-A0BB988172DB}" presName="theInnerList" presStyleCnt="0"/>
      <dgm:spPr/>
    </dgm:pt>
    <dgm:pt modelId="{933BB271-7261-41F6-B89D-56C9CDFF6E20}" type="pres">
      <dgm:prSet presAssocID="{D6FF06CD-C5EA-427E-8492-B7F2A4926092}" presName="childNode" presStyleLbl="node1" presStyleIdx="5" presStyleCnt="7">
        <dgm:presLayoutVars>
          <dgm:bulletEnabled val="1"/>
        </dgm:presLayoutVars>
      </dgm:prSet>
      <dgm:spPr/>
    </dgm:pt>
    <dgm:pt modelId="{58AFB733-7511-4AFC-AE5B-2DA0D169355E}" type="pres">
      <dgm:prSet presAssocID="{D6FF06CD-C5EA-427E-8492-B7F2A4926092}" presName="aSpace2" presStyleCnt="0"/>
      <dgm:spPr/>
    </dgm:pt>
    <dgm:pt modelId="{04AC0DAA-ECC3-4C95-A6F2-4917078E3EE1}" type="pres">
      <dgm:prSet presAssocID="{3698633A-5C46-47D1-8FBF-1F885D8D70B4}" presName="childNode" presStyleLbl="node1" presStyleIdx="6" presStyleCnt="7">
        <dgm:presLayoutVars>
          <dgm:bulletEnabled val="1"/>
        </dgm:presLayoutVars>
      </dgm:prSet>
      <dgm:spPr/>
    </dgm:pt>
  </dgm:ptLst>
  <dgm:cxnLst>
    <dgm:cxn modelId="{C4BC5503-8DEF-4DD7-B805-A51B02B7FAEA}" srcId="{2C94C5F8-85BF-410D-B335-964C0ABA6DBE}" destId="{A186F5A8-C401-4BB3-B5E4-B9A3592087FE}" srcOrd="2" destOrd="0" parTransId="{A3AE5934-F1F0-45E0-BC60-26E21226A655}" sibTransId="{70BFF5F3-9F30-4C93-84CF-5B4CFD26FF6E}"/>
    <dgm:cxn modelId="{D3B44006-3A6F-4254-A3E0-73F5C69E9EAD}" type="presOf" srcId="{2CEE3EA4-0AAE-4CE0-BC4B-BB9AEE87DC23}" destId="{8E52F156-A0F2-4304-8110-3323F6949FCA}" srcOrd="0" destOrd="0" presId="urn:microsoft.com/office/officeart/2005/8/layout/lProcess2"/>
    <dgm:cxn modelId="{B6EACF07-D5C7-4F2E-88BD-68FA47157C90}" srcId="{2C94C5F8-85BF-410D-B335-964C0ABA6DBE}" destId="{2CEE3EA4-0AAE-4CE0-BC4B-BB9AEE87DC23}" srcOrd="0" destOrd="0" parTransId="{85BC8DA6-26C9-4971-95FA-76FCA70E5644}" sibTransId="{1C8A0DD3-3FDB-463F-925D-F7818C9A2ADA}"/>
    <dgm:cxn modelId="{B992C915-189A-4D87-BC90-2D07EBDFF607}" srcId="{20CB92B1-61CF-4694-BDA1-6C7D44473373}" destId="{8C729798-3EEF-4186-8ECF-A0BB988172DB}" srcOrd="2" destOrd="0" parTransId="{97307157-CC28-40FA-841E-A2310C82DFC8}" sibTransId="{A35E7CD9-9630-4A1F-BCE2-6640D27E3A0D}"/>
    <dgm:cxn modelId="{20B29F29-7209-4375-8742-93C4F1813B9C}" type="presOf" srcId="{29D4DEBB-440F-42C2-8A6C-D9DB64FD8DD1}" destId="{7AD142A2-864B-4308-BD76-8910DF3E0D31}" srcOrd="0" destOrd="0" presId="urn:microsoft.com/office/officeart/2005/8/layout/lProcess2"/>
    <dgm:cxn modelId="{7F899135-0094-43D3-8DD6-41E2421A6DF5}" srcId="{8C729798-3EEF-4186-8ECF-A0BB988172DB}" destId="{D6FF06CD-C5EA-427E-8492-B7F2A4926092}" srcOrd="0" destOrd="0" parTransId="{4C725AF7-70A8-4CFF-BE81-2802CAAFD49B}" sibTransId="{FC845E56-141D-44B9-9D4A-2245BFDB1717}"/>
    <dgm:cxn modelId="{4AB3015F-E77C-447F-ADD7-9948CE219E86}" srcId="{2C94C5F8-85BF-410D-B335-964C0ABA6DBE}" destId="{F9695603-CC64-42F0-9883-27ACF8B0EA89}" srcOrd="1" destOrd="0" parTransId="{8F844BC2-0E47-455F-B736-403489E1CE91}" sibTransId="{EBCCA6CF-5BED-4D63-898D-4E71F4D389D6}"/>
    <dgm:cxn modelId="{15111742-8E31-4600-B19E-438FA830C4C2}" srcId="{20CB92B1-61CF-4694-BDA1-6C7D44473373}" destId="{2C94C5F8-85BF-410D-B335-964C0ABA6DBE}" srcOrd="0" destOrd="0" parTransId="{259271B1-22B5-4D7E-A480-60C88CA625D8}" sibTransId="{1905B144-04D1-4144-B133-B9DF78A3E8E0}"/>
    <dgm:cxn modelId="{8E075448-722F-43FB-9CA6-70900EED2844}" type="presOf" srcId="{4EFF0517-35DA-4073-BF3F-68BB45553314}" destId="{0ABE384F-2465-401C-A221-78362A253E68}" srcOrd="0" destOrd="0" presId="urn:microsoft.com/office/officeart/2005/8/layout/lProcess2"/>
    <dgm:cxn modelId="{F889034A-475F-4E9C-BA22-6FDAAFDC5B4C}" type="presOf" srcId="{F583F74C-61A6-433A-A697-124328A04509}" destId="{32A93ABF-2282-4556-B9E3-2D08C2EDE348}" srcOrd="0" destOrd="0" presId="urn:microsoft.com/office/officeart/2005/8/layout/lProcess2"/>
    <dgm:cxn modelId="{61F54D6F-FADC-4079-BB74-581455822ACA}" type="presOf" srcId="{3698633A-5C46-47D1-8FBF-1F885D8D70B4}" destId="{04AC0DAA-ECC3-4C95-A6F2-4917078E3EE1}" srcOrd="0" destOrd="0" presId="urn:microsoft.com/office/officeart/2005/8/layout/lProcess2"/>
    <dgm:cxn modelId="{0BE21650-A984-489A-86AC-640F7AEDF0D9}" type="presOf" srcId="{4EFF0517-35DA-4073-BF3F-68BB45553314}" destId="{59F59526-2E23-4DF2-8828-D04F2CA3FF29}" srcOrd="1" destOrd="0" presId="urn:microsoft.com/office/officeart/2005/8/layout/lProcess2"/>
    <dgm:cxn modelId="{725A6371-AF1D-4A4E-912C-A914C026B688}" type="presOf" srcId="{20CB92B1-61CF-4694-BDA1-6C7D44473373}" destId="{488C0942-9DF4-4BA1-B500-E48DAA850B9F}" srcOrd="0" destOrd="0" presId="urn:microsoft.com/office/officeart/2005/8/layout/lProcess2"/>
    <dgm:cxn modelId="{41318C74-45BD-40E5-89D3-3DAF8E07EF88}" type="presOf" srcId="{D6FF06CD-C5EA-427E-8492-B7F2A4926092}" destId="{933BB271-7261-41F6-B89D-56C9CDFF6E20}" srcOrd="0" destOrd="0" presId="urn:microsoft.com/office/officeart/2005/8/layout/lProcess2"/>
    <dgm:cxn modelId="{38B00F89-304E-46E2-9986-AB82CEDA3294}" srcId="{4EFF0517-35DA-4073-BF3F-68BB45553314}" destId="{F583F74C-61A6-433A-A697-124328A04509}" srcOrd="1" destOrd="0" parTransId="{14E16370-8CED-4433-BC75-16D2BA7D7583}" sibTransId="{FA248B89-1798-407B-AF51-4A81F7BCDE3C}"/>
    <dgm:cxn modelId="{9989CD91-A8A3-48F6-B745-509BA8D86609}" type="presOf" srcId="{A186F5A8-C401-4BB3-B5E4-B9A3592087FE}" destId="{B6186716-B15B-460F-8322-44A0185E40B9}" srcOrd="0" destOrd="0" presId="urn:microsoft.com/office/officeart/2005/8/layout/lProcess2"/>
    <dgm:cxn modelId="{947076A4-681E-4458-8CA3-244CE8291C55}" type="presOf" srcId="{8C729798-3EEF-4186-8ECF-A0BB988172DB}" destId="{8E5EFB21-5577-4896-8DBF-822F16C9766D}" srcOrd="0" destOrd="0" presId="urn:microsoft.com/office/officeart/2005/8/layout/lProcess2"/>
    <dgm:cxn modelId="{3BCDDEAF-877B-4735-8537-2495231E49A8}" type="presOf" srcId="{F9695603-CC64-42F0-9883-27ACF8B0EA89}" destId="{AAAF8E52-7C74-4475-A913-C121107DF381}" srcOrd="0" destOrd="0" presId="urn:microsoft.com/office/officeart/2005/8/layout/lProcess2"/>
    <dgm:cxn modelId="{49C0AFC2-6A86-4D7F-A733-8D5D3F721E71}" srcId="{4EFF0517-35DA-4073-BF3F-68BB45553314}" destId="{29D4DEBB-440F-42C2-8A6C-D9DB64FD8DD1}" srcOrd="0" destOrd="0" parTransId="{73219716-7F5E-4648-9C28-EFD85C2D1535}" sibTransId="{E47FA173-4FAF-4D8D-A0BB-89650080F334}"/>
    <dgm:cxn modelId="{53BF0ACA-D743-4D6B-8334-C158B4526D7F}" srcId="{8C729798-3EEF-4186-8ECF-A0BB988172DB}" destId="{3698633A-5C46-47D1-8FBF-1F885D8D70B4}" srcOrd="1" destOrd="0" parTransId="{55D5090A-60D7-4E9F-814F-8DDA7EA0B215}" sibTransId="{18A5F5BD-FFFF-4F31-90DB-2189781115C0}"/>
    <dgm:cxn modelId="{F16862D7-FA72-4E17-8676-C80A706FF5B0}" type="presOf" srcId="{2C94C5F8-85BF-410D-B335-964C0ABA6DBE}" destId="{67CA2D3C-6069-47CC-9FC3-C4D2A9736069}" srcOrd="1" destOrd="0" presId="urn:microsoft.com/office/officeart/2005/8/layout/lProcess2"/>
    <dgm:cxn modelId="{85F02DE2-A32B-4432-AA02-66A323096480}" type="presOf" srcId="{2C94C5F8-85BF-410D-B335-964C0ABA6DBE}" destId="{6ADE69C3-B1F8-4608-A405-70867FE79E7B}" srcOrd="0" destOrd="0" presId="urn:microsoft.com/office/officeart/2005/8/layout/lProcess2"/>
    <dgm:cxn modelId="{C507F1EA-C07A-4672-B422-9CAE6E3E9728}" srcId="{20CB92B1-61CF-4694-BDA1-6C7D44473373}" destId="{4EFF0517-35DA-4073-BF3F-68BB45553314}" srcOrd="1" destOrd="0" parTransId="{E75BE40B-2E65-4B33-99EF-ACFB3E2AD28B}" sibTransId="{482F06D3-D0F9-4173-AC32-FD8E733EDA3A}"/>
    <dgm:cxn modelId="{CAA082F7-8E0C-4A06-AAC3-48035F97DAC5}" type="presOf" srcId="{8C729798-3EEF-4186-8ECF-A0BB988172DB}" destId="{F841F613-9C52-40A4-A375-CD718E5EA645}" srcOrd="1" destOrd="0" presId="urn:microsoft.com/office/officeart/2005/8/layout/lProcess2"/>
    <dgm:cxn modelId="{807B2F0B-F3CD-4F03-8D4C-5BF59F5DD5F3}" type="presParOf" srcId="{488C0942-9DF4-4BA1-B500-E48DAA850B9F}" destId="{E442B257-3140-4D96-A69F-1DF65074E9A1}" srcOrd="0" destOrd="0" presId="urn:microsoft.com/office/officeart/2005/8/layout/lProcess2"/>
    <dgm:cxn modelId="{65EE8501-9EA1-4EB6-9BBF-D8539592E0FA}" type="presParOf" srcId="{E442B257-3140-4D96-A69F-1DF65074E9A1}" destId="{6ADE69C3-B1F8-4608-A405-70867FE79E7B}" srcOrd="0" destOrd="0" presId="urn:microsoft.com/office/officeart/2005/8/layout/lProcess2"/>
    <dgm:cxn modelId="{44255113-8157-4C1A-B257-D23E54751F66}" type="presParOf" srcId="{E442B257-3140-4D96-A69F-1DF65074E9A1}" destId="{67CA2D3C-6069-47CC-9FC3-C4D2A9736069}" srcOrd="1" destOrd="0" presId="urn:microsoft.com/office/officeart/2005/8/layout/lProcess2"/>
    <dgm:cxn modelId="{6AFDA936-1AA1-4716-87D0-D74CCADE01A1}" type="presParOf" srcId="{E442B257-3140-4D96-A69F-1DF65074E9A1}" destId="{D0727CD0-9A3D-4AD9-90AB-E6824C0715A2}" srcOrd="2" destOrd="0" presId="urn:microsoft.com/office/officeart/2005/8/layout/lProcess2"/>
    <dgm:cxn modelId="{87B38187-C5EA-4E10-93EA-BD4AADF397A9}" type="presParOf" srcId="{D0727CD0-9A3D-4AD9-90AB-E6824C0715A2}" destId="{83AFB36D-73D5-45C0-8962-49231EA54089}" srcOrd="0" destOrd="0" presId="urn:microsoft.com/office/officeart/2005/8/layout/lProcess2"/>
    <dgm:cxn modelId="{37793C47-5669-460D-8E74-66A42033FACF}" type="presParOf" srcId="{83AFB36D-73D5-45C0-8962-49231EA54089}" destId="{8E52F156-A0F2-4304-8110-3323F6949FCA}" srcOrd="0" destOrd="0" presId="urn:microsoft.com/office/officeart/2005/8/layout/lProcess2"/>
    <dgm:cxn modelId="{E49BAF73-9854-4749-94B8-AB350E66EA64}" type="presParOf" srcId="{83AFB36D-73D5-45C0-8962-49231EA54089}" destId="{1C2F1E76-7405-4D6A-88CC-8221C83964BD}" srcOrd="1" destOrd="0" presId="urn:microsoft.com/office/officeart/2005/8/layout/lProcess2"/>
    <dgm:cxn modelId="{D7C25C0E-5AF7-45BC-99C2-1D60627F87D0}" type="presParOf" srcId="{83AFB36D-73D5-45C0-8962-49231EA54089}" destId="{AAAF8E52-7C74-4475-A913-C121107DF381}" srcOrd="2" destOrd="0" presId="urn:microsoft.com/office/officeart/2005/8/layout/lProcess2"/>
    <dgm:cxn modelId="{BC2AC16C-28BC-4F9E-B98B-E49852979250}" type="presParOf" srcId="{83AFB36D-73D5-45C0-8962-49231EA54089}" destId="{6B01159D-5027-4B6A-AB1E-6282B45CAEC0}" srcOrd="3" destOrd="0" presId="urn:microsoft.com/office/officeart/2005/8/layout/lProcess2"/>
    <dgm:cxn modelId="{FF7B326C-7B01-4313-B9ED-CBCA9BB527E4}" type="presParOf" srcId="{83AFB36D-73D5-45C0-8962-49231EA54089}" destId="{B6186716-B15B-460F-8322-44A0185E40B9}" srcOrd="4" destOrd="0" presId="urn:microsoft.com/office/officeart/2005/8/layout/lProcess2"/>
    <dgm:cxn modelId="{50AC4EEF-6C1B-45A4-BE1F-75E4C9796C02}" type="presParOf" srcId="{488C0942-9DF4-4BA1-B500-E48DAA850B9F}" destId="{177B2C74-5D19-423A-A820-6ED91867EDF2}" srcOrd="1" destOrd="0" presId="urn:microsoft.com/office/officeart/2005/8/layout/lProcess2"/>
    <dgm:cxn modelId="{532EB324-97E0-4502-A4B3-139F3F7E9D4D}" type="presParOf" srcId="{488C0942-9DF4-4BA1-B500-E48DAA850B9F}" destId="{5714E36F-FBA2-4C4A-8353-424C8BDD19BD}" srcOrd="2" destOrd="0" presId="urn:microsoft.com/office/officeart/2005/8/layout/lProcess2"/>
    <dgm:cxn modelId="{AAFBFA20-C875-43E8-AA77-1331890DFEE9}" type="presParOf" srcId="{5714E36F-FBA2-4C4A-8353-424C8BDD19BD}" destId="{0ABE384F-2465-401C-A221-78362A253E68}" srcOrd="0" destOrd="0" presId="urn:microsoft.com/office/officeart/2005/8/layout/lProcess2"/>
    <dgm:cxn modelId="{423578DE-247C-443E-BC4D-712B17D5B4C5}" type="presParOf" srcId="{5714E36F-FBA2-4C4A-8353-424C8BDD19BD}" destId="{59F59526-2E23-4DF2-8828-D04F2CA3FF29}" srcOrd="1" destOrd="0" presId="urn:microsoft.com/office/officeart/2005/8/layout/lProcess2"/>
    <dgm:cxn modelId="{2C3C9177-FBDC-4481-A45D-C29E140B199D}" type="presParOf" srcId="{5714E36F-FBA2-4C4A-8353-424C8BDD19BD}" destId="{107148A0-FE2B-495B-A92D-20EFE7F05838}" srcOrd="2" destOrd="0" presId="urn:microsoft.com/office/officeart/2005/8/layout/lProcess2"/>
    <dgm:cxn modelId="{5F752C4E-A3E6-4805-A7DC-6B2D2A07A19E}" type="presParOf" srcId="{107148A0-FE2B-495B-A92D-20EFE7F05838}" destId="{EE6B0842-ECD0-44F2-96AF-CA144D6E6D3D}" srcOrd="0" destOrd="0" presId="urn:microsoft.com/office/officeart/2005/8/layout/lProcess2"/>
    <dgm:cxn modelId="{F9BAC02F-C6A1-48D3-9766-D2DC3D6F90C3}" type="presParOf" srcId="{EE6B0842-ECD0-44F2-96AF-CA144D6E6D3D}" destId="{7AD142A2-864B-4308-BD76-8910DF3E0D31}" srcOrd="0" destOrd="0" presId="urn:microsoft.com/office/officeart/2005/8/layout/lProcess2"/>
    <dgm:cxn modelId="{912893A4-941A-42F9-A1FA-30BB652F8635}" type="presParOf" srcId="{EE6B0842-ECD0-44F2-96AF-CA144D6E6D3D}" destId="{5D7E2A1D-AF9B-40F1-A3E9-9E1E23B2C99F}" srcOrd="1" destOrd="0" presId="urn:microsoft.com/office/officeart/2005/8/layout/lProcess2"/>
    <dgm:cxn modelId="{934E29BB-3875-4412-896D-5410EDCD05E0}" type="presParOf" srcId="{EE6B0842-ECD0-44F2-96AF-CA144D6E6D3D}" destId="{32A93ABF-2282-4556-B9E3-2D08C2EDE348}" srcOrd="2" destOrd="0" presId="urn:microsoft.com/office/officeart/2005/8/layout/lProcess2"/>
    <dgm:cxn modelId="{734B84CA-3937-4033-B9C2-532A044551F5}" type="presParOf" srcId="{488C0942-9DF4-4BA1-B500-E48DAA850B9F}" destId="{161D7A24-3BB4-436B-B0BA-26AB22AE85F6}" srcOrd="3" destOrd="0" presId="urn:microsoft.com/office/officeart/2005/8/layout/lProcess2"/>
    <dgm:cxn modelId="{72106A4D-B575-402D-A491-AF4825186576}" type="presParOf" srcId="{488C0942-9DF4-4BA1-B500-E48DAA850B9F}" destId="{F4568C91-BC92-408C-9375-C4E050B72F85}" srcOrd="4" destOrd="0" presId="urn:microsoft.com/office/officeart/2005/8/layout/lProcess2"/>
    <dgm:cxn modelId="{4B812E01-8173-4AD9-B78B-3FCEC3119EC2}" type="presParOf" srcId="{F4568C91-BC92-408C-9375-C4E050B72F85}" destId="{8E5EFB21-5577-4896-8DBF-822F16C9766D}" srcOrd="0" destOrd="0" presId="urn:microsoft.com/office/officeart/2005/8/layout/lProcess2"/>
    <dgm:cxn modelId="{F0186D4A-0C60-499D-837F-16C209C272E6}" type="presParOf" srcId="{F4568C91-BC92-408C-9375-C4E050B72F85}" destId="{F841F613-9C52-40A4-A375-CD718E5EA645}" srcOrd="1" destOrd="0" presId="urn:microsoft.com/office/officeart/2005/8/layout/lProcess2"/>
    <dgm:cxn modelId="{020461E4-2D5E-46D1-9D21-4178C511CFC9}" type="presParOf" srcId="{F4568C91-BC92-408C-9375-C4E050B72F85}" destId="{371C2384-E878-4F4E-9413-DA44D8C07B66}" srcOrd="2" destOrd="0" presId="urn:microsoft.com/office/officeart/2005/8/layout/lProcess2"/>
    <dgm:cxn modelId="{81576442-BDA0-4461-8136-F9964191C239}" type="presParOf" srcId="{371C2384-E878-4F4E-9413-DA44D8C07B66}" destId="{F76D8237-4AB6-4D8C-B93E-96C64E4BB66B}" srcOrd="0" destOrd="0" presId="urn:microsoft.com/office/officeart/2005/8/layout/lProcess2"/>
    <dgm:cxn modelId="{45FFF443-D381-4376-8764-C772897A4054}" type="presParOf" srcId="{F76D8237-4AB6-4D8C-B93E-96C64E4BB66B}" destId="{933BB271-7261-41F6-B89D-56C9CDFF6E20}" srcOrd="0" destOrd="0" presId="urn:microsoft.com/office/officeart/2005/8/layout/lProcess2"/>
    <dgm:cxn modelId="{402FE4F8-3055-478A-BAE2-3DEC6E22FBC6}" type="presParOf" srcId="{F76D8237-4AB6-4D8C-B93E-96C64E4BB66B}" destId="{58AFB733-7511-4AFC-AE5B-2DA0D169355E}" srcOrd="1" destOrd="0" presId="urn:microsoft.com/office/officeart/2005/8/layout/lProcess2"/>
    <dgm:cxn modelId="{E8336B18-1AB5-4B38-A755-A29925B52A85}" type="presParOf" srcId="{F76D8237-4AB6-4D8C-B93E-96C64E4BB66B}" destId="{04AC0DAA-ECC3-4C95-A6F2-4917078E3EE1}" srcOrd="2" destOrd="0" presId="urn:microsoft.com/office/officeart/2005/8/layout/lProcess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3ADD26E-C15C-473B-98B7-9EA6A2F58F80}"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BA5AE25F-F554-40AF-95AF-A502045BABA5}">
      <dgm:prSet phldrT="[Text]" custT="1"/>
      <dgm:spPr>
        <a:solidFill>
          <a:srgbClr val="004F71"/>
        </a:solidFill>
      </dgm:spPr>
      <dgm:t>
        <a:bodyPr/>
        <a:lstStyle/>
        <a:p>
          <a:r>
            <a:rPr lang="en-US" sz="1800" b="1" dirty="0"/>
            <a:t>IP Helper </a:t>
          </a:r>
        </a:p>
      </dgm:t>
    </dgm:pt>
    <dgm:pt modelId="{F19A3FF9-D114-4F0E-BE45-194DC84A88EE}" type="parTrans" cxnId="{BE786E61-EC74-4285-B665-0410B0AC0C1D}">
      <dgm:prSet/>
      <dgm:spPr/>
      <dgm:t>
        <a:bodyPr/>
        <a:lstStyle/>
        <a:p>
          <a:endParaRPr lang="en-US"/>
        </a:p>
      </dgm:t>
    </dgm:pt>
    <dgm:pt modelId="{096C8868-42F8-4387-B4C9-EBF8E40A6963}" type="sibTrans" cxnId="{BE786E61-EC74-4285-B665-0410B0AC0C1D}">
      <dgm:prSet/>
      <dgm:spPr/>
      <dgm:t>
        <a:bodyPr/>
        <a:lstStyle/>
        <a:p>
          <a:endParaRPr lang="en-US"/>
        </a:p>
      </dgm:t>
    </dgm:pt>
    <dgm:pt modelId="{C54770B6-8D71-48FA-A8DB-6FD06B3C4225}">
      <dgm:prSet phldrT="[Text]" custT="1"/>
      <dgm:spPr>
        <a:solidFill>
          <a:srgbClr val="004F71"/>
        </a:solidFill>
      </dgm:spPr>
      <dgm:t>
        <a:bodyPr/>
        <a:lstStyle/>
        <a:p>
          <a:r>
            <a:rPr lang="en-US" sz="1800" b="1" dirty="0"/>
            <a:t>Functionality</a:t>
          </a:r>
        </a:p>
      </dgm:t>
    </dgm:pt>
    <dgm:pt modelId="{70AD594A-D75F-4989-8035-71C2308F9C75}" type="parTrans" cxnId="{B93B0B07-5FE5-4123-9FCA-D4B914DB3AC3}">
      <dgm:prSet/>
      <dgm:spPr/>
      <dgm:t>
        <a:bodyPr/>
        <a:lstStyle/>
        <a:p>
          <a:endParaRPr lang="en-US"/>
        </a:p>
      </dgm:t>
    </dgm:pt>
    <dgm:pt modelId="{DC27CB8F-CF29-4F4F-8C8B-3256F4EBFCF6}" type="sibTrans" cxnId="{B93B0B07-5FE5-4123-9FCA-D4B914DB3AC3}">
      <dgm:prSet/>
      <dgm:spPr/>
      <dgm:t>
        <a:bodyPr/>
        <a:lstStyle/>
        <a:p>
          <a:endParaRPr lang="en-US"/>
        </a:p>
      </dgm:t>
    </dgm:pt>
    <dgm:pt modelId="{5BDC7C73-ACA9-48E0-83A6-621366FB8DB5}">
      <dgm:prSet phldrT="[Text]" custT="1"/>
      <dgm:spPr>
        <a:solidFill>
          <a:schemeClr val="bg1">
            <a:lumMod val="95000"/>
            <a:alpha val="90000"/>
          </a:schemeClr>
        </a:solidFill>
        <a:ln w="9525">
          <a:solidFill>
            <a:schemeClr val="bg1">
              <a:lumMod val="85000"/>
            </a:schemeClr>
          </a:solidFill>
        </a:ln>
      </dgm:spPr>
      <dgm:t>
        <a:bodyPr/>
        <a:lstStyle/>
        <a:p>
          <a:r>
            <a:rPr lang="en-US" sz="1600" dirty="0">
              <a:solidFill>
                <a:srgbClr val="20282F"/>
              </a:solidFill>
            </a:rPr>
            <a:t>Cisco network device feature</a:t>
          </a:r>
        </a:p>
      </dgm:t>
    </dgm:pt>
    <dgm:pt modelId="{74046D2D-5374-4559-93AE-C3483C4D5A52}" type="parTrans" cxnId="{CBCA9EF7-F1DB-43FF-9410-0794301652DF}">
      <dgm:prSet/>
      <dgm:spPr/>
      <dgm:t>
        <a:bodyPr/>
        <a:lstStyle/>
        <a:p>
          <a:endParaRPr lang="en-US"/>
        </a:p>
      </dgm:t>
    </dgm:pt>
    <dgm:pt modelId="{672F7788-A704-4782-8C83-79EA6D031F53}" type="sibTrans" cxnId="{CBCA9EF7-F1DB-43FF-9410-0794301652DF}">
      <dgm:prSet/>
      <dgm:spPr/>
      <dgm:t>
        <a:bodyPr/>
        <a:lstStyle/>
        <a:p>
          <a:endParaRPr lang="en-US"/>
        </a:p>
      </dgm:t>
    </dgm:pt>
    <dgm:pt modelId="{98EC1369-340C-48D2-B0C1-B15C5A57F9FA}">
      <dgm:prSet phldrT="[Text]" custT="1"/>
      <dgm:spPr>
        <a:solidFill>
          <a:schemeClr val="bg1">
            <a:lumMod val="95000"/>
            <a:alpha val="90000"/>
          </a:schemeClr>
        </a:solidFill>
        <a:ln w="9525">
          <a:solidFill>
            <a:schemeClr val="bg1">
              <a:lumMod val="85000"/>
            </a:schemeClr>
          </a:solidFill>
        </a:ln>
      </dgm:spPr>
      <dgm:t>
        <a:bodyPr/>
        <a:lstStyle/>
        <a:p>
          <a:r>
            <a:rPr lang="en-US" sz="1600" dirty="0">
              <a:solidFill>
                <a:srgbClr val="20282F"/>
              </a:solidFill>
            </a:rPr>
            <a:t>Forwards DHCP and other broadcast traffic across </a:t>
          </a:r>
          <a:br>
            <a:rPr lang="en-US" sz="1600" dirty="0">
              <a:solidFill>
                <a:srgbClr val="20282F"/>
              </a:solidFill>
            </a:rPr>
          </a:br>
          <a:r>
            <a:rPr lang="en-US" sz="1600" dirty="0">
              <a:solidFill>
                <a:srgbClr val="20282F"/>
              </a:solidFill>
            </a:rPr>
            <a:t>different subnets</a:t>
          </a:r>
        </a:p>
      </dgm:t>
    </dgm:pt>
    <dgm:pt modelId="{DE2648DE-229F-4619-8CD5-F8955A64A890}" type="parTrans" cxnId="{E6FDA29B-3C13-4C70-A55A-424CCACEE9A7}">
      <dgm:prSet/>
      <dgm:spPr/>
      <dgm:t>
        <a:bodyPr/>
        <a:lstStyle/>
        <a:p>
          <a:endParaRPr lang="en-US"/>
        </a:p>
      </dgm:t>
    </dgm:pt>
    <dgm:pt modelId="{F221A03D-7E60-4EB7-8E94-2C8240A5EB87}" type="sibTrans" cxnId="{E6FDA29B-3C13-4C70-A55A-424CCACEE9A7}">
      <dgm:prSet/>
      <dgm:spPr/>
      <dgm:t>
        <a:bodyPr/>
        <a:lstStyle/>
        <a:p>
          <a:endParaRPr lang="en-US"/>
        </a:p>
      </dgm:t>
    </dgm:pt>
    <dgm:pt modelId="{6A0DA44C-854D-423A-B642-E8ECAA8620DF}">
      <dgm:prSet phldrT="[Text]" custT="1"/>
      <dgm:spPr>
        <a:solidFill>
          <a:schemeClr val="bg1">
            <a:lumMod val="95000"/>
            <a:alpha val="90000"/>
          </a:schemeClr>
        </a:solidFill>
        <a:ln w="9525">
          <a:solidFill>
            <a:schemeClr val="bg1">
              <a:lumMod val="85000"/>
            </a:schemeClr>
          </a:solidFill>
        </a:ln>
      </dgm:spPr>
      <dgm:t>
        <a:bodyPr/>
        <a:lstStyle/>
        <a:p>
          <a:r>
            <a:rPr lang="en-US" sz="1600" dirty="0">
              <a:solidFill>
                <a:srgbClr val="20282F"/>
              </a:solidFill>
            </a:rPr>
            <a:t>Translates broadcasts to unicast to cross subnet boundaries</a:t>
          </a:r>
        </a:p>
      </dgm:t>
    </dgm:pt>
    <dgm:pt modelId="{473D7181-46F4-473A-B41F-23B0E6AE09ED}" type="parTrans" cxnId="{15C0788E-E39B-4158-81F0-A5F96486EBE7}">
      <dgm:prSet/>
      <dgm:spPr/>
      <dgm:t>
        <a:bodyPr/>
        <a:lstStyle/>
        <a:p>
          <a:endParaRPr lang="en-US"/>
        </a:p>
      </dgm:t>
    </dgm:pt>
    <dgm:pt modelId="{C8E83EC7-0455-4CB5-9537-B98A19C72265}" type="sibTrans" cxnId="{15C0788E-E39B-4158-81F0-A5F96486EBE7}">
      <dgm:prSet/>
      <dgm:spPr/>
      <dgm:t>
        <a:bodyPr/>
        <a:lstStyle/>
        <a:p>
          <a:endParaRPr lang="en-US"/>
        </a:p>
      </dgm:t>
    </dgm:pt>
    <dgm:pt modelId="{56464E77-250A-4608-BB81-0F6DB736B298}">
      <dgm:prSet phldrT="[Text]" custT="1"/>
      <dgm:spPr>
        <a:solidFill>
          <a:schemeClr val="bg1">
            <a:lumMod val="95000"/>
            <a:alpha val="90000"/>
          </a:schemeClr>
        </a:solidFill>
        <a:ln w="9525">
          <a:solidFill>
            <a:schemeClr val="bg1">
              <a:lumMod val="85000"/>
            </a:schemeClr>
          </a:solidFill>
        </a:ln>
      </dgm:spPr>
      <dgm:t>
        <a:bodyPr/>
        <a:lstStyle/>
        <a:p>
          <a:r>
            <a:rPr lang="en-US" sz="1600" dirty="0">
              <a:solidFill>
                <a:srgbClr val="20282F"/>
              </a:solidFill>
            </a:rPr>
            <a:t>Sends DHCP requests from clients to a server in a </a:t>
          </a:r>
          <a:br>
            <a:rPr lang="en-US" sz="1600" dirty="0">
              <a:solidFill>
                <a:srgbClr val="20282F"/>
              </a:solidFill>
            </a:rPr>
          </a:br>
          <a:r>
            <a:rPr lang="en-US" sz="1600" dirty="0">
              <a:solidFill>
                <a:srgbClr val="20282F"/>
              </a:solidFill>
            </a:rPr>
            <a:t>different subnet</a:t>
          </a:r>
        </a:p>
      </dgm:t>
    </dgm:pt>
    <dgm:pt modelId="{D6362D22-BD4A-4D02-9290-2C1E68A89AAB}" type="parTrans" cxnId="{0D66149E-C6F3-4B8F-B814-7F88DBC443EC}">
      <dgm:prSet/>
      <dgm:spPr/>
      <dgm:t>
        <a:bodyPr/>
        <a:lstStyle/>
        <a:p>
          <a:endParaRPr lang="en-US"/>
        </a:p>
      </dgm:t>
    </dgm:pt>
    <dgm:pt modelId="{C3E54D1B-7ECC-4CCC-A1C0-C694A80E3B99}" type="sibTrans" cxnId="{0D66149E-C6F3-4B8F-B814-7F88DBC443EC}">
      <dgm:prSet/>
      <dgm:spPr/>
      <dgm:t>
        <a:bodyPr/>
        <a:lstStyle/>
        <a:p>
          <a:endParaRPr lang="en-US"/>
        </a:p>
      </dgm:t>
    </dgm:pt>
    <dgm:pt modelId="{8E930F72-7969-4E9D-B887-FE6B572E4805}" type="pres">
      <dgm:prSet presAssocID="{23ADD26E-C15C-473B-98B7-9EA6A2F58F80}" presName="linear" presStyleCnt="0">
        <dgm:presLayoutVars>
          <dgm:dir/>
          <dgm:animLvl val="lvl"/>
          <dgm:resizeHandles val="exact"/>
        </dgm:presLayoutVars>
      </dgm:prSet>
      <dgm:spPr/>
    </dgm:pt>
    <dgm:pt modelId="{985BF753-7E1F-4C4C-AEDF-CA0087D61F12}" type="pres">
      <dgm:prSet presAssocID="{BA5AE25F-F554-40AF-95AF-A502045BABA5}" presName="parentLin" presStyleCnt="0"/>
      <dgm:spPr/>
    </dgm:pt>
    <dgm:pt modelId="{D131160D-F9A8-49C9-B286-DBF8072291F5}" type="pres">
      <dgm:prSet presAssocID="{BA5AE25F-F554-40AF-95AF-A502045BABA5}" presName="parentLeftMargin" presStyleLbl="node1" presStyleIdx="0" presStyleCnt="2"/>
      <dgm:spPr/>
    </dgm:pt>
    <dgm:pt modelId="{531903AD-2888-47D4-8F33-879461E0A97F}" type="pres">
      <dgm:prSet presAssocID="{BA5AE25F-F554-40AF-95AF-A502045BABA5}" presName="parentText" presStyleLbl="node1" presStyleIdx="0" presStyleCnt="2">
        <dgm:presLayoutVars>
          <dgm:chMax val="0"/>
          <dgm:bulletEnabled val="1"/>
        </dgm:presLayoutVars>
      </dgm:prSet>
      <dgm:spPr/>
    </dgm:pt>
    <dgm:pt modelId="{C324A413-BE21-4E3E-8D55-232684D2F50E}" type="pres">
      <dgm:prSet presAssocID="{BA5AE25F-F554-40AF-95AF-A502045BABA5}" presName="negativeSpace" presStyleCnt="0"/>
      <dgm:spPr/>
    </dgm:pt>
    <dgm:pt modelId="{9C1084F3-7AE2-4DE7-B754-D9200C94EF73}" type="pres">
      <dgm:prSet presAssocID="{BA5AE25F-F554-40AF-95AF-A502045BABA5}" presName="childText" presStyleLbl="conFgAcc1" presStyleIdx="0" presStyleCnt="2">
        <dgm:presLayoutVars>
          <dgm:bulletEnabled val="1"/>
        </dgm:presLayoutVars>
      </dgm:prSet>
      <dgm:spPr/>
    </dgm:pt>
    <dgm:pt modelId="{F605A1E2-ED01-4E19-A086-0D011E72F619}" type="pres">
      <dgm:prSet presAssocID="{096C8868-42F8-4387-B4C9-EBF8E40A6963}" presName="spaceBetweenRectangles" presStyleCnt="0"/>
      <dgm:spPr/>
    </dgm:pt>
    <dgm:pt modelId="{C6CB4AA0-DB12-4E99-B253-11B984B2BEAD}" type="pres">
      <dgm:prSet presAssocID="{C54770B6-8D71-48FA-A8DB-6FD06B3C4225}" presName="parentLin" presStyleCnt="0"/>
      <dgm:spPr/>
    </dgm:pt>
    <dgm:pt modelId="{DDF321A9-DACF-4717-B809-2D6FABF318B7}" type="pres">
      <dgm:prSet presAssocID="{C54770B6-8D71-48FA-A8DB-6FD06B3C4225}" presName="parentLeftMargin" presStyleLbl="node1" presStyleIdx="0" presStyleCnt="2"/>
      <dgm:spPr/>
    </dgm:pt>
    <dgm:pt modelId="{A29E98FE-8355-41A6-82A5-00635453E3DA}" type="pres">
      <dgm:prSet presAssocID="{C54770B6-8D71-48FA-A8DB-6FD06B3C4225}" presName="parentText" presStyleLbl="node1" presStyleIdx="1" presStyleCnt="2">
        <dgm:presLayoutVars>
          <dgm:chMax val="0"/>
          <dgm:bulletEnabled val="1"/>
        </dgm:presLayoutVars>
      </dgm:prSet>
      <dgm:spPr/>
    </dgm:pt>
    <dgm:pt modelId="{5BA3D74D-79BF-4107-8183-D22891F3208E}" type="pres">
      <dgm:prSet presAssocID="{C54770B6-8D71-48FA-A8DB-6FD06B3C4225}" presName="negativeSpace" presStyleCnt="0"/>
      <dgm:spPr/>
    </dgm:pt>
    <dgm:pt modelId="{57FA4688-F975-48B8-AAEA-8D6D1A68EF6C}" type="pres">
      <dgm:prSet presAssocID="{C54770B6-8D71-48FA-A8DB-6FD06B3C4225}" presName="childText" presStyleLbl="conFgAcc1" presStyleIdx="1" presStyleCnt="2">
        <dgm:presLayoutVars>
          <dgm:bulletEnabled val="1"/>
        </dgm:presLayoutVars>
      </dgm:prSet>
      <dgm:spPr/>
    </dgm:pt>
  </dgm:ptLst>
  <dgm:cxnLst>
    <dgm:cxn modelId="{B93B0B07-5FE5-4123-9FCA-D4B914DB3AC3}" srcId="{23ADD26E-C15C-473B-98B7-9EA6A2F58F80}" destId="{C54770B6-8D71-48FA-A8DB-6FD06B3C4225}" srcOrd="1" destOrd="0" parTransId="{70AD594A-D75F-4989-8035-71C2308F9C75}" sibTransId="{DC27CB8F-CF29-4F4F-8C8B-3256F4EBFCF6}"/>
    <dgm:cxn modelId="{F14D081B-F687-4ECA-A448-EA9FC46C6577}" type="presOf" srcId="{BA5AE25F-F554-40AF-95AF-A502045BABA5}" destId="{531903AD-2888-47D4-8F33-879461E0A97F}" srcOrd="1" destOrd="0" presId="urn:microsoft.com/office/officeart/2005/8/layout/list1"/>
    <dgm:cxn modelId="{0138B43E-E85B-4187-9063-854DD6880AA4}" type="presOf" srcId="{C54770B6-8D71-48FA-A8DB-6FD06B3C4225}" destId="{DDF321A9-DACF-4717-B809-2D6FABF318B7}" srcOrd="0" destOrd="0" presId="urn:microsoft.com/office/officeart/2005/8/layout/list1"/>
    <dgm:cxn modelId="{FD225B5B-6B45-47DB-9CD4-F79560CE60C6}" type="presOf" srcId="{6A0DA44C-854D-423A-B642-E8ECAA8620DF}" destId="{57FA4688-F975-48B8-AAEA-8D6D1A68EF6C}" srcOrd="0" destOrd="0" presId="urn:microsoft.com/office/officeart/2005/8/layout/list1"/>
    <dgm:cxn modelId="{BE786E61-EC74-4285-B665-0410B0AC0C1D}" srcId="{23ADD26E-C15C-473B-98B7-9EA6A2F58F80}" destId="{BA5AE25F-F554-40AF-95AF-A502045BABA5}" srcOrd="0" destOrd="0" parTransId="{F19A3FF9-D114-4F0E-BE45-194DC84A88EE}" sibTransId="{096C8868-42F8-4387-B4C9-EBF8E40A6963}"/>
    <dgm:cxn modelId="{D79B3242-BF38-4513-B1AB-6C2B9C684D4A}" type="presOf" srcId="{BA5AE25F-F554-40AF-95AF-A502045BABA5}" destId="{D131160D-F9A8-49C9-B286-DBF8072291F5}" srcOrd="0" destOrd="0" presId="urn:microsoft.com/office/officeart/2005/8/layout/list1"/>
    <dgm:cxn modelId="{CDC11567-47CD-4404-A8D2-08B05D358789}" type="presOf" srcId="{C54770B6-8D71-48FA-A8DB-6FD06B3C4225}" destId="{A29E98FE-8355-41A6-82A5-00635453E3DA}" srcOrd="1" destOrd="0" presId="urn:microsoft.com/office/officeart/2005/8/layout/list1"/>
    <dgm:cxn modelId="{3319D45A-8257-4EFD-8790-02E07E7E34F0}" type="presOf" srcId="{98EC1369-340C-48D2-B0C1-B15C5A57F9FA}" destId="{9C1084F3-7AE2-4DE7-B754-D9200C94EF73}" srcOrd="0" destOrd="1" presId="urn:microsoft.com/office/officeart/2005/8/layout/list1"/>
    <dgm:cxn modelId="{15C0788E-E39B-4158-81F0-A5F96486EBE7}" srcId="{C54770B6-8D71-48FA-A8DB-6FD06B3C4225}" destId="{6A0DA44C-854D-423A-B642-E8ECAA8620DF}" srcOrd="0" destOrd="0" parTransId="{473D7181-46F4-473A-B41F-23B0E6AE09ED}" sibTransId="{C8E83EC7-0455-4CB5-9537-B98A19C72265}"/>
    <dgm:cxn modelId="{E6FDA29B-3C13-4C70-A55A-424CCACEE9A7}" srcId="{BA5AE25F-F554-40AF-95AF-A502045BABA5}" destId="{98EC1369-340C-48D2-B0C1-B15C5A57F9FA}" srcOrd="1" destOrd="0" parTransId="{DE2648DE-229F-4619-8CD5-F8955A64A890}" sibTransId="{F221A03D-7E60-4EB7-8E94-2C8240A5EB87}"/>
    <dgm:cxn modelId="{0D66149E-C6F3-4B8F-B814-7F88DBC443EC}" srcId="{C54770B6-8D71-48FA-A8DB-6FD06B3C4225}" destId="{56464E77-250A-4608-BB81-0F6DB736B298}" srcOrd="1" destOrd="0" parTransId="{D6362D22-BD4A-4D02-9290-2C1E68A89AAB}" sibTransId="{C3E54D1B-7ECC-4CCC-A1C0-C694A80E3B99}"/>
    <dgm:cxn modelId="{EBC39CAC-3410-4A84-A27C-A46D11DC7E20}" type="presOf" srcId="{23ADD26E-C15C-473B-98B7-9EA6A2F58F80}" destId="{8E930F72-7969-4E9D-B887-FE6B572E4805}" srcOrd="0" destOrd="0" presId="urn:microsoft.com/office/officeart/2005/8/layout/list1"/>
    <dgm:cxn modelId="{1656FDCE-DB5D-4F93-9DAC-04C4C4427B8A}" type="presOf" srcId="{56464E77-250A-4608-BB81-0F6DB736B298}" destId="{57FA4688-F975-48B8-AAEA-8D6D1A68EF6C}" srcOrd="0" destOrd="1" presId="urn:microsoft.com/office/officeart/2005/8/layout/list1"/>
    <dgm:cxn modelId="{139D3CF2-093D-40E7-A25A-766F4CC37B41}" type="presOf" srcId="{5BDC7C73-ACA9-48E0-83A6-621366FB8DB5}" destId="{9C1084F3-7AE2-4DE7-B754-D9200C94EF73}" srcOrd="0" destOrd="0" presId="urn:microsoft.com/office/officeart/2005/8/layout/list1"/>
    <dgm:cxn modelId="{CBCA9EF7-F1DB-43FF-9410-0794301652DF}" srcId="{BA5AE25F-F554-40AF-95AF-A502045BABA5}" destId="{5BDC7C73-ACA9-48E0-83A6-621366FB8DB5}" srcOrd="0" destOrd="0" parTransId="{74046D2D-5374-4559-93AE-C3483C4D5A52}" sibTransId="{672F7788-A704-4782-8C83-79EA6D031F53}"/>
    <dgm:cxn modelId="{0D54C12C-A84B-4551-BA59-59F4467BBC6D}" type="presParOf" srcId="{8E930F72-7969-4E9D-B887-FE6B572E4805}" destId="{985BF753-7E1F-4C4C-AEDF-CA0087D61F12}" srcOrd="0" destOrd="0" presId="urn:microsoft.com/office/officeart/2005/8/layout/list1"/>
    <dgm:cxn modelId="{9E0183FD-AA9C-4CD7-A555-E3A03B329F8C}" type="presParOf" srcId="{985BF753-7E1F-4C4C-AEDF-CA0087D61F12}" destId="{D131160D-F9A8-49C9-B286-DBF8072291F5}" srcOrd="0" destOrd="0" presId="urn:microsoft.com/office/officeart/2005/8/layout/list1"/>
    <dgm:cxn modelId="{FA471F4E-9CE8-4B8D-BB09-FEA16664A93B}" type="presParOf" srcId="{985BF753-7E1F-4C4C-AEDF-CA0087D61F12}" destId="{531903AD-2888-47D4-8F33-879461E0A97F}" srcOrd="1" destOrd="0" presId="urn:microsoft.com/office/officeart/2005/8/layout/list1"/>
    <dgm:cxn modelId="{11FB4C47-318A-4238-8BE7-4BCE70055325}" type="presParOf" srcId="{8E930F72-7969-4E9D-B887-FE6B572E4805}" destId="{C324A413-BE21-4E3E-8D55-232684D2F50E}" srcOrd="1" destOrd="0" presId="urn:microsoft.com/office/officeart/2005/8/layout/list1"/>
    <dgm:cxn modelId="{D6CE1D1F-12B1-4E85-A6C2-4CA249E4D070}" type="presParOf" srcId="{8E930F72-7969-4E9D-B887-FE6B572E4805}" destId="{9C1084F3-7AE2-4DE7-B754-D9200C94EF73}" srcOrd="2" destOrd="0" presId="urn:microsoft.com/office/officeart/2005/8/layout/list1"/>
    <dgm:cxn modelId="{CB760FEC-01EA-49D8-ABA3-81DA1647EF4D}" type="presParOf" srcId="{8E930F72-7969-4E9D-B887-FE6B572E4805}" destId="{F605A1E2-ED01-4E19-A086-0D011E72F619}" srcOrd="3" destOrd="0" presId="urn:microsoft.com/office/officeart/2005/8/layout/list1"/>
    <dgm:cxn modelId="{0355F69C-F765-42B6-9C3A-7395D02B0CA2}" type="presParOf" srcId="{8E930F72-7969-4E9D-B887-FE6B572E4805}" destId="{C6CB4AA0-DB12-4E99-B253-11B984B2BEAD}" srcOrd="4" destOrd="0" presId="urn:microsoft.com/office/officeart/2005/8/layout/list1"/>
    <dgm:cxn modelId="{50B7C012-6769-43B9-B352-6B7FE321D7A9}" type="presParOf" srcId="{C6CB4AA0-DB12-4E99-B253-11B984B2BEAD}" destId="{DDF321A9-DACF-4717-B809-2D6FABF318B7}" srcOrd="0" destOrd="0" presId="urn:microsoft.com/office/officeart/2005/8/layout/list1"/>
    <dgm:cxn modelId="{49A28C78-9DAF-46E5-8DD8-42DE626F3AB0}" type="presParOf" srcId="{C6CB4AA0-DB12-4E99-B253-11B984B2BEAD}" destId="{A29E98FE-8355-41A6-82A5-00635453E3DA}" srcOrd="1" destOrd="0" presId="urn:microsoft.com/office/officeart/2005/8/layout/list1"/>
    <dgm:cxn modelId="{B5660DA7-522A-4066-B4DF-4B37208E6AA5}" type="presParOf" srcId="{8E930F72-7969-4E9D-B887-FE6B572E4805}" destId="{5BA3D74D-79BF-4107-8183-D22891F3208E}" srcOrd="5" destOrd="0" presId="urn:microsoft.com/office/officeart/2005/8/layout/list1"/>
    <dgm:cxn modelId="{325D02C8-6DF5-47A0-9BC3-CDF488A565F8}" type="presParOf" srcId="{8E930F72-7969-4E9D-B887-FE6B572E4805}" destId="{57FA4688-F975-48B8-AAEA-8D6D1A68EF6C}"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5898E18D-C1CF-44C4-98AF-27B2B3B1F006}"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en-US"/>
        </a:p>
      </dgm:t>
    </dgm:pt>
    <dgm:pt modelId="{6BD3337E-E682-4C4B-9477-694C861AF9D9}">
      <dgm:prSet phldrT="[Text]" custT="1"/>
      <dgm:spPr>
        <a:solidFill>
          <a:srgbClr val="004F71"/>
        </a:solidFill>
      </dgm:spPr>
      <dgm:t>
        <a:bodyPr/>
        <a:lstStyle/>
        <a:p>
          <a:r>
            <a:rPr lang="en-US" sz="2200" dirty="0"/>
            <a:t>Client received address already </a:t>
          </a:r>
          <a:br>
            <a:rPr lang="en-US" sz="2200" dirty="0"/>
          </a:br>
          <a:r>
            <a:rPr lang="en-US" sz="2200" dirty="0"/>
            <a:t>in use</a:t>
          </a:r>
        </a:p>
      </dgm:t>
    </dgm:pt>
    <dgm:pt modelId="{5DB733F1-22A0-47DF-A6FA-5F63BF7ED1F2}" type="parTrans" cxnId="{4154EFE1-FA6A-4B9E-ABF2-EF459AE9BBFB}">
      <dgm:prSet/>
      <dgm:spPr/>
      <dgm:t>
        <a:bodyPr/>
        <a:lstStyle/>
        <a:p>
          <a:endParaRPr lang="en-US" sz="2600"/>
        </a:p>
      </dgm:t>
    </dgm:pt>
    <dgm:pt modelId="{B2944FC9-9CB7-47E2-B73F-A01CD4118702}" type="sibTrans" cxnId="{4154EFE1-FA6A-4B9E-ABF2-EF459AE9BBFB}">
      <dgm:prSet/>
      <dgm:spPr/>
      <dgm:t>
        <a:bodyPr/>
        <a:lstStyle/>
        <a:p>
          <a:endParaRPr lang="en-US" sz="2600"/>
        </a:p>
      </dgm:t>
    </dgm:pt>
    <dgm:pt modelId="{5924A380-3B55-48AF-98D0-D69F7DCA26AD}" type="pres">
      <dgm:prSet presAssocID="{5898E18D-C1CF-44C4-98AF-27B2B3B1F006}" presName="linearFlow" presStyleCnt="0">
        <dgm:presLayoutVars>
          <dgm:resizeHandles val="exact"/>
        </dgm:presLayoutVars>
      </dgm:prSet>
      <dgm:spPr/>
    </dgm:pt>
    <dgm:pt modelId="{9F6434E2-F23B-4ACA-A14B-CD7DF18EA3B3}" type="pres">
      <dgm:prSet presAssocID="{6BD3337E-E682-4C4B-9477-694C861AF9D9}" presName="node" presStyleLbl="node1" presStyleIdx="0" presStyleCnt="1" custLinFactNeighborX="3795">
        <dgm:presLayoutVars>
          <dgm:bulletEnabled val="1"/>
        </dgm:presLayoutVars>
      </dgm:prSet>
      <dgm:spPr/>
    </dgm:pt>
  </dgm:ptLst>
  <dgm:cxnLst>
    <dgm:cxn modelId="{828D260B-46CC-48CE-BFB4-3AACE9CF1F75}" type="presOf" srcId="{5898E18D-C1CF-44C4-98AF-27B2B3B1F006}" destId="{5924A380-3B55-48AF-98D0-D69F7DCA26AD}" srcOrd="0" destOrd="0" presId="urn:microsoft.com/office/officeart/2005/8/layout/process2"/>
    <dgm:cxn modelId="{4154EFE1-FA6A-4B9E-ABF2-EF459AE9BBFB}" srcId="{5898E18D-C1CF-44C4-98AF-27B2B3B1F006}" destId="{6BD3337E-E682-4C4B-9477-694C861AF9D9}" srcOrd="0" destOrd="0" parTransId="{5DB733F1-22A0-47DF-A6FA-5F63BF7ED1F2}" sibTransId="{B2944FC9-9CB7-47E2-B73F-A01CD4118702}"/>
    <dgm:cxn modelId="{0987BAE7-EF99-4FB4-BCDB-94171532562C}" type="presOf" srcId="{6BD3337E-E682-4C4B-9477-694C861AF9D9}" destId="{9F6434E2-F23B-4ACA-A14B-CD7DF18EA3B3}" srcOrd="0" destOrd="0" presId="urn:microsoft.com/office/officeart/2005/8/layout/process2"/>
    <dgm:cxn modelId="{7A9EFB29-0E90-4E8F-A1C7-FA53363685F4}" type="presParOf" srcId="{5924A380-3B55-48AF-98D0-D69F7DCA26AD}" destId="{9F6434E2-F23B-4ACA-A14B-CD7DF18EA3B3}" srcOrd="0"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5898E18D-C1CF-44C4-98AF-27B2B3B1F006}"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en-US"/>
        </a:p>
      </dgm:t>
    </dgm:pt>
    <dgm:pt modelId="{6BD3337E-E682-4C4B-9477-694C861AF9D9}">
      <dgm:prSet phldrT="[Text]" custT="1"/>
      <dgm:spPr>
        <a:solidFill>
          <a:srgbClr val="004F71"/>
        </a:solidFill>
      </dgm:spPr>
      <dgm:t>
        <a:bodyPr/>
        <a:lstStyle/>
        <a:p>
          <a:r>
            <a:rPr lang="en-US" sz="2200" dirty="0"/>
            <a:t>Client is unable </a:t>
          </a:r>
          <a:br>
            <a:rPr lang="en-US" sz="2200" dirty="0"/>
          </a:br>
          <a:r>
            <a:rPr lang="en-US" sz="2200" dirty="0"/>
            <a:t>to reach external networks</a:t>
          </a:r>
        </a:p>
      </dgm:t>
    </dgm:pt>
    <dgm:pt modelId="{5DB733F1-22A0-47DF-A6FA-5F63BF7ED1F2}" type="parTrans" cxnId="{4154EFE1-FA6A-4B9E-ABF2-EF459AE9BBFB}">
      <dgm:prSet/>
      <dgm:spPr/>
      <dgm:t>
        <a:bodyPr/>
        <a:lstStyle/>
        <a:p>
          <a:endParaRPr lang="en-US"/>
        </a:p>
      </dgm:t>
    </dgm:pt>
    <dgm:pt modelId="{B2944FC9-9CB7-47E2-B73F-A01CD4118702}" type="sibTrans" cxnId="{4154EFE1-FA6A-4B9E-ABF2-EF459AE9BBFB}">
      <dgm:prSet/>
      <dgm:spPr/>
      <dgm:t>
        <a:bodyPr/>
        <a:lstStyle/>
        <a:p>
          <a:endParaRPr lang="en-US"/>
        </a:p>
      </dgm:t>
    </dgm:pt>
    <dgm:pt modelId="{5924A380-3B55-48AF-98D0-D69F7DCA26AD}" type="pres">
      <dgm:prSet presAssocID="{5898E18D-C1CF-44C4-98AF-27B2B3B1F006}" presName="linearFlow" presStyleCnt="0">
        <dgm:presLayoutVars>
          <dgm:resizeHandles val="exact"/>
        </dgm:presLayoutVars>
      </dgm:prSet>
      <dgm:spPr/>
    </dgm:pt>
    <dgm:pt modelId="{9F6434E2-F23B-4ACA-A14B-CD7DF18EA3B3}" type="pres">
      <dgm:prSet presAssocID="{6BD3337E-E682-4C4B-9477-694C861AF9D9}" presName="node" presStyleLbl="node1" presStyleIdx="0" presStyleCnt="1" custLinFactNeighborX="-791" custLinFactNeighborY="16872">
        <dgm:presLayoutVars>
          <dgm:bulletEnabled val="1"/>
        </dgm:presLayoutVars>
      </dgm:prSet>
      <dgm:spPr/>
    </dgm:pt>
  </dgm:ptLst>
  <dgm:cxnLst>
    <dgm:cxn modelId="{828D260B-46CC-48CE-BFB4-3AACE9CF1F75}" type="presOf" srcId="{5898E18D-C1CF-44C4-98AF-27B2B3B1F006}" destId="{5924A380-3B55-48AF-98D0-D69F7DCA26AD}" srcOrd="0" destOrd="0" presId="urn:microsoft.com/office/officeart/2005/8/layout/process2"/>
    <dgm:cxn modelId="{4154EFE1-FA6A-4B9E-ABF2-EF459AE9BBFB}" srcId="{5898E18D-C1CF-44C4-98AF-27B2B3B1F006}" destId="{6BD3337E-E682-4C4B-9477-694C861AF9D9}" srcOrd="0" destOrd="0" parTransId="{5DB733F1-22A0-47DF-A6FA-5F63BF7ED1F2}" sibTransId="{B2944FC9-9CB7-47E2-B73F-A01CD4118702}"/>
    <dgm:cxn modelId="{0987BAE7-EF99-4FB4-BCDB-94171532562C}" type="presOf" srcId="{6BD3337E-E682-4C4B-9477-694C861AF9D9}" destId="{9F6434E2-F23B-4ACA-A14B-CD7DF18EA3B3}" srcOrd="0" destOrd="0" presId="urn:microsoft.com/office/officeart/2005/8/layout/process2"/>
    <dgm:cxn modelId="{7A9EFB29-0E90-4E8F-A1C7-FA53363685F4}" type="presParOf" srcId="{5924A380-3B55-48AF-98D0-D69F7DCA26AD}" destId="{9F6434E2-F23B-4ACA-A14B-CD7DF18EA3B3}" srcOrd="0" destOrd="0" presId="urn:microsoft.com/office/officeart/2005/8/layout/process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B2831760-F3C7-4D8C-BF8E-E15F01D571CA}" type="doc">
      <dgm:prSet loTypeId="urn:microsoft.com/office/officeart/2005/8/layout/hList1" loCatId="" qsTypeId="urn:microsoft.com/office/officeart/2005/8/quickstyle/simple1" qsCatId="simple" csTypeId="urn:microsoft.com/office/officeart/2005/8/colors/accent1_2" csCatId="accent1" phldr="1"/>
      <dgm:spPr/>
      <dgm:t>
        <a:bodyPr/>
        <a:lstStyle/>
        <a:p>
          <a:endParaRPr lang="en-US"/>
        </a:p>
      </dgm:t>
    </dgm:pt>
    <dgm:pt modelId="{1855DF53-4AF1-4075-9125-880D659FF1B4}">
      <dgm:prSet phldrT="[Text]" custT="1"/>
      <dgm:spPr/>
      <dgm:t>
        <a:bodyPr/>
        <a:lstStyle/>
        <a:p>
          <a:r>
            <a:rPr lang="en-US" sz="2200" dirty="0"/>
            <a:t>Host Names </a:t>
          </a:r>
        </a:p>
      </dgm:t>
    </dgm:pt>
    <dgm:pt modelId="{9047E023-E80F-496C-A7F7-73E315A60D54}" type="parTrans" cxnId="{6FC6723D-04FE-4CE0-B9C4-FD463C522B8E}">
      <dgm:prSet/>
      <dgm:spPr/>
      <dgm:t>
        <a:bodyPr/>
        <a:lstStyle/>
        <a:p>
          <a:endParaRPr lang="en-US"/>
        </a:p>
      </dgm:t>
    </dgm:pt>
    <dgm:pt modelId="{E2EF972D-9A0C-45ED-859A-FBF240B36CFC}" type="sibTrans" cxnId="{6FC6723D-04FE-4CE0-B9C4-FD463C522B8E}">
      <dgm:prSet/>
      <dgm:spPr/>
      <dgm:t>
        <a:bodyPr/>
        <a:lstStyle/>
        <a:p>
          <a:endParaRPr lang="en-US"/>
        </a:p>
      </dgm:t>
    </dgm:pt>
    <dgm:pt modelId="{083D98DE-278B-42F2-8A12-54BF663DFFF3}">
      <dgm:prSet phldrT="[Text]" custT="1"/>
      <dgm:spPr/>
      <dgm:t>
        <a:bodyPr/>
        <a:lstStyle/>
        <a:p>
          <a:r>
            <a:rPr lang="en-US" sz="2200" dirty="0"/>
            <a:t>Domain Names</a:t>
          </a:r>
        </a:p>
      </dgm:t>
    </dgm:pt>
    <dgm:pt modelId="{94C38DD1-EFCF-4FA6-947C-6426989649B4}" type="parTrans" cxnId="{991251B4-A169-4623-9F8D-5505BE7ECEB0}">
      <dgm:prSet/>
      <dgm:spPr/>
      <dgm:t>
        <a:bodyPr/>
        <a:lstStyle/>
        <a:p>
          <a:endParaRPr lang="en-US"/>
        </a:p>
      </dgm:t>
    </dgm:pt>
    <dgm:pt modelId="{7060D009-6703-49D5-8869-D263CFD854F8}" type="sibTrans" cxnId="{991251B4-A169-4623-9F8D-5505BE7ECEB0}">
      <dgm:prSet/>
      <dgm:spPr/>
      <dgm:t>
        <a:bodyPr/>
        <a:lstStyle/>
        <a:p>
          <a:endParaRPr lang="en-US"/>
        </a:p>
      </dgm:t>
    </dgm:pt>
    <dgm:pt modelId="{F658FB0F-8224-45D5-9317-12B0665B1819}">
      <dgm:prSet phldrT="[Text]" custT="1"/>
      <dgm:spPr>
        <a:solidFill>
          <a:schemeClr val="bg1">
            <a:lumMod val="95000"/>
            <a:alpha val="90000"/>
          </a:schemeClr>
        </a:solidFill>
        <a:ln w="9525">
          <a:solidFill>
            <a:schemeClr val="bg1">
              <a:lumMod val="85000"/>
              <a:alpha val="90000"/>
            </a:schemeClr>
          </a:solidFill>
        </a:ln>
      </dgm:spPr>
      <dgm:t>
        <a:bodyPr/>
        <a:lstStyle/>
        <a:p>
          <a:r>
            <a:rPr lang="en-US" sz="2000" dirty="0">
              <a:solidFill>
                <a:srgbClr val="20282F"/>
              </a:solidFill>
            </a:rPr>
            <a:t>Local identifiers </a:t>
          </a:r>
        </a:p>
      </dgm:t>
    </dgm:pt>
    <dgm:pt modelId="{ABF04DF5-3CD4-4C6E-A982-2A7BBEE0AD89}" type="parTrans" cxnId="{4F324470-DFB5-448A-86DD-1648DCA4197A}">
      <dgm:prSet/>
      <dgm:spPr/>
      <dgm:t>
        <a:bodyPr/>
        <a:lstStyle/>
        <a:p>
          <a:endParaRPr lang="en-US"/>
        </a:p>
      </dgm:t>
    </dgm:pt>
    <dgm:pt modelId="{345F3C6C-999C-4DB7-BBE1-ECCED9FE96BE}" type="sibTrans" cxnId="{4F324470-DFB5-448A-86DD-1648DCA4197A}">
      <dgm:prSet/>
      <dgm:spPr/>
      <dgm:t>
        <a:bodyPr/>
        <a:lstStyle/>
        <a:p>
          <a:endParaRPr lang="en-US"/>
        </a:p>
      </dgm:t>
    </dgm:pt>
    <dgm:pt modelId="{A699388D-AE7D-4ABD-9CA2-DBDDA610A696}">
      <dgm:prSet phldrT="[Text]" custT="1"/>
      <dgm:spPr>
        <a:solidFill>
          <a:schemeClr val="bg1">
            <a:lumMod val="95000"/>
            <a:alpha val="90000"/>
          </a:schemeClr>
        </a:solidFill>
        <a:ln w="9525">
          <a:solidFill>
            <a:schemeClr val="bg1">
              <a:lumMod val="85000"/>
              <a:alpha val="90000"/>
            </a:schemeClr>
          </a:solidFill>
        </a:ln>
      </dgm:spPr>
      <dgm:t>
        <a:bodyPr/>
        <a:lstStyle/>
        <a:p>
          <a:r>
            <a:rPr lang="en-US" sz="2000" dirty="0">
              <a:solidFill>
                <a:srgbClr val="20282F"/>
              </a:solidFill>
            </a:rPr>
            <a:t>Human-friendly names</a:t>
          </a:r>
        </a:p>
      </dgm:t>
    </dgm:pt>
    <dgm:pt modelId="{BD7049F8-6786-4CA8-8A88-E537ED6EFCB7}" type="parTrans" cxnId="{F8EC40BF-CB9F-4A4A-BC86-C57A8057E637}">
      <dgm:prSet/>
      <dgm:spPr/>
      <dgm:t>
        <a:bodyPr/>
        <a:lstStyle/>
        <a:p>
          <a:endParaRPr lang="en-US"/>
        </a:p>
      </dgm:t>
    </dgm:pt>
    <dgm:pt modelId="{69124BBD-D185-4F34-9C9D-1E382AC76A0B}" type="sibTrans" cxnId="{F8EC40BF-CB9F-4A4A-BC86-C57A8057E637}">
      <dgm:prSet/>
      <dgm:spPr/>
      <dgm:t>
        <a:bodyPr/>
        <a:lstStyle/>
        <a:p>
          <a:endParaRPr lang="en-US"/>
        </a:p>
      </dgm:t>
    </dgm:pt>
    <dgm:pt modelId="{68847461-6697-4A20-8D35-C9C9DB9922B6}">
      <dgm:prSet phldrT="[Text]" custT="1"/>
      <dgm:spPr>
        <a:solidFill>
          <a:schemeClr val="bg1">
            <a:lumMod val="95000"/>
            <a:alpha val="90000"/>
          </a:schemeClr>
        </a:solidFill>
        <a:ln w="9525">
          <a:solidFill>
            <a:schemeClr val="bg1">
              <a:lumMod val="85000"/>
              <a:alpha val="90000"/>
            </a:schemeClr>
          </a:solidFill>
        </a:ln>
      </dgm:spPr>
      <dgm:t>
        <a:bodyPr/>
        <a:lstStyle/>
        <a:p>
          <a:r>
            <a:rPr lang="en-US" sz="2000" dirty="0">
              <a:solidFill>
                <a:srgbClr val="20282F"/>
              </a:solidFill>
            </a:rPr>
            <a:t>Global identifiers </a:t>
          </a:r>
        </a:p>
      </dgm:t>
    </dgm:pt>
    <dgm:pt modelId="{8C4C3444-3574-4422-81FB-110DB028BFD4}" type="parTrans" cxnId="{7D7EE983-09A1-4778-8752-A2E2D393094D}">
      <dgm:prSet/>
      <dgm:spPr/>
      <dgm:t>
        <a:bodyPr/>
        <a:lstStyle/>
        <a:p>
          <a:endParaRPr lang="en-US"/>
        </a:p>
      </dgm:t>
    </dgm:pt>
    <dgm:pt modelId="{23D82B30-C649-4F5C-BD24-AD23F41F35C2}" type="sibTrans" cxnId="{7D7EE983-09A1-4778-8752-A2E2D393094D}">
      <dgm:prSet/>
      <dgm:spPr/>
      <dgm:t>
        <a:bodyPr/>
        <a:lstStyle/>
        <a:p>
          <a:endParaRPr lang="en-US"/>
        </a:p>
      </dgm:t>
    </dgm:pt>
    <dgm:pt modelId="{2C1883E0-E887-4B4B-A071-CDCA582F404B}">
      <dgm:prSet phldrT="[Text]" custT="1"/>
      <dgm:spPr>
        <a:solidFill>
          <a:schemeClr val="bg1">
            <a:lumMod val="95000"/>
            <a:alpha val="90000"/>
          </a:schemeClr>
        </a:solidFill>
        <a:ln w="9525">
          <a:solidFill>
            <a:schemeClr val="bg1">
              <a:lumMod val="85000"/>
              <a:alpha val="90000"/>
            </a:schemeClr>
          </a:solidFill>
        </a:ln>
      </dgm:spPr>
      <dgm:t>
        <a:bodyPr/>
        <a:lstStyle/>
        <a:p>
          <a:r>
            <a:rPr lang="en-US" sz="2000" dirty="0">
              <a:solidFill>
                <a:srgbClr val="20282F"/>
              </a:solidFill>
            </a:rPr>
            <a:t>Hierarchical structure</a:t>
          </a:r>
        </a:p>
      </dgm:t>
    </dgm:pt>
    <dgm:pt modelId="{4BB12C30-FC57-49E7-AD01-A8B5D4CFD483}" type="parTrans" cxnId="{A72CDCCA-4645-463D-B07A-D6DF3A31DF37}">
      <dgm:prSet/>
      <dgm:spPr/>
      <dgm:t>
        <a:bodyPr/>
        <a:lstStyle/>
        <a:p>
          <a:endParaRPr lang="en-US"/>
        </a:p>
      </dgm:t>
    </dgm:pt>
    <dgm:pt modelId="{2A864CEC-C5E5-4D01-A207-FCAE90FDC4A1}" type="sibTrans" cxnId="{A72CDCCA-4645-463D-B07A-D6DF3A31DF37}">
      <dgm:prSet/>
      <dgm:spPr/>
      <dgm:t>
        <a:bodyPr/>
        <a:lstStyle/>
        <a:p>
          <a:endParaRPr lang="en-US"/>
        </a:p>
      </dgm:t>
    </dgm:pt>
    <dgm:pt modelId="{214FE318-2167-421B-94D6-F21D842C9847}">
      <dgm:prSet phldrT="[Text]" custT="1"/>
      <dgm:spPr>
        <a:solidFill>
          <a:schemeClr val="bg1">
            <a:lumMod val="95000"/>
            <a:alpha val="90000"/>
          </a:schemeClr>
        </a:solidFill>
        <a:ln w="9525">
          <a:solidFill>
            <a:schemeClr val="bg1">
              <a:lumMod val="85000"/>
              <a:alpha val="90000"/>
            </a:schemeClr>
          </a:solidFill>
        </a:ln>
      </dgm:spPr>
      <dgm:t>
        <a:bodyPr/>
        <a:lstStyle/>
        <a:p>
          <a:r>
            <a:rPr lang="en-US" sz="2000" dirty="0">
              <a:solidFill>
                <a:srgbClr val="20282F"/>
              </a:solidFill>
            </a:rPr>
            <a:t>Assigned by administrator</a:t>
          </a:r>
        </a:p>
      </dgm:t>
    </dgm:pt>
    <dgm:pt modelId="{BBC43276-D7EF-412E-A55C-29CBE2C47011}" type="parTrans" cxnId="{E556D348-3511-4164-B3AE-D141A5BF0D06}">
      <dgm:prSet/>
      <dgm:spPr/>
      <dgm:t>
        <a:bodyPr/>
        <a:lstStyle/>
        <a:p>
          <a:endParaRPr lang="en-US"/>
        </a:p>
      </dgm:t>
    </dgm:pt>
    <dgm:pt modelId="{7D4C5A02-B156-47BA-A797-8620E20C53D3}" type="sibTrans" cxnId="{E556D348-3511-4164-B3AE-D141A5BF0D06}">
      <dgm:prSet/>
      <dgm:spPr/>
      <dgm:t>
        <a:bodyPr/>
        <a:lstStyle/>
        <a:p>
          <a:endParaRPr lang="en-US"/>
        </a:p>
      </dgm:t>
    </dgm:pt>
    <dgm:pt modelId="{6A01809D-BCF2-41A7-A9BF-6DAA84DD5149}">
      <dgm:prSet phldrT="[Text]" custT="1"/>
      <dgm:spPr>
        <a:solidFill>
          <a:schemeClr val="bg1">
            <a:lumMod val="95000"/>
            <a:alpha val="90000"/>
          </a:schemeClr>
        </a:solidFill>
        <a:ln w="9525">
          <a:solidFill>
            <a:schemeClr val="bg1">
              <a:lumMod val="85000"/>
              <a:alpha val="90000"/>
            </a:schemeClr>
          </a:solidFill>
        </a:ln>
      </dgm:spPr>
      <dgm:t>
        <a:bodyPr/>
        <a:lstStyle/>
        <a:p>
          <a:r>
            <a:rPr lang="en-US" sz="2000" dirty="0">
              <a:solidFill>
                <a:srgbClr val="20282F"/>
              </a:solidFill>
            </a:rPr>
            <a:t>Unique on the </a:t>
          </a:r>
          <a:br>
            <a:rPr lang="en-US" sz="2000" dirty="0">
              <a:solidFill>
                <a:srgbClr val="20282F"/>
              </a:solidFill>
            </a:rPr>
          </a:br>
          <a:r>
            <a:rPr lang="en-US" sz="2000" dirty="0">
              <a:solidFill>
                <a:srgbClr val="20282F"/>
              </a:solidFill>
            </a:rPr>
            <a:t>local network</a:t>
          </a:r>
        </a:p>
      </dgm:t>
    </dgm:pt>
    <dgm:pt modelId="{F38E45B5-8BC5-44D3-BC03-875DA474F914}" type="parTrans" cxnId="{298BF3FF-24BB-4E44-A94B-E35CC9B2B94B}">
      <dgm:prSet/>
      <dgm:spPr/>
      <dgm:t>
        <a:bodyPr/>
        <a:lstStyle/>
        <a:p>
          <a:endParaRPr lang="en-US"/>
        </a:p>
      </dgm:t>
    </dgm:pt>
    <dgm:pt modelId="{B88FAC75-3376-4BFA-B42C-5D047D8073D5}" type="sibTrans" cxnId="{298BF3FF-24BB-4E44-A94B-E35CC9B2B94B}">
      <dgm:prSet/>
      <dgm:spPr/>
      <dgm:t>
        <a:bodyPr/>
        <a:lstStyle/>
        <a:p>
          <a:endParaRPr lang="en-US"/>
        </a:p>
      </dgm:t>
    </dgm:pt>
    <dgm:pt modelId="{D4C71FF6-454A-4479-A0C2-2C180F0356B2}">
      <dgm:prSet phldrT="[Text]" custT="1"/>
      <dgm:spPr>
        <a:solidFill>
          <a:schemeClr val="bg1">
            <a:lumMod val="95000"/>
            <a:alpha val="90000"/>
          </a:schemeClr>
        </a:solidFill>
        <a:ln w="9525">
          <a:solidFill>
            <a:schemeClr val="bg1">
              <a:lumMod val="85000"/>
              <a:alpha val="90000"/>
            </a:schemeClr>
          </a:solidFill>
        </a:ln>
      </dgm:spPr>
      <dgm:t>
        <a:bodyPr/>
        <a:lstStyle/>
        <a:p>
          <a:r>
            <a:rPr lang="en-US" sz="2000" dirty="0">
              <a:solidFill>
                <a:srgbClr val="20282F"/>
              </a:solidFill>
            </a:rPr>
            <a:t>Avoids duplications </a:t>
          </a:r>
          <a:br>
            <a:rPr lang="en-US" sz="2000" dirty="0">
              <a:solidFill>
                <a:srgbClr val="20282F"/>
              </a:solidFill>
            </a:rPr>
          </a:br>
          <a:r>
            <a:rPr lang="en-US" sz="2000" dirty="0">
              <a:solidFill>
                <a:srgbClr val="20282F"/>
              </a:solidFill>
            </a:rPr>
            <a:t>on the Internet</a:t>
          </a:r>
        </a:p>
      </dgm:t>
    </dgm:pt>
    <dgm:pt modelId="{344C8ED5-CEE0-4DED-AD0B-B8923999CDD3}" type="parTrans" cxnId="{1A4B8BAE-90B7-4A01-9C5D-B875CB2784BB}">
      <dgm:prSet/>
      <dgm:spPr/>
      <dgm:t>
        <a:bodyPr/>
        <a:lstStyle/>
        <a:p>
          <a:endParaRPr lang="en-US"/>
        </a:p>
      </dgm:t>
    </dgm:pt>
    <dgm:pt modelId="{76BFFD21-D8DE-4929-B383-39CCEB39B2EC}" type="sibTrans" cxnId="{1A4B8BAE-90B7-4A01-9C5D-B875CB2784BB}">
      <dgm:prSet/>
      <dgm:spPr/>
      <dgm:t>
        <a:bodyPr/>
        <a:lstStyle/>
        <a:p>
          <a:endParaRPr lang="en-US"/>
        </a:p>
      </dgm:t>
    </dgm:pt>
    <dgm:pt modelId="{4B9963D8-CA31-4198-9E19-93265C58E42C}">
      <dgm:prSet phldrT="[Text]" custT="1"/>
      <dgm:spPr>
        <a:solidFill>
          <a:schemeClr val="bg1">
            <a:lumMod val="95000"/>
            <a:alpha val="90000"/>
          </a:schemeClr>
        </a:solidFill>
        <a:ln w="9525">
          <a:solidFill>
            <a:schemeClr val="bg1">
              <a:lumMod val="85000"/>
              <a:alpha val="90000"/>
            </a:schemeClr>
          </a:solidFill>
        </a:ln>
      </dgm:spPr>
      <dgm:t>
        <a:bodyPr/>
        <a:lstStyle/>
        <a:p>
          <a:r>
            <a:rPr lang="en-US" sz="2000" dirty="0">
              <a:solidFill>
                <a:srgbClr val="20282F"/>
              </a:solidFill>
            </a:rPr>
            <a:t>Registered with </a:t>
          </a:r>
          <a:br>
            <a:rPr lang="en-US" sz="2000" dirty="0">
              <a:solidFill>
                <a:srgbClr val="20282F"/>
              </a:solidFill>
            </a:rPr>
          </a:br>
          <a:r>
            <a:rPr lang="en-US" sz="2000" dirty="0">
              <a:solidFill>
                <a:srgbClr val="20282F"/>
              </a:solidFill>
            </a:rPr>
            <a:t>a registrar</a:t>
          </a:r>
        </a:p>
      </dgm:t>
    </dgm:pt>
    <dgm:pt modelId="{0ED7DC00-7EB2-498A-90F1-6897B035C3CE}" type="parTrans" cxnId="{7272A187-902B-456D-903C-A53707DED428}">
      <dgm:prSet/>
      <dgm:spPr/>
      <dgm:t>
        <a:bodyPr/>
        <a:lstStyle/>
        <a:p>
          <a:endParaRPr lang="en-US"/>
        </a:p>
      </dgm:t>
    </dgm:pt>
    <dgm:pt modelId="{0FFC0899-167C-4C50-B872-57BBCB9B4688}" type="sibTrans" cxnId="{7272A187-902B-456D-903C-A53707DED428}">
      <dgm:prSet/>
      <dgm:spPr/>
      <dgm:t>
        <a:bodyPr/>
        <a:lstStyle/>
        <a:p>
          <a:endParaRPr lang="en-US"/>
        </a:p>
      </dgm:t>
    </dgm:pt>
    <dgm:pt modelId="{49BC94CA-AFD4-A344-A75C-27F7F4C02258}" type="pres">
      <dgm:prSet presAssocID="{B2831760-F3C7-4D8C-BF8E-E15F01D571CA}" presName="Name0" presStyleCnt="0">
        <dgm:presLayoutVars>
          <dgm:dir/>
          <dgm:animLvl val="lvl"/>
          <dgm:resizeHandles val="exact"/>
        </dgm:presLayoutVars>
      </dgm:prSet>
      <dgm:spPr/>
    </dgm:pt>
    <dgm:pt modelId="{DD8192C9-C0C7-F546-ADF5-675488882C25}" type="pres">
      <dgm:prSet presAssocID="{1855DF53-4AF1-4075-9125-880D659FF1B4}" presName="composite" presStyleCnt="0"/>
      <dgm:spPr/>
    </dgm:pt>
    <dgm:pt modelId="{B577D259-D605-3E48-855D-EAAFE15C725B}" type="pres">
      <dgm:prSet presAssocID="{1855DF53-4AF1-4075-9125-880D659FF1B4}" presName="parTx" presStyleLbl="alignNode1" presStyleIdx="0" presStyleCnt="2">
        <dgm:presLayoutVars>
          <dgm:chMax val="0"/>
          <dgm:chPref val="0"/>
          <dgm:bulletEnabled val="1"/>
        </dgm:presLayoutVars>
      </dgm:prSet>
      <dgm:spPr/>
    </dgm:pt>
    <dgm:pt modelId="{B307D86F-F064-C746-BF01-0153800A814D}" type="pres">
      <dgm:prSet presAssocID="{1855DF53-4AF1-4075-9125-880D659FF1B4}" presName="desTx" presStyleLbl="alignAccFollowNode1" presStyleIdx="0" presStyleCnt="2">
        <dgm:presLayoutVars>
          <dgm:bulletEnabled val="1"/>
        </dgm:presLayoutVars>
      </dgm:prSet>
      <dgm:spPr/>
    </dgm:pt>
    <dgm:pt modelId="{AF5DE53D-EC76-824B-91DA-A3B14FD8BA47}" type="pres">
      <dgm:prSet presAssocID="{E2EF972D-9A0C-45ED-859A-FBF240B36CFC}" presName="space" presStyleCnt="0"/>
      <dgm:spPr/>
    </dgm:pt>
    <dgm:pt modelId="{8FFBC1B9-8EDD-6046-9356-7492C653C514}" type="pres">
      <dgm:prSet presAssocID="{083D98DE-278B-42F2-8A12-54BF663DFFF3}" presName="composite" presStyleCnt="0"/>
      <dgm:spPr/>
    </dgm:pt>
    <dgm:pt modelId="{3BF061D7-419E-E043-A2E8-7FC54FDE7B5D}" type="pres">
      <dgm:prSet presAssocID="{083D98DE-278B-42F2-8A12-54BF663DFFF3}" presName="parTx" presStyleLbl="alignNode1" presStyleIdx="1" presStyleCnt="2">
        <dgm:presLayoutVars>
          <dgm:chMax val="0"/>
          <dgm:chPref val="0"/>
          <dgm:bulletEnabled val="1"/>
        </dgm:presLayoutVars>
      </dgm:prSet>
      <dgm:spPr/>
    </dgm:pt>
    <dgm:pt modelId="{AF0663B1-90B3-1D41-BA5F-7DE0269FD418}" type="pres">
      <dgm:prSet presAssocID="{083D98DE-278B-42F2-8A12-54BF663DFFF3}" presName="desTx" presStyleLbl="alignAccFollowNode1" presStyleIdx="1" presStyleCnt="2">
        <dgm:presLayoutVars>
          <dgm:bulletEnabled val="1"/>
        </dgm:presLayoutVars>
      </dgm:prSet>
      <dgm:spPr/>
    </dgm:pt>
  </dgm:ptLst>
  <dgm:cxnLst>
    <dgm:cxn modelId="{D74E5E12-8D06-5C49-9EBB-B56CCFB6EC07}" type="presOf" srcId="{B2831760-F3C7-4D8C-BF8E-E15F01D571CA}" destId="{49BC94CA-AFD4-A344-A75C-27F7F4C02258}" srcOrd="0" destOrd="0" presId="urn:microsoft.com/office/officeart/2005/8/layout/hList1"/>
    <dgm:cxn modelId="{66369E16-3D64-474C-9577-8B1D072DA73C}" type="presOf" srcId="{083D98DE-278B-42F2-8A12-54BF663DFFF3}" destId="{3BF061D7-419E-E043-A2E8-7FC54FDE7B5D}" srcOrd="0" destOrd="0" presId="urn:microsoft.com/office/officeart/2005/8/layout/hList1"/>
    <dgm:cxn modelId="{1F855C2B-71D2-7947-AFA3-A2E6AEA23CA6}" type="presOf" srcId="{68847461-6697-4A20-8D35-C9C9DB9922B6}" destId="{AF0663B1-90B3-1D41-BA5F-7DE0269FD418}" srcOrd="0" destOrd="0" presId="urn:microsoft.com/office/officeart/2005/8/layout/hList1"/>
    <dgm:cxn modelId="{6FC6723D-04FE-4CE0-B9C4-FD463C522B8E}" srcId="{B2831760-F3C7-4D8C-BF8E-E15F01D571CA}" destId="{1855DF53-4AF1-4075-9125-880D659FF1B4}" srcOrd="0" destOrd="0" parTransId="{9047E023-E80F-496C-A7F7-73E315A60D54}" sibTransId="{E2EF972D-9A0C-45ED-859A-FBF240B36CFC}"/>
    <dgm:cxn modelId="{9D4EA05C-1438-DD4F-B3F7-035397832CF9}" type="presOf" srcId="{1855DF53-4AF1-4075-9125-880D659FF1B4}" destId="{B577D259-D605-3E48-855D-EAAFE15C725B}" srcOrd="0" destOrd="0" presId="urn:microsoft.com/office/officeart/2005/8/layout/hList1"/>
    <dgm:cxn modelId="{7D6C9044-15DB-AF41-A639-37A32E047FB1}" type="presOf" srcId="{A699388D-AE7D-4ABD-9CA2-DBDDA610A696}" destId="{B307D86F-F064-C746-BF01-0153800A814D}" srcOrd="0" destOrd="2" presId="urn:microsoft.com/office/officeart/2005/8/layout/hList1"/>
    <dgm:cxn modelId="{E556D348-3511-4164-B3AE-D141A5BF0D06}" srcId="{1855DF53-4AF1-4075-9125-880D659FF1B4}" destId="{214FE318-2167-421B-94D6-F21D842C9847}" srcOrd="1" destOrd="0" parTransId="{BBC43276-D7EF-412E-A55C-29CBE2C47011}" sibTransId="{7D4C5A02-B156-47BA-A797-8620E20C53D3}"/>
    <dgm:cxn modelId="{084B2569-6970-0942-8AA0-9913899E2C36}" type="presOf" srcId="{6A01809D-BCF2-41A7-A9BF-6DAA84DD5149}" destId="{B307D86F-F064-C746-BF01-0153800A814D}" srcOrd="0" destOrd="3" presId="urn:microsoft.com/office/officeart/2005/8/layout/hList1"/>
    <dgm:cxn modelId="{FE2EC56A-9C32-F741-8339-E3E7A37E8C06}" type="presOf" srcId="{2C1883E0-E887-4B4B-A071-CDCA582F404B}" destId="{AF0663B1-90B3-1D41-BA5F-7DE0269FD418}" srcOrd="0" destOrd="1" presId="urn:microsoft.com/office/officeart/2005/8/layout/hList1"/>
    <dgm:cxn modelId="{4F324470-DFB5-448A-86DD-1648DCA4197A}" srcId="{1855DF53-4AF1-4075-9125-880D659FF1B4}" destId="{F658FB0F-8224-45D5-9317-12B0665B1819}" srcOrd="0" destOrd="0" parTransId="{ABF04DF5-3CD4-4C6E-A982-2A7BBEE0AD89}" sibTransId="{345F3C6C-999C-4DB7-BBE1-ECCED9FE96BE}"/>
    <dgm:cxn modelId="{7D7EE983-09A1-4778-8752-A2E2D393094D}" srcId="{083D98DE-278B-42F2-8A12-54BF663DFFF3}" destId="{68847461-6697-4A20-8D35-C9C9DB9922B6}" srcOrd="0" destOrd="0" parTransId="{8C4C3444-3574-4422-81FB-110DB028BFD4}" sibTransId="{23D82B30-C649-4F5C-BD24-AD23F41F35C2}"/>
    <dgm:cxn modelId="{7272A187-902B-456D-903C-A53707DED428}" srcId="{083D98DE-278B-42F2-8A12-54BF663DFFF3}" destId="{4B9963D8-CA31-4198-9E19-93265C58E42C}" srcOrd="3" destOrd="0" parTransId="{0ED7DC00-7EB2-498A-90F1-6897B035C3CE}" sibTransId="{0FFC0899-167C-4C50-B872-57BBCB9B4688}"/>
    <dgm:cxn modelId="{1A4B8BAE-90B7-4A01-9C5D-B875CB2784BB}" srcId="{083D98DE-278B-42F2-8A12-54BF663DFFF3}" destId="{D4C71FF6-454A-4479-A0C2-2C180F0356B2}" srcOrd="2" destOrd="0" parTransId="{344C8ED5-CEE0-4DED-AD0B-B8923999CDD3}" sibTransId="{76BFFD21-D8DE-4929-B383-39CCEB39B2EC}"/>
    <dgm:cxn modelId="{7A79CDB0-2718-7C4D-990A-50E9C30AA0F3}" type="presOf" srcId="{4B9963D8-CA31-4198-9E19-93265C58E42C}" destId="{AF0663B1-90B3-1D41-BA5F-7DE0269FD418}" srcOrd="0" destOrd="3" presId="urn:microsoft.com/office/officeart/2005/8/layout/hList1"/>
    <dgm:cxn modelId="{991251B4-A169-4623-9F8D-5505BE7ECEB0}" srcId="{B2831760-F3C7-4D8C-BF8E-E15F01D571CA}" destId="{083D98DE-278B-42F2-8A12-54BF663DFFF3}" srcOrd="1" destOrd="0" parTransId="{94C38DD1-EFCF-4FA6-947C-6426989649B4}" sibTransId="{7060D009-6703-49D5-8869-D263CFD854F8}"/>
    <dgm:cxn modelId="{719E8ABE-42AB-9E41-8287-01ECBABB1E44}" type="presOf" srcId="{214FE318-2167-421B-94D6-F21D842C9847}" destId="{B307D86F-F064-C746-BF01-0153800A814D}" srcOrd="0" destOrd="1" presId="urn:microsoft.com/office/officeart/2005/8/layout/hList1"/>
    <dgm:cxn modelId="{F8EC40BF-CB9F-4A4A-BC86-C57A8057E637}" srcId="{1855DF53-4AF1-4075-9125-880D659FF1B4}" destId="{A699388D-AE7D-4ABD-9CA2-DBDDA610A696}" srcOrd="2" destOrd="0" parTransId="{BD7049F8-6786-4CA8-8A88-E537ED6EFCB7}" sibTransId="{69124BBD-D185-4F34-9C9D-1E382AC76A0B}"/>
    <dgm:cxn modelId="{6247ECC1-FBB2-2A48-AE07-476971CA66A3}" type="presOf" srcId="{F658FB0F-8224-45D5-9317-12B0665B1819}" destId="{B307D86F-F064-C746-BF01-0153800A814D}" srcOrd="0" destOrd="0" presId="urn:microsoft.com/office/officeart/2005/8/layout/hList1"/>
    <dgm:cxn modelId="{A72CDCCA-4645-463D-B07A-D6DF3A31DF37}" srcId="{083D98DE-278B-42F2-8A12-54BF663DFFF3}" destId="{2C1883E0-E887-4B4B-A071-CDCA582F404B}" srcOrd="1" destOrd="0" parTransId="{4BB12C30-FC57-49E7-AD01-A8B5D4CFD483}" sibTransId="{2A864CEC-C5E5-4D01-A207-FCAE90FDC4A1}"/>
    <dgm:cxn modelId="{B1AEC0FE-64B8-504C-9970-407FEA31C332}" type="presOf" srcId="{D4C71FF6-454A-4479-A0C2-2C180F0356B2}" destId="{AF0663B1-90B3-1D41-BA5F-7DE0269FD418}" srcOrd="0" destOrd="2" presId="urn:microsoft.com/office/officeart/2005/8/layout/hList1"/>
    <dgm:cxn modelId="{298BF3FF-24BB-4E44-A94B-E35CC9B2B94B}" srcId="{1855DF53-4AF1-4075-9125-880D659FF1B4}" destId="{6A01809D-BCF2-41A7-A9BF-6DAA84DD5149}" srcOrd="3" destOrd="0" parTransId="{F38E45B5-8BC5-44D3-BC03-875DA474F914}" sibTransId="{B88FAC75-3376-4BFA-B42C-5D047D8073D5}"/>
    <dgm:cxn modelId="{E14C0B43-11A7-2246-B73A-315B0D8C6C76}" type="presParOf" srcId="{49BC94CA-AFD4-A344-A75C-27F7F4C02258}" destId="{DD8192C9-C0C7-F546-ADF5-675488882C25}" srcOrd="0" destOrd="0" presId="urn:microsoft.com/office/officeart/2005/8/layout/hList1"/>
    <dgm:cxn modelId="{1D9061B8-E576-6748-B657-16B8BFDD6049}" type="presParOf" srcId="{DD8192C9-C0C7-F546-ADF5-675488882C25}" destId="{B577D259-D605-3E48-855D-EAAFE15C725B}" srcOrd="0" destOrd="0" presId="urn:microsoft.com/office/officeart/2005/8/layout/hList1"/>
    <dgm:cxn modelId="{B45ECDA3-0A7D-3D4A-9BED-E4B3B3D8E6E3}" type="presParOf" srcId="{DD8192C9-C0C7-F546-ADF5-675488882C25}" destId="{B307D86F-F064-C746-BF01-0153800A814D}" srcOrd="1" destOrd="0" presId="urn:microsoft.com/office/officeart/2005/8/layout/hList1"/>
    <dgm:cxn modelId="{F5E0EB44-83CA-9343-A871-6C0121B27BD3}" type="presParOf" srcId="{49BC94CA-AFD4-A344-A75C-27F7F4C02258}" destId="{AF5DE53D-EC76-824B-91DA-A3B14FD8BA47}" srcOrd="1" destOrd="0" presId="urn:microsoft.com/office/officeart/2005/8/layout/hList1"/>
    <dgm:cxn modelId="{CE03E07C-6A75-8E48-9F35-339B96590A27}" type="presParOf" srcId="{49BC94CA-AFD4-A344-A75C-27F7F4C02258}" destId="{8FFBC1B9-8EDD-6046-9356-7492C653C514}" srcOrd="2" destOrd="0" presId="urn:microsoft.com/office/officeart/2005/8/layout/hList1"/>
    <dgm:cxn modelId="{0F146E0D-4350-B248-8E95-1DC1ADB52299}" type="presParOf" srcId="{8FFBC1B9-8EDD-6046-9356-7492C653C514}" destId="{3BF061D7-419E-E043-A2E8-7FC54FDE7B5D}" srcOrd="0" destOrd="0" presId="urn:microsoft.com/office/officeart/2005/8/layout/hList1"/>
    <dgm:cxn modelId="{3772C953-7726-5940-84ED-D062E5E3F9F0}" type="presParOf" srcId="{8FFBC1B9-8EDD-6046-9356-7492C653C514}" destId="{AF0663B1-90B3-1D41-BA5F-7DE0269FD41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7635FEA9-ADEC-4DD7-A3D2-206C8197EE3A}" type="doc">
      <dgm:prSet loTypeId="urn:microsoft.com/office/officeart/2005/8/layout/hierarchy6" loCatId="" qsTypeId="urn:microsoft.com/office/officeart/2005/8/quickstyle/simple1" qsCatId="simple" csTypeId="urn:microsoft.com/office/officeart/2005/8/colors/accent1_2" csCatId="accent1" phldr="1"/>
      <dgm:spPr/>
      <dgm:t>
        <a:bodyPr/>
        <a:lstStyle/>
        <a:p>
          <a:endParaRPr lang="en-US"/>
        </a:p>
      </dgm:t>
    </dgm:pt>
    <dgm:pt modelId="{48D52F27-A8F5-4B0C-B1CD-1D43EE608A4A}">
      <dgm:prSet phldrT="[Text]" custT="1"/>
      <dgm:spPr/>
      <dgm:t>
        <a:bodyPr/>
        <a:lstStyle/>
        <a:p>
          <a:r>
            <a:rPr lang="en-US" sz="1100" dirty="0"/>
            <a:t>Root DNS Servers</a:t>
          </a:r>
        </a:p>
      </dgm:t>
    </dgm:pt>
    <dgm:pt modelId="{F5FE7403-AF13-4FFC-A18A-3EBAB865D187}" type="parTrans" cxnId="{85D1A546-5EA6-4BE4-BF75-AD38D5D639C9}">
      <dgm:prSet/>
      <dgm:spPr/>
      <dgm:t>
        <a:bodyPr/>
        <a:lstStyle/>
        <a:p>
          <a:endParaRPr lang="en-US" sz="1000"/>
        </a:p>
      </dgm:t>
    </dgm:pt>
    <dgm:pt modelId="{1DFDE635-A4AF-44D0-AED1-FB5A0D21EF9E}" type="sibTrans" cxnId="{85D1A546-5EA6-4BE4-BF75-AD38D5D639C9}">
      <dgm:prSet/>
      <dgm:spPr/>
      <dgm:t>
        <a:bodyPr/>
        <a:lstStyle/>
        <a:p>
          <a:endParaRPr lang="en-US" sz="1000"/>
        </a:p>
      </dgm:t>
    </dgm:pt>
    <dgm:pt modelId="{7BF69D1B-358C-4960-96F8-B6DF4B793E8C}">
      <dgm:prSet phldrT="[Text]" custT="1"/>
      <dgm:spPr/>
      <dgm:t>
        <a:bodyPr/>
        <a:lstStyle/>
        <a:p>
          <a:r>
            <a:rPr lang="en-US" sz="1100" dirty="0"/>
            <a:t>.com DNS Servers</a:t>
          </a:r>
        </a:p>
      </dgm:t>
    </dgm:pt>
    <dgm:pt modelId="{8C44BD1A-210E-42B6-BA75-B0EB9B690A43}" type="parTrans" cxnId="{89071F77-BD73-4CE9-983B-D3719B991F25}">
      <dgm:prSet/>
      <dgm:spPr/>
      <dgm:t>
        <a:bodyPr/>
        <a:lstStyle/>
        <a:p>
          <a:endParaRPr lang="en-US" sz="1000"/>
        </a:p>
      </dgm:t>
    </dgm:pt>
    <dgm:pt modelId="{561E460C-6233-4316-ADC1-B42CD0C13B4B}" type="sibTrans" cxnId="{89071F77-BD73-4CE9-983B-D3719B991F25}">
      <dgm:prSet/>
      <dgm:spPr/>
      <dgm:t>
        <a:bodyPr/>
        <a:lstStyle/>
        <a:p>
          <a:endParaRPr lang="en-US" sz="1000"/>
        </a:p>
      </dgm:t>
    </dgm:pt>
    <dgm:pt modelId="{231FBBC9-F30E-4EF6-9260-0477FA215034}">
      <dgm:prSet phldrT="[Text]" custT="1"/>
      <dgm:spPr/>
      <dgm:t>
        <a:bodyPr/>
        <a:lstStyle/>
        <a:p>
          <a:r>
            <a:rPr lang="en-US" sz="1100" dirty="0"/>
            <a:t>.org DNS Servers</a:t>
          </a:r>
        </a:p>
      </dgm:t>
    </dgm:pt>
    <dgm:pt modelId="{2F66F99B-12E7-453E-9269-4F69844427BA}" type="parTrans" cxnId="{92FE4864-BDD7-40C2-9FF0-10F7D7ABAC3A}">
      <dgm:prSet/>
      <dgm:spPr/>
      <dgm:t>
        <a:bodyPr/>
        <a:lstStyle/>
        <a:p>
          <a:endParaRPr lang="en-US" sz="1000"/>
        </a:p>
      </dgm:t>
    </dgm:pt>
    <dgm:pt modelId="{5EDF2030-18D6-498E-893A-2F93C3562676}" type="sibTrans" cxnId="{92FE4864-BDD7-40C2-9FF0-10F7D7ABAC3A}">
      <dgm:prSet/>
      <dgm:spPr/>
      <dgm:t>
        <a:bodyPr/>
        <a:lstStyle/>
        <a:p>
          <a:endParaRPr lang="en-US" sz="1000"/>
        </a:p>
      </dgm:t>
    </dgm:pt>
    <dgm:pt modelId="{D315CF20-A11C-41DE-A4FB-06EFCC5423C1}">
      <dgm:prSet phldrT="[Text]" custT="1"/>
      <dgm:spPr/>
      <dgm:t>
        <a:bodyPr/>
        <a:lstStyle/>
        <a:p>
          <a:r>
            <a:rPr lang="en-US" sz="1100" dirty="0"/>
            <a:t>.gov DNS Servers</a:t>
          </a:r>
        </a:p>
      </dgm:t>
    </dgm:pt>
    <dgm:pt modelId="{4ED0B58D-5C41-4C51-8E8A-5E1E6B122F56}" type="parTrans" cxnId="{7BD37C09-A6E2-4C91-8540-EA4751BA6246}">
      <dgm:prSet/>
      <dgm:spPr/>
      <dgm:t>
        <a:bodyPr/>
        <a:lstStyle/>
        <a:p>
          <a:endParaRPr lang="en-US" sz="1000"/>
        </a:p>
      </dgm:t>
    </dgm:pt>
    <dgm:pt modelId="{33B86C24-A519-4945-A6EA-7B329AA520C5}" type="sibTrans" cxnId="{7BD37C09-A6E2-4C91-8540-EA4751BA6246}">
      <dgm:prSet/>
      <dgm:spPr/>
      <dgm:t>
        <a:bodyPr/>
        <a:lstStyle/>
        <a:p>
          <a:endParaRPr lang="en-US" sz="1000"/>
        </a:p>
      </dgm:t>
    </dgm:pt>
    <dgm:pt modelId="{28275CD5-A5A3-49EA-96CE-EB32164BF622}">
      <dgm:prSet phldrT="[Text]" custT="1"/>
      <dgm:spPr/>
      <dgm:t>
        <a:bodyPr/>
        <a:lstStyle/>
        <a:p>
          <a:r>
            <a:rPr lang="en-US" sz="1100" dirty="0"/>
            <a:t>Comptia.org DNS Servers</a:t>
          </a:r>
        </a:p>
      </dgm:t>
    </dgm:pt>
    <dgm:pt modelId="{6DC01CD4-B839-405D-8B4D-977CDFB645F4}" type="parTrans" cxnId="{2F9FED1B-352B-4231-A772-0A2A2D3B0808}">
      <dgm:prSet/>
      <dgm:spPr/>
      <dgm:t>
        <a:bodyPr/>
        <a:lstStyle/>
        <a:p>
          <a:endParaRPr lang="en-US" sz="1000"/>
        </a:p>
      </dgm:t>
    </dgm:pt>
    <dgm:pt modelId="{8F20A506-6D9C-4108-8374-517AEBD9EA38}" type="sibTrans" cxnId="{2F9FED1B-352B-4231-A772-0A2A2D3B0808}">
      <dgm:prSet/>
      <dgm:spPr/>
      <dgm:t>
        <a:bodyPr/>
        <a:lstStyle/>
        <a:p>
          <a:endParaRPr lang="en-US" sz="1000"/>
        </a:p>
      </dgm:t>
    </dgm:pt>
    <dgm:pt modelId="{03F609A0-8045-4E60-96A6-2990F4FD8882}">
      <dgm:prSet phldrT="[Text]" custT="1"/>
      <dgm:spPr/>
      <dgm:t>
        <a:bodyPr/>
        <a:lstStyle/>
        <a:p>
          <a:r>
            <a:rPr lang="en-US" sz="1100" dirty="0"/>
            <a:t>Nist.gov DNS Servers</a:t>
          </a:r>
        </a:p>
      </dgm:t>
    </dgm:pt>
    <dgm:pt modelId="{449B20B0-453A-48B4-8716-7ADF4BBCC73A}" type="parTrans" cxnId="{B60C5FA5-BD22-4A0B-B6CB-99445BA06727}">
      <dgm:prSet/>
      <dgm:spPr/>
      <dgm:t>
        <a:bodyPr/>
        <a:lstStyle/>
        <a:p>
          <a:endParaRPr lang="en-US" sz="1000"/>
        </a:p>
      </dgm:t>
    </dgm:pt>
    <dgm:pt modelId="{9D2CA036-AA91-47CC-A551-D896EC122C32}" type="sibTrans" cxnId="{B60C5FA5-BD22-4A0B-B6CB-99445BA06727}">
      <dgm:prSet/>
      <dgm:spPr/>
      <dgm:t>
        <a:bodyPr/>
        <a:lstStyle/>
        <a:p>
          <a:endParaRPr lang="en-US" sz="1000"/>
        </a:p>
      </dgm:t>
    </dgm:pt>
    <dgm:pt modelId="{6F2DC346-63DC-4F34-9AD6-CF1A38713934}">
      <dgm:prSet phldrT="[Text]" custT="1"/>
      <dgm:spPr/>
      <dgm:t>
        <a:bodyPr/>
        <a:lstStyle/>
        <a:p>
          <a:r>
            <a:rPr lang="en-US" sz="1100" dirty="0"/>
            <a:t>Cisco.com DNS Servers</a:t>
          </a:r>
        </a:p>
      </dgm:t>
    </dgm:pt>
    <dgm:pt modelId="{19ED8865-1B93-4923-92C9-97C08461EA81}" type="parTrans" cxnId="{B41F1E80-4110-4F9C-92EA-C243BE4255E2}">
      <dgm:prSet/>
      <dgm:spPr/>
      <dgm:t>
        <a:bodyPr/>
        <a:lstStyle/>
        <a:p>
          <a:endParaRPr lang="en-US" sz="1000"/>
        </a:p>
      </dgm:t>
    </dgm:pt>
    <dgm:pt modelId="{05FC2BE4-A66A-466C-8D2F-78A0A2E19FFD}" type="sibTrans" cxnId="{B41F1E80-4110-4F9C-92EA-C243BE4255E2}">
      <dgm:prSet/>
      <dgm:spPr/>
      <dgm:t>
        <a:bodyPr/>
        <a:lstStyle/>
        <a:p>
          <a:endParaRPr lang="en-US" sz="1000"/>
        </a:p>
      </dgm:t>
    </dgm:pt>
    <dgm:pt modelId="{3DA97ED3-7DC0-4BA2-9A99-389FA9EA9EAE}">
      <dgm:prSet phldrT="[Text]" custT="1"/>
      <dgm:spPr/>
      <dgm:t>
        <a:bodyPr/>
        <a:lstStyle/>
        <a:p>
          <a:r>
            <a:rPr lang="en-US" sz="1100" dirty="0"/>
            <a:t>Microsoft.com Servers</a:t>
          </a:r>
        </a:p>
      </dgm:t>
    </dgm:pt>
    <dgm:pt modelId="{D11C910F-34F9-41BF-9DE1-3B5DAE9BA5F7}" type="parTrans" cxnId="{7B5B797F-4724-49EA-9D7F-D7315CC18F4F}">
      <dgm:prSet/>
      <dgm:spPr/>
      <dgm:t>
        <a:bodyPr/>
        <a:lstStyle/>
        <a:p>
          <a:endParaRPr lang="en-US" sz="1000"/>
        </a:p>
      </dgm:t>
    </dgm:pt>
    <dgm:pt modelId="{190871EC-5B16-4E7E-9053-57C55D458CAB}" type="sibTrans" cxnId="{7B5B797F-4724-49EA-9D7F-D7315CC18F4F}">
      <dgm:prSet/>
      <dgm:spPr/>
      <dgm:t>
        <a:bodyPr/>
        <a:lstStyle/>
        <a:p>
          <a:endParaRPr lang="en-US" sz="1000"/>
        </a:p>
      </dgm:t>
    </dgm:pt>
    <dgm:pt modelId="{1DBB61C1-0583-428C-B7E7-F8A5ED294406}">
      <dgm:prSet phldrT="[Text]" custT="1"/>
      <dgm:spPr/>
      <dgm:t>
        <a:bodyPr/>
        <a:lstStyle/>
        <a:p>
          <a:r>
            <a:rPr lang="en-US" sz="1100" dirty="0"/>
            <a:t>Owasp.org DNS Servers</a:t>
          </a:r>
        </a:p>
      </dgm:t>
    </dgm:pt>
    <dgm:pt modelId="{4B1BE2C2-174C-4127-8C2D-15C12F9FF384}" type="parTrans" cxnId="{E920ECD4-E5C7-46B9-802A-4FB6D6C8C053}">
      <dgm:prSet/>
      <dgm:spPr/>
      <dgm:t>
        <a:bodyPr/>
        <a:lstStyle/>
        <a:p>
          <a:endParaRPr lang="en-US" sz="1000"/>
        </a:p>
      </dgm:t>
    </dgm:pt>
    <dgm:pt modelId="{18300E57-58E9-4178-A33C-68CBED7A2065}" type="sibTrans" cxnId="{E920ECD4-E5C7-46B9-802A-4FB6D6C8C053}">
      <dgm:prSet/>
      <dgm:spPr/>
      <dgm:t>
        <a:bodyPr/>
        <a:lstStyle/>
        <a:p>
          <a:endParaRPr lang="en-US" sz="1000"/>
        </a:p>
      </dgm:t>
    </dgm:pt>
    <dgm:pt modelId="{8ABB78FC-449A-4A2E-BF00-7197BECC8F90}">
      <dgm:prSet phldrT="[Text]" custT="1"/>
      <dgm:spPr/>
      <dgm:t>
        <a:bodyPr/>
        <a:lstStyle/>
        <a:p>
          <a:r>
            <a:rPr lang="en-US" sz="1100" dirty="0"/>
            <a:t>Cisa.gov DNS Servers</a:t>
          </a:r>
        </a:p>
      </dgm:t>
    </dgm:pt>
    <dgm:pt modelId="{8472D629-A36C-4428-96C4-8041D64725B3}" type="parTrans" cxnId="{756311F0-AB07-42EA-A183-88ABBCA7D7E1}">
      <dgm:prSet/>
      <dgm:spPr/>
      <dgm:t>
        <a:bodyPr/>
        <a:lstStyle/>
        <a:p>
          <a:endParaRPr lang="en-US" sz="1000"/>
        </a:p>
      </dgm:t>
    </dgm:pt>
    <dgm:pt modelId="{048D51EC-2221-4056-9A58-53B111697E36}" type="sibTrans" cxnId="{756311F0-AB07-42EA-A183-88ABBCA7D7E1}">
      <dgm:prSet/>
      <dgm:spPr/>
      <dgm:t>
        <a:bodyPr/>
        <a:lstStyle/>
        <a:p>
          <a:endParaRPr lang="en-US" sz="1000"/>
        </a:p>
      </dgm:t>
    </dgm:pt>
    <dgm:pt modelId="{77D2736F-4EB8-4D11-925D-34A9E75192E1}">
      <dgm:prSet phldrT="[Text]" custT="1"/>
      <dgm:spPr/>
      <dgm:t>
        <a:bodyPr/>
        <a:lstStyle/>
        <a:p>
          <a:r>
            <a:rPr lang="en-US" sz="1100" dirty="0"/>
            <a:t>Help.comptia.org</a:t>
          </a:r>
        </a:p>
      </dgm:t>
    </dgm:pt>
    <dgm:pt modelId="{C2F82239-03FE-487B-9837-92AF629D078D}" type="parTrans" cxnId="{C3DE3D3F-0387-410D-8538-4ED4EEDC049D}">
      <dgm:prSet/>
      <dgm:spPr/>
      <dgm:t>
        <a:bodyPr/>
        <a:lstStyle/>
        <a:p>
          <a:endParaRPr lang="en-US" sz="1000"/>
        </a:p>
      </dgm:t>
    </dgm:pt>
    <dgm:pt modelId="{875B4FE1-FF65-4C46-9DBC-ADE16D1072C6}" type="sibTrans" cxnId="{C3DE3D3F-0387-410D-8538-4ED4EEDC049D}">
      <dgm:prSet/>
      <dgm:spPr/>
      <dgm:t>
        <a:bodyPr/>
        <a:lstStyle/>
        <a:p>
          <a:endParaRPr lang="en-US" sz="1000"/>
        </a:p>
      </dgm:t>
    </dgm:pt>
    <dgm:pt modelId="{4BCBEC0C-34DC-6749-A20B-50511A84120B}" type="pres">
      <dgm:prSet presAssocID="{7635FEA9-ADEC-4DD7-A3D2-206C8197EE3A}" presName="mainComposite" presStyleCnt="0">
        <dgm:presLayoutVars>
          <dgm:chPref val="1"/>
          <dgm:dir/>
          <dgm:animOne val="branch"/>
          <dgm:animLvl val="lvl"/>
          <dgm:resizeHandles val="exact"/>
        </dgm:presLayoutVars>
      </dgm:prSet>
      <dgm:spPr/>
    </dgm:pt>
    <dgm:pt modelId="{E11043FD-873F-2043-B2B4-8A0808CFC4CD}" type="pres">
      <dgm:prSet presAssocID="{7635FEA9-ADEC-4DD7-A3D2-206C8197EE3A}" presName="hierFlow" presStyleCnt="0"/>
      <dgm:spPr/>
    </dgm:pt>
    <dgm:pt modelId="{AEE8A5D7-E23D-A342-A25E-ABA7B4E61460}" type="pres">
      <dgm:prSet presAssocID="{7635FEA9-ADEC-4DD7-A3D2-206C8197EE3A}" presName="hierChild1" presStyleCnt="0">
        <dgm:presLayoutVars>
          <dgm:chPref val="1"/>
          <dgm:animOne val="branch"/>
          <dgm:animLvl val="lvl"/>
        </dgm:presLayoutVars>
      </dgm:prSet>
      <dgm:spPr/>
    </dgm:pt>
    <dgm:pt modelId="{3F199AAA-95DD-7345-B799-E7AFD45C80EA}" type="pres">
      <dgm:prSet presAssocID="{48D52F27-A8F5-4B0C-B1CD-1D43EE608A4A}" presName="Name14" presStyleCnt="0"/>
      <dgm:spPr/>
    </dgm:pt>
    <dgm:pt modelId="{AA26118F-DA6C-3240-875E-E06A639A3DB9}" type="pres">
      <dgm:prSet presAssocID="{48D52F27-A8F5-4B0C-B1CD-1D43EE608A4A}" presName="level1Shape" presStyleLbl="node0" presStyleIdx="0" presStyleCnt="1">
        <dgm:presLayoutVars>
          <dgm:chPref val="3"/>
        </dgm:presLayoutVars>
      </dgm:prSet>
      <dgm:spPr/>
    </dgm:pt>
    <dgm:pt modelId="{0B23F7C4-B67D-DD42-AC40-98EF7E85AFEC}" type="pres">
      <dgm:prSet presAssocID="{48D52F27-A8F5-4B0C-B1CD-1D43EE608A4A}" presName="hierChild2" presStyleCnt="0"/>
      <dgm:spPr/>
    </dgm:pt>
    <dgm:pt modelId="{4C10371F-87B6-7045-8922-7446E78FA430}" type="pres">
      <dgm:prSet presAssocID="{8C44BD1A-210E-42B6-BA75-B0EB9B690A43}" presName="Name19" presStyleLbl="parChTrans1D2" presStyleIdx="0" presStyleCnt="3"/>
      <dgm:spPr/>
    </dgm:pt>
    <dgm:pt modelId="{49026CF3-9D15-5244-BAB3-709FF81D4D9E}" type="pres">
      <dgm:prSet presAssocID="{7BF69D1B-358C-4960-96F8-B6DF4B793E8C}" presName="Name21" presStyleCnt="0"/>
      <dgm:spPr/>
    </dgm:pt>
    <dgm:pt modelId="{80FB7E59-2B24-AD4E-8DBD-6F14EA63BDC2}" type="pres">
      <dgm:prSet presAssocID="{7BF69D1B-358C-4960-96F8-B6DF4B793E8C}" presName="level2Shape" presStyleLbl="node2" presStyleIdx="0" presStyleCnt="3" custLinFactNeighborX="48569"/>
      <dgm:spPr/>
    </dgm:pt>
    <dgm:pt modelId="{76FDBEDA-CED5-DA43-93AB-948F8E63136A}" type="pres">
      <dgm:prSet presAssocID="{7BF69D1B-358C-4960-96F8-B6DF4B793E8C}" presName="hierChild3" presStyleCnt="0"/>
      <dgm:spPr/>
    </dgm:pt>
    <dgm:pt modelId="{37D6FC11-B3DA-B343-8DC5-D3B000DF2230}" type="pres">
      <dgm:prSet presAssocID="{19ED8865-1B93-4923-92C9-97C08461EA81}" presName="Name19" presStyleLbl="parChTrans1D3" presStyleIdx="0" presStyleCnt="6"/>
      <dgm:spPr/>
    </dgm:pt>
    <dgm:pt modelId="{721A633B-317A-0249-87CE-A7F2D338FA6E}" type="pres">
      <dgm:prSet presAssocID="{6F2DC346-63DC-4F34-9AD6-CF1A38713934}" presName="Name21" presStyleCnt="0"/>
      <dgm:spPr/>
    </dgm:pt>
    <dgm:pt modelId="{17F0A163-BA7F-454D-A9CB-A3926F786ED0}" type="pres">
      <dgm:prSet presAssocID="{6F2DC346-63DC-4F34-9AD6-CF1A38713934}" presName="level2Shape" presStyleLbl="node3" presStyleIdx="0" presStyleCnt="6" custScaleX="117280" custLinFactNeighborX="70744"/>
      <dgm:spPr/>
    </dgm:pt>
    <dgm:pt modelId="{9763A60E-2FEC-5A49-A4A6-EC6F2909B0AC}" type="pres">
      <dgm:prSet presAssocID="{6F2DC346-63DC-4F34-9AD6-CF1A38713934}" presName="hierChild3" presStyleCnt="0"/>
      <dgm:spPr/>
    </dgm:pt>
    <dgm:pt modelId="{CCDA2350-206B-C849-8668-3FDFCC7E6F4C}" type="pres">
      <dgm:prSet presAssocID="{D11C910F-34F9-41BF-9DE1-3B5DAE9BA5F7}" presName="Name19" presStyleLbl="parChTrans1D3" presStyleIdx="1" presStyleCnt="6"/>
      <dgm:spPr/>
    </dgm:pt>
    <dgm:pt modelId="{C33E15FC-FE3B-4340-9228-87598F12D02B}" type="pres">
      <dgm:prSet presAssocID="{3DA97ED3-7DC0-4BA2-9A99-389FA9EA9EAE}" presName="Name21" presStyleCnt="0"/>
      <dgm:spPr/>
    </dgm:pt>
    <dgm:pt modelId="{2B1077BA-9C0E-4B4B-8E00-170CAECE8421}" type="pres">
      <dgm:prSet presAssocID="{3DA97ED3-7DC0-4BA2-9A99-389FA9EA9EAE}" presName="level2Shape" presStyleLbl="node3" presStyleIdx="1" presStyleCnt="6" custScaleX="123120" custLinFactNeighborX="45533"/>
      <dgm:spPr/>
    </dgm:pt>
    <dgm:pt modelId="{52A66A3F-2BB4-D548-A212-455C64B690C6}" type="pres">
      <dgm:prSet presAssocID="{3DA97ED3-7DC0-4BA2-9A99-389FA9EA9EAE}" presName="hierChild3" presStyleCnt="0"/>
      <dgm:spPr/>
    </dgm:pt>
    <dgm:pt modelId="{A365B7C7-1BBF-204C-8BC3-07E9781E7C4A}" type="pres">
      <dgm:prSet presAssocID="{2F66F99B-12E7-453E-9269-4F69844427BA}" presName="Name19" presStyleLbl="parChTrans1D2" presStyleIdx="1" presStyleCnt="3"/>
      <dgm:spPr/>
    </dgm:pt>
    <dgm:pt modelId="{30EE3F75-DA06-3344-B17A-EF2DCB6E57E2}" type="pres">
      <dgm:prSet presAssocID="{231FBBC9-F30E-4EF6-9260-0477FA215034}" presName="Name21" presStyleCnt="0"/>
      <dgm:spPr/>
    </dgm:pt>
    <dgm:pt modelId="{79089D9B-497F-A247-AF83-05A32CC1DDB9}" type="pres">
      <dgm:prSet presAssocID="{231FBBC9-F30E-4EF6-9260-0477FA215034}" presName="level2Shape" presStyleLbl="node2" presStyleIdx="1" presStyleCnt="3" custLinFactNeighborX="-17531"/>
      <dgm:spPr/>
    </dgm:pt>
    <dgm:pt modelId="{3D28E190-8410-DE4C-911A-708326779EBA}" type="pres">
      <dgm:prSet presAssocID="{231FBBC9-F30E-4EF6-9260-0477FA215034}" presName="hierChild3" presStyleCnt="0"/>
      <dgm:spPr/>
    </dgm:pt>
    <dgm:pt modelId="{B606B308-88D1-9A4C-8828-D7B4D58B89B2}" type="pres">
      <dgm:prSet presAssocID="{6DC01CD4-B839-405D-8B4D-977CDFB645F4}" presName="Name19" presStyleLbl="parChTrans1D3" presStyleIdx="2" presStyleCnt="6"/>
      <dgm:spPr/>
    </dgm:pt>
    <dgm:pt modelId="{59AA93E0-9187-4A4C-8854-33D4DFB6A373}" type="pres">
      <dgm:prSet presAssocID="{28275CD5-A5A3-49EA-96CE-EB32164BF622}" presName="Name21" presStyleCnt="0"/>
      <dgm:spPr/>
    </dgm:pt>
    <dgm:pt modelId="{EA9459CE-FF71-A147-88EB-6BB89711C3EF}" type="pres">
      <dgm:prSet presAssocID="{28275CD5-A5A3-49EA-96CE-EB32164BF622}" presName="level2Shape" presStyleLbl="node3" presStyleIdx="2" presStyleCnt="6" custLinFactNeighborX="10227"/>
      <dgm:spPr/>
    </dgm:pt>
    <dgm:pt modelId="{5AB88000-F5B2-5A4D-9EC8-EB8574781505}" type="pres">
      <dgm:prSet presAssocID="{28275CD5-A5A3-49EA-96CE-EB32164BF622}" presName="hierChild3" presStyleCnt="0"/>
      <dgm:spPr/>
    </dgm:pt>
    <dgm:pt modelId="{242DB6CC-0C25-1A49-B811-4903057262E4}" type="pres">
      <dgm:prSet presAssocID="{C2F82239-03FE-487B-9837-92AF629D078D}" presName="Name19" presStyleLbl="parChTrans1D4" presStyleIdx="0" presStyleCnt="1"/>
      <dgm:spPr/>
    </dgm:pt>
    <dgm:pt modelId="{BF550CCC-F94A-9646-872D-956DA245B7B8}" type="pres">
      <dgm:prSet presAssocID="{77D2736F-4EB8-4D11-925D-34A9E75192E1}" presName="Name21" presStyleCnt="0"/>
      <dgm:spPr/>
    </dgm:pt>
    <dgm:pt modelId="{0527EB65-1B17-AC44-AC09-2320C5CE012E}" type="pres">
      <dgm:prSet presAssocID="{77D2736F-4EB8-4D11-925D-34A9E75192E1}" presName="level2Shape" presStyleLbl="node4" presStyleIdx="0" presStyleCnt="1" custScaleX="154983" custLinFactNeighborX="11381" custLinFactNeighborY="-10676"/>
      <dgm:spPr/>
    </dgm:pt>
    <dgm:pt modelId="{79E83C27-C28E-7C4E-BE61-1AB0DDDB5F89}" type="pres">
      <dgm:prSet presAssocID="{77D2736F-4EB8-4D11-925D-34A9E75192E1}" presName="hierChild3" presStyleCnt="0"/>
      <dgm:spPr/>
    </dgm:pt>
    <dgm:pt modelId="{09184D67-D2E7-9A4B-B1DA-5A2783C0453B}" type="pres">
      <dgm:prSet presAssocID="{4B1BE2C2-174C-4127-8C2D-15C12F9FF384}" presName="Name19" presStyleLbl="parChTrans1D3" presStyleIdx="3" presStyleCnt="6"/>
      <dgm:spPr/>
    </dgm:pt>
    <dgm:pt modelId="{E19F5EDD-E45D-A249-8EE9-AFBC74BBCD0A}" type="pres">
      <dgm:prSet presAssocID="{1DBB61C1-0583-428C-B7E7-F8A5ED294406}" presName="Name21" presStyleCnt="0"/>
      <dgm:spPr/>
    </dgm:pt>
    <dgm:pt modelId="{C6ECEB0D-F1BA-A849-B2D1-8824E2535FB1}" type="pres">
      <dgm:prSet presAssocID="{1DBB61C1-0583-428C-B7E7-F8A5ED294406}" presName="level2Shape" presStyleLbl="node3" presStyleIdx="3" presStyleCnt="6" custLinFactNeighborX="-14830"/>
      <dgm:spPr/>
    </dgm:pt>
    <dgm:pt modelId="{795312A7-CC34-374A-BE6C-312A0A370261}" type="pres">
      <dgm:prSet presAssocID="{1DBB61C1-0583-428C-B7E7-F8A5ED294406}" presName="hierChild3" presStyleCnt="0"/>
      <dgm:spPr/>
    </dgm:pt>
    <dgm:pt modelId="{BC0F53F2-DB5D-C140-95EC-B6A720E9F119}" type="pres">
      <dgm:prSet presAssocID="{4ED0B58D-5C41-4C51-8E8A-5E1E6B122F56}" presName="Name19" presStyleLbl="parChTrans1D2" presStyleIdx="2" presStyleCnt="3"/>
      <dgm:spPr/>
    </dgm:pt>
    <dgm:pt modelId="{7D8144B2-D523-1B49-8402-0A442FA8DB90}" type="pres">
      <dgm:prSet presAssocID="{D315CF20-A11C-41DE-A4FB-06EFCC5423C1}" presName="Name21" presStyleCnt="0"/>
      <dgm:spPr/>
    </dgm:pt>
    <dgm:pt modelId="{029363C0-8389-6442-B4F5-6E41D83A0F94}" type="pres">
      <dgm:prSet presAssocID="{D315CF20-A11C-41DE-A4FB-06EFCC5423C1}" presName="level2Shape" presStyleLbl="node2" presStyleIdx="2" presStyleCnt="3" custLinFactNeighborX="-65745"/>
      <dgm:spPr/>
    </dgm:pt>
    <dgm:pt modelId="{3A4D8844-117D-1A4F-AFDF-ED602FCD6DB8}" type="pres">
      <dgm:prSet presAssocID="{D315CF20-A11C-41DE-A4FB-06EFCC5423C1}" presName="hierChild3" presStyleCnt="0"/>
      <dgm:spPr/>
    </dgm:pt>
    <dgm:pt modelId="{508D47BC-3EC3-0942-90EB-B5EBCAF12E6B}" type="pres">
      <dgm:prSet presAssocID="{449B20B0-453A-48B4-8716-7ADF4BBCC73A}" presName="Name19" presStyleLbl="parChTrans1D3" presStyleIdx="4" presStyleCnt="6"/>
      <dgm:spPr/>
    </dgm:pt>
    <dgm:pt modelId="{DF371FDE-8172-F148-89C4-A31E0245D67B}" type="pres">
      <dgm:prSet presAssocID="{03F609A0-8045-4E60-96A6-2990F4FD8882}" presName="Name21" presStyleCnt="0"/>
      <dgm:spPr/>
    </dgm:pt>
    <dgm:pt modelId="{1A563113-5BAE-3048-BCF4-F110E5B6EB91}" type="pres">
      <dgm:prSet presAssocID="{03F609A0-8045-4E60-96A6-2990F4FD8882}" presName="level2Shape" presStyleLbl="node3" presStyleIdx="4" presStyleCnt="6" custLinFactNeighborX="-28067"/>
      <dgm:spPr/>
    </dgm:pt>
    <dgm:pt modelId="{CE904D8E-D336-024D-A5C5-BF24770BAF86}" type="pres">
      <dgm:prSet presAssocID="{03F609A0-8045-4E60-96A6-2990F4FD8882}" presName="hierChild3" presStyleCnt="0"/>
      <dgm:spPr/>
    </dgm:pt>
    <dgm:pt modelId="{1F6B835F-F7D4-AB4A-86A9-0A83CD6E1489}" type="pres">
      <dgm:prSet presAssocID="{8472D629-A36C-4428-96C4-8041D64725B3}" presName="Name19" presStyleLbl="parChTrans1D3" presStyleIdx="5" presStyleCnt="6"/>
      <dgm:spPr/>
    </dgm:pt>
    <dgm:pt modelId="{95D80674-D74F-5841-AE15-446561292763}" type="pres">
      <dgm:prSet presAssocID="{8ABB78FC-449A-4A2E-BF00-7197BECC8F90}" presName="Name21" presStyleCnt="0"/>
      <dgm:spPr/>
    </dgm:pt>
    <dgm:pt modelId="{D575BFFE-7817-0D4A-81EE-2510676FECED}" type="pres">
      <dgm:prSet presAssocID="{8ABB78FC-449A-4A2E-BF00-7197BECC8F90}" presName="level2Shape" presStyleLbl="node3" presStyleIdx="5" presStyleCnt="6" custLinFactNeighborX="-52946"/>
      <dgm:spPr/>
    </dgm:pt>
    <dgm:pt modelId="{AE41DF75-F4E0-854C-8377-1A891B41949F}" type="pres">
      <dgm:prSet presAssocID="{8ABB78FC-449A-4A2E-BF00-7197BECC8F90}" presName="hierChild3" presStyleCnt="0"/>
      <dgm:spPr/>
    </dgm:pt>
    <dgm:pt modelId="{4055C516-D029-2B46-BCBA-6827FFF525B2}" type="pres">
      <dgm:prSet presAssocID="{7635FEA9-ADEC-4DD7-A3D2-206C8197EE3A}" presName="bgShapesFlow" presStyleCnt="0"/>
      <dgm:spPr/>
    </dgm:pt>
  </dgm:ptLst>
  <dgm:cxnLst>
    <dgm:cxn modelId="{7BD37C09-A6E2-4C91-8540-EA4751BA6246}" srcId="{48D52F27-A8F5-4B0C-B1CD-1D43EE608A4A}" destId="{D315CF20-A11C-41DE-A4FB-06EFCC5423C1}" srcOrd="2" destOrd="0" parTransId="{4ED0B58D-5C41-4C51-8E8A-5E1E6B122F56}" sibTransId="{33B86C24-A519-4945-A6EA-7B329AA520C5}"/>
    <dgm:cxn modelId="{5EF20F0F-DF88-314C-8882-874B03A6A53F}" type="presOf" srcId="{4ED0B58D-5C41-4C51-8E8A-5E1E6B122F56}" destId="{BC0F53F2-DB5D-C140-95EC-B6A720E9F119}" srcOrd="0" destOrd="0" presId="urn:microsoft.com/office/officeart/2005/8/layout/hierarchy6"/>
    <dgm:cxn modelId="{2F9FED1B-352B-4231-A772-0A2A2D3B0808}" srcId="{231FBBC9-F30E-4EF6-9260-0477FA215034}" destId="{28275CD5-A5A3-49EA-96CE-EB32164BF622}" srcOrd="0" destOrd="0" parTransId="{6DC01CD4-B839-405D-8B4D-977CDFB645F4}" sibTransId="{8F20A506-6D9C-4108-8374-517AEBD9EA38}"/>
    <dgm:cxn modelId="{3646BA25-46A7-CD44-B363-249EEDB21857}" type="presOf" srcId="{C2F82239-03FE-487B-9837-92AF629D078D}" destId="{242DB6CC-0C25-1A49-B811-4903057262E4}" srcOrd="0" destOrd="0" presId="urn:microsoft.com/office/officeart/2005/8/layout/hierarchy6"/>
    <dgm:cxn modelId="{D10BD62F-6A90-8749-A848-B9A42F9EC5C3}" type="presOf" srcId="{03F609A0-8045-4E60-96A6-2990F4FD8882}" destId="{1A563113-5BAE-3048-BCF4-F110E5B6EB91}" srcOrd="0" destOrd="0" presId="urn:microsoft.com/office/officeart/2005/8/layout/hierarchy6"/>
    <dgm:cxn modelId="{893F2539-1AB2-2349-93B0-345640F25708}" type="presOf" srcId="{4B1BE2C2-174C-4127-8C2D-15C12F9FF384}" destId="{09184D67-D2E7-9A4B-B1DA-5A2783C0453B}" srcOrd="0" destOrd="0" presId="urn:microsoft.com/office/officeart/2005/8/layout/hierarchy6"/>
    <dgm:cxn modelId="{5347A43A-9407-754C-89F9-0D445BDF14A0}" type="presOf" srcId="{8ABB78FC-449A-4A2E-BF00-7197BECC8F90}" destId="{D575BFFE-7817-0D4A-81EE-2510676FECED}" srcOrd="0" destOrd="0" presId="urn:microsoft.com/office/officeart/2005/8/layout/hierarchy6"/>
    <dgm:cxn modelId="{C3DE3D3F-0387-410D-8538-4ED4EEDC049D}" srcId="{28275CD5-A5A3-49EA-96CE-EB32164BF622}" destId="{77D2736F-4EB8-4D11-925D-34A9E75192E1}" srcOrd="0" destOrd="0" parTransId="{C2F82239-03FE-487B-9837-92AF629D078D}" sibTransId="{875B4FE1-FF65-4C46-9DBC-ADE16D1072C6}"/>
    <dgm:cxn modelId="{8B1B815E-93E0-AB46-8262-3FE3BE6AE777}" type="presOf" srcId="{48D52F27-A8F5-4B0C-B1CD-1D43EE608A4A}" destId="{AA26118F-DA6C-3240-875E-E06A639A3DB9}" srcOrd="0" destOrd="0" presId="urn:microsoft.com/office/officeart/2005/8/layout/hierarchy6"/>
    <dgm:cxn modelId="{92FE4864-BDD7-40C2-9FF0-10F7D7ABAC3A}" srcId="{48D52F27-A8F5-4B0C-B1CD-1D43EE608A4A}" destId="{231FBBC9-F30E-4EF6-9260-0477FA215034}" srcOrd="1" destOrd="0" parTransId="{2F66F99B-12E7-453E-9269-4F69844427BA}" sibTransId="{5EDF2030-18D6-498E-893A-2F93C3562676}"/>
    <dgm:cxn modelId="{74E65966-77EF-6049-AD52-F4BAC2FF176B}" type="presOf" srcId="{D11C910F-34F9-41BF-9DE1-3B5DAE9BA5F7}" destId="{CCDA2350-206B-C849-8668-3FDFCC7E6F4C}" srcOrd="0" destOrd="0" presId="urn:microsoft.com/office/officeart/2005/8/layout/hierarchy6"/>
    <dgm:cxn modelId="{85D1A546-5EA6-4BE4-BF75-AD38D5D639C9}" srcId="{7635FEA9-ADEC-4DD7-A3D2-206C8197EE3A}" destId="{48D52F27-A8F5-4B0C-B1CD-1D43EE608A4A}" srcOrd="0" destOrd="0" parTransId="{F5FE7403-AF13-4FFC-A18A-3EBAB865D187}" sibTransId="{1DFDE635-A4AF-44D0-AED1-FB5A0D21EF9E}"/>
    <dgm:cxn modelId="{3C25994F-3961-894D-8810-E19081C28BDD}" type="presOf" srcId="{7BF69D1B-358C-4960-96F8-B6DF4B793E8C}" destId="{80FB7E59-2B24-AD4E-8DBD-6F14EA63BDC2}" srcOrd="0" destOrd="0" presId="urn:microsoft.com/office/officeart/2005/8/layout/hierarchy6"/>
    <dgm:cxn modelId="{AEA04652-330F-2543-8DAB-7F4D54DE022C}" type="presOf" srcId="{8C44BD1A-210E-42B6-BA75-B0EB9B690A43}" destId="{4C10371F-87B6-7045-8922-7446E78FA430}" srcOrd="0" destOrd="0" presId="urn:microsoft.com/office/officeart/2005/8/layout/hierarchy6"/>
    <dgm:cxn modelId="{A6A3CE53-A093-B94C-A363-F68EE1FF6A3F}" type="presOf" srcId="{3DA97ED3-7DC0-4BA2-9A99-389FA9EA9EAE}" destId="{2B1077BA-9C0E-4B4B-8E00-170CAECE8421}" srcOrd="0" destOrd="0" presId="urn:microsoft.com/office/officeart/2005/8/layout/hierarchy6"/>
    <dgm:cxn modelId="{6FB98D55-AFC6-F443-A77E-A68E68F022CC}" type="presOf" srcId="{D315CF20-A11C-41DE-A4FB-06EFCC5423C1}" destId="{029363C0-8389-6442-B4F5-6E41D83A0F94}" srcOrd="0" destOrd="0" presId="urn:microsoft.com/office/officeart/2005/8/layout/hierarchy6"/>
    <dgm:cxn modelId="{89071F77-BD73-4CE9-983B-D3719B991F25}" srcId="{48D52F27-A8F5-4B0C-B1CD-1D43EE608A4A}" destId="{7BF69D1B-358C-4960-96F8-B6DF4B793E8C}" srcOrd="0" destOrd="0" parTransId="{8C44BD1A-210E-42B6-BA75-B0EB9B690A43}" sibTransId="{561E460C-6233-4316-ADC1-B42CD0C13B4B}"/>
    <dgm:cxn modelId="{9ABD8A79-1DEE-654D-9108-905A1E8A5828}" type="presOf" srcId="{231FBBC9-F30E-4EF6-9260-0477FA215034}" destId="{79089D9B-497F-A247-AF83-05A32CC1DDB9}" srcOrd="0" destOrd="0" presId="urn:microsoft.com/office/officeart/2005/8/layout/hierarchy6"/>
    <dgm:cxn modelId="{7B5B797F-4724-49EA-9D7F-D7315CC18F4F}" srcId="{7BF69D1B-358C-4960-96F8-B6DF4B793E8C}" destId="{3DA97ED3-7DC0-4BA2-9A99-389FA9EA9EAE}" srcOrd="1" destOrd="0" parTransId="{D11C910F-34F9-41BF-9DE1-3B5DAE9BA5F7}" sibTransId="{190871EC-5B16-4E7E-9053-57C55D458CAB}"/>
    <dgm:cxn modelId="{B41F1E80-4110-4F9C-92EA-C243BE4255E2}" srcId="{7BF69D1B-358C-4960-96F8-B6DF4B793E8C}" destId="{6F2DC346-63DC-4F34-9AD6-CF1A38713934}" srcOrd="0" destOrd="0" parTransId="{19ED8865-1B93-4923-92C9-97C08461EA81}" sibTransId="{05FC2BE4-A66A-466C-8D2F-78A0A2E19FFD}"/>
    <dgm:cxn modelId="{EE7A1488-0891-0044-96F0-29F6ECE44109}" type="presOf" srcId="{449B20B0-453A-48B4-8716-7ADF4BBCC73A}" destId="{508D47BC-3EC3-0942-90EB-B5EBCAF12E6B}" srcOrd="0" destOrd="0" presId="urn:microsoft.com/office/officeart/2005/8/layout/hierarchy6"/>
    <dgm:cxn modelId="{35029897-CA5B-B543-B014-22700FC38586}" type="presOf" srcId="{77D2736F-4EB8-4D11-925D-34A9E75192E1}" destId="{0527EB65-1B17-AC44-AC09-2320C5CE012E}" srcOrd="0" destOrd="0" presId="urn:microsoft.com/office/officeart/2005/8/layout/hierarchy6"/>
    <dgm:cxn modelId="{33513AA2-8713-1E43-8C41-CAB3B376BC15}" type="presOf" srcId="{28275CD5-A5A3-49EA-96CE-EB32164BF622}" destId="{EA9459CE-FF71-A147-88EB-6BB89711C3EF}" srcOrd="0" destOrd="0" presId="urn:microsoft.com/office/officeart/2005/8/layout/hierarchy6"/>
    <dgm:cxn modelId="{B60C5FA5-BD22-4A0B-B6CB-99445BA06727}" srcId="{D315CF20-A11C-41DE-A4FB-06EFCC5423C1}" destId="{03F609A0-8045-4E60-96A6-2990F4FD8882}" srcOrd="0" destOrd="0" parTransId="{449B20B0-453A-48B4-8716-7ADF4BBCC73A}" sibTransId="{9D2CA036-AA91-47CC-A551-D896EC122C32}"/>
    <dgm:cxn modelId="{17E144A8-4FAC-AC4A-8BD5-A34F526B99EB}" type="presOf" srcId="{1DBB61C1-0583-428C-B7E7-F8A5ED294406}" destId="{C6ECEB0D-F1BA-A849-B2D1-8824E2535FB1}" srcOrd="0" destOrd="0" presId="urn:microsoft.com/office/officeart/2005/8/layout/hierarchy6"/>
    <dgm:cxn modelId="{B11B34AF-B952-7B48-A4C3-8F6099DEE4E9}" type="presOf" srcId="{6F2DC346-63DC-4F34-9AD6-CF1A38713934}" destId="{17F0A163-BA7F-454D-A9CB-A3926F786ED0}" srcOrd="0" destOrd="0" presId="urn:microsoft.com/office/officeart/2005/8/layout/hierarchy6"/>
    <dgm:cxn modelId="{A0DD12B6-D09C-E046-9CA1-9F455EC11489}" type="presOf" srcId="{8472D629-A36C-4428-96C4-8041D64725B3}" destId="{1F6B835F-F7D4-AB4A-86A9-0A83CD6E1489}" srcOrd="0" destOrd="0" presId="urn:microsoft.com/office/officeart/2005/8/layout/hierarchy6"/>
    <dgm:cxn modelId="{C49F7CBF-A173-9748-9D17-5F7828036C5B}" type="presOf" srcId="{6DC01CD4-B839-405D-8B4D-977CDFB645F4}" destId="{B606B308-88D1-9A4C-8828-D7B4D58B89B2}" srcOrd="0" destOrd="0" presId="urn:microsoft.com/office/officeart/2005/8/layout/hierarchy6"/>
    <dgm:cxn modelId="{E920ECD4-E5C7-46B9-802A-4FB6D6C8C053}" srcId="{231FBBC9-F30E-4EF6-9260-0477FA215034}" destId="{1DBB61C1-0583-428C-B7E7-F8A5ED294406}" srcOrd="1" destOrd="0" parTransId="{4B1BE2C2-174C-4127-8C2D-15C12F9FF384}" sibTransId="{18300E57-58E9-4178-A33C-68CBED7A2065}"/>
    <dgm:cxn modelId="{CD764ED9-4D74-CB4B-8174-4F8ABFB96941}" type="presOf" srcId="{7635FEA9-ADEC-4DD7-A3D2-206C8197EE3A}" destId="{4BCBEC0C-34DC-6749-A20B-50511A84120B}" srcOrd="0" destOrd="0" presId="urn:microsoft.com/office/officeart/2005/8/layout/hierarchy6"/>
    <dgm:cxn modelId="{756311F0-AB07-42EA-A183-88ABBCA7D7E1}" srcId="{D315CF20-A11C-41DE-A4FB-06EFCC5423C1}" destId="{8ABB78FC-449A-4A2E-BF00-7197BECC8F90}" srcOrd="1" destOrd="0" parTransId="{8472D629-A36C-4428-96C4-8041D64725B3}" sibTransId="{048D51EC-2221-4056-9A58-53B111697E36}"/>
    <dgm:cxn modelId="{7C80F2F2-1676-C743-A8BD-B484485FCBB0}" type="presOf" srcId="{2F66F99B-12E7-453E-9269-4F69844427BA}" destId="{A365B7C7-1BBF-204C-8BC3-07E9781E7C4A}" srcOrd="0" destOrd="0" presId="urn:microsoft.com/office/officeart/2005/8/layout/hierarchy6"/>
    <dgm:cxn modelId="{625B13FD-89FC-CB4A-962A-84380E0E1C5F}" type="presOf" srcId="{19ED8865-1B93-4923-92C9-97C08461EA81}" destId="{37D6FC11-B3DA-B343-8DC5-D3B000DF2230}" srcOrd="0" destOrd="0" presId="urn:microsoft.com/office/officeart/2005/8/layout/hierarchy6"/>
    <dgm:cxn modelId="{323C0CDC-DC80-5D42-A105-7829B75E4E23}" type="presParOf" srcId="{4BCBEC0C-34DC-6749-A20B-50511A84120B}" destId="{E11043FD-873F-2043-B2B4-8A0808CFC4CD}" srcOrd="0" destOrd="0" presId="urn:microsoft.com/office/officeart/2005/8/layout/hierarchy6"/>
    <dgm:cxn modelId="{94554792-2EAD-0545-91D8-5C1F90F1EB20}" type="presParOf" srcId="{E11043FD-873F-2043-B2B4-8A0808CFC4CD}" destId="{AEE8A5D7-E23D-A342-A25E-ABA7B4E61460}" srcOrd="0" destOrd="0" presId="urn:microsoft.com/office/officeart/2005/8/layout/hierarchy6"/>
    <dgm:cxn modelId="{B64D812E-A703-7343-92FF-C5E71ED4D142}" type="presParOf" srcId="{AEE8A5D7-E23D-A342-A25E-ABA7B4E61460}" destId="{3F199AAA-95DD-7345-B799-E7AFD45C80EA}" srcOrd="0" destOrd="0" presId="urn:microsoft.com/office/officeart/2005/8/layout/hierarchy6"/>
    <dgm:cxn modelId="{4F941FC9-DC44-2042-B8AF-CC34EF462E0F}" type="presParOf" srcId="{3F199AAA-95DD-7345-B799-E7AFD45C80EA}" destId="{AA26118F-DA6C-3240-875E-E06A639A3DB9}" srcOrd="0" destOrd="0" presId="urn:microsoft.com/office/officeart/2005/8/layout/hierarchy6"/>
    <dgm:cxn modelId="{451D8386-8CD4-4843-9C13-41CB07F464B8}" type="presParOf" srcId="{3F199AAA-95DD-7345-B799-E7AFD45C80EA}" destId="{0B23F7C4-B67D-DD42-AC40-98EF7E85AFEC}" srcOrd="1" destOrd="0" presId="urn:microsoft.com/office/officeart/2005/8/layout/hierarchy6"/>
    <dgm:cxn modelId="{D4090997-97E0-D346-9822-FC5F1EE0A722}" type="presParOf" srcId="{0B23F7C4-B67D-DD42-AC40-98EF7E85AFEC}" destId="{4C10371F-87B6-7045-8922-7446E78FA430}" srcOrd="0" destOrd="0" presId="urn:microsoft.com/office/officeart/2005/8/layout/hierarchy6"/>
    <dgm:cxn modelId="{FEC818B7-38B4-FB45-986B-9D9D8FB93FDE}" type="presParOf" srcId="{0B23F7C4-B67D-DD42-AC40-98EF7E85AFEC}" destId="{49026CF3-9D15-5244-BAB3-709FF81D4D9E}" srcOrd="1" destOrd="0" presId="urn:microsoft.com/office/officeart/2005/8/layout/hierarchy6"/>
    <dgm:cxn modelId="{DEAA3636-242F-8349-8DD2-B21B6B5CB6DE}" type="presParOf" srcId="{49026CF3-9D15-5244-BAB3-709FF81D4D9E}" destId="{80FB7E59-2B24-AD4E-8DBD-6F14EA63BDC2}" srcOrd="0" destOrd="0" presId="urn:microsoft.com/office/officeart/2005/8/layout/hierarchy6"/>
    <dgm:cxn modelId="{225D568F-3D0A-C84C-9BCF-42770EE9DDE5}" type="presParOf" srcId="{49026CF3-9D15-5244-BAB3-709FF81D4D9E}" destId="{76FDBEDA-CED5-DA43-93AB-948F8E63136A}" srcOrd="1" destOrd="0" presId="urn:microsoft.com/office/officeart/2005/8/layout/hierarchy6"/>
    <dgm:cxn modelId="{240CEA5B-1343-964F-965A-250C6E86FB61}" type="presParOf" srcId="{76FDBEDA-CED5-DA43-93AB-948F8E63136A}" destId="{37D6FC11-B3DA-B343-8DC5-D3B000DF2230}" srcOrd="0" destOrd="0" presId="urn:microsoft.com/office/officeart/2005/8/layout/hierarchy6"/>
    <dgm:cxn modelId="{3757EA37-30F9-BD4C-B5D9-204AB6BFC3D8}" type="presParOf" srcId="{76FDBEDA-CED5-DA43-93AB-948F8E63136A}" destId="{721A633B-317A-0249-87CE-A7F2D338FA6E}" srcOrd="1" destOrd="0" presId="urn:microsoft.com/office/officeart/2005/8/layout/hierarchy6"/>
    <dgm:cxn modelId="{84241E5C-F193-C445-8144-88C1F3C29AE4}" type="presParOf" srcId="{721A633B-317A-0249-87CE-A7F2D338FA6E}" destId="{17F0A163-BA7F-454D-A9CB-A3926F786ED0}" srcOrd="0" destOrd="0" presId="urn:microsoft.com/office/officeart/2005/8/layout/hierarchy6"/>
    <dgm:cxn modelId="{775B76EB-D050-2B4F-B309-A15E23B5CB11}" type="presParOf" srcId="{721A633B-317A-0249-87CE-A7F2D338FA6E}" destId="{9763A60E-2FEC-5A49-A4A6-EC6F2909B0AC}" srcOrd="1" destOrd="0" presId="urn:microsoft.com/office/officeart/2005/8/layout/hierarchy6"/>
    <dgm:cxn modelId="{45DB1ACD-34AE-3F4A-8283-316BDB77EB7C}" type="presParOf" srcId="{76FDBEDA-CED5-DA43-93AB-948F8E63136A}" destId="{CCDA2350-206B-C849-8668-3FDFCC7E6F4C}" srcOrd="2" destOrd="0" presId="urn:microsoft.com/office/officeart/2005/8/layout/hierarchy6"/>
    <dgm:cxn modelId="{D63F05C3-927D-B147-8B1D-25CDA3E282E0}" type="presParOf" srcId="{76FDBEDA-CED5-DA43-93AB-948F8E63136A}" destId="{C33E15FC-FE3B-4340-9228-87598F12D02B}" srcOrd="3" destOrd="0" presId="urn:microsoft.com/office/officeart/2005/8/layout/hierarchy6"/>
    <dgm:cxn modelId="{D4DEEF11-4D56-664B-8054-F918CFBB94EE}" type="presParOf" srcId="{C33E15FC-FE3B-4340-9228-87598F12D02B}" destId="{2B1077BA-9C0E-4B4B-8E00-170CAECE8421}" srcOrd="0" destOrd="0" presId="urn:microsoft.com/office/officeart/2005/8/layout/hierarchy6"/>
    <dgm:cxn modelId="{0A6D00EB-35FD-EC41-B9F1-A401B33F18A5}" type="presParOf" srcId="{C33E15FC-FE3B-4340-9228-87598F12D02B}" destId="{52A66A3F-2BB4-D548-A212-455C64B690C6}" srcOrd="1" destOrd="0" presId="urn:microsoft.com/office/officeart/2005/8/layout/hierarchy6"/>
    <dgm:cxn modelId="{3F843D14-8A1C-D841-B157-208FFD6D9625}" type="presParOf" srcId="{0B23F7C4-B67D-DD42-AC40-98EF7E85AFEC}" destId="{A365B7C7-1BBF-204C-8BC3-07E9781E7C4A}" srcOrd="2" destOrd="0" presId="urn:microsoft.com/office/officeart/2005/8/layout/hierarchy6"/>
    <dgm:cxn modelId="{4604047C-E8A9-9645-BA90-B2070D50582F}" type="presParOf" srcId="{0B23F7C4-B67D-DD42-AC40-98EF7E85AFEC}" destId="{30EE3F75-DA06-3344-B17A-EF2DCB6E57E2}" srcOrd="3" destOrd="0" presId="urn:microsoft.com/office/officeart/2005/8/layout/hierarchy6"/>
    <dgm:cxn modelId="{761D8D4E-4606-654E-A122-FD5F32A603E7}" type="presParOf" srcId="{30EE3F75-DA06-3344-B17A-EF2DCB6E57E2}" destId="{79089D9B-497F-A247-AF83-05A32CC1DDB9}" srcOrd="0" destOrd="0" presId="urn:microsoft.com/office/officeart/2005/8/layout/hierarchy6"/>
    <dgm:cxn modelId="{44653063-B254-ED44-AB20-24844890C9BE}" type="presParOf" srcId="{30EE3F75-DA06-3344-B17A-EF2DCB6E57E2}" destId="{3D28E190-8410-DE4C-911A-708326779EBA}" srcOrd="1" destOrd="0" presId="urn:microsoft.com/office/officeart/2005/8/layout/hierarchy6"/>
    <dgm:cxn modelId="{E3A79A0C-5164-D547-9CCB-5BCDB3EF7D96}" type="presParOf" srcId="{3D28E190-8410-DE4C-911A-708326779EBA}" destId="{B606B308-88D1-9A4C-8828-D7B4D58B89B2}" srcOrd="0" destOrd="0" presId="urn:microsoft.com/office/officeart/2005/8/layout/hierarchy6"/>
    <dgm:cxn modelId="{91959C13-30F6-CF4F-B50B-783ACA7FDA04}" type="presParOf" srcId="{3D28E190-8410-DE4C-911A-708326779EBA}" destId="{59AA93E0-9187-4A4C-8854-33D4DFB6A373}" srcOrd="1" destOrd="0" presId="urn:microsoft.com/office/officeart/2005/8/layout/hierarchy6"/>
    <dgm:cxn modelId="{38761526-2A73-9F44-9117-49B6755ADDE7}" type="presParOf" srcId="{59AA93E0-9187-4A4C-8854-33D4DFB6A373}" destId="{EA9459CE-FF71-A147-88EB-6BB89711C3EF}" srcOrd="0" destOrd="0" presId="urn:microsoft.com/office/officeart/2005/8/layout/hierarchy6"/>
    <dgm:cxn modelId="{82145999-0522-6D41-AB54-5BDC2A736D0C}" type="presParOf" srcId="{59AA93E0-9187-4A4C-8854-33D4DFB6A373}" destId="{5AB88000-F5B2-5A4D-9EC8-EB8574781505}" srcOrd="1" destOrd="0" presId="urn:microsoft.com/office/officeart/2005/8/layout/hierarchy6"/>
    <dgm:cxn modelId="{BE32BD7C-27A5-324F-AE59-20AC8A2E8E41}" type="presParOf" srcId="{5AB88000-F5B2-5A4D-9EC8-EB8574781505}" destId="{242DB6CC-0C25-1A49-B811-4903057262E4}" srcOrd="0" destOrd="0" presId="urn:microsoft.com/office/officeart/2005/8/layout/hierarchy6"/>
    <dgm:cxn modelId="{FE28B4B1-0D24-FA43-AD61-AF7928EB792A}" type="presParOf" srcId="{5AB88000-F5B2-5A4D-9EC8-EB8574781505}" destId="{BF550CCC-F94A-9646-872D-956DA245B7B8}" srcOrd="1" destOrd="0" presId="urn:microsoft.com/office/officeart/2005/8/layout/hierarchy6"/>
    <dgm:cxn modelId="{EA0DA2FC-0E00-6144-8300-0D59D28A3517}" type="presParOf" srcId="{BF550CCC-F94A-9646-872D-956DA245B7B8}" destId="{0527EB65-1B17-AC44-AC09-2320C5CE012E}" srcOrd="0" destOrd="0" presId="urn:microsoft.com/office/officeart/2005/8/layout/hierarchy6"/>
    <dgm:cxn modelId="{F44D65EE-5EC5-9D49-ABF1-B05FB2BB604A}" type="presParOf" srcId="{BF550CCC-F94A-9646-872D-956DA245B7B8}" destId="{79E83C27-C28E-7C4E-BE61-1AB0DDDB5F89}" srcOrd="1" destOrd="0" presId="urn:microsoft.com/office/officeart/2005/8/layout/hierarchy6"/>
    <dgm:cxn modelId="{86ABE101-420A-A94B-ABF4-5D987CFE9C78}" type="presParOf" srcId="{3D28E190-8410-DE4C-911A-708326779EBA}" destId="{09184D67-D2E7-9A4B-B1DA-5A2783C0453B}" srcOrd="2" destOrd="0" presId="urn:microsoft.com/office/officeart/2005/8/layout/hierarchy6"/>
    <dgm:cxn modelId="{BB7175C8-C8E9-2F47-A83A-2940BEA6B537}" type="presParOf" srcId="{3D28E190-8410-DE4C-911A-708326779EBA}" destId="{E19F5EDD-E45D-A249-8EE9-AFBC74BBCD0A}" srcOrd="3" destOrd="0" presId="urn:microsoft.com/office/officeart/2005/8/layout/hierarchy6"/>
    <dgm:cxn modelId="{9016757E-2604-104E-81D2-2C39CCDBFA4D}" type="presParOf" srcId="{E19F5EDD-E45D-A249-8EE9-AFBC74BBCD0A}" destId="{C6ECEB0D-F1BA-A849-B2D1-8824E2535FB1}" srcOrd="0" destOrd="0" presId="urn:microsoft.com/office/officeart/2005/8/layout/hierarchy6"/>
    <dgm:cxn modelId="{4DA2EAD7-190E-B14B-9333-EAA7B926A8F0}" type="presParOf" srcId="{E19F5EDD-E45D-A249-8EE9-AFBC74BBCD0A}" destId="{795312A7-CC34-374A-BE6C-312A0A370261}" srcOrd="1" destOrd="0" presId="urn:microsoft.com/office/officeart/2005/8/layout/hierarchy6"/>
    <dgm:cxn modelId="{B3B2329F-F600-234C-9CDE-25414B31F2F3}" type="presParOf" srcId="{0B23F7C4-B67D-DD42-AC40-98EF7E85AFEC}" destId="{BC0F53F2-DB5D-C140-95EC-B6A720E9F119}" srcOrd="4" destOrd="0" presId="urn:microsoft.com/office/officeart/2005/8/layout/hierarchy6"/>
    <dgm:cxn modelId="{25A2CB94-4541-7249-AC87-6986B226B356}" type="presParOf" srcId="{0B23F7C4-B67D-DD42-AC40-98EF7E85AFEC}" destId="{7D8144B2-D523-1B49-8402-0A442FA8DB90}" srcOrd="5" destOrd="0" presId="urn:microsoft.com/office/officeart/2005/8/layout/hierarchy6"/>
    <dgm:cxn modelId="{D34A5A87-2FFC-064C-A20D-923D0FEF7E37}" type="presParOf" srcId="{7D8144B2-D523-1B49-8402-0A442FA8DB90}" destId="{029363C0-8389-6442-B4F5-6E41D83A0F94}" srcOrd="0" destOrd="0" presId="urn:microsoft.com/office/officeart/2005/8/layout/hierarchy6"/>
    <dgm:cxn modelId="{A6CA01E2-2E82-5A48-A10A-4FB06BB1552A}" type="presParOf" srcId="{7D8144B2-D523-1B49-8402-0A442FA8DB90}" destId="{3A4D8844-117D-1A4F-AFDF-ED602FCD6DB8}" srcOrd="1" destOrd="0" presId="urn:microsoft.com/office/officeart/2005/8/layout/hierarchy6"/>
    <dgm:cxn modelId="{D11B7F50-5459-F74F-915B-24B5D640E62F}" type="presParOf" srcId="{3A4D8844-117D-1A4F-AFDF-ED602FCD6DB8}" destId="{508D47BC-3EC3-0942-90EB-B5EBCAF12E6B}" srcOrd="0" destOrd="0" presId="urn:microsoft.com/office/officeart/2005/8/layout/hierarchy6"/>
    <dgm:cxn modelId="{36657AE3-89A1-AB47-888D-1421DD5E0F54}" type="presParOf" srcId="{3A4D8844-117D-1A4F-AFDF-ED602FCD6DB8}" destId="{DF371FDE-8172-F148-89C4-A31E0245D67B}" srcOrd="1" destOrd="0" presId="urn:microsoft.com/office/officeart/2005/8/layout/hierarchy6"/>
    <dgm:cxn modelId="{A866A8F4-07A1-1947-8C10-340BC8A4EFE2}" type="presParOf" srcId="{DF371FDE-8172-F148-89C4-A31E0245D67B}" destId="{1A563113-5BAE-3048-BCF4-F110E5B6EB91}" srcOrd="0" destOrd="0" presId="urn:microsoft.com/office/officeart/2005/8/layout/hierarchy6"/>
    <dgm:cxn modelId="{B059D871-C361-EF43-8E4A-00A224FEAC78}" type="presParOf" srcId="{DF371FDE-8172-F148-89C4-A31E0245D67B}" destId="{CE904D8E-D336-024D-A5C5-BF24770BAF86}" srcOrd="1" destOrd="0" presId="urn:microsoft.com/office/officeart/2005/8/layout/hierarchy6"/>
    <dgm:cxn modelId="{82C2F895-BBAF-4E43-BFA1-E66E7EA30F2F}" type="presParOf" srcId="{3A4D8844-117D-1A4F-AFDF-ED602FCD6DB8}" destId="{1F6B835F-F7D4-AB4A-86A9-0A83CD6E1489}" srcOrd="2" destOrd="0" presId="urn:microsoft.com/office/officeart/2005/8/layout/hierarchy6"/>
    <dgm:cxn modelId="{661B812D-60A5-4248-A4C6-A0FEE7809F47}" type="presParOf" srcId="{3A4D8844-117D-1A4F-AFDF-ED602FCD6DB8}" destId="{95D80674-D74F-5841-AE15-446561292763}" srcOrd="3" destOrd="0" presId="urn:microsoft.com/office/officeart/2005/8/layout/hierarchy6"/>
    <dgm:cxn modelId="{E8DFD5FC-3DA0-F248-B304-A20B9A768D01}" type="presParOf" srcId="{95D80674-D74F-5841-AE15-446561292763}" destId="{D575BFFE-7817-0D4A-81EE-2510676FECED}" srcOrd="0" destOrd="0" presId="urn:microsoft.com/office/officeart/2005/8/layout/hierarchy6"/>
    <dgm:cxn modelId="{05360600-2A9E-164C-8278-A266644F0ED2}" type="presParOf" srcId="{95D80674-D74F-5841-AE15-446561292763}" destId="{AE41DF75-F4E0-854C-8377-1A891B41949F}" srcOrd="1" destOrd="0" presId="urn:microsoft.com/office/officeart/2005/8/layout/hierarchy6"/>
    <dgm:cxn modelId="{9B7A5463-3B04-424C-A548-56BD973A2C0C}" type="presParOf" srcId="{4BCBEC0C-34DC-6749-A20B-50511A84120B}" destId="{4055C516-D029-2B46-BCBA-6827FFF525B2}"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61839323-CC5D-42DB-8C1D-1E6E8C05A278}" type="doc">
      <dgm:prSet loTypeId="urn:microsoft.com/office/officeart/2005/8/layout/process1" loCatId="process" qsTypeId="urn:microsoft.com/office/officeart/2005/8/quickstyle/simple2" qsCatId="simple" csTypeId="urn:microsoft.com/office/officeart/2005/8/colors/accent1_2" csCatId="accent1" phldr="1"/>
      <dgm:spPr/>
      <dgm:t>
        <a:bodyPr/>
        <a:lstStyle/>
        <a:p>
          <a:endParaRPr lang="en-US"/>
        </a:p>
      </dgm:t>
    </dgm:pt>
    <dgm:pt modelId="{D54724D3-AB14-4A73-9D3B-85A3DCEB7271}">
      <dgm:prSet phldrT="[Text]"/>
      <dgm:spPr>
        <a:solidFill>
          <a:srgbClr val="004F71"/>
        </a:solidFill>
      </dgm:spPr>
      <dgm:t>
        <a:bodyPr/>
        <a:lstStyle/>
        <a:p>
          <a:pPr>
            <a:buNone/>
          </a:pPr>
          <a:r>
            <a:rPr lang="en-US" i="0" dirty="0"/>
            <a:t>DNS name servers maintain the DNS namespace in zones. </a:t>
          </a:r>
        </a:p>
      </dgm:t>
    </dgm:pt>
    <dgm:pt modelId="{B2010183-F3D9-47F4-899E-53B5F6C7F7FB}" type="parTrans" cxnId="{5714ECB2-CC57-43C2-AC0A-52BD2C899656}">
      <dgm:prSet/>
      <dgm:spPr/>
      <dgm:t>
        <a:bodyPr/>
        <a:lstStyle/>
        <a:p>
          <a:endParaRPr lang="en-US"/>
        </a:p>
      </dgm:t>
    </dgm:pt>
    <dgm:pt modelId="{CDFB000D-D3D4-4811-805E-22D00040A2FF}" type="sibTrans" cxnId="{5714ECB2-CC57-43C2-AC0A-52BD2C899656}">
      <dgm:prSet/>
      <dgm:spPr/>
      <dgm:t>
        <a:bodyPr/>
        <a:lstStyle/>
        <a:p>
          <a:endParaRPr lang="en-US" dirty="0"/>
        </a:p>
      </dgm:t>
    </dgm:pt>
    <dgm:pt modelId="{F27DC560-DA0E-4C76-BE5A-DE64F437FE99}">
      <dgm:prSet/>
      <dgm:spPr>
        <a:solidFill>
          <a:srgbClr val="004F71"/>
        </a:solidFill>
      </dgm:spPr>
      <dgm:t>
        <a:bodyPr/>
        <a:lstStyle/>
        <a:p>
          <a:r>
            <a:rPr lang="en-US" i="0" dirty="0"/>
            <a:t>A DNS zone will contain numerous resource records.</a:t>
          </a:r>
        </a:p>
      </dgm:t>
    </dgm:pt>
    <dgm:pt modelId="{E632DDFD-C902-4212-826F-08DC44C141A9}" type="parTrans" cxnId="{F9A020FA-C400-4B2B-A281-801959BDDAFA}">
      <dgm:prSet/>
      <dgm:spPr/>
      <dgm:t>
        <a:bodyPr/>
        <a:lstStyle/>
        <a:p>
          <a:endParaRPr lang="en-US"/>
        </a:p>
      </dgm:t>
    </dgm:pt>
    <dgm:pt modelId="{3FF4EBC6-44A2-4F8E-949C-959812CBDE8F}" type="sibTrans" cxnId="{F9A020FA-C400-4B2B-A281-801959BDDAFA}">
      <dgm:prSet/>
      <dgm:spPr/>
      <dgm:t>
        <a:bodyPr/>
        <a:lstStyle/>
        <a:p>
          <a:endParaRPr lang="en-US" dirty="0"/>
        </a:p>
      </dgm:t>
    </dgm:pt>
    <dgm:pt modelId="{FA3F239E-8108-4F6B-9C50-1431F7133A0F}">
      <dgm:prSet phldrT="[Text]"/>
      <dgm:spPr>
        <a:solidFill>
          <a:srgbClr val="004F71"/>
        </a:solidFill>
      </dgm:spPr>
      <dgm:t>
        <a:bodyPr/>
        <a:lstStyle/>
        <a:p>
          <a:pPr>
            <a:buNone/>
          </a:pPr>
          <a:r>
            <a:rPr lang="en-US" i="0" dirty="0"/>
            <a:t>A single zone namespace may host records for multiple domains.</a:t>
          </a:r>
        </a:p>
      </dgm:t>
    </dgm:pt>
    <dgm:pt modelId="{22F39D6A-00E1-4357-94BE-D5A1CB3739E5}" type="parTrans" cxnId="{F7D64312-C565-42DF-B9A2-1D3B859F57C5}">
      <dgm:prSet/>
      <dgm:spPr/>
      <dgm:t>
        <a:bodyPr/>
        <a:lstStyle/>
        <a:p>
          <a:endParaRPr lang="en-US"/>
        </a:p>
      </dgm:t>
    </dgm:pt>
    <dgm:pt modelId="{6B68AC05-1897-4BA4-BB5B-3C67DDF0C6E7}" type="sibTrans" cxnId="{F7D64312-C565-42DF-B9A2-1D3B859F57C5}">
      <dgm:prSet/>
      <dgm:spPr/>
      <dgm:t>
        <a:bodyPr/>
        <a:lstStyle/>
        <a:p>
          <a:endParaRPr lang="en-US" dirty="0"/>
        </a:p>
      </dgm:t>
    </dgm:pt>
    <dgm:pt modelId="{C10F5B59-9096-4C92-8B79-111D815F3D61}">
      <dgm:prSet/>
      <dgm:spPr>
        <a:solidFill>
          <a:srgbClr val="004F71"/>
        </a:solidFill>
      </dgm:spPr>
      <dgm:t>
        <a:bodyPr/>
        <a:lstStyle/>
        <a:p>
          <a:r>
            <a:rPr lang="en-US" i="0" dirty="0"/>
            <a:t>Resource records help to resolve queries for names and services into IP addresses.</a:t>
          </a:r>
        </a:p>
      </dgm:t>
    </dgm:pt>
    <dgm:pt modelId="{96986448-902B-4376-AA6B-AC84366B5744}" type="parTrans" cxnId="{F08DE1C3-078F-486C-BE5D-6189D29216D4}">
      <dgm:prSet/>
      <dgm:spPr/>
      <dgm:t>
        <a:bodyPr/>
        <a:lstStyle/>
        <a:p>
          <a:endParaRPr lang="en-US"/>
        </a:p>
      </dgm:t>
    </dgm:pt>
    <dgm:pt modelId="{960B32F6-3994-4403-9880-B627B5EDE8A1}" type="sibTrans" cxnId="{F08DE1C3-078F-486C-BE5D-6189D29216D4}">
      <dgm:prSet/>
      <dgm:spPr/>
      <dgm:t>
        <a:bodyPr/>
        <a:lstStyle/>
        <a:p>
          <a:endParaRPr lang="en-US" dirty="0"/>
        </a:p>
      </dgm:t>
    </dgm:pt>
    <dgm:pt modelId="{1EE66CAC-574F-47E5-AA2E-DDDDDF8635D2}">
      <dgm:prSet/>
      <dgm:spPr>
        <a:solidFill>
          <a:srgbClr val="004F71"/>
        </a:solidFill>
      </dgm:spPr>
      <dgm:t>
        <a:bodyPr/>
        <a:lstStyle/>
        <a:p>
          <a:r>
            <a:rPr lang="en-US" i="0" dirty="0"/>
            <a:t>There are numerous types of resource records.</a:t>
          </a:r>
        </a:p>
      </dgm:t>
    </dgm:pt>
    <dgm:pt modelId="{AFC7700A-91B4-40A6-B14F-4FF553BFD825}" type="parTrans" cxnId="{0D88BDEB-20F3-4A87-9E7C-627119FEC970}">
      <dgm:prSet/>
      <dgm:spPr/>
      <dgm:t>
        <a:bodyPr/>
        <a:lstStyle/>
        <a:p>
          <a:endParaRPr lang="en-US"/>
        </a:p>
      </dgm:t>
    </dgm:pt>
    <dgm:pt modelId="{2A2FC352-38F0-449D-AF8C-2BC7FC14AE94}" type="sibTrans" cxnId="{0D88BDEB-20F3-4A87-9E7C-627119FEC970}">
      <dgm:prSet/>
      <dgm:spPr/>
      <dgm:t>
        <a:bodyPr/>
        <a:lstStyle/>
        <a:p>
          <a:endParaRPr lang="en-US"/>
        </a:p>
      </dgm:t>
    </dgm:pt>
    <dgm:pt modelId="{B2E7CD1D-8C49-414E-B79C-E2E5CBFBFA14}" type="pres">
      <dgm:prSet presAssocID="{61839323-CC5D-42DB-8C1D-1E6E8C05A278}" presName="Name0" presStyleCnt="0">
        <dgm:presLayoutVars>
          <dgm:dir/>
          <dgm:resizeHandles val="exact"/>
        </dgm:presLayoutVars>
      </dgm:prSet>
      <dgm:spPr/>
    </dgm:pt>
    <dgm:pt modelId="{1A0A1398-3EE2-5849-A153-04AA165AF988}" type="pres">
      <dgm:prSet presAssocID="{D54724D3-AB14-4A73-9D3B-85A3DCEB7271}" presName="node" presStyleLbl="node1" presStyleIdx="0" presStyleCnt="5">
        <dgm:presLayoutVars>
          <dgm:bulletEnabled val="1"/>
        </dgm:presLayoutVars>
      </dgm:prSet>
      <dgm:spPr/>
    </dgm:pt>
    <dgm:pt modelId="{07EBB893-FB5F-DD46-8C90-4B76BDAB909C}" type="pres">
      <dgm:prSet presAssocID="{CDFB000D-D3D4-4811-805E-22D00040A2FF}" presName="sibTrans" presStyleLbl="sibTrans2D1" presStyleIdx="0" presStyleCnt="4"/>
      <dgm:spPr/>
    </dgm:pt>
    <dgm:pt modelId="{EF042BE3-B9DF-A244-8368-55D9D8543D57}" type="pres">
      <dgm:prSet presAssocID="{CDFB000D-D3D4-4811-805E-22D00040A2FF}" presName="connectorText" presStyleLbl="sibTrans2D1" presStyleIdx="0" presStyleCnt="4"/>
      <dgm:spPr/>
    </dgm:pt>
    <dgm:pt modelId="{6F0A6C75-B572-5F48-BF1E-1AEDCE4BB200}" type="pres">
      <dgm:prSet presAssocID="{FA3F239E-8108-4F6B-9C50-1431F7133A0F}" presName="node" presStyleLbl="node1" presStyleIdx="1" presStyleCnt="5">
        <dgm:presLayoutVars>
          <dgm:bulletEnabled val="1"/>
        </dgm:presLayoutVars>
      </dgm:prSet>
      <dgm:spPr/>
    </dgm:pt>
    <dgm:pt modelId="{19A59132-D1E5-3440-8115-7D9E79815CEE}" type="pres">
      <dgm:prSet presAssocID="{6B68AC05-1897-4BA4-BB5B-3C67DDF0C6E7}" presName="sibTrans" presStyleLbl="sibTrans2D1" presStyleIdx="1" presStyleCnt="4"/>
      <dgm:spPr/>
    </dgm:pt>
    <dgm:pt modelId="{6DF54CEF-C4AA-A345-A847-8570D11432D6}" type="pres">
      <dgm:prSet presAssocID="{6B68AC05-1897-4BA4-BB5B-3C67DDF0C6E7}" presName="connectorText" presStyleLbl="sibTrans2D1" presStyleIdx="1" presStyleCnt="4"/>
      <dgm:spPr/>
    </dgm:pt>
    <dgm:pt modelId="{7314A89E-3290-2642-A135-1C818EB165C3}" type="pres">
      <dgm:prSet presAssocID="{F27DC560-DA0E-4C76-BE5A-DE64F437FE99}" presName="node" presStyleLbl="node1" presStyleIdx="2" presStyleCnt="5">
        <dgm:presLayoutVars>
          <dgm:bulletEnabled val="1"/>
        </dgm:presLayoutVars>
      </dgm:prSet>
      <dgm:spPr/>
    </dgm:pt>
    <dgm:pt modelId="{221D2A2B-108E-E641-925B-59E1582FA6BF}" type="pres">
      <dgm:prSet presAssocID="{3FF4EBC6-44A2-4F8E-949C-959812CBDE8F}" presName="sibTrans" presStyleLbl="sibTrans2D1" presStyleIdx="2" presStyleCnt="4"/>
      <dgm:spPr/>
    </dgm:pt>
    <dgm:pt modelId="{0A297B02-7D08-B24A-B91D-9AEEE69C503D}" type="pres">
      <dgm:prSet presAssocID="{3FF4EBC6-44A2-4F8E-949C-959812CBDE8F}" presName="connectorText" presStyleLbl="sibTrans2D1" presStyleIdx="2" presStyleCnt="4"/>
      <dgm:spPr/>
    </dgm:pt>
    <dgm:pt modelId="{4F93825E-7657-4140-82DD-C13E3A209349}" type="pres">
      <dgm:prSet presAssocID="{C10F5B59-9096-4C92-8B79-111D815F3D61}" presName="node" presStyleLbl="node1" presStyleIdx="3" presStyleCnt="5">
        <dgm:presLayoutVars>
          <dgm:bulletEnabled val="1"/>
        </dgm:presLayoutVars>
      </dgm:prSet>
      <dgm:spPr/>
    </dgm:pt>
    <dgm:pt modelId="{9DE61347-4AAC-7C41-BE96-EEE35257BE69}" type="pres">
      <dgm:prSet presAssocID="{960B32F6-3994-4403-9880-B627B5EDE8A1}" presName="sibTrans" presStyleLbl="sibTrans2D1" presStyleIdx="3" presStyleCnt="4"/>
      <dgm:spPr/>
    </dgm:pt>
    <dgm:pt modelId="{67B421C0-ACBB-9D47-9EB8-E72F9A8C45A0}" type="pres">
      <dgm:prSet presAssocID="{960B32F6-3994-4403-9880-B627B5EDE8A1}" presName="connectorText" presStyleLbl="sibTrans2D1" presStyleIdx="3" presStyleCnt="4"/>
      <dgm:spPr/>
    </dgm:pt>
    <dgm:pt modelId="{92E01436-5AE9-484F-BB91-BB0596F0E2E8}" type="pres">
      <dgm:prSet presAssocID="{1EE66CAC-574F-47E5-AA2E-DDDDDF8635D2}" presName="node" presStyleLbl="node1" presStyleIdx="4" presStyleCnt="5">
        <dgm:presLayoutVars>
          <dgm:bulletEnabled val="1"/>
        </dgm:presLayoutVars>
      </dgm:prSet>
      <dgm:spPr/>
    </dgm:pt>
  </dgm:ptLst>
  <dgm:cxnLst>
    <dgm:cxn modelId="{F7D64312-C565-42DF-B9A2-1D3B859F57C5}" srcId="{61839323-CC5D-42DB-8C1D-1E6E8C05A278}" destId="{FA3F239E-8108-4F6B-9C50-1431F7133A0F}" srcOrd="1" destOrd="0" parTransId="{22F39D6A-00E1-4357-94BE-D5A1CB3739E5}" sibTransId="{6B68AC05-1897-4BA4-BB5B-3C67DDF0C6E7}"/>
    <dgm:cxn modelId="{669FE119-E560-6847-A97E-E69B4001CC6B}" type="presOf" srcId="{FA3F239E-8108-4F6B-9C50-1431F7133A0F}" destId="{6F0A6C75-B572-5F48-BF1E-1AEDCE4BB200}" srcOrd="0" destOrd="0" presId="urn:microsoft.com/office/officeart/2005/8/layout/process1"/>
    <dgm:cxn modelId="{3109041C-AE03-8B4F-88E4-9EDC084B9D49}" type="presOf" srcId="{960B32F6-3994-4403-9880-B627B5EDE8A1}" destId="{9DE61347-4AAC-7C41-BE96-EEE35257BE69}" srcOrd="0" destOrd="0" presId="urn:microsoft.com/office/officeart/2005/8/layout/process1"/>
    <dgm:cxn modelId="{3DFFFB34-2439-DD4E-B65E-8BB5F62EE055}" type="presOf" srcId="{C10F5B59-9096-4C92-8B79-111D815F3D61}" destId="{4F93825E-7657-4140-82DD-C13E3A209349}" srcOrd="0" destOrd="0" presId="urn:microsoft.com/office/officeart/2005/8/layout/process1"/>
    <dgm:cxn modelId="{9FB1A435-5342-4D40-BE1A-88E846EAE9EB}" type="presOf" srcId="{3FF4EBC6-44A2-4F8E-949C-959812CBDE8F}" destId="{0A297B02-7D08-B24A-B91D-9AEEE69C503D}" srcOrd="1" destOrd="0" presId="urn:microsoft.com/office/officeart/2005/8/layout/process1"/>
    <dgm:cxn modelId="{102D594C-A085-B747-831F-0CC4D8124745}" type="presOf" srcId="{CDFB000D-D3D4-4811-805E-22D00040A2FF}" destId="{07EBB893-FB5F-DD46-8C90-4B76BDAB909C}" srcOrd="0" destOrd="0" presId="urn:microsoft.com/office/officeart/2005/8/layout/process1"/>
    <dgm:cxn modelId="{5EAFB66D-6DA2-534D-836E-CC7F08071922}" type="presOf" srcId="{D54724D3-AB14-4A73-9D3B-85A3DCEB7271}" destId="{1A0A1398-3EE2-5849-A153-04AA165AF988}" srcOrd="0" destOrd="0" presId="urn:microsoft.com/office/officeart/2005/8/layout/process1"/>
    <dgm:cxn modelId="{31805177-CC0A-684E-917C-09060D58A1ED}" type="presOf" srcId="{6B68AC05-1897-4BA4-BB5B-3C67DDF0C6E7}" destId="{6DF54CEF-C4AA-A345-A847-8570D11432D6}" srcOrd="1" destOrd="0" presId="urn:microsoft.com/office/officeart/2005/8/layout/process1"/>
    <dgm:cxn modelId="{9CA03A8C-1B05-824B-86C9-2F5458E52B0C}" type="presOf" srcId="{CDFB000D-D3D4-4811-805E-22D00040A2FF}" destId="{EF042BE3-B9DF-A244-8368-55D9D8543D57}" srcOrd="1" destOrd="0" presId="urn:microsoft.com/office/officeart/2005/8/layout/process1"/>
    <dgm:cxn modelId="{EFFE969B-600E-854F-B9EB-14945904456B}" type="presOf" srcId="{960B32F6-3994-4403-9880-B627B5EDE8A1}" destId="{67B421C0-ACBB-9D47-9EB8-E72F9A8C45A0}" srcOrd="1" destOrd="0" presId="urn:microsoft.com/office/officeart/2005/8/layout/process1"/>
    <dgm:cxn modelId="{8AE3EBA2-C935-3B4A-BE10-03F9658CE54A}" type="presOf" srcId="{3FF4EBC6-44A2-4F8E-949C-959812CBDE8F}" destId="{221D2A2B-108E-E641-925B-59E1582FA6BF}" srcOrd="0" destOrd="0" presId="urn:microsoft.com/office/officeart/2005/8/layout/process1"/>
    <dgm:cxn modelId="{5714ECB2-CC57-43C2-AC0A-52BD2C899656}" srcId="{61839323-CC5D-42DB-8C1D-1E6E8C05A278}" destId="{D54724D3-AB14-4A73-9D3B-85A3DCEB7271}" srcOrd="0" destOrd="0" parTransId="{B2010183-F3D9-47F4-899E-53B5F6C7F7FB}" sibTransId="{CDFB000D-D3D4-4811-805E-22D00040A2FF}"/>
    <dgm:cxn modelId="{E09C72B3-1940-9E4B-8F82-17F7E98C92EC}" type="presOf" srcId="{6B68AC05-1897-4BA4-BB5B-3C67DDF0C6E7}" destId="{19A59132-D1E5-3440-8115-7D9E79815CEE}" srcOrd="0" destOrd="0" presId="urn:microsoft.com/office/officeart/2005/8/layout/process1"/>
    <dgm:cxn modelId="{A38CB9B5-79ED-DB4C-AD69-1C90086C30AD}" type="presOf" srcId="{61839323-CC5D-42DB-8C1D-1E6E8C05A278}" destId="{B2E7CD1D-8C49-414E-B79C-E2E5CBFBFA14}" srcOrd="0" destOrd="0" presId="urn:microsoft.com/office/officeart/2005/8/layout/process1"/>
    <dgm:cxn modelId="{AEE09FB6-0BAF-524E-9C25-4C95343682BA}" type="presOf" srcId="{1EE66CAC-574F-47E5-AA2E-DDDDDF8635D2}" destId="{92E01436-5AE9-484F-BB91-BB0596F0E2E8}" srcOrd="0" destOrd="0" presId="urn:microsoft.com/office/officeart/2005/8/layout/process1"/>
    <dgm:cxn modelId="{F08DE1C3-078F-486C-BE5D-6189D29216D4}" srcId="{61839323-CC5D-42DB-8C1D-1E6E8C05A278}" destId="{C10F5B59-9096-4C92-8B79-111D815F3D61}" srcOrd="3" destOrd="0" parTransId="{96986448-902B-4376-AA6B-AC84366B5744}" sibTransId="{960B32F6-3994-4403-9880-B627B5EDE8A1}"/>
    <dgm:cxn modelId="{CBA728CC-A8A0-144C-8CE4-C5EE56227D9B}" type="presOf" srcId="{F27DC560-DA0E-4C76-BE5A-DE64F437FE99}" destId="{7314A89E-3290-2642-A135-1C818EB165C3}" srcOrd="0" destOrd="0" presId="urn:microsoft.com/office/officeart/2005/8/layout/process1"/>
    <dgm:cxn modelId="{0D88BDEB-20F3-4A87-9E7C-627119FEC970}" srcId="{61839323-CC5D-42DB-8C1D-1E6E8C05A278}" destId="{1EE66CAC-574F-47E5-AA2E-DDDDDF8635D2}" srcOrd="4" destOrd="0" parTransId="{AFC7700A-91B4-40A6-B14F-4FF553BFD825}" sibTransId="{2A2FC352-38F0-449D-AF8C-2BC7FC14AE94}"/>
    <dgm:cxn modelId="{F9A020FA-C400-4B2B-A281-801959BDDAFA}" srcId="{61839323-CC5D-42DB-8C1D-1E6E8C05A278}" destId="{F27DC560-DA0E-4C76-BE5A-DE64F437FE99}" srcOrd="2" destOrd="0" parTransId="{E632DDFD-C902-4212-826F-08DC44C141A9}" sibTransId="{3FF4EBC6-44A2-4F8E-949C-959812CBDE8F}"/>
    <dgm:cxn modelId="{4F9CB70F-4AEB-6A46-A373-810F425B44F3}" type="presParOf" srcId="{B2E7CD1D-8C49-414E-B79C-E2E5CBFBFA14}" destId="{1A0A1398-3EE2-5849-A153-04AA165AF988}" srcOrd="0" destOrd="0" presId="urn:microsoft.com/office/officeart/2005/8/layout/process1"/>
    <dgm:cxn modelId="{8BF70647-5B10-004A-9C62-6EA507D0FD65}" type="presParOf" srcId="{B2E7CD1D-8C49-414E-B79C-E2E5CBFBFA14}" destId="{07EBB893-FB5F-DD46-8C90-4B76BDAB909C}" srcOrd="1" destOrd="0" presId="urn:microsoft.com/office/officeart/2005/8/layout/process1"/>
    <dgm:cxn modelId="{2101DF75-52BA-CC44-B156-EB9922560F4A}" type="presParOf" srcId="{07EBB893-FB5F-DD46-8C90-4B76BDAB909C}" destId="{EF042BE3-B9DF-A244-8368-55D9D8543D57}" srcOrd="0" destOrd="0" presId="urn:microsoft.com/office/officeart/2005/8/layout/process1"/>
    <dgm:cxn modelId="{63DFCA5F-84EB-884E-B20A-F239C2B9C1D3}" type="presParOf" srcId="{B2E7CD1D-8C49-414E-B79C-E2E5CBFBFA14}" destId="{6F0A6C75-B572-5F48-BF1E-1AEDCE4BB200}" srcOrd="2" destOrd="0" presId="urn:microsoft.com/office/officeart/2005/8/layout/process1"/>
    <dgm:cxn modelId="{46A996B9-E792-0849-9DB6-9EF6A89B5235}" type="presParOf" srcId="{B2E7CD1D-8C49-414E-B79C-E2E5CBFBFA14}" destId="{19A59132-D1E5-3440-8115-7D9E79815CEE}" srcOrd="3" destOrd="0" presId="urn:microsoft.com/office/officeart/2005/8/layout/process1"/>
    <dgm:cxn modelId="{2F37E8B9-1B3B-654C-9A00-6A80D8705E0F}" type="presParOf" srcId="{19A59132-D1E5-3440-8115-7D9E79815CEE}" destId="{6DF54CEF-C4AA-A345-A847-8570D11432D6}" srcOrd="0" destOrd="0" presId="urn:microsoft.com/office/officeart/2005/8/layout/process1"/>
    <dgm:cxn modelId="{33479CFF-0FC5-8445-8813-0E776B33C17A}" type="presParOf" srcId="{B2E7CD1D-8C49-414E-B79C-E2E5CBFBFA14}" destId="{7314A89E-3290-2642-A135-1C818EB165C3}" srcOrd="4" destOrd="0" presId="urn:microsoft.com/office/officeart/2005/8/layout/process1"/>
    <dgm:cxn modelId="{5751BE54-91D6-7F4B-88D7-34A6D1094636}" type="presParOf" srcId="{B2E7CD1D-8C49-414E-B79C-E2E5CBFBFA14}" destId="{221D2A2B-108E-E641-925B-59E1582FA6BF}" srcOrd="5" destOrd="0" presId="urn:microsoft.com/office/officeart/2005/8/layout/process1"/>
    <dgm:cxn modelId="{34D52C40-9513-F847-A5E1-B6778721A33B}" type="presParOf" srcId="{221D2A2B-108E-E641-925B-59E1582FA6BF}" destId="{0A297B02-7D08-B24A-B91D-9AEEE69C503D}" srcOrd="0" destOrd="0" presId="urn:microsoft.com/office/officeart/2005/8/layout/process1"/>
    <dgm:cxn modelId="{352E5068-F26A-A94E-A121-169EAE691F0A}" type="presParOf" srcId="{B2E7CD1D-8C49-414E-B79C-E2E5CBFBFA14}" destId="{4F93825E-7657-4140-82DD-C13E3A209349}" srcOrd="6" destOrd="0" presId="urn:microsoft.com/office/officeart/2005/8/layout/process1"/>
    <dgm:cxn modelId="{C05A8BEA-02C1-5046-823F-AF69E9D462FE}" type="presParOf" srcId="{B2E7CD1D-8C49-414E-B79C-E2E5CBFBFA14}" destId="{9DE61347-4AAC-7C41-BE96-EEE35257BE69}" srcOrd="7" destOrd="0" presId="urn:microsoft.com/office/officeart/2005/8/layout/process1"/>
    <dgm:cxn modelId="{A8777EC6-2D51-B148-BA49-EA5BA89E3099}" type="presParOf" srcId="{9DE61347-4AAC-7C41-BE96-EEE35257BE69}" destId="{67B421C0-ACBB-9D47-9EB8-E72F9A8C45A0}" srcOrd="0" destOrd="0" presId="urn:microsoft.com/office/officeart/2005/8/layout/process1"/>
    <dgm:cxn modelId="{8370F338-604C-3F4C-B71F-BCB4D1A3D647}" type="presParOf" srcId="{B2E7CD1D-8C49-414E-B79C-E2E5CBFBFA14}" destId="{92E01436-5AE9-484F-BB91-BB0596F0E2E8}"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AD03203F-C0D7-4B46-84E7-66E7D6171BF3}" type="doc">
      <dgm:prSet loTypeId="urn:microsoft.com/office/officeart/2005/8/layout/vList4" loCatId="picture" qsTypeId="urn:microsoft.com/office/officeart/2005/8/quickstyle/simple1" qsCatId="simple" csTypeId="urn:microsoft.com/office/officeart/2005/8/colors/accent1_2" csCatId="accent1" phldr="1"/>
      <dgm:spPr/>
      <dgm:t>
        <a:bodyPr/>
        <a:lstStyle/>
        <a:p>
          <a:endParaRPr lang="en-US"/>
        </a:p>
      </dgm:t>
    </dgm:pt>
    <dgm:pt modelId="{8E1C509B-86BD-409D-BFF7-6EE057A636E0}">
      <dgm:prSet phldrT="[Text]"/>
      <dgm:spPr>
        <a:solidFill>
          <a:schemeClr val="bg1">
            <a:lumMod val="95000"/>
          </a:schemeClr>
        </a:solidFill>
        <a:ln w="9525">
          <a:solidFill>
            <a:schemeClr val="bg1">
              <a:lumMod val="85000"/>
            </a:schemeClr>
          </a:solidFill>
        </a:ln>
      </dgm:spPr>
      <dgm:t>
        <a:bodyPr/>
        <a:lstStyle/>
        <a:p>
          <a:r>
            <a:rPr lang="en-US" dirty="0">
              <a:solidFill>
                <a:srgbClr val="20282F"/>
              </a:solidFill>
            </a:rPr>
            <a:t>Primary DNS Servers</a:t>
          </a:r>
        </a:p>
      </dgm:t>
    </dgm:pt>
    <dgm:pt modelId="{2A652F64-CEE2-4492-9D66-C48B2C50AF47}" type="parTrans" cxnId="{A5136CCA-A2BA-414B-B7F3-30F47D637452}">
      <dgm:prSet/>
      <dgm:spPr/>
      <dgm:t>
        <a:bodyPr/>
        <a:lstStyle/>
        <a:p>
          <a:endParaRPr lang="en-US"/>
        </a:p>
      </dgm:t>
    </dgm:pt>
    <dgm:pt modelId="{17E9D869-1BDF-44EE-B5C2-1E5931BC9FC8}" type="sibTrans" cxnId="{A5136CCA-A2BA-414B-B7F3-30F47D637452}">
      <dgm:prSet/>
      <dgm:spPr/>
      <dgm:t>
        <a:bodyPr/>
        <a:lstStyle/>
        <a:p>
          <a:endParaRPr lang="en-US"/>
        </a:p>
      </dgm:t>
    </dgm:pt>
    <dgm:pt modelId="{6C29D332-8512-4D51-B594-2887CA4C10C4}">
      <dgm:prSet/>
      <dgm:spPr>
        <a:solidFill>
          <a:schemeClr val="bg1">
            <a:lumMod val="95000"/>
          </a:schemeClr>
        </a:solidFill>
        <a:ln w="9525">
          <a:solidFill>
            <a:schemeClr val="bg1">
              <a:lumMod val="85000"/>
            </a:schemeClr>
          </a:solidFill>
        </a:ln>
      </dgm:spPr>
      <dgm:t>
        <a:bodyPr/>
        <a:lstStyle/>
        <a:p>
          <a:r>
            <a:rPr lang="en-US" dirty="0">
              <a:solidFill>
                <a:srgbClr val="20282F"/>
              </a:solidFill>
            </a:rPr>
            <a:t>Translate domain names into IP addresses</a:t>
          </a:r>
        </a:p>
      </dgm:t>
    </dgm:pt>
    <dgm:pt modelId="{9553A1A5-8D14-4EDC-B716-A478E9ED1FA6}" type="parTrans" cxnId="{48ECF5C4-ADAC-47C9-94FE-DBEF2AA4AF9E}">
      <dgm:prSet/>
      <dgm:spPr/>
      <dgm:t>
        <a:bodyPr/>
        <a:lstStyle/>
        <a:p>
          <a:endParaRPr lang="en-US"/>
        </a:p>
      </dgm:t>
    </dgm:pt>
    <dgm:pt modelId="{6B30DD43-B0F7-4DAE-B3D8-E68FD4D0943B}" type="sibTrans" cxnId="{48ECF5C4-ADAC-47C9-94FE-DBEF2AA4AF9E}">
      <dgm:prSet/>
      <dgm:spPr/>
      <dgm:t>
        <a:bodyPr/>
        <a:lstStyle/>
        <a:p>
          <a:endParaRPr lang="en-US"/>
        </a:p>
      </dgm:t>
    </dgm:pt>
    <dgm:pt modelId="{8D2C197A-9BBC-46EA-90AD-642E09897C0F}">
      <dgm:prSet/>
      <dgm:spPr>
        <a:solidFill>
          <a:schemeClr val="bg1">
            <a:lumMod val="95000"/>
          </a:schemeClr>
        </a:solidFill>
        <a:ln w="9525">
          <a:solidFill>
            <a:schemeClr val="bg1">
              <a:lumMod val="85000"/>
            </a:schemeClr>
          </a:solidFill>
        </a:ln>
      </dgm:spPr>
      <dgm:t>
        <a:bodyPr/>
        <a:lstStyle/>
        <a:p>
          <a:r>
            <a:rPr lang="en-US" dirty="0">
              <a:solidFill>
                <a:srgbClr val="20282F"/>
              </a:solidFill>
            </a:rPr>
            <a:t>Act as the first point of contact for DNS queries</a:t>
          </a:r>
        </a:p>
      </dgm:t>
    </dgm:pt>
    <dgm:pt modelId="{1A9C0752-1E41-4DD0-BC30-9D0E994CD96A}" type="parTrans" cxnId="{C74EC666-55BD-45EB-93B6-738DB282E268}">
      <dgm:prSet/>
      <dgm:spPr/>
      <dgm:t>
        <a:bodyPr/>
        <a:lstStyle/>
        <a:p>
          <a:endParaRPr lang="en-US"/>
        </a:p>
      </dgm:t>
    </dgm:pt>
    <dgm:pt modelId="{CFB1D194-5D22-48F2-90F2-ED212EA6BC32}" type="sibTrans" cxnId="{C74EC666-55BD-45EB-93B6-738DB282E268}">
      <dgm:prSet/>
      <dgm:spPr/>
      <dgm:t>
        <a:bodyPr/>
        <a:lstStyle/>
        <a:p>
          <a:endParaRPr lang="en-US"/>
        </a:p>
      </dgm:t>
    </dgm:pt>
    <dgm:pt modelId="{6CBDDE16-BAD5-485F-94F2-C08D0EC99E12}">
      <dgm:prSet/>
      <dgm:spPr>
        <a:solidFill>
          <a:schemeClr val="bg1">
            <a:lumMod val="95000"/>
          </a:schemeClr>
        </a:solidFill>
        <a:ln w="9525">
          <a:solidFill>
            <a:schemeClr val="bg1">
              <a:lumMod val="85000"/>
            </a:schemeClr>
          </a:solidFill>
        </a:ln>
      </dgm:spPr>
      <dgm:t>
        <a:bodyPr/>
        <a:lstStyle/>
        <a:p>
          <a:r>
            <a:rPr lang="en-US" dirty="0">
              <a:solidFill>
                <a:srgbClr val="20282F"/>
              </a:solidFill>
            </a:rPr>
            <a:t>Secondary DNS Servers</a:t>
          </a:r>
        </a:p>
      </dgm:t>
    </dgm:pt>
    <dgm:pt modelId="{2F486C39-DBF6-45E7-81A2-3116E4DB80DE}" type="parTrans" cxnId="{0FF114BD-788E-49FB-9093-32C3B32ED783}">
      <dgm:prSet/>
      <dgm:spPr/>
      <dgm:t>
        <a:bodyPr/>
        <a:lstStyle/>
        <a:p>
          <a:endParaRPr lang="en-US"/>
        </a:p>
      </dgm:t>
    </dgm:pt>
    <dgm:pt modelId="{D7D95319-0806-403F-82B7-A0EB8DA6CBAD}" type="sibTrans" cxnId="{0FF114BD-788E-49FB-9093-32C3B32ED783}">
      <dgm:prSet/>
      <dgm:spPr/>
      <dgm:t>
        <a:bodyPr/>
        <a:lstStyle/>
        <a:p>
          <a:endParaRPr lang="en-US"/>
        </a:p>
      </dgm:t>
    </dgm:pt>
    <dgm:pt modelId="{6D553A39-57F9-41E9-8F04-D615861728A7}">
      <dgm:prSet/>
      <dgm:spPr>
        <a:solidFill>
          <a:schemeClr val="bg1">
            <a:lumMod val="95000"/>
          </a:schemeClr>
        </a:solidFill>
        <a:ln w="9525">
          <a:solidFill>
            <a:schemeClr val="bg1">
              <a:lumMod val="85000"/>
            </a:schemeClr>
          </a:solidFill>
        </a:ln>
      </dgm:spPr>
      <dgm:t>
        <a:bodyPr/>
        <a:lstStyle/>
        <a:p>
          <a:r>
            <a:rPr lang="en-US" dirty="0">
              <a:solidFill>
                <a:srgbClr val="20282F"/>
              </a:solidFill>
            </a:rPr>
            <a:t>Provide redundancy and load balancing for DNS queries</a:t>
          </a:r>
        </a:p>
      </dgm:t>
    </dgm:pt>
    <dgm:pt modelId="{D3AA276D-924E-4E0D-A6F2-5CDAF67EB119}" type="parTrans" cxnId="{BFDABF72-9B2F-4F07-BCA5-7188059AA446}">
      <dgm:prSet/>
      <dgm:spPr/>
      <dgm:t>
        <a:bodyPr/>
        <a:lstStyle/>
        <a:p>
          <a:endParaRPr lang="en-US"/>
        </a:p>
      </dgm:t>
    </dgm:pt>
    <dgm:pt modelId="{A3094554-F1EC-4559-A5CA-F873DC9F1657}" type="sibTrans" cxnId="{BFDABF72-9B2F-4F07-BCA5-7188059AA446}">
      <dgm:prSet/>
      <dgm:spPr/>
      <dgm:t>
        <a:bodyPr/>
        <a:lstStyle/>
        <a:p>
          <a:endParaRPr lang="en-US"/>
        </a:p>
      </dgm:t>
    </dgm:pt>
    <dgm:pt modelId="{2EDB4A98-A909-405F-ACAD-E515A89A3433}">
      <dgm:prSet/>
      <dgm:spPr>
        <a:solidFill>
          <a:schemeClr val="bg1">
            <a:lumMod val="95000"/>
          </a:schemeClr>
        </a:solidFill>
        <a:ln w="9525">
          <a:solidFill>
            <a:schemeClr val="bg1">
              <a:lumMod val="85000"/>
            </a:schemeClr>
          </a:solidFill>
        </a:ln>
      </dgm:spPr>
      <dgm:t>
        <a:bodyPr/>
        <a:lstStyle/>
        <a:p>
          <a:r>
            <a:rPr lang="en-US" dirty="0">
              <a:solidFill>
                <a:srgbClr val="20282F"/>
              </a:solidFill>
            </a:rPr>
            <a:t>Serve as backup servers if the primary server fails</a:t>
          </a:r>
        </a:p>
      </dgm:t>
    </dgm:pt>
    <dgm:pt modelId="{352383EF-2D15-458B-BEFB-68AA6C37A5A0}" type="parTrans" cxnId="{58110F60-28E3-4762-8DBB-4B1058C3B955}">
      <dgm:prSet/>
      <dgm:spPr/>
      <dgm:t>
        <a:bodyPr/>
        <a:lstStyle/>
        <a:p>
          <a:endParaRPr lang="en-US"/>
        </a:p>
      </dgm:t>
    </dgm:pt>
    <dgm:pt modelId="{DD078F87-9458-4BDF-95AA-34767FAAFBD1}" type="sibTrans" cxnId="{58110F60-28E3-4762-8DBB-4B1058C3B955}">
      <dgm:prSet/>
      <dgm:spPr/>
      <dgm:t>
        <a:bodyPr/>
        <a:lstStyle/>
        <a:p>
          <a:endParaRPr lang="en-US"/>
        </a:p>
      </dgm:t>
    </dgm:pt>
    <dgm:pt modelId="{E76F581C-3122-450E-9AE5-563AF7F7A744}">
      <dgm:prSet/>
      <dgm:spPr>
        <a:solidFill>
          <a:schemeClr val="bg1">
            <a:lumMod val="95000"/>
          </a:schemeClr>
        </a:solidFill>
        <a:ln w="9525">
          <a:solidFill>
            <a:schemeClr val="bg1">
              <a:lumMod val="85000"/>
            </a:schemeClr>
          </a:solidFill>
        </a:ln>
      </dgm:spPr>
      <dgm:t>
        <a:bodyPr/>
        <a:lstStyle/>
        <a:p>
          <a:r>
            <a:rPr lang="en-US" dirty="0">
              <a:solidFill>
                <a:srgbClr val="20282F"/>
              </a:solidFill>
            </a:rPr>
            <a:t>Cache-only DNS servers</a:t>
          </a:r>
        </a:p>
      </dgm:t>
    </dgm:pt>
    <dgm:pt modelId="{E0D7C679-EB93-49C6-834D-B14F5FF0D6C2}" type="parTrans" cxnId="{2CC98F77-EFA5-48A6-A723-A46A08B80299}">
      <dgm:prSet/>
      <dgm:spPr/>
      <dgm:t>
        <a:bodyPr/>
        <a:lstStyle/>
        <a:p>
          <a:endParaRPr lang="en-US"/>
        </a:p>
      </dgm:t>
    </dgm:pt>
    <dgm:pt modelId="{0CC06B30-FFAD-4A46-855E-FC02D05E6E73}" type="sibTrans" cxnId="{2CC98F77-EFA5-48A6-A723-A46A08B80299}">
      <dgm:prSet/>
      <dgm:spPr/>
      <dgm:t>
        <a:bodyPr/>
        <a:lstStyle/>
        <a:p>
          <a:endParaRPr lang="en-US"/>
        </a:p>
      </dgm:t>
    </dgm:pt>
    <dgm:pt modelId="{5D427775-5C8B-449D-BD3C-5D2685475640}">
      <dgm:prSet/>
      <dgm:spPr>
        <a:solidFill>
          <a:schemeClr val="bg1">
            <a:lumMod val="95000"/>
          </a:schemeClr>
        </a:solidFill>
        <a:ln w="9525">
          <a:solidFill>
            <a:schemeClr val="bg1">
              <a:lumMod val="85000"/>
            </a:schemeClr>
          </a:solidFill>
        </a:ln>
      </dgm:spPr>
      <dgm:t>
        <a:bodyPr/>
        <a:lstStyle/>
        <a:p>
          <a:r>
            <a:rPr lang="en-US" dirty="0">
              <a:solidFill>
                <a:srgbClr val="20282F"/>
              </a:solidFill>
            </a:rPr>
            <a:t>Cache DNS resolutions to speed up response times</a:t>
          </a:r>
        </a:p>
      </dgm:t>
    </dgm:pt>
    <dgm:pt modelId="{2204D391-DA66-4355-82EF-5471DE98F5AC}" type="parTrans" cxnId="{F7AB61DC-CC10-4CF0-A745-ADE51A2FB2B3}">
      <dgm:prSet/>
      <dgm:spPr/>
      <dgm:t>
        <a:bodyPr/>
        <a:lstStyle/>
        <a:p>
          <a:endParaRPr lang="en-US"/>
        </a:p>
      </dgm:t>
    </dgm:pt>
    <dgm:pt modelId="{1C3991F0-35FB-4C9E-8C5C-A6E9D53467CF}" type="sibTrans" cxnId="{F7AB61DC-CC10-4CF0-A745-ADE51A2FB2B3}">
      <dgm:prSet/>
      <dgm:spPr/>
      <dgm:t>
        <a:bodyPr/>
        <a:lstStyle/>
        <a:p>
          <a:endParaRPr lang="en-US"/>
        </a:p>
      </dgm:t>
    </dgm:pt>
    <dgm:pt modelId="{022D49E4-DFBF-3946-8E9A-426945AE5BEA}">
      <dgm:prSet/>
      <dgm:spPr>
        <a:solidFill>
          <a:schemeClr val="bg1">
            <a:lumMod val="95000"/>
          </a:schemeClr>
        </a:solidFill>
        <a:ln w="9525">
          <a:solidFill>
            <a:schemeClr val="bg1">
              <a:lumMod val="85000"/>
            </a:schemeClr>
          </a:solidFill>
        </a:ln>
      </dgm:spPr>
      <dgm:t>
        <a:bodyPr/>
        <a:lstStyle/>
        <a:p>
          <a:r>
            <a:rPr lang="en-US" dirty="0">
              <a:solidFill>
                <a:srgbClr val="20282F"/>
              </a:solidFill>
            </a:rPr>
            <a:t>Handle repetitive queries to reduce load on primary/secondary servers</a:t>
          </a:r>
        </a:p>
      </dgm:t>
    </dgm:pt>
    <dgm:pt modelId="{0D00819B-814B-A64F-ACBE-94CAE9BEF46D}" type="parTrans" cxnId="{CFAD2784-DD45-5442-B449-2EC2002CD708}">
      <dgm:prSet/>
      <dgm:spPr/>
      <dgm:t>
        <a:bodyPr/>
        <a:lstStyle/>
        <a:p>
          <a:endParaRPr lang="en-US"/>
        </a:p>
      </dgm:t>
    </dgm:pt>
    <dgm:pt modelId="{E062C3B2-1293-2B4E-A4A7-923F80158D43}" type="sibTrans" cxnId="{CFAD2784-DD45-5442-B449-2EC2002CD708}">
      <dgm:prSet/>
      <dgm:spPr/>
      <dgm:t>
        <a:bodyPr/>
        <a:lstStyle/>
        <a:p>
          <a:endParaRPr lang="en-US"/>
        </a:p>
      </dgm:t>
    </dgm:pt>
    <dgm:pt modelId="{78AF94CA-BC2C-43B8-B005-51210E4CCC9F}" type="pres">
      <dgm:prSet presAssocID="{AD03203F-C0D7-4B46-84E7-66E7D6171BF3}" presName="linear" presStyleCnt="0">
        <dgm:presLayoutVars>
          <dgm:dir/>
          <dgm:resizeHandles val="exact"/>
        </dgm:presLayoutVars>
      </dgm:prSet>
      <dgm:spPr/>
    </dgm:pt>
    <dgm:pt modelId="{13241B49-2FC3-4FA7-A9CC-A9ECF4C9A720}" type="pres">
      <dgm:prSet presAssocID="{8E1C509B-86BD-409D-BFF7-6EE057A636E0}" presName="comp" presStyleCnt="0"/>
      <dgm:spPr/>
    </dgm:pt>
    <dgm:pt modelId="{F92733AD-252C-4F9A-8D46-ACD38940D0E3}" type="pres">
      <dgm:prSet presAssocID="{8E1C509B-86BD-409D-BFF7-6EE057A636E0}" presName="box" presStyleLbl="node1" presStyleIdx="0" presStyleCnt="3"/>
      <dgm:spPr/>
    </dgm:pt>
    <dgm:pt modelId="{FCF867EC-0999-4F4E-8194-0E850CCB35BE}" type="pres">
      <dgm:prSet presAssocID="{8E1C509B-86BD-409D-BFF7-6EE057A636E0}" presName="img" presStyleLbl="fgImgPlac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dgm:spPr>
    </dgm:pt>
    <dgm:pt modelId="{17F2D4A4-F7AC-408E-AC9D-B3F72BAF3C8B}" type="pres">
      <dgm:prSet presAssocID="{8E1C509B-86BD-409D-BFF7-6EE057A636E0}" presName="text" presStyleLbl="node1" presStyleIdx="0" presStyleCnt="3">
        <dgm:presLayoutVars>
          <dgm:bulletEnabled val="1"/>
        </dgm:presLayoutVars>
      </dgm:prSet>
      <dgm:spPr/>
    </dgm:pt>
    <dgm:pt modelId="{7578E009-463D-47B9-80C2-DFB6055E755F}" type="pres">
      <dgm:prSet presAssocID="{17E9D869-1BDF-44EE-B5C2-1E5931BC9FC8}" presName="spacer" presStyleCnt="0"/>
      <dgm:spPr/>
    </dgm:pt>
    <dgm:pt modelId="{5617CAEB-BE63-4EBA-A71D-46D3288B8705}" type="pres">
      <dgm:prSet presAssocID="{6CBDDE16-BAD5-485F-94F2-C08D0EC99E12}" presName="comp" presStyleCnt="0"/>
      <dgm:spPr/>
    </dgm:pt>
    <dgm:pt modelId="{1F16CBF6-5044-441F-8296-73C040889363}" type="pres">
      <dgm:prSet presAssocID="{6CBDDE16-BAD5-485F-94F2-C08D0EC99E12}" presName="box" presStyleLbl="node1" presStyleIdx="1" presStyleCnt="3"/>
      <dgm:spPr/>
    </dgm:pt>
    <dgm:pt modelId="{35DA3863-2E24-45E0-9532-97264AA4AA3A}" type="pres">
      <dgm:prSet presAssocID="{6CBDDE16-BAD5-485F-94F2-C08D0EC99E12}" presName="img" presStyleLbl="fgImgPlac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rcRect/>
          <a:stretch>
            <a:fillRect/>
          </a:stretch>
        </a:blipFill>
      </dgm:spPr>
    </dgm:pt>
    <dgm:pt modelId="{D4DFE5CC-7D3C-48EA-B5D1-756733C1C49F}" type="pres">
      <dgm:prSet presAssocID="{6CBDDE16-BAD5-485F-94F2-C08D0EC99E12}" presName="text" presStyleLbl="node1" presStyleIdx="1" presStyleCnt="3">
        <dgm:presLayoutVars>
          <dgm:bulletEnabled val="1"/>
        </dgm:presLayoutVars>
      </dgm:prSet>
      <dgm:spPr/>
    </dgm:pt>
    <dgm:pt modelId="{E16B1C93-86C2-46B2-A38B-CD88B0F49FD1}" type="pres">
      <dgm:prSet presAssocID="{D7D95319-0806-403F-82B7-A0EB8DA6CBAD}" presName="spacer" presStyleCnt="0"/>
      <dgm:spPr/>
    </dgm:pt>
    <dgm:pt modelId="{8684FD40-D480-4115-9B86-AF5FD5E65678}" type="pres">
      <dgm:prSet presAssocID="{E76F581C-3122-450E-9AE5-563AF7F7A744}" presName="comp" presStyleCnt="0"/>
      <dgm:spPr/>
    </dgm:pt>
    <dgm:pt modelId="{88B80931-7EB4-460D-9F7E-C09F81839660}" type="pres">
      <dgm:prSet presAssocID="{E76F581C-3122-450E-9AE5-563AF7F7A744}" presName="box" presStyleLbl="node1" presStyleIdx="2" presStyleCnt="3"/>
      <dgm:spPr/>
    </dgm:pt>
    <dgm:pt modelId="{926868C4-00B1-4C66-B36E-460F1B265D49}" type="pres">
      <dgm:prSet presAssocID="{E76F581C-3122-450E-9AE5-563AF7F7A744}" presName="img" presStyleLbl="fgImgPlac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rcRect/>
          <a:stretch>
            <a:fillRect/>
          </a:stretch>
        </a:blipFill>
      </dgm:spPr>
    </dgm:pt>
    <dgm:pt modelId="{1D264E8A-967F-4D32-8439-A628EEA2CEFD}" type="pres">
      <dgm:prSet presAssocID="{E76F581C-3122-450E-9AE5-563AF7F7A744}" presName="text" presStyleLbl="node1" presStyleIdx="2" presStyleCnt="3">
        <dgm:presLayoutVars>
          <dgm:bulletEnabled val="1"/>
        </dgm:presLayoutVars>
      </dgm:prSet>
      <dgm:spPr/>
    </dgm:pt>
  </dgm:ptLst>
  <dgm:cxnLst>
    <dgm:cxn modelId="{7D42E203-B632-4CEC-BD2B-ED306737B40A}" type="presOf" srcId="{6C29D332-8512-4D51-B594-2887CA4C10C4}" destId="{17F2D4A4-F7AC-408E-AC9D-B3F72BAF3C8B}" srcOrd="1" destOrd="1" presId="urn:microsoft.com/office/officeart/2005/8/layout/vList4"/>
    <dgm:cxn modelId="{99B77E0A-7F40-5445-B4EC-10005028F8C3}" type="presOf" srcId="{022D49E4-DFBF-3946-8E9A-426945AE5BEA}" destId="{1D264E8A-967F-4D32-8439-A628EEA2CEFD}" srcOrd="1" destOrd="2" presId="urn:microsoft.com/office/officeart/2005/8/layout/vList4"/>
    <dgm:cxn modelId="{B3C21427-1EB2-4633-B20F-5C070BC470D6}" type="presOf" srcId="{5D427775-5C8B-449D-BD3C-5D2685475640}" destId="{1D264E8A-967F-4D32-8439-A628EEA2CEFD}" srcOrd="1" destOrd="1" presId="urn:microsoft.com/office/officeart/2005/8/layout/vList4"/>
    <dgm:cxn modelId="{255E9128-D10B-4BC6-8FC3-F6027F88029C}" type="presOf" srcId="{6CBDDE16-BAD5-485F-94F2-C08D0EC99E12}" destId="{D4DFE5CC-7D3C-48EA-B5D1-756733C1C49F}" srcOrd="1" destOrd="0" presId="urn:microsoft.com/office/officeart/2005/8/layout/vList4"/>
    <dgm:cxn modelId="{1AA12D5C-DE46-44F7-93A8-F76A451F1B73}" type="presOf" srcId="{8D2C197A-9BBC-46EA-90AD-642E09897C0F}" destId="{17F2D4A4-F7AC-408E-AC9D-B3F72BAF3C8B}" srcOrd="1" destOrd="2" presId="urn:microsoft.com/office/officeart/2005/8/layout/vList4"/>
    <dgm:cxn modelId="{58110F60-28E3-4762-8DBB-4B1058C3B955}" srcId="{6CBDDE16-BAD5-485F-94F2-C08D0EC99E12}" destId="{2EDB4A98-A909-405F-ACAD-E515A89A3433}" srcOrd="1" destOrd="0" parTransId="{352383EF-2D15-458B-BEFB-68AA6C37A5A0}" sibTransId="{DD078F87-9458-4BDF-95AA-34767FAAFBD1}"/>
    <dgm:cxn modelId="{849F9362-4ECF-444C-BD2F-36BFC9AC3979}" type="presOf" srcId="{8D2C197A-9BBC-46EA-90AD-642E09897C0F}" destId="{F92733AD-252C-4F9A-8D46-ACD38940D0E3}" srcOrd="0" destOrd="2" presId="urn:microsoft.com/office/officeart/2005/8/layout/vList4"/>
    <dgm:cxn modelId="{CFA69765-1835-4DFC-A567-9C5CCF5EE918}" type="presOf" srcId="{8E1C509B-86BD-409D-BFF7-6EE057A636E0}" destId="{17F2D4A4-F7AC-408E-AC9D-B3F72BAF3C8B}" srcOrd="1" destOrd="0" presId="urn:microsoft.com/office/officeart/2005/8/layout/vList4"/>
    <dgm:cxn modelId="{C74EC666-55BD-45EB-93B6-738DB282E268}" srcId="{8E1C509B-86BD-409D-BFF7-6EE057A636E0}" destId="{8D2C197A-9BBC-46EA-90AD-642E09897C0F}" srcOrd="1" destOrd="0" parTransId="{1A9C0752-1E41-4DD0-BC30-9D0E994CD96A}" sibTransId="{CFB1D194-5D22-48F2-90F2-ED212EA6BC32}"/>
    <dgm:cxn modelId="{28772F4E-3991-4ABD-873E-FAAE7760713C}" type="presOf" srcId="{E76F581C-3122-450E-9AE5-563AF7F7A744}" destId="{1D264E8A-967F-4D32-8439-A628EEA2CEFD}" srcOrd="1" destOrd="0" presId="urn:microsoft.com/office/officeart/2005/8/layout/vList4"/>
    <dgm:cxn modelId="{C1A5CC4F-2237-481C-8FE8-56D1F897299A}" type="presOf" srcId="{6C29D332-8512-4D51-B594-2887CA4C10C4}" destId="{F92733AD-252C-4F9A-8D46-ACD38940D0E3}" srcOrd="0" destOrd="1" presId="urn:microsoft.com/office/officeart/2005/8/layout/vList4"/>
    <dgm:cxn modelId="{BFDABF72-9B2F-4F07-BCA5-7188059AA446}" srcId="{6CBDDE16-BAD5-485F-94F2-C08D0EC99E12}" destId="{6D553A39-57F9-41E9-8F04-D615861728A7}" srcOrd="0" destOrd="0" parTransId="{D3AA276D-924E-4E0D-A6F2-5CDAF67EB119}" sibTransId="{A3094554-F1EC-4559-A5CA-F873DC9F1657}"/>
    <dgm:cxn modelId="{C315F055-1DC3-0545-9A31-4D301F257E23}" type="presOf" srcId="{022D49E4-DFBF-3946-8E9A-426945AE5BEA}" destId="{88B80931-7EB4-460D-9F7E-C09F81839660}" srcOrd="0" destOrd="2" presId="urn:microsoft.com/office/officeart/2005/8/layout/vList4"/>
    <dgm:cxn modelId="{2CC98F77-EFA5-48A6-A723-A46A08B80299}" srcId="{AD03203F-C0D7-4B46-84E7-66E7D6171BF3}" destId="{E76F581C-3122-450E-9AE5-563AF7F7A744}" srcOrd="2" destOrd="0" parTransId="{E0D7C679-EB93-49C6-834D-B14F5FF0D6C2}" sibTransId="{0CC06B30-FFAD-4A46-855E-FC02D05E6E73}"/>
    <dgm:cxn modelId="{CFAD2784-DD45-5442-B449-2EC2002CD708}" srcId="{E76F581C-3122-450E-9AE5-563AF7F7A744}" destId="{022D49E4-DFBF-3946-8E9A-426945AE5BEA}" srcOrd="1" destOrd="0" parTransId="{0D00819B-814B-A64F-ACBE-94CAE9BEF46D}" sibTransId="{E062C3B2-1293-2B4E-A4A7-923F80158D43}"/>
    <dgm:cxn modelId="{08DA2A9D-FFF4-40E7-922A-C130CB4249AF}" type="presOf" srcId="{6D553A39-57F9-41E9-8F04-D615861728A7}" destId="{1F16CBF6-5044-441F-8296-73C040889363}" srcOrd="0" destOrd="1" presId="urn:microsoft.com/office/officeart/2005/8/layout/vList4"/>
    <dgm:cxn modelId="{2C8C96B7-B43B-4855-825B-F9C41D7919CA}" type="presOf" srcId="{6CBDDE16-BAD5-485F-94F2-C08D0EC99E12}" destId="{1F16CBF6-5044-441F-8296-73C040889363}" srcOrd="0" destOrd="0" presId="urn:microsoft.com/office/officeart/2005/8/layout/vList4"/>
    <dgm:cxn modelId="{0FF114BD-788E-49FB-9093-32C3B32ED783}" srcId="{AD03203F-C0D7-4B46-84E7-66E7D6171BF3}" destId="{6CBDDE16-BAD5-485F-94F2-C08D0EC99E12}" srcOrd="1" destOrd="0" parTransId="{2F486C39-DBF6-45E7-81A2-3116E4DB80DE}" sibTransId="{D7D95319-0806-403F-82B7-A0EB8DA6CBAD}"/>
    <dgm:cxn modelId="{48ECF5C4-ADAC-47C9-94FE-DBEF2AA4AF9E}" srcId="{8E1C509B-86BD-409D-BFF7-6EE057A636E0}" destId="{6C29D332-8512-4D51-B594-2887CA4C10C4}" srcOrd="0" destOrd="0" parTransId="{9553A1A5-8D14-4EDC-B716-A478E9ED1FA6}" sibTransId="{6B30DD43-B0F7-4DAE-B3D8-E68FD4D0943B}"/>
    <dgm:cxn modelId="{35CDDCC6-69FB-4E54-B096-94EE7E061CE6}" type="presOf" srcId="{8E1C509B-86BD-409D-BFF7-6EE057A636E0}" destId="{F92733AD-252C-4F9A-8D46-ACD38940D0E3}" srcOrd="0" destOrd="0" presId="urn:microsoft.com/office/officeart/2005/8/layout/vList4"/>
    <dgm:cxn modelId="{A5136CCA-A2BA-414B-B7F3-30F47D637452}" srcId="{AD03203F-C0D7-4B46-84E7-66E7D6171BF3}" destId="{8E1C509B-86BD-409D-BFF7-6EE057A636E0}" srcOrd="0" destOrd="0" parTransId="{2A652F64-CEE2-4492-9D66-C48B2C50AF47}" sibTransId="{17E9D869-1BDF-44EE-B5C2-1E5931BC9FC8}"/>
    <dgm:cxn modelId="{CAA5B0D1-95B8-48B7-8029-9DCBD984055F}" type="presOf" srcId="{E76F581C-3122-450E-9AE5-563AF7F7A744}" destId="{88B80931-7EB4-460D-9F7E-C09F81839660}" srcOrd="0" destOrd="0" presId="urn:microsoft.com/office/officeart/2005/8/layout/vList4"/>
    <dgm:cxn modelId="{7F49AFD4-61E3-42AD-B2FD-2C1473D31259}" type="presOf" srcId="{AD03203F-C0D7-4B46-84E7-66E7D6171BF3}" destId="{78AF94CA-BC2C-43B8-B005-51210E4CCC9F}" srcOrd="0" destOrd="0" presId="urn:microsoft.com/office/officeart/2005/8/layout/vList4"/>
    <dgm:cxn modelId="{70F202DC-306D-4A4E-B493-792001B32B93}" type="presOf" srcId="{2EDB4A98-A909-405F-ACAD-E515A89A3433}" destId="{1F16CBF6-5044-441F-8296-73C040889363}" srcOrd="0" destOrd="2" presId="urn:microsoft.com/office/officeart/2005/8/layout/vList4"/>
    <dgm:cxn modelId="{F7AB61DC-CC10-4CF0-A745-ADE51A2FB2B3}" srcId="{E76F581C-3122-450E-9AE5-563AF7F7A744}" destId="{5D427775-5C8B-449D-BD3C-5D2685475640}" srcOrd="0" destOrd="0" parTransId="{2204D391-DA66-4355-82EF-5471DE98F5AC}" sibTransId="{1C3991F0-35FB-4C9E-8C5C-A6E9D53467CF}"/>
    <dgm:cxn modelId="{5987F8F3-B55E-4102-89EE-061E573C876D}" type="presOf" srcId="{5D427775-5C8B-449D-BD3C-5D2685475640}" destId="{88B80931-7EB4-460D-9F7E-C09F81839660}" srcOrd="0" destOrd="1" presId="urn:microsoft.com/office/officeart/2005/8/layout/vList4"/>
    <dgm:cxn modelId="{AAEDAAFD-D066-4E7E-BBA4-9372F3A0B44D}" type="presOf" srcId="{2EDB4A98-A909-405F-ACAD-E515A89A3433}" destId="{D4DFE5CC-7D3C-48EA-B5D1-756733C1C49F}" srcOrd="1" destOrd="2" presId="urn:microsoft.com/office/officeart/2005/8/layout/vList4"/>
    <dgm:cxn modelId="{84199AFF-0BB1-43C4-AA40-5BC60D59A39D}" type="presOf" srcId="{6D553A39-57F9-41E9-8F04-D615861728A7}" destId="{D4DFE5CC-7D3C-48EA-B5D1-756733C1C49F}" srcOrd="1" destOrd="1" presId="urn:microsoft.com/office/officeart/2005/8/layout/vList4"/>
    <dgm:cxn modelId="{C444608E-814D-4C19-B191-0EF042D72B29}" type="presParOf" srcId="{78AF94CA-BC2C-43B8-B005-51210E4CCC9F}" destId="{13241B49-2FC3-4FA7-A9CC-A9ECF4C9A720}" srcOrd="0" destOrd="0" presId="urn:microsoft.com/office/officeart/2005/8/layout/vList4"/>
    <dgm:cxn modelId="{FFD7BD1B-4414-48AA-86B4-2D845053B79A}" type="presParOf" srcId="{13241B49-2FC3-4FA7-A9CC-A9ECF4C9A720}" destId="{F92733AD-252C-4F9A-8D46-ACD38940D0E3}" srcOrd="0" destOrd="0" presId="urn:microsoft.com/office/officeart/2005/8/layout/vList4"/>
    <dgm:cxn modelId="{293B4B07-DECD-4E74-B9E0-0AA4AB7ACF55}" type="presParOf" srcId="{13241B49-2FC3-4FA7-A9CC-A9ECF4C9A720}" destId="{FCF867EC-0999-4F4E-8194-0E850CCB35BE}" srcOrd="1" destOrd="0" presId="urn:microsoft.com/office/officeart/2005/8/layout/vList4"/>
    <dgm:cxn modelId="{1CD56108-20BF-44A9-A04D-022B70E4D0F1}" type="presParOf" srcId="{13241B49-2FC3-4FA7-A9CC-A9ECF4C9A720}" destId="{17F2D4A4-F7AC-408E-AC9D-B3F72BAF3C8B}" srcOrd="2" destOrd="0" presId="urn:microsoft.com/office/officeart/2005/8/layout/vList4"/>
    <dgm:cxn modelId="{951FC4F8-941D-4F16-ACF7-C5A001DD3494}" type="presParOf" srcId="{78AF94CA-BC2C-43B8-B005-51210E4CCC9F}" destId="{7578E009-463D-47B9-80C2-DFB6055E755F}" srcOrd="1" destOrd="0" presId="urn:microsoft.com/office/officeart/2005/8/layout/vList4"/>
    <dgm:cxn modelId="{9DC1732A-96B6-4101-9139-763979FD31EF}" type="presParOf" srcId="{78AF94CA-BC2C-43B8-B005-51210E4CCC9F}" destId="{5617CAEB-BE63-4EBA-A71D-46D3288B8705}" srcOrd="2" destOrd="0" presId="urn:microsoft.com/office/officeart/2005/8/layout/vList4"/>
    <dgm:cxn modelId="{0B45519A-5587-4218-A737-17B88EFD29B8}" type="presParOf" srcId="{5617CAEB-BE63-4EBA-A71D-46D3288B8705}" destId="{1F16CBF6-5044-441F-8296-73C040889363}" srcOrd="0" destOrd="0" presId="urn:microsoft.com/office/officeart/2005/8/layout/vList4"/>
    <dgm:cxn modelId="{3733675C-B12E-416B-B3D3-D4FD01D82208}" type="presParOf" srcId="{5617CAEB-BE63-4EBA-A71D-46D3288B8705}" destId="{35DA3863-2E24-45E0-9532-97264AA4AA3A}" srcOrd="1" destOrd="0" presId="urn:microsoft.com/office/officeart/2005/8/layout/vList4"/>
    <dgm:cxn modelId="{2E7139D9-29A9-4D41-A364-38CAB070E6CF}" type="presParOf" srcId="{5617CAEB-BE63-4EBA-A71D-46D3288B8705}" destId="{D4DFE5CC-7D3C-48EA-B5D1-756733C1C49F}" srcOrd="2" destOrd="0" presId="urn:microsoft.com/office/officeart/2005/8/layout/vList4"/>
    <dgm:cxn modelId="{DD58ACC2-FEA6-462D-99D4-8C6FC702E2EA}" type="presParOf" srcId="{78AF94CA-BC2C-43B8-B005-51210E4CCC9F}" destId="{E16B1C93-86C2-46B2-A38B-CD88B0F49FD1}" srcOrd="3" destOrd="0" presId="urn:microsoft.com/office/officeart/2005/8/layout/vList4"/>
    <dgm:cxn modelId="{A4BE4080-C4F6-4B66-95E9-BA0025005884}" type="presParOf" srcId="{78AF94CA-BC2C-43B8-B005-51210E4CCC9F}" destId="{8684FD40-D480-4115-9B86-AF5FD5E65678}" srcOrd="4" destOrd="0" presId="urn:microsoft.com/office/officeart/2005/8/layout/vList4"/>
    <dgm:cxn modelId="{79B1AC5F-64C4-40F5-AD44-7CC63D3D230E}" type="presParOf" srcId="{8684FD40-D480-4115-9B86-AF5FD5E65678}" destId="{88B80931-7EB4-460D-9F7E-C09F81839660}" srcOrd="0" destOrd="0" presId="urn:microsoft.com/office/officeart/2005/8/layout/vList4"/>
    <dgm:cxn modelId="{AF931F16-8D98-4F47-BE0F-408C71123ABE}" type="presParOf" srcId="{8684FD40-D480-4115-9B86-AF5FD5E65678}" destId="{926868C4-00B1-4C66-B36E-460F1B265D49}" srcOrd="1" destOrd="0" presId="urn:microsoft.com/office/officeart/2005/8/layout/vList4"/>
    <dgm:cxn modelId="{B38DFCFA-0DEF-4A50-9A16-837DF33D95B7}" type="presParOf" srcId="{8684FD40-D480-4115-9B86-AF5FD5E65678}" destId="{1D264E8A-967F-4D32-8439-A628EEA2CEFD}"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7D2E6824-AD15-44E4-9CE0-3BB728221053}" type="doc">
      <dgm:prSet loTypeId="urn:diagrams.loki3.com/BracketList" loCatId="list" qsTypeId="urn:microsoft.com/office/officeart/2005/8/quickstyle/simple1" qsCatId="simple" csTypeId="urn:microsoft.com/office/officeart/2005/8/colors/accent1_2" csCatId="accent1" phldr="1"/>
      <dgm:spPr/>
      <dgm:t>
        <a:bodyPr/>
        <a:lstStyle/>
        <a:p>
          <a:endParaRPr lang="en-US"/>
        </a:p>
      </dgm:t>
    </dgm:pt>
    <dgm:pt modelId="{BB666D0D-64D0-44B9-A031-9C0AD43FDD70}">
      <dgm:prSet phldrT="[Text]" custT="1"/>
      <dgm:spPr/>
      <dgm:t>
        <a:bodyPr/>
        <a:lstStyle/>
        <a:p>
          <a:r>
            <a:rPr lang="en-US" sz="1800" dirty="0">
              <a:solidFill>
                <a:srgbClr val="20282F"/>
              </a:solidFill>
            </a:rPr>
            <a:t>External DNS Servers:</a:t>
          </a:r>
        </a:p>
      </dgm:t>
    </dgm:pt>
    <dgm:pt modelId="{6E22AE43-FC20-4048-A071-74B5B0C607E5}" type="parTrans" cxnId="{5521AF19-6BB8-415A-9086-825E44BFC57A}">
      <dgm:prSet/>
      <dgm:spPr/>
      <dgm:t>
        <a:bodyPr/>
        <a:lstStyle/>
        <a:p>
          <a:endParaRPr lang="en-US"/>
        </a:p>
      </dgm:t>
    </dgm:pt>
    <dgm:pt modelId="{1A935EB6-0231-4474-82AF-4B1084209F7F}" type="sibTrans" cxnId="{5521AF19-6BB8-415A-9086-825E44BFC57A}">
      <dgm:prSet/>
      <dgm:spPr/>
      <dgm:t>
        <a:bodyPr/>
        <a:lstStyle/>
        <a:p>
          <a:endParaRPr lang="en-US"/>
        </a:p>
      </dgm:t>
    </dgm:pt>
    <dgm:pt modelId="{F2DC1F27-20FB-4A26-AED1-7442AC3CB30A}">
      <dgm:prSet custT="1"/>
      <dgm:spPr/>
      <dgm:t>
        <a:bodyPr/>
        <a:lstStyle/>
        <a:p>
          <a:r>
            <a:rPr lang="en-US" sz="1600" dirty="0"/>
            <a:t>Public access: Resolves Internet domain names for users
External management: Managed by providers, not local network
Public focus: Primarily handles public domain to IP resolution</a:t>
          </a:r>
        </a:p>
      </dgm:t>
    </dgm:pt>
    <dgm:pt modelId="{3D57772E-8DDF-41DF-A31D-BC5BEEA90325}" type="parTrans" cxnId="{76E0D4B3-72C1-414D-A483-B23BBF801097}">
      <dgm:prSet/>
      <dgm:spPr/>
      <dgm:t>
        <a:bodyPr/>
        <a:lstStyle/>
        <a:p>
          <a:endParaRPr lang="en-US"/>
        </a:p>
      </dgm:t>
    </dgm:pt>
    <dgm:pt modelId="{AF7EFD57-6054-473B-ACFF-5FE0D4E9EC3B}" type="sibTrans" cxnId="{76E0D4B3-72C1-414D-A483-B23BBF801097}">
      <dgm:prSet/>
      <dgm:spPr/>
      <dgm:t>
        <a:bodyPr/>
        <a:lstStyle/>
        <a:p>
          <a:endParaRPr lang="en-US"/>
        </a:p>
      </dgm:t>
    </dgm:pt>
    <dgm:pt modelId="{C9F475D1-F7BB-46F3-A106-F2642F1A61D4}">
      <dgm:prSet custT="1"/>
      <dgm:spPr/>
      <dgm:t>
        <a:bodyPr/>
        <a:lstStyle/>
        <a:p>
          <a:r>
            <a:rPr lang="en-US" sz="1800" dirty="0">
              <a:solidFill>
                <a:srgbClr val="20282F"/>
              </a:solidFill>
            </a:rPr>
            <a:t>Internal DNS Servers:</a:t>
          </a:r>
        </a:p>
      </dgm:t>
    </dgm:pt>
    <dgm:pt modelId="{FBA3CE8F-F395-4494-A82B-AB9AA9F15D84}" type="parTrans" cxnId="{2BC5DC5B-9D73-40A1-9441-AD290171CECC}">
      <dgm:prSet/>
      <dgm:spPr/>
      <dgm:t>
        <a:bodyPr/>
        <a:lstStyle/>
        <a:p>
          <a:endParaRPr lang="en-US"/>
        </a:p>
      </dgm:t>
    </dgm:pt>
    <dgm:pt modelId="{900C4577-B512-41DA-9CF4-6D23A2F7A6B7}" type="sibTrans" cxnId="{2BC5DC5B-9D73-40A1-9441-AD290171CECC}">
      <dgm:prSet/>
      <dgm:spPr/>
      <dgm:t>
        <a:bodyPr/>
        <a:lstStyle/>
        <a:p>
          <a:endParaRPr lang="en-US"/>
        </a:p>
      </dgm:t>
    </dgm:pt>
    <dgm:pt modelId="{2BE4AF79-BDC1-4B4F-9A52-69FBC5DE8B59}">
      <dgm:prSet custT="1"/>
      <dgm:spPr/>
      <dgm:t>
        <a:bodyPr/>
        <a:lstStyle/>
        <a:p>
          <a:r>
            <a:rPr lang="en-US" sz="1600" dirty="0"/>
            <a:t>Private network: Resolves internal domain names
Internal control: Managed by IT for local network
Security focus: Enhances network security by isolating traffic</a:t>
          </a:r>
        </a:p>
      </dgm:t>
    </dgm:pt>
    <dgm:pt modelId="{DDB83B54-768F-4101-A1BC-47FF120CB13A}" type="parTrans" cxnId="{DE9C5B15-645E-466F-9AAC-B272BA838564}">
      <dgm:prSet/>
      <dgm:spPr/>
      <dgm:t>
        <a:bodyPr/>
        <a:lstStyle/>
        <a:p>
          <a:endParaRPr lang="en-US"/>
        </a:p>
      </dgm:t>
    </dgm:pt>
    <dgm:pt modelId="{86EF332C-2E8A-4DAA-A9D5-4699F6C672C1}" type="sibTrans" cxnId="{DE9C5B15-645E-466F-9AAC-B272BA838564}">
      <dgm:prSet/>
      <dgm:spPr/>
      <dgm:t>
        <a:bodyPr/>
        <a:lstStyle/>
        <a:p>
          <a:endParaRPr lang="en-US"/>
        </a:p>
      </dgm:t>
    </dgm:pt>
    <dgm:pt modelId="{DE5ADF26-EE09-B540-A4D4-9FACB97BB46F}" type="pres">
      <dgm:prSet presAssocID="{7D2E6824-AD15-44E4-9CE0-3BB728221053}" presName="Name0" presStyleCnt="0">
        <dgm:presLayoutVars>
          <dgm:dir/>
          <dgm:animLvl val="lvl"/>
          <dgm:resizeHandles val="exact"/>
        </dgm:presLayoutVars>
      </dgm:prSet>
      <dgm:spPr/>
    </dgm:pt>
    <dgm:pt modelId="{333DBB5C-49A9-104F-84C2-421CFC38FC5A}" type="pres">
      <dgm:prSet presAssocID="{BB666D0D-64D0-44B9-A031-9C0AD43FDD70}" presName="linNode" presStyleCnt="0"/>
      <dgm:spPr/>
    </dgm:pt>
    <dgm:pt modelId="{BA362C8C-737D-EB47-BAF7-7588CDAFC9D5}" type="pres">
      <dgm:prSet presAssocID="{BB666D0D-64D0-44B9-A031-9C0AD43FDD70}" presName="parTx" presStyleLbl="revTx" presStyleIdx="0" presStyleCnt="2">
        <dgm:presLayoutVars>
          <dgm:chMax val="1"/>
          <dgm:bulletEnabled val="1"/>
        </dgm:presLayoutVars>
      </dgm:prSet>
      <dgm:spPr/>
    </dgm:pt>
    <dgm:pt modelId="{A711431B-1609-874F-9E4F-D7B7D83F0CA2}" type="pres">
      <dgm:prSet presAssocID="{BB666D0D-64D0-44B9-A031-9C0AD43FDD70}" presName="bracket" presStyleLbl="parChTrans1D1" presStyleIdx="0" presStyleCnt="2"/>
      <dgm:spPr/>
    </dgm:pt>
    <dgm:pt modelId="{0CAE60A5-9CF5-1F46-95C2-357692522CAB}" type="pres">
      <dgm:prSet presAssocID="{BB666D0D-64D0-44B9-A031-9C0AD43FDD70}" presName="spH" presStyleCnt="0"/>
      <dgm:spPr/>
    </dgm:pt>
    <dgm:pt modelId="{74AB46B0-F121-134F-990B-5706ED100BD4}" type="pres">
      <dgm:prSet presAssocID="{BB666D0D-64D0-44B9-A031-9C0AD43FDD70}" presName="desTx" presStyleLbl="node1" presStyleIdx="0" presStyleCnt="2">
        <dgm:presLayoutVars>
          <dgm:bulletEnabled val="1"/>
        </dgm:presLayoutVars>
      </dgm:prSet>
      <dgm:spPr/>
    </dgm:pt>
    <dgm:pt modelId="{2FCE8AF9-B96E-AE4F-8795-ABE1A135A7FA}" type="pres">
      <dgm:prSet presAssocID="{1A935EB6-0231-4474-82AF-4B1084209F7F}" presName="spV" presStyleCnt="0"/>
      <dgm:spPr/>
    </dgm:pt>
    <dgm:pt modelId="{3F304BE7-12D4-8042-A0AF-899BAAC91FAB}" type="pres">
      <dgm:prSet presAssocID="{C9F475D1-F7BB-46F3-A106-F2642F1A61D4}" presName="linNode" presStyleCnt="0"/>
      <dgm:spPr/>
    </dgm:pt>
    <dgm:pt modelId="{DF07CCE8-30D7-684C-A82D-196FFD7CA9AD}" type="pres">
      <dgm:prSet presAssocID="{C9F475D1-F7BB-46F3-A106-F2642F1A61D4}" presName="parTx" presStyleLbl="revTx" presStyleIdx="1" presStyleCnt="2">
        <dgm:presLayoutVars>
          <dgm:chMax val="1"/>
          <dgm:bulletEnabled val="1"/>
        </dgm:presLayoutVars>
      </dgm:prSet>
      <dgm:spPr/>
    </dgm:pt>
    <dgm:pt modelId="{DDCC3F71-552B-D145-8054-38C047EE70A5}" type="pres">
      <dgm:prSet presAssocID="{C9F475D1-F7BB-46F3-A106-F2642F1A61D4}" presName="bracket" presStyleLbl="parChTrans1D1" presStyleIdx="1" presStyleCnt="2"/>
      <dgm:spPr/>
    </dgm:pt>
    <dgm:pt modelId="{119115E3-B23E-DE4D-8130-1D087D068795}" type="pres">
      <dgm:prSet presAssocID="{C9F475D1-F7BB-46F3-A106-F2642F1A61D4}" presName="spH" presStyleCnt="0"/>
      <dgm:spPr/>
    </dgm:pt>
    <dgm:pt modelId="{6F294E8B-5AE7-ED44-BC21-F8E2250F4108}" type="pres">
      <dgm:prSet presAssocID="{C9F475D1-F7BB-46F3-A106-F2642F1A61D4}" presName="desTx" presStyleLbl="node1" presStyleIdx="1" presStyleCnt="2">
        <dgm:presLayoutVars>
          <dgm:bulletEnabled val="1"/>
        </dgm:presLayoutVars>
      </dgm:prSet>
      <dgm:spPr/>
    </dgm:pt>
  </dgm:ptLst>
  <dgm:cxnLst>
    <dgm:cxn modelId="{DE9C5B15-645E-466F-9AAC-B272BA838564}" srcId="{C9F475D1-F7BB-46F3-A106-F2642F1A61D4}" destId="{2BE4AF79-BDC1-4B4F-9A52-69FBC5DE8B59}" srcOrd="0" destOrd="0" parTransId="{DDB83B54-768F-4101-A1BC-47FF120CB13A}" sibTransId="{86EF332C-2E8A-4DAA-A9D5-4699F6C672C1}"/>
    <dgm:cxn modelId="{5521AF19-6BB8-415A-9086-825E44BFC57A}" srcId="{7D2E6824-AD15-44E4-9CE0-3BB728221053}" destId="{BB666D0D-64D0-44B9-A031-9C0AD43FDD70}" srcOrd="0" destOrd="0" parTransId="{6E22AE43-FC20-4048-A071-74B5B0C607E5}" sibTransId="{1A935EB6-0231-4474-82AF-4B1084209F7F}"/>
    <dgm:cxn modelId="{2BC5DC5B-9D73-40A1-9441-AD290171CECC}" srcId="{7D2E6824-AD15-44E4-9CE0-3BB728221053}" destId="{C9F475D1-F7BB-46F3-A106-F2642F1A61D4}" srcOrd="1" destOrd="0" parTransId="{FBA3CE8F-F395-4494-A82B-AB9AA9F15D84}" sibTransId="{900C4577-B512-41DA-9CF4-6D23A2F7A6B7}"/>
    <dgm:cxn modelId="{7EE98D5D-B3C7-E340-8B1F-FB28CECAA94C}" type="presOf" srcId="{7D2E6824-AD15-44E4-9CE0-3BB728221053}" destId="{DE5ADF26-EE09-B540-A4D4-9FACB97BB46F}" srcOrd="0" destOrd="0" presId="urn:diagrams.loki3.com/BracketList"/>
    <dgm:cxn modelId="{33A33D8A-BC02-A844-844D-9D9860C5BA96}" type="presOf" srcId="{BB666D0D-64D0-44B9-A031-9C0AD43FDD70}" destId="{BA362C8C-737D-EB47-BAF7-7588CDAFC9D5}" srcOrd="0" destOrd="0" presId="urn:diagrams.loki3.com/BracketList"/>
    <dgm:cxn modelId="{76E0D4B3-72C1-414D-A483-B23BBF801097}" srcId="{BB666D0D-64D0-44B9-A031-9C0AD43FDD70}" destId="{F2DC1F27-20FB-4A26-AED1-7442AC3CB30A}" srcOrd="0" destOrd="0" parTransId="{3D57772E-8DDF-41DF-A31D-BC5BEEA90325}" sibTransId="{AF7EFD57-6054-473B-ACFF-5FE0D4E9EC3B}"/>
    <dgm:cxn modelId="{B605C4E4-45C6-4E43-847B-44A6757F7621}" type="presOf" srcId="{F2DC1F27-20FB-4A26-AED1-7442AC3CB30A}" destId="{74AB46B0-F121-134F-990B-5706ED100BD4}" srcOrd="0" destOrd="0" presId="urn:diagrams.loki3.com/BracketList"/>
    <dgm:cxn modelId="{BE0059F0-74F1-8C4D-B98A-A6D2A67C4A93}" type="presOf" srcId="{2BE4AF79-BDC1-4B4F-9A52-69FBC5DE8B59}" destId="{6F294E8B-5AE7-ED44-BC21-F8E2250F4108}" srcOrd="0" destOrd="0" presId="urn:diagrams.loki3.com/BracketList"/>
    <dgm:cxn modelId="{DF6045F7-5061-AC42-843A-59A8AD94FC23}" type="presOf" srcId="{C9F475D1-F7BB-46F3-A106-F2642F1A61D4}" destId="{DF07CCE8-30D7-684C-A82D-196FFD7CA9AD}" srcOrd="0" destOrd="0" presId="urn:diagrams.loki3.com/BracketList"/>
    <dgm:cxn modelId="{F4FB5EA2-F818-DF4A-AE45-FA11864A3A63}" type="presParOf" srcId="{DE5ADF26-EE09-B540-A4D4-9FACB97BB46F}" destId="{333DBB5C-49A9-104F-84C2-421CFC38FC5A}" srcOrd="0" destOrd="0" presId="urn:diagrams.loki3.com/BracketList"/>
    <dgm:cxn modelId="{F41128A7-8DBB-ED44-B7C5-EA0E34CFEA6B}" type="presParOf" srcId="{333DBB5C-49A9-104F-84C2-421CFC38FC5A}" destId="{BA362C8C-737D-EB47-BAF7-7588CDAFC9D5}" srcOrd="0" destOrd="0" presId="urn:diagrams.loki3.com/BracketList"/>
    <dgm:cxn modelId="{0A369CD7-FA15-DC4E-9989-B75CCC7B6BE3}" type="presParOf" srcId="{333DBB5C-49A9-104F-84C2-421CFC38FC5A}" destId="{A711431B-1609-874F-9E4F-D7B7D83F0CA2}" srcOrd="1" destOrd="0" presId="urn:diagrams.loki3.com/BracketList"/>
    <dgm:cxn modelId="{440F7416-BF9D-4049-915A-4ABF7C286576}" type="presParOf" srcId="{333DBB5C-49A9-104F-84C2-421CFC38FC5A}" destId="{0CAE60A5-9CF5-1F46-95C2-357692522CAB}" srcOrd="2" destOrd="0" presId="urn:diagrams.loki3.com/BracketList"/>
    <dgm:cxn modelId="{EF500F26-D87B-A742-9886-83E8930D6893}" type="presParOf" srcId="{333DBB5C-49A9-104F-84C2-421CFC38FC5A}" destId="{74AB46B0-F121-134F-990B-5706ED100BD4}" srcOrd="3" destOrd="0" presId="urn:diagrams.loki3.com/BracketList"/>
    <dgm:cxn modelId="{5B013901-9AF5-AD44-828C-DFA4B098C906}" type="presParOf" srcId="{DE5ADF26-EE09-B540-A4D4-9FACB97BB46F}" destId="{2FCE8AF9-B96E-AE4F-8795-ABE1A135A7FA}" srcOrd="1" destOrd="0" presId="urn:diagrams.loki3.com/BracketList"/>
    <dgm:cxn modelId="{E4F41425-8EB3-7547-AAA2-71719682DEA7}" type="presParOf" srcId="{DE5ADF26-EE09-B540-A4D4-9FACB97BB46F}" destId="{3F304BE7-12D4-8042-A0AF-899BAAC91FAB}" srcOrd="2" destOrd="0" presId="urn:diagrams.loki3.com/BracketList"/>
    <dgm:cxn modelId="{F418F19C-AF66-A343-8D2B-44659866AE09}" type="presParOf" srcId="{3F304BE7-12D4-8042-A0AF-899BAAC91FAB}" destId="{DF07CCE8-30D7-684C-A82D-196FFD7CA9AD}" srcOrd="0" destOrd="0" presId="urn:diagrams.loki3.com/BracketList"/>
    <dgm:cxn modelId="{D5AC1317-BB4E-6E4F-A59B-D2254D51C848}" type="presParOf" srcId="{3F304BE7-12D4-8042-A0AF-899BAAC91FAB}" destId="{DDCC3F71-552B-D145-8054-38C047EE70A5}" srcOrd="1" destOrd="0" presId="urn:diagrams.loki3.com/BracketList"/>
    <dgm:cxn modelId="{CB14870E-DF0C-D044-A674-3782E4898BE2}" type="presParOf" srcId="{3F304BE7-12D4-8042-A0AF-899BAAC91FAB}" destId="{119115E3-B23E-DE4D-8130-1D087D068795}" srcOrd="2" destOrd="0" presId="urn:diagrams.loki3.com/BracketList"/>
    <dgm:cxn modelId="{607256D8-C015-AC47-9C0E-7C246F35A7CC}" type="presParOf" srcId="{3F304BE7-12D4-8042-A0AF-899BAAC91FAB}" destId="{6F294E8B-5AE7-ED44-BC21-F8E2250F4108}"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9985F379-A28B-409F-BAB4-5782B60933D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D302F38C-3D44-48D6-9CF6-F3C3DCD62E4F}">
      <dgm:prSet phldrT="[Text]"/>
      <dgm:spPr>
        <a:solidFill>
          <a:srgbClr val="004F71"/>
        </a:solidFill>
      </dgm:spPr>
      <dgm:t>
        <a:bodyPr/>
        <a:lstStyle/>
        <a:p>
          <a:r>
            <a:rPr lang="en-US" dirty="0"/>
            <a:t>Host names help to avoid duplications on the Internet</a:t>
          </a:r>
        </a:p>
      </dgm:t>
    </dgm:pt>
    <dgm:pt modelId="{B839E432-909D-4AE6-9F21-E78B13AE4364}" type="parTrans" cxnId="{0533131D-6583-488F-A585-E06DD03A4CF1}">
      <dgm:prSet/>
      <dgm:spPr/>
      <dgm:t>
        <a:bodyPr/>
        <a:lstStyle/>
        <a:p>
          <a:endParaRPr lang="en-US"/>
        </a:p>
      </dgm:t>
    </dgm:pt>
    <dgm:pt modelId="{A2CF471E-6D3C-4496-88E2-42AF16A01FC0}" type="sibTrans" cxnId="{0533131D-6583-488F-A585-E06DD03A4CF1}">
      <dgm:prSet/>
      <dgm:spPr/>
      <dgm:t>
        <a:bodyPr/>
        <a:lstStyle/>
        <a:p>
          <a:endParaRPr lang="en-US"/>
        </a:p>
      </dgm:t>
    </dgm:pt>
    <dgm:pt modelId="{A8153742-3425-43DF-8116-579024C79AFF}">
      <dgm:prSet phldrT="[Text]"/>
      <dgm:spPr>
        <a:solidFill>
          <a:srgbClr val="004F71"/>
        </a:solidFill>
      </dgm:spPr>
      <dgm:t>
        <a:bodyPr/>
        <a:lstStyle/>
        <a:p>
          <a:r>
            <a:rPr lang="en-US" dirty="0"/>
            <a:t>Resource records help resolve queries for names and services into IP addresses</a:t>
          </a:r>
        </a:p>
      </dgm:t>
    </dgm:pt>
    <dgm:pt modelId="{3857A559-BF3F-4AAD-AF20-9B59C87BFCA7}" type="parTrans" cxnId="{3384A0CB-A669-41F3-8BA5-7DFAA9743C3B}">
      <dgm:prSet/>
      <dgm:spPr/>
      <dgm:t>
        <a:bodyPr/>
        <a:lstStyle/>
        <a:p>
          <a:endParaRPr lang="en-US"/>
        </a:p>
      </dgm:t>
    </dgm:pt>
    <dgm:pt modelId="{D86E8512-DF56-4BD9-80D6-A9E19B1A91ED}" type="sibTrans" cxnId="{3384A0CB-A669-41F3-8BA5-7DFAA9743C3B}">
      <dgm:prSet/>
      <dgm:spPr/>
      <dgm:t>
        <a:bodyPr/>
        <a:lstStyle/>
        <a:p>
          <a:endParaRPr lang="en-US"/>
        </a:p>
      </dgm:t>
    </dgm:pt>
    <dgm:pt modelId="{984C926A-BAA3-411C-AE06-DF4B287DEA6B}">
      <dgm:prSet phldrT="[Text]"/>
      <dgm:spPr>
        <a:solidFill>
          <a:srgbClr val="004F71"/>
        </a:solidFill>
      </dgm:spPr>
      <dgm:t>
        <a:bodyPr/>
        <a:lstStyle/>
        <a:p>
          <a:r>
            <a:rPr lang="en-US" dirty="0"/>
            <a:t>Pointer records map IP addresses back to domain names</a:t>
          </a:r>
        </a:p>
      </dgm:t>
    </dgm:pt>
    <dgm:pt modelId="{B1EE7B88-8F51-4FA6-9DA3-AADB6EA23629}" type="parTrans" cxnId="{959E9744-AD22-4B31-8F04-D83CFC968D56}">
      <dgm:prSet/>
      <dgm:spPr/>
      <dgm:t>
        <a:bodyPr/>
        <a:lstStyle/>
        <a:p>
          <a:endParaRPr lang="en-US"/>
        </a:p>
      </dgm:t>
    </dgm:pt>
    <dgm:pt modelId="{89DE75B5-5007-4808-9D29-9E20907F7458}" type="sibTrans" cxnId="{959E9744-AD22-4B31-8F04-D83CFC968D56}">
      <dgm:prSet/>
      <dgm:spPr/>
      <dgm:t>
        <a:bodyPr/>
        <a:lstStyle/>
        <a:p>
          <a:endParaRPr lang="en-US"/>
        </a:p>
      </dgm:t>
    </dgm:pt>
    <dgm:pt modelId="{38B3346B-349B-421E-966B-DB1F04935EA0}" type="pres">
      <dgm:prSet presAssocID="{9985F379-A28B-409F-BAB4-5782B60933D5}" presName="diagram" presStyleCnt="0">
        <dgm:presLayoutVars>
          <dgm:dir/>
          <dgm:resizeHandles val="exact"/>
        </dgm:presLayoutVars>
      </dgm:prSet>
      <dgm:spPr/>
    </dgm:pt>
    <dgm:pt modelId="{1E28BCE9-27D5-4052-AAF8-D3C61D4FFB80}" type="pres">
      <dgm:prSet presAssocID="{D302F38C-3D44-48D6-9CF6-F3C3DCD62E4F}" presName="node" presStyleLbl="node1" presStyleIdx="0" presStyleCnt="3">
        <dgm:presLayoutVars>
          <dgm:bulletEnabled val="1"/>
        </dgm:presLayoutVars>
      </dgm:prSet>
      <dgm:spPr/>
    </dgm:pt>
    <dgm:pt modelId="{050B3851-2AB7-4AF9-951C-2D48B256C5E1}" type="pres">
      <dgm:prSet presAssocID="{A2CF471E-6D3C-4496-88E2-42AF16A01FC0}" presName="sibTrans" presStyleCnt="0"/>
      <dgm:spPr/>
    </dgm:pt>
    <dgm:pt modelId="{7913129B-40EE-4860-8C36-81CBDCE74B0D}" type="pres">
      <dgm:prSet presAssocID="{A8153742-3425-43DF-8116-579024C79AFF}" presName="node" presStyleLbl="node1" presStyleIdx="1" presStyleCnt="3">
        <dgm:presLayoutVars>
          <dgm:bulletEnabled val="1"/>
        </dgm:presLayoutVars>
      </dgm:prSet>
      <dgm:spPr/>
    </dgm:pt>
    <dgm:pt modelId="{78FA21FA-81D6-45B4-B46A-89AE329817B0}" type="pres">
      <dgm:prSet presAssocID="{D86E8512-DF56-4BD9-80D6-A9E19B1A91ED}" presName="sibTrans" presStyleCnt="0"/>
      <dgm:spPr/>
    </dgm:pt>
    <dgm:pt modelId="{387D1F6E-BF10-4750-BFFF-A2BBDAD28D71}" type="pres">
      <dgm:prSet presAssocID="{984C926A-BAA3-411C-AE06-DF4B287DEA6B}" presName="node" presStyleLbl="node1" presStyleIdx="2" presStyleCnt="3">
        <dgm:presLayoutVars>
          <dgm:bulletEnabled val="1"/>
        </dgm:presLayoutVars>
      </dgm:prSet>
      <dgm:spPr/>
    </dgm:pt>
  </dgm:ptLst>
  <dgm:cxnLst>
    <dgm:cxn modelId="{0533131D-6583-488F-A585-E06DD03A4CF1}" srcId="{9985F379-A28B-409F-BAB4-5782B60933D5}" destId="{D302F38C-3D44-48D6-9CF6-F3C3DCD62E4F}" srcOrd="0" destOrd="0" parTransId="{B839E432-909D-4AE6-9F21-E78B13AE4364}" sibTransId="{A2CF471E-6D3C-4496-88E2-42AF16A01FC0}"/>
    <dgm:cxn modelId="{C421F920-9D5E-4EFB-888D-91FCE14BB3B1}" type="presOf" srcId="{D302F38C-3D44-48D6-9CF6-F3C3DCD62E4F}" destId="{1E28BCE9-27D5-4052-AAF8-D3C61D4FFB80}" srcOrd="0" destOrd="0" presId="urn:microsoft.com/office/officeart/2005/8/layout/default"/>
    <dgm:cxn modelId="{959E9744-AD22-4B31-8F04-D83CFC968D56}" srcId="{9985F379-A28B-409F-BAB4-5782B60933D5}" destId="{984C926A-BAA3-411C-AE06-DF4B287DEA6B}" srcOrd="2" destOrd="0" parTransId="{B1EE7B88-8F51-4FA6-9DA3-AADB6EA23629}" sibTransId="{89DE75B5-5007-4808-9D29-9E20907F7458}"/>
    <dgm:cxn modelId="{606D847C-9604-4C8C-8F8B-FC411655D7C6}" type="presOf" srcId="{9985F379-A28B-409F-BAB4-5782B60933D5}" destId="{38B3346B-349B-421E-966B-DB1F04935EA0}" srcOrd="0" destOrd="0" presId="urn:microsoft.com/office/officeart/2005/8/layout/default"/>
    <dgm:cxn modelId="{78291685-5F3D-4651-80FF-4F36A948F10E}" type="presOf" srcId="{A8153742-3425-43DF-8116-579024C79AFF}" destId="{7913129B-40EE-4860-8C36-81CBDCE74B0D}" srcOrd="0" destOrd="0" presId="urn:microsoft.com/office/officeart/2005/8/layout/default"/>
    <dgm:cxn modelId="{3384A0CB-A669-41F3-8BA5-7DFAA9743C3B}" srcId="{9985F379-A28B-409F-BAB4-5782B60933D5}" destId="{A8153742-3425-43DF-8116-579024C79AFF}" srcOrd="1" destOrd="0" parTransId="{3857A559-BF3F-4AAD-AF20-9B59C87BFCA7}" sibTransId="{D86E8512-DF56-4BD9-80D6-A9E19B1A91ED}"/>
    <dgm:cxn modelId="{8D9EABF8-B287-40F3-A1E8-78C945CBC2DB}" type="presOf" srcId="{984C926A-BAA3-411C-AE06-DF4B287DEA6B}" destId="{387D1F6E-BF10-4750-BFFF-A2BBDAD28D71}" srcOrd="0" destOrd="0" presId="urn:microsoft.com/office/officeart/2005/8/layout/default"/>
    <dgm:cxn modelId="{DA816C27-391E-46E1-A328-71E1BA6ACF0B}" type="presParOf" srcId="{38B3346B-349B-421E-966B-DB1F04935EA0}" destId="{1E28BCE9-27D5-4052-AAF8-D3C61D4FFB80}" srcOrd="0" destOrd="0" presId="urn:microsoft.com/office/officeart/2005/8/layout/default"/>
    <dgm:cxn modelId="{AAA28068-EFCB-4DFA-8ECD-C073412B002C}" type="presParOf" srcId="{38B3346B-349B-421E-966B-DB1F04935EA0}" destId="{050B3851-2AB7-4AF9-951C-2D48B256C5E1}" srcOrd="1" destOrd="0" presId="urn:microsoft.com/office/officeart/2005/8/layout/default"/>
    <dgm:cxn modelId="{E06D6F39-6496-4692-87B4-02B5E495F868}" type="presParOf" srcId="{38B3346B-349B-421E-966B-DB1F04935EA0}" destId="{7913129B-40EE-4860-8C36-81CBDCE74B0D}" srcOrd="2" destOrd="0" presId="urn:microsoft.com/office/officeart/2005/8/layout/default"/>
    <dgm:cxn modelId="{9AB62C77-53A9-4906-9015-737C2B418F84}" type="presParOf" srcId="{38B3346B-349B-421E-966B-DB1F04935EA0}" destId="{78FA21FA-81D6-45B4-B46A-89AE329817B0}" srcOrd="3" destOrd="0" presId="urn:microsoft.com/office/officeart/2005/8/layout/default"/>
    <dgm:cxn modelId="{A9DE7547-15D0-42A5-AA06-EA10E41C107B}" type="presParOf" srcId="{38B3346B-349B-421E-966B-DB1F04935EA0}" destId="{387D1F6E-BF10-4750-BFFF-A2BBDAD28D71}"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6B071C4B-C908-450C-9CB1-6A402BD1ACE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673CEC2A-DA57-4CEB-8354-85FC370CB144}">
      <dgm:prSet phldrT="[Text]"/>
      <dgm:spPr>
        <a:solidFill>
          <a:srgbClr val="004F71"/>
        </a:solidFill>
      </dgm:spPr>
      <dgm:t>
        <a:bodyPr/>
        <a:lstStyle/>
        <a:p>
          <a:r>
            <a:rPr lang="en-US" dirty="0"/>
            <a:t>Symptoms of DNS Issues</a:t>
          </a:r>
        </a:p>
      </dgm:t>
    </dgm:pt>
    <dgm:pt modelId="{48823061-C6BB-40C3-A519-A032E5017448}" type="parTrans" cxnId="{7564E01E-8EC6-42F7-A7D1-954C970635C6}">
      <dgm:prSet/>
      <dgm:spPr/>
      <dgm:t>
        <a:bodyPr/>
        <a:lstStyle/>
        <a:p>
          <a:endParaRPr lang="en-US"/>
        </a:p>
      </dgm:t>
    </dgm:pt>
    <dgm:pt modelId="{AA6CA01C-3C4E-4B07-BDE9-9F518C61D206}" type="sibTrans" cxnId="{7564E01E-8EC6-42F7-A7D1-954C970635C6}">
      <dgm:prSet/>
      <dgm:spPr/>
      <dgm:t>
        <a:bodyPr/>
        <a:lstStyle/>
        <a:p>
          <a:endParaRPr lang="en-US"/>
        </a:p>
      </dgm:t>
    </dgm:pt>
    <dgm:pt modelId="{9EC3B102-FFBA-4822-B9AD-87F58C7DFE9E}">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Timeouts and errors </a:t>
          </a:r>
        </a:p>
      </dgm:t>
    </dgm:pt>
    <dgm:pt modelId="{3A96F0EE-DB41-4D0D-ADDB-05AE95919BD4}" type="parTrans" cxnId="{43D72401-BD5D-4FC6-BBB7-98AB75891232}">
      <dgm:prSet/>
      <dgm:spPr/>
      <dgm:t>
        <a:bodyPr/>
        <a:lstStyle/>
        <a:p>
          <a:endParaRPr lang="en-US"/>
        </a:p>
      </dgm:t>
    </dgm:pt>
    <dgm:pt modelId="{03058367-E784-4D22-99EB-C676CF6E9C67}" type="sibTrans" cxnId="{43D72401-BD5D-4FC6-BBB7-98AB75891232}">
      <dgm:prSet/>
      <dgm:spPr/>
      <dgm:t>
        <a:bodyPr/>
        <a:lstStyle/>
        <a:p>
          <a:endParaRPr lang="en-US"/>
        </a:p>
      </dgm:t>
    </dgm:pt>
    <dgm:pt modelId="{079C1397-4888-4621-8EE5-98069757FA5C}">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Partial DNS failures </a:t>
          </a:r>
        </a:p>
      </dgm:t>
    </dgm:pt>
    <dgm:pt modelId="{D0756E0F-53B1-4251-A464-E222C4EFBF2D}" type="parTrans" cxnId="{A0CFFC55-41D7-4A98-BE4C-1B553C86002F}">
      <dgm:prSet/>
      <dgm:spPr/>
      <dgm:t>
        <a:bodyPr/>
        <a:lstStyle/>
        <a:p>
          <a:endParaRPr lang="en-US"/>
        </a:p>
      </dgm:t>
    </dgm:pt>
    <dgm:pt modelId="{9C3351FD-4AE9-4FBD-B32F-8941C767C28F}" type="sibTrans" cxnId="{A0CFFC55-41D7-4A98-BE4C-1B553C86002F}">
      <dgm:prSet/>
      <dgm:spPr/>
      <dgm:t>
        <a:bodyPr/>
        <a:lstStyle/>
        <a:p>
          <a:endParaRPr lang="en-US"/>
        </a:p>
      </dgm:t>
    </dgm:pt>
    <dgm:pt modelId="{DD9C2189-DEA7-425C-8146-37F9C5B3106B}">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No access to Internet sites </a:t>
          </a:r>
          <a:br>
            <a:rPr lang="en-US" sz="1800" dirty="0">
              <a:solidFill>
                <a:srgbClr val="20282F"/>
              </a:solidFill>
            </a:rPr>
          </a:br>
          <a:r>
            <a:rPr lang="en-US" sz="1800" dirty="0">
              <a:solidFill>
                <a:srgbClr val="20282F"/>
              </a:solidFill>
            </a:rPr>
            <a:t>or services</a:t>
          </a:r>
        </a:p>
      </dgm:t>
    </dgm:pt>
    <dgm:pt modelId="{00B6616F-A23C-4FE2-98BE-EE368A7D4B8C}" type="parTrans" cxnId="{E9EAE5B5-C4D8-44DC-BA05-6BE2053F16D7}">
      <dgm:prSet/>
      <dgm:spPr/>
      <dgm:t>
        <a:bodyPr/>
        <a:lstStyle/>
        <a:p>
          <a:endParaRPr lang="en-US"/>
        </a:p>
      </dgm:t>
    </dgm:pt>
    <dgm:pt modelId="{A1F37CDB-E581-4FA5-9350-E1B555F149F1}" type="sibTrans" cxnId="{E9EAE5B5-C4D8-44DC-BA05-6BE2053F16D7}">
      <dgm:prSet/>
      <dgm:spPr/>
      <dgm:t>
        <a:bodyPr/>
        <a:lstStyle/>
        <a:p>
          <a:endParaRPr lang="en-US"/>
        </a:p>
      </dgm:t>
    </dgm:pt>
    <dgm:pt modelId="{3B841341-1A10-4EFE-9137-A977AB932BAD}">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Delays in accessing websites </a:t>
          </a:r>
        </a:p>
      </dgm:t>
    </dgm:pt>
    <dgm:pt modelId="{42C43AB6-4CF8-461F-9715-DC1F573FCEE9}" type="parTrans" cxnId="{F3422AEC-A357-4CA4-9BFC-C98AB8F8316E}">
      <dgm:prSet/>
      <dgm:spPr/>
      <dgm:t>
        <a:bodyPr/>
        <a:lstStyle/>
        <a:p>
          <a:endParaRPr lang="en-US"/>
        </a:p>
      </dgm:t>
    </dgm:pt>
    <dgm:pt modelId="{8F0D2531-394E-4913-A255-537D3A94890B}" type="sibTrans" cxnId="{F3422AEC-A357-4CA4-9BFC-C98AB8F8316E}">
      <dgm:prSet/>
      <dgm:spPr/>
      <dgm:t>
        <a:bodyPr/>
        <a:lstStyle/>
        <a:p>
          <a:endParaRPr lang="en-US"/>
        </a:p>
      </dgm:t>
    </dgm:pt>
    <dgm:pt modelId="{1E68D8C8-4A3A-4ED7-814A-CEF6812B39E7}" type="pres">
      <dgm:prSet presAssocID="{6B071C4B-C908-450C-9CB1-6A402BD1ACEC}" presName="linear" presStyleCnt="0">
        <dgm:presLayoutVars>
          <dgm:dir/>
          <dgm:animLvl val="lvl"/>
          <dgm:resizeHandles val="exact"/>
        </dgm:presLayoutVars>
      </dgm:prSet>
      <dgm:spPr/>
    </dgm:pt>
    <dgm:pt modelId="{BF79F119-61F3-4962-82D7-0802E79E34DA}" type="pres">
      <dgm:prSet presAssocID="{673CEC2A-DA57-4CEB-8354-85FC370CB144}" presName="parentLin" presStyleCnt="0"/>
      <dgm:spPr/>
    </dgm:pt>
    <dgm:pt modelId="{A99C6F06-C941-474B-9A06-C688F2117E7D}" type="pres">
      <dgm:prSet presAssocID="{673CEC2A-DA57-4CEB-8354-85FC370CB144}" presName="parentLeftMargin" presStyleLbl="node1" presStyleIdx="0" presStyleCnt="1"/>
      <dgm:spPr/>
    </dgm:pt>
    <dgm:pt modelId="{984FE685-9788-4166-9232-92EC7C8C3A1E}" type="pres">
      <dgm:prSet presAssocID="{673CEC2A-DA57-4CEB-8354-85FC370CB144}" presName="parentText" presStyleLbl="node1" presStyleIdx="0" presStyleCnt="1">
        <dgm:presLayoutVars>
          <dgm:chMax val="0"/>
          <dgm:bulletEnabled val="1"/>
        </dgm:presLayoutVars>
      </dgm:prSet>
      <dgm:spPr/>
    </dgm:pt>
    <dgm:pt modelId="{CD82EC78-6F58-44A6-8837-6513E4D5F7C9}" type="pres">
      <dgm:prSet presAssocID="{673CEC2A-DA57-4CEB-8354-85FC370CB144}" presName="negativeSpace" presStyleCnt="0"/>
      <dgm:spPr/>
    </dgm:pt>
    <dgm:pt modelId="{8029C345-52C7-4AB8-9F90-EF3BBE29ECC8}" type="pres">
      <dgm:prSet presAssocID="{673CEC2A-DA57-4CEB-8354-85FC370CB144}" presName="childText" presStyleLbl="conFgAcc1" presStyleIdx="0" presStyleCnt="1" custLinFactNeighborX="-186" custLinFactNeighborY="17607">
        <dgm:presLayoutVars>
          <dgm:bulletEnabled val="1"/>
        </dgm:presLayoutVars>
      </dgm:prSet>
      <dgm:spPr/>
    </dgm:pt>
  </dgm:ptLst>
  <dgm:cxnLst>
    <dgm:cxn modelId="{43D72401-BD5D-4FC6-BBB7-98AB75891232}" srcId="{673CEC2A-DA57-4CEB-8354-85FC370CB144}" destId="{9EC3B102-FFBA-4822-B9AD-87F58C7DFE9E}" srcOrd="0" destOrd="0" parTransId="{3A96F0EE-DB41-4D0D-ADDB-05AE95919BD4}" sibTransId="{03058367-E784-4D22-99EB-C676CF6E9C67}"/>
    <dgm:cxn modelId="{A6848E05-0F14-4ADA-8939-43622F472731}" type="presOf" srcId="{079C1397-4888-4621-8EE5-98069757FA5C}" destId="{8029C345-52C7-4AB8-9F90-EF3BBE29ECC8}" srcOrd="0" destOrd="1" presId="urn:microsoft.com/office/officeart/2005/8/layout/list1"/>
    <dgm:cxn modelId="{7564E01E-8EC6-42F7-A7D1-954C970635C6}" srcId="{6B071C4B-C908-450C-9CB1-6A402BD1ACEC}" destId="{673CEC2A-DA57-4CEB-8354-85FC370CB144}" srcOrd="0" destOrd="0" parTransId="{48823061-C6BB-40C3-A519-A032E5017448}" sibTransId="{AA6CA01C-3C4E-4B07-BDE9-9F518C61D206}"/>
    <dgm:cxn modelId="{715C846C-0A03-4E4A-8FC3-9FBF61AC8E2C}" type="presOf" srcId="{6B071C4B-C908-450C-9CB1-6A402BD1ACEC}" destId="{1E68D8C8-4A3A-4ED7-814A-CEF6812B39E7}" srcOrd="0" destOrd="0" presId="urn:microsoft.com/office/officeart/2005/8/layout/list1"/>
    <dgm:cxn modelId="{880E2353-007A-4BC7-BBE2-2A05A2E55FED}" type="presOf" srcId="{DD9C2189-DEA7-425C-8146-37F9C5B3106B}" destId="{8029C345-52C7-4AB8-9F90-EF3BBE29ECC8}" srcOrd="0" destOrd="2" presId="urn:microsoft.com/office/officeart/2005/8/layout/list1"/>
    <dgm:cxn modelId="{A0CFFC55-41D7-4A98-BE4C-1B553C86002F}" srcId="{673CEC2A-DA57-4CEB-8354-85FC370CB144}" destId="{079C1397-4888-4621-8EE5-98069757FA5C}" srcOrd="1" destOrd="0" parTransId="{D0756E0F-53B1-4251-A464-E222C4EFBF2D}" sibTransId="{9C3351FD-4AE9-4FBD-B32F-8941C767C28F}"/>
    <dgm:cxn modelId="{81D21F87-9BB8-4C2B-A9A5-7BA5531B803D}" type="presOf" srcId="{673CEC2A-DA57-4CEB-8354-85FC370CB144}" destId="{A99C6F06-C941-474B-9A06-C688F2117E7D}" srcOrd="0" destOrd="0" presId="urn:microsoft.com/office/officeart/2005/8/layout/list1"/>
    <dgm:cxn modelId="{ED2803B2-FD45-4BA5-A24F-B4A28ACD615B}" type="presOf" srcId="{9EC3B102-FFBA-4822-B9AD-87F58C7DFE9E}" destId="{8029C345-52C7-4AB8-9F90-EF3BBE29ECC8}" srcOrd="0" destOrd="0" presId="urn:microsoft.com/office/officeart/2005/8/layout/list1"/>
    <dgm:cxn modelId="{DEA53DB5-C3DD-4E95-BEA3-507EEF800B8C}" type="presOf" srcId="{673CEC2A-DA57-4CEB-8354-85FC370CB144}" destId="{984FE685-9788-4166-9232-92EC7C8C3A1E}" srcOrd="1" destOrd="0" presId="urn:microsoft.com/office/officeart/2005/8/layout/list1"/>
    <dgm:cxn modelId="{E9EAE5B5-C4D8-44DC-BA05-6BE2053F16D7}" srcId="{673CEC2A-DA57-4CEB-8354-85FC370CB144}" destId="{DD9C2189-DEA7-425C-8146-37F9C5B3106B}" srcOrd="2" destOrd="0" parTransId="{00B6616F-A23C-4FE2-98BE-EE368A7D4B8C}" sibTransId="{A1F37CDB-E581-4FA5-9350-E1B555F149F1}"/>
    <dgm:cxn modelId="{3E3FB8E1-CE14-43E0-87FB-B7A4A96D4F4C}" type="presOf" srcId="{3B841341-1A10-4EFE-9137-A977AB932BAD}" destId="{8029C345-52C7-4AB8-9F90-EF3BBE29ECC8}" srcOrd="0" destOrd="3" presId="urn:microsoft.com/office/officeart/2005/8/layout/list1"/>
    <dgm:cxn modelId="{F3422AEC-A357-4CA4-9BFC-C98AB8F8316E}" srcId="{673CEC2A-DA57-4CEB-8354-85FC370CB144}" destId="{3B841341-1A10-4EFE-9137-A977AB932BAD}" srcOrd="3" destOrd="0" parTransId="{42C43AB6-4CF8-461F-9715-DC1F573FCEE9}" sibTransId="{8F0D2531-394E-4913-A255-537D3A94890B}"/>
    <dgm:cxn modelId="{B0F856E0-2ADB-4E2E-B115-C5713BD9EE5D}" type="presParOf" srcId="{1E68D8C8-4A3A-4ED7-814A-CEF6812B39E7}" destId="{BF79F119-61F3-4962-82D7-0802E79E34DA}" srcOrd="0" destOrd="0" presId="urn:microsoft.com/office/officeart/2005/8/layout/list1"/>
    <dgm:cxn modelId="{661D5CDB-242D-49B2-B8AC-09054F095B7F}" type="presParOf" srcId="{BF79F119-61F3-4962-82D7-0802E79E34DA}" destId="{A99C6F06-C941-474B-9A06-C688F2117E7D}" srcOrd="0" destOrd="0" presId="urn:microsoft.com/office/officeart/2005/8/layout/list1"/>
    <dgm:cxn modelId="{2229B5A6-CDE1-40A6-9DE1-2892B5BEE72F}" type="presParOf" srcId="{BF79F119-61F3-4962-82D7-0802E79E34DA}" destId="{984FE685-9788-4166-9232-92EC7C8C3A1E}" srcOrd="1" destOrd="0" presId="urn:microsoft.com/office/officeart/2005/8/layout/list1"/>
    <dgm:cxn modelId="{52E992A2-25BE-4E81-A18D-E0865D133231}" type="presParOf" srcId="{1E68D8C8-4A3A-4ED7-814A-CEF6812B39E7}" destId="{CD82EC78-6F58-44A6-8837-6513E4D5F7C9}" srcOrd="1" destOrd="0" presId="urn:microsoft.com/office/officeart/2005/8/layout/list1"/>
    <dgm:cxn modelId="{92363BF9-C4B3-4FAC-9C69-B23CE6C6C8BA}" type="presParOf" srcId="{1E68D8C8-4A3A-4ED7-814A-CEF6812B39E7}" destId="{8029C345-52C7-4AB8-9F90-EF3BBE29ECC8}" srcOrd="2"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6B071C4B-C908-450C-9CB1-6A402BD1ACE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673CEC2A-DA57-4CEB-8354-85FC370CB144}">
      <dgm:prSet phldrT="[Text]" custT="1"/>
      <dgm:spPr>
        <a:solidFill>
          <a:srgbClr val="004F71"/>
        </a:solidFill>
      </dgm:spPr>
      <dgm:t>
        <a:bodyPr/>
        <a:lstStyle/>
        <a:p>
          <a:r>
            <a:rPr lang="en-US" sz="1900" dirty="0"/>
            <a:t>Name Resolution Methods</a:t>
          </a:r>
        </a:p>
      </dgm:t>
    </dgm:pt>
    <dgm:pt modelId="{48823061-C6BB-40C3-A519-A032E5017448}" type="parTrans" cxnId="{7564E01E-8EC6-42F7-A7D1-954C970635C6}">
      <dgm:prSet/>
      <dgm:spPr/>
      <dgm:t>
        <a:bodyPr/>
        <a:lstStyle/>
        <a:p>
          <a:endParaRPr lang="en-US"/>
        </a:p>
      </dgm:t>
    </dgm:pt>
    <dgm:pt modelId="{AA6CA01C-3C4E-4B07-BDE9-9F518C61D206}" type="sibTrans" cxnId="{7564E01E-8EC6-42F7-A7D1-954C970635C6}">
      <dgm:prSet/>
      <dgm:spPr/>
      <dgm:t>
        <a:bodyPr/>
        <a:lstStyle/>
        <a:p>
          <a:endParaRPr lang="en-US"/>
        </a:p>
      </dgm:t>
    </dgm:pt>
    <dgm:pt modelId="{5E40AFFE-C153-4343-A9AA-DC7CBDADAA9A}">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Check local name caches </a:t>
          </a:r>
        </a:p>
      </dgm:t>
    </dgm:pt>
    <dgm:pt modelId="{8DE9C8AA-2979-4E78-9EA6-9BCE286F22F9}" type="parTrans" cxnId="{0958B872-F790-47F2-A272-A32CC5E315C2}">
      <dgm:prSet/>
      <dgm:spPr/>
      <dgm:t>
        <a:bodyPr/>
        <a:lstStyle/>
        <a:p>
          <a:endParaRPr lang="en-US"/>
        </a:p>
      </dgm:t>
    </dgm:pt>
    <dgm:pt modelId="{0E878C8A-F5A1-47C3-9063-E8FA853B4560}" type="sibTrans" cxnId="{0958B872-F790-47F2-A272-A32CC5E315C2}">
      <dgm:prSet/>
      <dgm:spPr/>
      <dgm:t>
        <a:bodyPr/>
        <a:lstStyle/>
        <a:p>
          <a:endParaRPr lang="en-US"/>
        </a:p>
      </dgm:t>
    </dgm:pt>
    <dgm:pt modelId="{29CD7EF7-F7CB-43F5-899D-C8833C5332E6}">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Check HOSTS</a:t>
          </a:r>
        </a:p>
      </dgm:t>
    </dgm:pt>
    <dgm:pt modelId="{DC1C4576-C3AE-4790-A2C9-675ED7C052C1}" type="parTrans" cxnId="{42FDB100-9E8E-4756-9231-B9700522C8F7}">
      <dgm:prSet/>
      <dgm:spPr/>
      <dgm:t>
        <a:bodyPr/>
        <a:lstStyle/>
        <a:p>
          <a:endParaRPr lang="en-US"/>
        </a:p>
      </dgm:t>
    </dgm:pt>
    <dgm:pt modelId="{68823E12-B563-4635-938E-79319004658A}" type="sibTrans" cxnId="{42FDB100-9E8E-4756-9231-B9700522C8F7}">
      <dgm:prSet/>
      <dgm:spPr/>
      <dgm:t>
        <a:bodyPr/>
        <a:lstStyle/>
        <a:p>
          <a:endParaRPr lang="en-US"/>
        </a:p>
      </dgm:t>
    </dgm:pt>
    <dgm:pt modelId="{77877E6D-55F4-4F52-AD9E-8FDC7838F516}">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Verify DNS records using </a:t>
          </a:r>
          <a:r>
            <a:rPr lang="en-US" sz="1800" b="1" dirty="0">
              <a:solidFill>
                <a:srgbClr val="20282F"/>
              </a:solidFill>
            </a:rPr>
            <a:t>nslookup</a:t>
          </a:r>
          <a:r>
            <a:rPr lang="en-US" sz="1800" dirty="0">
              <a:solidFill>
                <a:srgbClr val="20282F"/>
              </a:solidFill>
            </a:rPr>
            <a:t> or </a:t>
          </a:r>
          <a:r>
            <a:rPr lang="en-US" sz="1800" b="1" dirty="0">
              <a:solidFill>
                <a:srgbClr val="20282F"/>
              </a:solidFill>
            </a:rPr>
            <a:t>dig</a:t>
          </a:r>
        </a:p>
      </dgm:t>
    </dgm:pt>
    <dgm:pt modelId="{2AEB254F-86EC-4F19-A197-758D115AD856}" type="parTrans" cxnId="{0CAAAFC4-6A6C-43B0-A88E-889843FADED3}">
      <dgm:prSet/>
      <dgm:spPr/>
      <dgm:t>
        <a:bodyPr/>
        <a:lstStyle/>
        <a:p>
          <a:endParaRPr lang="en-US"/>
        </a:p>
      </dgm:t>
    </dgm:pt>
    <dgm:pt modelId="{BF7B3C02-0E55-472F-BFF3-FF14F9E82CDA}" type="sibTrans" cxnId="{0CAAAFC4-6A6C-43B0-A88E-889843FADED3}">
      <dgm:prSet/>
      <dgm:spPr/>
      <dgm:t>
        <a:bodyPr/>
        <a:lstStyle/>
        <a:p>
          <a:endParaRPr lang="en-US"/>
        </a:p>
      </dgm:t>
    </dgm:pt>
    <dgm:pt modelId="{1E68D8C8-4A3A-4ED7-814A-CEF6812B39E7}" type="pres">
      <dgm:prSet presAssocID="{6B071C4B-C908-450C-9CB1-6A402BD1ACEC}" presName="linear" presStyleCnt="0">
        <dgm:presLayoutVars>
          <dgm:dir/>
          <dgm:animLvl val="lvl"/>
          <dgm:resizeHandles val="exact"/>
        </dgm:presLayoutVars>
      </dgm:prSet>
      <dgm:spPr/>
    </dgm:pt>
    <dgm:pt modelId="{BF79F119-61F3-4962-82D7-0802E79E34DA}" type="pres">
      <dgm:prSet presAssocID="{673CEC2A-DA57-4CEB-8354-85FC370CB144}" presName="parentLin" presStyleCnt="0"/>
      <dgm:spPr/>
    </dgm:pt>
    <dgm:pt modelId="{A99C6F06-C941-474B-9A06-C688F2117E7D}" type="pres">
      <dgm:prSet presAssocID="{673CEC2A-DA57-4CEB-8354-85FC370CB144}" presName="parentLeftMargin" presStyleLbl="node1" presStyleIdx="0" presStyleCnt="1"/>
      <dgm:spPr/>
    </dgm:pt>
    <dgm:pt modelId="{984FE685-9788-4166-9232-92EC7C8C3A1E}" type="pres">
      <dgm:prSet presAssocID="{673CEC2A-DA57-4CEB-8354-85FC370CB144}" presName="parentText" presStyleLbl="node1" presStyleIdx="0" presStyleCnt="1">
        <dgm:presLayoutVars>
          <dgm:chMax val="0"/>
          <dgm:bulletEnabled val="1"/>
        </dgm:presLayoutVars>
      </dgm:prSet>
      <dgm:spPr/>
    </dgm:pt>
    <dgm:pt modelId="{CD82EC78-6F58-44A6-8837-6513E4D5F7C9}" type="pres">
      <dgm:prSet presAssocID="{673CEC2A-DA57-4CEB-8354-85FC370CB144}" presName="negativeSpace" presStyleCnt="0"/>
      <dgm:spPr/>
    </dgm:pt>
    <dgm:pt modelId="{8029C345-52C7-4AB8-9F90-EF3BBE29ECC8}" type="pres">
      <dgm:prSet presAssocID="{673CEC2A-DA57-4CEB-8354-85FC370CB144}" presName="childText" presStyleLbl="conFgAcc1" presStyleIdx="0" presStyleCnt="1" custLinFactNeighborY="34417">
        <dgm:presLayoutVars>
          <dgm:bulletEnabled val="1"/>
        </dgm:presLayoutVars>
      </dgm:prSet>
      <dgm:spPr/>
    </dgm:pt>
  </dgm:ptLst>
  <dgm:cxnLst>
    <dgm:cxn modelId="{42FDB100-9E8E-4756-9231-B9700522C8F7}" srcId="{673CEC2A-DA57-4CEB-8354-85FC370CB144}" destId="{29CD7EF7-F7CB-43F5-899D-C8833C5332E6}" srcOrd="1" destOrd="0" parTransId="{DC1C4576-C3AE-4790-A2C9-675ED7C052C1}" sibTransId="{68823E12-B563-4635-938E-79319004658A}"/>
    <dgm:cxn modelId="{7564E01E-8EC6-42F7-A7D1-954C970635C6}" srcId="{6B071C4B-C908-450C-9CB1-6A402BD1ACEC}" destId="{673CEC2A-DA57-4CEB-8354-85FC370CB144}" srcOrd="0" destOrd="0" parTransId="{48823061-C6BB-40C3-A519-A032E5017448}" sibTransId="{AA6CA01C-3C4E-4B07-BDE9-9F518C61D206}"/>
    <dgm:cxn modelId="{715C846C-0A03-4E4A-8FC3-9FBF61AC8E2C}" type="presOf" srcId="{6B071C4B-C908-450C-9CB1-6A402BD1ACEC}" destId="{1E68D8C8-4A3A-4ED7-814A-CEF6812B39E7}" srcOrd="0" destOrd="0" presId="urn:microsoft.com/office/officeart/2005/8/layout/list1"/>
    <dgm:cxn modelId="{0958B872-F790-47F2-A272-A32CC5E315C2}" srcId="{673CEC2A-DA57-4CEB-8354-85FC370CB144}" destId="{5E40AFFE-C153-4343-A9AA-DC7CBDADAA9A}" srcOrd="0" destOrd="0" parTransId="{8DE9C8AA-2979-4E78-9EA6-9BCE286F22F9}" sibTransId="{0E878C8A-F5A1-47C3-9063-E8FA853B4560}"/>
    <dgm:cxn modelId="{81D21F87-9BB8-4C2B-A9A5-7BA5531B803D}" type="presOf" srcId="{673CEC2A-DA57-4CEB-8354-85FC370CB144}" destId="{A99C6F06-C941-474B-9A06-C688F2117E7D}" srcOrd="0" destOrd="0" presId="urn:microsoft.com/office/officeart/2005/8/layout/list1"/>
    <dgm:cxn modelId="{6D00089D-2F8F-4F96-9A94-3418ED787083}" type="presOf" srcId="{29CD7EF7-F7CB-43F5-899D-C8833C5332E6}" destId="{8029C345-52C7-4AB8-9F90-EF3BBE29ECC8}" srcOrd="0" destOrd="1" presId="urn:microsoft.com/office/officeart/2005/8/layout/list1"/>
    <dgm:cxn modelId="{DEA53DB5-C3DD-4E95-BEA3-507EEF800B8C}" type="presOf" srcId="{673CEC2A-DA57-4CEB-8354-85FC370CB144}" destId="{984FE685-9788-4166-9232-92EC7C8C3A1E}" srcOrd="1" destOrd="0" presId="urn:microsoft.com/office/officeart/2005/8/layout/list1"/>
    <dgm:cxn modelId="{0CAAAFC4-6A6C-43B0-A88E-889843FADED3}" srcId="{673CEC2A-DA57-4CEB-8354-85FC370CB144}" destId="{77877E6D-55F4-4F52-AD9E-8FDC7838F516}" srcOrd="2" destOrd="0" parTransId="{2AEB254F-86EC-4F19-A197-758D115AD856}" sibTransId="{BF7B3C02-0E55-472F-BFF3-FF14F9E82CDA}"/>
    <dgm:cxn modelId="{5E4683DA-A2E2-4CE1-8450-3A895C23EC4C}" type="presOf" srcId="{5E40AFFE-C153-4343-A9AA-DC7CBDADAA9A}" destId="{8029C345-52C7-4AB8-9F90-EF3BBE29ECC8}" srcOrd="0" destOrd="0" presId="urn:microsoft.com/office/officeart/2005/8/layout/list1"/>
    <dgm:cxn modelId="{585B05FE-A400-4F65-A339-D1EF8EB5D478}" type="presOf" srcId="{77877E6D-55F4-4F52-AD9E-8FDC7838F516}" destId="{8029C345-52C7-4AB8-9F90-EF3BBE29ECC8}" srcOrd="0" destOrd="2" presId="urn:microsoft.com/office/officeart/2005/8/layout/list1"/>
    <dgm:cxn modelId="{B0F856E0-2ADB-4E2E-B115-C5713BD9EE5D}" type="presParOf" srcId="{1E68D8C8-4A3A-4ED7-814A-CEF6812B39E7}" destId="{BF79F119-61F3-4962-82D7-0802E79E34DA}" srcOrd="0" destOrd="0" presId="urn:microsoft.com/office/officeart/2005/8/layout/list1"/>
    <dgm:cxn modelId="{661D5CDB-242D-49B2-B8AC-09054F095B7F}" type="presParOf" srcId="{BF79F119-61F3-4962-82D7-0802E79E34DA}" destId="{A99C6F06-C941-474B-9A06-C688F2117E7D}" srcOrd="0" destOrd="0" presId="urn:microsoft.com/office/officeart/2005/8/layout/list1"/>
    <dgm:cxn modelId="{2229B5A6-CDE1-40A6-9DE1-2892B5BEE72F}" type="presParOf" srcId="{BF79F119-61F3-4962-82D7-0802E79E34DA}" destId="{984FE685-9788-4166-9232-92EC7C8C3A1E}" srcOrd="1" destOrd="0" presId="urn:microsoft.com/office/officeart/2005/8/layout/list1"/>
    <dgm:cxn modelId="{52E992A2-25BE-4E81-A18D-E0865D133231}" type="presParOf" srcId="{1E68D8C8-4A3A-4ED7-814A-CEF6812B39E7}" destId="{CD82EC78-6F58-44A6-8837-6513E4D5F7C9}" srcOrd="1" destOrd="0" presId="urn:microsoft.com/office/officeart/2005/8/layout/list1"/>
    <dgm:cxn modelId="{92363BF9-C4B3-4FAC-9C69-B23CE6C6C8BA}" type="presParOf" srcId="{1E68D8C8-4A3A-4ED7-814A-CEF6812B39E7}" destId="{8029C345-52C7-4AB8-9F90-EF3BBE29ECC8}"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0B879-5253-4726-B81B-393604B03DAF}">
      <dsp:nvSpPr>
        <dsp:cNvPr id="0" name=""/>
        <dsp:cNvSpPr/>
      </dsp:nvSpPr>
      <dsp:spPr>
        <a:xfrm>
          <a:off x="0" y="13411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solidFill>
                <a:srgbClr val="20282F"/>
              </a:solidFill>
            </a:rPr>
            <a:t>7 Application</a:t>
          </a:r>
        </a:p>
      </dsp:txBody>
      <dsp:txXfrm>
        <a:off x="20104" y="154221"/>
        <a:ext cx="1608114" cy="371632"/>
      </dsp:txXfrm>
    </dsp:sp>
    <dsp:sp modelId="{A3DBF2F8-C32C-4D5E-91D3-CD876FCC93BF}">
      <dsp:nvSpPr>
        <dsp:cNvPr id="0" name=""/>
        <dsp:cNvSpPr/>
      </dsp:nvSpPr>
      <dsp:spPr>
        <a:xfrm>
          <a:off x="0" y="59203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solidFill>
                <a:srgbClr val="20282F"/>
              </a:solidFill>
            </a:rPr>
            <a:t>6 Presentation</a:t>
          </a:r>
        </a:p>
      </dsp:txBody>
      <dsp:txXfrm>
        <a:off x="20104" y="612141"/>
        <a:ext cx="1608114" cy="371632"/>
      </dsp:txXfrm>
    </dsp:sp>
    <dsp:sp modelId="{E629A14B-1E78-452D-AEE2-97220E7B913D}">
      <dsp:nvSpPr>
        <dsp:cNvPr id="0" name=""/>
        <dsp:cNvSpPr/>
      </dsp:nvSpPr>
      <dsp:spPr>
        <a:xfrm>
          <a:off x="0" y="104995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solidFill>
                <a:srgbClr val="20282F"/>
              </a:solidFill>
            </a:rPr>
            <a:t>5 Session </a:t>
          </a:r>
        </a:p>
      </dsp:txBody>
      <dsp:txXfrm>
        <a:off x="20104" y="1070061"/>
        <a:ext cx="1608114" cy="371632"/>
      </dsp:txXfrm>
    </dsp:sp>
    <dsp:sp modelId="{FBCDBEF5-D75C-45BA-A833-518841E6C2EB}">
      <dsp:nvSpPr>
        <dsp:cNvPr id="0" name=""/>
        <dsp:cNvSpPr/>
      </dsp:nvSpPr>
      <dsp:spPr>
        <a:xfrm>
          <a:off x="0" y="1507877"/>
          <a:ext cx="1648322" cy="411840"/>
        </a:xfrm>
        <a:prstGeom prst="roundRect">
          <a:avLst/>
        </a:prstGeom>
        <a:solidFill>
          <a:srgbClr val="004F71">
            <a:hueOff val="0"/>
            <a:satOff val="0"/>
            <a:lumOff val="0"/>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rgbClr val="FFFFFF"/>
              </a:solidFill>
              <a:latin typeface="Noto Sans"/>
              <a:ea typeface="+mn-ea"/>
              <a:cs typeface="+mn-cs"/>
            </a:rPr>
            <a:t>4 Transport</a:t>
          </a:r>
        </a:p>
      </dsp:txBody>
      <dsp:txXfrm>
        <a:off x="20104" y="1527981"/>
        <a:ext cx="1608114" cy="371632"/>
      </dsp:txXfrm>
    </dsp:sp>
    <dsp:sp modelId="{B8796625-B9F6-4F76-8B98-C2E26DDBE7DC}">
      <dsp:nvSpPr>
        <dsp:cNvPr id="0" name=""/>
        <dsp:cNvSpPr/>
      </dsp:nvSpPr>
      <dsp:spPr>
        <a:xfrm>
          <a:off x="0" y="1965797"/>
          <a:ext cx="1648322" cy="411840"/>
        </a:xfrm>
        <a:prstGeom prst="roundRect">
          <a:avLst/>
        </a:prstGeom>
        <a:solidFill>
          <a:srgbClr val="007377"/>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bg1"/>
              </a:solidFill>
            </a:rPr>
            <a:t>3 Network</a:t>
          </a:r>
        </a:p>
      </dsp:txBody>
      <dsp:txXfrm>
        <a:off x="20104" y="1985901"/>
        <a:ext cx="1608114" cy="371632"/>
      </dsp:txXfrm>
    </dsp:sp>
    <dsp:sp modelId="{0E539AD5-5BC8-49C4-AAC2-A7D5F43C627B}">
      <dsp:nvSpPr>
        <dsp:cNvPr id="0" name=""/>
        <dsp:cNvSpPr/>
      </dsp:nvSpPr>
      <dsp:spPr>
        <a:xfrm>
          <a:off x="0" y="2423717"/>
          <a:ext cx="1648322" cy="411840"/>
        </a:xfrm>
        <a:prstGeom prst="roundRect">
          <a:avLst/>
        </a:prstGeom>
        <a:solidFill>
          <a:srgbClr val="007377"/>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bg1"/>
              </a:solidFill>
            </a:rPr>
            <a:t>2 Data Link</a:t>
          </a:r>
        </a:p>
      </dsp:txBody>
      <dsp:txXfrm>
        <a:off x="20104" y="2443821"/>
        <a:ext cx="1608114" cy="371632"/>
      </dsp:txXfrm>
    </dsp:sp>
    <dsp:sp modelId="{3FA29063-2871-4DDD-9818-CEB1B4331B35}">
      <dsp:nvSpPr>
        <dsp:cNvPr id="0" name=""/>
        <dsp:cNvSpPr/>
      </dsp:nvSpPr>
      <dsp:spPr>
        <a:xfrm>
          <a:off x="0" y="2881637"/>
          <a:ext cx="1648322" cy="411840"/>
        </a:xfrm>
        <a:prstGeom prst="roundRect">
          <a:avLst/>
        </a:prstGeom>
        <a:solidFill>
          <a:srgbClr val="007377"/>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bg1"/>
              </a:solidFill>
            </a:rPr>
            <a:t>1 Physical </a:t>
          </a:r>
        </a:p>
      </dsp:txBody>
      <dsp:txXfrm>
        <a:off x="20104" y="2901741"/>
        <a:ext cx="1608114" cy="3716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307228-A1F7-9844-A3EE-C28A43E8F0C0}">
      <dsp:nvSpPr>
        <dsp:cNvPr id="0" name=""/>
        <dsp:cNvSpPr/>
      </dsp:nvSpPr>
      <dsp:spPr>
        <a:xfrm>
          <a:off x="4554" y="1036062"/>
          <a:ext cx="3233439" cy="1293375"/>
        </a:xfrm>
        <a:prstGeom prst="homePlat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TCP helps computers send information to each other in a reliable way.</a:t>
          </a:r>
        </a:p>
      </dsp:txBody>
      <dsp:txXfrm>
        <a:off x="4554" y="1036062"/>
        <a:ext cx="2910095" cy="1293375"/>
      </dsp:txXfrm>
    </dsp:sp>
    <dsp:sp modelId="{4BDE97C7-426F-FF4E-9BC3-CA3508CCCBF6}">
      <dsp:nvSpPr>
        <dsp:cNvPr id="0" name=""/>
        <dsp:cNvSpPr/>
      </dsp:nvSpPr>
      <dsp:spPr>
        <a:xfrm>
          <a:off x="2591305" y="1036062"/>
          <a:ext cx="3233439" cy="1293375"/>
        </a:xfrm>
        <a:prstGeom prst="chevron">
          <a:avLst/>
        </a:prstGeom>
        <a:solidFill>
          <a:srgbClr val="582C83"/>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For reliability, TCP requires numerous header fields to maintain state information. </a:t>
          </a:r>
        </a:p>
      </dsp:txBody>
      <dsp:txXfrm>
        <a:off x="3237993" y="1036062"/>
        <a:ext cx="1940064" cy="12933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4F5F98-5F62-6E4E-AC0A-BA0B935358F5}">
      <dsp:nvSpPr>
        <dsp:cNvPr id="0" name=""/>
        <dsp:cNvSpPr/>
      </dsp:nvSpPr>
      <dsp:spPr>
        <a:xfrm>
          <a:off x="0" y="2900"/>
          <a:ext cx="2057403" cy="31005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Source port </a:t>
          </a:r>
        </a:p>
      </dsp:txBody>
      <dsp:txXfrm>
        <a:off x="15135" y="18035"/>
        <a:ext cx="2027133" cy="279780"/>
      </dsp:txXfrm>
    </dsp:sp>
    <dsp:sp modelId="{FF48911C-69F1-D845-947E-CA9BB1242CFE}">
      <dsp:nvSpPr>
        <dsp:cNvPr id="0" name=""/>
        <dsp:cNvSpPr/>
      </dsp:nvSpPr>
      <dsp:spPr>
        <a:xfrm>
          <a:off x="0" y="341750"/>
          <a:ext cx="2057403" cy="31005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Destination port </a:t>
          </a:r>
        </a:p>
      </dsp:txBody>
      <dsp:txXfrm>
        <a:off x="15135" y="356885"/>
        <a:ext cx="2027133" cy="279780"/>
      </dsp:txXfrm>
    </dsp:sp>
    <dsp:sp modelId="{0F995A0F-6C9A-EA46-9377-80A49A2A3CD0}">
      <dsp:nvSpPr>
        <dsp:cNvPr id="0" name=""/>
        <dsp:cNvSpPr/>
      </dsp:nvSpPr>
      <dsp:spPr>
        <a:xfrm>
          <a:off x="0" y="680600"/>
          <a:ext cx="2057403" cy="31005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Sequence number</a:t>
          </a:r>
        </a:p>
      </dsp:txBody>
      <dsp:txXfrm>
        <a:off x="15135" y="695735"/>
        <a:ext cx="2027133" cy="279780"/>
      </dsp:txXfrm>
    </dsp:sp>
    <dsp:sp modelId="{92165BFA-B639-F34C-A654-19F482539138}">
      <dsp:nvSpPr>
        <dsp:cNvPr id="0" name=""/>
        <dsp:cNvSpPr/>
      </dsp:nvSpPr>
      <dsp:spPr>
        <a:xfrm>
          <a:off x="0" y="1019450"/>
          <a:ext cx="2057403" cy="31005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Ack number</a:t>
          </a:r>
        </a:p>
      </dsp:txBody>
      <dsp:txXfrm>
        <a:off x="15135" y="1034585"/>
        <a:ext cx="2027133" cy="279780"/>
      </dsp:txXfrm>
    </dsp:sp>
    <dsp:sp modelId="{9B1FD130-5917-6241-80AB-AB487F08B2B1}">
      <dsp:nvSpPr>
        <dsp:cNvPr id="0" name=""/>
        <dsp:cNvSpPr/>
      </dsp:nvSpPr>
      <dsp:spPr>
        <a:xfrm>
          <a:off x="0" y="1358300"/>
          <a:ext cx="2057403" cy="31005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Data length </a:t>
          </a:r>
        </a:p>
      </dsp:txBody>
      <dsp:txXfrm>
        <a:off x="15135" y="1373435"/>
        <a:ext cx="2027133" cy="279780"/>
      </dsp:txXfrm>
    </dsp:sp>
    <dsp:sp modelId="{49B9D5E2-8481-3748-B075-3D79479AD1CD}">
      <dsp:nvSpPr>
        <dsp:cNvPr id="0" name=""/>
        <dsp:cNvSpPr/>
      </dsp:nvSpPr>
      <dsp:spPr>
        <a:xfrm>
          <a:off x="0" y="1697150"/>
          <a:ext cx="2057403" cy="31005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Flags </a:t>
          </a:r>
        </a:p>
      </dsp:txBody>
      <dsp:txXfrm>
        <a:off x="15135" y="1712285"/>
        <a:ext cx="2027133" cy="279780"/>
      </dsp:txXfrm>
    </dsp:sp>
    <dsp:sp modelId="{285F07A2-1833-AF41-8881-F1A14055394B}">
      <dsp:nvSpPr>
        <dsp:cNvPr id="0" name=""/>
        <dsp:cNvSpPr/>
      </dsp:nvSpPr>
      <dsp:spPr>
        <a:xfrm>
          <a:off x="0" y="2036000"/>
          <a:ext cx="2057403" cy="31005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Window</a:t>
          </a:r>
        </a:p>
      </dsp:txBody>
      <dsp:txXfrm>
        <a:off x="15135" y="2051135"/>
        <a:ext cx="2027133" cy="279780"/>
      </dsp:txXfrm>
    </dsp:sp>
    <dsp:sp modelId="{A4A1A135-B546-7F4F-972E-A863D9E7D134}">
      <dsp:nvSpPr>
        <dsp:cNvPr id="0" name=""/>
        <dsp:cNvSpPr/>
      </dsp:nvSpPr>
      <dsp:spPr>
        <a:xfrm>
          <a:off x="0" y="2374850"/>
          <a:ext cx="2057403" cy="31005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Checksum</a:t>
          </a:r>
        </a:p>
      </dsp:txBody>
      <dsp:txXfrm>
        <a:off x="15135" y="2389985"/>
        <a:ext cx="2027133" cy="279780"/>
      </dsp:txXfrm>
    </dsp:sp>
    <dsp:sp modelId="{E123F3D9-6A3C-D046-96F0-A2258F792FDD}">
      <dsp:nvSpPr>
        <dsp:cNvPr id="0" name=""/>
        <dsp:cNvSpPr/>
      </dsp:nvSpPr>
      <dsp:spPr>
        <a:xfrm>
          <a:off x="0" y="2713700"/>
          <a:ext cx="2057403" cy="31005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Urgent Pointer</a:t>
          </a:r>
        </a:p>
      </dsp:txBody>
      <dsp:txXfrm>
        <a:off x="15135" y="2728835"/>
        <a:ext cx="2027133" cy="279780"/>
      </dsp:txXfrm>
    </dsp:sp>
    <dsp:sp modelId="{C5347B52-B4AE-3B42-A062-498ABF850010}">
      <dsp:nvSpPr>
        <dsp:cNvPr id="0" name=""/>
        <dsp:cNvSpPr/>
      </dsp:nvSpPr>
      <dsp:spPr>
        <a:xfrm>
          <a:off x="0" y="3052550"/>
          <a:ext cx="2057403" cy="31005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Options </a:t>
          </a:r>
        </a:p>
      </dsp:txBody>
      <dsp:txXfrm>
        <a:off x="15135" y="3067685"/>
        <a:ext cx="2027133" cy="2797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5E2EFE-FB5D-9B40-933B-58D8DFB374C2}">
      <dsp:nvSpPr>
        <dsp:cNvPr id="0" name=""/>
        <dsp:cNvSpPr/>
      </dsp:nvSpPr>
      <dsp:spPr>
        <a:xfrm>
          <a:off x="0" y="750885"/>
          <a:ext cx="3886200" cy="1863728"/>
        </a:xfrm>
        <a:prstGeom prst="homePlat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en-US" sz="2000" kern="1200" dirty="0"/>
            <a:t>UDP helps computers send information to each other in a non-guaranteed way.</a:t>
          </a:r>
        </a:p>
      </dsp:txBody>
      <dsp:txXfrm>
        <a:off x="0" y="750885"/>
        <a:ext cx="3420268" cy="186372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97EC54-9803-AB4C-BE5D-C9E74C56E947}">
      <dsp:nvSpPr>
        <dsp:cNvPr id="0" name=""/>
        <dsp:cNvSpPr/>
      </dsp:nvSpPr>
      <dsp:spPr>
        <a:xfrm>
          <a:off x="0" y="12350"/>
          <a:ext cx="3886200" cy="74880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Source port </a:t>
          </a:r>
        </a:p>
      </dsp:txBody>
      <dsp:txXfrm>
        <a:off x="36553" y="48903"/>
        <a:ext cx="3813094" cy="675694"/>
      </dsp:txXfrm>
    </dsp:sp>
    <dsp:sp modelId="{910256A2-0EC8-884F-9124-36D4E2AC3647}">
      <dsp:nvSpPr>
        <dsp:cNvPr id="0" name=""/>
        <dsp:cNvSpPr/>
      </dsp:nvSpPr>
      <dsp:spPr>
        <a:xfrm>
          <a:off x="0" y="876350"/>
          <a:ext cx="3886200" cy="74880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Destination port</a:t>
          </a:r>
        </a:p>
      </dsp:txBody>
      <dsp:txXfrm>
        <a:off x="36553" y="912903"/>
        <a:ext cx="3813094" cy="675694"/>
      </dsp:txXfrm>
    </dsp:sp>
    <dsp:sp modelId="{7E60F60F-917F-5442-9556-9538E1BB7F28}">
      <dsp:nvSpPr>
        <dsp:cNvPr id="0" name=""/>
        <dsp:cNvSpPr/>
      </dsp:nvSpPr>
      <dsp:spPr>
        <a:xfrm>
          <a:off x="0" y="1740350"/>
          <a:ext cx="3886200" cy="74880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Message length</a:t>
          </a:r>
        </a:p>
      </dsp:txBody>
      <dsp:txXfrm>
        <a:off x="36553" y="1776903"/>
        <a:ext cx="3813094" cy="675694"/>
      </dsp:txXfrm>
    </dsp:sp>
    <dsp:sp modelId="{43011AF6-13D0-0143-94B6-29B9E0AC3D4D}">
      <dsp:nvSpPr>
        <dsp:cNvPr id="0" name=""/>
        <dsp:cNvSpPr/>
      </dsp:nvSpPr>
      <dsp:spPr>
        <a:xfrm>
          <a:off x="0" y="2604350"/>
          <a:ext cx="3886200" cy="74880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Checksum</a:t>
          </a:r>
        </a:p>
      </dsp:txBody>
      <dsp:txXfrm>
        <a:off x="36553" y="2640903"/>
        <a:ext cx="3813094" cy="67569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999008-588A-9849-8AA5-52D06D7344A3}">
      <dsp:nvSpPr>
        <dsp:cNvPr id="0" name=""/>
        <dsp:cNvSpPr/>
      </dsp:nvSpPr>
      <dsp:spPr>
        <a:xfrm>
          <a:off x="0" y="258006"/>
          <a:ext cx="7886700" cy="13671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291592" rIns="612096" bIns="99568" numCol="1" spcCol="1270" anchor="t" anchorCtr="0">
          <a:noAutofit/>
        </a:bodyPr>
        <a:lstStyle/>
        <a:p>
          <a:pPr marL="114300" lvl="1" indent="-114300" algn="l" defTabSz="622300">
            <a:lnSpc>
              <a:spcPct val="90000"/>
            </a:lnSpc>
            <a:spcBef>
              <a:spcPts val="600"/>
            </a:spcBef>
            <a:spcAft>
              <a:spcPts val="600"/>
            </a:spcAft>
            <a:buChar char="•"/>
          </a:pPr>
          <a:r>
            <a:rPr lang="en-US" sz="1400" kern="1200" dirty="0">
              <a:solidFill>
                <a:srgbClr val="20282F"/>
              </a:solidFill>
            </a:rPr>
            <a:t>Ensures a device always receives the same IP address</a:t>
          </a:r>
        </a:p>
        <a:p>
          <a:pPr marL="114300" lvl="1" indent="-114300" algn="l" defTabSz="622300">
            <a:lnSpc>
              <a:spcPct val="90000"/>
            </a:lnSpc>
            <a:spcBef>
              <a:spcPts val="600"/>
            </a:spcBef>
            <a:spcAft>
              <a:spcPts val="600"/>
            </a:spcAft>
            <a:buChar char="•"/>
          </a:pPr>
          <a:r>
            <a:rPr lang="en-US" sz="1400" kern="1200" dirty="0">
              <a:solidFill>
                <a:srgbClr val="20282F"/>
              </a:solidFill>
            </a:rPr>
            <a:t>Tied to a device’s MAC address</a:t>
          </a:r>
        </a:p>
        <a:p>
          <a:pPr marL="114300" lvl="1" indent="-114300" algn="l" defTabSz="622300">
            <a:lnSpc>
              <a:spcPct val="90000"/>
            </a:lnSpc>
            <a:spcBef>
              <a:spcPts val="600"/>
            </a:spcBef>
            <a:spcAft>
              <a:spcPts val="600"/>
            </a:spcAft>
            <a:buChar char="•"/>
          </a:pPr>
          <a:r>
            <a:rPr lang="en-US" sz="1400" kern="1200" dirty="0">
              <a:solidFill>
                <a:srgbClr val="20282F"/>
              </a:solidFill>
            </a:rPr>
            <a:t>Ideal for devices that need a consistent IP address </a:t>
          </a:r>
        </a:p>
      </dsp:txBody>
      <dsp:txXfrm>
        <a:off x="0" y="258006"/>
        <a:ext cx="7886700" cy="1367100"/>
      </dsp:txXfrm>
    </dsp:sp>
    <dsp:sp modelId="{8F2745DA-9D94-F34C-B89B-FF5639FD5B44}">
      <dsp:nvSpPr>
        <dsp:cNvPr id="0" name=""/>
        <dsp:cNvSpPr/>
      </dsp:nvSpPr>
      <dsp:spPr>
        <a:xfrm>
          <a:off x="394335" y="51366"/>
          <a:ext cx="5520690" cy="413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622300">
            <a:lnSpc>
              <a:spcPct val="90000"/>
            </a:lnSpc>
            <a:spcBef>
              <a:spcPts val="600"/>
            </a:spcBef>
            <a:spcAft>
              <a:spcPts val="600"/>
            </a:spcAft>
            <a:buNone/>
          </a:pPr>
          <a:r>
            <a:rPr lang="en-US" sz="1400" kern="1200" dirty="0"/>
            <a:t>DHCP Reservations</a:t>
          </a:r>
        </a:p>
      </dsp:txBody>
      <dsp:txXfrm>
        <a:off x="414510" y="71541"/>
        <a:ext cx="5480340" cy="372930"/>
      </dsp:txXfrm>
    </dsp:sp>
    <dsp:sp modelId="{5F4A9184-7ACA-3645-92BD-6D302A52EA46}">
      <dsp:nvSpPr>
        <dsp:cNvPr id="0" name=""/>
        <dsp:cNvSpPr/>
      </dsp:nvSpPr>
      <dsp:spPr>
        <a:xfrm>
          <a:off x="0" y="1907346"/>
          <a:ext cx="7886700" cy="13671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291592" rIns="612096" bIns="99568" numCol="1" spcCol="1270" anchor="t" anchorCtr="0">
          <a:noAutofit/>
        </a:bodyPr>
        <a:lstStyle/>
        <a:p>
          <a:pPr marL="114300" lvl="1" indent="-114300" algn="l" defTabSz="622300">
            <a:lnSpc>
              <a:spcPct val="90000"/>
            </a:lnSpc>
            <a:spcBef>
              <a:spcPts val="600"/>
            </a:spcBef>
            <a:spcAft>
              <a:spcPts val="600"/>
            </a:spcAft>
            <a:buChar char="•"/>
          </a:pPr>
          <a:r>
            <a:rPr lang="en-US" sz="1400" kern="1200" dirty="0">
              <a:solidFill>
                <a:srgbClr val="20282F"/>
              </a:solidFill>
            </a:rPr>
            <a:t>Prevents a range of IP addresses from being assigned</a:t>
          </a:r>
        </a:p>
        <a:p>
          <a:pPr marL="114300" lvl="1" indent="-114300" algn="l" defTabSz="622300">
            <a:lnSpc>
              <a:spcPct val="90000"/>
            </a:lnSpc>
            <a:spcBef>
              <a:spcPts val="600"/>
            </a:spcBef>
            <a:spcAft>
              <a:spcPts val="600"/>
            </a:spcAft>
            <a:buChar char="•"/>
          </a:pPr>
          <a:r>
            <a:rPr lang="en-US" sz="1400" kern="1200" dirty="0">
              <a:solidFill>
                <a:srgbClr val="20282F"/>
              </a:solidFill>
            </a:rPr>
            <a:t>A range of IP addresses is set aside and not distributed</a:t>
          </a:r>
        </a:p>
        <a:p>
          <a:pPr marL="114300" lvl="1" indent="-114300" algn="l" defTabSz="622300">
            <a:lnSpc>
              <a:spcPct val="90000"/>
            </a:lnSpc>
            <a:spcBef>
              <a:spcPts val="600"/>
            </a:spcBef>
            <a:spcAft>
              <a:spcPts val="600"/>
            </a:spcAft>
            <a:buChar char="•"/>
          </a:pPr>
          <a:r>
            <a:rPr lang="en-US" sz="1400" kern="1200" dirty="0">
              <a:solidFill>
                <a:srgbClr val="20282F"/>
              </a:solidFill>
            </a:rPr>
            <a:t>Ideal for addresses statically assigned to devices</a:t>
          </a:r>
        </a:p>
      </dsp:txBody>
      <dsp:txXfrm>
        <a:off x="0" y="1907346"/>
        <a:ext cx="7886700" cy="1367100"/>
      </dsp:txXfrm>
    </dsp:sp>
    <dsp:sp modelId="{F19444E9-1F60-EB48-8841-335C09F24993}">
      <dsp:nvSpPr>
        <dsp:cNvPr id="0" name=""/>
        <dsp:cNvSpPr/>
      </dsp:nvSpPr>
      <dsp:spPr>
        <a:xfrm>
          <a:off x="394335" y="1700706"/>
          <a:ext cx="5520690" cy="413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622300">
            <a:lnSpc>
              <a:spcPct val="90000"/>
            </a:lnSpc>
            <a:spcBef>
              <a:spcPts val="600"/>
            </a:spcBef>
            <a:spcAft>
              <a:spcPts val="600"/>
            </a:spcAft>
            <a:buNone/>
          </a:pPr>
          <a:r>
            <a:rPr lang="en-US" sz="1400" kern="1200" dirty="0"/>
            <a:t>DHCP Exclusions</a:t>
          </a:r>
        </a:p>
      </dsp:txBody>
      <dsp:txXfrm>
        <a:off x="414510" y="1720881"/>
        <a:ext cx="5480340" cy="37293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B38A50-2E3C-844B-81D9-FDE00C56ABA0}">
      <dsp:nvSpPr>
        <dsp:cNvPr id="0" name=""/>
        <dsp:cNvSpPr/>
      </dsp:nvSpPr>
      <dsp:spPr>
        <a:xfrm>
          <a:off x="38" y="3883"/>
          <a:ext cx="3685337" cy="106560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t>Automatic Private </a:t>
          </a:r>
          <a:br>
            <a:rPr lang="en-US" sz="2200" kern="1200" dirty="0"/>
          </a:br>
          <a:r>
            <a:rPr lang="en-US" sz="2200" kern="1200" dirty="0"/>
            <a:t>IP Addressing </a:t>
          </a:r>
        </a:p>
      </dsp:txBody>
      <dsp:txXfrm>
        <a:off x="38" y="3883"/>
        <a:ext cx="3685337" cy="1065600"/>
      </dsp:txXfrm>
    </dsp:sp>
    <dsp:sp modelId="{936AA929-BFD0-F64D-BC5E-3666725CE5CA}">
      <dsp:nvSpPr>
        <dsp:cNvPr id="0" name=""/>
        <dsp:cNvSpPr/>
      </dsp:nvSpPr>
      <dsp:spPr>
        <a:xfrm>
          <a:off x="38" y="1069483"/>
          <a:ext cx="3685337" cy="1878952"/>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20282F"/>
              </a:solidFill>
            </a:rPr>
            <a:t>Devices can self-assign an IP address when DHCP servers unavailable</a:t>
          </a:r>
        </a:p>
        <a:p>
          <a:pPr marL="228600" lvl="1" indent="-228600" algn="l" defTabSz="889000">
            <a:lnSpc>
              <a:spcPct val="90000"/>
            </a:lnSpc>
            <a:spcBef>
              <a:spcPct val="0"/>
            </a:spcBef>
            <a:spcAft>
              <a:spcPct val="15000"/>
            </a:spcAft>
            <a:buChar char="•"/>
          </a:pPr>
          <a:r>
            <a:rPr lang="en-US" sz="2000" kern="1200" dirty="0">
              <a:solidFill>
                <a:srgbClr val="20282F"/>
              </a:solidFill>
            </a:rPr>
            <a:t>Only for local </a:t>
          </a:r>
          <a:br>
            <a:rPr lang="en-US" sz="2000" kern="1200" dirty="0">
              <a:solidFill>
                <a:srgbClr val="20282F"/>
              </a:solidFill>
            </a:rPr>
          </a:br>
          <a:r>
            <a:rPr lang="en-US" sz="2000" kern="1200" dirty="0">
              <a:solidFill>
                <a:srgbClr val="20282F"/>
              </a:solidFill>
            </a:rPr>
            <a:t>network use</a:t>
          </a:r>
        </a:p>
      </dsp:txBody>
      <dsp:txXfrm>
        <a:off x="38" y="1069483"/>
        <a:ext cx="3685337" cy="1878952"/>
      </dsp:txXfrm>
    </dsp:sp>
    <dsp:sp modelId="{EA5D529B-D0D3-0F44-84E1-DCAAF624A797}">
      <dsp:nvSpPr>
        <dsp:cNvPr id="0" name=""/>
        <dsp:cNvSpPr/>
      </dsp:nvSpPr>
      <dsp:spPr>
        <a:xfrm>
          <a:off x="4201323" y="3883"/>
          <a:ext cx="3685337" cy="106560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t>How APIPA Works </a:t>
          </a:r>
          <a:br>
            <a:rPr lang="en-US" sz="2200" kern="1200" dirty="0"/>
          </a:br>
          <a:r>
            <a:rPr lang="en-US" sz="2200" kern="1200" dirty="0"/>
            <a:t>on a Device</a:t>
          </a:r>
        </a:p>
      </dsp:txBody>
      <dsp:txXfrm>
        <a:off x="4201323" y="3883"/>
        <a:ext cx="3685337" cy="1065600"/>
      </dsp:txXfrm>
    </dsp:sp>
    <dsp:sp modelId="{0BA1084F-4322-FB4B-91CA-77CCC6213236}">
      <dsp:nvSpPr>
        <dsp:cNvPr id="0" name=""/>
        <dsp:cNvSpPr/>
      </dsp:nvSpPr>
      <dsp:spPr>
        <a:xfrm>
          <a:off x="4201323" y="1069483"/>
          <a:ext cx="3685337" cy="1878952"/>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20282F"/>
              </a:solidFill>
            </a:rPr>
            <a:t>Assigns itself an address between 169.254.0.1 and 169.254.254.255</a:t>
          </a:r>
        </a:p>
        <a:p>
          <a:pPr marL="228600" lvl="1" indent="-228600" algn="l" defTabSz="889000">
            <a:lnSpc>
              <a:spcPct val="90000"/>
            </a:lnSpc>
            <a:spcBef>
              <a:spcPct val="0"/>
            </a:spcBef>
            <a:spcAft>
              <a:spcPct val="15000"/>
            </a:spcAft>
            <a:buChar char="•"/>
          </a:pPr>
          <a:r>
            <a:rPr lang="en-US" sz="2000" kern="1200" dirty="0">
              <a:solidFill>
                <a:srgbClr val="20282F"/>
              </a:solidFill>
            </a:rPr>
            <a:t>Uses ARP to ensure address is unique</a:t>
          </a:r>
        </a:p>
      </dsp:txBody>
      <dsp:txXfrm>
        <a:off x="4201323" y="1069483"/>
        <a:ext cx="3685337" cy="187895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048A03-6A0E-4F9B-B7F5-F54D63E5D66B}">
      <dsp:nvSpPr>
        <dsp:cNvPr id="0" name=""/>
        <dsp:cNvSpPr/>
      </dsp:nvSpPr>
      <dsp:spPr>
        <a:xfrm>
          <a:off x="0" y="345015"/>
          <a:ext cx="7886700" cy="121275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458216" rIns="612096"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20282F"/>
              </a:solidFill>
              <a:latin typeface="+mj-lt"/>
            </a:rPr>
            <a:t>Allows devices on an IPv6 network to configure their own IP addresses without DHCP</a:t>
          </a:r>
          <a:endParaRPr lang="en-US" sz="2000" kern="1200" dirty="0">
            <a:solidFill>
              <a:srgbClr val="20282F"/>
            </a:solidFill>
          </a:endParaRPr>
        </a:p>
      </dsp:txBody>
      <dsp:txXfrm>
        <a:off x="0" y="345015"/>
        <a:ext cx="7886700" cy="1212750"/>
      </dsp:txXfrm>
    </dsp:sp>
    <dsp:sp modelId="{F309349F-4B2B-45C2-8FB2-21EC8FAB5847}">
      <dsp:nvSpPr>
        <dsp:cNvPr id="0" name=""/>
        <dsp:cNvSpPr/>
      </dsp:nvSpPr>
      <dsp:spPr>
        <a:xfrm>
          <a:off x="394335" y="20295"/>
          <a:ext cx="5520690" cy="64944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977900">
            <a:lnSpc>
              <a:spcPct val="90000"/>
            </a:lnSpc>
            <a:spcBef>
              <a:spcPct val="0"/>
            </a:spcBef>
            <a:spcAft>
              <a:spcPct val="35000"/>
            </a:spcAft>
            <a:buNone/>
          </a:pPr>
          <a:r>
            <a:rPr lang="en-US" sz="2200" kern="1200" dirty="0">
              <a:latin typeface="+mj-lt"/>
            </a:rPr>
            <a:t>IPv6 Autoconfiguration Description</a:t>
          </a:r>
          <a:endParaRPr lang="en-US" sz="2200" kern="1200" dirty="0"/>
        </a:p>
      </dsp:txBody>
      <dsp:txXfrm>
        <a:off x="426038" y="51998"/>
        <a:ext cx="5457284" cy="586034"/>
      </dsp:txXfrm>
    </dsp:sp>
    <dsp:sp modelId="{0D2A6FC4-E627-420B-BDA9-4F3AC7C507A3}">
      <dsp:nvSpPr>
        <dsp:cNvPr id="0" name=""/>
        <dsp:cNvSpPr/>
      </dsp:nvSpPr>
      <dsp:spPr>
        <a:xfrm>
          <a:off x="0" y="2001285"/>
          <a:ext cx="7886700" cy="121275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458216" rIns="612096"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20282F"/>
              </a:solidFill>
              <a:latin typeface="+mj-lt"/>
            </a:rPr>
            <a:t>Stateless Address Autoconfiguration (SLAAC)</a:t>
          </a:r>
        </a:p>
        <a:p>
          <a:pPr marL="228600" lvl="1" indent="-228600" algn="l" defTabSz="889000">
            <a:lnSpc>
              <a:spcPct val="90000"/>
            </a:lnSpc>
            <a:spcBef>
              <a:spcPct val="0"/>
            </a:spcBef>
            <a:spcAft>
              <a:spcPct val="15000"/>
            </a:spcAft>
            <a:buChar char="•"/>
          </a:pPr>
          <a:r>
            <a:rPr lang="en-US" sz="2000" kern="1200" dirty="0">
              <a:solidFill>
                <a:srgbClr val="20282F"/>
              </a:solidFill>
              <a:latin typeface="+mj-lt"/>
            </a:rPr>
            <a:t>Stateful Address Autoconfiguration (DHCPv6)</a:t>
          </a:r>
        </a:p>
      </dsp:txBody>
      <dsp:txXfrm>
        <a:off x="0" y="2001285"/>
        <a:ext cx="7886700" cy="1212750"/>
      </dsp:txXfrm>
    </dsp:sp>
    <dsp:sp modelId="{AE7D8B34-8549-4D4C-A894-00D1BFD062EC}">
      <dsp:nvSpPr>
        <dsp:cNvPr id="0" name=""/>
        <dsp:cNvSpPr/>
      </dsp:nvSpPr>
      <dsp:spPr>
        <a:xfrm>
          <a:off x="394335" y="1676565"/>
          <a:ext cx="5520690" cy="64944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977900">
            <a:lnSpc>
              <a:spcPct val="90000"/>
            </a:lnSpc>
            <a:spcBef>
              <a:spcPct val="0"/>
            </a:spcBef>
            <a:spcAft>
              <a:spcPct val="35000"/>
            </a:spcAft>
            <a:buNone/>
          </a:pPr>
          <a:r>
            <a:rPr lang="en-US" sz="2200" kern="1200" dirty="0">
              <a:latin typeface="+mj-lt"/>
            </a:rPr>
            <a:t>Types</a:t>
          </a:r>
        </a:p>
      </dsp:txBody>
      <dsp:txXfrm>
        <a:off x="426038" y="1708268"/>
        <a:ext cx="5457284" cy="58603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9D11D8-9307-4733-84BD-76CBAF47373D}">
      <dsp:nvSpPr>
        <dsp:cNvPr id="0" name=""/>
        <dsp:cNvSpPr/>
      </dsp:nvSpPr>
      <dsp:spPr>
        <a:xfrm>
          <a:off x="962" y="0"/>
          <a:ext cx="2503103" cy="2952320"/>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rgbClr val="20282F"/>
              </a:solidFill>
            </a:rPr>
            <a:t>Function</a:t>
          </a:r>
        </a:p>
      </dsp:txBody>
      <dsp:txXfrm>
        <a:off x="962" y="0"/>
        <a:ext cx="2503103" cy="885696"/>
      </dsp:txXfrm>
    </dsp:sp>
    <dsp:sp modelId="{9F971E71-338F-429B-BE7C-96331297681C}">
      <dsp:nvSpPr>
        <dsp:cNvPr id="0" name=""/>
        <dsp:cNvSpPr/>
      </dsp:nvSpPr>
      <dsp:spPr>
        <a:xfrm>
          <a:off x="251273" y="885948"/>
          <a:ext cx="2002482" cy="5800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dirty="0"/>
            <a:t>Link-local address configuration</a:t>
          </a:r>
        </a:p>
      </dsp:txBody>
      <dsp:txXfrm>
        <a:off x="268261" y="902936"/>
        <a:ext cx="1968506" cy="546036"/>
      </dsp:txXfrm>
    </dsp:sp>
    <dsp:sp modelId="{3CEDB82C-ED13-4FCB-BC13-FDA8D4377380}">
      <dsp:nvSpPr>
        <dsp:cNvPr id="0" name=""/>
        <dsp:cNvSpPr/>
      </dsp:nvSpPr>
      <dsp:spPr>
        <a:xfrm>
          <a:off x="251273" y="1555193"/>
          <a:ext cx="2002482" cy="5800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dirty="0"/>
            <a:t>EUI-64 interface identifier</a:t>
          </a:r>
        </a:p>
      </dsp:txBody>
      <dsp:txXfrm>
        <a:off x="268261" y="1572181"/>
        <a:ext cx="1968506" cy="546036"/>
      </dsp:txXfrm>
    </dsp:sp>
    <dsp:sp modelId="{AF6D2EBF-34DF-45A2-96BB-30F49F0C7ECF}">
      <dsp:nvSpPr>
        <dsp:cNvPr id="0" name=""/>
        <dsp:cNvSpPr/>
      </dsp:nvSpPr>
      <dsp:spPr>
        <a:xfrm>
          <a:off x="251273" y="2224439"/>
          <a:ext cx="2002482" cy="5800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dirty="0"/>
            <a:t>Duplicate Address Detection (DAD)</a:t>
          </a:r>
        </a:p>
      </dsp:txBody>
      <dsp:txXfrm>
        <a:off x="268261" y="2241427"/>
        <a:ext cx="1968506" cy="546036"/>
      </dsp:txXfrm>
    </dsp:sp>
    <dsp:sp modelId="{4F21E637-AD10-453D-814E-014E2B5348DE}">
      <dsp:nvSpPr>
        <dsp:cNvPr id="0" name=""/>
        <dsp:cNvSpPr/>
      </dsp:nvSpPr>
      <dsp:spPr>
        <a:xfrm>
          <a:off x="2691798" y="0"/>
          <a:ext cx="2503103" cy="2952320"/>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rgbClr val="20282F"/>
              </a:solidFill>
            </a:rPr>
            <a:t>Advantages</a:t>
          </a:r>
          <a:r>
            <a:rPr lang="en-US" sz="2800" kern="1200" dirty="0">
              <a:solidFill>
                <a:srgbClr val="20282F"/>
              </a:solidFill>
            </a:rPr>
            <a:t> </a:t>
          </a:r>
        </a:p>
      </dsp:txBody>
      <dsp:txXfrm>
        <a:off x="2691798" y="0"/>
        <a:ext cx="2503103" cy="885696"/>
      </dsp:txXfrm>
    </dsp:sp>
    <dsp:sp modelId="{E5DFB183-15D6-4064-A9F0-147E17B64AC2}">
      <dsp:nvSpPr>
        <dsp:cNvPr id="0" name=""/>
        <dsp:cNvSpPr/>
      </dsp:nvSpPr>
      <dsp:spPr>
        <a:xfrm>
          <a:off x="2942108" y="886560"/>
          <a:ext cx="2002482" cy="89016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dirty="0"/>
            <a:t>Simplified network configuration</a:t>
          </a:r>
        </a:p>
      </dsp:txBody>
      <dsp:txXfrm>
        <a:off x="2968180" y="912632"/>
        <a:ext cx="1950338" cy="838020"/>
      </dsp:txXfrm>
    </dsp:sp>
    <dsp:sp modelId="{47E52A67-D0A9-442E-A9AB-5F910518E110}">
      <dsp:nvSpPr>
        <dsp:cNvPr id="0" name=""/>
        <dsp:cNvSpPr/>
      </dsp:nvSpPr>
      <dsp:spPr>
        <a:xfrm>
          <a:off x="2942108" y="1913674"/>
          <a:ext cx="2002482" cy="89016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dirty="0"/>
            <a:t>No need for a central server</a:t>
          </a:r>
        </a:p>
      </dsp:txBody>
      <dsp:txXfrm>
        <a:off x="2968180" y="1939746"/>
        <a:ext cx="1950338" cy="838020"/>
      </dsp:txXfrm>
    </dsp:sp>
    <dsp:sp modelId="{77D2B71F-647A-4A92-A318-1E1E94A53ADE}">
      <dsp:nvSpPr>
        <dsp:cNvPr id="0" name=""/>
        <dsp:cNvSpPr/>
      </dsp:nvSpPr>
      <dsp:spPr>
        <a:xfrm>
          <a:off x="5382634" y="0"/>
          <a:ext cx="2503103" cy="2952320"/>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rgbClr val="20282F"/>
              </a:solidFill>
            </a:rPr>
            <a:t>Limitations </a:t>
          </a:r>
        </a:p>
      </dsp:txBody>
      <dsp:txXfrm>
        <a:off x="5382634" y="0"/>
        <a:ext cx="2503103" cy="885696"/>
      </dsp:txXfrm>
    </dsp:sp>
    <dsp:sp modelId="{EC5CA1E7-854F-49CF-846A-FA9A7BB044FB}">
      <dsp:nvSpPr>
        <dsp:cNvPr id="0" name=""/>
        <dsp:cNvSpPr/>
      </dsp:nvSpPr>
      <dsp:spPr>
        <a:xfrm>
          <a:off x="5632944" y="886560"/>
          <a:ext cx="2002482" cy="89016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dirty="0"/>
            <a:t>Does not provide DNS server addresses </a:t>
          </a:r>
        </a:p>
      </dsp:txBody>
      <dsp:txXfrm>
        <a:off x="5659016" y="912632"/>
        <a:ext cx="1950338" cy="838020"/>
      </dsp:txXfrm>
    </dsp:sp>
    <dsp:sp modelId="{732A3C6C-5516-4A35-B569-7061207AA337}">
      <dsp:nvSpPr>
        <dsp:cNvPr id="0" name=""/>
        <dsp:cNvSpPr/>
      </dsp:nvSpPr>
      <dsp:spPr>
        <a:xfrm>
          <a:off x="5632944" y="1913674"/>
          <a:ext cx="2002482" cy="89016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dirty="0"/>
            <a:t>Limited adoption in certain environments</a:t>
          </a:r>
        </a:p>
      </dsp:txBody>
      <dsp:txXfrm>
        <a:off x="5659016" y="1939746"/>
        <a:ext cx="1950338" cy="83802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DE69C3-B1F8-4608-A405-70867FE79E7B}">
      <dsp:nvSpPr>
        <dsp:cNvPr id="0" name=""/>
        <dsp:cNvSpPr/>
      </dsp:nvSpPr>
      <dsp:spPr>
        <a:xfrm>
          <a:off x="962" y="0"/>
          <a:ext cx="2503103" cy="2926682"/>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rgbClr val="20282F"/>
              </a:solidFill>
            </a:rPr>
            <a:t>Function</a:t>
          </a:r>
        </a:p>
      </dsp:txBody>
      <dsp:txXfrm>
        <a:off x="962" y="0"/>
        <a:ext cx="2503103" cy="878004"/>
      </dsp:txXfrm>
    </dsp:sp>
    <dsp:sp modelId="{8E52F156-A0F2-4304-8110-3323F6949FCA}">
      <dsp:nvSpPr>
        <dsp:cNvPr id="0" name=""/>
        <dsp:cNvSpPr/>
      </dsp:nvSpPr>
      <dsp:spPr>
        <a:xfrm>
          <a:off x="251273" y="878254"/>
          <a:ext cx="2002482" cy="5749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dirty="0"/>
            <a:t>DHCPv6 request </a:t>
          </a:r>
          <a:br>
            <a:rPr lang="en-US" sz="1500" kern="1200" dirty="0"/>
          </a:br>
          <a:r>
            <a:rPr lang="en-US" sz="1500" kern="1200" dirty="0"/>
            <a:t>and response</a:t>
          </a:r>
        </a:p>
      </dsp:txBody>
      <dsp:txXfrm>
        <a:off x="268113" y="895094"/>
        <a:ext cx="1968802" cy="541295"/>
      </dsp:txXfrm>
    </dsp:sp>
    <dsp:sp modelId="{AAAF8E52-7C74-4475-A913-C121107DF381}">
      <dsp:nvSpPr>
        <dsp:cNvPr id="0" name=""/>
        <dsp:cNvSpPr/>
      </dsp:nvSpPr>
      <dsp:spPr>
        <a:xfrm>
          <a:off x="251273" y="1541688"/>
          <a:ext cx="2002482" cy="5749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dirty="0"/>
            <a:t>Address assignment and management</a:t>
          </a:r>
        </a:p>
      </dsp:txBody>
      <dsp:txXfrm>
        <a:off x="268113" y="1558528"/>
        <a:ext cx="1968802" cy="541295"/>
      </dsp:txXfrm>
    </dsp:sp>
    <dsp:sp modelId="{B6186716-B15B-460F-8322-44A0185E40B9}">
      <dsp:nvSpPr>
        <dsp:cNvPr id="0" name=""/>
        <dsp:cNvSpPr/>
      </dsp:nvSpPr>
      <dsp:spPr>
        <a:xfrm>
          <a:off x="251273" y="2205121"/>
          <a:ext cx="2002482" cy="5749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dirty="0"/>
            <a:t>Lease time and renewal</a:t>
          </a:r>
        </a:p>
      </dsp:txBody>
      <dsp:txXfrm>
        <a:off x="268113" y="2221961"/>
        <a:ext cx="1968802" cy="541295"/>
      </dsp:txXfrm>
    </dsp:sp>
    <dsp:sp modelId="{0ABE384F-2465-401C-A221-78362A253E68}">
      <dsp:nvSpPr>
        <dsp:cNvPr id="0" name=""/>
        <dsp:cNvSpPr/>
      </dsp:nvSpPr>
      <dsp:spPr>
        <a:xfrm>
          <a:off x="2691798" y="0"/>
          <a:ext cx="2503103" cy="2926682"/>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rgbClr val="20282F"/>
              </a:solidFill>
            </a:rPr>
            <a:t>Advantages</a:t>
          </a:r>
        </a:p>
      </dsp:txBody>
      <dsp:txXfrm>
        <a:off x="2691798" y="0"/>
        <a:ext cx="2503103" cy="878004"/>
      </dsp:txXfrm>
    </dsp:sp>
    <dsp:sp modelId="{7AD142A2-864B-4308-BD76-8910DF3E0D31}">
      <dsp:nvSpPr>
        <dsp:cNvPr id="0" name=""/>
        <dsp:cNvSpPr/>
      </dsp:nvSpPr>
      <dsp:spPr>
        <a:xfrm>
          <a:off x="2942108" y="878862"/>
          <a:ext cx="2002482" cy="8824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dirty="0"/>
            <a:t>Centralized control </a:t>
          </a:r>
        </a:p>
      </dsp:txBody>
      <dsp:txXfrm>
        <a:off x="2967954" y="904708"/>
        <a:ext cx="1950790" cy="830742"/>
      </dsp:txXfrm>
    </dsp:sp>
    <dsp:sp modelId="{32A93ABF-2282-4556-B9E3-2D08C2EDE348}">
      <dsp:nvSpPr>
        <dsp:cNvPr id="0" name=""/>
        <dsp:cNvSpPr/>
      </dsp:nvSpPr>
      <dsp:spPr>
        <a:xfrm>
          <a:off x="2942108" y="1897055"/>
          <a:ext cx="2002482" cy="8824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dirty="0"/>
            <a:t>Extensive network configuration options</a:t>
          </a:r>
        </a:p>
      </dsp:txBody>
      <dsp:txXfrm>
        <a:off x="2967954" y="1922901"/>
        <a:ext cx="1950790" cy="830742"/>
      </dsp:txXfrm>
    </dsp:sp>
    <dsp:sp modelId="{8E5EFB21-5577-4896-8DBF-822F16C9766D}">
      <dsp:nvSpPr>
        <dsp:cNvPr id="0" name=""/>
        <dsp:cNvSpPr/>
      </dsp:nvSpPr>
      <dsp:spPr>
        <a:xfrm>
          <a:off x="5382634" y="0"/>
          <a:ext cx="2503103" cy="2926682"/>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rgbClr val="20282F"/>
              </a:solidFill>
            </a:rPr>
            <a:t>Limitations</a:t>
          </a:r>
        </a:p>
      </dsp:txBody>
      <dsp:txXfrm>
        <a:off x="5382634" y="0"/>
        <a:ext cx="2503103" cy="878004"/>
      </dsp:txXfrm>
    </dsp:sp>
    <dsp:sp modelId="{933BB271-7261-41F6-B89D-56C9CDFF6E20}">
      <dsp:nvSpPr>
        <dsp:cNvPr id="0" name=""/>
        <dsp:cNvSpPr/>
      </dsp:nvSpPr>
      <dsp:spPr>
        <a:xfrm>
          <a:off x="5632944" y="878862"/>
          <a:ext cx="2002482" cy="8824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dirty="0"/>
            <a:t>Requires dedicates server setup</a:t>
          </a:r>
        </a:p>
      </dsp:txBody>
      <dsp:txXfrm>
        <a:off x="5658790" y="904708"/>
        <a:ext cx="1950790" cy="830742"/>
      </dsp:txXfrm>
    </dsp:sp>
    <dsp:sp modelId="{04AC0DAA-ECC3-4C95-A6F2-4917078E3EE1}">
      <dsp:nvSpPr>
        <dsp:cNvPr id="0" name=""/>
        <dsp:cNvSpPr/>
      </dsp:nvSpPr>
      <dsp:spPr>
        <a:xfrm>
          <a:off x="5632944" y="1897055"/>
          <a:ext cx="2002482" cy="8824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dirty="0"/>
            <a:t>More complex than SLAAC</a:t>
          </a:r>
        </a:p>
      </dsp:txBody>
      <dsp:txXfrm>
        <a:off x="5658790" y="1922901"/>
        <a:ext cx="1950790" cy="83074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1084F3-7AE2-4DE7-B754-D9200C94EF73}">
      <dsp:nvSpPr>
        <dsp:cNvPr id="0" name=""/>
        <dsp:cNvSpPr/>
      </dsp:nvSpPr>
      <dsp:spPr>
        <a:xfrm>
          <a:off x="0" y="287203"/>
          <a:ext cx="7886700" cy="1258424"/>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54076" rIns="612096"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rgbClr val="20282F"/>
              </a:solidFill>
            </a:rPr>
            <a:t>Cisco network device feature</a:t>
          </a:r>
        </a:p>
        <a:p>
          <a:pPr marL="171450" lvl="1" indent="-171450" algn="l" defTabSz="711200">
            <a:lnSpc>
              <a:spcPct val="90000"/>
            </a:lnSpc>
            <a:spcBef>
              <a:spcPct val="0"/>
            </a:spcBef>
            <a:spcAft>
              <a:spcPct val="15000"/>
            </a:spcAft>
            <a:buChar char="•"/>
          </a:pPr>
          <a:r>
            <a:rPr lang="en-US" sz="1600" kern="1200" dirty="0">
              <a:solidFill>
                <a:srgbClr val="20282F"/>
              </a:solidFill>
            </a:rPr>
            <a:t>Forwards DHCP and other broadcast traffic across </a:t>
          </a:r>
          <a:br>
            <a:rPr lang="en-US" sz="1600" kern="1200" dirty="0">
              <a:solidFill>
                <a:srgbClr val="20282F"/>
              </a:solidFill>
            </a:rPr>
          </a:br>
          <a:r>
            <a:rPr lang="en-US" sz="1600" kern="1200" dirty="0">
              <a:solidFill>
                <a:srgbClr val="20282F"/>
              </a:solidFill>
            </a:rPr>
            <a:t>different subnets</a:t>
          </a:r>
        </a:p>
      </dsp:txBody>
      <dsp:txXfrm>
        <a:off x="0" y="287203"/>
        <a:ext cx="7886700" cy="1258424"/>
      </dsp:txXfrm>
    </dsp:sp>
    <dsp:sp modelId="{531903AD-2888-47D4-8F33-879461E0A97F}">
      <dsp:nvSpPr>
        <dsp:cNvPr id="0" name=""/>
        <dsp:cNvSpPr/>
      </dsp:nvSpPr>
      <dsp:spPr>
        <a:xfrm>
          <a:off x="394335" y="36283"/>
          <a:ext cx="5520690" cy="50184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800100">
            <a:lnSpc>
              <a:spcPct val="90000"/>
            </a:lnSpc>
            <a:spcBef>
              <a:spcPct val="0"/>
            </a:spcBef>
            <a:spcAft>
              <a:spcPct val="35000"/>
            </a:spcAft>
            <a:buNone/>
          </a:pPr>
          <a:r>
            <a:rPr lang="en-US" sz="1800" b="1" kern="1200" dirty="0"/>
            <a:t>IP Helper </a:t>
          </a:r>
        </a:p>
      </dsp:txBody>
      <dsp:txXfrm>
        <a:off x="418833" y="60781"/>
        <a:ext cx="5471694" cy="452844"/>
      </dsp:txXfrm>
    </dsp:sp>
    <dsp:sp modelId="{57FA4688-F975-48B8-AAEA-8D6D1A68EF6C}">
      <dsp:nvSpPr>
        <dsp:cNvPr id="0" name=""/>
        <dsp:cNvSpPr/>
      </dsp:nvSpPr>
      <dsp:spPr>
        <a:xfrm>
          <a:off x="0" y="1888348"/>
          <a:ext cx="7886700" cy="1258424"/>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54076" rIns="612096"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rgbClr val="20282F"/>
              </a:solidFill>
            </a:rPr>
            <a:t>Translates broadcasts to unicast to cross subnet boundaries</a:t>
          </a:r>
        </a:p>
        <a:p>
          <a:pPr marL="171450" lvl="1" indent="-171450" algn="l" defTabSz="711200">
            <a:lnSpc>
              <a:spcPct val="90000"/>
            </a:lnSpc>
            <a:spcBef>
              <a:spcPct val="0"/>
            </a:spcBef>
            <a:spcAft>
              <a:spcPct val="15000"/>
            </a:spcAft>
            <a:buChar char="•"/>
          </a:pPr>
          <a:r>
            <a:rPr lang="en-US" sz="1600" kern="1200" dirty="0">
              <a:solidFill>
                <a:srgbClr val="20282F"/>
              </a:solidFill>
            </a:rPr>
            <a:t>Sends DHCP requests from clients to a server in a </a:t>
          </a:r>
          <a:br>
            <a:rPr lang="en-US" sz="1600" kern="1200" dirty="0">
              <a:solidFill>
                <a:srgbClr val="20282F"/>
              </a:solidFill>
            </a:rPr>
          </a:br>
          <a:r>
            <a:rPr lang="en-US" sz="1600" kern="1200" dirty="0">
              <a:solidFill>
                <a:srgbClr val="20282F"/>
              </a:solidFill>
            </a:rPr>
            <a:t>different subnet</a:t>
          </a:r>
        </a:p>
      </dsp:txBody>
      <dsp:txXfrm>
        <a:off x="0" y="1888348"/>
        <a:ext cx="7886700" cy="1258424"/>
      </dsp:txXfrm>
    </dsp:sp>
    <dsp:sp modelId="{A29E98FE-8355-41A6-82A5-00635453E3DA}">
      <dsp:nvSpPr>
        <dsp:cNvPr id="0" name=""/>
        <dsp:cNvSpPr/>
      </dsp:nvSpPr>
      <dsp:spPr>
        <a:xfrm>
          <a:off x="394335" y="1637428"/>
          <a:ext cx="5520690" cy="50184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800100">
            <a:lnSpc>
              <a:spcPct val="90000"/>
            </a:lnSpc>
            <a:spcBef>
              <a:spcPct val="0"/>
            </a:spcBef>
            <a:spcAft>
              <a:spcPct val="35000"/>
            </a:spcAft>
            <a:buNone/>
          </a:pPr>
          <a:r>
            <a:rPr lang="en-US" sz="1800" b="1" kern="1200" dirty="0"/>
            <a:t>Functionality</a:t>
          </a:r>
        </a:p>
      </dsp:txBody>
      <dsp:txXfrm>
        <a:off x="418833" y="1661926"/>
        <a:ext cx="5471694" cy="45284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6434E2-F23B-4ACA-A14B-CD7DF18EA3B3}">
      <dsp:nvSpPr>
        <dsp:cNvPr id="0" name=""/>
        <dsp:cNvSpPr/>
      </dsp:nvSpPr>
      <dsp:spPr>
        <a:xfrm>
          <a:off x="36227" y="0"/>
          <a:ext cx="2930000" cy="1627778"/>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Client received address already </a:t>
          </a:r>
          <a:br>
            <a:rPr lang="en-US" sz="2200" kern="1200" dirty="0"/>
          </a:br>
          <a:r>
            <a:rPr lang="en-US" sz="2200" kern="1200" dirty="0"/>
            <a:t>in use</a:t>
          </a:r>
        </a:p>
      </dsp:txBody>
      <dsp:txXfrm>
        <a:off x="83903" y="47676"/>
        <a:ext cx="2834648" cy="153242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6434E2-F23B-4ACA-A14B-CD7DF18EA3B3}">
      <dsp:nvSpPr>
        <dsp:cNvPr id="0" name=""/>
        <dsp:cNvSpPr/>
      </dsp:nvSpPr>
      <dsp:spPr>
        <a:xfrm>
          <a:off x="0" y="0"/>
          <a:ext cx="2930002" cy="1627778"/>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Client is unable </a:t>
          </a:r>
          <a:br>
            <a:rPr lang="en-US" sz="2200" kern="1200" dirty="0"/>
          </a:br>
          <a:r>
            <a:rPr lang="en-US" sz="2200" kern="1200" dirty="0"/>
            <a:t>to reach external networks</a:t>
          </a:r>
        </a:p>
      </dsp:txBody>
      <dsp:txXfrm>
        <a:off x="47676" y="47676"/>
        <a:ext cx="2834650" cy="153242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77D259-D605-3E48-855D-EAAFE15C725B}">
      <dsp:nvSpPr>
        <dsp:cNvPr id="0" name=""/>
        <dsp:cNvSpPr/>
      </dsp:nvSpPr>
      <dsp:spPr>
        <a:xfrm>
          <a:off x="38" y="10293"/>
          <a:ext cx="3685337" cy="662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t>Host Names </a:t>
          </a:r>
        </a:p>
      </dsp:txBody>
      <dsp:txXfrm>
        <a:off x="38" y="10293"/>
        <a:ext cx="3685337" cy="662400"/>
      </dsp:txXfrm>
    </dsp:sp>
    <dsp:sp modelId="{B307D86F-F064-C746-BF01-0153800A814D}">
      <dsp:nvSpPr>
        <dsp:cNvPr id="0" name=""/>
        <dsp:cNvSpPr/>
      </dsp:nvSpPr>
      <dsp:spPr>
        <a:xfrm>
          <a:off x="38" y="672693"/>
          <a:ext cx="3685337" cy="2299495"/>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20282F"/>
              </a:solidFill>
            </a:rPr>
            <a:t>Local identifiers </a:t>
          </a:r>
        </a:p>
        <a:p>
          <a:pPr marL="228600" lvl="1" indent="-228600" algn="l" defTabSz="889000">
            <a:lnSpc>
              <a:spcPct val="90000"/>
            </a:lnSpc>
            <a:spcBef>
              <a:spcPct val="0"/>
            </a:spcBef>
            <a:spcAft>
              <a:spcPct val="15000"/>
            </a:spcAft>
            <a:buChar char="•"/>
          </a:pPr>
          <a:r>
            <a:rPr lang="en-US" sz="2000" kern="1200" dirty="0">
              <a:solidFill>
                <a:srgbClr val="20282F"/>
              </a:solidFill>
            </a:rPr>
            <a:t>Assigned by administrator</a:t>
          </a:r>
        </a:p>
        <a:p>
          <a:pPr marL="228600" lvl="1" indent="-228600" algn="l" defTabSz="889000">
            <a:lnSpc>
              <a:spcPct val="90000"/>
            </a:lnSpc>
            <a:spcBef>
              <a:spcPct val="0"/>
            </a:spcBef>
            <a:spcAft>
              <a:spcPct val="15000"/>
            </a:spcAft>
            <a:buChar char="•"/>
          </a:pPr>
          <a:r>
            <a:rPr lang="en-US" sz="2000" kern="1200" dirty="0">
              <a:solidFill>
                <a:srgbClr val="20282F"/>
              </a:solidFill>
            </a:rPr>
            <a:t>Human-friendly names</a:t>
          </a:r>
        </a:p>
        <a:p>
          <a:pPr marL="228600" lvl="1" indent="-228600" algn="l" defTabSz="889000">
            <a:lnSpc>
              <a:spcPct val="90000"/>
            </a:lnSpc>
            <a:spcBef>
              <a:spcPct val="0"/>
            </a:spcBef>
            <a:spcAft>
              <a:spcPct val="15000"/>
            </a:spcAft>
            <a:buChar char="•"/>
          </a:pPr>
          <a:r>
            <a:rPr lang="en-US" sz="2000" kern="1200" dirty="0">
              <a:solidFill>
                <a:srgbClr val="20282F"/>
              </a:solidFill>
            </a:rPr>
            <a:t>Unique on the </a:t>
          </a:r>
          <a:br>
            <a:rPr lang="en-US" sz="2000" kern="1200" dirty="0">
              <a:solidFill>
                <a:srgbClr val="20282F"/>
              </a:solidFill>
            </a:rPr>
          </a:br>
          <a:r>
            <a:rPr lang="en-US" sz="2000" kern="1200" dirty="0">
              <a:solidFill>
                <a:srgbClr val="20282F"/>
              </a:solidFill>
            </a:rPr>
            <a:t>local network</a:t>
          </a:r>
        </a:p>
      </dsp:txBody>
      <dsp:txXfrm>
        <a:off x="38" y="672693"/>
        <a:ext cx="3685337" cy="2299495"/>
      </dsp:txXfrm>
    </dsp:sp>
    <dsp:sp modelId="{3BF061D7-419E-E043-A2E8-7FC54FDE7B5D}">
      <dsp:nvSpPr>
        <dsp:cNvPr id="0" name=""/>
        <dsp:cNvSpPr/>
      </dsp:nvSpPr>
      <dsp:spPr>
        <a:xfrm>
          <a:off x="4201323" y="10293"/>
          <a:ext cx="3685337" cy="662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t>Domain Names</a:t>
          </a:r>
        </a:p>
      </dsp:txBody>
      <dsp:txXfrm>
        <a:off x="4201323" y="10293"/>
        <a:ext cx="3685337" cy="662400"/>
      </dsp:txXfrm>
    </dsp:sp>
    <dsp:sp modelId="{AF0663B1-90B3-1D41-BA5F-7DE0269FD418}">
      <dsp:nvSpPr>
        <dsp:cNvPr id="0" name=""/>
        <dsp:cNvSpPr/>
      </dsp:nvSpPr>
      <dsp:spPr>
        <a:xfrm>
          <a:off x="4201323" y="672693"/>
          <a:ext cx="3685337" cy="2299495"/>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20282F"/>
              </a:solidFill>
            </a:rPr>
            <a:t>Global identifiers </a:t>
          </a:r>
        </a:p>
        <a:p>
          <a:pPr marL="228600" lvl="1" indent="-228600" algn="l" defTabSz="889000">
            <a:lnSpc>
              <a:spcPct val="90000"/>
            </a:lnSpc>
            <a:spcBef>
              <a:spcPct val="0"/>
            </a:spcBef>
            <a:spcAft>
              <a:spcPct val="15000"/>
            </a:spcAft>
            <a:buChar char="•"/>
          </a:pPr>
          <a:r>
            <a:rPr lang="en-US" sz="2000" kern="1200" dirty="0">
              <a:solidFill>
                <a:srgbClr val="20282F"/>
              </a:solidFill>
            </a:rPr>
            <a:t>Hierarchical structure</a:t>
          </a:r>
        </a:p>
        <a:p>
          <a:pPr marL="228600" lvl="1" indent="-228600" algn="l" defTabSz="889000">
            <a:lnSpc>
              <a:spcPct val="90000"/>
            </a:lnSpc>
            <a:spcBef>
              <a:spcPct val="0"/>
            </a:spcBef>
            <a:spcAft>
              <a:spcPct val="15000"/>
            </a:spcAft>
            <a:buChar char="•"/>
          </a:pPr>
          <a:r>
            <a:rPr lang="en-US" sz="2000" kern="1200" dirty="0">
              <a:solidFill>
                <a:srgbClr val="20282F"/>
              </a:solidFill>
            </a:rPr>
            <a:t>Avoids duplications </a:t>
          </a:r>
          <a:br>
            <a:rPr lang="en-US" sz="2000" kern="1200" dirty="0">
              <a:solidFill>
                <a:srgbClr val="20282F"/>
              </a:solidFill>
            </a:rPr>
          </a:br>
          <a:r>
            <a:rPr lang="en-US" sz="2000" kern="1200" dirty="0">
              <a:solidFill>
                <a:srgbClr val="20282F"/>
              </a:solidFill>
            </a:rPr>
            <a:t>on the Internet</a:t>
          </a:r>
        </a:p>
        <a:p>
          <a:pPr marL="228600" lvl="1" indent="-228600" algn="l" defTabSz="889000">
            <a:lnSpc>
              <a:spcPct val="90000"/>
            </a:lnSpc>
            <a:spcBef>
              <a:spcPct val="0"/>
            </a:spcBef>
            <a:spcAft>
              <a:spcPct val="15000"/>
            </a:spcAft>
            <a:buChar char="•"/>
          </a:pPr>
          <a:r>
            <a:rPr lang="en-US" sz="2000" kern="1200" dirty="0">
              <a:solidFill>
                <a:srgbClr val="20282F"/>
              </a:solidFill>
            </a:rPr>
            <a:t>Registered with </a:t>
          </a:r>
          <a:br>
            <a:rPr lang="en-US" sz="2000" kern="1200" dirty="0">
              <a:solidFill>
                <a:srgbClr val="20282F"/>
              </a:solidFill>
            </a:rPr>
          </a:br>
          <a:r>
            <a:rPr lang="en-US" sz="2000" kern="1200" dirty="0">
              <a:solidFill>
                <a:srgbClr val="20282F"/>
              </a:solidFill>
            </a:rPr>
            <a:t>a registrar</a:t>
          </a:r>
        </a:p>
      </dsp:txBody>
      <dsp:txXfrm>
        <a:off x="4201323" y="672693"/>
        <a:ext cx="3685337" cy="2299495"/>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26118F-DA6C-3240-875E-E06A639A3DB9}">
      <dsp:nvSpPr>
        <dsp:cNvPr id="0" name=""/>
        <dsp:cNvSpPr/>
      </dsp:nvSpPr>
      <dsp:spPr>
        <a:xfrm>
          <a:off x="3558835" y="193980"/>
          <a:ext cx="963694" cy="64246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Root DNS Servers</a:t>
          </a:r>
        </a:p>
      </dsp:txBody>
      <dsp:txXfrm>
        <a:off x="3577652" y="212797"/>
        <a:ext cx="926060" cy="604829"/>
      </dsp:txXfrm>
    </dsp:sp>
    <dsp:sp modelId="{4C10371F-87B6-7045-8922-7446E78FA430}">
      <dsp:nvSpPr>
        <dsp:cNvPr id="0" name=""/>
        <dsp:cNvSpPr/>
      </dsp:nvSpPr>
      <dsp:spPr>
        <a:xfrm>
          <a:off x="1773333" y="836443"/>
          <a:ext cx="2267349" cy="256985"/>
        </a:xfrm>
        <a:custGeom>
          <a:avLst/>
          <a:gdLst/>
          <a:ahLst/>
          <a:cxnLst/>
          <a:rect l="0" t="0" r="0" b="0"/>
          <a:pathLst>
            <a:path>
              <a:moveTo>
                <a:pt x="2267349" y="0"/>
              </a:moveTo>
              <a:lnTo>
                <a:pt x="2267349" y="128492"/>
              </a:lnTo>
              <a:lnTo>
                <a:pt x="0" y="128492"/>
              </a:lnTo>
              <a:lnTo>
                <a:pt x="0" y="25698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FB7E59-2B24-AD4E-8DBD-6F14EA63BDC2}">
      <dsp:nvSpPr>
        <dsp:cNvPr id="0" name=""/>
        <dsp:cNvSpPr/>
      </dsp:nvSpPr>
      <dsp:spPr>
        <a:xfrm>
          <a:off x="1291486" y="1093428"/>
          <a:ext cx="963694" cy="64246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.com DNS Servers</a:t>
          </a:r>
        </a:p>
      </dsp:txBody>
      <dsp:txXfrm>
        <a:off x="1310303" y="1112245"/>
        <a:ext cx="926060" cy="604829"/>
      </dsp:txXfrm>
    </dsp:sp>
    <dsp:sp modelId="{37D6FC11-B3DA-B343-8DC5-D3B000DF2230}">
      <dsp:nvSpPr>
        <dsp:cNvPr id="0" name=""/>
        <dsp:cNvSpPr/>
      </dsp:nvSpPr>
      <dsp:spPr>
        <a:xfrm>
          <a:off x="1249228" y="1735891"/>
          <a:ext cx="524105" cy="256985"/>
        </a:xfrm>
        <a:custGeom>
          <a:avLst/>
          <a:gdLst/>
          <a:ahLst/>
          <a:cxnLst/>
          <a:rect l="0" t="0" r="0" b="0"/>
          <a:pathLst>
            <a:path>
              <a:moveTo>
                <a:pt x="524105" y="0"/>
              </a:moveTo>
              <a:lnTo>
                <a:pt x="524105" y="128492"/>
              </a:lnTo>
              <a:lnTo>
                <a:pt x="0" y="128492"/>
              </a:lnTo>
              <a:lnTo>
                <a:pt x="0" y="2569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F0A163-BA7F-454D-A9CB-A3926F786ED0}">
      <dsp:nvSpPr>
        <dsp:cNvPr id="0" name=""/>
        <dsp:cNvSpPr/>
      </dsp:nvSpPr>
      <dsp:spPr>
        <a:xfrm>
          <a:off x="684117" y="1992877"/>
          <a:ext cx="1130220" cy="64246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Cisco.com DNS Servers</a:t>
          </a:r>
        </a:p>
      </dsp:txBody>
      <dsp:txXfrm>
        <a:off x="702934" y="2011694"/>
        <a:ext cx="1092586" cy="604829"/>
      </dsp:txXfrm>
    </dsp:sp>
    <dsp:sp modelId="{CCDA2350-206B-C849-8668-3FDFCC7E6F4C}">
      <dsp:nvSpPr>
        <dsp:cNvPr id="0" name=""/>
        <dsp:cNvSpPr/>
      </dsp:nvSpPr>
      <dsp:spPr>
        <a:xfrm>
          <a:off x="1773333" y="1735891"/>
          <a:ext cx="680406" cy="256985"/>
        </a:xfrm>
        <a:custGeom>
          <a:avLst/>
          <a:gdLst/>
          <a:ahLst/>
          <a:cxnLst/>
          <a:rect l="0" t="0" r="0" b="0"/>
          <a:pathLst>
            <a:path>
              <a:moveTo>
                <a:pt x="0" y="0"/>
              </a:moveTo>
              <a:lnTo>
                <a:pt x="0" y="128492"/>
              </a:lnTo>
              <a:lnTo>
                <a:pt x="680406" y="128492"/>
              </a:lnTo>
              <a:lnTo>
                <a:pt x="680406" y="2569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1077BA-9C0E-4B4B-8E00-170CAECE8421}">
      <dsp:nvSpPr>
        <dsp:cNvPr id="0" name=""/>
        <dsp:cNvSpPr/>
      </dsp:nvSpPr>
      <dsp:spPr>
        <a:xfrm>
          <a:off x="1860489" y="1992877"/>
          <a:ext cx="1186500" cy="64246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Microsoft.com Servers</a:t>
          </a:r>
        </a:p>
      </dsp:txBody>
      <dsp:txXfrm>
        <a:off x="1879306" y="2011694"/>
        <a:ext cx="1148866" cy="604829"/>
      </dsp:txXfrm>
    </dsp:sp>
    <dsp:sp modelId="{A365B7C7-1BBF-204C-8BC3-07E9781E7C4A}">
      <dsp:nvSpPr>
        <dsp:cNvPr id="0" name=""/>
        <dsp:cNvSpPr/>
      </dsp:nvSpPr>
      <dsp:spPr>
        <a:xfrm>
          <a:off x="3994962" y="836443"/>
          <a:ext cx="91440" cy="256985"/>
        </a:xfrm>
        <a:custGeom>
          <a:avLst/>
          <a:gdLst/>
          <a:ahLst/>
          <a:cxnLst/>
          <a:rect l="0" t="0" r="0" b="0"/>
          <a:pathLst>
            <a:path>
              <a:moveTo>
                <a:pt x="45720" y="0"/>
              </a:moveTo>
              <a:lnTo>
                <a:pt x="45720" y="128492"/>
              </a:lnTo>
              <a:lnTo>
                <a:pt x="106574" y="128492"/>
              </a:lnTo>
              <a:lnTo>
                <a:pt x="106574" y="25698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089D9B-497F-A247-AF83-05A32CC1DDB9}">
      <dsp:nvSpPr>
        <dsp:cNvPr id="0" name=""/>
        <dsp:cNvSpPr/>
      </dsp:nvSpPr>
      <dsp:spPr>
        <a:xfrm>
          <a:off x="3619690" y="1093428"/>
          <a:ext cx="963694" cy="64246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.org DNS Servers</a:t>
          </a:r>
        </a:p>
      </dsp:txBody>
      <dsp:txXfrm>
        <a:off x="3638507" y="1112245"/>
        <a:ext cx="926060" cy="604829"/>
      </dsp:txXfrm>
    </dsp:sp>
    <dsp:sp modelId="{B606B308-88D1-9A4C-8828-D7B4D58B89B2}">
      <dsp:nvSpPr>
        <dsp:cNvPr id="0" name=""/>
        <dsp:cNvSpPr/>
      </dsp:nvSpPr>
      <dsp:spPr>
        <a:xfrm>
          <a:off x="3742638" y="1735891"/>
          <a:ext cx="358899" cy="256985"/>
        </a:xfrm>
        <a:custGeom>
          <a:avLst/>
          <a:gdLst/>
          <a:ahLst/>
          <a:cxnLst/>
          <a:rect l="0" t="0" r="0" b="0"/>
          <a:pathLst>
            <a:path>
              <a:moveTo>
                <a:pt x="358899" y="0"/>
              </a:moveTo>
              <a:lnTo>
                <a:pt x="358899" y="128492"/>
              </a:lnTo>
              <a:lnTo>
                <a:pt x="0" y="128492"/>
              </a:lnTo>
              <a:lnTo>
                <a:pt x="0" y="2569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A9459CE-FF71-A147-88EB-6BB89711C3EF}">
      <dsp:nvSpPr>
        <dsp:cNvPr id="0" name=""/>
        <dsp:cNvSpPr/>
      </dsp:nvSpPr>
      <dsp:spPr>
        <a:xfrm>
          <a:off x="3260791" y="1992877"/>
          <a:ext cx="963694" cy="64246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Comptia.org DNS Servers</a:t>
          </a:r>
        </a:p>
      </dsp:txBody>
      <dsp:txXfrm>
        <a:off x="3279608" y="2011694"/>
        <a:ext cx="926060" cy="604829"/>
      </dsp:txXfrm>
    </dsp:sp>
    <dsp:sp modelId="{242DB6CC-0C25-1A49-B811-4903057262E4}">
      <dsp:nvSpPr>
        <dsp:cNvPr id="0" name=""/>
        <dsp:cNvSpPr/>
      </dsp:nvSpPr>
      <dsp:spPr>
        <a:xfrm>
          <a:off x="3696918" y="2635340"/>
          <a:ext cx="91440" cy="188395"/>
        </a:xfrm>
        <a:custGeom>
          <a:avLst/>
          <a:gdLst/>
          <a:ahLst/>
          <a:cxnLst/>
          <a:rect l="0" t="0" r="0" b="0"/>
          <a:pathLst>
            <a:path>
              <a:moveTo>
                <a:pt x="45720" y="0"/>
              </a:moveTo>
              <a:lnTo>
                <a:pt x="45720" y="94197"/>
              </a:lnTo>
              <a:lnTo>
                <a:pt x="56841" y="94197"/>
              </a:lnTo>
              <a:lnTo>
                <a:pt x="56841" y="18839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527EB65-1B17-AC44-AC09-2320C5CE012E}">
      <dsp:nvSpPr>
        <dsp:cNvPr id="0" name=""/>
        <dsp:cNvSpPr/>
      </dsp:nvSpPr>
      <dsp:spPr>
        <a:xfrm>
          <a:off x="3006978" y="2823735"/>
          <a:ext cx="1493562" cy="64246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Help.comptia.org</a:t>
          </a:r>
        </a:p>
      </dsp:txBody>
      <dsp:txXfrm>
        <a:off x="3025795" y="2842552"/>
        <a:ext cx="1455928" cy="604829"/>
      </dsp:txXfrm>
    </dsp:sp>
    <dsp:sp modelId="{09184D67-D2E7-9A4B-B1DA-5A2783C0453B}">
      <dsp:nvSpPr>
        <dsp:cNvPr id="0" name=""/>
        <dsp:cNvSpPr/>
      </dsp:nvSpPr>
      <dsp:spPr>
        <a:xfrm>
          <a:off x="4101537" y="1735891"/>
          <a:ext cx="652430" cy="256985"/>
        </a:xfrm>
        <a:custGeom>
          <a:avLst/>
          <a:gdLst/>
          <a:ahLst/>
          <a:cxnLst/>
          <a:rect l="0" t="0" r="0" b="0"/>
          <a:pathLst>
            <a:path>
              <a:moveTo>
                <a:pt x="0" y="0"/>
              </a:moveTo>
              <a:lnTo>
                <a:pt x="0" y="128492"/>
              </a:lnTo>
              <a:lnTo>
                <a:pt x="652430" y="128492"/>
              </a:lnTo>
              <a:lnTo>
                <a:pt x="652430" y="2569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6ECEB0D-F1BA-A849-B2D1-8824E2535FB1}">
      <dsp:nvSpPr>
        <dsp:cNvPr id="0" name=""/>
        <dsp:cNvSpPr/>
      </dsp:nvSpPr>
      <dsp:spPr>
        <a:xfrm>
          <a:off x="4272121" y="1992877"/>
          <a:ext cx="963694" cy="64246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Owasp.org DNS Servers</a:t>
          </a:r>
        </a:p>
      </dsp:txBody>
      <dsp:txXfrm>
        <a:off x="4290938" y="2011694"/>
        <a:ext cx="926060" cy="604829"/>
      </dsp:txXfrm>
    </dsp:sp>
    <dsp:sp modelId="{BC0F53F2-DB5D-C140-95EC-B6A720E9F119}">
      <dsp:nvSpPr>
        <dsp:cNvPr id="0" name=""/>
        <dsp:cNvSpPr/>
      </dsp:nvSpPr>
      <dsp:spPr>
        <a:xfrm>
          <a:off x="4040682" y="836443"/>
          <a:ext cx="2101825" cy="256985"/>
        </a:xfrm>
        <a:custGeom>
          <a:avLst/>
          <a:gdLst/>
          <a:ahLst/>
          <a:cxnLst/>
          <a:rect l="0" t="0" r="0" b="0"/>
          <a:pathLst>
            <a:path>
              <a:moveTo>
                <a:pt x="0" y="0"/>
              </a:moveTo>
              <a:lnTo>
                <a:pt x="0" y="128492"/>
              </a:lnTo>
              <a:lnTo>
                <a:pt x="2101825" y="128492"/>
              </a:lnTo>
              <a:lnTo>
                <a:pt x="2101825" y="25698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9363C0-8389-6442-B4F5-6E41D83A0F94}">
      <dsp:nvSpPr>
        <dsp:cNvPr id="0" name=""/>
        <dsp:cNvSpPr/>
      </dsp:nvSpPr>
      <dsp:spPr>
        <a:xfrm>
          <a:off x="5660660" y="1093428"/>
          <a:ext cx="963694" cy="64246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.gov DNS Servers</a:t>
          </a:r>
        </a:p>
      </dsp:txBody>
      <dsp:txXfrm>
        <a:off x="5679477" y="1112245"/>
        <a:ext cx="926060" cy="604829"/>
      </dsp:txXfrm>
    </dsp:sp>
    <dsp:sp modelId="{508D47BC-3EC3-0942-90EB-B5EBCAF12E6B}">
      <dsp:nvSpPr>
        <dsp:cNvPr id="0" name=""/>
        <dsp:cNvSpPr/>
      </dsp:nvSpPr>
      <dsp:spPr>
        <a:xfrm>
          <a:off x="5879207" y="1735891"/>
          <a:ext cx="263300" cy="256985"/>
        </a:xfrm>
        <a:custGeom>
          <a:avLst/>
          <a:gdLst/>
          <a:ahLst/>
          <a:cxnLst/>
          <a:rect l="0" t="0" r="0" b="0"/>
          <a:pathLst>
            <a:path>
              <a:moveTo>
                <a:pt x="263300" y="0"/>
              </a:moveTo>
              <a:lnTo>
                <a:pt x="263300" y="128492"/>
              </a:lnTo>
              <a:lnTo>
                <a:pt x="0" y="128492"/>
              </a:lnTo>
              <a:lnTo>
                <a:pt x="0" y="2569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A563113-5BAE-3048-BCF4-F110E5B6EB91}">
      <dsp:nvSpPr>
        <dsp:cNvPr id="0" name=""/>
        <dsp:cNvSpPr/>
      </dsp:nvSpPr>
      <dsp:spPr>
        <a:xfrm>
          <a:off x="5397359" y="1992877"/>
          <a:ext cx="963694" cy="64246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Nist.gov DNS Servers</a:t>
          </a:r>
        </a:p>
      </dsp:txBody>
      <dsp:txXfrm>
        <a:off x="5416176" y="2011694"/>
        <a:ext cx="926060" cy="604829"/>
      </dsp:txXfrm>
    </dsp:sp>
    <dsp:sp modelId="{1F6B835F-F7D4-AB4A-86A9-0A83CD6E1489}">
      <dsp:nvSpPr>
        <dsp:cNvPr id="0" name=""/>
        <dsp:cNvSpPr/>
      </dsp:nvSpPr>
      <dsp:spPr>
        <a:xfrm>
          <a:off x="6142507" y="1735891"/>
          <a:ext cx="749744" cy="256985"/>
        </a:xfrm>
        <a:custGeom>
          <a:avLst/>
          <a:gdLst/>
          <a:ahLst/>
          <a:cxnLst/>
          <a:rect l="0" t="0" r="0" b="0"/>
          <a:pathLst>
            <a:path>
              <a:moveTo>
                <a:pt x="0" y="0"/>
              </a:moveTo>
              <a:lnTo>
                <a:pt x="0" y="128492"/>
              </a:lnTo>
              <a:lnTo>
                <a:pt x="749744" y="128492"/>
              </a:lnTo>
              <a:lnTo>
                <a:pt x="749744" y="2569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575BFFE-7817-0D4A-81EE-2510676FECED}">
      <dsp:nvSpPr>
        <dsp:cNvPr id="0" name=""/>
        <dsp:cNvSpPr/>
      </dsp:nvSpPr>
      <dsp:spPr>
        <a:xfrm>
          <a:off x="6410405" y="1992877"/>
          <a:ext cx="963694" cy="64246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Cisa.gov DNS Servers</a:t>
          </a:r>
        </a:p>
      </dsp:txBody>
      <dsp:txXfrm>
        <a:off x="6429222" y="2011694"/>
        <a:ext cx="926060" cy="60482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0A1398-3EE2-5849-A153-04AA165AF988}">
      <dsp:nvSpPr>
        <dsp:cNvPr id="0" name=""/>
        <dsp:cNvSpPr/>
      </dsp:nvSpPr>
      <dsp:spPr>
        <a:xfrm>
          <a:off x="3850" y="767565"/>
          <a:ext cx="1193787" cy="1790681"/>
        </a:xfrm>
        <a:prstGeom prst="roundRect">
          <a:avLst>
            <a:gd name="adj" fmla="val 10000"/>
          </a:avLst>
        </a:prstGeom>
        <a:solidFill>
          <a:srgbClr val="004F71"/>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i="0" kern="1200" dirty="0"/>
            <a:t>DNS name servers maintain the DNS namespace in zones. </a:t>
          </a:r>
        </a:p>
      </dsp:txBody>
      <dsp:txXfrm>
        <a:off x="38815" y="802530"/>
        <a:ext cx="1123857" cy="1720751"/>
      </dsp:txXfrm>
    </dsp:sp>
    <dsp:sp modelId="{07EBB893-FB5F-DD46-8C90-4B76BDAB909C}">
      <dsp:nvSpPr>
        <dsp:cNvPr id="0" name=""/>
        <dsp:cNvSpPr/>
      </dsp:nvSpPr>
      <dsp:spPr>
        <a:xfrm>
          <a:off x="1317017" y="1514876"/>
          <a:ext cx="253082" cy="29605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1317017" y="1574088"/>
        <a:ext cx="177157" cy="177635"/>
      </dsp:txXfrm>
    </dsp:sp>
    <dsp:sp modelId="{6F0A6C75-B572-5F48-BF1E-1AEDCE4BB200}">
      <dsp:nvSpPr>
        <dsp:cNvPr id="0" name=""/>
        <dsp:cNvSpPr/>
      </dsp:nvSpPr>
      <dsp:spPr>
        <a:xfrm>
          <a:off x="1675153" y="767565"/>
          <a:ext cx="1193787" cy="1790681"/>
        </a:xfrm>
        <a:prstGeom prst="roundRect">
          <a:avLst>
            <a:gd name="adj" fmla="val 10000"/>
          </a:avLst>
        </a:prstGeom>
        <a:solidFill>
          <a:srgbClr val="004F71"/>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i="0" kern="1200" dirty="0"/>
            <a:t>A single zone namespace may host records for multiple domains.</a:t>
          </a:r>
        </a:p>
      </dsp:txBody>
      <dsp:txXfrm>
        <a:off x="1710118" y="802530"/>
        <a:ext cx="1123857" cy="1720751"/>
      </dsp:txXfrm>
    </dsp:sp>
    <dsp:sp modelId="{19A59132-D1E5-3440-8115-7D9E79815CEE}">
      <dsp:nvSpPr>
        <dsp:cNvPr id="0" name=""/>
        <dsp:cNvSpPr/>
      </dsp:nvSpPr>
      <dsp:spPr>
        <a:xfrm>
          <a:off x="2988319" y="1514876"/>
          <a:ext cx="253082" cy="29605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2988319" y="1574088"/>
        <a:ext cx="177157" cy="177635"/>
      </dsp:txXfrm>
    </dsp:sp>
    <dsp:sp modelId="{7314A89E-3290-2642-A135-1C818EB165C3}">
      <dsp:nvSpPr>
        <dsp:cNvPr id="0" name=""/>
        <dsp:cNvSpPr/>
      </dsp:nvSpPr>
      <dsp:spPr>
        <a:xfrm>
          <a:off x="3346456" y="767565"/>
          <a:ext cx="1193787" cy="1790681"/>
        </a:xfrm>
        <a:prstGeom prst="roundRect">
          <a:avLst>
            <a:gd name="adj" fmla="val 10000"/>
          </a:avLst>
        </a:prstGeom>
        <a:solidFill>
          <a:srgbClr val="004F71"/>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i="0" kern="1200" dirty="0"/>
            <a:t>A DNS zone will contain numerous resource records.</a:t>
          </a:r>
        </a:p>
      </dsp:txBody>
      <dsp:txXfrm>
        <a:off x="3381421" y="802530"/>
        <a:ext cx="1123857" cy="1720751"/>
      </dsp:txXfrm>
    </dsp:sp>
    <dsp:sp modelId="{221D2A2B-108E-E641-925B-59E1582FA6BF}">
      <dsp:nvSpPr>
        <dsp:cNvPr id="0" name=""/>
        <dsp:cNvSpPr/>
      </dsp:nvSpPr>
      <dsp:spPr>
        <a:xfrm>
          <a:off x="4659622" y="1514876"/>
          <a:ext cx="253082" cy="29605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4659622" y="1574088"/>
        <a:ext cx="177157" cy="177635"/>
      </dsp:txXfrm>
    </dsp:sp>
    <dsp:sp modelId="{4F93825E-7657-4140-82DD-C13E3A209349}">
      <dsp:nvSpPr>
        <dsp:cNvPr id="0" name=""/>
        <dsp:cNvSpPr/>
      </dsp:nvSpPr>
      <dsp:spPr>
        <a:xfrm>
          <a:off x="5017758" y="767565"/>
          <a:ext cx="1193787" cy="1790681"/>
        </a:xfrm>
        <a:prstGeom prst="roundRect">
          <a:avLst>
            <a:gd name="adj" fmla="val 10000"/>
          </a:avLst>
        </a:prstGeom>
        <a:solidFill>
          <a:srgbClr val="004F71"/>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i="0" kern="1200" dirty="0"/>
            <a:t>Resource records help to resolve queries for names and services into IP addresses.</a:t>
          </a:r>
        </a:p>
      </dsp:txBody>
      <dsp:txXfrm>
        <a:off x="5052723" y="802530"/>
        <a:ext cx="1123857" cy="1720751"/>
      </dsp:txXfrm>
    </dsp:sp>
    <dsp:sp modelId="{9DE61347-4AAC-7C41-BE96-EEE35257BE69}">
      <dsp:nvSpPr>
        <dsp:cNvPr id="0" name=""/>
        <dsp:cNvSpPr/>
      </dsp:nvSpPr>
      <dsp:spPr>
        <a:xfrm>
          <a:off x="6330925" y="1514876"/>
          <a:ext cx="253082" cy="29605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6330925" y="1574088"/>
        <a:ext cx="177157" cy="177635"/>
      </dsp:txXfrm>
    </dsp:sp>
    <dsp:sp modelId="{92E01436-5AE9-484F-BB91-BB0596F0E2E8}">
      <dsp:nvSpPr>
        <dsp:cNvPr id="0" name=""/>
        <dsp:cNvSpPr/>
      </dsp:nvSpPr>
      <dsp:spPr>
        <a:xfrm>
          <a:off x="6689061" y="767565"/>
          <a:ext cx="1193787" cy="1790681"/>
        </a:xfrm>
        <a:prstGeom prst="roundRect">
          <a:avLst>
            <a:gd name="adj" fmla="val 10000"/>
          </a:avLst>
        </a:prstGeom>
        <a:solidFill>
          <a:srgbClr val="004F71"/>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i="0" kern="1200" dirty="0"/>
            <a:t>There are numerous types of resource records.</a:t>
          </a:r>
        </a:p>
      </dsp:txBody>
      <dsp:txXfrm>
        <a:off x="6724026" y="802530"/>
        <a:ext cx="1123857" cy="1720751"/>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2733AD-252C-4F9A-8D46-ACD38940D0E3}">
      <dsp:nvSpPr>
        <dsp:cNvPr id="0" name=""/>
        <dsp:cNvSpPr/>
      </dsp:nvSpPr>
      <dsp:spPr>
        <a:xfrm>
          <a:off x="0" y="0"/>
          <a:ext cx="7886700" cy="1039316"/>
        </a:xfrm>
        <a:prstGeom prst="roundRect">
          <a:avLst>
            <a:gd name="adj" fmla="val 10000"/>
          </a:avLst>
        </a:prstGeom>
        <a:solidFill>
          <a:schemeClr val="bg1">
            <a:lumMod val="95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solidFill>
                <a:srgbClr val="20282F"/>
              </a:solidFill>
            </a:rPr>
            <a:t>Primary DNS Servers</a:t>
          </a:r>
        </a:p>
        <a:p>
          <a:pPr marL="114300" lvl="1" indent="-114300" algn="l" defTabSz="622300">
            <a:lnSpc>
              <a:spcPct val="90000"/>
            </a:lnSpc>
            <a:spcBef>
              <a:spcPct val="0"/>
            </a:spcBef>
            <a:spcAft>
              <a:spcPct val="15000"/>
            </a:spcAft>
            <a:buChar char="•"/>
          </a:pPr>
          <a:r>
            <a:rPr lang="en-US" sz="1400" kern="1200" dirty="0">
              <a:solidFill>
                <a:srgbClr val="20282F"/>
              </a:solidFill>
            </a:rPr>
            <a:t>Translate domain names into IP addresses</a:t>
          </a:r>
        </a:p>
        <a:p>
          <a:pPr marL="114300" lvl="1" indent="-114300" algn="l" defTabSz="622300">
            <a:lnSpc>
              <a:spcPct val="90000"/>
            </a:lnSpc>
            <a:spcBef>
              <a:spcPct val="0"/>
            </a:spcBef>
            <a:spcAft>
              <a:spcPct val="15000"/>
            </a:spcAft>
            <a:buChar char="•"/>
          </a:pPr>
          <a:r>
            <a:rPr lang="en-US" sz="1400" kern="1200" dirty="0">
              <a:solidFill>
                <a:srgbClr val="20282F"/>
              </a:solidFill>
            </a:rPr>
            <a:t>Act as the first point of contact for DNS queries</a:t>
          </a:r>
        </a:p>
      </dsp:txBody>
      <dsp:txXfrm>
        <a:off x="1681271" y="0"/>
        <a:ext cx="6205428" cy="1039316"/>
      </dsp:txXfrm>
    </dsp:sp>
    <dsp:sp modelId="{FCF867EC-0999-4F4E-8194-0E850CCB35BE}">
      <dsp:nvSpPr>
        <dsp:cNvPr id="0" name=""/>
        <dsp:cNvSpPr/>
      </dsp:nvSpPr>
      <dsp:spPr>
        <a:xfrm>
          <a:off x="103931" y="103931"/>
          <a:ext cx="1577340" cy="831453"/>
        </a:xfrm>
        <a:prstGeom prst="roundRect">
          <a:avLst>
            <a:gd name="adj" fmla="val 10000"/>
          </a:avLst>
        </a:prstGeom>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F16CBF6-5044-441F-8296-73C040889363}">
      <dsp:nvSpPr>
        <dsp:cNvPr id="0" name=""/>
        <dsp:cNvSpPr/>
      </dsp:nvSpPr>
      <dsp:spPr>
        <a:xfrm>
          <a:off x="0" y="1143248"/>
          <a:ext cx="7886700" cy="1039316"/>
        </a:xfrm>
        <a:prstGeom prst="roundRect">
          <a:avLst>
            <a:gd name="adj" fmla="val 10000"/>
          </a:avLst>
        </a:prstGeom>
        <a:solidFill>
          <a:schemeClr val="bg1">
            <a:lumMod val="95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solidFill>
                <a:srgbClr val="20282F"/>
              </a:solidFill>
            </a:rPr>
            <a:t>Secondary DNS Servers</a:t>
          </a:r>
        </a:p>
        <a:p>
          <a:pPr marL="114300" lvl="1" indent="-114300" algn="l" defTabSz="622300">
            <a:lnSpc>
              <a:spcPct val="90000"/>
            </a:lnSpc>
            <a:spcBef>
              <a:spcPct val="0"/>
            </a:spcBef>
            <a:spcAft>
              <a:spcPct val="15000"/>
            </a:spcAft>
            <a:buChar char="•"/>
          </a:pPr>
          <a:r>
            <a:rPr lang="en-US" sz="1400" kern="1200" dirty="0">
              <a:solidFill>
                <a:srgbClr val="20282F"/>
              </a:solidFill>
            </a:rPr>
            <a:t>Provide redundancy and load balancing for DNS queries</a:t>
          </a:r>
        </a:p>
        <a:p>
          <a:pPr marL="114300" lvl="1" indent="-114300" algn="l" defTabSz="622300">
            <a:lnSpc>
              <a:spcPct val="90000"/>
            </a:lnSpc>
            <a:spcBef>
              <a:spcPct val="0"/>
            </a:spcBef>
            <a:spcAft>
              <a:spcPct val="15000"/>
            </a:spcAft>
            <a:buChar char="•"/>
          </a:pPr>
          <a:r>
            <a:rPr lang="en-US" sz="1400" kern="1200" dirty="0">
              <a:solidFill>
                <a:srgbClr val="20282F"/>
              </a:solidFill>
            </a:rPr>
            <a:t>Serve as backup servers if the primary server fails</a:t>
          </a:r>
        </a:p>
      </dsp:txBody>
      <dsp:txXfrm>
        <a:off x="1681271" y="1143248"/>
        <a:ext cx="6205428" cy="1039316"/>
      </dsp:txXfrm>
    </dsp:sp>
    <dsp:sp modelId="{35DA3863-2E24-45E0-9532-97264AA4AA3A}">
      <dsp:nvSpPr>
        <dsp:cNvPr id="0" name=""/>
        <dsp:cNvSpPr/>
      </dsp:nvSpPr>
      <dsp:spPr>
        <a:xfrm>
          <a:off x="103931" y="1247179"/>
          <a:ext cx="1577340" cy="831453"/>
        </a:xfrm>
        <a:prstGeom prst="roundRect">
          <a:avLst>
            <a:gd name="adj" fmla="val 10000"/>
          </a:avLst>
        </a:prstGeom>
        <a:blipFill>
          <a:blip xmlns:r="http://schemas.openxmlformats.org/officeDocument/2006/relationships" r:embed="rId2" cstate="screen">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B80931-7EB4-460D-9F7E-C09F81839660}">
      <dsp:nvSpPr>
        <dsp:cNvPr id="0" name=""/>
        <dsp:cNvSpPr/>
      </dsp:nvSpPr>
      <dsp:spPr>
        <a:xfrm>
          <a:off x="0" y="2286496"/>
          <a:ext cx="7886700" cy="1039316"/>
        </a:xfrm>
        <a:prstGeom prst="roundRect">
          <a:avLst>
            <a:gd name="adj" fmla="val 10000"/>
          </a:avLst>
        </a:prstGeom>
        <a:solidFill>
          <a:schemeClr val="bg1">
            <a:lumMod val="95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solidFill>
                <a:srgbClr val="20282F"/>
              </a:solidFill>
            </a:rPr>
            <a:t>Cache-only DNS servers</a:t>
          </a:r>
        </a:p>
        <a:p>
          <a:pPr marL="114300" lvl="1" indent="-114300" algn="l" defTabSz="622300">
            <a:lnSpc>
              <a:spcPct val="90000"/>
            </a:lnSpc>
            <a:spcBef>
              <a:spcPct val="0"/>
            </a:spcBef>
            <a:spcAft>
              <a:spcPct val="15000"/>
            </a:spcAft>
            <a:buChar char="•"/>
          </a:pPr>
          <a:r>
            <a:rPr lang="en-US" sz="1400" kern="1200" dirty="0">
              <a:solidFill>
                <a:srgbClr val="20282F"/>
              </a:solidFill>
            </a:rPr>
            <a:t>Cache DNS resolutions to speed up response times</a:t>
          </a:r>
        </a:p>
        <a:p>
          <a:pPr marL="114300" lvl="1" indent="-114300" algn="l" defTabSz="622300">
            <a:lnSpc>
              <a:spcPct val="90000"/>
            </a:lnSpc>
            <a:spcBef>
              <a:spcPct val="0"/>
            </a:spcBef>
            <a:spcAft>
              <a:spcPct val="15000"/>
            </a:spcAft>
            <a:buChar char="•"/>
          </a:pPr>
          <a:r>
            <a:rPr lang="en-US" sz="1400" kern="1200" dirty="0">
              <a:solidFill>
                <a:srgbClr val="20282F"/>
              </a:solidFill>
            </a:rPr>
            <a:t>Handle repetitive queries to reduce load on primary/secondary servers</a:t>
          </a:r>
        </a:p>
      </dsp:txBody>
      <dsp:txXfrm>
        <a:off x="1681271" y="2286496"/>
        <a:ext cx="6205428" cy="1039316"/>
      </dsp:txXfrm>
    </dsp:sp>
    <dsp:sp modelId="{926868C4-00B1-4C66-B36E-460F1B265D49}">
      <dsp:nvSpPr>
        <dsp:cNvPr id="0" name=""/>
        <dsp:cNvSpPr/>
      </dsp:nvSpPr>
      <dsp:spPr>
        <a:xfrm>
          <a:off x="103931" y="2390428"/>
          <a:ext cx="1577340" cy="831453"/>
        </a:xfrm>
        <a:prstGeom prst="roundRect">
          <a:avLst>
            <a:gd name="adj" fmla="val 10000"/>
          </a:avLst>
        </a:prstGeom>
        <a:blipFill>
          <a:blip xmlns:r="http://schemas.openxmlformats.org/officeDocument/2006/relationships" r:embed="rId3" cstate="screen">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362C8C-737D-EB47-BAF7-7588CDAFC9D5}">
      <dsp:nvSpPr>
        <dsp:cNvPr id="0" name=""/>
        <dsp:cNvSpPr/>
      </dsp:nvSpPr>
      <dsp:spPr>
        <a:xfrm>
          <a:off x="0" y="258906"/>
          <a:ext cx="1971675" cy="1287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45720" rIns="128016" bIns="45720" numCol="1" spcCol="1270" anchor="ctr" anchorCtr="0">
          <a:noAutofit/>
        </a:bodyPr>
        <a:lstStyle/>
        <a:p>
          <a:pPr marL="0" lvl="0" indent="0" algn="r" defTabSz="800100">
            <a:lnSpc>
              <a:spcPct val="90000"/>
            </a:lnSpc>
            <a:spcBef>
              <a:spcPct val="0"/>
            </a:spcBef>
            <a:spcAft>
              <a:spcPct val="35000"/>
            </a:spcAft>
            <a:buNone/>
          </a:pPr>
          <a:r>
            <a:rPr lang="en-US" sz="1800" kern="1200" dirty="0">
              <a:solidFill>
                <a:srgbClr val="20282F"/>
              </a:solidFill>
            </a:rPr>
            <a:t>External DNS Servers:</a:t>
          </a:r>
        </a:p>
      </dsp:txBody>
      <dsp:txXfrm>
        <a:off x="0" y="258906"/>
        <a:ext cx="1971675" cy="1287000"/>
      </dsp:txXfrm>
    </dsp:sp>
    <dsp:sp modelId="{A711431B-1609-874F-9E4F-D7B7D83F0CA2}">
      <dsp:nvSpPr>
        <dsp:cNvPr id="0" name=""/>
        <dsp:cNvSpPr/>
      </dsp:nvSpPr>
      <dsp:spPr>
        <a:xfrm>
          <a:off x="1971674" y="37703"/>
          <a:ext cx="394335" cy="1729406"/>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4AB46B0-F121-134F-990B-5706ED100BD4}">
      <dsp:nvSpPr>
        <dsp:cNvPr id="0" name=""/>
        <dsp:cNvSpPr/>
      </dsp:nvSpPr>
      <dsp:spPr>
        <a:xfrm>
          <a:off x="2523743" y="37703"/>
          <a:ext cx="5362956" cy="17294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Public access: Resolves Internet domain names for users
External management: Managed by providers, not local network
Public focus: Primarily handles public domain to IP resolution</a:t>
          </a:r>
        </a:p>
      </dsp:txBody>
      <dsp:txXfrm>
        <a:off x="2523743" y="37703"/>
        <a:ext cx="5362956" cy="1729406"/>
      </dsp:txXfrm>
    </dsp:sp>
    <dsp:sp modelId="{DF07CCE8-30D7-684C-A82D-196FFD7CA9AD}">
      <dsp:nvSpPr>
        <dsp:cNvPr id="0" name=""/>
        <dsp:cNvSpPr/>
      </dsp:nvSpPr>
      <dsp:spPr>
        <a:xfrm>
          <a:off x="0" y="2001109"/>
          <a:ext cx="1971675" cy="1287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45720" rIns="128016" bIns="45720" numCol="1" spcCol="1270" anchor="ctr" anchorCtr="0">
          <a:noAutofit/>
        </a:bodyPr>
        <a:lstStyle/>
        <a:p>
          <a:pPr marL="0" lvl="0" indent="0" algn="r" defTabSz="800100">
            <a:lnSpc>
              <a:spcPct val="90000"/>
            </a:lnSpc>
            <a:spcBef>
              <a:spcPct val="0"/>
            </a:spcBef>
            <a:spcAft>
              <a:spcPct val="35000"/>
            </a:spcAft>
            <a:buNone/>
          </a:pPr>
          <a:r>
            <a:rPr lang="en-US" sz="1800" kern="1200" dirty="0">
              <a:solidFill>
                <a:srgbClr val="20282F"/>
              </a:solidFill>
            </a:rPr>
            <a:t>Internal DNS Servers:</a:t>
          </a:r>
        </a:p>
      </dsp:txBody>
      <dsp:txXfrm>
        <a:off x="0" y="2001109"/>
        <a:ext cx="1971675" cy="1287000"/>
      </dsp:txXfrm>
    </dsp:sp>
    <dsp:sp modelId="{DDCC3F71-552B-D145-8054-38C047EE70A5}">
      <dsp:nvSpPr>
        <dsp:cNvPr id="0" name=""/>
        <dsp:cNvSpPr/>
      </dsp:nvSpPr>
      <dsp:spPr>
        <a:xfrm>
          <a:off x="1971674" y="2001109"/>
          <a:ext cx="394335" cy="1287000"/>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294E8B-5AE7-ED44-BC21-F8E2250F4108}">
      <dsp:nvSpPr>
        <dsp:cNvPr id="0" name=""/>
        <dsp:cNvSpPr/>
      </dsp:nvSpPr>
      <dsp:spPr>
        <a:xfrm>
          <a:off x="2523743" y="2001109"/>
          <a:ext cx="5362956" cy="128700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Private network: Resolves internal domain names
Internal control: Managed by IT for local network
Security focus: Enhances network security by isolating traffic</a:t>
          </a:r>
        </a:p>
      </dsp:txBody>
      <dsp:txXfrm>
        <a:off x="2523743" y="2001109"/>
        <a:ext cx="5362956" cy="1287000"/>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28BCE9-27D5-4052-AAF8-D3C61D4FFB80}">
      <dsp:nvSpPr>
        <dsp:cNvPr id="0" name=""/>
        <dsp:cNvSpPr/>
      </dsp:nvSpPr>
      <dsp:spPr>
        <a:xfrm>
          <a:off x="600584" y="428"/>
          <a:ext cx="2557657" cy="1534594"/>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Host names help to avoid duplications on the Internet</a:t>
          </a:r>
        </a:p>
      </dsp:txBody>
      <dsp:txXfrm>
        <a:off x="600584" y="428"/>
        <a:ext cx="2557657" cy="1534594"/>
      </dsp:txXfrm>
    </dsp:sp>
    <dsp:sp modelId="{7913129B-40EE-4860-8C36-81CBDCE74B0D}">
      <dsp:nvSpPr>
        <dsp:cNvPr id="0" name=""/>
        <dsp:cNvSpPr/>
      </dsp:nvSpPr>
      <dsp:spPr>
        <a:xfrm>
          <a:off x="3414007" y="428"/>
          <a:ext cx="2557657" cy="1534594"/>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Resource records help resolve queries for names and services into IP addresses</a:t>
          </a:r>
        </a:p>
      </dsp:txBody>
      <dsp:txXfrm>
        <a:off x="3414007" y="428"/>
        <a:ext cx="2557657" cy="1534594"/>
      </dsp:txXfrm>
    </dsp:sp>
    <dsp:sp modelId="{387D1F6E-BF10-4750-BFFF-A2BBDAD28D71}">
      <dsp:nvSpPr>
        <dsp:cNvPr id="0" name=""/>
        <dsp:cNvSpPr/>
      </dsp:nvSpPr>
      <dsp:spPr>
        <a:xfrm>
          <a:off x="2007296" y="1790789"/>
          <a:ext cx="2557657" cy="1534594"/>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Pointer records map IP addresses back to domain names</a:t>
          </a:r>
        </a:p>
      </dsp:txBody>
      <dsp:txXfrm>
        <a:off x="2007296" y="1790789"/>
        <a:ext cx="2557657" cy="1534594"/>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29C345-52C7-4AB8-9F90-EF3BBE29ECC8}">
      <dsp:nvSpPr>
        <dsp:cNvPr id="0" name=""/>
        <dsp:cNvSpPr/>
      </dsp:nvSpPr>
      <dsp:spPr>
        <a:xfrm>
          <a:off x="0" y="805128"/>
          <a:ext cx="4629150" cy="209475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9273" tIns="395732" rIns="359273"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Timeouts and errors </a:t>
          </a:r>
        </a:p>
        <a:p>
          <a:pPr marL="171450" lvl="1" indent="-171450" algn="l" defTabSz="800100">
            <a:lnSpc>
              <a:spcPct val="90000"/>
            </a:lnSpc>
            <a:spcBef>
              <a:spcPct val="0"/>
            </a:spcBef>
            <a:spcAft>
              <a:spcPct val="15000"/>
            </a:spcAft>
            <a:buChar char="•"/>
          </a:pPr>
          <a:r>
            <a:rPr lang="en-US" sz="1800" kern="1200" dirty="0">
              <a:solidFill>
                <a:srgbClr val="20282F"/>
              </a:solidFill>
            </a:rPr>
            <a:t>Partial DNS failures </a:t>
          </a:r>
        </a:p>
        <a:p>
          <a:pPr marL="171450" lvl="1" indent="-171450" algn="l" defTabSz="800100">
            <a:lnSpc>
              <a:spcPct val="90000"/>
            </a:lnSpc>
            <a:spcBef>
              <a:spcPct val="0"/>
            </a:spcBef>
            <a:spcAft>
              <a:spcPct val="15000"/>
            </a:spcAft>
            <a:buChar char="•"/>
          </a:pPr>
          <a:r>
            <a:rPr lang="en-US" sz="1800" kern="1200" dirty="0">
              <a:solidFill>
                <a:srgbClr val="20282F"/>
              </a:solidFill>
            </a:rPr>
            <a:t>No access to Internet sites </a:t>
          </a:r>
          <a:br>
            <a:rPr lang="en-US" sz="1800" kern="1200" dirty="0">
              <a:solidFill>
                <a:srgbClr val="20282F"/>
              </a:solidFill>
            </a:rPr>
          </a:br>
          <a:r>
            <a:rPr lang="en-US" sz="1800" kern="1200" dirty="0">
              <a:solidFill>
                <a:srgbClr val="20282F"/>
              </a:solidFill>
            </a:rPr>
            <a:t>or services</a:t>
          </a:r>
        </a:p>
        <a:p>
          <a:pPr marL="171450" lvl="1" indent="-171450" algn="l" defTabSz="800100">
            <a:lnSpc>
              <a:spcPct val="90000"/>
            </a:lnSpc>
            <a:spcBef>
              <a:spcPct val="0"/>
            </a:spcBef>
            <a:spcAft>
              <a:spcPct val="15000"/>
            </a:spcAft>
            <a:buChar char="•"/>
          </a:pPr>
          <a:r>
            <a:rPr lang="en-US" sz="1800" kern="1200" dirty="0">
              <a:solidFill>
                <a:srgbClr val="20282F"/>
              </a:solidFill>
            </a:rPr>
            <a:t>Delays in accessing websites </a:t>
          </a:r>
        </a:p>
      </dsp:txBody>
      <dsp:txXfrm>
        <a:off x="0" y="805128"/>
        <a:ext cx="4629150" cy="2094750"/>
      </dsp:txXfrm>
    </dsp:sp>
    <dsp:sp modelId="{984FE685-9788-4166-9232-92EC7C8C3A1E}">
      <dsp:nvSpPr>
        <dsp:cNvPr id="0" name=""/>
        <dsp:cNvSpPr/>
      </dsp:nvSpPr>
      <dsp:spPr>
        <a:xfrm>
          <a:off x="231457" y="475311"/>
          <a:ext cx="3240405" cy="56088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2480" tIns="0" rIns="122480" bIns="0" numCol="1" spcCol="1270" anchor="ctr" anchorCtr="0">
          <a:noAutofit/>
        </a:bodyPr>
        <a:lstStyle/>
        <a:p>
          <a:pPr marL="0" lvl="0" indent="0" algn="l" defTabSz="844550">
            <a:lnSpc>
              <a:spcPct val="90000"/>
            </a:lnSpc>
            <a:spcBef>
              <a:spcPct val="0"/>
            </a:spcBef>
            <a:spcAft>
              <a:spcPct val="35000"/>
            </a:spcAft>
            <a:buNone/>
          </a:pPr>
          <a:r>
            <a:rPr lang="en-US" sz="1900" kern="1200" dirty="0"/>
            <a:t>Symptoms of DNS Issues</a:t>
          </a:r>
        </a:p>
      </dsp:txBody>
      <dsp:txXfrm>
        <a:off x="258837" y="502691"/>
        <a:ext cx="3185645" cy="50612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29C345-52C7-4AB8-9F90-EF3BBE29ECC8}">
      <dsp:nvSpPr>
        <dsp:cNvPr id="0" name=""/>
        <dsp:cNvSpPr/>
      </dsp:nvSpPr>
      <dsp:spPr>
        <a:xfrm>
          <a:off x="0" y="413501"/>
          <a:ext cx="5043487" cy="191362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1431" tIns="562356" rIns="391431"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Check local name caches </a:t>
          </a:r>
        </a:p>
        <a:p>
          <a:pPr marL="171450" lvl="1" indent="-171450" algn="l" defTabSz="800100">
            <a:lnSpc>
              <a:spcPct val="90000"/>
            </a:lnSpc>
            <a:spcBef>
              <a:spcPct val="0"/>
            </a:spcBef>
            <a:spcAft>
              <a:spcPct val="15000"/>
            </a:spcAft>
            <a:buChar char="•"/>
          </a:pPr>
          <a:r>
            <a:rPr lang="en-US" sz="1800" kern="1200" dirty="0">
              <a:solidFill>
                <a:srgbClr val="20282F"/>
              </a:solidFill>
            </a:rPr>
            <a:t>Check HOSTS</a:t>
          </a:r>
        </a:p>
        <a:p>
          <a:pPr marL="171450" lvl="1" indent="-171450" algn="l" defTabSz="800100">
            <a:lnSpc>
              <a:spcPct val="90000"/>
            </a:lnSpc>
            <a:spcBef>
              <a:spcPct val="0"/>
            </a:spcBef>
            <a:spcAft>
              <a:spcPct val="15000"/>
            </a:spcAft>
            <a:buChar char="•"/>
          </a:pPr>
          <a:r>
            <a:rPr lang="en-US" sz="1800" kern="1200" dirty="0">
              <a:solidFill>
                <a:srgbClr val="20282F"/>
              </a:solidFill>
            </a:rPr>
            <a:t>Verify DNS records using </a:t>
          </a:r>
          <a:r>
            <a:rPr lang="en-US" sz="1800" b="1" kern="1200" dirty="0">
              <a:solidFill>
                <a:srgbClr val="20282F"/>
              </a:solidFill>
            </a:rPr>
            <a:t>nslookup</a:t>
          </a:r>
          <a:r>
            <a:rPr lang="en-US" sz="1800" kern="1200" dirty="0">
              <a:solidFill>
                <a:srgbClr val="20282F"/>
              </a:solidFill>
            </a:rPr>
            <a:t> or </a:t>
          </a:r>
          <a:r>
            <a:rPr lang="en-US" sz="1800" b="1" kern="1200" dirty="0">
              <a:solidFill>
                <a:srgbClr val="20282F"/>
              </a:solidFill>
            </a:rPr>
            <a:t>dig</a:t>
          </a:r>
        </a:p>
      </dsp:txBody>
      <dsp:txXfrm>
        <a:off x="0" y="413501"/>
        <a:ext cx="5043487" cy="1913625"/>
      </dsp:txXfrm>
    </dsp:sp>
    <dsp:sp modelId="{984FE685-9788-4166-9232-92EC7C8C3A1E}">
      <dsp:nvSpPr>
        <dsp:cNvPr id="0" name=""/>
        <dsp:cNvSpPr/>
      </dsp:nvSpPr>
      <dsp:spPr>
        <a:xfrm>
          <a:off x="252174" y="7490"/>
          <a:ext cx="3530440" cy="79704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442" tIns="0" rIns="133442" bIns="0" numCol="1" spcCol="1270" anchor="ctr" anchorCtr="0">
          <a:noAutofit/>
        </a:bodyPr>
        <a:lstStyle/>
        <a:p>
          <a:pPr marL="0" lvl="0" indent="0" algn="l" defTabSz="844550">
            <a:lnSpc>
              <a:spcPct val="90000"/>
            </a:lnSpc>
            <a:spcBef>
              <a:spcPct val="0"/>
            </a:spcBef>
            <a:spcAft>
              <a:spcPct val="35000"/>
            </a:spcAft>
            <a:buNone/>
          </a:pPr>
          <a:r>
            <a:rPr lang="en-US" sz="1900" kern="1200" dirty="0"/>
            <a:t>Name Resolution Methods</a:t>
          </a:r>
        </a:p>
      </dsp:txBody>
      <dsp:txXfrm>
        <a:off x="291082" y="46398"/>
        <a:ext cx="3452624" cy="71922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7.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B664CF5-B977-BFF1-9097-2EF5A48FFC0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1ED517A-6E36-8F40-7037-3E5D9E3E672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E6B64F8-5C2C-4F29-B303-F399887BD256}" type="datetimeFigureOut">
              <a:rPr lang="en-US" smtClean="0"/>
              <a:t>4/21/2025</a:t>
            </a:fld>
            <a:endParaRPr lang="en-US" dirty="0"/>
          </a:p>
        </p:txBody>
      </p:sp>
      <p:sp>
        <p:nvSpPr>
          <p:cNvPr id="4" name="Footer Placeholder 3">
            <a:extLst>
              <a:ext uri="{FF2B5EF4-FFF2-40B4-BE49-F238E27FC236}">
                <a16:creationId xmlns:a16="http://schemas.microsoft.com/office/drawing/2014/main" id="{1CC002D8-646B-9D97-D45F-99CE31C206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82E5F993-5C24-0B8C-258C-C9F01125DAE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417901-CBF2-4A23-AAFA-F8975FC9CF90}" type="slidenum">
              <a:rPr lang="en-US" smtClean="0"/>
              <a:t>‹#›</a:t>
            </a:fld>
            <a:endParaRPr lang="en-US" dirty="0"/>
          </a:p>
        </p:txBody>
      </p:sp>
    </p:spTree>
    <p:extLst>
      <p:ext uri="{BB962C8B-B14F-4D97-AF65-F5344CB8AC3E}">
        <p14:creationId xmlns:p14="http://schemas.microsoft.com/office/powerpoint/2010/main" val="168789828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E0AA9D-B8AA-4E3D-B10A-A871A76066C4}" type="datetimeFigureOut">
              <a:rPr lang="en-US" smtClean="0"/>
              <a:t>4/21/2025</a:t>
            </a:fld>
            <a:endParaRPr lang="en-US" dirty="0"/>
          </a:p>
        </p:txBody>
      </p:sp>
      <p:sp>
        <p:nvSpPr>
          <p:cNvPr id="4" name="Slide Image Placeholder 3"/>
          <p:cNvSpPr>
            <a:spLocks noGrp="1" noRot="1" noChangeAspect="1"/>
          </p:cNvSpPr>
          <p:nvPr>
            <p:ph type="sldImg" idx="2"/>
          </p:nvPr>
        </p:nvSpPr>
        <p:spPr>
          <a:xfrm>
            <a:off x="684213" y="1143000"/>
            <a:ext cx="548957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r>
              <a:rPr lang="en-US" dirty="0"/>
              <a:t>​Copyright © 2024 The Computing Technology Industry Association, Inc. All rights reserved.</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FC1154-15AF-4CEB-AEC9-7A3CFB195EFA}" type="slidenum">
              <a:rPr lang="en-US" smtClean="0"/>
              <a:t>‹#›</a:t>
            </a:fld>
            <a:endParaRPr lang="en-US" dirty="0"/>
          </a:p>
        </p:txBody>
      </p:sp>
    </p:spTree>
    <p:extLst>
      <p:ext uri="{BB962C8B-B14F-4D97-AF65-F5344CB8AC3E}">
        <p14:creationId xmlns:p14="http://schemas.microsoft.com/office/powerpoint/2010/main" val="1461633394"/>
      </p:ext>
    </p:extLst>
  </p:cSld>
  <p:clrMap bg1="lt1" tx1="dk1" bg2="lt2" tx2="dk2" accent1="accent1" accent2="accent2" accent3="accent3" accent4="accent4" accent5="accent5" accent6="accent6" hlink="hlink" folHlink="folHlink"/>
  <p:hf hdr="0" dt="0"/>
  <p:notesStyle>
    <a:lvl1pPr marL="0" algn="l" defTabSz="685526" rtl="0" eaLnBrk="1" latinLnBrk="0" hangingPunct="1">
      <a:defRPr sz="900" kern="1200">
        <a:solidFill>
          <a:schemeClr val="tx1"/>
        </a:solidFill>
        <a:latin typeface="+mn-lt"/>
        <a:ea typeface="+mn-ea"/>
        <a:cs typeface="+mn-cs"/>
      </a:defRPr>
    </a:lvl1pPr>
    <a:lvl2pPr marL="342763" algn="l" defTabSz="685526" rtl="0" eaLnBrk="1" latinLnBrk="0" hangingPunct="1">
      <a:defRPr sz="900" kern="1200">
        <a:solidFill>
          <a:schemeClr val="tx1"/>
        </a:solidFill>
        <a:latin typeface="+mn-lt"/>
        <a:ea typeface="+mn-ea"/>
        <a:cs typeface="+mn-cs"/>
      </a:defRPr>
    </a:lvl2pPr>
    <a:lvl3pPr marL="685526" algn="l" defTabSz="685526" rtl="0" eaLnBrk="1" latinLnBrk="0" hangingPunct="1">
      <a:defRPr sz="900" kern="1200">
        <a:solidFill>
          <a:schemeClr val="tx1"/>
        </a:solidFill>
        <a:latin typeface="+mn-lt"/>
        <a:ea typeface="+mn-ea"/>
        <a:cs typeface="+mn-cs"/>
      </a:defRPr>
    </a:lvl3pPr>
    <a:lvl4pPr marL="1028289" algn="l" defTabSz="685526" rtl="0" eaLnBrk="1" latinLnBrk="0" hangingPunct="1">
      <a:defRPr sz="900" kern="1200">
        <a:solidFill>
          <a:schemeClr val="tx1"/>
        </a:solidFill>
        <a:latin typeface="+mn-lt"/>
        <a:ea typeface="+mn-ea"/>
        <a:cs typeface="+mn-cs"/>
      </a:defRPr>
    </a:lvl4pPr>
    <a:lvl5pPr marL="1371051" algn="l" defTabSz="685526" rtl="0" eaLnBrk="1" latinLnBrk="0" hangingPunct="1">
      <a:defRPr sz="900" kern="1200">
        <a:solidFill>
          <a:schemeClr val="tx1"/>
        </a:solidFill>
        <a:latin typeface="+mn-lt"/>
        <a:ea typeface="+mn-ea"/>
        <a:cs typeface="+mn-cs"/>
      </a:defRPr>
    </a:lvl5pPr>
    <a:lvl6pPr marL="1713814" algn="l" defTabSz="685526" rtl="0" eaLnBrk="1" latinLnBrk="0" hangingPunct="1">
      <a:defRPr sz="900" kern="1200">
        <a:solidFill>
          <a:schemeClr val="tx1"/>
        </a:solidFill>
        <a:latin typeface="+mn-lt"/>
        <a:ea typeface="+mn-ea"/>
        <a:cs typeface="+mn-cs"/>
      </a:defRPr>
    </a:lvl6pPr>
    <a:lvl7pPr marL="2056577" algn="l" defTabSz="685526" rtl="0" eaLnBrk="1" latinLnBrk="0" hangingPunct="1">
      <a:defRPr sz="900" kern="1200">
        <a:solidFill>
          <a:schemeClr val="tx1"/>
        </a:solidFill>
        <a:latin typeface="+mn-lt"/>
        <a:ea typeface="+mn-ea"/>
        <a:cs typeface="+mn-cs"/>
      </a:defRPr>
    </a:lvl7pPr>
    <a:lvl8pPr marL="2399340" algn="l" defTabSz="685526" rtl="0" eaLnBrk="1" latinLnBrk="0" hangingPunct="1">
      <a:defRPr sz="900" kern="1200">
        <a:solidFill>
          <a:schemeClr val="tx1"/>
        </a:solidFill>
        <a:latin typeface="+mn-lt"/>
        <a:ea typeface="+mn-ea"/>
        <a:cs typeface="+mn-cs"/>
      </a:defRPr>
    </a:lvl8pPr>
    <a:lvl9pPr marL="2742103" algn="l" defTabSz="685526"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endParaRPr lang="en-US" b="0" i="0" dirty="0">
              <a:solidFill>
                <a:srgbClr val="FFFFFF"/>
              </a:solidFill>
              <a:effectLst/>
              <a:latin typeface="roboto" panose="02000000000000000000" pitchFamily="2" charset="0"/>
            </a:endParaRPr>
          </a:p>
          <a:p>
            <a:pPr marL="0" lvl="0" indent="0">
              <a:buFont typeface="Courier New" panose="02070309020205020404" pitchFamily="49" charset="0"/>
              <a:buNone/>
            </a:pPr>
            <a:endParaRPr lang="en-GB" dirty="0"/>
          </a:p>
        </p:txBody>
      </p:sp>
      <p:sp>
        <p:nvSpPr>
          <p:cNvPr id="4" name="Footer Placeholder 3">
            <a:extLst>
              <a:ext uri="{FF2B5EF4-FFF2-40B4-BE49-F238E27FC236}">
                <a16:creationId xmlns:a16="http://schemas.microsoft.com/office/drawing/2014/main" id="{12471DED-9A32-9E09-7020-A32CBA15E217}"/>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537719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4213" y="1143000"/>
            <a:ext cx="5489575" cy="308610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Suggested Instructional Tips – Learning Objectives</a:t>
            </a:r>
            <a:endParaRPr lang="en-US" dirty="0"/>
          </a:p>
          <a:p>
            <a:pPr marL="0" indent="0">
              <a:buFont typeface="Arial" panose="020B0604020202020204" pitchFamily="34" charset="0"/>
              <a:buNone/>
            </a:pPr>
            <a:r>
              <a:rPr lang="en-US" dirty="0"/>
              <a:t>The learning objectives align with the following Exam Objectives for Module 5:</a:t>
            </a:r>
          </a:p>
          <a:p>
            <a:pPr marL="171450" indent="-171450">
              <a:buFont typeface="Arial" panose="020B0604020202020204" pitchFamily="34" charset="0"/>
              <a:buChar char="•"/>
            </a:pPr>
            <a:r>
              <a:rPr lang="en-US" dirty="0"/>
              <a:t>1.4 Explain common networking ports, protocols, services, and traffic types.</a:t>
            </a:r>
          </a:p>
          <a:p>
            <a:pPr marL="171450" indent="-171450">
              <a:buFont typeface="Arial" panose="020B0604020202020204" pitchFamily="34" charset="0"/>
              <a:buChar char="•"/>
            </a:pPr>
            <a:r>
              <a:rPr lang="en-US" dirty="0"/>
              <a:t>1.7 Given a scenario, use appropriate IPv4 network addressing.</a:t>
            </a:r>
          </a:p>
          <a:p>
            <a:pPr marL="171450" indent="-171450">
              <a:buFont typeface="Arial" panose="020B0604020202020204" pitchFamily="34" charset="0"/>
              <a:buChar char="•"/>
            </a:pPr>
            <a:r>
              <a:rPr lang="en-US" dirty="0"/>
              <a:t>3.4 Given a scenario, implement IPv4 and IPv6 network services. </a:t>
            </a:r>
          </a:p>
          <a:p>
            <a:pPr marL="171450" indent="-171450">
              <a:buFont typeface="Arial" panose="020B0604020202020204" pitchFamily="34" charset="0"/>
              <a:buChar char="•"/>
            </a:pPr>
            <a:r>
              <a:rPr lang="en-US" dirty="0"/>
              <a:t>5.3 Given a scenario, troubleshoot common issues with network services.</a:t>
            </a:r>
          </a:p>
          <a:p>
            <a:pPr marL="171450" indent="-171450">
              <a:buFont typeface="Arial" panose="020B0604020202020204" pitchFamily="34" charset="0"/>
              <a:buChar char="•"/>
            </a:pPr>
            <a:r>
              <a:rPr lang="en-US" dirty="0"/>
              <a:t>5.5 Given a scenario, use the appropriate tool or protocol to solve networking issues.</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4D475287-3A7F-4B73-AE9A-3DD78FAB3CAE}" type="slidenum">
              <a:rPr lang="en-US" smtClean="0"/>
              <a:t>2</a:t>
            </a:fld>
            <a:endParaRPr lang="en-US" dirty="0"/>
          </a:p>
        </p:txBody>
      </p:sp>
      <p:sp>
        <p:nvSpPr>
          <p:cNvPr id="5" name="Footer Placeholder 4">
            <a:extLst>
              <a:ext uri="{FF2B5EF4-FFF2-40B4-BE49-F238E27FC236}">
                <a16:creationId xmlns:a16="http://schemas.microsoft.com/office/drawing/2014/main" id="{53D4C32F-DD7E-2607-57CF-6FD6D64B024C}"/>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276030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endParaRPr lang="en-GB" dirty="0"/>
          </a:p>
        </p:txBody>
      </p:sp>
      <p:sp>
        <p:nvSpPr>
          <p:cNvPr id="4" name="Footer Placeholder 3">
            <a:extLst>
              <a:ext uri="{FF2B5EF4-FFF2-40B4-BE49-F238E27FC236}">
                <a16:creationId xmlns:a16="http://schemas.microsoft.com/office/drawing/2014/main" id="{EDE5C595-0EA8-9365-0C62-DB99CD1BF9A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80100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Transport Layer</a:t>
            </a:r>
            <a:endParaRPr lang="en-US"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Emphasize that transport layer headers don't describe how to forward a packet across a network. They instruct a host what to do with the data in a packet, and how to verify that it is complete. </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4</a:t>
            </a:fld>
            <a:endParaRPr lang="en-US" dirty="0"/>
          </a:p>
        </p:txBody>
      </p:sp>
    </p:spTree>
    <p:extLst>
      <p:ext uri="{BB962C8B-B14F-4D97-AF65-F5344CB8AC3E}">
        <p14:creationId xmlns:p14="http://schemas.microsoft.com/office/powerpoint/2010/main" val="31883350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a:t>
            </a:r>
          </a:p>
          <a:p>
            <a:r>
              <a:rPr lang="en-US" dirty="0"/>
              <a:t>Students should memorize this content.</a:t>
            </a:r>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5</a:t>
            </a:fld>
            <a:endParaRPr lang="en-US" dirty="0"/>
          </a:p>
        </p:txBody>
      </p:sp>
    </p:spTree>
    <p:extLst>
      <p:ext uri="{BB962C8B-B14F-4D97-AF65-F5344CB8AC3E}">
        <p14:creationId xmlns:p14="http://schemas.microsoft.com/office/powerpoint/2010/main" val="4019491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a:t>
            </a:r>
          </a:p>
          <a:p>
            <a:r>
              <a:rPr lang="en-US" dirty="0"/>
              <a:t>Students should memorize this content.</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6</a:t>
            </a:fld>
            <a:endParaRPr lang="en-US" dirty="0"/>
          </a:p>
        </p:txBody>
      </p:sp>
    </p:spTree>
    <p:extLst>
      <p:ext uri="{BB962C8B-B14F-4D97-AF65-F5344CB8AC3E}">
        <p14:creationId xmlns:p14="http://schemas.microsoft.com/office/powerpoint/2010/main" val="1256967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a:t>
            </a:r>
          </a:p>
          <a:p>
            <a:r>
              <a:rPr lang="en-US" dirty="0"/>
              <a:t>Students should memorize this content.</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7</a:t>
            </a:fld>
            <a:endParaRPr lang="en-US" dirty="0"/>
          </a:p>
        </p:txBody>
      </p:sp>
    </p:spTree>
    <p:extLst>
      <p:ext uri="{BB962C8B-B14F-4D97-AF65-F5344CB8AC3E}">
        <p14:creationId xmlns:p14="http://schemas.microsoft.com/office/powerpoint/2010/main" val="19722030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a:t>
            </a:r>
          </a:p>
          <a:p>
            <a:r>
              <a:rPr lang="en-US" dirty="0"/>
              <a:t>Students should memorize this content.</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8</a:t>
            </a:fld>
            <a:endParaRPr lang="en-US" dirty="0"/>
          </a:p>
        </p:txBody>
      </p:sp>
    </p:spTree>
    <p:extLst>
      <p:ext uri="{BB962C8B-B14F-4D97-AF65-F5344CB8AC3E}">
        <p14:creationId xmlns:p14="http://schemas.microsoft.com/office/powerpoint/2010/main" val="18056820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Transmission Control Protocol (TCP)</a:t>
            </a:r>
            <a:endParaRPr lang="en-US" dirty="0"/>
          </a:p>
          <a:p>
            <a:pPr marL="171450" indent="-171450">
              <a:buFont typeface="Arial" panose="020B0604020202020204" pitchFamily="34" charset="0"/>
              <a:buChar char="•"/>
              <a:defRPr/>
            </a:pPr>
            <a:r>
              <a:rPr lang="en-US" dirty="0">
                <a:effectLst/>
              </a:rPr>
              <a:t>TCP works like a delivery system that makes sure messages are fully received and in the right order. If something goes wrong or a message doesn't get to where it needs to go, TCP figures it out and fixes it, making sure everything gets delivered correctly.</a:t>
            </a:r>
            <a:r>
              <a:rPr lang="en-US" dirty="0"/>
              <a:t> </a:t>
            </a:r>
          </a:p>
          <a:p>
            <a:pPr marL="171450" indent="-171450">
              <a:buFont typeface="Arial" panose="020B0604020202020204" pitchFamily="34" charset="0"/>
              <a:buChar char="•"/>
            </a:pPr>
            <a:r>
              <a:rPr lang="en-US" b="0" i="0" dirty="0">
                <a:effectLst/>
                <a:cs typeface="Open Sans"/>
              </a:rPr>
              <a:t>The use of sequencing, acknowledgments, and retransmissions means that TCP requires numerous header fields to maintain state information.</a:t>
            </a:r>
            <a:r>
              <a:rPr lang="en-US" dirty="0">
                <a:cs typeface="Open Sans"/>
              </a:rPr>
              <a:t> </a:t>
            </a:r>
            <a:endParaRPr lang="en-US" dirty="0">
              <a:effectLst/>
            </a:endParaRP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9</a:t>
            </a:fld>
            <a:endParaRPr lang="en-US" dirty="0"/>
          </a:p>
        </p:txBody>
      </p:sp>
    </p:spTree>
    <p:extLst>
      <p:ext uri="{BB962C8B-B14F-4D97-AF65-F5344CB8AC3E}">
        <p14:creationId xmlns:p14="http://schemas.microsoft.com/office/powerpoint/2010/main" val="822907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TCP Handshake</a:t>
            </a:r>
            <a:endParaRPr lang="en-US" dirty="0"/>
          </a:p>
          <a:p>
            <a:r>
              <a:rPr lang="en-US" dirty="0"/>
              <a:t>Here’s a simple explanation:</a:t>
            </a:r>
          </a:p>
          <a:p>
            <a:pPr marL="228600" indent="-228600" algn="l">
              <a:buFont typeface="+mj-lt"/>
              <a:buAutoNum type="arabicPeriod"/>
            </a:pPr>
            <a:r>
              <a:rPr lang="en-US" dirty="0"/>
              <a:t>SYN: The initiating device (let’s call it the client) sends a SYN (synchronize) message to the server to start the conversation. It’s like the client saying, “Hey, I want to talk, and I’m starting our conversation with this sequence number.”</a:t>
            </a:r>
          </a:p>
          <a:p>
            <a:pPr marL="228600" indent="-228600" algn="l">
              <a:buFont typeface="+mj-lt"/>
              <a:buAutoNum type="arabicPeriod"/>
            </a:pPr>
            <a:r>
              <a:rPr lang="en-US" dirty="0"/>
              <a:t>SYN-ACK: The server responds with a SYN-ACK (synchronize-acknowledge) message. This means the server is saying, “Okay, I got your message, and I’m ready to talk too. Here’s my own sequence number for you to acknowledge.”</a:t>
            </a:r>
          </a:p>
          <a:p>
            <a:pPr marL="228600" indent="-228600" algn="l">
              <a:buFont typeface="+mj-lt"/>
              <a:buAutoNum type="arabicPeriod"/>
            </a:pPr>
            <a:r>
              <a:rPr lang="en-US" dirty="0"/>
              <a:t>ACK: Finally, the client sends back an ACK (acknowledge) message to confirm it received the server’s sequence number. This is like the client saying, “Great, I got your sequence number, and here’s the acknowledgment that I’m ready to start our session.”</a:t>
            </a:r>
          </a:p>
          <a:p>
            <a:pPr marL="228600" indent="-228600" algn="l">
              <a:buFont typeface="+mj-lt"/>
              <a:buAutoNum type="arabicPeriod"/>
            </a:pPr>
            <a:r>
              <a:rPr lang="en-US" dirty="0"/>
              <a:t>Once these three steps are completed, both the client and server have agreed on how to communicate, and the actual data transfer can begin. It’s a bit like a formal greeting before starting a meaningful conversation. </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10</a:t>
            </a:fld>
            <a:endParaRPr lang="en-US" dirty="0"/>
          </a:p>
        </p:txBody>
      </p:sp>
    </p:spTree>
    <p:extLst>
      <p:ext uri="{BB962C8B-B14F-4D97-AF65-F5344CB8AC3E}">
        <p14:creationId xmlns:p14="http://schemas.microsoft.com/office/powerpoint/2010/main" val="21647910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TCP Handshake</a:t>
            </a:r>
            <a:endParaRPr lang="en-US" dirty="0"/>
          </a:p>
          <a:p>
            <a:r>
              <a:rPr lang="en-US" dirty="0"/>
              <a:t>Here’s a simple explanation:</a:t>
            </a:r>
          </a:p>
          <a:p>
            <a:pPr marL="228600" indent="-228600" algn="l">
              <a:buFont typeface="+mj-lt"/>
              <a:buAutoNum type="arabicPeriod"/>
            </a:pPr>
            <a:r>
              <a:rPr lang="en-US" dirty="0"/>
              <a:t>SYN: The initiating device (let’s call it the client) sends a SYN (synchronize) message to the server to start the conversation. It’s like the client saying, “Hey, I want to talk, and I’m starting our conversation with this sequence number.”</a:t>
            </a:r>
          </a:p>
          <a:p>
            <a:pPr marL="228600" indent="-228600" algn="l">
              <a:buFont typeface="+mj-lt"/>
              <a:buAutoNum type="arabicPeriod"/>
            </a:pPr>
            <a:r>
              <a:rPr lang="en-US" dirty="0"/>
              <a:t>SYN-ACK: The server responds with a SYN-ACK (synchronize-acknowledge) message. This means the server is saying, “Okay, I got your message, and I’m ready to talk too. Here’s my own sequence number for you to acknowledge.”</a:t>
            </a:r>
          </a:p>
          <a:p>
            <a:pPr marL="228600" indent="-228600" algn="l">
              <a:buFont typeface="+mj-lt"/>
              <a:buAutoNum type="arabicPeriod"/>
            </a:pPr>
            <a:r>
              <a:rPr lang="en-US" dirty="0"/>
              <a:t>ACK: Finally, the client sends back an ACK (acknowledge) message to confirm it received the server’s sequence number. This is like the client saying, “Great, I got your sequence number, and here’s the acknowledgment that I’m ready to start our session.”</a:t>
            </a:r>
          </a:p>
          <a:p>
            <a:pPr marL="228600" indent="-228600" algn="l">
              <a:buFont typeface="+mj-lt"/>
              <a:buAutoNum type="arabicPeriod"/>
            </a:pPr>
            <a:r>
              <a:rPr lang="en-US" dirty="0"/>
              <a:t>Once these three steps are completed, both the client and server have agreed on how to communicate, and the actual data transfer can begin. It’s a bit like a formal greeting before starting a meaningful conversation. </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11</a:t>
            </a:fld>
            <a:endParaRPr lang="en-US" dirty="0"/>
          </a:p>
        </p:txBody>
      </p:sp>
    </p:spTree>
    <p:extLst>
      <p:ext uri="{BB962C8B-B14F-4D97-AF65-F5344CB8AC3E}">
        <p14:creationId xmlns:p14="http://schemas.microsoft.com/office/powerpoint/2010/main" val="16808251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User Datagram Protocol (UDP)</a:t>
            </a:r>
            <a:endParaRPr lang="en-US" dirty="0"/>
          </a:p>
          <a:p>
            <a:pPr marL="171450" indent="-171450">
              <a:buFont typeface="Arial" panose="020B0604020202020204" pitchFamily="34" charset="0"/>
              <a:buChar char="•"/>
              <a:defRPr/>
            </a:pPr>
            <a:r>
              <a:rPr lang="en-US" dirty="0">
                <a:effectLst/>
              </a:rPr>
              <a:t>TCP works like a delivery system that makes sure messages are fully received and in the right order. If something goes wrong or a message doesn't get to where it needs to go, TCP figures it out and fixes it, making sure everything gets delivered correctly.</a:t>
            </a:r>
            <a:r>
              <a:rPr lang="en-US" dirty="0"/>
              <a:t> </a:t>
            </a:r>
          </a:p>
          <a:p>
            <a:pPr marL="171450" indent="-171450">
              <a:buFont typeface="Arial" panose="020B0604020202020204" pitchFamily="34" charset="0"/>
              <a:buChar char="•"/>
            </a:pPr>
            <a:r>
              <a:rPr lang="en-US" b="0" i="0" dirty="0">
                <a:effectLst/>
                <a:cs typeface="Open Sans"/>
              </a:rPr>
              <a:t>The use of sequencing, acknowledgments, and retransmissions means that TCP requires numerous header fields to maintain state information.</a:t>
            </a:r>
            <a:r>
              <a:rPr lang="en-US" dirty="0">
                <a:cs typeface="Open Sans"/>
              </a:rPr>
              <a:t> </a:t>
            </a:r>
            <a:endParaRPr lang="en-US" dirty="0">
              <a:effectLst/>
            </a:endParaRP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12</a:t>
            </a:fld>
            <a:endParaRPr lang="en-US" dirty="0"/>
          </a:p>
        </p:txBody>
      </p:sp>
    </p:spTree>
    <p:extLst>
      <p:ext uri="{BB962C8B-B14F-4D97-AF65-F5344CB8AC3E}">
        <p14:creationId xmlns:p14="http://schemas.microsoft.com/office/powerpoint/2010/main" val="716521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Activity – Run netstat</a:t>
            </a:r>
            <a:endParaRPr lang="en-US" dirty="0"/>
          </a:p>
          <a:p>
            <a:r>
              <a:rPr lang="en-US" dirty="0"/>
              <a:t>Netstat is a command-line tool used to display information about network connections on a system.</a:t>
            </a:r>
          </a:p>
          <a:p>
            <a:pPr marL="179388" indent="-171450">
              <a:buFont typeface="Arial" panose="020B0604020202020204" pitchFamily="34" charset="0"/>
              <a:buChar char="•"/>
            </a:pPr>
            <a:r>
              <a:rPr lang="en-US" dirty="0"/>
              <a:t>Helps troubleshoot network connectivity issues</a:t>
            </a:r>
          </a:p>
          <a:p>
            <a:pPr marL="179388" indent="-171450">
              <a:buFont typeface="Arial" panose="020B0604020202020204" pitchFamily="34" charset="0"/>
              <a:buChar char="•"/>
            </a:pPr>
            <a:r>
              <a:rPr lang="en-US" dirty="0"/>
              <a:t>Provides insights into active network traffic</a:t>
            </a:r>
          </a:p>
          <a:p>
            <a:pPr marL="179388" indent="-171450">
              <a:buFont typeface="Arial" panose="020B0604020202020204" pitchFamily="34" charset="0"/>
              <a:buChar char="•"/>
            </a:pPr>
            <a:r>
              <a:rPr lang="en-US" dirty="0"/>
              <a:t>Identifies open ports and potential security risks</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13</a:t>
            </a:fld>
            <a:endParaRPr lang="en-US" dirty="0"/>
          </a:p>
        </p:txBody>
      </p:sp>
    </p:spTree>
    <p:extLst>
      <p:ext uri="{BB962C8B-B14F-4D97-AF65-F5344CB8AC3E}">
        <p14:creationId xmlns:p14="http://schemas.microsoft.com/office/powerpoint/2010/main" val="19945503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r>
              <a:rPr lang="en-GB" b="1" dirty="0"/>
              <a:t>Exam Objectives Covered</a:t>
            </a:r>
          </a:p>
          <a:p>
            <a:pPr marL="171450" indent="-171450">
              <a:buFont typeface="Arial" panose="020B0604020202020204" pitchFamily="34" charset="0"/>
              <a:buChar char="•"/>
            </a:pPr>
            <a:r>
              <a:rPr lang="en-US" dirty="0"/>
              <a:t>1.4 Explain common networking ports, protocols, services, and traffic types.</a:t>
            </a:r>
          </a:p>
          <a:p>
            <a:pPr marL="171450" indent="-171450">
              <a:buFont typeface="Arial" panose="020B0604020202020204" pitchFamily="34" charset="0"/>
              <a:buChar char="•"/>
            </a:pPr>
            <a:r>
              <a:rPr lang="en-US" dirty="0"/>
              <a:t>3.4 Given a scenario, implement IPv4 and IPv6 network services. </a:t>
            </a:r>
          </a:p>
          <a:p>
            <a:endParaRPr lang="en-GB" dirty="0"/>
          </a:p>
        </p:txBody>
      </p:sp>
      <p:sp>
        <p:nvSpPr>
          <p:cNvPr id="4" name="Footer Placeholder 3">
            <a:extLst>
              <a:ext uri="{FF2B5EF4-FFF2-40B4-BE49-F238E27FC236}">
                <a16:creationId xmlns:a16="http://schemas.microsoft.com/office/drawing/2014/main" id="{EDE5C595-0EA8-9365-0C62-DB99CD1BF9A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6909824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TCP Handshake</a:t>
            </a:r>
            <a:endParaRPr lang="en-US" dirty="0"/>
          </a:p>
          <a:p>
            <a:r>
              <a:rPr lang="en-US" dirty="0"/>
              <a:t>Here’s a simple explanation:</a:t>
            </a:r>
          </a:p>
          <a:p>
            <a:pPr marL="228600" indent="-228600" algn="l">
              <a:buFont typeface="+mj-lt"/>
              <a:buAutoNum type="arabicPeriod"/>
            </a:pPr>
            <a:r>
              <a:rPr lang="en-US" dirty="0"/>
              <a:t>SYN: The initiating device (let’s call it the client) sends a SYN (synchronize) message to the server to start the conversation. It’s like the client saying, “Hey, I want to talk, and I’m starting our conversation with this sequence number.”</a:t>
            </a:r>
          </a:p>
          <a:p>
            <a:pPr marL="228600" indent="-228600" algn="l">
              <a:buFont typeface="+mj-lt"/>
              <a:buAutoNum type="arabicPeriod"/>
            </a:pPr>
            <a:r>
              <a:rPr lang="en-US" dirty="0"/>
              <a:t>SYN-ACK: The server responds with a SYN-ACK (synchronize-acknowledge) message. This means the server is saying, “Okay, I got your message, and I’m ready to talk too. Here’s my own sequence number for you to acknowledge.”</a:t>
            </a:r>
          </a:p>
          <a:p>
            <a:pPr marL="228600" indent="-228600" algn="l">
              <a:buFont typeface="+mj-lt"/>
              <a:buAutoNum type="arabicPeriod"/>
            </a:pPr>
            <a:r>
              <a:rPr lang="en-US" dirty="0"/>
              <a:t>ACK: Finally, the client sends back an ACK (acknowledge) message to confirm it received the server’s sequence number. This is like the client saying, “Great, I got your sequence number, and here’s the acknowledgment that I’m ready to start our session.”</a:t>
            </a:r>
          </a:p>
          <a:p>
            <a:pPr marL="228600" indent="-228600" algn="l">
              <a:buFont typeface="+mj-lt"/>
              <a:buAutoNum type="arabicPeriod"/>
            </a:pPr>
            <a:r>
              <a:rPr lang="en-US" dirty="0"/>
              <a:t>Once these three steps are completed, both the client and server have agreed on how to communicate, and the actual data transfer can begin. It’s a bit like a formal greeting before starting a meaningful conversation. </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15</a:t>
            </a:fld>
            <a:endParaRPr lang="en-US" dirty="0"/>
          </a:p>
        </p:txBody>
      </p:sp>
    </p:spTree>
    <p:extLst>
      <p:ext uri="{BB962C8B-B14F-4D97-AF65-F5344CB8AC3E}">
        <p14:creationId xmlns:p14="http://schemas.microsoft.com/office/powerpoint/2010/main" val="2010501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DHCP Reservations and Exclusions</a:t>
            </a:r>
            <a:endParaRPr lang="en-US" dirty="0"/>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Configuring static assignments and/or reservations adds management overhead. But discuss reasons why it might be necessary such as logging/monitoring/authentication servers or printers that cannot be accessed by name.</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16</a:t>
            </a:fld>
            <a:endParaRPr lang="en-US" dirty="0"/>
          </a:p>
        </p:txBody>
      </p:sp>
    </p:spTree>
    <p:extLst>
      <p:ext uri="{BB962C8B-B14F-4D97-AF65-F5344CB8AC3E}">
        <p14:creationId xmlns:p14="http://schemas.microsoft.com/office/powerpoint/2010/main" val="37011905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Activity – Identify the Protocol</a:t>
            </a:r>
            <a:endParaRPr lang="en-US" dirty="0"/>
          </a:p>
          <a:p>
            <a:r>
              <a:rPr lang="en-US" dirty="0"/>
              <a:t>Answers:</a:t>
            </a:r>
          </a:p>
          <a:p>
            <a:pPr marL="387350" indent="-228600">
              <a:buAutoNum type="arabicPeriod"/>
            </a:pPr>
            <a:r>
              <a:rPr lang="en-US" dirty="0"/>
              <a:t>TCP</a:t>
            </a:r>
          </a:p>
          <a:p>
            <a:pPr marL="387350" indent="-228600">
              <a:buAutoNum type="arabicPeriod"/>
            </a:pPr>
            <a:r>
              <a:rPr lang="en-US" dirty="0"/>
              <a:t>UDP</a:t>
            </a:r>
          </a:p>
          <a:p>
            <a:pPr marL="387350" indent="-228600">
              <a:buAutoNum type="arabicPeriod"/>
            </a:pPr>
            <a:r>
              <a:rPr lang="en-US" dirty="0"/>
              <a:t>DHCP</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17</a:t>
            </a:fld>
            <a:endParaRPr lang="en-US" dirty="0"/>
          </a:p>
        </p:txBody>
      </p:sp>
    </p:spTree>
    <p:extLst>
      <p:ext uri="{BB962C8B-B14F-4D97-AF65-F5344CB8AC3E}">
        <p14:creationId xmlns:p14="http://schemas.microsoft.com/office/powerpoint/2010/main" val="23349085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r>
              <a:rPr lang="en-GB" b="1" dirty="0"/>
              <a:t>Exam Objectives Covered</a:t>
            </a:r>
          </a:p>
          <a:p>
            <a:pPr marL="171450" indent="-171450">
              <a:buFont typeface="Arial" panose="020B0604020202020204" pitchFamily="34" charset="0"/>
              <a:buChar char="•"/>
            </a:pPr>
            <a:r>
              <a:rPr lang="en-US" dirty="0"/>
              <a:t>1.7 Given a scenario, use appropriate IPv4 network addressing.</a:t>
            </a:r>
          </a:p>
          <a:p>
            <a:pPr marL="171450" indent="-171450">
              <a:buFont typeface="Arial" panose="020B0604020202020204" pitchFamily="34" charset="0"/>
              <a:buChar char="•"/>
            </a:pPr>
            <a:r>
              <a:rPr lang="en-US" dirty="0"/>
              <a:t>3.4 Given a scenario, implement IPv4 and IPv6 network services. </a:t>
            </a:r>
          </a:p>
          <a:p>
            <a:endParaRPr lang="en-GB" dirty="0"/>
          </a:p>
        </p:txBody>
      </p:sp>
      <p:sp>
        <p:nvSpPr>
          <p:cNvPr id="4" name="Footer Placeholder 3">
            <a:extLst>
              <a:ext uri="{FF2B5EF4-FFF2-40B4-BE49-F238E27FC236}">
                <a16:creationId xmlns:a16="http://schemas.microsoft.com/office/drawing/2014/main" id="{EDE5C595-0EA8-9365-0C62-DB99CD1BF9A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8279941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APIPA</a:t>
            </a:r>
            <a:endParaRPr lang="en-US" dirty="0"/>
          </a:p>
          <a:p>
            <a:pPr marL="171450" indent="-171450" algn="l">
              <a:buFont typeface="Arial" panose="020B0604020202020204" pitchFamily="34" charset="0"/>
              <a:buChar char="•"/>
            </a:pPr>
            <a:r>
              <a:rPr lang="en-US" b="0" dirty="0">
                <a:effectLst/>
                <a:cs typeface="Open Sans"/>
              </a:rPr>
              <a:t>Students need to learn these ranges.</a:t>
            </a:r>
          </a:p>
          <a:p>
            <a:pPr marL="171450" indent="-171450" algn="l">
              <a:buFont typeface="Arial" panose="020B0604020202020204" pitchFamily="34" charset="0"/>
              <a:buChar char="•"/>
            </a:pPr>
            <a:r>
              <a:rPr lang="en-US" b="0" dirty="0">
                <a:effectLst/>
                <a:cs typeface="Open Sans"/>
              </a:rPr>
              <a:t>These addresses are from one of the address ranges reserved for private addressing (169.254.0.0/16). The first and last subnets are supposed to be unused.</a:t>
            </a:r>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19</a:t>
            </a:fld>
            <a:endParaRPr lang="en-US" dirty="0"/>
          </a:p>
        </p:txBody>
      </p:sp>
    </p:spTree>
    <p:extLst>
      <p:ext uri="{BB962C8B-B14F-4D97-AF65-F5344CB8AC3E}">
        <p14:creationId xmlns:p14="http://schemas.microsoft.com/office/powerpoint/2010/main" val="15391189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IPv6 Autoconfiguration</a:t>
            </a:r>
            <a:endParaRPr lang="en-US" dirty="0"/>
          </a:p>
          <a:p>
            <a:r>
              <a:rPr lang="en-US" dirty="0"/>
              <a:t>Description:</a:t>
            </a:r>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Autoconfiguration allows devices on an IPv6 network to configure their own IP addresses without the need for DHCP.​</a:t>
            </a:r>
          </a:p>
          <a:p>
            <a:endParaRPr lang="en-US" dirty="0"/>
          </a:p>
          <a:p>
            <a:r>
              <a:rPr lang="en-US" dirty="0"/>
              <a:t>Types:</a:t>
            </a:r>
          </a:p>
          <a:p>
            <a:pPr marL="171450" indent="-171450">
              <a:buFont typeface="Arial" panose="020B0604020202020204" pitchFamily="34" charset="0"/>
              <a:buChar char="•"/>
            </a:pPr>
            <a:r>
              <a:rPr lang="en-US" dirty="0"/>
              <a:t>Stateless Address Autoconfiguration (SLAAC)​</a:t>
            </a:r>
          </a:p>
          <a:p>
            <a:pPr marL="171450" indent="-171450">
              <a:buFont typeface="Arial" panose="020B0604020202020204" pitchFamily="34" charset="0"/>
              <a:buChar char="•"/>
            </a:pPr>
            <a:r>
              <a:rPr lang="en-US" dirty="0"/>
              <a:t>Stateful Address Autoconfiguration (DHCPv6)</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20</a:t>
            </a:fld>
            <a:endParaRPr lang="en-US" dirty="0"/>
          </a:p>
        </p:txBody>
      </p:sp>
    </p:spTree>
    <p:extLst>
      <p:ext uri="{BB962C8B-B14F-4D97-AF65-F5344CB8AC3E}">
        <p14:creationId xmlns:p14="http://schemas.microsoft.com/office/powerpoint/2010/main" val="6351810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SLAAC</a:t>
            </a:r>
            <a:endParaRPr lang="en-US" dirty="0"/>
          </a:p>
          <a:p>
            <a:pPr marL="171450" indent="-171450" algn="l">
              <a:buFont typeface="Arial" panose="020B0604020202020204" pitchFamily="34" charset="0"/>
              <a:buChar char="•"/>
            </a:pPr>
            <a:r>
              <a:rPr lang="en-US" i="0" dirty="0">
                <a:effectLst/>
              </a:rPr>
              <a:t>SLAAC: IPv6’s self-configuring IP address mechanism.</a:t>
            </a:r>
            <a:endParaRPr lang="en-US" dirty="0"/>
          </a:p>
          <a:p>
            <a:pPr marL="171450" indent="-171450" algn="l">
              <a:buFont typeface="Arial" panose="020B0604020202020204" pitchFamily="34" charset="0"/>
              <a:buChar char="•"/>
            </a:pPr>
            <a:r>
              <a:rPr lang="en-US" i="0" dirty="0">
                <a:effectLst/>
              </a:rPr>
              <a:t>How SLAAC Works: Automatic IP address generation using device’s MAC address.</a:t>
            </a:r>
          </a:p>
          <a:p>
            <a:pPr marL="522151" lvl="2" indent="-171450">
              <a:buFont typeface="Arial" panose="020B0604020202020204" pitchFamily="34" charset="0"/>
              <a:buChar char="•"/>
            </a:pPr>
            <a:r>
              <a:rPr lang="en-US" i="0" dirty="0">
                <a:effectLst/>
              </a:rPr>
              <a:t>Link-local address configuration: Initial temporary IP for network communication.</a:t>
            </a:r>
          </a:p>
          <a:p>
            <a:pPr marL="522151" lvl="2" indent="-171450">
              <a:buFont typeface="Arial" panose="020B0604020202020204" pitchFamily="34" charset="0"/>
              <a:buChar char="•"/>
            </a:pPr>
            <a:r>
              <a:rPr lang="en-US" i="0" dirty="0">
                <a:effectLst/>
              </a:rPr>
              <a:t>EUI-64 interface identifier: Unique IP creation from device’s hardware address.</a:t>
            </a:r>
          </a:p>
          <a:p>
            <a:pPr marL="522151" lvl="2" indent="-171450">
              <a:buFont typeface="Arial" panose="020B0604020202020204" pitchFamily="34" charset="0"/>
              <a:buChar char="•"/>
            </a:pPr>
            <a:r>
              <a:rPr lang="en-US" i="0" dirty="0">
                <a:effectLst/>
              </a:rPr>
              <a:t>Duplicate Address Detection (DAD): Ensures IP uniqueness to prevent conflicts.</a:t>
            </a:r>
          </a:p>
          <a:p>
            <a:pPr marL="171450" indent="-171450" algn="l">
              <a:buFont typeface="Arial" panose="020B0604020202020204" pitchFamily="34" charset="0"/>
              <a:buChar char="•"/>
            </a:pPr>
            <a:r>
              <a:rPr lang="en-US" i="0" dirty="0">
                <a:effectLst/>
              </a:rPr>
              <a:t>Advantages of SLAAC: Simplifies network setup with no central IP management needed.</a:t>
            </a:r>
          </a:p>
          <a:p>
            <a:pPr marL="171450" indent="-171450" algn="l">
              <a:buFont typeface="Arial" panose="020B0604020202020204" pitchFamily="34" charset="0"/>
              <a:buChar char="•"/>
            </a:pPr>
            <a:r>
              <a:rPr lang="en-US" i="0" dirty="0">
                <a:effectLst/>
              </a:rPr>
              <a:t>Limitations of SLAAC: Lacks automatic DNS settings and is not universally adopted.</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21</a:t>
            </a:fld>
            <a:endParaRPr lang="en-US" dirty="0"/>
          </a:p>
        </p:txBody>
      </p:sp>
    </p:spTree>
    <p:extLst>
      <p:ext uri="{BB962C8B-B14F-4D97-AF65-F5344CB8AC3E}">
        <p14:creationId xmlns:p14="http://schemas.microsoft.com/office/powerpoint/2010/main" val="12816129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DHCPv6</a:t>
            </a:r>
            <a:endParaRPr lang="en-US" dirty="0"/>
          </a:p>
          <a:p>
            <a:pPr marL="171450" indent="-171450" algn="l">
              <a:buFont typeface="Arial" panose="020B0604020202020204" pitchFamily="34" charset="0"/>
              <a:buChar char="•"/>
            </a:pPr>
            <a:r>
              <a:rPr lang="en-US" i="0" dirty="0">
                <a:effectLst/>
              </a:rPr>
              <a:t>DHCPv6: Managed IP distribution and configuration for IPv6 networks.</a:t>
            </a:r>
            <a:endParaRPr lang="en-US" dirty="0"/>
          </a:p>
          <a:p>
            <a:pPr marL="171450" indent="-171450" algn="l">
              <a:buFont typeface="Arial" panose="020B0604020202020204" pitchFamily="34" charset="0"/>
              <a:buChar char="•"/>
            </a:pPr>
            <a:r>
              <a:rPr lang="en-US" i="0" dirty="0">
                <a:effectLst/>
              </a:rPr>
              <a:t>How DHCPv6 Works: Server-based IP lease and management protocol.</a:t>
            </a:r>
          </a:p>
          <a:p>
            <a:pPr marL="522151" lvl="2" indent="-171450">
              <a:buFont typeface="Courier New" panose="02070309020205020404" pitchFamily="49" charset="0"/>
              <a:buChar char="o"/>
            </a:pPr>
            <a:r>
              <a:rPr lang="en-US" i="0" dirty="0">
                <a:effectLst/>
              </a:rPr>
              <a:t>DHCPv6 request and response: Communication process for IP allocation.</a:t>
            </a:r>
          </a:p>
          <a:p>
            <a:pPr marL="522151" lvl="2" indent="-171450">
              <a:buFont typeface="Courier New" panose="02070309020205020404" pitchFamily="49" charset="0"/>
              <a:buChar char="o"/>
            </a:pPr>
            <a:r>
              <a:rPr lang="en-US" i="0" dirty="0">
                <a:effectLst/>
              </a:rPr>
              <a:t>Address assignment and management: Organized IP distribution by a central server.</a:t>
            </a:r>
          </a:p>
          <a:p>
            <a:pPr marL="522151" lvl="2" indent="-171450">
              <a:buFont typeface="Courier New" panose="02070309020205020404" pitchFamily="49" charset="0"/>
              <a:buChar char="o"/>
            </a:pPr>
            <a:r>
              <a:rPr lang="en-US" i="0" dirty="0">
                <a:effectLst/>
              </a:rPr>
              <a:t>Lease time and renewal: Temporary IP assignment with expiration and renewal options.</a:t>
            </a:r>
          </a:p>
          <a:p>
            <a:pPr marL="171450" indent="-171450" algn="l">
              <a:buFont typeface="Arial" panose="020B0604020202020204" pitchFamily="34" charset="0"/>
              <a:buChar char="•"/>
            </a:pPr>
            <a:r>
              <a:rPr lang="en-US" i="0" dirty="0">
                <a:effectLst/>
              </a:rPr>
              <a:t>Advantages of DHCPv6: Centralized control with extensive network configuration options.</a:t>
            </a:r>
          </a:p>
          <a:p>
            <a:pPr marL="171450" indent="-171450" algn="l">
              <a:buFont typeface="Arial" panose="020B0604020202020204" pitchFamily="34" charset="0"/>
              <a:buChar char="•"/>
            </a:pPr>
            <a:r>
              <a:rPr lang="en-US" i="0" dirty="0">
                <a:effectLst/>
              </a:rPr>
              <a:t>Limitations of DHCPv6: Requires dedicated server setup and is more complex than SLAAC.</a:t>
            </a:r>
          </a:p>
          <a:p>
            <a:endParaRPr lang="en-US" dirty="0"/>
          </a:p>
          <a:p>
            <a:r>
              <a:rPr lang="en-US" b="1" dirty="0"/>
              <a:t>Suggested Analogy</a:t>
            </a:r>
          </a:p>
          <a:p>
            <a:r>
              <a:rPr lang="en-US" dirty="0"/>
              <a:t>Imagine a library with a self-service kiosk:</a:t>
            </a:r>
          </a:p>
          <a:p>
            <a:pPr marL="179388" indent="-171450">
              <a:buFont typeface="Arial" panose="020B0604020202020204" pitchFamily="34" charset="0"/>
              <a:buChar char="•"/>
            </a:pPr>
            <a:r>
              <a:rPr lang="en-US" dirty="0"/>
              <a:t>Library (Network): This represents the IPv6 network where devices need IP addresses to communicate.</a:t>
            </a:r>
          </a:p>
          <a:p>
            <a:pPr marL="179388" indent="-171450">
              <a:buFont typeface="Arial" panose="020B0604020202020204" pitchFamily="34" charset="0"/>
              <a:buChar char="•"/>
            </a:pPr>
            <a:r>
              <a:rPr lang="en-US" dirty="0"/>
              <a:t>Books (Data Packets): Data packets traveling across the network are like books being borrowed and returned in the library.</a:t>
            </a:r>
          </a:p>
          <a:p>
            <a:pPr marL="179388" indent="-171450">
              <a:buFont typeface="Arial" panose="020B0604020202020204" pitchFamily="34" charset="0"/>
              <a:buChar char="•"/>
            </a:pPr>
            <a:r>
              <a:rPr lang="en-US" dirty="0"/>
              <a:t>Librarian (DHCP Server): In an IPv4 network (without autoconfiguration), a DHCP server acts like a librarian, assigning IP addresses (like library cards) to devices requesting them.</a:t>
            </a:r>
          </a:p>
          <a:p>
            <a:pPr marL="179388" indent="-171450">
              <a:buFont typeface="Arial" panose="020B0604020202020204" pitchFamily="34" charset="0"/>
              <a:buChar char="•"/>
            </a:pPr>
            <a:r>
              <a:rPr lang="en-US" dirty="0"/>
              <a:t>Self-Service Kiosk (IPv6 Autoconfiguration): In an IPv6 network with autoconfiguration, devices can obtain IP addresses on their own, similar to using a self-service kiosk at the library.</a:t>
            </a:r>
          </a:p>
          <a:p>
            <a:pPr marL="179388" indent="-171450">
              <a:buFont typeface="Arial" panose="020B0604020202020204" pitchFamily="34" charset="0"/>
              <a:buChar char="•"/>
            </a:pPr>
            <a:r>
              <a:rPr lang="en-US" dirty="0"/>
              <a:t>The device generates a unique address based on its network interface card (MAC address) and network prefix (like a pre-programmed borrowing limit on the kiosk).</a:t>
            </a:r>
          </a:p>
          <a:p>
            <a:pPr marL="179388" indent="-171450">
              <a:buFont typeface="Arial" panose="020B0604020202020204" pitchFamily="34" charset="0"/>
              <a:buChar char="•"/>
            </a:pPr>
            <a:r>
              <a:rPr lang="en-US" dirty="0"/>
              <a:t>The device then verifies the address with other devices on the network (like checking for availability at the kiosk) to ensure it's not already in use.</a:t>
            </a:r>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22</a:t>
            </a:fld>
            <a:endParaRPr lang="en-US" dirty="0"/>
          </a:p>
        </p:txBody>
      </p:sp>
    </p:spTree>
    <p:extLst>
      <p:ext uri="{BB962C8B-B14F-4D97-AF65-F5344CB8AC3E}">
        <p14:creationId xmlns:p14="http://schemas.microsoft.com/office/powerpoint/2010/main" val="16686808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Activity – Think About It</a:t>
            </a:r>
            <a:endParaRPr lang="en-US" dirty="0"/>
          </a:p>
          <a:p>
            <a:r>
              <a:rPr lang="en-US" dirty="0"/>
              <a:t>This activity can be individual, group, or classroom.</a:t>
            </a:r>
          </a:p>
          <a:p>
            <a:endParaRPr lang="en-US" dirty="0"/>
          </a:p>
          <a:p>
            <a:r>
              <a:rPr lang="en-US" dirty="0"/>
              <a:t>Considerations for Discussion:</a:t>
            </a:r>
          </a:p>
          <a:p>
            <a:pPr marL="171450" indent="-171450">
              <a:buFont typeface="Arial" panose="020B0604020202020204" pitchFamily="34" charset="0"/>
              <a:buChar char="•"/>
            </a:pPr>
            <a:r>
              <a:rPr lang="en-US" i="0" dirty="0">
                <a:effectLst/>
              </a:rPr>
              <a:t>Stateless Address Autoconfiguration (SLAAC) may seem ideal given the no-server-required and easy deployment making it a good fit for the plug-and-play nature of student devices.</a:t>
            </a:r>
            <a:r>
              <a:rPr lang="en-US" dirty="0"/>
              <a:t> </a:t>
            </a:r>
            <a:endParaRPr lang="en-US" i="0" dirty="0">
              <a:effectLst/>
            </a:endParaRPr>
          </a:p>
          <a:p>
            <a:pPr marL="171450" indent="-171450">
              <a:buFont typeface="Arial" panose="020B0604020202020204" pitchFamily="34" charset="0"/>
              <a:buChar char="•"/>
            </a:pPr>
            <a:r>
              <a:rPr lang="en-US" i="0" dirty="0">
                <a:effectLst/>
              </a:rPr>
              <a:t>Stateful Address Autoconfiguration (DHCPv6) may seem ideal given its centralized control and ability to deliver additional network settings, which could be beneficial for administrative and IoT devices that require consistent network configurations.</a:t>
            </a:r>
            <a:r>
              <a:rPr lang="en-US" dirty="0"/>
              <a:t> </a:t>
            </a:r>
            <a:endParaRPr lang="en-US" i="0" dirty="0">
              <a:effectLst/>
            </a:endParaRP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23</a:t>
            </a:fld>
            <a:endParaRPr lang="en-US" dirty="0"/>
          </a:p>
        </p:txBody>
      </p:sp>
    </p:spTree>
    <p:extLst>
      <p:ext uri="{BB962C8B-B14F-4D97-AF65-F5344CB8AC3E}">
        <p14:creationId xmlns:p14="http://schemas.microsoft.com/office/powerpoint/2010/main" val="18738158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r>
              <a:rPr lang="en-GB" b="1" dirty="0"/>
              <a:t>Exam Objectives Covered</a:t>
            </a:r>
            <a:endParaRPr lang="en-US" dirty="0"/>
          </a:p>
          <a:p>
            <a:pPr marL="171450" indent="-171450">
              <a:buFont typeface="Arial" panose="020B0604020202020204" pitchFamily="34" charset="0"/>
              <a:buChar char="•"/>
            </a:pPr>
            <a:r>
              <a:rPr lang="en-US" dirty="0"/>
              <a:t>3.4 Given a scenario, implement IPv4 and IPv6 network services.</a:t>
            </a:r>
          </a:p>
          <a:p>
            <a:pPr marL="171450" indent="-171450">
              <a:buFont typeface="Arial" panose="020B0604020202020204" pitchFamily="34" charset="0"/>
              <a:buChar char="•"/>
            </a:pPr>
            <a:r>
              <a:rPr lang="en-US" dirty="0"/>
              <a:t>5.3 Given a scenario, troubleshoot common issues with network services. </a:t>
            </a:r>
          </a:p>
          <a:p>
            <a:endParaRPr lang="en-GB" dirty="0"/>
          </a:p>
        </p:txBody>
      </p:sp>
      <p:sp>
        <p:nvSpPr>
          <p:cNvPr id="4" name="Footer Placeholder 3">
            <a:extLst>
              <a:ext uri="{FF2B5EF4-FFF2-40B4-BE49-F238E27FC236}">
                <a16:creationId xmlns:a16="http://schemas.microsoft.com/office/drawing/2014/main" id="{EDE5C595-0EA8-9365-0C62-DB99CD1BF9A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3789700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DHCP Relay</a:t>
            </a:r>
            <a:endParaRPr lang="en-US" dirty="0"/>
          </a:p>
          <a:p>
            <a:pPr marL="171450" indent="-171450" algn="l">
              <a:buFont typeface="Arial" panose="020B0604020202020204" pitchFamily="34" charset="0"/>
              <a:buChar char="•"/>
            </a:pPr>
            <a:r>
              <a:rPr lang="en-US" i="0" dirty="0">
                <a:effectLst/>
              </a:rPr>
              <a:t>Network Bridge: A DHCP relay acts as a bridge that forwards DHCP messages between clients and servers located on different subnets.</a:t>
            </a:r>
            <a:endParaRPr lang="en-US" dirty="0"/>
          </a:p>
          <a:p>
            <a:pPr marL="171450" indent="-171450" algn="l">
              <a:buFont typeface="Arial" panose="020B0604020202020204" pitchFamily="34" charset="0"/>
              <a:buChar char="•"/>
            </a:pPr>
            <a:r>
              <a:rPr lang="en-US" i="0" dirty="0">
                <a:effectLst/>
              </a:rPr>
              <a:t>Broadcast handling: It receives DHCP broadcast messages from clients, encapsulates them into packets, and forwards them to the DHCP server</a:t>
            </a:r>
          </a:p>
          <a:p>
            <a:pPr marL="171450" indent="-171450" algn="l">
              <a:buFont typeface="Arial" panose="020B0604020202020204" pitchFamily="34" charset="0"/>
              <a:buChar char="•"/>
            </a:pPr>
            <a:r>
              <a:rPr lang="en-US" i="0" dirty="0">
                <a:effectLst/>
              </a:rPr>
              <a:t>Subnet communication: Enables clients on a subnet without a DHCP server to communicate with a remote DHCP server to obtain IP configuration</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25</a:t>
            </a:fld>
            <a:endParaRPr lang="en-US" dirty="0"/>
          </a:p>
        </p:txBody>
      </p:sp>
    </p:spTree>
    <p:extLst>
      <p:ext uri="{BB962C8B-B14F-4D97-AF65-F5344CB8AC3E}">
        <p14:creationId xmlns:p14="http://schemas.microsoft.com/office/powerpoint/2010/main" val="1809619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DHCP Relay</a:t>
            </a:r>
            <a:endParaRPr lang="en-US" dirty="0"/>
          </a:p>
          <a:p>
            <a:r>
              <a:rPr lang="en-US" dirty="0"/>
              <a:t>Image:</a:t>
            </a:r>
          </a:p>
          <a:p>
            <a:pPr marL="7938" marR="0" lvl="0" algn="l" defTabSz="914400" rtl="0" eaLnBrk="1" fontAlgn="auto" latinLnBrk="0" hangingPunct="1">
              <a:lnSpc>
                <a:spcPct val="100000"/>
              </a:lnSpc>
              <a:spcBef>
                <a:spcPts val="0"/>
              </a:spcBef>
              <a:spcAft>
                <a:spcPts val="0"/>
              </a:spcAft>
              <a:buClr>
                <a:srgbClr val="000000"/>
              </a:buClr>
              <a:buSzPts val="1100"/>
              <a:defRPr/>
            </a:pPr>
            <a:r>
              <a:rPr lang="en-US" b="0" i="0" dirty="0">
                <a:effectLst/>
                <a:cs typeface="Roboto"/>
              </a:rPr>
              <a:t>DHCP discover is sent to the DHCP server via the DHCP Relay Agent</a:t>
            </a:r>
          </a:p>
          <a:p>
            <a:pPr>
              <a:defRPr/>
            </a:pPr>
            <a:endParaRPr lang="en-US" b="0" i="0" dirty="0">
              <a:effectLst/>
              <a:cs typeface="Roboto"/>
            </a:endParaRPr>
          </a:p>
          <a:p>
            <a:pPr>
              <a:defRPr/>
            </a:pPr>
            <a:r>
              <a:rPr lang="en-US" b="0" i="0" dirty="0">
                <a:effectLst/>
                <a:cs typeface="Roboto"/>
              </a:rPr>
              <a:t>The DHCP server replies with a DHCP offer by including an available IP address.</a:t>
            </a:r>
            <a:r>
              <a:rPr lang="en-US" dirty="0">
                <a:cs typeface="Roboto"/>
              </a:rPr>
              <a:t> </a:t>
            </a:r>
          </a:p>
          <a:p>
            <a:pPr marL="330200" marR="0" lvl="0" indent="-17145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Char char="•"/>
              <a:tabLst/>
              <a:defRPr/>
            </a:pPr>
            <a:r>
              <a:rPr lang="en-US" b="0" i="0" dirty="0">
                <a:effectLst/>
                <a:cs typeface="Roboto"/>
              </a:rPr>
              <a:t>The client will broadcast a DHCP request to the server.</a:t>
            </a:r>
            <a:br>
              <a:rPr lang="en-US" b="0" i="0" dirty="0">
                <a:effectLst/>
                <a:cs typeface="Roboto"/>
              </a:rPr>
            </a:br>
            <a:r>
              <a:rPr lang="en-US" b="0" i="1" dirty="0">
                <a:effectLst/>
                <a:cs typeface="Roboto"/>
              </a:rPr>
              <a:t>Note: The client may receive multiple offers from several servers, so t</a:t>
            </a:r>
            <a:r>
              <a:rPr lang="en-US" b="0" i="0" dirty="0">
                <a:effectLst/>
                <a:cs typeface="Roboto"/>
              </a:rPr>
              <a:t>he </a:t>
            </a:r>
            <a:r>
              <a:rPr lang="en-US" b="0" i="1" dirty="0">
                <a:effectLst/>
                <a:cs typeface="Roboto"/>
              </a:rPr>
              <a:t>client will broadcast a DHCP request to notify all DHCP servers the IP address that it selects.</a:t>
            </a:r>
            <a:r>
              <a:rPr lang="en-US" i="1" dirty="0">
                <a:cs typeface="Roboto"/>
              </a:rPr>
              <a:t> </a:t>
            </a:r>
            <a:r>
              <a:rPr lang="en-US" dirty="0">
                <a:cs typeface="Roboto"/>
              </a:rPr>
              <a:t> </a:t>
            </a:r>
            <a:endParaRPr lang="en-US" b="0" i="0" dirty="0">
              <a:effectLst/>
              <a:cs typeface="Roboto"/>
            </a:endParaRPr>
          </a:p>
          <a:p>
            <a:pPr marL="0" indent="0">
              <a:buFont typeface="Arial" panose="020B0604020202020204" pitchFamily="34" charset="0"/>
              <a:buNone/>
              <a:defRPr/>
            </a:pPr>
            <a:endParaRPr lang="en-US" b="0" i="0" dirty="0">
              <a:effectLst/>
              <a:cs typeface="Roboto"/>
            </a:endParaRPr>
          </a:p>
          <a:p>
            <a:pPr marL="0" indent="0">
              <a:buFont typeface="Arial" panose="020B0604020202020204" pitchFamily="34" charset="0"/>
              <a:buNone/>
              <a:defRPr/>
            </a:pPr>
            <a:r>
              <a:rPr lang="en-US" b="0" i="0" dirty="0">
                <a:effectLst/>
                <a:cs typeface="Roboto"/>
              </a:rPr>
              <a:t>The selected server replies with a DHCP Ack if the IP is still available.</a:t>
            </a:r>
            <a:r>
              <a:rPr lang="en-US" dirty="0">
                <a:cs typeface="Roboto"/>
              </a:rPr>
              <a:t> </a:t>
            </a:r>
            <a:endParaRPr lang="en-US" b="0" i="0" dirty="0">
              <a:effectLst/>
              <a:cs typeface="Roboto"/>
            </a:endParaRP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26</a:t>
            </a:fld>
            <a:endParaRPr lang="en-US" dirty="0"/>
          </a:p>
        </p:txBody>
      </p:sp>
    </p:spTree>
    <p:extLst>
      <p:ext uri="{BB962C8B-B14F-4D97-AF65-F5344CB8AC3E}">
        <p14:creationId xmlns:p14="http://schemas.microsoft.com/office/powerpoint/2010/main" val="13979636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IP Helper</a:t>
            </a:r>
            <a:endParaRPr lang="en-US" dirty="0"/>
          </a:p>
          <a:p>
            <a:pPr marL="171450" indent="-171450" algn="l">
              <a:buFont typeface="Arial" panose="020B0604020202020204" pitchFamily="34" charset="0"/>
              <a:buChar char="•"/>
            </a:pPr>
            <a:r>
              <a:rPr lang="en-US" b="0" i="0" dirty="0">
                <a:effectLst/>
              </a:rPr>
              <a:t>IP Helper Steps</a:t>
            </a:r>
            <a:endParaRPr lang="en-US" dirty="0"/>
          </a:p>
          <a:p>
            <a:pPr marL="514213" lvl="1" indent="-171450" algn="l">
              <a:buFont typeface="Courier New" panose="02070309020205020404" pitchFamily="49" charset="0"/>
              <a:buChar char="o"/>
            </a:pPr>
            <a:r>
              <a:rPr lang="en-US" b="0" i="0" dirty="0">
                <a:effectLst/>
              </a:rPr>
              <a:t>When a router receives a broadcast request (e.g., DHCP request) from a host on one subnet, the IP Helper Address steps in.</a:t>
            </a:r>
          </a:p>
          <a:p>
            <a:pPr marL="514213" lvl="1" indent="-171450" algn="l">
              <a:buFont typeface="Courier New" panose="02070309020205020404" pitchFamily="49" charset="0"/>
              <a:buChar char="o"/>
            </a:pPr>
            <a:r>
              <a:rPr lang="en-US" b="0" i="0" dirty="0">
                <a:effectLst/>
              </a:rPr>
              <a:t>It converts the broadcast request into unicast traffic and relays it to the DHCP server located in a different subnet.</a:t>
            </a:r>
          </a:p>
          <a:p>
            <a:pPr marL="514213" lvl="1" indent="-171450" algn="l">
              <a:buFont typeface="Courier New" panose="02070309020205020404" pitchFamily="49" charset="0"/>
              <a:buChar char="o"/>
            </a:pPr>
            <a:r>
              <a:rPr lang="en-US" b="0" i="0" dirty="0">
                <a:effectLst/>
              </a:rPr>
              <a:t>This enables DHCP clients residing on separate subnets to acquire IP addresses from a central DHCP server.</a:t>
            </a:r>
          </a:p>
          <a:p>
            <a:pPr marL="171450" indent="-171450">
              <a:buFont typeface="Arial" panose="020B0604020202020204" pitchFamily="34" charset="0"/>
              <a:buChar char="•"/>
            </a:pPr>
            <a:r>
              <a:rPr lang="en-US" b="0" i="0" dirty="0">
                <a:effectLst/>
              </a:rPr>
              <a:t>Difference between relay agent and IP helper:</a:t>
            </a:r>
            <a:r>
              <a:rPr lang="en-US" dirty="0"/>
              <a:t> </a:t>
            </a:r>
            <a:endParaRPr lang="en-US" b="0" i="0" dirty="0">
              <a:effectLst/>
            </a:endParaRPr>
          </a:p>
          <a:p>
            <a:pPr marL="514213" lvl="1" indent="-171450" algn="l">
              <a:buFont typeface="Courier New" panose="02070309020205020404" pitchFamily="49" charset="0"/>
              <a:buChar char="o"/>
            </a:pPr>
            <a:r>
              <a:rPr lang="en-US" b="0" i="0" dirty="0">
                <a:effectLst/>
              </a:rPr>
              <a:t>DHCP Relay Agent:</a:t>
            </a:r>
          </a:p>
          <a:p>
            <a:pPr marL="856976" lvl="2" indent="-171450" algn="l">
              <a:buFont typeface="Wingdings" pitchFamily="2" charset="2"/>
              <a:buChar char="§"/>
            </a:pPr>
            <a:r>
              <a:rPr lang="en-US" b="0" i="0" dirty="0">
                <a:effectLst/>
              </a:rPr>
              <a:t>Specifically designed to forward DHCP messages between clients and servers across different subnets.</a:t>
            </a:r>
          </a:p>
          <a:p>
            <a:pPr marL="856976" lvl="2" indent="-171450" algn="l">
              <a:buFont typeface="Wingdings" pitchFamily="2" charset="2"/>
              <a:buChar char="§"/>
            </a:pPr>
            <a:r>
              <a:rPr lang="en-US" b="0" i="0" dirty="0">
                <a:effectLst/>
              </a:rPr>
              <a:t>Follows protocols like RFC 1542 and RFC 2131 to handle DHCP messages1.</a:t>
            </a:r>
          </a:p>
          <a:p>
            <a:pPr marL="514213" lvl="1" indent="-171450" algn="l">
              <a:buFont typeface="Courier New" panose="02070309020205020404" pitchFamily="49" charset="0"/>
              <a:buChar char="o"/>
            </a:pPr>
            <a:r>
              <a:rPr lang="en-US" b="0" i="0" dirty="0">
                <a:effectLst/>
              </a:rPr>
              <a:t>IP Helper:</a:t>
            </a:r>
          </a:p>
          <a:p>
            <a:pPr marL="514213" lvl="1" indent="-171450" algn="l">
              <a:buFont typeface="Courier New" panose="02070309020205020404" pitchFamily="49" charset="0"/>
              <a:buChar char="o"/>
            </a:pPr>
            <a:r>
              <a:rPr lang="en-US" b="0" i="0" dirty="0">
                <a:effectLst/>
              </a:rPr>
              <a:t>A broader term that may include the functionality of a DHCP relay agent.</a:t>
            </a:r>
          </a:p>
          <a:p>
            <a:pPr marL="514213" lvl="1" indent="-171450" algn="l">
              <a:buFont typeface="Courier New" panose="02070309020205020404" pitchFamily="49" charset="0"/>
              <a:buChar char="o"/>
            </a:pPr>
            <a:r>
              <a:rPr lang="en-US" b="0" i="0" dirty="0">
                <a:effectLst/>
              </a:rPr>
              <a:t>Can forward various types of UDP broadcast traffic, not just DHCP requests1</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27</a:t>
            </a:fld>
            <a:endParaRPr lang="en-US" dirty="0"/>
          </a:p>
        </p:txBody>
      </p:sp>
    </p:spTree>
    <p:extLst>
      <p:ext uri="{BB962C8B-B14F-4D97-AF65-F5344CB8AC3E}">
        <p14:creationId xmlns:p14="http://schemas.microsoft.com/office/powerpoint/2010/main" val="36888328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Activity – Troubleshooting DHCP</a:t>
            </a:r>
            <a:endParaRPr lang="en-US" dirty="0"/>
          </a:p>
          <a:p>
            <a:r>
              <a:rPr lang="en-US" dirty="0"/>
              <a:t>Answer a a class, in groups, or individually: What steps would you take to troubleshoot the following DHCP issues?</a:t>
            </a:r>
          </a:p>
          <a:p>
            <a:endParaRPr lang="en-US" dirty="0"/>
          </a:p>
          <a:p>
            <a:pPr algn="l">
              <a:buFont typeface="Arial" panose="020B0604020202020204" pitchFamily="34" charset="0"/>
              <a:buNone/>
            </a:pPr>
            <a:r>
              <a:rPr lang="en-US" dirty="0"/>
              <a:t>Answers will vary, but here are a few options: </a:t>
            </a:r>
          </a:p>
          <a:p>
            <a:pPr marL="179388" lvl="1" indent="-171450" algn="l">
              <a:buFont typeface="Arial" panose="020B0604020202020204" pitchFamily="34" charset="0"/>
              <a:buChar char="•"/>
            </a:pPr>
            <a:r>
              <a:rPr lang="en-US" dirty="0"/>
              <a:t>Client is unable to reach external networks </a:t>
            </a:r>
          </a:p>
          <a:p>
            <a:pPr marL="522151" lvl="3" indent="-171450">
              <a:buFont typeface="Courier New" panose="02070309020205020404" pitchFamily="49" charset="0"/>
              <a:buChar char="o"/>
            </a:pPr>
            <a:r>
              <a:rPr lang="en-US" dirty="0"/>
              <a:t>Incorrect default gateway configuration </a:t>
            </a:r>
          </a:p>
          <a:p>
            <a:pPr marL="522151" lvl="3" indent="-171450">
              <a:buFont typeface="Courier New" panose="02070309020205020404" pitchFamily="49" charset="0"/>
              <a:buChar char="o"/>
            </a:pPr>
            <a:r>
              <a:rPr lang="en-US" dirty="0"/>
              <a:t>Incorrect subnet mask</a:t>
            </a:r>
          </a:p>
          <a:p>
            <a:pPr marL="522151" lvl="3" indent="-171450">
              <a:buFont typeface="Courier New" panose="02070309020205020404" pitchFamily="49" charset="0"/>
              <a:buChar char="o"/>
            </a:pPr>
            <a:r>
              <a:rPr lang="en-US" dirty="0"/>
              <a:t>Incorrect DHCP server </a:t>
            </a:r>
          </a:p>
          <a:p>
            <a:pPr marL="179388" lvl="1" indent="-171450">
              <a:buFont typeface="Arial" panose="020B0604020202020204" pitchFamily="34" charset="0"/>
              <a:buChar char="•"/>
            </a:pPr>
            <a:r>
              <a:rPr lang="en-US" dirty="0"/>
              <a:t>Client received address that was already in use: </a:t>
            </a:r>
          </a:p>
          <a:p>
            <a:pPr marL="522151" lvl="3" indent="-171450">
              <a:buFont typeface="Courier New" panose="02070309020205020404" pitchFamily="49" charset="0"/>
              <a:buChar char="o"/>
            </a:pPr>
            <a:r>
              <a:rPr lang="en-US" dirty="0"/>
              <a:t>Use exclusion ranges </a:t>
            </a:r>
          </a:p>
          <a:p>
            <a:pPr marL="522151" lvl="3" indent="-171450">
              <a:buFont typeface="Courier New" panose="02070309020205020404" pitchFamily="49" charset="0"/>
              <a:buChar char="o"/>
            </a:pPr>
            <a:r>
              <a:rPr lang="en-US" dirty="0"/>
              <a:t>Enable conflict detection </a:t>
            </a:r>
          </a:p>
          <a:p>
            <a:pPr marL="522151" lvl="3" indent="-171450">
              <a:buFont typeface="Courier New" panose="02070309020205020404" pitchFamily="49" charset="0"/>
              <a:buChar char="o"/>
            </a:pPr>
            <a:r>
              <a:rPr lang="en-US" dirty="0"/>
              <a:t>Implement ARP checks </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28</a:t>
            </a:fld>
            <a:endParaRPr lang="en-US" dirty="0"/>
          </a:p>
        </p:txBody>
      </p:sp>
    </p:spTree>
    <p:extLst>
      <p:ext uri="{BB962C8B-B14F-4D97-AF65-F5344CB8AC3E}">
        <p14:creationId xmlns:p14="http://schemas.microsoft.com/office/powerpoint/2010/main" val="4189201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r>
              <a:rPr lang="en-GB" b="1" dirty="0"/>
              <a:t>Exam Objectives Covered</a:t>
            </a:r>
            <a:endParaRPr lang="en-US" dirty="0"/>
          </a:p>
          <a:p>
            <a:pPr marL="171450" indent="-171450">
              <a:buFont typeface="Arial" panose="020B0604020202020204" pitchFamily="34" charset="0"/>
              <a:buChar char="•"/>
            </a:pPr>
            <a:r>
              <a:rPr lang="en-US" dirty="0"/>
              <a:t>1.4 Explain common networking ports, protocols, services, and traffic types.</a:t>
            </a:r>
          </a:p>
          <a:p>
            <a:pPr marL="171450" indent="-171450">
              <a:buFont typeface="Arial" panose="020B0604020202020204" pitchFamily="34" charset="0"/>
              <a:buChar char="•"/>
            </a:pPr>
            <a:r>
              <a:rPr lang="en-US" dirty="0"/>
              <a:t>3.4 Given a scenario, implement IPv4 and IPv6 network services.</a:t>
            </a:r>
          </a:p>
          <a:p>
            <a:pPr marL="171450" indent="-171450">
              <a:buFont typeface="Arial" panose="020B0604020202020204" pitchFamily="34" charset="0"/>
              <a:buChar char="•"/>
            </a:pPr>
            <a:endParaRPr lang="en-US" dirty="0"/>
          </a:p>
          <a:p>
            <a:endParaRPr lang="en-GB" dirty="0"/>
          </a:p>
        </p:txBody>
      </p:sp>
      <p:sp>
        <p:nvSpPr>
          <p:cNvPr id="4" name="Footer Placeholder 3">
            <a:extLst>
              <a:ext uri="{FF2B5EF4-FFF2-40B4-BE49-F238E27FC236}">
                <a16:creationId xmlns:a16="http://schemas.microsoft.com/office/drawing/2014/main" id="{EDE5C595-0EA8-9365-0C62-DB99CD1BF9A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6806642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Activity – Think About It</a:t>
            </a:r>
            <a:endParaRPr lang="en-US" dirty="0"/>
          </a:p>
          <a:p>
            <a:r>
              <a:rPr lang="en-US" dirty="0"/>
              <a:t>Answer as a class, in groups, or individually.</a:t>
            </a:r>
          </a:p>
          <a:p>
            <a:endParaRPr lang="en-US" dirty="0"/>
          </a:p>
          <a:p>
            <a:r>
              <a:rPr lang="en-US" dirty="0"/>
              <a:t>Possible descriptions:</a:t>
            </a:r>
          </a:p>
          <a:p>
            <a:pPr marL="457200" indent="-298450">
              <a:buFont typeface="Arial" panose="020B0604020202020204" pitchFamily="34" charset="0"/>
              <a:buChar char="•"/>
            </a:pPr>
            <a:r>
              <a:rPr lang="en-US" dirty="0"/>
              <a:t>Internet Phonebook: DNS is often described as the phonebook of the Internet, translating human-friendly domain names into machine-friendly IP addresses.</a:t>
            </a:r>
          </a:p>
          <a:p>
            <a:pPr marL="457200" indent="-298450">
              <a:buFont typeface="Arial" panose="020B0604020202020204" pitchFamily="34" charset="0"/>
              <a:buChar char="•"/>
            </a:pPr>
            <a:r>
              <a:rPr lang="en-US" dirty="0"/>
              <a:t>Hierarchical System: It is a hierarchical and distributed naming system that associates various information with domain names assigned to entities across the Internet.</a:t>
            </a:r>
          </a:p>
          <a:p>
            <a:pPr marL="457200" indent="-298450">
              <a:buFont typeface="Arial" panose="020B0604020202020204" pitchFamily="34" charset="0"/>
              <a:buChar char="•"/>
            </a:pPr>
            <a:r>
              <a:rPr lang="en-US" dirty="0"/>
              <a:t>Operational Process: When you type a web address into your browser, DNS servers take that domain name and translate it into an IP address, allowing your browser to locate and load the requested webpage.</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30</a:t>
            </a:fld>
            <a:endParaRPr lang="en-US" dirty="0"/>
          </a:p>
        </p:txBody>
      </p:sp>
    </p:spTree>
    <p:extLst>
      <p:ext uri="{BB962C8B-B14F-4D97-AF65-F5344CB8AC3E}">
        <p14:creationId xmlns:p14="http://schemas.microsoft.com/office/powerpoint/2010/main" val="40847037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Domain Name Service (DNS)</a:t>
            </a:r>
            <a:endParaRPr lang="en-US" dirty="0"/>
          </a:p>
          <a:p>
            <a:pPr marL="171450" indent="-171450">
              <a:buFont typeface="Arial" panose="020B0604020202020204" pitchFamily="34" charset="0"/>
              <a:buChar char="•"/>
            </a:pPr>
            <a:r>
              <a:rPr lang="en-US" dirty="0"/>
              <a:t>Hostnames (DNS)</a:t>
            </a:r>
          </a:p>
          <a:p>
            <a:pPr marL="514213" lvl="1" indent="-171450" algn="l">
              <a:buFont typeface="Courier New" panose="02070309020205020404" pitchFamily="49" charset="0"/>
              <a:buChar char="o"/>
            </a:pPr>
            <a:r>
              <a:rPr lang="en-US" b="0" i="0" dirty="0">
                <a:effectLst/>
                <a:cs typeface="Open Sans"/>
              </a:rPr>
              <a:t>Local Identifiers: Hostnames are labels assigned to devices on a network, serving as local identifiers within a domain1.</a:t>
            </a:r>
          </a:p>
          <a:p>
            <a:pPr marL="514213" lvl="1" indent="-171450" algn="l">
              <a:buFont typeface="Courier New" panose="02070309020205020404" pitchFamily="49" charset="0"/>
              <a:buChar char="o"/>
            </a:pPr>
            <a:r>
              <a:rPr lang="en-US" b="0" i="0" dirty="0">
                <a:effectLst/>
                <a:cs typeface="Open Sans"/>
              </a:rPr>
              <a:t>Human-Friendly Names: They provide a human-friendly way to remember a specific location on the Internet, such as www in www.example.com2.</a:t>
            </a:r>
          </a:p>
          <a:p>
            <a:pPr marL="171450" indent="-171450">
              <a:buFont typeface="Arial" panose="020B0604020202020204" pitchFamily="34" charset="0"/>
              <a:buChar char="•"/>
            </a:pPr>
            <a:r>
              <a:rPr lang="en-US" dirty="0"/>
              <a:t>Domain Names (DNS)</a:t>
            </a:r>
          </a:p>
          <a:p>
            <a:pPr marL="514213" lvl="1" indent="-171450" algn="l">
              <a:buFont typeface="Courier New" panose="02070309020205020404" pitchFamily="49" charset="0"/>
              <a:buChar char="o"/>
            </a:pPr>
            <a:r>
              <a:rPr lang="en-US" b="0" i="0" dirty="0">
                <a:effectLst/>
                <a:cs typeface="Open Sans"/>
              </a:rPr>
              <a:t>Global Identifiers: Domain names are unique identifiers across the Internet that form part of a URL, like example.com3.</a:t>
            </a:r>
          </a:p>
          <a:p>
            <a:pPr marL="514213" lvl="1" indent="-171450" algn="l">
              <a:buFont typeface="Courier New" panose="02070309020205020404" pitchFamily="49" charset="0"/>
              <a:buChar char="o"/>
            </a:pPr>
            <a:r>
              <a:rPr lang="en-US" b="0" i="0" dirty="0">
                <a:effectLst/>
                <a:cs typeface="Open Sans"/>
              </a:rPr>
              <a:t>Hierarchical Structure: They follow a hierarchical structure, with subdomains and top-level domains (TLDs), allowing for organized delegation of naming authority.</a:t>
            </a:r>
          </a:p>
          <a:p>
            <a:endParaRPr lang="en-US" dirty="0"/>
          </a:p>
          <a:p>
            <a:r>
              <a:rPr lang="en-US" dirty="0"/>
              <a:t>You might want to mention that DNS </a:t>
            </a:r>
            <a:r>
              <a:rPr lang="en-US" b="0" i="0" dirty="0">
                <a:effectLst/>
                <a:cs typeface="Open Sans"/>
              </a:rPr>
              <a:t>label naming rules are de facto standards. Recommendations were put forward in RFC 1912. RFC 2181 later clarified that these rules about allowable characters should not apply. That apart, using nonstandard punctuation in labels is an unnecessary risk.</a:t>
            </a:r>
            <a:endParaRPr lang="en-US" dirty="0"/>
          </a:p>
          <a:p>
            <a:endParaRPr lang="en-US" dirty="0"/>
          </a:p>
          <a:p>
            <a:endParaRPr lang="en-US" dirty="0"/>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31</a:t>
            </a:fld>
            <a:endParaRPr lang="en-US" dirty="0"/>
          </a:p>
        </p:txBody>
      </p:sp>
    </p:spTree>
    <p:extLst>
      <p:ext uri="{BB962C8B-B14F-4D97-AF65-F5344CB8AC3E}">
        <p14:creationId xmlns:p14="http://schemas.microsoft.com/office/powerpoint/2010/main" val="18577273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DNS Hierarchy</a:t>
            </a:r>
            <a:endParaRPr lang="en-US" dirty="0"/>
          </a:p>
          <a:p>
            <a:pPr marL="171450" indent="-171450">
              <a:buFont typeface="Arial" panose="020B0604020202020204" pitchFamily="34" charset="0"/>
              <a:buChar char="•"/>
            </a:pPr>
            <a:r>
              <a:rPr lang="en-US" dirty="0">
                <a:effectLst/>
              </a:rPr>
              <a:t>Root Level: Represented by a period (.), serving as the top of the DNS hierarchy with 13 root servers (A to M).</a:t>
            </a:r>
            <a:endParaRPr lang="en-US" dirty="0"/>
          </a:p>
          <a:p>
            <a:pPr marL="171450" indent="-171450">
              <a:buFont typeface="Arial" panose="020B0604020202020204" pitchFamily="34" charset="0"/>
              <a:buChar char="•"/>
            </a:pPr>
            <a:r>
              <a:rPr lang="en-US" dirty="0">
                <a:effectLst/>
              </a:rPr>
              <a:t>Top-Level Domains (TLDs): Divided into generic (.com, .org, .net), sponsored (.gov, .edu), and country code (.uk, .ca, .de) TLDs, directly below the root.</a:t>
            </a:r>
            <a:endParaRPr lang="en-US" dirty="0"/>
          </a:p>
          <a:p>
            <a:pPr marL="171450" indent="-171450">
              <a:buFont typeface="Arial" panose="020B0604020202020204" pitchFamily="34" charset="0"/>
              <a:buChar char="•"/>
            </a:pPr>
            <a:r>
              <a:rPr lang="en-US" dirty="0">
                <a:effectLst/>
              </a:rPr>
              <a:t>Second Level Domains: These are under TLDs and include specific domain names chosen by individuals or organizations.</a:t>
            </a:r>
            <a:endParaRPr lang="en-US" dirty="0"/>
          </a:p>
          <a:p>
            <a:pPr marL="171450" indent="-171450">
              <a:buFont typeface="Arial" panose="020B0604020202020204" pitchFamily="34" charset="0"/>
              <a:buChar char="•"/>
            </a:pPr>
            <a:r>
              <a:rPr lang="en-US" dirty="0">
                <a:effectLst/>
              </a:rPr>
              <a:t>ICANN: The Internet Corporation for Assigned Names and Numbers (ICANN) oversees the operation of generic TLDs, while country codes are managed by appointed organizations.</a:t>
            </a:r>
          </a:p>
          <a:p>
            <a:endParaRPr lang="en-US" dirty="0"/>
          </a:p>
          <a:p>
            <a:r>
              <a:rPr lang="en-US" dirty="0"/>
              <a:t>Make sure students can relate elements of an FQDN as a detailed roadmap for locating a specific house on a street within a city and state.</a:t>
            </a:r>
          </a:p>
          <a:p>
            <a:pPr marL="171450" indent="-171450">
              <a:buFont typeface="Arial" panose="020B0604020202020204" pitchFamily="34" charset="0"/>
              <a:buChar char="•"/>
            </a:pPr>
            <a:r>
              <a:rPr lang="en-US" dirty="0"/>
              <a:t>FQDN as a Roadmap: Imagine the FQDN as a detailed roadmap for locating a specific house on a street within a city and state.</a:t>
            </a:r>
          </a:p>
          <a:p>
            <a:pPr marL="171450" indent="-171450">
              <a:buFont typeface="Arial" panose="020B0604020202020204" pitchFamily="34" charset="0"/>
              <a:buChar char="•"/>
            </a:pPr>
            <a:r>
              <a:rPr lang="en-US" dirty="0"/>
              <a:t>DNS Hierarchy as the Navigation System: The DNS hierarchy acts as the navigation system that interprets the FQDN and directs your request to the correct location.</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32</a:t>
            </a:fld>
            <a:endParaRPr lang="en-US" dirty="0"/>
          </a:p>
        </p:txBody>
      </p:sp>
    </p:spTree>
    <p:extLst>
      <p:ext uri="{BB962C8B-B14F-4D97-AF65-F5344CB8AC3E}">
        <p14:creationId xmlns:p14="http://schemas.microsoft.com/office/powerpoint/2010/main" val="30611085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Name Resolution Using DNS</a:t>
            </a:r>
            <a:endParaRPr lang="en-US" dirty="0"/>
          </a:p>
          <a:p>
            <a:r>
              <a:rPr lang="en-US" dirty="0"/>
              <a:t>Use the diagram to explain the roles of the different types of DNS servers involved in this process.</a:t>
            </a:r>
          </a:p>
          <a:p>
            <a:pPr marL="171450" indent="-171450">
              <a:buFont typeface="Arial" panose="020B0604020202020204" pitchFamily="34" charset="0"/>
              <a:buChar char="•"/>
            </a:pPr>
            <a:r>
              <a:rPr lang="en-US" b="0" i="0" dirty="0">
                <a:effectLst/>
                <a:cs typeface="Open Sans"/>
              </a:rPr>
              <a:t>Most queries between name servers are performed as iterative lookups.</a:t>
            </a:r>
            <a:r>
              <a:rPr lang="en-US" dirty="0">
                <a:cs typeface="Open Sans"/>
              </a:rPr>
              <a:t> </a:t>
            </a:r>
          </a:p>
          <a:p>
            <a:pPr marL="171450" indent="-171450">
              <a:buFont typeface="Arial" panose="020B0604020202020204" pitchFamily="34" charset="0"/>
              <a:buChar char="•"/>
            </a:pPr>
            <a:r>
              <a:rPr lang="en-US" b="0" i="0" dirty="0">
                <a:effectLst/>
                <a:cs typeface="Open Sans"/>
              </a:rPr>
              <a:t>A recursive lookup means that if the queried server is not authoritative, it does take on the task of querying other name servers until it finds the requested record or times out.</a:t>
            </a:r>
            <a:r>
              <a:rPr lang="en-US" dirty="0">
                <a:cs typeface="Open Sans"/>
              </a:rPr>
              <a:t> </a:t>
            </a:r>
            <a:endParaRPr lang="en-US" b="0" i="0" dirty="0">
              <a:effectLst/>
              <a:cs typeface="Open Sans"/>
            </a:endParaRPr>
          </a:p>
          <a:p>
            <a:endParaRPr lang="en-US" dirty="0"/>
          </a:p>
          <a:p>
            <a:r>
              <a:rPr lang="en-US" b="1" dirty="0"/>
              <a:t>Image Description</a:t>
            </a:r>
          </a:p>
          <a:p>
            <a:r>
              <a:rPr lang="en-US" dirty="0"/>
              <a:t>The steps are as follows.</a:t>
            </a:r>
          </a:p>
          <a:p>
            <a:pPr marL="387350" indent="-228600">
              <a:buFont typeface="+mj-lt"/>
              <a:buAutoNum type="arabicPeriod"/>
            </a:pPr>
            <a:r>
              <a:rPr lang="en-US" b="0" i="0" dirty="0">
                <a:effectLst/>
                <a:cs typeface="Open Sans"/>
              </a:rPr>
              <a:t>Client queries www dot 515 web dot net</a:t>
            </a:r>
          </a:p>
          <a:p>
            <a:pPr marL="387350" indent="-228600">
              <a:buFont typeface="+mj-lt"/>
              <a:buAutoNum type="arabicPeriod"/>
            </a:pPr>
            <a:r>
              <a:rPr lang="en-US" b="0" i="0" dirty="0">
                <a:effectLst/>
                <a:cs typeface="Open Sans"/>
              </a:rPr>
              <a:t>Local name server is not authoritative is 515 web dot net and does not have a cached record. It is configured to perform recursive querying and so contacts a root server using a pre-configured list of IP addresses.</a:t>
            </a:r>
          </a:p>
          <a:p>
            <a:pPr marL="387350" indent="-228600">
              <a:buFont typeface="+mj-lt"/>
              <a:buAutoNum type="arabicPeriod"/>
            </a:pPr>
            <a:r>
              <a:rPr lang="en-US" b="0" i="0" dirty="0">
                <a:effectLst/>
                <a:cs typeface="Open Sans"/>
              </a:rPr>
              <a:t>Root server is not authoritative for the record but returns the server for the .net TLD.</a:t>
            </a:r>
          </a:p>
          <a:p>
            <a:pPr marL="387350" indent="-228600">
              <a:buFont typeface="+mj-lt"/>
              <a:buAutoNum type="arabicPeriod"/>
            </a:pPr>
            <a:r>
              <a:rPr lang="en-US" b="0" i="0" dirty="0">
                <a:effectLst/>
                <a:cs typeface="Open Sans"/>
              </a:rPr>
              <a:t>net TLD is not authoritative but returns the name server for 515 web dot net.</a:t>
            </a:r>
          </a:p>
          <a:p>
            <a:pPr marL="387350" indent="-228600">
              <a:buFont typeface="+mj-lt"/>
              <a:buAutoNum type="arabicPeriod"/>
            </a:pPr>
            <a:r>
              <a:rPr lang="en-US" b="0" i="0" dirty="0">
                <a:effectLst/>
                <a:cs typeface="Open Sans"/>
              </a:rPr>
              <a:t>The 515 web dot net name server is authoritative for the domain and returns the requested www dot 515 web dot net host record.</a:t>
            </a:r>
          </a:p>
          <a:p>
            <a:pPr marL="387350" indent="-228600">
              <a:buFont typeface="+mj-lt"/>
              <a:buAutoNum type="arabicPeriod"/>
            </a:pPr>
            <a:r>
              <a:rPr lang="en-US" b="0" i="0" dirty="0">
                <a:effectLst/>
                <a:cs typeface="Open Sans"/>
              </a:rPr>
              <a:t>The local server caches the record and responds to the client.</a:t>
            </a:r>
          </a:p>
          <a:p>
            <a:pPr marL="387350" indent="-228600">
              <a:buFont typeface="+mj-lt"/>
              <a:buAutoNum type="arabicPeriod"/>
            </a:pPr>
            <a:r>
              <a:rPr lang="en-US" b="0" i="0" dirty="0">
                <a:effectLst/>
                <a:cs typeface="Open Sans"/>
              </a:rPr>
              <a:t>The client now has an IP address for www dot 515 web dot net, which it caches.</a:t>
            </a:r>
          </a:p>
          <a:p>
            <a:endParaRPr lang="en-US" dirty="0"/>
          </a:p>
          <a:p>
            <a:r>
              <a:rPr lang="en-US" b="1" dirty="0"/>
              <a:t>Image Caption</a:t>
            </a:r>
          </a:p>
          <a:p>
            <a:r>
              <a:rPr lang="en-US" b="0" i="0" dirty="0">
                <a:effectLst/>
                <a:cs typeface="Open Sans"/>
              </a:rPr>
              <a:t>DNS name resolution process. (Images © 123RF.com.)</a:t>
            </a:r>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33</a:t>
            </a:fld>
            <a:endParaRPr lang="en-US" dirty="0"/>
          </a:p>
        </p:txBody>
      </p:sp>
    </p:spTree>
    <p:extLst>
      <p:ext uri="{BB962C8B-B14F-4D97-AF65-F5344CB8AC3E}">
        <p14:creationId xmlns:p14="http://schemas.microsoft.com/office/powerpoint/2010/main" val="21414162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a:buNone/>
            </a:pPr>
            <a:r>
              <a:rPr lang="en-US" b="1" dirty="0"/>
              <a:t>Suggested Instructional Tips – Resource Records</a:t>
            </a:r>
          </a:p>
          <a:p>
            <a:pPr marL="179388" indent="-171450">
              <a:buFont typeface="Arial" panose="020B0604020202020204" pitchFamily="34" charset="0"/>
              <a:buChar char="•"/>
            </a:pPr>
            <a:r>
              <a:rPr lang="en-US" i="0" dirty="0"/>
              <a:t>Note that a zone must be configured with both SOA and NS records. The SOA identifies the primary name server, plus contact and version information. There is only one SOA record. Other servers use NS records to identify the IP address of servers holding the domain's resource records. There can be multiple NS records, for redundancy.</a:t>
            </a:r>
          </a:p>
          <a:p>
            <a:pPr marL="179388" indent="-171450">
              <a:buFont typeface="Arial" panose="020B0604020202020204" pitchFamily="34" charset="0"/>
              <a:buChar char="•"/>
            </a:pPr>
            <a:r>
              <a:rPr lang="en-US" i="0" dirty="0"/>
              <a:t>DNS name servers maintain the DNS namespace in zones.</a:t>
            </a:r>
            <a:r>
              <a:rPr lang="en-US" dirty="0"/>
              <a:t> </a:t>
            </a:r>
            <a:r>
              <a:rPr lang="en-US" i="0" dirty="0"/>
              <a:t> - This sets the stage by explaining how the DNS information is organized.</a:t>
            </a:r>
          </a:p>
          <a:p>
            <a:pPr marL="179388" indent="-171450">
              <a:buFont typeface="Arial" panose="020B0604020202020204" pitchFamily="34" charset="0"/>
              <a:buChar char="•"/>
            </a:pPr>
            <a:r>
              <a:rPr lang="en-US" i="0" dirty="0"/>
              <a:t>A single zone namespace may host records for multiple domains. - This clarifies that a zone can manage multiple domain names within its scope.</a:t>
            </a:r>
          </a:p>
          <a:p>
            <a:pPr marL="179388" indent="-171450">
              <a:buFont typeface="Arial" panose="020B0604020202020204" pitchFamily="34" charset="0"/>
              <a:buChar char="•"/>
            </a:pPr>
            <a:r>
              <a:rPr lang="en-US" i="0" dirty="0"/>
              <a:t>A DNS zone will contain numerous resource records. - This details the specific type of information stored within a zone.</a:t>
            </a:r>
          </a:p>
          <a:p>
            <a:pPr marL="179388" indent="-171450">
              <a:buFont typeface="Arial" panose="020B0604020202020204" pitchFamily="34" charset="0"/>
              <a:buChar char="•"/>
            </a:pPr>
            <a:r>
              <a:rPr lang="en-US" i="0" dirty="0"/>
              <a:t>Resource records help to resolve queries for names and services into IP addresses. - This explains the purpose of resource records within a zone - translating names to IP addresses.</a:t>
            </a:r>
          </a:p>
        </p:txBody>
      </p:sp>
    </p:spTree>
    <p:extLst>
      <p:ext uri="{BB962C8B-B14F-4D97-AF65-F5344CB8AC3E}">
        <p14:creationId xmlns:p14="http://schemas.microsoft.com/office/powerpoint/2010/main" val="25818805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35</a:t>
            </a:fld>
            <a:endParaRPr lang="en-US" dirty="0"/>
          </a:p>
        </p:txBody>
      </p:sp>
    </p:spTree>
    <p:extLst>
      <p:ext uri="{BB962C8B-B14F-4D97-AF65-F5344CB8AC3E}">
        <p14:creationId xmlns:p14="http://schemas.microsoft.com/office/powerpoint/2010/main" val="12687756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Notes – DNS Server Configuration</a:t>
            </a:r>
            <a:endParaRPr lang="en-US" dirty="0"/>
          </a:p>
          <a:p>
            <a:pPr marL="179388" indent="-171450">
              <a:buFont typeface="Arial" panose="020B0604020202020204" pitchFamily="34" charset="0"/>
              <a:buChar char="•"/>
            </a:pPr>
            <a:r>
              <a:rPr lang="en-US" dirty="0"/>
              <a:t>Primary DNS Servers</a:t>
            </a:r>
          </a:p>
          <a:p>
            <a:pPr marL="522151" lvl="1" indent="-171450">
              <a:buFont typeface="Courier New" panose="02070309020205020404" pitchFamily="49" charset="0"/>
              <a:buChar char="o"/>
            </a:pPr>
            <a:r>
              <a:rPr lang="en-US" dirty="0"/>
              <a:t>Translate domain names into IP addresses</a:t>
            </a:r>
          </a:p>
          <a:p>
            <a:pPr marL="522151" lvl="1" indent="-171450">
              <a:buFont typeface="Courier New" panose="02070309020205020404" pitchFamily="49" charset="0"/>
              <a:buChar char="o"/>
            </a:pPr>
            <a:r>
              <a:rPr lang="en-US" dirty="0"/>
              <a:t>Act as the first point of contact for DNS queries</a:t>
            </a:r>
          </a:p>
          <a:p>
            <a:pPr marL="179388" indent="-171450">
              <a:buFont typeface="Arial" panose="020B0604020202020204" pitchFamily="34" charset="0"/>
              <a:buChar char="•"/>
            </a:pPr>
            <a:r>
              <a:rPr lang="en-US" dirty="0"/>
              <a:t>Secondary DNS Servers</a:t>
            </a:r>
          </a:p>
          <a:p>
            <a:pPr marL="522151" lvl="1" indent="-171450">
              <a:buFont typeface="Courier New" panose="02070309020205020404" pitchFamily="49" charset="0"/>
              <a:buChar char="o"/>
            </a:pPr>
            <a:r>
              <a:rPr lang="en-US" dirty="0"/>
              <a:t>Provide redundancy and load balancing for DNS queries</a:t>
            </a:r>
          </a:p>
          <a:p>
            <a:pPr marL="522151" lvl="1" indent="-171450">
              <a:buFont typeface="Courier New" panose="02070309020205020404" pitchFamily="49" charset="0"/>
              <a:buChar char="o"/>
            </a:pPr>
            <a:r>
              <a:rPr lang="en-US" dirty="0"/>
              <a:t>Serve as backup servers if the primary server fails</a:t>
            </a:r>
          </a:p>
          <a:p>
            <a:pPr marL="179388" indent="-171450">
              <a:buFont typeface="Arial" panose="020B0604020202020204" pitchFamily="34" charset="0"/>
              <a:buChar char="•"/>
            </a:pPr>
            <a:r>
              <a:rPr lang="en-US" dirty="0"/>
              <a:t>Cache-only DNS servers</a:t>
            </a:r>
          </a:p>
          <a:p>
            <a:pPr marL="522151" lvl="1" indent="-171450">
              <a:buFont typeface="Courier New" panose="02070309020205020404" pitchFamily="49" charset="0"/>
              <a:buChar char="o"/>
            </a:pPr>
            <a:r>
              <a:rPr lang="en-US" dirty="0"/>
              <a:t>Store recent domain name request resolutions to speed up response times</a:t>
            </a:r>
          </a:p>
          <a:p>
            <a:pPr marL="522151" lvl="1" indent="-171450">
              <a:buFont typeface="Courier New" panose="02070309020205020404" pitchFamily="49" charset="0"/>
              <a:buChar char="o"/>
            </a:pPr>
            <a:r>
              <a:rPr lang="en-US" dirty="0"/>
              <a:t>Reduce the load on primary/secondary DNS servers by handling repeat requests</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36</a:t>
            </a:fld>
            <a:endParaRPr lang="en-US" dirty="0"/>
          </a:p>
        </p:txBody>
      </p:sp>
    </p:spTree>
    <p:extLst>
      <p:ext uri="{BB962C8B-B14F-4D97-AF65-F5344CB8AC3E}">
        <p14:creationId xmlns:p14="http://schemas.microsoft.com/office/powerpoint/2010/main" val="1042397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a:r>
              <a:rPr lang="en-US" b="1" dirty="0"/>
              <a:t>Suggested Instructional Tips – Internal vs. External DNS</a:t>
            </a:r>
            <a:endParaRPr lang="en-US" dirty="0"/>
          </a:p>
          <a:p>
            <a:pPr marL="179388" indent="-171450">
              <a:buFont typeface="Arial" panose="020B0604020202020204" pitchFamily="34" charset="0"/>
              <a:buChar char="•"/>
            </a:pPr>
            <a:r>
              <a:rPr lang="en-US" dirty="0"/>
              <a:t>External DNS Servers:</a:t>
            </a:r>
          </a:p>
          <a:p>
            <a:pPr marL="522151" lvl="1" indent="-171450">
              <a:buFont typeface="Courier New" panose="02070309020205020404" pitchFamily="49" charset="0"/>
              <a:buChar char="o"/>
            </a:pPr>
            <a:r>
              <a:rPr lang="en-US" dirty="0"/>
              <a:t>Accessible by users on the Internet for website name resolution.</a:t>
            </a:r>
          </a:p>
          <a:p>
            <a:pPr marL="522151" lvl="1" indent="-171450">
              <a:buFont typeface="Courier New" panose="02070309020205020404" pitchFamily="49" charset="0"/>
              <a:buChar char="o"/>
            </a:pPr>
            <a:r>
              <a:rPr lang="en-US" dirty="0"/>
              <a:t>Managed by hosting companies or domain registrars.</a:t>
            </a:r>
          </a:p>
          <a:p>
            <a:pPr marL="522151" lvl="1" indent="-171450">
              <a:buFont typeface="Courier New" panose="02070309020205020404" pitchFamily="49" charset="0"/>
              <a:buChar char="o"/>
            </a:pPr>
            <a:r>
              <a:rPr lang="en-US" dirty="0"/>
              <a:t>Primarily focused on resolving public domain names to IP addresses.</a:t>
            </a:r>
          </a:p>
          <a:p>
            <a:pPr marL="179388" indent="-171450">
              <a:buFont typeface="Arial" panose="020B0604020202020204" pitchFamily="34" charset="0"/>
              <a:buChar char="•"/>
            </a:pPr>
            <a:r>
              <a:rPr lang="en-US" dirty="0"/>
              <a:t>Internal DNS Servers:</a:t>
            </a:r>
          </a:p>
          <a:p>
            <a:pPr marL="522151" lvl="1" indent="-171450">
              <a:buFont typeface="Courier New" panose="02070309020205020404" pitchFamily="49" charset="0"/>
              <a:buChar char="o"/>
            </a:pPr>
            <a:r>
              <a:rPr lang="en-US" dirty="0"/>
              <a:t>Used within a private network for internal name resolution.</a:t>
            </a:r>
          </a:p>
          <a:p>
            <a:pPr marL="522151" lvl="1" indent="-171450">
              <a:buFont typeface="Courier New" panose="02070309020205020404" pitchFamily="49" charset="0"/>
              <a:buChar char="o"/>
            </a:pPr>
            <a:r>
              <a:rPr lang="en-US" dirty="0"/>
              <a:t>Managed and maintained by an organization's IT department.</a:t>
            </a:r>
          </a:p>
          <a:p>
            <a:pPr marL="522151" lvl="1" indent="-171450">
              <a:buFont typeface="Courier New" panose="02070309020205020404" pitchFamily="49" charset="0"/>
              <a:buChar char="o"/>
            </a:pPr>
            <a:r>
              <a:rPr lang="en-US" dirty="0"/>
              <a:t>Improves network security by isolating internal network traffic.</a:t>
            </a:r>
          </a:p>
          <a:p>
            <a:pPr marL="158750" indent="0">
              <a:buNone/>
            </a:pPr>
            <a:endParaRPr lang="en-US" dirty="0"/>
          </a:p>
        </p:txBody>
      </p:sp>
    </p:spTree>
    <p:extLst>
      <p:ext uri="{BB962C8B-B14F-4D97-AF65-F5344CB8AC3E}">
        <p14:creationId xmlns:p14="http://schemas.microsoft.com/office/powerpoint/2010/main" val="29284427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DNS Security</a:t>
            </a:r>
            <a:endParaRPr lang="en-US" dirty="0"/>
          </a:p>
          <a:p>
            <a:pPr marL="171450" indent="-171450">
              <a:buFont typeface="Arial" panose="020B0604020202020204" pitchFamily="34" charset="0"/>
              <a:buChar char="•"/>
            </a:pPr>
            <a:r>
              <a:rPr lang="en-US" dirty="0">
                <a:effectLst/>
              </a:rPr>
              <a:t>DNSSEC (DNS Security Extensions)</a:t>
            </a:r>
            <a:endParaRPr lang="en-US" dirty="0"/>
          </a:p>
          <a:p>
            <a:pPr marL="514213" lvl="1" indent="-171450">
              <a:buFont typeface="Courier New" panose="02070309020205020404" pitchFamily="49" charset="0"/>
              <a:buChar char="o"/>
            </a:pPr>
            <a:r>
              <a:rPr lang="en-US" dirty="0">
                <a:effectLst/>
              </a:rPr>
              <a:t>Mitigates the risk of DNS spoofing and poisoning by ensuring that the responses to DNS queries are authentic and have not been tampered with.</a:t>
            </a:r>
            <a:endParaRPr lang="en-US" dirty="0"/>
          </a:p>
          <a:p>
            <a:pPr marL="171450" indent="-171450">
              <a:buFont typeface="Arial" panose="020B0604020202020204" pitchFamily="34" charset="0"/>
              <a:buChar char="•"/>
            </a:pPr>
            <a:r>
              <a:rPr lang="en-US" dirty="0">
                <a:effectLst/>
              </a:rPr>
              <a:t>DNS over TLS (DoT)</a:t>
            </a:r>
            <a:endParaRPr lang="en-US" dirty="0"/>
          </a:p>
          <a:p>
            <a:pPr marL="514213" lvl="1" indent="-171450">
              <a:buFont typeface="Courier New" panose="02070309020205020404" pitchFamily="49" charset="0"/>
              <a:buChar char="o"/>
            </a:pPr>
            <a:r>
              <a:rPr lang="en-US" dirty="0">
                <a:effectLst/>
              </a:rPr>
              <a:t>Protects against eavesdropping and interception attacks by encrypting the DNS query and response, ensuring that the DNS transaction is secure and private.</a:t>
            </a:r>
            <a:endParaRPr lang="en-US" dirty="0"/>
          </a:p>
          <a:p>
            <a:pPr marL="171450" indent="-171450">
              <a:buFont typeface="Arial" panose="020B0604020202020204" pitchFamily="34" charset="0"/>
              <a:buChar char="•"/>
            </a:pPr>
            <a:r>
              <a:rPr lang="en-US" dirty="0">
                <a:effectLst/>
              </a:rPr>
              <a:t>DNS over HTTPS (DoH)</a:t>
            </a:r>
            <a:endParaRPr lang="en-US" dirty="0"/>
          </a:p>
          <a:p>
            <a:pPr marL="171450" indent="-171450">
              <a:buFont typeface="Arial" panose="020B0604020202020204" pitchFamily="34" charset="0"/>
              <a:buChar char="•"/>
            </a:pPr>
            <a:r>
              <a:rPr lang="en-US" dirty="0">
                <a:effectLst/>
              </a:rPr>
              <a:t>Like DoT, DoH also encrypts DNS traffic to protect against interception and tampering. It also disguises DNS traffic as regular HTTPS traffic, which can circumvent censorship and enhance privacy.</a:t>
            </a:r>
            <a:endParaRPr lang="en-US" dirty="0"/>
          </a:p>
          <a:p>
            <a:pPr marL="171450" indent="-171450">
              <a:buFont typeface="Arial" panose="020B0604020202020204" pitchFamily="34" charset="0"/>
              <a:buChar char="•"/>
            </a:pPr>
            <a:r>
              <a:rPr lang="en-US" dirty="0">
                <a:effectLst/>
              </a:rPr>
              <a:t>Advanced DNS Firewall</a:t>
            </a:r>
            <a:endParaRPr lang="en-US" dirty="0"/>
          </a:p>
          <a:p>
            <a:pPr marL="514213" lvl="1" indent="-171450">
              <a:buFont typeface="Courier New" panose="02070309020205020404" pitchFamily="49" charset="0"/>
              <a:buChar char="o"/>
            </a:pPr>
            <a:r>
              <a:rPr lang="en-US" dirty="0">
                <a:effectLst/>
              </a:rPr>
              <a:t>Defends against DNS tunneling and other sophisticated DNS-based attacks by inspecting DNS traffic for anomalies, enforcing policies, and blocking malicious activities.</a:t>
            </a:r>
            <a:endParaRPr lang="en-US" dirty="0"/>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38</a:t>
            </a:fld>
            <a:endParaRPr lang="en-US" dirty="0"/>
          </a:p>
        </p:txBody>
      </p:sp>
    </p:spTree>
    <p:extLst>
      <p:ext uri="{BB962C8B-B14F-4D97-AF65-F5344CB8AC3E}">
        <p14:creationId xmlns:p14="http://schemas.microsoft.com/office/powerpoint/2010/main" val="13814146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Activity – Two Truths and a Lie</a:t>
            </a:r>
            <a:endParaRPr lang="en-US" dirty="0"/>
          </a:p>
          <a:p>
            <a:r>
              <a:rPr lang="en-US" dirty="0"/>
              <a:t>Answer: Host names help to avoid duplications on the Internet</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effectLst/>
                <a:ea typeface="Calibri" panose="020F0502020204030204" pitchFamily="34" charset="0"/>
                <a:cs typeface="Times New Roman" panose="02020603050405020304" pitchFamily="18" charset="0"/>
              </a:rPr>
              <a:t>LIE – Host names are unique only the local network. Domain names avoid duplications on the Internet</a:t>
            </a:r>
          </a:p>
          <a:p>
            <a:pPr marL="0" marR="0" lvl="0" indent="0" algn="l" defTabSz="685526" rtl="0" eaLnBrk="1" fontAlgn="auto" latinLnBrk="0" hangingPunct="1">
              <a:lnSpc>
                <a:spcPct val="100000"/>
              </a:lnSpc>
              <a:spcBef>
                <a:spcPts val="0"/>
              </a:spcBef>
              <a:spcAft>
                <a:spcPts val="0"/>
              </a:spcAft>
              <a:buClrTx/>
              <a:buSzTx/>
              <a:buFontTx/>
              <a:buNone/>
              <a:tabLst/>
              <a:defRPr/>
            </a:pPr>
            <a:endParaRPr lang="en-US" sz="900" dirty="0">
              <a:effectLst/>
              <a:ea typeface="Calibri" panose="020F0502020204030204" pitchFamily="34" charset="0"/>
              <a:cs typeface="Times New Roman" panose="02020603050405020304" pitchFamily="18" charset="0"/>
            </a:endParaRPr>
          </a:p>
          <a:p>
            <a:pPr marL="0" marR="0" lvl="0" indent="0" algn="l" defTabSz="685526" rtl="0" eaLnBrk="1" fontAlgn="auto" latinLnBrk="0" hangingPunct="1">
              <a:lnSpc>
                <a:spcPct val="100000"/>
              </a:lnSpc>
              <a:spcBef>
                <a:spcPts val="0"/>
              </a:spcBef>
              <a:spcAft>
                <a:spcPts val="0"/>
              </a:spcAft>
              <a:buClrTx/>
              <a:buSzTx/>
              <a:buFontTx/>
              <a:buNone/>
              <a:tabLst/>
              <a:defRPr/>
            </a:pPr>
            <a:r>
              <a:rPr lang="en-US" sz="900" dirty="0">
                <a:effectLst/>
                <a:ea typeface="Calibri" panose="020F0502020204030204" pitchFamily="34" charset="0"/>
                <a:cs typeface="Times New Roman" panose="02020603050405020304" pitchFamily="18" charset="0"/>
              </a:rPr>
              <a:t>Resource records help resolve queries for names and services into IP addresses</a:t>
            </a:r>
          </a:p>
          <a:p>
            <a:pPr marL="0" marR="0" lvl="0" indent="0" algn="l" defTabSz="685526" rtl="0" eaLnBrk="1" fontAlgn="auto" latinLnBrk="0" hangingPunct="1">
              <a:lnSpc>
                <a:spcPct val="100000"/>
              </a:lnSpc>
              <a:spcBef>
                <a:spcPts val="0"/>
              </a:spcBef>
              <a:spcAft>
                <a:spcPts val="0"/>
              </a:spcAft>
              <a:buClrTx/>
              <a:buSzTx/>
              <a:buFontTx/>
              <a:buNone/>
              <a:tabLst/>
              <a:defRPr/>
            </a:pPr>
            <a:r>
              <a:rPr lang="en-US" sz="900" dirty="0">
                <a:effectLst/>
                <a:ea typeface="Calibri" panose="020F0502020204030204" pitchFamily="34" charset="0"/>
                <a:cs typeface="Times New Roman" panose="02020603050405020304" pitchFamily="18" charset="0"/>
              </a:rPr>
              <a:t>Pointer records map IP addresses back to domain names</a:t>
            </a:r>
          </a:p>
          <a:p>
            <a:endParaRPr lang="en-US" dirty="0"/>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39</a:t>
            </a:fld>
            <a:endParaRPr lang="en-US" dirty="0"/>
          </a:p>
        </p:txBody>
      </p:sp>
    </p:spTree>
    <p:extLst>
      <p:ext uri="{BB962C8B-B14F-4D97-AF65-F5344CB8AC3E}">
        <p14:creationId xmlns:p14="http://schemas.microsoft.com/office/powerpoint/2010/main" val="34401644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r>
              <a:rPr lang="en-GB" b="1" dirty="0"/>
              <a:t>Exam Objectives Covered</a:t>
            </a:r>
            <a:endParaRPr lang="en-US" dirty="0"/>
          </a:p>
          <a:p>
            <a:pPr marL="171450" indent="-171450">
              <a:buFont typeface="Arial" panose="020B0604020202020204" pitchFamily="34" charset="0"/>
              <a:buChar char="•"/>
            </a:pPr>
            <a:r>
              <a:rPr lang="en-US" dirty="0"/>
              <a:t>3.4 Given a scenario, implement IPv4 and IPv6 network services.</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5.5 Given a scenario, use the appropriate tool or protocol to solve networking issues.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endParaRPr lang="en-GB" dirty="0"/>
          </a:p>
        </p:txBody>
      </p:sp>
      <p:sp>
        <p:nvSpPr>
          <p:cNvPr id="4" name="Footer Placeholder 3">
            <a:extLst>
              <a:ext uri="{FF2B5EF4-FFF2-40B4-BE49-F238E27FC236}">
                <a16:creationId xmlns:a16="http://schemas.microsoft.com/office/drawing/2014/main" id="{EDE5C595-0EA8-9365-0C62-DB99CD1BF9A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0380534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Client DNS Issues</a:t>
            </a:r>
            <a:endParaRPr lang="en-US" dirty="0"/>
          </a:p>
          <a:p>
            <a:r>
              <a:rPr lang="en-US" dirty="0"/>
              <a:t>Symptoms of DNS Issues:</a:t>
            </a:r>
          </a:p>
          <a:p>
            <a:pPr marL="179388" indent="-171450">
              <a:buFont typeface="Arial" panose="020B0604020202020204" pitchFamily="34" charset="0"/>
              <a:buChar char="•"/>
            </a:pPr>
            <a:r>
              <a:rPr lang="en-US" dirty="0"/>
              <a:t>Timeouts and errors across multiple Internet applications, making it seem like your entire Internet connection is down.</a:t>
            </a:r>
          </a:p>
          <a:p>
            <a:pPr marL="179388" indent="-171450">
              <a:buFont typeface="Arial" panose="020B0604020202020204" pitchFamily="34" charset="0"/>
              <a:buChar char="•"/>
            </a:pPr>
            <a:r>
              <a:rPr lang="en-US" dirty="0"/>
              <a:t>Partial DNS failures affecting only some websites, where you can access certain sites, but others appear to be down.</a:t>
            </a:r>
          </a:p>
          <a:p>
            <a:pPr marL="179388" indent="-171450">
              <a:buFont typeface="Arial" panose="020B0604020202020204" pitchFamily="34" charset="0"/>
              <a:buChar char="•"/>
            </a:pPr>
            <a:r>
              <a:rPr lang="en-US" dirty="0"/>
              <a:t>Page loading issues, such as image placeholders, empty spaces where content should be, or non-functional site features due to DNS not resolving domains for site resources.</a:t>
            </a:r>
          </a:p>
          <a:p>
            <a:pPr marL="179388" indent="-171450">
              <a:buFont typeface="Arial" panose="020B0604020202020204" pitchFamily="34" charset="0"/>
              <a:buChar char="•"/>
            </a:pPr>
            <a:r>
              <a:rPr lang="en-US" dirty="0"/>
              <a:t>Delays in accessing websites, email failures, and a general degradation of Internet-dependent services.</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41</a:t>
            </a:fld>
            <a:endParaRPr lang="en-US" dirty="0"/>
          </a:p>
        </p:txBody>
      </p:sp>
    </p:spTree>
    <p:extLst>
      <p:ext uri="{BB962C8B-B14F-4D97-AF65-F5344CB8AC3E}">
        <p14:creationId xmlns:p14="http://schemas.microsoft.com/office/powerpoint/2010/main" val="27601986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Name Resolution Issues</a:t>
            </a:r>
            <a:endParaRPr lang="en-US" dirty="0"/>
          </a:p>
          <a:p>
            <a:r>
              <a:rPr lang="en-US" dirty="0"/>
              <a:t>Symptoms of DNS Issues:</a:t>
            </a:r>
          </a:p>
          <a:p>
            <a:pPr marL="179388" indent="-171450">
              <a:buFont typeface="Arial" panose="020B0604020202020204" pitchFamily="34" charset="0"/>
              <a:buChar char="•"/>
            </a:pPr>
            <a:r>
              <a:rPr lang="en-US" dirty="0"/>
              <a:t>Timeouts and errors across multiple Internet applications, making it seem like your entire Internet connection is down.</a:t>
            </a:r>
          </a:p>
          <a:p>
            <a:pPr marL="179388" indent="-171450">
              <a:buFont typeface="Arial" panose="020B0604020202020204" pitchFamily="34" charset="0"/>
              <a:buChar char="•"/>
            </a:pPr>
            <a:r>
              <a:rPr lang="en-US" dirty="0"/>
              <a:t>Partial DNS failures affecting only some websites, where you can access certain sites, but others appear to be down.</a:t>
            </a:r>
          </a:p>
          <a:p>
            <a:pPr marL="179388" indent="-171450">
              <a:buFont typeface="Arial" panose="020B0604020202020204" pitchFamily="34" charset="0"/>
              <a:buChar char="•"/>
            </a:pPr>
            <a:r>
              <a:rPr lang="en-US" dirty="0"/>
              <a:t>Page loading issues, such as image placeholders, empty spaces where content should be, or non-functional site features due to DNS not resolving domains for site resources.</a:t>
            </a:r>
          </a:p>
          <a:p>
            <a:pPr marL="179388" indent="-171450">
              <a:buFont typeface="Arial" panose="020B0604020202020204" pitchFamily="34" charset="0"/>
              <a:buChar char="•"/>
            </a:pPr>
            <a:r>
              <a:rPr lang="en-US" dirty="0"/>
              <a:t>Delays in accessing websites, email failures, and a general degradation of Internet-dependent services.</a:t>
            </a:r>
          </a:p>
          <a:p>
            <a:pPr marL="179388" indent="-171450">
              <a:buFont typeface="Arial" panose="020B0604020202020204" pitchFamily="34" charset="0"/>
              <a:buChar char="•"/>
            </a:pPr>
            <a:r>
              <a:rPr lang="en-US" dirty="0"/>
              <a:t>Note the importance of establishing the scope of the issue when troubleshooting name resolution.</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42</a:t>
            </a:fld>
            <a:endParaRPr lang="en-US" dirty="0"/>
          </a:p>
        </p:txBody>
      </p:sp>
    </p:spTree>
    <p:extLst>
      <p:ext uri="{BB962C8B-B14F-4D97-AF65-F5344CB8AC3E}">
        <p14:creationId xmlns:p14="http://schemas.microsoft.com/office/powerpoint/2010/main" val="10013556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Activity – Run nslookup and dig</a:t>
            </a:r>
            <a:endParaRPr lang="en-US" dirty="0"/>
          </a:p>
          <a:p>
            <a:pPr marL="171450" indent="-171450">
              <a:buFont typeface="Arial" panose="020B0604020202020204" pitchFamily="34" charset="0"/>
              <a:buChar char="•"/>
            </a:pPr>
            <a:r>
              <a:rPr lang="en-US" dirty="0"/>
              <a:t>Nslookup results: </a:t>
            </a:r>
            <a:r>
              <a:rPr lang="en-US" b="0" i="0" dirty="0">
                <a:effectLst/>
              </a:rPr>
              <a:t>The output will display the domain’s DNS records, including IP addresses.</a:t>
            </a:r>
            <a:endParaRPr lang="en-US" dirty="0"/>
          </a:p>
          <a:p>
            <a:pPr marL="171450" indent="-171450">
              <a:buFont typeface="Arial" panose="020B0604020202020204" pitchFamily="34" charset="0"/>
              <a:buChar char="•"/>
            </a:pPr>
            <a:r>
              <a:rPr lang="en-US" b="0" i="0" dirty="0">
                <a:effectLst/>
              </a:rPr>
              <a:t>Dig results: the output will show detailed DNS information, including the domain’s A records, MX records, and more.</a:t>
            </a:r>
          </a:p>
          <a:p>
            <a:pPr marL="171450" indent="-171450">
              <a:buFont typeface="Arial" panose="020B0604020202020204" pitchFamily="34" charset="0"/>
              <a:buChar char="•"/>
            </a:pPr>
            <a:r>
              <a:rPr lang="en-US" b="0" dirty="0">
                <a:effectLst/>
              </a:rPr>
              <a:t>Have learners try other domains as well.</a:t>
            </a:r>
            <a:r>
              <a:rPr lang="en-US" dirty="0"/>
              <a:t> </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43</a:t>
            </a:fld>
            <a:endParaRPr lang="en-US" dirty="0"/>
          </a:p>
        </p:txBody>
      </p:sp>
    </p:spTree>
    <p:extLst>
      <p:ext uri="{BB962C8B-B14F-4D97-AF65-F5344CB8AC3E}">
        <p14:creationId xmlns:p14="http://schemas.microsoft.com/office/powerpoint/2010/main" val="147994379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a:t>
            </a:r>
          </a:p>
          <a:p>
            <a:pPr marL="171450" indent="-171450">
              <a:buFont typeface="Arial" panose="020B0604020202020204" pitchFamily="34" charset="0"/>
              <a:buChar char="•"/>
            </a:pPr>
            <a:r>
              <a:rPr lang="en-US" dirty="0"/>
              <a:t>Ask learners to summarize their key takeaways from this module</a:t>
            </a:r>
          </a:p>
          <a:p>
            <a:pPr marL="171450" indent="-171450">
              <a:buFont typeface="Arial" panose="020B0604020202020204" pitchFamily="34" charset="0"/>
              <a:buChar char="•"/>
            </a:pPr>
            <a:r>
              <a:rPr lang="en-US" dirty="0"/>
              <a:t>Conclude by going over main points on the next slide</a:t>
            </a:r>
          </a:p>
          <a:p>
            <a:endParaRPr lang="en-US" dirty="0"/>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44</a:t>
            </a:fld>
            <a:endParaRPr lang="en-US" dirty="0"/>
          </a:p>
        </p:txBody>
      </p:sp>
    </p:spTree>
    <p:extLst>
      <p:ext uri="{BB962C8B-B14F-4D97-AF65-F5344CB8AC3E}">
        <p14:creationId xmlns:p14="http://schemas.microsoft.com/office/powerpoint/2010/main" val="83143587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Reiterate the relevance of each point:​</a:t>
            </a:r>
          </a:p>
          <a:p>
            <a:pPr marL="171450" indent="-171450">
              <a:buFont typeface="Arial" panose="020B0604020202020204" pitchFamily="34" charset="0"/>
              <a:buChar char="•"/>
            </a:pPr>
            <a:r>
              <a:rPr lang="en-US" dirty="0"/>
              <a:t>TCP works at the Transport layer to provide connection-oriented, guaranteed communication using acknowledgments to ensure that delivery has occurred.</a:t>
            </a:r>
          </a:p>
          <a:p>
            <a:pPr marL="171450" indent="-171450">
              <a:buFont typeface="Arial" panose="020B0604020202020204" pitchFamily="34" charset="0"/>
              <a:buChar char="•"/>
            </a:pPr>
            <a:r>
              <a:rPr lang="en-US" dirty="0"/>
              <a:t>DHCP provides an automatic method for allocating hosts an IP address, subnet mask, and optional parameters, such as the default gateway and DNS server addresses.</a:t>
            </a:r>
          </a:p>
          <a:p>
            <a:pPr marL="171450" indent="-171450">
              <a:buFont typeface="Arial" panose="020B0604020202020204" pitchFamily="34" charset="0"/>
              <a:buChar char="•"/>
            </a:pPr>
            <a:r>
              <a:rPr lang="en-US" dirty="0"/>
              <a:t>DHCP relay agents can be configured to provide forwarding of DHCP traffic between subnets. </a:t>
            </a:r>
          </a:p>
          <a:p>
            <a:pPr marL="171450" indent="-171450">
              <a:buFont typeface="Arial" panose="020B0604020202020204" pitchFamily="34" charset="0"/>
              <a:buChar char="•"/>
            </a:pPr>
            <a:r>
              <a:rPr lang="en-US" dirty="0"/>
              <a:t>DNS is a global hierarchy of distributed name server databases that contain information on domains and hosts within those domains.</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45</a:t>
            </a:fld>
            <a:endParaRPr lang="en-US" dirty="0"/>
          </a:p>
        </p:txBody>
      </p:sp>
    </p:spTree>
    <p:extLst>
      <p:ext uri="{BB962C8B-B14F-4D97-AF65-F5344CB8AC3E}">
        <p14:creationId xmlns:p14="http://schemas.microsoft.com/office/powerpoint/2010/main" val="2658109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FBD57-5C8B-4B5F-28AC-A9D9993C3633}"/>
              </a:ext>
            </a:extLst>
          </p:cNvPr>
          <p:cNvSpPr>
            <a:spLocks noGrp="1"/>
          </p:cNvSpPr>
          <p:nvPr>
            <p:ph type="ctrTitle"/>
          </p:nvPr>
        </p:nvSpPr>
        <p:spPr>
          <a:xfrm>
            <a:off x="682580" y="840993"/>
            <a:ext cx="7318420" cy="1397942"/>
          </a:xfrm>
        </p:spPr>
        <p:txBody>
          <a:bodyPr anchor="b">
            <a:normAutofit/>
          </a:bodyPr>
          <a:lstStyle>
            <a:lvl1pPr algn="l">
              <a:defRPr sz="4400"/>
            </a:lvl1pPr>
          </a:lstStyle>
          <a:p>
            <a:r>
              <a:rPr lang="en-US" dirty="0"/>
              <a:t>Click to edit Master title style</a:t>
            </a:r>
          </a:p>
        </p:txBody>
      </p:sp>
      <p:sp>
        <p:nvSpPr>
          <p:cNvPr id="3" name="Subtitle 2">
            <a:extLst>
              <a:ext uri="{FF2B5EF4-FFF2-40B4-BE49-F238E27FC236}">
                <a16:creationId xmlns:a16="http://schemas.microsoft.com/office/drawing/2014/main" id="{FE36F76B-7651-FDF8-344E-4DD8AB0A1A9C}"/>
              </a:ext>
            </a:extLst>
          </p:cNvPr>
          <p:cNvSpPr>
            <a:spLocks noGrp="1"/>
          </p:cNvSpPr>
          <p:nvPr>
            <p:ph type="subTitle" idx="1"/>
          </p:nvPr>
        </p:nvSpPr>
        <p:spPr>
          <a:xfrm>
            <a:off x="682580" y="2306171"/>
            <a:ext cx="7318420" cy="1633528"/>
          </a:xfrm>
        </p:spPr>
        <p:txBody>
          <a:bodyPr>
            <a:normAutofit/>
          </a:bodyPr>
          <a:lstStyle>
            <a:lvl1pPr marL="0" indent="0" algn="l">
              <a:buNone/>
              <a:defRPr sz="2800">
                <a:solidFill>
                  <a:srgbClr val="586169"/>
                </a:solidFill>
              </a:defRPr>
            </a:lvl1pPr>
            <a:lvl2pPr marL="342580" indent="0" algn="ctr">
              <a:buNone/>
              <a:defRPr sz="1499"/>
            </a:lvl2pPr>
            <a:lvl3pPr marL="685160" indent="0" algn="ctr">
              <a:buNone/>
              <a:defRPr sz="1349"/>
            </a:lvl3pPr>
            <a:lvl4pPr marL="1027740" indent="0" algn="ctr">
              <a:buNone/>
              <a:defRPr sz="1199"/>
            </a:lvl4pPr>
            <a:lvl5pPr marL="1370320" indent="0" algn="ctr">
              <a:buNone/>
              <a:defRPr sz="1199"/>
            </a:lvl5pPr>
            <a:lvl6pPr marL="1712900" indent="0" algn="ctr">
              <a:buNone/>
              <a:defRPr sz="1199"/>
            </a:lvl6pPr>
            <a:lvl7pPr marL="2055480" indent="0" algn="ctr">
              <a:buNone/>
              <a:defRPr sz="1199"/>
            </a:lvl7pPr>
            <a:lvl8pPr marL="2398060" indent="0" algn="ctr">
              <a:buNone/>
              <a:defRPr sz="1199"/>
            </a:lvl8pPr>
            <a:lvl9pPr marL="2740640" indent="0" algn="ctr">
              <a:buNone/>
              <a:defRPr sz="1199"/>
            </a:lvl9pPr>
          </a:lstStyle>
          <a:p>
            <a:r>
              <a:rPr lang="en-US" dirty="0"/>
              <a:t>Click to edit Master subtitle style</a:t>
            </a:r>
          </a:p>
        </p:txBody>
      </p:sp>
      <p:sp>
        <p:nvSpPr>
          <p:cNvPr id="6" name="Slide Number Placeholder 5">
            <a:extLst>
              <a:ext uri="{FF2B5EF4-FFF2-40B4-BE49-F238E27FC236}">
                <a16:creationId xmlns:a16="http://schemas.microsoft.com/office/drawing/2014/main" id="{B881CDD2-F96C-1334-02DA-CF6D908B1ADB}"/>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8" name="Google Shape;230;p20">
            <a:extLst>
              <a:ext uri="{FF2B5EF4-FFF2-40B4-BE49-F238E27FC236}">
                <a16:creationId xmlns:a16="http://schemas.microsoft.com/office/drawing/2014/main" id="{D71797A5-02F7-5055-CA1F-75A9AF94B589}"/>
              </a:ext>
            </a:extLst>
          </p:cNvPr>
          <p:cNvSpPr/>
          <p:nvPr userDrawn="1"/>
        </p:nvSpPr>
        <p:spPr>
          <a:xfrm rot="5400000">
            <a:off x="279830" y="1750579"/>
            <a:ext cx="7602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5" name="Footer Placeholder 6">
            <a:extLst>
              <a:ext uri="{FF2B5EF4-FFF2-40B4-BE49-F238E27FC236}">
                <a16:creationId xmlns:a16="http://schemas.microsoft.com/office/drawing/2014/main" id="{04428E15-5C5F-D7D8-73D1-15EC716FD308}"/>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19405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EB498-E060-0735-18E5-DB0DB698EE31}"/>
              </a:ext>
            </a:extLst>
          </p:cNvPr>
          <p:cNvSpPr>
            <a:spLocks noGrp="1"/>
          </p:cNvSpPr>
          <p:nvPr>
            <p:ph type="title"/>
          </p:nvPr>
        </p:nvSpPr>
        <p:spPr>
          <a:xfrm>
            <a:off x="628649" y="584942"/>
            <a:ext cx="7886699" cy="572790"/>
          </a:xfrm>
        </p:spPr>
        <p:txBody>
          <a:bodyPr anchor="t" anchorCtr="0"/>
          <a:lstStyle/>
          <a:p>
            <a:r>
              <a:rPr lang="en-US"/>
              <a:t>Click to edit Master title style</a:t>
            </a:r>
          </a:p>
        </p:txBody>
      </p:sp>
      <p:sp>
        <p:nvSpPr>
          <p:cNvPr id="3" name="Content Placeholder 2">
            <a:extLst>
              <a:ext uri="{FF2B5EF4-FFF2-40B4-BE49-F238E27FC236}">
                <a16:creationId xmlns:a16="http://schemas.microsoft.com/office/drawing/2014/main" id="{BDC45777-C83D-250B-69F6-100491C1BB6A}"/>
              </a:ext>
            </a:extLst>
          </p:cNvPr>
          <p:cNvSpPr>
            <a:spLocks noGrp="1"/>
          </p:cNvSpPr>
          <p:nvPr>
            <p:ph idx="1"/>
          </p:nvPr>
        </p:nvSpPr>
        <p:spPr>
          <a:xfrm>
            <a:off x="628650" y="1216369"/>
            <a:ext cx="7886700" cy="3325066"/>
          </a:xfrm>
        </p:spPr>
        <p:txBody>
          <a:bodyPr/>
          <a:lstStyle>
            <a:lvl2pPr marL="571500" indent="-22860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CCDBBB7A-14A3-FE2D-5516-E9543BAC81B0}"/>
              </a:ext>
            </a:extLst>
          </p:cNvPr>
          <p:cNvSpPr>
            <a:spLocks noGrp="1"/>
          </p:cNvSpPr>
          <p:nvPr>
            <p:ph type="sldNum" sz="quarter" idx="12"/>
          </p:nvPr>
        </p:nvSpPr>
        <p:spPr/>
        <p:txBody>
          <a:bodyPr/>
          <a:lstStyle>
            <a:lvl1pPr>
              <a:defRPr>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fld id="{64537577-822C-42C9-B1FE-62AC5F07B59D}" type="slidenum">
              <a:rPr lang="en-US" smtClean="0"/>
              <a:pPr/>
              <a:t>‹#›</a:t>
            </a:fld>
            <a:endParaRPr lang="en-US" dirty="0"/>
          </a:p>
        </p:txBody>
      </p:sp>
      <p:sp>
        <p:nvSpPr>
          <p:cNvPr id="4" name="Google Shape;138;p9">
            <a:extLst>
              <a:ext uri="{FF2B5EF4-FFF2-40B4-BE49-F238E27FC236}">
                <a16:creationId xmlns:a16="http://schemas.microsoft.com/office/drawing/2014/main" id="{554BAC3A-6458-8EB9-8C2A-E21A36ED286A}"/>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8" name="Footer Placeholder 6">
            <a:extLst>
              <a:ext uri="{FF2B5EF4-FFF2-40B4-BE49-F238E27FC236}">
                <a16:creationId xmlns:a16="http://schemas.microsoft.com/office/drawing/2014/main" id="{717CB0EC-ED7F-EC59-A549-E28B9C72F899}"/>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1477570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41F25-496E-8FB7-AC55-7F389601248E}"/>
              </a:ext>
            </a:extLst>
          </p:cNvPr>
          <p:cNvSpPr>
            <a:spLocks noGrp="1"/>
          </p:cNvSpPr>
          <p:nvPr>
            <p:ph type="title"/>
          </p:nvPr>
        </p:nvSpPr>
        <p:spPr>
          <a:xfrm>
            <a:off x="628650" y="591921"/>
            <a:ext cx="7921125" cy="496626"/>
          </a:xfrm>
        </p:spPr>
        <p:txBody>
          <a:bodyPr anchor="t" anchorCtr="0"/>
          <a:lstStyle/>
          <a:p>
            <a:r>
              <a:rPr lang="en-US" dirty="0"/>
              <a:t>Click to edit Master title style</a:t>
            </a:r>
          </a:p>
        </p:txBody>
      </p:sp>
      <p:sp>
        <p:nvSpPr>
          <p:cNvPr id="3" name="Content Placeholder 2">
            <a:extLst>
              <a:ext uri="{FF2B5EF4-FFF2-40B4-BE49-F238E27FC236}">
                <a16:creationId xmlns:a16="http://schemas.microsoft.com/office/drawing/2014/main" id="{2E733F0E-E307-67CB-90D9-8C7E28E1C35D}"/>
              </a:ext>
            </a:extLst>
          </p:cNvPr>
          <p:cNvSpPr>
            <a:spLocks noGrp="1"/>
          </p:cNvSpPr>
          <p:nvPr>
            <p:ph sz="half" idx="1"/>
          </p:nvPr>
        </p:nvSpPr>
        <p:spPr>
          <a:xfrm>
            <a:off x="628650" y="1149214"/>
            <a:ext cx="3886200" cy="336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EBFBD7-C540-FEB6-389B-B746C232F921}"/>
              </a:ext>
            </a:extLst>
          </p:cNvPr>
          <p:cNvSpPr>
            <a:spLocks noGrp="1"/>
          </p:cNvSpPr>
          <p:nvPr>
            <p:ph sz="half" idx="2"/>
          </p:nvPr>
        </p:nvSpPr>
        <p:spPr>
          <a:xfrm>
            <a:off x="4629150" y="1149214"/>
            <a:ext cx="3886200" cy="336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FC7584C7-B9DD-DCA9-C73C-F41AFF8409DA}"/>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5" name="Google Shape;138;p9">
            <a:extLst>
              <a:ext uri="{FF2B5EF4-FFF2-40B4-BE49-F238E27FC236}">
                <a16:creationId xmlns:a16="http://schemas.microsoft.com/office/drawing/2014/main" id="{CE2721F1-28D7-991F-5E6A-BF6EB798AE50}"/>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6" name="Footer Placeholder 6">
            <a:extLst>
              <a:ext uri="{FF2B5EF4-FFF2-40B4-BE49-F238E27FC236}">
                <a16:creationId xmlns:a16="http://schemas.microsoft.com/office/drawing/2014/main" id="{A3BEE632-F49C-08B5-0252-FF6EB512F170}"/>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3499983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5E801-7CBF-19EF-2385-BDBDFDEB6793}"/>
              </a:ext>
            </a:extLst>
          </p:cNvPr>
          <p:cNvSpPr>
            <a:spLocks noGrp="1"/>
          </p:cNvSpPr>
          <p:nvPr>
            <p:ph type="title"/>
          </p:nvPr>
        </p:nvSpPr>
        <p:spPr>
          <a:xfrm>
            <a:off x="627460" y="589118"/>
            <a:ext cx="7922315" cy="496626"/>
          </a:xfrm>
        </p:spPr>
        <p:txBody>
          <a:bodyPr anchor="t" anchorCtr="0"/>
          <a:lstStyle/>
          <a:p>
            <a:r>
              <a:rPr lang="en-US" dirty="0"/>
              <a:t>Click to edit Master title style</a:t>
            </a:r>
          </a:p>
        </p:txBody>
      </p:sp>
      <p:sp>
        <p:nvSpPr>
          <p:cNvPr id="3" name="Text Placeholder 2">
            <a:extLst>
              <a:ext uri="{FF2B5EF4-FFF2-40B4-BE49-F238E27FC236}">
                <a16:creationId xmlns:a16="http://schemas.microsoft.com/office/drawing/2014/main" id="{23706BAF-57F5-BDA6-72EB-972D8CC30708}"/>
              </a:ext>
            </a:extLst>
          </p:cNvPr>
          <p:cNvSpPr>
            <a:spLocks noGrp="1"/>
          </p:cNvSpPr>
          <p:nvPr>
            <p:ph type="body" idx="1"/>
          </p:nvPr>
        </p:nvSpPr>
        <p:spPr>
          <a:xfrm>
            <a:off x="627460" y="1146610"/>
            <a:ext cx="3868340" cy="617362"/>
          </a:xfrm>
        </p:spPr>
        <p:txBody>
          <a:bodyPr anchor="b">
            <a:noAutofit/>
          </a:bodyPr>
          <a:lstStyle>
            <a:lvl1pPr marL="0" indent="0" algn="ctr">
              <a:buNone/>
              <a:defRPr sz="2000" b="0">
                <a:solidFill>
                  <a:srgbClr val="586169"/>
                </a:solidFill>
                <a:latin typeface="+mj-lt"/>
                <a:ea typeface="Noto Sans Condensed" panose="020B0502040504020204" pitchFamily="34" charset="0"/>
                <a:cs typeface="Noto Sans Condensed" panose="020B0502040504020204" pitchFamily="34" charset="0"/>
              </a:defRPr>
            </a:lvl1pPr>
            <a:lvl2pPr marL="342580" indent="0">
              <a:buNone/>
              <a:defRPr sz="1499" b="1"/>
            </a:lvl2pPr>
            <a:lvl3pPr marL="685160" indent="0">
              <a:buNone/>
              <a:defRPr sz="1349" b="1"/>
            </a:lvl3pPr>
            <a:lvl4pPr marL="1027740" indent="0">
              <a:buNone/>
              <a:defRPr sz="1199" b="1"/>
            </a:lvl4pPr>
            <a:lvl5pPr marL="1370320" indent="0">
              <a:buNone/>
              <a:defRPr sz="1199" b="1"/>
            </a:lvl5pPr>
            <a:lvl6pPr marL="1712900" indent="0">
              <a:buNone/>
              <a:defRPr sz="1199" b="1"/>
            </a:lvl6pPr>
            <a:lvl7pPr marL="2055480" indent="0">
              <a:buNone/>
              <a:defRPr sz="1199" b="1"/>
            </a:lvl7pPr>
            <a:lvl8pPr marL="2398060" indent="0">
              <a:buNone/>
              <a:defRPr sz="1199" b="1"/>
            </a:lvl8pPr>
            <a:lvl9pPr marL="2740640" indent="0">
              <a:buNone/>
              <a:defRPr sz="1199"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FDD8B87-3F77-0AE4-2F64-80AD7EA7DC12}"/>
              </a:ext>
            </a:extLst>
          </p:cNvPr>
          <p:cNvSpPr>
            <a:spLocks noGrp="1"/>
          </p:cNvSpPr>
          <p:nvPr>
            <p:ph sz="half" idx="2"/>
          </p:nvPr>
        </p:nvSpPr>
        <p:spPr>
          <a:xfrm>
            <a:off x="627460" y="1763972"/>
            <a:ext cx="3868340" cy="2760883"/>
          </a:xfrm>
        </p:spPr>
        <p:txBody>
          <a:bodyPr/>
          <a:lstStyle>
            <a:lvl1pPr>
              <a:defRPr sz="1800"/>
            </a:lvl1pPr>
            <a:lvl2pPr>
              <a:defRPr sz="16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90C8C0E-F899-4D2C-660B-5FF26E5C2315}"/>
              </a:ext>
            </a:extLst>
          </p:cNvPr>
          <p:cNvSpPr>
            <a:spLocks noGrp="1"/>
          </p:cNvSpPr>
          <p:nvPr>
            <p:ph type="body" sz="quarter" idx="3"/>
          </p:nvPr>
        </p:nvSpPr>
        <p:spPr>
          <a:xfrm>
            <a:off x="4514255" y="1146610"/>
            <a:ext cx="3887391" cy="617362"/>
          </a:xfrm>
        </p:spPr>
        <p:txBody>
          <a:bodyPr anchor="b">
            <a:noAutofit/>
          </a:bodyPr>
          <a:lstStyle>
            <a:lvl1pPr marL="0" indent="0" algn="ctr">
              <a:buNone/>
              <a:defRPr sz="2000" b="0">
                <a:solidFill>
                  <a:srgbClr val="586169"/>
                </a:solidFill>
                <a:latin typeface="+mj-lt"/>
                <a:ea typeface="Noto Sans Condensed" panose="020B0502040504020204" pitchFamily="34" charset="0"/>
                <a:cs typeface="Noto Sans Condensed" panose="020B0502040504020204" pitchFamily="34" charset="0"/>
              </a:defRPr>
            </a:lvl1pPr>
            <a:lvl2pPr marL="342580" indent="0">
              <a:buNone/>
              <a:defRPr sz="1499" b="1"/>
            </a:lvl2pPr>
            <a:lvl3pPr marL="685160" indent="0">
              <a:buNone/>
              <a:defRPr sz="1349" b="1"/>
            </a:lvl3pPr>
            <a:lvl4pPr marL="1027740" indent="0">
              <a:buNone/>
              <a:defRPr sz="1199" b="1"/>
            </a:lvl4pPr>
            <a:lvl5pPr marL="1370320" indent="0">
              <a:buNone/>
              <a:defRPr sz="1199" b="1"/>
            </a:lvl5pPr>
            <a:lvl6pPr marL="1712900" indent="0">
              <a:buNone/>
              <a:defRPr sz="1199" b="1"/>
            </a:lvl6pPr>
            <a:lvl7pPr marL="2055480" indent="0">
              <a:buNone/>
              <a:defRPr sz="1199" b="1"/>
            </a:lvl7pPr>
            <a:lvl8pPr marL="2398060" indent="0">
              <a:buNone/>
              <a:defRPr sz="1199" b="1"/>
            </a:lvl8pPr>
            <a:lvl9pPr marL="2740640" indent="0">
              <a:buNone/>
              <a:defRPr sz="1199"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4CC6281D-0F62-7BB0-0D32-55593D34C5D9}"/>
              </a:ext>
            </a:extLst>
          </p:cNvPr>
          <p:cNvSpPr>
            <a:spLocks noGrp="1"/>
          </p:cNvSpPr>
          <p:nvPr>
            <p:ph sz="quarter" idx="4"/>
          </p:nvPr>
        </p:nvSpPr>
        <p:spPr>
          <a:xfrm>
            <a:off x="4514255" y="1763972"/>
            <a:ext cx="3887391" cy="2760883"/>
          </a:xfrm>
        </p:spPr>
        <p:txBody>
          <a:bodyPr/>
          <a:lstStyle>
            <a:lvl1pPr>
              <a:defRPr sz="1800"/>
            </a:lvl1pPr>
            <a:lvl2pPr>
              <a:defRPr sz="16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5FD9B665-E777-009A-52AA-49E8F565BB5B}"/>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7" name="Google Shape;138;p9">
            <a:extLst>
              <a:ext uri="{FF2B5EF4-FFF2-40B4-BE49-F238E27FC236}">
                <a16:creationId xmlns:a16="http://schemas.microsoft.com/office/drawing/2014/main" id="{643C68CC-38BB-EC6D-3E62-41E88722DAEC}"/>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8" name="Footer Placeholder 6">
            <a:extLst>
              <a:ext uri="{FF2B5EF4-FFF2-40B4-BE49-F238E27FC236}">
                <a16:creationId xmlns:a16="http://schemas.microsoft.com/office/drawing/2014/main" id="{08234280-C41C-DE8D-CE3F-D157ECAE66CF}"/>
              </a:ext>
            </a:extLst>
          </p:cNvPr>
          <p:cNvSpPr>
            <a:spLocks noGrp="1"/>
          </p:cNvSpPr>
          <p:nvPr>
            <p:ph type="ftr" sz="quarter" idx="1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3177522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0DC66-E0A2-7F55-EB53-533A8B6C83FE}"/>
              </a:ext>
            </a:extLst>
          </p:cNvPr>
          <p:cNvSpPr>
            <a:spLocks noGrp="1"/>
          </p:cNvSpPr>
          <p:nvPr>
            <p:ph type="title"/>
          </p:nvPr>
        </p:nvSpPr>
        <p:spPr>
          <a:xfrm>
            <a:off x="141194" y="0"/>
            <a:ext cx="7886700" cy="993252"/>
          </a:xfrm>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AEF202C2-7EFE-0924-CAE5-57059CA87430}"/>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3" name="Footer Placeholder 6">
            <a:extLst>
              <a:ext uri="{FF2B5EF4-FFF2-40B4-BE49-F238E27FC236}">
                <a16:creationId xmlns:a16="http://schemas.microsoft.com/office/drawing/2014/main" id="{59783566-1CF9-C15E-0F0A-C21EF9BC2EF9}"/>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327411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73C8B8-889F-7FFE-FDF7-F1FBA95C0D68}"/>
              </a:ext>
            </a:extLst>
          </p:cNvPr>
          <p:cNvSpPr>
            <a:spLocks noGrp="1"/>
          </p:cNvSpPr>
          <p:nvPr>
            <p:ph type="sldNum" sz="quarter" idx="12"/>
          </p:nvPr>
        </p:nvSpPr>
        <p:spPr/>
        <p:txBody>
          <a:bodyPr/>
          <a:lstStyle>
            <a:lvl1pPr>
              <a:defRPr>
                <a:solidFill>
                  <a:schemeClr val="bg1">
                    <a:lumMod val="85000"/>
                  </a:schemeClr>
                </a:solidFill>
              </a:defRPr>
            </a:lvl1pPr>
          </a:lstStyle>
          <a:p>
            <a:fld id="{64537577-822C-42C9-B1FE-62AC5F07B59D}" type="slidenum">
              <a:rPr lang="en-US" smtClean="0"/>
              <a:pPr/>
              <a:t>‹#›</a:t>
            </a:fld>
            <a:endParaRPr lang="en-US" dirty="0"/>
          </a:p>
        </p:txBody>
      </p:sp>
      <p:sp>
        <p:nvSpPr>
          <p:cNvPr id="2" name="Footer Placeholder 6">
            <a:extLst>
              <a:ext uri="{FF2B5EF4-FFF2-40B4-BE49-F238E27FC236}">
                <a16:creationId xmlns:a16="http://schemas.microsoft.com/office/drawing/2014/main" id="{A8B8CD61-C7BC-09FD-E1FF-F3950BF1584A}"/>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3610294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opic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6ABF4-8313-754B-E9F8-F5BC953386C7}"/>
              </a:ext>
            </a:extLst>
          </p:cNvPr>
          <p:cNvSpPr>
            <a:spLocks noGrp="1"/>
          </p:cNvSpPr>
          <p:nvPr>
            <p:ph type="title"/>
          </p:nvPr>
        </p:nvSpPr>
        <p:spPr>
          <a:xfrm>
            <a:off x="682580" y="1550954"/>
            <a:ext cx="7886700" cy="602375"/>
          </a:xfrm>
        </p:spPr>
        <p:txBody>
          <a:bodyPr>
            <a:noAutofit/>
          </a:bodyPr>
          <a:lstStyle>
            <a:lvl1pPr algn="l">
              <a:defRPr sz="4400">
                <a:solidFill>
                  <a:srgbClr val="586169"/>
                </a:solidFill>
                <a:latin typeface="+mj-lt"/>
              </a:defRPr>
            </a:lvl1pPr>
          </a:lstStyle>
          <a:p>
            <a:r>
              <a:rPr lang="en-US" dirty="0"/>
              <a:t>Click to edit Master title style</a:t>
            </a:r>
          </a:p>
        </p:txBody>
      </p:sp>
      <p:sp>
        <p:nvSpPr>
          <p:cNvPr id="4" name="Google Shape;230;p20">
            <a:extLst>
              <a:ext uri="{FF2B5EF4-FFF2-40B4-BE49-F238E27FC236}">
                <a16:creationId xmlns:a16="http://schemas.microsoft.com/office/drawing/2014/main" id="{757C5F44-22F2-7208-5BB0-E5F13581B3AF}"/>
              </a:ext>
            </a:extLst>
          </p:cNvPr>
          <p:cNvSpPr/>
          <p:nvPr userDrawn="1"/>
        </p:nvSpPr>
        <p:spPr>
          <a:xfrm rot="5400000">
            <a:off x="279830" y="1750579"/>
            <a:ext cx="7602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5" name="Slide Number Placeholder 3">
            <a:extLst>
              <a:ext uri="{FF2B5EF4-FFF2-40B4-BE49-F238E27FC236}">
                <a16:creationId xmlns:a16="http://schemas.microsoft.com/office/drawing/2014/main" id="{57894FEE-28A4-FB53-A70B-FBB307673B19}"/>
              </a:ext>
            </a:extLst>
          </p:cNvPr>
          <p:cNvSpPr>
            <a:spLocks noGrp="1"/>
          </p:cNvSpPr>
          <p:nvPr>
            <p:ph type="sldNum" sz="quarter" idx="12"/>
          </p:nvPr>
        </p:nvSpPr>
        <p:spPr>
          <a:xfrm>
            <a:off x="6457950" y="4762849"/>
            <a:ext cx="2057400" cy="273590"/>
          </a:xfrm>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6" name="Footer Placeholder 6">
            <a:extLst>
              <a:ext uri="{FF2B5EF4-FFF2-40B4-BE49-F238E27FC236}">
                <a16:creationId xmlns:a16="http://schemas.microsoft.com/office/drawing/2014/main" id="{CE697EAA-7B89-F7BD-5B7E-3D46CFFBFD2B}"/>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4066883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Cit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08C50-1C6F-52AE-5678-98EB5F266985}"/>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63050ADF-47A2-90B1-A686-38CE4DEE8933}"/>
              </a:ext>
            </a:extLst>
          </p:cNvPr>
          <p:cNvSpPr>
            <a:spLocks noGrp="1"/>
          </p:cNvSpPr>
          <p:nvPr>
            <p:ph type="sldNum" sz="quarter" idx="10"/>
          </p:nvPr>
        </p:nvSpPr>
        <p:spPr/>
        <p:txBody>
          <a:bodyPr/>
          <a:lstStyle>
            <a:lvl1pPr>
              <a:defRPr>
                <a:solidFill>
                  <a:schemeClr val="bg1">
                    <a:lumMod val="85000"/>
                  </a:schemeClr>
                </a:solidFill>
              </a:defRPr>
            </a:lvl1pPr>
          </a:lstStyle>
          <a:p>
            <a:fld id="{64537577-822C-42C9-B1FE-62AC5F07B59D}" type="slidenum">
              <a:rPr lang="en-US" smtClean="0"/>
              <a:pPr/>
              <a:t>‹#›</a:t>
            </a:fld>
            <a:endParaRPr lang="en-US" dirty="0"/>
          </a:p>
        </p:txBody>
      </p:sp>
      <p:sp>
        <p:nvSpPr>
          <p:cNvPr id="6" name="Picture Placeholder 5">
            <a:extLst>
              <a:ext uri="{FF2B5EF4-FFF2-40B4-BE49-F238E27FC236}">
                <a16:creationId xmlns:a16="http://schemas.microsoft.com/office/drawing/2014/main" id="{8374F4F7-8DB0-40E8-6E15-6BDF3D1E780D}"/>
              </a:ext>
            </a:extLst>
          </p:cNvPr>
          <p:cNvSpPr>
            <a:spLocks noGrp="1"/>
          </p:cNvSpPr>
          <p:nvPr>
            <p:ph type="pic" sz="quarter" idx="12"/>
          </p:nvPr>
        </p:nvSpPr>
        <p:spPr>
          <a:xfrm>
            <a:off x="628650" y="1358900"/>
            <a:ext cx="8002700" cy="3065463"/>
          </a:xfrm>
        </p:spPr>
        <p:txBody>
          <a:bodyPr/>
          <a:lstStyle/>
          <a:p>
            <a:endParaRPr lang="en-US" dirty="0"/>
          </a:p>
        </p:txBody>
      </p:sp>
      <p:sp>
        <p:nvSpPr>
          <p:cNvPr id="10" name="Text Placeholder 9">
            <a:extLst>
              <a:ext uri="{FF2B5EF4-FFF2-40B4-BE49-F238E27FC236}">
                <a16:creationId xmlns:a16="http://schemas.microsoft.com/office/drawing/2014/main" id="{ED18884B-15BB-117D-6488-38ECE9320718}"/>
              </a:ext>
            </a:extLst>
          </p:cNvPr>
          <p:cNvSpPr>
            <a:spLocks noGrp="1"/>
          </p:cNvSpPr>
          <p:nvPr>
            <p:ph type="body" sz="quarter" idx="13" hasCustomPrompt="1"/>
          </p:nvPr>
        </p:nvSpPr>
        <p:spPr>
          <a:xfrm>
            <a:off x="628650" y="4484688"/>
            <a:ext cx="8002700" cy="201612"/>
          </a:xfrm>
        </p:spPr>
        <p:txBody>
          <a:bodyPr>
            <a:normAutofit/>
          </a:bodyPr>
          <a:lstStyle>
            <a:lvl1pPr marL="0" indent="0" algn="ctr">
              <a:buNone/>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lvl="0"/>
            <a:r>
              <a:rPr lang="en-US" dirty="0"/>
              <a:t>Citation</a:t>
            </a:r>
          </a:p>
        </p:txBody>
      </p:sp>
      <p:sp>
        <p:nvSpPr>
          <p:cNvPr id="5" name="Footer Placeholder 6">
            <a:extLst>
              <a:ext uri="{FF2B5EF4-FFF2-40B4-BE49-F238E27FC236}">
                <a16:creationId xmlns:a16="http://schemas.microsoft.com/office/drawing/2014/main" id="{BF705B26-CC1D-A019-9217-3BC5766A5492}"/>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3025565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30D9C-ED69-04DC-6777-0E1A290685AF}"/>
              </a:ext>
            </a:extLst>
          </p:cNvPr>
          <p:cNvSpPr>
            <a:spLocks noGrp="1"/>
          </p:cNvSpPr>
          <p:nvPr>
            <p:ph type="title"/>
          </p:nvPr>
        </p:nvSpPr>
        <p:spPr>
          <a:xfrm>
            <a:off x="628650" y="273591"/>
            <a:ext cx="7886700" cy="99325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054F26-3F7F-EE94-90E3-0BF96A46F3E1}"/>
              </a:ext>
            </a:extLst>
          </p:cNvPr>
          <p:cNvSpPr>
            <a:spLocks noGrp="1"/>
          </p:cNvSpPr>
          <p:nvPr>
            <p:ph type="body" idx="1"/>
          </p:nvPr>
        </p:nvSpPr>
        <p:spPr>
          <a:xfrm>
            <a:off x="628650" y="1367951"/>
            <a:ext cx="7886700" cy="290425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E6BE0285-3B44-EF97-28EA-1501C6405FB8}"/>
              </a:ext>
            </a:extLst>
          </p:cNvPr>
          <p:cNvSpPr>
            <a:spLocks noGrp="1"/>
          </p:cNvSpPr>
          <p:nvPr>
            <p:ph type="sldNum" sz="quarter" idx="4"/>
          </p:nvPr>
        </p:nvSpPr>
        <p:spPr>
          <a:xfrm>
            <a:off x="6457949" y="4762849"/>
            <a:ext cx="2173401" cy="273590"/>
          </a:xfrm>
          <a:prstGeom prst="rect">
            <a:avLst/>
          </a:prstGeom>
        </p:spPr>
        <p:txBody>
          <a:bodyPr vert="horz" lIns="91440" tIns="45720" rIns="91440" bIns="45720" rtlCol="0" anchor="ctr"/>
          <a:lstStyle>
            <a:lvl1pPr algn="r">
              <a:defRPr sz="800">
                <a:solidFill>
                  <a:schemeClr val="bg1">
                    <a:lumMod val="85000"/>
                  </a:schemeClr>
                </a:solidFill>
                <a:latin typeface="+mn-lt"/>
              </a:defRPr>
            </a:lvl1pPr>
          </a:lstStyle>
          <a:p>
            <a:fld id="{64537577-822C-42C9-B1FE-62AC5F07B59D}" type="slidenum">
              <a:rPr lang="en-US" smtClean="0"/>
              <a:pPr/>
              <a:t>‹#›</a:t>
            </a:fld>
            <a:endParaRPr lang="en-US" dirty="0"/>
          </a:p>
        </p:txBody>
      </p:sp>
      <p:pic>
        <p:nvPicPr>
          <p:cNvPr id="4" name="Google Shape;139;p9">
            <a:extLst>
              <a:ext uri="{FF2B5EF4-FFF2-40B4-BE49-F238E27FC236}">
                <a16:creationId xmlns:a16="http://schemas.microsoft.com/office/drawing/2014/main" id="{83DC1A23-2A71-97EE-22B0-923C06AFC881}"/>
              </a:ext>
            </a:extLst>
          </p:cNvPr>
          <p:cNvPicPr preferRelativeResize="0"/>
          <p:nvPr userDrawn="1"/>
        </p:nvPicPr>
        <p:blipFill rotWithShape="1">
          <a:blip r:embed="rId10" cstate="screen">
            <a:alphaModFix/>
            <a:extLst>
              <a:ext uri="{28A0092B-C50C-407E-A947-70E740481C1C}">
                <a14:useLocalDpi xmlns:a14="http://schemas.microsoft.com/office/drawing/2010/main"/>
              </a:ext>
            </a:extLst>
          </a:blip>
          <a:srcRect t="-79132" b="-79132"/>
          <a:stretch/>
        </p:blipFill>
        <p:spPr>
          <a:xfrm>
            <a:off x="7803060" y="74469"/>
            <a:ext cx="883274" cy="883275"/>
          </a:xfrm>
          <a:prstGeom prst="rect">
            <a:avLst/>
          </a:prstGeom>
          <a:noFill/>
          <a:ln>
            <a:noFill/>
          </a:ln>
        </p:spPr>
      </p:pic>
      <p:sp>
        <p:nvSpPr>
          <p:cNvPr id="7" name="Footer Placeholder 6">
            <a:extLst>
              <a:ext uri="{FF2B5EF4-FFF2-40B4-BE49-F238E27FC236}">
                <a16:creationId xmlns:a16="http://schemas.microsoft.com/office/drawing/2014/main" id="{9E30C74C-2574-AABC-AFDB-80246E498262}"/>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123400809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71" r:id="rId7"/>
    <p:sldLayoutId id="2147483672" r:id="rId8"/>
  </p:sldLayoutIdLst>
  <p:hf hdr="0" dt="0"/>
  <p:txStyles>
    <p:title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p:titleStyle>
    <p:bodyStyle>
      <a:lvl1pPr marL="171290" indent="-171290" algn="l" defTabSz="685160" rtl="0" eaLnBrk="1" latinLnBrk="0" hangingPunct="1">
        <a:lnSpc>
          <a:spcPct val="100000"/>
        </a:lnSpc>
        <a:spcBef>
          <a:spcPts val="0"/>
        </a:spcBef>
        <a:buFont typeface="Arial" panose="020B0604020202020204" pitchFamily="34" charset="0"/>
        <a:buChar char="•"/>
        <a:defRPr sz="2400" kern="1200">
          <a:solidFill>
            <a:srgbClr val="404448"/>
          </a:solidFill>
          <a:latin typeface="+mn-lt"/>
          <a:ea typeface="+mn-ea"/>
          <a:cs typeface="+mn-cs"/>
        </a:defRPr>
      </a:lvl1pPr>
      <a:lvl2pPr marL="513870" indent="-171290" algn="l" defTabSz="685160" rtl="0" eaLnBrk="1" latinLnBrk="0" hangingPunct="1">
        <a:lnSpc>
          <a:spcPct val="100000"/>
        </a:lnSpc>
        <a:spcBef>
          <a:spcPts val="0"/>
        </a:spcBef>
        <a:buFont typeface="Courier New" panose="02070309020205020404" pitchFamily="49" charset="0"/>
        <a:buChar char="o"/>
        <a:defRPr sz="2000" kern="1200">
          <a:solidFill>
            <a:srgbClr val="404448"/>
          </a:solidFill>
          <a:latin typeface="+mn-lt"/>
          <a:ea typeface="+mn-ea"/>
          <a:cs typeface="+mn-cs"/>
        </a:defRPr>
      </a:lvl2pPr>
      <a:lvl3pPr marL="856450" indent="-171290" algn="l" defTabSz="685160" rtl="0" eaLnBrk="1" latinLnBrk="0" hangingPunct="1">
        <a:lnSpc>
          <a:spcPct val="100000"/>
        </a:lnSpc>
        <a:spcBef>
          <a:spcPts val="0"/>
        </a:spcBef>
        <a:buFont typeface="Wingdings" panose="05000000000000000000" pitchFamily="2" charset="2"/>
        <a:buChar char="§"/>
        <a:defRPr sz="1800" kern="1200">
          <a:solidFill>
            <a:srgbClr val="404448"/>
          </a:solidFill>
          <a:latin typeface="+mn-lt"/>
          <a:ea typeface="+mn-ea"/>
          <a:cs typeface="+mn-cs"/>
        </a:defRPr>
      </a:lvl3pPr>
      <a:lvl4pPr marL="1199030" indent="-171290" algn="l" defTabSz="685160" rtl="0" eaLnBrk="1" latinLnBrk="0" hangingPunct="1">
        <a:lnSpc>
          <a:spcPct val="100000"/>
        </a:lnSpc>
        <a:spcBef>
          <a:spcPts val="0"/>
        </a:spcBef>
        <a:buFont typeface="Arial" panose="020B0604020202020204" pitchFamily="34" charset="0"/>
        <a:buChar char="•"/>
        <a:defRPr sz="1600" kern="1200">
          <a:solidFill>
            <a:srgbClr val="404448"/>
          </a:solidFill>
          <a:latin typeface="+mn-lt"/>
          <a:ea typeface="+mn-ea"/>
          <a:cs typeface="+mn-cs"/>
        </a:defRPr>
      </a:lvl4pPr>
      <a:lvl5pPr marL="1541610" indent="-171290" algn="l" defTabSz="685160" rtl="0" eaLnBrk="1" latinLnBrk="0" hangingPunct="1">
        <a:lnSpc>
          <a:spcPct val="100000"/>
        </a:lnSpc>
        <a:spcBef>
          <a:spcPts val="0"/>
        </a:spcBef>
        <a:buFont typeface="Courier New" panose="02070309020205020404" pitchFamily="49" charset="0"/>
        <a:buChar char="o"/>
        <a:defRPr sz="1400" kern="1200">
          <a:solidFill>
            <a:srgbClr val="404448"/>
          </a:solidFill>
          <a:latin typeface="+mn-lt"/>
          <a:ea typeface="+mn-ea"/>
          <a:cs typeface="+mn-cs"/>
        </a:defRPr>
      </a:lvl5pPr>
      <a:lvl6pPr marL="188419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6pPr>
      <a:lvl7pPr marL="222677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7pPr>
      <a:lvl8pPr marL="256935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8pPr>
      <a:lvl9pPr marL="291193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9pPr>
    </p:bodyStyle>
    <p:otherStyle>
      <a:defPPr>
        <a:defRPr lang="en-US"/>
      </a:defPPr>
      <a:lvl1pPr marL="0" algn="l" defTabSz="685160" rtl="0" eaLnBrk="1" latinLnBrk="0" hangingPunct="1">
        <a:defRPr sz="1349" kern="1200">
          <a:solidFill>
            <a:schemeClr val="tx1"/>
          </a:solidFill>
          <a:latin typeface="+mn-lt"/>
          <a:ea typeface="+mn-ea"/>
          <a:cs typeface="+mn-cs"/>
        </a:defRPr>
      </a:lvl1pPr>
      <a:lvl2pPr marL="342580" algn="l" defTabSz="685160" rtl="0" eaLnBrk="1" latinLnBrk="0" hangingPunct="1">
        <a:defRPr sz="1349" kern="1200">
          <a:solidFill>
            <a:schemeClr val="tx1"/>
          </a:solidFill>
          <a:latin typeface="+mn-lt"/>
          <a:ea typeface="+mn-ea"/>
          <a:cs typeface="+mn-cs"/>
        </a:defRPr>
      </a:lvl2pPr>
      <a:lvl3pPr marL="685160" algn="l" defTabSz="685160" rtl="0" eaLnBrk="1" latinLnBrk="0" hangingPunct="1">
        <a:defRPr sz="1349" kern="1200">
          <a:solidFill>
            <a:schemeClr val="tx1"/>
          </a:solidFill>
          <a:latin typeface="+mn-lt"/>
          <a:ea typeface="+mn-ea"/>
          <a:cs typeface="+mn-cs"/>
        </a:defRPr>
      </a:lvl3pPr>
      <a:lvl4pPr marL="1027740" algn="l" defTabSz="685160" rtl="0" eaLnBrk="1" latinLnBrk="0" hangingPunct="1">
        <a:defRPr sz="1349" kern="1200">
          <a:solidFill>
            <a:schemeClr val="tx1"/>
          </a:solidFill>
          <a:latin typeface="+mn-lt"/>
          <a:ea typeface="+mn-ea"/>
          <a:cs typeface="+mn-cs"/>
        </a:defRPr>
      </a:lvl4pPr>
      <a:lvl5pPr marL="1370320" algn="l" defTabSz="685160" rtl="0" eaLnBrk="1" latinLnBrk="0" hangingPunct="1">
        <a:defRPr sz="1349" kern="1200">
          <a:solidFill>
            <a:schemeClr val="tx1"/>
          </a:solidFill>
          <a:latin typeface="+mn-lt"/>
          <a:ea typeface="+mn-ea"/>
          <a:cs typeface="+mn-cs"/>
        </a:defRPr>
      </a:lvl5pPr>
      <a:lvl6pPr marL="1712900" algn="l" defTabSz="685160" rtl="0" eaLnBrk="1" latinLnBrk="0" hangingPunct="1">
        <a:defRPr sz="1349" kern="1200">
          <a:solidFill>
            <a:schemeClr val="tx1"/>
          </a:solidFill>
          <a:latin typeface="+mn-lt"/>
          <a:ea typeface="+mn-ea"/>
          <a:cs typeface="+mn-cs"/>
        </a:defRPr>
      </a:lvl6pPr>
      <a:lvl7pPr marL="2055480" algn="l" defTabSz="685160" rtl="0" eaLnBrk="1" latinLnBrk="0" hangingPunct="1">
        <a:defRPr sz="1349" kern="1200">
          <a:solidFill>
            <a:schemeClr val="tx1"/>
          </a:solidFill>
          <a:latin typeface="+mn-lt"/>
          <a:ea typeface="+mn-ea"/>
          <a:cs typeface="+mn-cs"/>
        </a:defRPr>
      </a:lvl7pPr>
      <a:lvl8pPr marL="2398060" algn="l" defTabSz="685160" rtl="0" eaLnBrk="1" latinLnBrk="0" hangingPunct="1">
        <a:defRPr sz="1349" kern="1200">
          <a:solidFill>
            <a:schemeClr val="tx1"/>
          </a:solidFill>
          <a:latin typeface="+mn-lt"/>
          <a:ea typeface="+mn-ea"/>
          <a:cs typeface="+mn-cs"/>
        </a:defRPr>
      </a:lvl8pPr>
      <a:lvl9pPr marL="2740640" algn="l" defTabSz="685160" rtl="0" eaLnBrk="1" latinLnBrk="0" hangingPunct="1">
        <a:defRPr sz="134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Data" Target="../diagrams/data4.xml"/><Relationship Id="rId7" Type="http://schemas.microsoft.com/office/2007/relationships/diagramDrawing" Target="../diagrams/drawing4.xml"/><Relationship Id="rId12" Type="http://schemas.microsoft.com/office/2007/relationships/diagramDrawing" Target="../diagrams/drawing5.xm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diagramColors" Target="../diagrams/colors4.xml"/><Relationship Id="rId11" Type="http://schemas.openxmlformats.org/officeDocument/2006/relationships/diagramColors" Target="../diagrams/colors5.xml"/><Relationship Id="rId5" Type="http://schemas.openxmlformats.org/officeDocument/2006/relationships/diagramQuickStyle" Target="../diagrams/quickStyle4.xml"/><Relationship Id="rId10" Type="http://schemas.openxmlformats.org/officeDocument/2006/relationships/diagramQuickStyle" Target="../diagrams/quickStyle5.xml"/><Relationship Id="rId4" Type="http://schemas.openxmlformats.org/officeDocument/2006/relationships/diagramLayout" Target="../diagrams/layout4.xml"/><Relationship Id="rId9"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2.xml.rels><?xml version="1.0" encoding="UTF-8" standalone="yes"?>
<Relationships xmlns="http://schemas.openxmlformats.org/package/2006/relationships"><Relationship Id="rId8" Type="http://schemas.openxmlformats.org/officeDocument/2006/relationships/diagramData" Target="../diagrams/data11.xml"/><Relationship Id="rId3" Type="http://schemas.openxmlformats.org/officeDocument/2006/relationships/diagramData" Target="../diagrams/data10.xml"/><Relationship Id="rId7" Type="http://schemas.microsoft.com/office/2007/relationships/diagramDrawing" Target="../diagrams/drawing10.xml"/><Relationship Id="rId12" Type="http://schemas.microsoft.com/office/2007/relationships/diagramDrawing" Target="../diagrams/drawing11.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10.xml"/><Relationship Id="rId11" Type="http://schemas.openxmlformats.org/officeDocument/2006/relationships/diagramColors" Target="../diagrams/colors11.xml"/><Relationship Id="rId5" Type="http://schemas.openxmlformats.org/officeDocument/2006/relationships/diagramQuickStyle" Target="../diagrams/quickStyle10.xml"/><Relationship Id="rId10" Type="http://schemas.openxmlformats.org/officeDocument/2006/relationships/diagramQuickStyle" Target="../diagrams/quickStyle11.xml"/><Relationship Id="rId4" Type="http://schemas.openxmlformats.org/officeDocument/2006/relationships/diagramLayout" Target="../diagrams/layout10.xml"/><Relationship Id="rId9" Type="http://schemas.openxmlformats.org/officeDocument/2006/relationships/diagramLayout" Target="../diagrams/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sv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8.xml.rels><?xml version="1.0" encoding="UTF-8" standalone="yes"?>
<Relationships xmlns="http://schemas.openxmlformats.org/package/2006/relationships"><Relationship Id="rId8" Type="http://schemas.openxmlformats.org/officeDocument/2006/relationships/image" Target="../media/image13.jpeg"/><Relationship Id="rId13" Type="http://schemas.microsoft.com/office/2007/relationships/diagramDrawing" Target="../diagrams/drawing14.xml"/><Relationship Id="rId3" Type="http://schemas.openxmlformats.org/officeDocument/2006/relationships/diagramData" Target="../diagrams/data13.xml"/><Relationship Id="rId7" Type="http://schemas.microsoft.com/office/2007/relationships/diagramDrawing" Target="../diagrams/drawing13.xml"/><Relationship Id="rId12" Type="http://schemas.openxmlformats.org/officeDocument/2006/relationships/diagramColors" Target="../diagrams/colors14.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13.xml"/><Relationship Id="rId11" Type="http://schemas.openxmlformats.org/officeDocument/2006/relationships/diagramQuickStyle" Target="../diagrams/quickStyle14.xml"/><Relationship Id="rId5" Type="http://schemas.openxmlformats.org/officeDocument/2006/relationships/diagramQuickStyle" Target="../diagrams/quickStyle13.xml"/><Relationship Id="rId10" Type="http://schemas.openxmlformats.org/officeDocument/2006/relationships/diagramLayout" Target="../diagrams/layout14.xml"/><Relationship Id="rId4" Type="http://schemas.openxmlformats.org/officeDocument/2006/relationships/diagramLayout" Target="../diagrams/layout13.xml"/><Relationship Id="rId9" Type="http://schemas.openxmlformats.org/officeDocument/2006/relationships/diagramData" Target="../diagrams/data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microsoft.com/office/2007/relationships/hdphoto" Target="../media/hdphoto1.wdp"/></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8" Type="http://schemas.microsoft.com/office/2007/relationships/diagramDrawing" Target="../diagrams/drawing21.xml"/><Relationship Id="rId3" Type="http://schemas.openxmlformats.org/officeDocument/2006/relationships/image" Target="../media/image19.jpeg"/><Relationship Id="rId7" Type="http://schemas.openxmlformats.org/officeDocument/2006/relationships/diagramColors" Target="../diagrams/colors21.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diagramQuickStyle" Target="../diagrams/quickStyle21.xml"/><Relationship Id="rId5" Type="http://schemas.openxmlformats.org/officeDocument/2006/relationships/diagramLayout" Target="../diagrams/layout21.xml"/><Relationship Id="rId4" Type="http://schemas.openxmlformats.org/officeDocument/2006/relationships/diagramData" Target="../diagrams/data21.xml"/></Relationships>
</file>

<file path=ppt/slides/_rels/slide42.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42.xml"/><Relationship Id="rId1" Type="http://schemas.openxmlformats.org/officeDocument/2006/relationships/slideLayout" Target="../slideLayouts/slideLayout3.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21.sv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noAutofit/>
          </a:bodyPr>
          <a:lstStyle/>
          <a:p>
            <a:r>
              <a:rPr lang="en-US" dirty="0"/>
              <a:t>Module 6</a:t>
            </a:r>
          </a:p>
        </p:txBody>
      </p:sp>
      <p:sp>
        <p:nvSpPr>
          <p:cNvPr id="9" name="Subtitle 8">
            <a:extLst>
              <a:ext uri="{FF2B5EF4-FFF2-40B4-BE49-F238E27FC236}">
                <a16:creationId xmlns:a16="http://schemas.microsoft.com/office/drawing/2014/main" id="{D63358E7-0213-9FB6-3B08-E3D4DDBCFFA3}"/>
              </a:ext>
            </a:extLst>
          </p:cNvPr>
          <p:cNvSpPr>
            <a:spLocks noGrp="1"/>
          </p:cNvSpPr>
          <p:nvPr>
            <p:ph type="subTitle" idx="1"/>
          </p:nvPr>
        </p:nvSpPr>
        <p:spPr>
          <a:xfrm>
            <a:off x="682580" y="2306171"/>
            <a:ext cx="7318420" cy="1633528"/>
          </a:xfrm>
        </p:spPr>
        <p:txBody>
          <a:bodyPr/>
          <a:lstStyle/>
          <a:p>
            <a:r>
              <a:rPr lang="en-US" dirty="0"/>
              <a:t>Implementing Network Services</a:t>
            </a:r>
          </a:p>
        </p:txBody>
      </p:sp>
      <p:sp>
        <p:nvSpPr>
          <p:cNvPr id="3" name="Slide Number Placeholder 2">
            <a:extLst>
              <a:ext uri="{FF2B5EF4-FFF2-40B4-BE49-F238E27FC236}">
                <a16:creationId xmlns:a16="http://schemas.microsoft.com/office/drawing/2014/main" id="{63AA65AA-24B4-A1BB-D493-0611313DD96B}"/>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a:t>
            </a:fld>
            <a:endParaRPr lang="en-US" dirty="0"/>
          </a:p>
        </p:txBody>
      </p:sp>
      <p:sp>
        <p:nvSpPr>
          <p:cNvPr id="8" name="Footer Placeholder 7">
            <a:extLst>
              <a:ext uri="{FF2B5EF4-FFF2-40B4-BE49-F238E27FC236}">
                <a16:creationId xmlns:a16="http://schemas.microsoft.com/office/drawing/2014/main" id="{97246462-42ED-3410-7307-FBC7813245B2}"/>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2847251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C18DF-222B-4060-1637-B7A41743E470}"/>
              </a:ext>
            </a:extLst>
          </p:cNvPr>
          <p:cNvSpPr>
            <a:spLocks noGrp="1" noChangeAspect="1"/>
          </p:cNvSpPr>
          <p:nvPr>
            <p:ph type="title"/>
          </p:nvPr>
        </p:nvSpPr>
        <p:spPr>
          <a:xfrm>
            <a:off x="628649" y="584942"/>
            <a:ext cx="7886699" cy="572790"/>
          </a:xfrm>
        </p:spPr>
        <p:txBody>
          <a:bodyPr>
            <a:normAutofit fontScale="90000"/>
          </a:bodyPr>
          <a:lstStyle/>
          <a:p>
            <a:r>
              <a:rPr lang="en-US" noProof="0" dirty="0"/>
              <a:t>Module Objectives</a:t>
            </a:r>
            <a:endParaRPr lang="en-US" dirty="0"/>
          </a:p>
        </p:txBody>
      </p:sp>
      <p:sp>
        <p:nvSpPr>
          <p:cNvPr id="3" name="Text Placeholder 2">
            <a:extLst>
              <a:ext uri="{FF2B5EF4-FFF2-40B4-BE49-F238E27FC236}">
                <a16:creationId xmlns:a16="http://schemas.microsoft.com/office/drawing/2014/main" id="{ED85CB01-734E-D1AF-CC68-1737ADEF8EEB}"/>
              </a:ext>
            </a:extLst>
          </p:cNvPr>
          <p:cNvSpPr>
            <a:spLocks noGrp="1" noChangeAspect="1"/>
          </p:cNvSpPr>
          <p:nvPr>
            <p:ph idx="1"/>
          </p:nvPr>
        </p:nvSpPr>
        <p:spPr>
          <a:xfrm>
            <a:off x="628650" y="1216369"/>
            <a:ext cx="7886700" cy="3325066"/>
          </a:xfrm>
        </p:spPr>
        <p:txBody>
          <a:bodyPr>
            <a:noAutofit/>
          </a:bodyPr>
          <a:lstStyle/>
          <a:p>
            <a:r>
              <a:rPr lang="en-US" dirty="0"/>
              <a:t>Compare and contrast transport protocols.</a:t>
            </a:r>
          </a:p>
          <a:p>
            <a:r>
              <a:rPr lang="en-US" dirty="0"/>
              <a:t>Use command line tools to scan network ports.</a:t>
            </a:r>
          </a:p>
          <a:p>
            <a:r>
              <a:rPr lang="en-US" dirty="0"/>
              <a:t>Explain the use of network addressing services.</a:t>
            </a:r>
          </a:p>
          <a:p>
            <a:r>
              <a:rPr lang="en-US" dirty="0"/>
              <a:t>Explain the use of name resolution services.</a:t>
            </a:r>
          </a:p>
          <a:p>
            <a:r>
              <a:rPr lang="en-US" dirty="0"/>
              <a:t>Configure and troubleshoot DHCP and DNS services.</a:t>
            </a:r>
          </a:p>
          <a:p>
            <a:endParaRPr lang="en-US" noProof="0" dirty="0"/>
          </a:p>
        </p:txBody>
      </p:sp>
      <p:sp>
        <p:nvSpPr>
          <p:cNvPr id="5" name="Slide Number Placeholder 4">
            <a:extLst>
              <a:ext uri="{FF2B5EF4-FFF2-40B4-BE49-F238E27FC236}">
                <a16:creationId xmlns:a16="http://schemas.microsoft.com/office/drawing/2014/main" id="{EF74A691-A9E4-FE3E-27C9-31E6E8F326CB}"/>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a:t>
            </a:fld>
            <a:endParaRPr lang="en-US" dirty="0"/>
          </a:p>
        </p:txBody>
      </p:sp>
      <p:sp>
        <p:nvSpPr>
          <p:cNvPr id="6" name="Footer Placeholder 5">
            <a:extLst>
              <a:ext uri="{FF2B5EF4-FFF2-40B4-BE49-F238E27FC236}">
                <a16:creationId xmlns:a16="http://schemas.microsoft.com/office/drawing/2014/main" id="{6801062E-232C-EB6B-D9C1-DAE4150ACC34}"/>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456784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6.1</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Transport &amp; Application Layer Protocols</a:t>
            </a:r>
          </a:p>
        </p:txBody>
      </p:sp>
      <p:sp>
        <p:nvSpPr>
          <p:cNvPr id="5" name="Slide Number Placeholder 4">
            <a:extLst>
              <a:ext uri="{FF2B5EF4-FFF2-40B4-BE49-F238E27FC236}">
                <a16:creationId xmlns:a16="http://schemas.microsoft.com/office/drawing/2014/main" id="{15D65F6A-69E9-6B95-8DB4-344EDF56E0C4}"/>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a:t>
            </a:fld>
            <a:endParaRPr lang="en-US" dirty="0"/>
          </a:p>
        </p:txBody>
      </p:sp>
      <p:sp>
        <p:nvSpPr>
          <p:cNvPr id="6" name="Footer Placeholder 5">
            <a:extLst>
              <a:ext uri="{FF2B5EF4-FFF2-40B4-BE49-F238E27FC236}">
                <a16:creationId xmlns:a16="http://schemas.microsoft.com/office/drawing/2014/main" id="{E3A6DF46-CFCB-09F7-9202-68F045C4D815}"/>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3015136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BC2F6-607F-D9C3-CB2D-3ADB142C9931}"/>
              </a:ext>
            </a:extLst>
          </p:cNvPr>
          <p:cNvSpPr>
            <a:spLocks noGrp="1"/>
          </p:cNvSpPr>
          <p:nvPr>
            <p:ph type="title"/>
          </p:nvPr>
        </p:nvSpPr>
        <p:spPr>
          <a:xfrm>
            <a:off x="628649" y="584942"/>
            <a:ext cx="7886699" cy="572790"/>
          </a:xfrm>
        </p:spPr>
        <p:txBody>
          <a:bodyPr>
            <a:normAutofit fontScale="90000"/>
          </a:bodyPr>
          <a:lstStyle/>
          <a:p>
            <a:r>
              <a:rPr lang="en-US" dirty="0"/>
              <a:t>Transport Layer</a:t>
            </a:r>
          </a:p>
        </p:txBody>
      </p:sp>
      <p:sp>
        <p:nvSpPr>
          <p:cNvPr id="3" name="Slide Number Placeholder 2">
            <a:extLst>
              <a:ext uri="{FF2B5EF4-FFF2-40B4-BE49-F238E27FC236}">
                <a16:creationId xmlns:a16="http://schemas.microsoft.com/office/drawing/2014/main" id="{AE21A3C8-6D9D-EFFA-D2EE-21C148C5D405}"/>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a:t>
            </a:fld>
            <a:endParaRPr lang="en-US" dirty="0"/>
          </a:p>
        </p:txBody>
      </p:sp>
      <p:sp>
        <p:nvSpPr>
          <p:cNvPr id="5" name="Footer Placeholder 4">
            <a:extLst>
              <a:ext uri="{FF2B5EF4-FFF2-40B4-BE49-F238E27FC236}">
                <a16:creationId xmlns:a16="http://schemas.microsoft.com/office/drawing/2014/main" id="{8BA97FDA-1174-6B8A-EE28-842437507B46}"/>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6" name="Diagram 5">
            <a:extLst>
              <a:ext uri="{FF2B5EF4-FFF2-40B4-BE49-F238E27FC236}">
                <a16:creationId xmlns:a16="http://schemas.microsoft.com/office/drawing/2014/main" id="{3414090F-E24F-2264-5F1F-93B7085DA347}"/>
              </a:ext>
            </a:extLst>
          </p:cNvPr>
          <p:cNvGraphicFramePr/>
          <p:nvPr>
            <p:extLst>
              <p:ext uri="{D42A27DB-BD31-4B8C-83A1-F6EECF244321}">
                <p14:modId xmlns:p14="http://schemas.microsoft.com/office/powerpoint/2010/main" val="2646375552"/>
              </p:ext>
            </p:extLst>
          </p:nvPr>
        </p:nvGraphicFramePr>
        <p:xfrm>
          <a:off x="1068981" y="1264213"/>
          <a:ext cx="1648322" cy="34275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Left Brace 6">
            <a:extLst>
              <a:ext uri="{FF2B5EF4-FFF2-40B4-BE49-F238E27FC236}">
                <a16:creationId xmlns:a16="http://schemas.microsoft.com/office/drawing/2014/main" id="{7EFAB5C0-9C51-5628-91C7-FF8AE8DEEB4D}"/>
              </a:ext>
            </a:extLst>
          </p:cNvPr>
          <p:cNvSpPr/>
          <p:nvPr/>
        </p:nvSpPr>
        <p:spPr>
          <a:xfrm rot="10800000">
            <a:off x="2769836" y="3304889"/>
            <a:ext cx="981223" cy="121807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48" dirty="0"/>
          </a:p>
        </p:txBody>
      </p:sp>
      <p:sp>
        <p:nvSpPr>
          <p:cNvPr id="8" name="Left Brace 7">
            <a:extLst>
              <a:ext uri="{FF2B5EF4-FFF2-40B4-BE49-F238E27FC236}">
                <a16:creationId xmlns:a16="http://schemas.microsoft.com/office/drawing/2014/main" id="{F1824F44-5E16-EFA1-8995-5E840AAB443F}"/>
              </a:ext>
            </a:extLst>
          </p:cNvPr>
          <p:cNvSpPr/>
          <p:nvPr/>
        </p:nvSpPr>
        <p:spPr>
          <a:xfrm rot="10800000">
            <a:off x="2769834" y="2778827"/>
            <a:ext cx="981224" cy="3983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48" dirty="0"/>
          </a:p>
        </p:txBody>
      </p:sp>
      <p:sp>
        <p:nvSpPr>
          <p:cNvPr id="9" name="TextBox 8">
            <a:extLst>
              <a:ext uri="{FF2B5EF4-FFF2-40B4-BE49-F238E27FC236}">
                <a16:creationId xmlns:a16="http://schemas.microsoft.com/office/drawing/2014/main" id="{E70BBA87-CF84-BF28-CE75-79DBA7A25C10}"/>
              </a:ext>
            </a:extLst>
          </p:cNvPr>
          <p:cNvSpPr txBox="1"/>
          <p:nvPr/>
        </p:nvSpPr>
        <p:spPr>
          <a:xfrm>
            <a:off x="4077309" y="2654459"/>
            <a:ext cx="3766998" cy="645733"/>
          </a:xfrm>
          <a:prstGeom prst="rect">
            <a:avLst/>
          </a:prstGeom>
          <a:solidFill>
            <a:schemeClr val="bg1">
              <a:lumMod val="95000"/>
            </a:schemeClr>
          </a:solidFill>
          <a:ln w="9525">
            <a:solidFill>
              <a:schemeClr val="bg1">
                <a:lumMod val="85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798" dirty="0">
                <a:solidFill>
                  <a:srgbClr val="20282F"/>
                </a:solidFill>
                <a:latin typeface="+mj-lt"/>
              </a:rPr>
              <a:t>Multiplexed application </a:t>
            </a:r>
            <a:br>
              <a:rPr lang="en-US" sz="1798" dirty="0">
                <a:solidFill>
                  <a:srgbClr val="20282F"/>
                </a:solidFill>
                <a:latin typeface="+mj-lt"/>
              </a:rPr>
            </a:br>
            <a:r>
              <a:rPr lang="en-US" sz="1798" dirty="0">
                <a:solidFill>
                  <a:srgbClr val="20282F"/>
                </a:solidFill>
                <a:latin typeface="+mj-lt"/>
              </a:rPr>
              <a:t>data delivery</a:t>
            </a:r>
          </a:p>
        </p:txBody>
      </p:sp>
      <p:sp>
        <p:nvSpPr>
          <p:cNvPr id="10" name="TextBox 9">
            <a:extLst>
              <a:ext uri="{FF2B5EF4-FFF2-40B4-BE49-F238E27FC236}">
                <a16:creationId xmlns:a16="http://schemas.microsoft.com/office/drawing/2014/main" id="{E88E54E8-197A-5CC2-F867-24B6F662CB1D}"/>
              </a:ext>
            </a:extLst>
          </p:cNvPr>
          <p:cNvSpPr txBox="1"/>
          <p:nvPr/>
        </p:nvSpPr>
        <p:spPr>
          <a:xfrm>
            <a:off x="4087819" y="3679194"/>
            <a:ext cx="3766998" cy="645733"/>
          </a:xfrm>
          <a:prstGeom prst="rect">
            <a:avLst/>
          </a:prstGeom>
          <a:solidFill>
            <a:schemeClr val="bg1">
              <a:lumMod val="95000"/>
            </a:schemeClr>
          </a:solidFill>
          <a:ln w="9525">
            <a:solidFill>
              <a:schemeClr val="bg1">
                <a:lumMod val="85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798" dirty="0">
                <a:solidFill>
                  <a:srgbClr val="20282F"/>
                </a:solidFill>
                <a:latin typeface="+mj-lt"/>
              </a:rPr>
              <a:t>Basic connectivity, </a:t>
            </a:r>
            <a:br>
              <a:rPr lang="en-US" sz="1798" dirty="0">
                <a:solidFill>
                  <a:srgbClr val="20282F"/>
                </a:solidFill>
                <a:latin typeface="+mj-lt"/>
              </a:rPr>
            </a:br>
            <a:r>
              <a:rPr lang="en-US" sz="1798" dirty="0">
                <a:solidFill>
                  <a:srgbClr val="20282F"/>
                </a:solidFill>
                <a:latin typeface="+mj-lt"/>
              </a:rPr>
              <a:t>address, and forwarding</a:t>
            </a:r>
          </a:p>
        </p:txBody>
      </p:sp>
    </p:spTree>
    <p:extLst>
      <p:ext uri="{BB962C8B-B14F-4D97-AF65-F5344CB8AC3E}">
        <p14:creationId xmlns:p14="http://schemas.microsoft.com/office/powerpoint/2010/main" val="225559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82B32A2-FAA9-3F8A-5D27-F03E355C0F22}"/>
              </a:ext>
            </a:extLst>
          </p:cNvPr>
          <p:cNvSpPr>
            <a:spLocks noGrp="1"/>
          </p:cNvSpPr>
          <p:nvPr>
            <p:ph type="title"/>
          </p:nvPr>
        </p:nvSpPr>
        <p:spPr/>
        <p:txBody>
          <a:bodyPr>
            <a:normAutofit fontScale="90000"/>
          </a:bodyPr>
          <a:lstStyle/>
          <a:p>
            <a:r>
              <a:rPr lang="en-US" dirty="0"/>
              <a:t>Common TCP and UDP Ports</a:t>
            </a:r>
          </a:p>
        </p:txBody>
      </p:sp>
      <p:sp>
        <p:nvSpPr>
          <p:cNvPr id="4" name="Slide Number Placeholder 3">
            <a:extLst>
              <a:ext uri="{FF2B5EF4-FFF2-40B4-BE49-F238E27FC236}">
                <a16:creationId xmlns:a16="http://schemas.microsoft.com/office/drawing/2014/main" id="{8FC35558-F43E-6D7B-17B1-C121B3CEEE85}"/>
              </a:ext>
            </a:extLst>
          </p:cNvPr>
          <p:cNvSpPr>
            <a:spLocks noGrp="1"/>
          </p:cNvSpPr>
          <p:nvPr>
            <p:ph type="sldNum" sz="quarter" idx="12"/>
          </p:nvPr>
        </p:nvSpPr>
        <p:spPr>
          <a:xfrm>
            <a:off x="6457949" y="4762849"/>
            <a:ext cx="2173401" cy="273590"/>
          </a:xfrm>
        </p:spPr>
        <p:txBody>
          <a:bodyPr/>
          <a:lstStyle/>
          <a:p>
            <a:pPr lvl="0"/>
            <a:fld id="{64537577-822C-42C9-B1FE-62AC5F07B59D}" type="slidenum">
              <a:rPr lang="en-US" noProof="0" smtClean="0"/>
              <a:pPr lvl="0"/>
              <a:t>5</a:t>
            </a:fld>
            <a:endParaRPr lang="en-US" noProof="0" dirty="0"/>
          </a:p>
        </p:txBody>
      </p:sp>
      <p:sp>
        <p:nvSpPr>
          <p:cNvPr id="5" name="Footer Placeholder 4">
            <a:extLst>
              <a:ext uri="{FF2B5EF4-FFF2-40B4-BE49-F238E27FC236}">
                <a16:creationId xmlns:a16="http://schemas.microsoft.com/office/drawing/2014/main" id="{4F6AF8EC-080F-11D5-C1D3-D7F7C395723A}"/>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9" name="Content Placeholder 8">
            <a:extLst>
              <a:ext uri="{FF2B5EF4-FFF2-40B4-BE49-F238E27FC236}">
                <a16:creationId xmlns:a16="http://schemas.microsoft.com/office/drawing/2014/main" id="{A6C0784B-BD2A-A37F-2FE3-2B95D064628E}"/>
              </a:ext>
            </a:extLst>
          </p:cNvPr>
          <p:cNvGraphicFramePr>
            <a:graphicFrameLocks noGrp="1"/>
          </p:cNvGraphicFramePr>
          <p:nvPr>
            <p:ph idx="1"/>
            <p:extLst>
              <p:ext uri="{D42A27DB-BD31-4B8C-83A1-F6EECF244321}">
                <p14:modId xmlns:p14="http://schemas.microsoft.com/office/powerpoint/2010/main" val="80118819"/>
              </p:ext>
            </p:extLst>
          </p:nvPr>
        </p:nvGraphicFramePr>
        <p:xfrm>
          <a:off x="628650" y="1216025"/>
          <a:ext cx="7619884" cy="3176143"/>
        </p:xfrm>
        <a:graphic>
          <a:graphicData uri="http://schemas.openxmlformats.org/drawingml/2006/table">
            <a:tbl>
              <a:tblPr bandRow="1">
                <a:tableStyleId>{5C22544A-7EE6-4342-B048-85BDC9FD1C3A}</a:tableStyleId>
              </a:tblPr>
              <a:tblGrid>
                <a:gridCol w="932864">
                  <a:extLst>
                    <a:ext uri="{9D8B030D-6E8A-4147-A177-3AD203B41FA5}">
                      <a16:colId xmlns:a16="http://schemas.microsoft.com/office/drawing/2014/main" val="502880202"/>
                    </a:ext>
                  </a:extLst>
                </a:gridCol>
                <a:gridCol w="1181686">
                  <a:extLst>
                    <a:ext uri="{9D8B030D-6E8A-4147-A177-3AD203B41FA5}">
                      <a16:colId xmlns:a16="http://schemas.microsoft.com/office/drawing/2014/main" val="2830117744"/>
                    </a:ext>
                  </a:extLst>
                </a:gridCol>
                <a:gridCol w="1533378">
                  <a:extLst>
                    <a:ext uri="{9D8B030D-6E8A-4147-A177-3AD203B41FA5}">
                      <a16:colId xmlns:a16="http://schemas.microsoft.com/office/drawing/2014/main" val="559703130"/>
                    </a:ext>
                  </a:extLst>
                </a:gridCol>
                <a:gridCol w="3971956">
                  <a:extLst>
                    <a:ext uri="{9D8B030D-6E8A-4147-A177-3AD203B41FA5}">
                      <a16:colId xmlns:a16="http://schemas.microsoft.com/office/drawing/2014/main" val="3761579427"/>
                    </a:ext>
                  </a:extLst>
                </a:gridCol>
              </a:tblGrid>
              <a:tr h="0">
                <a:tc>
                  <a:txBody>
                    <a:bodyPr/>
                    <a:lstStyle/>
                    <a:p>
                      <a:pPr algn="l"/>
                      <a:r>
                        <a:rPr lang="en-US" dirty="0">
                          <a:solidFill>
                            <a:schemeClr val="bg1"/>
                          </a:solidFill>
                          <a:effectLst/>
                        </a:rPr>
                        <a:t>Port Number</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solidFill>
                  </a:tcPr>
                </a:tc>
                <a:tc>
                  <a:txBody>
                    <a:bodyPr/>
                    <a:lstStyle/>
                    <a:p>
                      <a:pPr algn="l"/>
                      <a:r>
                        <a:rPr lang="en-US" dirty="0">
                          <a:solidFill>
                            <a:schemeClr val="bg1"/>
                          </a:solidFill>
                          <a:effectLst/>
                        </a:rPr>
                        <a:t>Transport Protocol</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solidFill>
                  </a:tcPr>
                </a:tc>
                <a:tc>
                  <a:txBody>
                    <a:bodyPr/>
                    <a:lstStyle/>
                    <a:p>
                      <a:pPr algn="l"/>
                      <a:r>
                        <a:rPr lang="en-US" dirty="0">
                          <a:solidFill>
                            <a:schemeClr val="bg1"/>
                          </a:solidFill>
                          <a:effectLst/>
                        </a:rPr>
                        <a:t>Service or Application</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solidFill>
                  </a:tcPr>
                </a:tc>
                <a:tc>
                  <a:txBody>
                    <a:bodyPr/>
                    <a:lstStyle/>
                    <a:p>
                      <a:pPr algn="l"/>
                      <a:r>
                        <a:rPr lang="en-US" dirty="0">
                          <a:solidFill>
                            <a:schemeClr val="bg1"/>
                          </a:solidFill>
                          <a:effectLst/>
                        </a:rPr>
                        <a:t>Description</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254046851"/>
                  </a:ext>
                </a:extLst>
              </a:tr>
              <a:tr h="0">
                <a:tc>
                  <a:txBody>
                    <a:bodyPr/>
                    <a:lstStyle/>
                    <a:p>
                      <a:pPr fontAlgn="t"/>
                      <a:r>
                        <a:rPr lang="en-US" dirty="0">
                          <a:solidFill>
                            <a:srgbClr val="20282F"/>
                          </a:solidFill>
                          <a:effectLst/>
                        </a:rPr>
                        <a:t>20</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ftp-data</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File Transfer Protocol—Data</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81367466"/>
                  </a:ext>
                </a:extLst>
              </a:tr>
              <a:tr h="0">
                <a:tc>
                  <a:txBody>
                    <a:bodyPr/>
                    <a:lstStyle/>
                    <a:p>
                      <a:pPr fontAlgn="t"/>
                      <a:r>
                        <a:rPr lang="en-US" dirty="0">
                          <a:solidFill>
                            <a:srgbClr val="20282F"/>
                          </a:solidFill>
                          <a:effectLst/>
                        </a:rPr>
                        <a:t>21</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ftp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File Transfer Protocol—Control</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33717979"/>
                  </a:ext>
                </a:extLst>
              </a:tr>
              <a:tr h="0">
                <a:tc>
                  <a:txBody>
                    <a:bodyPr/>
                    <a:lstStyle/>
                    <a:p>
                      <a:pPr fontAlgn="t"/>
                      <a:r>
                        <a:rPr lang="en-US" dirty="0">
                          <a:solidFill>
                            <a:srgbClr val="20282F"/>
                          </a:solidFill>
                          <a:effectLst/>
                        </a:rPr>
                        <a:t>22</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ssh/sftp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Secure Shell/FTP over SSH</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75610809"/>
                  </a:ext>
                </a:extLst>
              </a:tr>
              <a:tr h="0">
                <a:tc>
                  <a:txBody>
                    <a:bodyPr/>
                    <a:lstStyle/>
                    <a:p>
                      <a:pPr fontAlgn="t"/>
                      <a:r>
                        <a:rPr lang="en-US" dirty="0">
                          <a:solidFill>
                            <a:srgbClr val="20282F"/>
                          </a:solidFill>
                          <a:effectLst/>
                        </a:rPr>
                        <a:t>23</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telnet</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Telnet</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36952168"/>
                  </a:ext>
                </a:extLst>
              </a:tr>
              <a:tr h="0">
                <a:tc>
                  <a:txBody>
                    <a:bodyPr/>
                    <a:lstStyle/>
                    <a:p>
                      <a:pPr fontAlgn="t"/>
                      <a:r>
                        <a:rPr lang="en-US" dirty="0">
                          <a:solidFill>
                            <a:srgbClr val="20282F"/>
                          </a:solidFill>
                          <a:effectLst/>
                        </a:rPr>
                        <a:t>25</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smtp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Simple Mail Transfer Protocol</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62290881"/>
                  </a:ext>
                </a:extLst>
              </a:tr>
              <a:tr h="0">
                <a:tc>
                  <a:txBody>
                    <a:bodyPr/>
                    <a:lstStyle/>
                    <a:p>
                      <a:pPr fontAlgn="t"/>
                      <a:r>
                        <a:rPr lang="en-US" dirty="0">
                          <a:solidFill>
                            <a:srgbClr val="20282F"/>
                          </a:solidFill>
                          <a:effectLst/>
                        </a:rPr>
                        <a:t>53</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TCP/UDP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domain</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Domain Name System</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51430382"/>
                  </a:ext>
                </a:extLst>
              </a:tr>
              <a:tr h="0">
                <a:tc>
                  <a:txBody>
                    <a:bodyPr/>
                    <a:lstStyle/>
                    <a:p>
                      <a:pPr fontAlgn="t"/>
                      <a:r>
                        <a:rPr lang="en-US" dirty="0">
                          <a:solidFill>
                            <a:srgbClr val="20282F"/>
                          </a:solidFill>
                          <a:effectLst/>
                        </a:rPr>
                        <a:t>67</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UDP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bootps</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BOOTP/DHCP Server</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22083715"/>
                  </a:ext>
                </a:extLst>
              </a:tr>
              <a:tr h="0">
                <a:tc>
                  <a:txBody>
                    <a:bodyPr/>
                    <a:lstStyle/>
                    <a:p>
                      <a:pPr fontAlgn="t"/>
                      <a:r>
                        <a:rPr lang="en-US" dirty="0">
                          <a:solidFill>
                            <a:srgbClr val="20282F"/>
                          </a:solidFill>
                          <a:effectLst/>
                        </a:rPr>
                        <a:t>68</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UDP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bootpc</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BOOTP/DHCP Client</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87026194"/>
                  </a:ext>
                </a:extLst>
              </a:tr>
              <a:tr h="0">
                <a:tc>
                  <a:txBody>
                    <a:bodyPr/>
                    <a:lstStyle/>
                    <a:p>
                      <a:pPr fontAlgn="t"/>
                      <a:r>
                        <a:rPr lang="en-US" dirty="0">
                          <a:solidFill>
                            <a:srgbClr val="20282F"/>
                          </a:solidFill>
                          <a:effectLst/>
                        </a:rPr>
                        <a:t>69</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UDP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tftp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Trivial File Transfer Protocol</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40632246"/>
                  </a:ext>
                </a:extLst>
              </a:tr>
            </a:tbl>
          </a:graphicData>
        </a:graphic>
      </p:graphicFrame>
    </p:spTree>
    <p:extLst>
      <p:ext uri="{BB962C8B-B14F-4D97-AF65-F5344CB8AC3E}">
        <p14:creationId xmlns:p14="http://schemas.microsoft.com/office/powerpoint/2010/main" val="2088104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82B32A2-FAA9-3F8A-5D27-F03E355C0F22}"/>
              </a:ext>
            </a:extLst>
          </p:cNvPr>
          <p:cNvSpPr>
            <a:spLocks noGrp="1"/>
          </p:cNvSpPr>
          <p:nvPr>
            <p:ph type="title"/>
          </p:nvPr>
        </p:nvSpPr>
        <p:spPr/>
        <p:txBody>
          <a:bodyPr>
            <a:normAutofit fontScale="90000"/>
          </a:bodyPr>
          <a:lstStyle/>
          <a:p>
            <a:r>
              <a:rPr lang="en-US" dirty="0"/>
              <a:t>Common TCP and UDP Ports</a:t>
            </a:r>
          </a:p>
        </p:txBody>
      </p:sp>
      <p:sp>
        <p:nvSpPr>
          <p:cNvPr id="4" name="Slide Number Placeholder 3">
            <a:extLst>
              <a:ext uri="{FF2B5EF4-FFF2-40B4-BE49-F238E27FC236}">
                <a16:creationId xmlns:a16="http://schemas.microsoft.com/office/drawing/2014/main" id="{8FC35558-F43E-6D7B-17B1-C121B3CEEE85}"/>
              </a:ext>
            </a:extLst>
          </p:cNvPr>
          <p:cNvSpPr>
            <a:spLocks noGrp="1"/>
          </p:cNvSpPr>
          <p:nvPr>
            <p:ph type="sldNum" sz="quarter" idx="12"/>
          </p:nvPr>
        </p:nvSpPr>
        <p:spPr>
          <a:xfrm>
            <a:off x="6457949" y="4762849"/>
            <a:ext cx="2173401" cy="273590"/>
          </a:xfrm>
        </p:spPr>
        <p:txBody>
          <a:bodyPr/>
          <a:lstStyle/>
          <a:p>
            <a:pPr lvl="0"/>
            <a:fld id="{64537577-822C-42C9-B1FE-62AC5F07B59D}" type="slidenum">
              <a:rPr lang="en-US" noProof="0" smtClean="0"/>
              <a:pPr lvl="0"/>
              <a:t>6</a:t>
            </a:fld>
            <a:endParaRPr lang="en-US" noProof="0" dirty="0"/>
          </a:p>
        </p:txBody>
      </p:sp>
      <p:sp>
        <p:nvSpPr>
          <p:cNvPr id="5" name="Footer Placeholder 4">
            <a:extLst>
              <a:ext uri="{FF2B5EF4-FFF2-40B4-BE49-F238E27FC236}">
                <a16:creationId xmlns:a16="http://schemas.microsoft.com/office/drawing/2014/main" id="{4F6AF8EC-080F-11D5-C1D3-D7F7C395723A}"/>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9" name="Content Placeholder 8">
            <a:extLst>
              <a:ext uri="{FF2B5EF4-FFF2-40B4-BE49-F238E27FC236}">
                <a16:creationId xmlns:a16="http://schemas.microsoft.com/office/drawing/2014/main" id="{A6C0784B-BD2A-A37F-2FE3-2B95D064628E}"/>
              </a:ext>
            </a:extLst>
          </p:cNvPr>
          <p:cNvGraphicFramePr>
            <a:graphicFrameLocks noGrp="1"/>
          </p:cNvGraphicFramePr>
          <p:nvPr>
            <p:ph idx="1"/>
            <p:extLst>
              <p:ext uri="{D42A27DB-BD31-4B8C-83A1-F6EECF244321}">
                <p14:modId xmlns:p14="http://schemas.microsoft.com/office/powerpoint/2010/main" val="2879217741"/>
              </p:ext>
            </p:extLst>
          </p:nvPr>
        </p:nvGraphicFramePr>
        <p:xfrm>
          <a:off x="628650" y="1216025"/>
          <a:ext cx="7619884" cy="3381756"/>
        </p:xfrm>
        <a:graphic>
          <a:graphicData uri="http://schemas.openxmlformats.org/drawingml/2006/table">
            <a:tbl>
              <a:tblPr bandRow="1">
                <a:tableStyleId>{5C22544A-7EE6-4342-B048-85BDC9FD1C3A}</a:tableStyleId>
              </a:tblPr>
              <a:tblGrid>
                <a:gridCol w="932864">
                  <a:extLst>
                    <a:ext uri="{9D8B030D-6E8A-4147-A177-3AD203B41FA5}">
                      <a16:colId xmlns:a16="http://schemas.microsoft.com/office/drawing/2014/main" val="502880202"/>
                    </a:ext>
                  </a:extLst>
                </a:gridCol>
                <a:gridCol w="1181686">
                  <a:extLst>
                    <a:ext uri="{9D8B030D-6E8A-4147-A177-3AD203B41FA5}">
                      <a16:colId xmlns:a16="http://schemas.microsoft.com/office/drawing/2014/main" val="2830117744"/>
                    </a:ext>
                  </a:extLst>
                </a:gridCol>
                <a:gridCol w="1533378">
                  <a:extLst>
                    <a:ext uri="{9D8B030D-6E8A-4147-A177-3AD203B41FA5}">
                      <a16:colId xmlns:a16="http://schemas.microsoft.com/office/drawing/2014/main" val="559703130"/>
                    </a:ext>
                  </a:extLst>
                </a:gridCol>
                <a:gridCol w="3971956">
                  <a:extLst>
                    <a:ext uri="{9D8B030D-6E8A-4147-A177-3AD203B41FA5}">
                      <a16:colId xmlns:a16="http://schemas.microsoft.com/office/drawing/2014/main" val="3761579427"/>
                    </a:ext>
                  </a:extLst>
                </a:gridCol>
              </a:tblGrid>
              <a:tr h="0">
                <a:tc>
                  <a:txBody>
                    <a:bodyPr/>
                    <a:lstStyle/>
                    <a:p>
                      <a:pPr algn="l"/>
                      <a:r>
                        <a:rPr lang="en-US" dirty="0">
                          <a:solidFill>
                            <a:schemeClr val="bg1"/>
                          </a:solidFill>
                          <a:effectLst/>
                        </a:rPr>
                        <a:t>Port Number</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solidFill>
                  </a:tcPr>
                </a:tc>
                <a:tc>
                  <a:txBody>
                    <a:bodyPr/>
                    <a:lstStyle/>
                    <a:p>
                      <a:pPr algn="l"/>
                      <a:r>
                        <a:rPr lang="en-US" dirty="0">
                          <a:solidFill>
                            <a:schemeClr val="bg1"/>
                          </a:solidFill>
                          <a:effectLst/>
                        </a:rPr>
                        <a:t>Transport Protocol</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solidFill>
                  </a:tcPr>
                </a:tc>
                <a:tc>
                  <a:txBody>
                    <a:bodyPr/>
                    <a:lstStyle/>
                    <a:p>
                      <a:pPr algn="l"/>
                      <a:r>
                        <a:rPr lang="en-US" dirty="0">
                          <a:solidFill>
                            <a:schemeClr val="bg1"/>
                          </a:solidFill>
                          <a:effectLst/>
                        </a:rPr>
                        <a:t>Service or Application</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solidFill>
                  </a:tcPr>
                </a:tc>
                <a:tc>
                  <a:txBody>
                    <a:bodyPr/>
                    <a:lstStyle/>
                    <a:p>
                      <a:pPr algn="l"/>
                      <a:r>
                        <a:rPr lang="en-US" dirty="0">
                          <a:solidFill>
                            <a:schemeClr val="bg1"/>
                          </a:solidFill>
                          <a:effectLst/>
                        </a:rPr>
                        <a:t>Description</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254046851"/>
                  </a:ext>
                </a:extLst>
              </a:tr>
              <a:tr h="0">
                <a:tc>
                  <a:txBody>
                    <a:bodyPr/>
                    <a:lstStyle/>
                    <a:p>
                      <a:pPr fontAlgn="t"/>
                      <a:r>
                        <a:rPr lang="en-US" dirty="0">
                          <a:solidFill>
                            <a:srgbClr val="20282F"/>
                          </a:solidFill>
                          <a:effectLst/>
                        </a:rPr>
                        <a:t>80</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http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HTTP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1935829"/>
                  </a:ext>
                </a:extLst>
              </a:tr>
              <a:tr h="0">
                <a:tc>
                  <a:txBody>
                    <a:bodyPr/>
                    <a:lstStyle/>
                    <a:p>
                      <a:pPr fontAlgn="t"/>
                      <a:r>
                        <a:rPr lang="en-US" dirty="0">
                          <a:solidFill>
                            <a:srgbClr val="20282F"/>
                          </a:solidFill>
                          <a:effectLst/>
                        </a:rPr>
                        <a:t>110</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pop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Post Office Protocol</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02658557"/>
                  </a:ext>
                </a:extLst>
              </a:tr>
              <a:tr h="0">
                <a:tc>
                  <a:txBody>
                    <a:bodyPr/>
                    <a:lstStyle/>
                    <a:p>
                      <a:pPr fontAlgn="t"/>
                      <a:r>
                        <a:rPr lang="en-US" dirty="0">
                          <a:solidFill>
                            <a:srgbClr val="20282F"/>
                          </a:solidFill>
                          <a:effectLst/>
                        </a:rPr>
                        <a:t>123</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UDP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ntp/sntp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Network Time Protocol/Simple NTP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91441589"/>
                  </a:ext>
                </a:extLst>
              </a:tr>
              <a:tr h="0">
                <a:tc>
                  <a:txBody>
                    <a:bodyPr/>
                    <a:lstStyle/>
                    <a:p>
                      <a:pPr fontAlgn="t"/>
                      <a:r>
                        <a:rPr lang="en-US" dirty="0">
                          <a:solidFill>
                            <a:srgbClr val="20282F"/>
                          </a:solidFill>
                          <a:effectLst/>
                        </a:rPr>
                        <a:t>143</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imap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Internet Message Access Protocol</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55747742"/>
                  </a:ext>
                </a:extLst>
              </a:tr>
              <a:tr h="0">
                <a:tc>
                  <a:txBody>
                    <a:bodyPr/>
                    <a:lstStyle/>
                    <a:p>
                      <a:pPr fontAlgn="t"/>
                      <a:r>
                        <a:rPr lang="en-US" dirty="0">
                          <a:solidFill>
                            <a:srgbClr val="20282F"/>
                          </a:solidFill>
                          <a:effectLst/>
                        </a:rPr>
                        <a:t>161</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UDP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snmp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Simple Network Management Protocol</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75277842"/>
                  </a:ext>
                </a:extLst>
              </a:tr>
              <a:tr h="0">
                <a:tc>
                  <a:txBody>
                    <a:bodyPr/>
                    <a:lstStyle/>
                    <a:p>
                      <a:pPr fontAlgn="t"/>
                      <a:r>
                        <a:rPr lang="en-US" dirty="0">
                          <a:solidFill>
                            <a:srgbClr val="20282F"/>
                          </a:solidFill>
                          <a:effectLst/>
                        </a:rPr>
                        <a:t>162</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UDP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snmp-trap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Simple Network Management Protocol Trap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07484251"/>
                  </a:ext>
                </a:extLst>
              </a:tr>
              <a:tr h="0">
                <a:tc>
                  <a:txBody>
                    <a:bodyPr/>
                    <a:lstStyle/>
                    <a:p>
                      <a:pPr fontAlgn="t"/>
                      <a:r>
                        <a:rPr lang="en-US" dirty="0">
                          <a:solidFill>
                            <a:srgbClr val="20282F"/>
                          </a:solidFill>
                          <a:effectLst/>
                        </a:rPr>
                        <a:t>389</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TCP/UDP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ldap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Lightweight Directory Access Protocol</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16047522"/>
                  </a:ext>
                </a:extLst>
              </a:tr>
              <a:tr h="0">
                <a:tc>
                  <a:txBody>
                    <a:bodyPr/>
                    <a:lstStyle/>
                    <a:p>
                      <a:pPr fontAlgn="t"/>
                      <a:r>
                        <a:rPr lang="en-US" dirty="0">
                          <a:solidFill>
                            <a:srgbClr val="20282F"/>
                          </a:solidFill>
                          <a:effectLst/>
                        </a:rPr>
                        <a:t>443</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https</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HTTP-Secure (Secure Sockets Layer (SSL)/Transport Layer Security (TLS)</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51574180"/>
                  </a:ext>
                </a:extLst>
              </a:tr>
              <a:tr h="0">
                <a:tc>
                  <a:txBody>
                    <a:bodyPr/>
                    <a:lstStyle/>
                    <a:p>
                      <a:pPr fontAlgn="t"/>
                      <a:r>
                        <a:rPr lang="en-US" dirty="0">
                          <a:solidFill>
                            <a:srgbClr val="20282F"/>
                          </a:solidFill>
                          <a:effectLst/>
                        </a:rPr>
                        <a:t>445</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smb</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Server Message Block over TCP/IP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87572514"/>
                  </a:ext>
                </a:extLst>
              </a:tr>
            </a:tbl>
          </a:graphicData>
        </a:graphic>
      </p:graphicFrame>
    </p:spTree>
    <p:extLst>
      <p:ext uri="{BB962C8B-B14F-4D97-AF65-F5344CB8AC3E}">
        <p14:creationId xmlns:p14="http://schemas.microsoft.com/office/powerpoint/2010/main" val="3477515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82B32A2-FAA9-3F8A-5D27-F03E355C0F22}"/>
              </a:ext>
            </a:extLst>
          </p:cNvPr>
          <p:cNvSpPr>
            <a:spLocks noGrp="1"/>
          </p:cNvSpPr>
          <p:nvPr>
            <p:ph type="title"/>
          </p:nvPr>
        </p:nvSpPr>
        <p:spPr/>
        <p:txBody>
          <a:bodyPr>
            <a:normAutofit fontScale="90000"/>
          </a:bodyPr>
          <a:lstStyle/>
          <a:p>
            <a:r>
              <a:rPr lang="en-US" dirty="0"/>
              <a:t>Common TCP and UDP Ports</a:t>
            </a:r>
          </a:p>
        </p:txBody>
      </p:sp>
      <p:sp>
        <p:nvSpPr>
          <p:cNvPr id="4" name="Slide Number Placeholder 3">
            <a:extLst>
              <a:ext uri="{FF2B5EF4-FFF2-40B4-BE49-F238E27FC236}">
                <a16:creationId xmlns:a16="http://schemas.microsoft.com/office/drawing/2014/main" id="{8FC35558-F43E-6D7B-17B1-C121B3CEEE85}"/>
              </a:ext>
            </a:extLst>
          </p:cNvPr>
          <p:cNvSpPr>
            <a:spLocks noGrp="1"/>
          </p:cNvSpPr>
          <p:nvPr>
            <p:ph type="sldNum" sz="quarter" idx="12"/>
          </p:nvPr>
        </p:nvSpPr>
        <p:spPr>
          <a:xfrm>
            <a:off x="6457949" y="4762849"/>
            <a:ext cx="2173401" cy="273590"/>
          </a:xfrm>
        </p:spPr>
        <p:txBody>
          <a:bodyPr/>
          <a:lstStyle/>
          <a:p>
            <a:pPr lvl="0"/>
            <a:fld id="{64537577-822C-42C9-B1FE-62AC5F07B59D}" type="slidenum">
              <a:rPr lang="en-US" noProof="0" smtClean="0"/>
              <a:pPr lvl="0"/>
              <a:t>7</a:t>
            </a:fld>
            <a:endParaRPr lang="en-US" noProof="0" dirty="0"/>
          </a:p>
        </p:txBody>
      </p:sp>
      <p:sp>
        <p:nvSpPr>
          <p:cNvPr id="5" name="Footer Placeholder 4">
            <a:extLst>
              <a:ext uri="{FF2B5EF4-FFF2-40B4-BE49-F238E27FC236}">
                <a16:creationId xmlns:a16="http://schemas.microsoft.com/office/drawing/2014/main" id="{4F6AF8EC-080F-11D5-C1D3-D7F7C395723A}"/>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9" name="Content Placeholder 8">
            <a:extLst>
              <a:ext uri="{FF2B5EF4-FFF2-40B4-BE49-F238E27FC236}">
                <a16:creationId xmlns:a16="http://schemas.microsoft.com/office/drawing/2014/main" id="{A6C0784B-BD2A-A37F-2FE3-2B95D064628E}"/>
              </a:ext>
            </a:extLst>
          </p:cNvPr>
          <p:cNvGraphicFramePr>
            <a:graphicFrameLocks noGrp="1"/>
          </p:cNvGraphicFramePr>
          <p:nvPr>
            <p:ph idx="1"/>
            <p:extLst>
              <p:ext uri="{D42A27DB-BD31-4B8C-83A1-F6EECF244321}">
                <p14:modId xmlns:p14="http://schemas.microsoft.com/office/powerpoint/2010/main" val="2259159209"/>
              </p:ext>
            </p:extLst>
          </p:nvPr>
        </p:nvGraphicFramePr>
        <p:xfrm>
          <a:off x="628650" y="1216025"/>
          <a:ext cx="7619884" cy="3176143"/>
        </p:xfrm>
        <a:graphic>
          <a:graphicData uri="http://schemas.openxmlformats.org/drawingml/2006/table">
            <a:tbl>
              <a:tblPr bandRow="1">
                <a:tableStyleId>{5C22544A-7EE6-4342-B048-85BDC9FD1C3A}</a:tableStyleId>
              </a:tblPr>
              <a:tblGrid>
                <a:gridCol w="932864">
                  <a:extLst>
                    <a:ext uri="{9D8B030D-6E8A-4147-A177-3AD203B41FA5}">
                      <a16:colId xmlns:a16="http://schemas.microsoft.com/office/drawing/2014/main" val="502880202"/>
                    </a:ext>
                  </a:extLst>
                </a:gridCol>
                <a:gridCol w="1181686">
                  <a:extLst>
                    <a:ext uri="{9D8B030D-6E8A-4147-A177-3AD203B41FA5}">
                      <a16:colId xmlns:a16="http://schemas.microsoft.com/office/drawing/2014/main" val="2830117744"/>
                    </a:ext>
                  </a:extLst>
                </a:gridCol>
                <a:gridCol w="1533378">
                  <a:extLst>
                    <a:ext uri="{9D8B030D-6E8A-4147-A177-3AD203B41FA5}">
                      <a16:colId xmlns:a16="http://schemas.microsoft.com/office/drawing/2014/main" val="559703130"/>
                    </a:ext>
                  </a:extLst>
                </a:gridCol>
                <a:gridCol w="3971956">
                  <a:extLst>
                    <a:ext uri="{9D8B030D-6E8A-4147-A177-3AD203B41FA5}">
                      <a16:colId xmlns:a16="http://schemas.microsoft.com/office/drawing/2014/main" val="3761579427"/>
                    </a:ext>
                  </a:extLst>
                </a:gridCol>
              </a:tblGrid>
              <a:tr h="0">
                <a:tc>
                  <a:txBody>
                    <a:bodyPr/>
                    <a:lstStyle/>
                    <a:p>
                      <a:pPr algn="l"/>
                      <a:r>
                        <a:rPr lang="en-US" dirty="0">
                          <a:solidFill>
                            <a:schemeClr val="bg1"/>
                          </a:solidFill>
                          <a:effectLst/>
                        </a:rPr>
                        <a:t>Port Number</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solidFill>
                  </a:tcPr>
                </a:tc>
                <a:tc>
                  <a:txBody>
                    <a:bodyPr/>
                    <a:lstStyle/>
                    <a:p>
                      <a:pPr algn="l"/>
                      <a:r>
                        <a:rPr lang="en-US" dirty="0">
                          <a:solidFill>
                            <a:schemeClr val="bg1"/>
                          </a:solidFill>
                          <a:effectLst/>
                        </a:rPr>
                        <a:t>Transport Protocol</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solidFill>
                  </a:tcPr>
                </a:tc>
                <a:tc>
                  <a:txBody>
                    <a:bodyPr/>
                    <a:lstStyle/>
                    <a:p>
                      <a:pPr algn="l"/>
                      <a:r>
                        <a:rPr lang="en-US" dirty="0">
                          <a:solidFill>
                            <a:schemeClr val="bg1"/>
                          </a:solidFill>
                          <a:effectLst/>
                        </a:rPr>
                        <a:t>Service or Application</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solidFill>
                  </a:tcPr>
                </a:tc>
                <a:tc>
                  <a:txBody>
                    <a:bodyPr/>
                    <a:lstStyle/>
                    <a:p>
                      <a:pPr algn="l"/>
                      <a:r>
                        <a:rPr lang="en-US" dirty="0">
                          <a:solidFill>
                            <a:schemeClr val="bg1"/>
                          </a:solidFill>
                          <a:effectLst/>
                        </a:rPr>
                        <a:t>Description</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254046851"/>
                  </a:ext>
                </a:extLst>
              </a:tr>
              <a:tr h="0">
                <a:tc>
                  <a:txBody>
                    <a:bodyPr/>
                    <a:lstStyle/>
                    <a:p>
                      <a:pPr fontAlgn="t"/>
                      <a:r>
                        <a:rPr lang="en-US" dirty="0">
                          <a:solidFill>
                            <a:srgbClr val="20282F"/>
                          </a:solidFill>
                          <a:effectLst/>
                        </a:rPr>
                        <a:t>514</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UDP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syslog</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Syslog</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05510589"/>
                  </a:ext>
                </a:extLst>
              </a:tr>
              <a:tr h="0">
                <a:tc>
                  <a:txBody>
                    <a:bodyPr/>
                    <a:lstStyle/>
                    <a:p>
                      <a:pPr fontAlgn="t"/>
                      <a:r>
                        <a:rPr lang="en-US" dirty="0">
                          <a:solidFill>
                            <a:srgbClr val="20282F"/>
                          </a:solidFill>
                          <a:effectLst/>
                        </a:rPr>
                        <a:t>546</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UDP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dhcpv6-client</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DHCPv6 Client</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05019994"/>
                  </a:ext>
                </a:extLst>
              </a:tr>
              <a:tr h="0">
                <a:tc>
                  <a:txBody>
                    <a:bodyPr/>
                    <a:lstStyle/>
                    <a:p>
                      <a:pPr fontAlgn="t"/>
                      <a:r>
                        <a:rPr lang="en-US" dirty="0">
                          <a:solidFill>
                            <a:srgbClr val="20282F"/>
                          </a:solidFill>
                          <a:effectLst/>
                        </a:rPr>
                        <a:t>547</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dhcpv6-server</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DHCPv6 Server</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80860792"/>
                  </a:ext>
                </a:extLst>
              </a:tr>
              <a:tr h="0">
                <a:tc>
                  <a:txBody>
                    <a:bodyPr/>
                    <a:lstStyle/>
                    <a:p>
                      <a:pPr fontAlgn="t"/>
                      <a:r>
                        <a:rPr lang="en-US" dirty="0">
                          <a:solidFill>
                            <a:srgbClr val="20282F"/>
                          </a:solidFill>
                          <a:effectLst/>
                        </a:rPr>
                        <a:t>587</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smtps</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SMTP-Secure</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90436038"/>
                  </a:ext>
                </a:extLst>
              </a:tr>
              <a:tr h="0">
                <a:tc>
                  <a:txBody>
                    <a:bodyPr/>
                    <a:lstStyle/>
                    <a:p>
                      <a:pPr fontAlgn="t"/>
                      <a:r>
                        <a:rPr lang="en-US" dirty="0">
                          <a:solidFill>
                            <a:srgbClr val="20282F"/>
                          </a:solidFill>
                          <a:effectLst/>
                        </a:rPr>
                        <a:t>636</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ldaps</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LDAP-Secure</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0346857"/>
                  </a:ext>
                </a:extLst>
              </a:tr>
              <a:tr h="0">
                <a:tc>
                  <a:txBody>
                    <a:bodyPr/>
                    <a:lstStyle/>
                    <a:p>
                      <a:pPr fontAlgn="t"/>
                      <a:r>
                        <a:rPr lang="en-US" dirty="0">
                          <a:solidFill>
                            <a:srgbClr val="20282F"/>
                          </a:solidFill>
                          <a:effectLst/>
                        </a:rPr>
                        <a:t>993</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imaps</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IMAP-Secure</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14883561"/>
                  </a:ext>
                </a:extLst>
              </a:tr>
              <a:tr h="0">
                <a:tc>
                  <a:txBody>
                    <a:bodyPr/>
                    <a:lstStyle/>
                    <a:p>
                      <a:pPr fontAlgn="t"/>
                      <a:r>
                        <a:rPr lang="en-US" dirty="0">
                          <a:solidFill>
                            <a:srgbClr val="20282F"/>
                          </a:solidFill>
                          <a:effectLst/>
                        </a:rPr>
                        <a:t>995</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pop3s</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POP3-Secure</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17621521"/>
                  </a:ext>
                </a:extLst>
              </a:tr>
              <a:tr h="0">
                <a:tc>
                  <a:txBody>
                    <a:bodyPr/>
                    <a:lstStyle/>
                    <a:p>
                      <a:pPr fontAlgn="t"/>
                      <a:r>
                        <a:rPr lang="en-US" dirty="0">
                          <a:solidFill>
                            <a:srgbClr val="20282F"/>
                          </a:solidFill>
                          <a:effectLst/>
                        </a:rPr>
                        <a:t>1433</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sql-server</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MS Structured Query Language (SQL) Server</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56128861"/>
                  </a:ext>
                </a:extLst>
              </a:tr>
              <a:tr h="0">
                <a:tc>
                  <a:txBody>
                    <a:bodyPr/>
                    <a:lstStyle/>
                    <a:p>
                      <a:pPr fontAlgn="t"/>
                      <a:r>
                        <a:rPr lang="en-US" dirty="0">
                          <a:solidFill>
                            <a:srgbClr val="20282F"/>
                          </a:solidFill>
                          <a:effectLst/>
                        </a:rPr>
                        <a:t>1521</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sqlnet</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Oracle SQL*Net</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82142851"/>
                  </a:ext>
                </a:extLst>
              </a:tr>
            </a:tbl>
          </a:graphicData>
        </a:graphic>
      </p:graphicFrame>
    </p:spTree>
    <p:extLst>
      <p:ext uri="{BB962C8B-B14F-4D97-AF65-F5344CB8AC3E}">
        <p14:creationId xmlns:p14="http://schemas.microsoft.com/office/powerpoint/2010/main" val="1875646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82B32A2-FAA9-3F8A-5D27-F03E355C0F22}"/>
              </a:ext>
            </a:extLst>
          </p:cNvPr>
          <p:cNvSpPr>
            <a:spLocks noGrp="1"/>
          </p:cNvSpPr>
          <p:nvPr>
            <p:ph type="title"/>
          </p:nvPr>
        </p:nvSpPr>
        <p:spPr/>
        <p:txBody>
          <a:bodyPr>
            <a:normAutofit fontScale="90000"/>
          </a:bodyPr>
          <a:lstStyle/>
          <a:p>
            <a:r>
              <a:rPr lang="en-US" dirty="0"/>
              <a:t>Common TCP and UDP Ports</a:t>
            </a:r>
          </a:p>
        </p:txBody>
      </p:sp>
      <p:sp>
        <p:nvSpPr>
          <p:cNvPr id="4" name="Slide Number Placeholder 3">
            <a:extLst>
              <a:ext uri="{FF2B5EF4-FFF2-40B4-BE49-F238E27FC236}">
                <a16:creationId xmlns:a16="http://schemas.microsoft.com/office/drawing/2014/main" id="{8FC35558-F43E-6D7B-17B1-C121B3CEEE85}"/>
              </a:ext>
            </a:extLst>
          </p:cNvPr>
          <p:cNvSpPr>
            <a:spLocks noGrp="1"/>
          </p:cNvSpPr>
          <p:nvPr>
            <p:ph type="sldNum" sz="quarter" idx="12"/>
          </p:nvPr>
        </p:nvSpPr>
        <p:spPr>
          <a:xfrm>
            <a:off x="6457949" y="4762849"/>
            <a:ext cx="2173401" cy="273590"/>
          </a:xfrm>
        </p:spPr>
        <p:txBody>
          <a:bodyPr/>
          <a:lstStyle/>
          <a:p>
            <a:pPr lvl="0"/>
            <a:fld id="{64537577-822C-42C9-B1FE-62AC5F07B59D}" type="slidenum">
              <a:rPr lang="en-US" noProof="0" smtClean="0"/>
              <a:pPr lvl="0"/>
              <a:t>8</a:t>
            </a:fld>
            <a:endParaRPr lang="en-US" noProof="0" dirty="0"/>
          </a:p>
        </p:txBody>
      </p:sp>
      <p:sp>
        <p:nvSpPr>
          <p:cNvPr id="5" name="Footer Placeholder 4">
            <a:extLst>
              <a:ext uri="{FF2B5EF4-FFF2-40B4-BE49-F238E27FC236}">
                <a16:creationId xmlns:a16="http://schemas.microsoft.com/office/drawing/2014/main" id="{4F6AF8EC-080F-11D5-C1D3-D7F7C395723A}"/>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9" name="Content Placeholder 8">
            <a:extLst>
              <a:ext uri="{FF2B5EF4-FFF2-40B4-BE49-F238E27FC236}">
                <a16:creationId xmlns:a16="http://schemas.microsoft.com/office/drawing/2014/main" id="{A6C0784B-BD2A-A37F-2FE3-2B95D064628E}"/>
              </a:ext>
            </a:extLst>
          </p:cNvPr>
          <p:cNvGraphicFramePr>
            <a:graphicFrameLocks noGrp="1"/>
          </p:cNvGraphicFramePr>
          <p:nvPr>
            <p:ph idx="1"/>
            <p:extLst>
              <p:ext uri="{D42A27DB-BD31-4B8C-83A1-F6EECF244321}">
                <p14:modId xmlns:p14="http://schemas.microsoft.com/office/powerpoint/2010/main" val="4058392320"/>
              </p:ext>
            </p:extLst>
          </p:nvPr>
        </p:nvGraphicFramePr>
        <p:xfrm>
          <a:off x="628650" y="1216025"/>
          <a:ext cx="7619884" cy="2284984"/>
        </p:xfrm>
        <a:graphic>
          <a:graphicData uri="http://schemas.openxmlformats.org/drawingml/2006/table">
            <a:tbl>
              <a:tblPr bandRow="1">
                <a:tableStyleId>{5C22544A-7EE6-4342-B048-85BDC9FD1C3A}</a:tableStyleId>
              </a:tblPr>
              <a:tblGrid>
                <a:gridCol w="932864">
                  <a:extLst>
                    <a:ext uri="{9D8B030D-6E8A-4147-A177-3AD203B41FA5}">
                      <a16:colId xmlns:a16="http://schemas.microsoft.com/office/drawing/2014/main" val="502880202"/>
                    </a:ext>
                  </a:extLst>
                </a:gridCol>
                <a:gridCol w="1181686">
                  <a:extLst>
                    <a:ext uri="{9D8B030D-6E8A-4147-A177-3AD203B41FA5}">
                      <a16:colId xmlns:a16="http://schemas.microsoft.com/office/drawing/2014/main" val="2830117744"/>
                    </a:ext>
                  </a:extLst>
                </a:gridCol>
                <a:gridCol w="1533378">
                  <a:extLst>
                    <a:ext uri="{9D8B030D-6E8A-4147-A177-3AD203B41FA5}">
                      <a16:colId xmlns:a16="http://schemas.microsoft.com/office/drawing/2014/main" val="559703130"/>
                    </a:ext>
                  </a:extLst>
                </a:gridCol>
                <a:gridCol w="3971956">
                  <a:extLst>
                    <a:ext uri="{9D8B030D-6E8A-4147-A177-3AD203B41FA5}">
                      <a16:colId xmlns:a16="http://schemas.microsoft.com/office/drawing/2014/main" val="3761579427"/>
                    </a:ext>
                  </a:extLst>
                </a:gridCol>
              </a:tblGrid>
              <a:tr h="0">
                <a:tc>
                  <a:txBody>
                    <a:bodyPr/>
                    <a:lstStyle/>
                    <a:p>
                      <a:pPr algn="l"/>
                      <a:r>
                        <a:rPr lang="en-US" dirty="0">
                          <a:solidFill>
                            <a:schemeClr val="bg1"/>
                          </a:solidFill>
                          <a:effectLst/>
                        </a:rPr>
                        <a:t>Port Number</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solidFill>
                  </a:tcPr>
                </a:tc>
                <a:tc>
                  <a:txBody>
                    <a:bodyPr/>
                    <a:lstStyle/>
                    <a:p>
                      <a:pPr algn="l"/>
                      <a:r>
                        <a:rPr lang="en-US" dirty="0">
                          <a:solidFill>
                            <a:schemeClr val="bg1"/>
                          </a:solidFill>
                          <a:effectLst/>
                        </a:rPr>
                        <a:t>Transport Protocol</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solidFill>
                  </a:tcPr>
                </a:tc>
                <a:tc>
                  <a:txBody>
                    <a:bodyPr/>
                    <a:lstStyle/>
                    <a:p>
                      <a:pPr algn="l"/>
                      <a:r>
                        <a:rPr lang="en-US" dirty="0">
                          <a:solidFill>
                            <a:schemeClr val="bg1"/>
                          </a:solidFill>
                          <a:effectLst/>
                        </a:rPr>
                        <a:t>Service or Application</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solidFill>
                  </a:tcPr>
                </a:tc>
                <a:tc>
                  <a:txBody>
                    <a:bodyPr/>
                    <a:lstStyle/>
                    <a:p>
                      <a:pPr algn="l"/>
                      <a:r>
                        <a:rPr lang="en-US" dirty="0">
                          <a:solidFill>
                            <a:schemeClr val="bg1"/>
                          </a:solidFill>
                          <a:effectLst/>
                        </a:rPr>
                        <a:t>Description</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254046851"/>
                  </a:ext>
                </a:extLst>
              </a:tr>
              <a:tr h="0">
                <a:tc>
                  <a:txBody>
                    <a:bodyPr/>
                    <a:lstStyle/>
                    <a:p>
                      <a:pPr fontAlgn="t"/>
                      <a:r>
                        <a:rPr lang="en-US" dirty="0">
                          <a:solidFill>
                            <a:srgbClr val="20282F"/>
                          </a:solidFill>
                          <a:effectLst/>
                        </a:rPr>
                        <a:t>3306</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mysql</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MySQL/MariaDB</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41085061"/>
                  </a:ext>
                </a:extLst>
              </a:tr>
              <a:tr h="0">
                <a:tc>
                  <a:txBody>
                    <a:bodyPr/>
                    <a:lstStyle/>
                    <a:p>
                      <a:pPr fontAlgn="t"/>
                      <a:r>
                        <a:rPr lang="en-US" dirty="0">
                          <a:solidFill>
                            <a:srgbClr val="20282F"/>
                          </a:solidFill>
                          <a:effectLst/>
                        </a:rPr>
                        <a:t>3389</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rdp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Remote Desktop Protocol</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38569295"/>
                  </a:ext>
                </a:extLst>
              </a:tr>
              <a:tr h="0">
                <a:tc>
                  <a:txBody>
                    <a:bodyPr/>
                    <a:lstStyle/>
                    <a:p>
                      <a:pPr fontAlgn="t"/>
                      <a:r>
                        <a:rPr lang="en-US" dirty="0">
                          <a:solidFill>
                            <a:srgbClr val="20282F"/>
                          </a:solidFill>
                          <a:effectLst/>
                        </a:rPr>
                        <a:t>5004</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UDP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rtp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Real-Time Protocol</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89175572"/>
                  </a:ext>
                </a:extLst>
              </a:tr>
              <a:tr h="0">
                <a:tc>
                  <a:txBody>
                    <a:bodyPr/>
                    <a:lstStyle/>
                    <a:p>
                      <a:pPr fontAlgn="t"/>
                      <a:r>
                        <a:rPr lang="en-US" dirty="0">
                          <a:solidFill>
                            <a:srgbClr val="20282F"/>
                          </a:solidFill>
                          <a:effectLst/>
                        </a:rPr>
                        <a:t>5005</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UDP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rtcp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Real-Time Control Protocol</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85462375"/>
                  </a:ext>
                </a:extLst>
              </a:tr>
              <a:tr h="0">
                <a:tc>
                  <a:txBody>
                    <a:bodyPr/>
                    <a:lstStyle/>
                    <a:p>
                      <a:pPr fontAlgn="t"/>
                      <a:r>
                        <a:rPr lang="en-US" dirty="0">
                          <a:solidFill>
                            <a:srgbClr val="20282F"/>
                          </a:solidFill>
                          <a:effectLst/>
                        </a:rPr>
                        <a:t>5060</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TCP/UDP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sip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Session Initiation Protocol</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19820671"/>
                  </a:ext>
                </a:extLst>
              </a:tr>
              <a:tr h="0">
                <a:tc>
                  <a:txBody>
                    <a:bodyPr/>
                    <a:lstStyle/>
                    <a:p>
                      <a:pPr fontAlgn="t"/>
                      <a:r>
                        <a:rPr lang="en-US" dirty="0">
                          <a:solidFill>
                            <a:srgbClr val="20282F"/>
                          </a:solidFill>
                          <a:effectLst/>
                        </a:rPr>
                        <a:t>5061</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TCP/UDP</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sips</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fontAlgn="t"/>
                      <a:r>
                        <a:rPr lang="en-US" dirty="0">
                          <a:solidFill>
                            <a:srgbClr val="20282F"/>
                          </a:solidFill>
                          <a:effectLst/>
                        </a:rPr>
                        <a:t>SIP-Secure</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38066714"/>
                  </a:ext>
                </a:extLst>
              </a:tr>
            </a:tbl>
          </a:graphicData>
        </a:graphic>
      </p:graphicFrame>
    </p:spTree>
    <p:extLst>
      <p:ext uri="{BB962C8B-B14F-4D97-AF65-F5344CB8AC3E}">
        <p14:creationId xmlns:p14="http://schemas.microsoft.com/office/powerpoint/2010/main" val="2997147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4E6B5-A0F4-728C-3040-C0BFFC2CBA94}"/>
              </a:ext>
            </a:extLst>
          </p:cNvPr>
          <p:cNvSpPr>
            <a:spLocks noGrp="1"/>
          </p:cNvSpPr>
          <p:nvPr>
            <p:ph type="title"/>
          </p:nvPr>
        </p:nvSpPr>
        <p:spPr/>
        <p:txBody>
          <a:bodyPr>
            <a:normAutofit fontScale="90000"/>
          </a:bodyPr>
          <a:lstStyle/>
          <a:p>
            <a:r>
              <a:rPr lang="en-US" dirty="0"/>
              <a:t>Transmission Control Protocol (TCP)</a:t>
            </a:r>
          </a:p>
        </p:txBody>
      </p:sp>
      <p:graphicFrame>
        <p:nvGraphicFramePr>
          <p:cNvPr id="12" name="Content Placeholder 11">
            <a:extLst>
              <a:ext uri="{FF2B5EF4-FFF2-40B4-BE49-F238E27FC236}">
                <a16:creationId xmlns:a16="http://schemas.microsoft.com/office/drawing/2014/main" id="{3318B247-D448-7E83-D21B-7F4FE403674F}"/>
              </a:ext>
            </a:extLst>
          </p:cNvPr>
          <p:cNvGraphicFramePr>
            <a:graphicFrameLocks noGrp="1"/>
          </p:cNvGraphicFramePr>
          <p:nvPr>
            <p:ph sz="half" idx="1"/>
            <p:extLst>
              <p:ext uri="{D42A27DB-BD31-4B8C-83A1-F6EECF244321}">
                <p14:modId xmlns:p14="http://schemas.microsoft.com/office/powerpoint/2010/main" val="4017478323"/>
              </p:ext>
            </p:extLst>
          </p:nvPr>
        </p:nvGraphicFramePr>
        <p:xfrm>
          <a:off x="628649" y="1149350"/>
          <a:ext cx="5829299" cy="3365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6B84FB79-1C75-0A85-44C4-D76866A9DB94}"/>
              </a:ext>
            </a:extLst>
          </p:cNvPr>
          <p:cNvSpPr>
            <a:spLocks noGrp="1"/>
          </p:cNvSpPr>
          <p:nvPr>
            <p:ph type="sldNum" sz="quarter" idx="12"/>
          </p:nvPr>
        </p:nvSpPr>
        <p:spPr/>
        <p:txBody>
          <a:bodyPr/>
          <a:lstStyle/>
          <a:p>
            <a:fld id="{64537577-822C-42C9-B1FE-62AC5F07B59D}" type="slidenum">
              <a:rPr lang="en-US" smtClean="0"/>
              <a:pPr/>
              <a:t>9</a:t>
            </a:fld>
            <a:endParaRPr lang="en-US" dirty="0"/>
          </a:p>
        </p:txBody>
      </p:sp>
      <p:sp>
        <p:nvSpPr>
          <p:cNvPr id="5" name="Footer Placeholder 4">
            <a:extLst>
              <a:ext uri="{FF2B5EF4-FFF2-40B4-BE49-F238E27FC236}">
                <a16:creationId xmlns:a16="http://schemas.microsoft.com/office/drawing/2014/main" id="{29871E43-2335-C640-6681-D98ECF257EF2}"/>
              </a:ext>
            </a:extLst>
          </p:cNvPr>
          <p:cNvSpPr>
            <a:spLocks noGrp="1"/>
          </p:cNvSpPr>
          <p:nvPr>
            <p:ph type="ftr" sz="quarter" idx="3"/>
          </p:nvPr>
        </p:nvSpPr>
        <p:spPr/>
        <p:txBody>
          <a:bodyPr/>
          <a:lstStyle/>
          <a:p>
            <a:pPr lvl="0"/>
            <a:r>
              <a:rPr lang="en-US" noProof="0"/>
              <a:t>​Copyright © 2025 CompTIA, Inc. All Rights Reserved. </a:t>
            </a:r>
            <a:endParaRPr lang="en-US" noProof="0" dirty="0"/>
          </a:p>
        </p:txBody>
      </p:sp>
      <p:graphicFrame>
        <p:nvGraphicFramePr>
          <p:cNvPr id="13" name="Content Placeholder 12">
            <a:extLst>
              <a:ext uri="{FF2B5EF4-FFF2-40B4-BE49-F238E27FC236}">
                <a16:creationId xmlns:a16="http://schemas.microsoft.com/office/drawing/2014/main" id="{89653985-9400-3F46-D90B-105D161C7584}"/>
              </a:ext>
            </a:extLst>
          </p:cNvPr>
          <p:cNvGraphicFramePr>
            <a:graphicFrameLocks noGrp="1"/>
          </p:cNvGraphicFramePr>
          <p:nvPr>
            <p:ph sz="half" idx="2"/>
            <p:extLst>
              <p:ext uri="{D42A27DB-BD31-4B8C-83A1-F6EECF244321}">
                <p14:modId xmlns:p14="http://schemas.microsoft.com/office/powerpoint/2010/main" val="2544644707"/>
              </p:ext>
            </p:extLst>
          </p:nvPr>
        </p:nvGraphicFramePr>
        <p:xfrm>
          <a:off x="6457948" y="1149350"/>
          <a:ext cx="2057403" cy="33655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544343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6610F-6ACB-F97D-8075-A2D6CC19F157}"/>
              </a:ext>
            </a:extLst>
          </p:cNvPr>
          <p:cNvSpPr>
            <a:spLocks noGrp="1"/>
          </p:cNvSpPr>
          <p:nvPr>
            <p:ph type="title"/>
          </p:nvPr>
        </p:nvSpPr>
        <p:spPr>
          <a:xfrm>
            <a:off x="628649" y="584942"/>
            <a:ext cx="7886699" cy="572790"/>
          </a:xfrm>
        </p:spPr>
        <p:txBody>
          <a:bodyPr>
            <a:normAutofit fontScale="90000"/>
          </a:bodyPr>
          <a:lstStyle/>
          <a:p>
            <a:r>
              <a:rPr lang="en-US" dirty="0"/>
              <a:t>TCP Handshake</a:t>
            </a:r>
          </a:p>
        </p:txBody>
      </p:sp>
      <p:sp>
        <p:nvSpPr>
          <p:cNvPr id="3" name="Slide Number Placeholder 2">
            <a:extLst>
              <a:ext uri="{FF2B5EF4-FFF2-40B4-BE49-F238E27FC236}">
                <a16:creationId xmlns:a16="http://schemas.microsoft.com/office/drawing/2014/main" id="{F3D8C0EB-6E67-724F-9630-33DD9E9ACB55}"/>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10</a:t>
            </a:fld>
            <a:endParaRPr lang="en-US" dirty="0"/>
          </a:p>
        </p:txBody>
      </p:sp>
      <p:sp>
        <p:nvSpPr>
          <p:cNvPr id="5" name="Footer Placeholder 4">
            <a:extLst>
              <a:ext uri="{FF2B5EF4-FFF2-40B4-BE49-F238E27FC236}">
                <a16:creationId xmlns:a16="http://schemas.microsoft.com/office/drawing/2014/main" id="{AA90601F-DBB9-4348-B2EF-A919090C4179}"/>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
        <p:nvSpPr>
          <p:cNvPr id="36" name="Rectangle 35">
            <a:extLst>
              <a:ext uri="{FF2B5EF4-FFF2-40B4-BE49-F238E27FC236}">
                <a16:creationId xmlns:a16="http://schemas.microsoft.com/office/drawing/2014/main" id="{47762502-F26A-DE3D-8959-42012DCD211F}"/>
              </a:ext>
            </a:extLst>
          </p:cNvPr>
          <p:cNvSpPr/>
          <p:nvPr/>
        </p:nvSpPr>
        <p:spPr>
          <a:xfrm>
            <a:off x="628649" y="1272358"/>
            <a:ext cx="1720654" cy="3375167"/>
          </a:xfrm>
          <a:prstGeom prst="rect">
            <a:avLst/>
          </a:prstGeom>
          <a:solidFill>
            <a:srgbClr val="004F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2000" b="1" dirty="0"/>
              <a:t>Host A</a:t>
            </a:r>
          </a:p>
        </p:txBody>
      </p:sp>
      <p:sp>
        <p:nvSpPr>
          <p:cNvPr id="37" name="Rectangle 36">
            <a:extLst>
              <a:ext uri="{FF2B5EF4-FFF2-40B4-BE49-F238E27FC236}">
                <a16:creationId xmlns:a16="http://schemas.microsoft.com/office/drawing/2014/main" id="{9BA46C2D-F73A-304E-80D3-FE103C7C229F}"/>
              </a:ext>
            </a:extLst>
          </p:cNvPr>
          <p:cNvSpPr/>
          <p:nvPr/>
        </p:nvSpPr>
        <p:spPr>
          <a:xfrm>
            <a:off x="6652311" y="1272358"/>
            <a:ext cx="1720653" cy="3375167"/>
          </a:xfrm>
          <a:prstGeom prst="rect">
            <a:avLst/>
          </a:prstGeom>
          <a:solidFill>
            <a:srgbClr val="004F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2000" b="1" dirty="0"/>
              <a:t>Host B</a:t>
            </a:r>
          </a:p>
        </p:txBody>
      </p:sp>
      <p:sp>
        <p:nvSpPr>
          <p:cNvPr id="38" name="TextBox 37">
            <a:extLst>
              <a:ext uri="{FF2B5EF4-FFF2-40B4-BE49-F238E27FC236}">
                <a16:creationId xmlns:a16="http://schemas.microsoft.com/office/drawing/2014/main" id="{4B8F7A78-5426-C374-41F7-4069F2DB7618}"/>
              </a:ext>
            </a:extLst>
          </p:cNvPr>
          <p:cNvSpPr txBox="1"/>
          <p:nvPr/>
        </p:nvSpPr>
        <p:spPr>
          <a:xfrm>
            <a:off x="3943936" y="1658553"/>
            <a:ext cx="924829" cy="368990"/>
          </a:xfrm>
          <a:prstGeom prst="rect">
            <a:avLst/>
          </a:prstGeom>
          <a:noFill/>
        </p:spPr>
        <p:txBody>
          <a:bodyPr wrap="square" rtlCol="0">
            <a:spAutoFit/>
          </a:bodyPr>
          <a:lstStyle/>
          <a:p>
            <a:pPr algn="ctr"/>
            <a:r>
              <a:rPr lang="en-US" sz="1798" dirty="0">
                <a:solidFill>
                  <a:srgbClr val="20282F"/>
                </a:solidFill>
              </a:rPr>
              <a:t>SYN</a:t>
            </a:r>
          </a:p>
        </p:txBody>
      </p:sp>
      <p:sp>
        <p:nvSpPr>
          <p:cNvPr id="39" name="TextBox 38">
            <a:extLst>
              <a:ext uri="{FF2B5EF4-FFF2-40B4-BE49-F238E27FC236}">
                <a16:creationId xmlns:a16="http://schemas.microsoft.com/office/drawing/2014/main" id="{A5A6024D-89FB-FCC6-914A-88FB25D7FD02}"/>
              </a:ext>
            </a:extLst>
          </p:cNvPr>
          <p:cNvSpPr txBox="1"/>
          <p:nvPr/>
        </p:nvSpPr>
        <p:spPr>
          <a:xfrm>
            <a:off x="3659787" y="2613653"/>
            <a:ext cx="1494396" cy="368990"/>
          </a:xfrm>
          <a:prstGeom prst="rect">
            <a:avLst/>
          </a:prstGeom>
          <a:noFill/>
        </p:spPr>
        <p:txBody>
          <a:bodyPr wrap="square" rtlCol="0">
            <a:spAutoFit/>
          </a:bodyPr>
          <a:lstStyle>
            <a:defPPr>
              <a:defRPr lang="en-US"/>
            </a:defPPr>
            <a:lvl1pPr algn="ctr">
              <a:defRPr sz="1798">
                <a:solidFill>
                  <a:srgbClr val="586169"/>
                </a:solidFill>
              </a:defRPr>
            </a:lvl1pPr>
          </a:lstStyle>
          <a:p>
            <a:r>
              <a:rPr lang="en-US" dirty="0">
                <a:solidFill>
                  <a:srgbClr val="20282F"/>
                </a:solidFill>
              </a:rPr>
              <a:t>SYN + ACK</a:t>
            </a:r>
          </a:p>
        </p:txBody>
      </p:sp>
      <p:sp>
        <p:nvSpPr>
          <p:cNvPr id="40" name="TextBox 39">
            <a:extLst>
              <a:ext uri="{FF2B5EF4-FFF2-40B4-BE49-F238E27FC236}">
                <a16:creationId xmlns:a16="http://schemas.microsoft.com/office/drawing/2014/main" id="{7F08E423-E021-A7A0-9690-A35FCE6E9CBC}"/>
              </a:ext>
            </a:extLst>
          </p:cNvPr>
          <p:cNvSpPr txBox="1"/>
          <p:nvPr/>
        </p:nvSpPr>
        <p:spPr>
          <a:xfrm>
            <a:off x="6932693" y="3759512"/>
            <a:ext cx="1442403" cy="646331"/>
          </a:xfrm>
          <a:prstGeom prst="rect">
            <a:avLst/>
          </a:prstGeom>
          <a:noFill/>
        </p:spPr>
        <p:txBody>
          <a:bodyPr wrap="square" rtlCol="0">
            <a:spAutoFit/>
          </a:bodyPr>
          <a:lstStyle/>
          <a:p>
            <a:r>
              <a:rPr lang="en-US" sz="1800" dirty="0">
                <a:solidFill>
                  <a:schemeClr val="bg1"/>
                </a:solidFill>
                <a:latin typeface="Noto Sans"/>
                <a:ea typeface="Noto Sans"/>
                <a:cs typeface="Noto Sans"/>
              </a:rPr>
              <a:t>Connection Established</a:t>
            </a:r>
          </a:p>
        </p:txBody>
      </p:sp>
      <p:sp>
        <p:nvSpPr>
          <p:cNvPr id="41" name="TextBox 40">
            <a:extLst>
              <a:ext uri="{FF2B5EF4-FFF2-40B4-BE49-F238E27FC236}">
                <a16:creationId xmlns:a16="http://schemas.microsoft.com/office/drawing/2014/main" id="{E18735D1-A446-B97B-97DE-68AB6EADB198}"/>
              </a:ext>
            </a:extLst>
          </p:cNvPr>
          <p:cNvSpPr txBox="1"/>
          <p:nvPr/>
        </p:nvSpPr>
        <p:spPr>
          <a:xfrm>
            <a:off x="3923912" y="3574889"/>
            <a:ext cx="924829" cy="368990"/>
          </a:xfrm>
          <a:prstGeom prst="rect">
            <a:avLst/>
          </a:prstGeom>
          <a:noFill/>
        </p:spPr>
        <p:txBody>
          <a:bodyPr wrap="square" rtlCol="0">
            <a:spAutoFit/>
          </a:bodyPr>
          <a:lstStyle>
            <a:defPPr>
              <a:defRPr lang="en-US"/>
            </a:defPPr>
            <a:lvl1pPr algn="ctr">
              <a:defRPr sz="1798">
                <a:solidFill>
                  <a:srgbClr val="586169"/>
                </a:solidFill>
              </a:defRPr>
            </a:lvl1pPr>
          </a:lstStyle>
          <a:p>
            <a:r>
              <a:rPr lang="en-US" dirty="0">
                <a:solidFill>
                  <a:srgbClr val="20282F"/>
                </a:solidFill>
              </a:rPr>
              <a:t>ACK</a:t>
            </a:r>
          </a:p>
        </p:txBody>
      </p:sp>
      <p:grpSp>
        <p:nvGrpSpPr>
          <p:cNvPr id="42" name="Group 41">
            <a:extLst>
              <a:ext uri="{FF2B5EF4-FFF2-40B4-BE49-F238E27FC236}">
                <a16:creationId xmlns:a16="http://schemas.microsoft.com/office/drawing/2014/main" id="{83421CBB-B271-6565-7CD8-1D1B7A0BF460}"/>
              </a:ext>
            </a:extLst>
          </p:cNvPr>
          <p:cNvGrpSpPr/>
          <p:nvPr/>
        </p:nvGrpSpPr>
        <p:grpSpPr>
          <a:xfrm>
            <a:off x="1142567" y="1843048"/>
            <a:ext cx="5790562" cy="576072"/>
            <a:chOff x="1308214" y="2328060"/>
            <a:chExt cx="5790562" cy="576072"/>
          </a:xfrm>
        </p:grpSpPr>
        <p:sp>
          <p:nvSpPr>
            <p:cNvPr id="43" name="Right Arrow 42">
              <a:extLst>
                <a:ext uri="{FF2B5EF4-FFF2-40B4-BE49-F238E27FC236}">
                  <a16:creationId xmlns:a16="http://schemas.microsoft.com/office/drawing/2014/main" id="{498E172F-EFA9-ED36-1A50-C864783C2E8F}"/>
                </a:ext>
              </a:extLst>
            </p:cNvPr>
            <p:cNvSpPr/>
            <p:nvPr/>
          </p:nvSpPr>
          <p:spPr>
            <a:xfrm>
              <a:off x="2514950" y="2442390"/>
              <a:ext cx="4583826" cy="347413"/>
            </a:xfrm>
            <a:prstGeom prst="rightArrow">
              <a:avLst>
                <a:gd name="adj1" fmla="val 50000"/>
                <a:gd name="adj2"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0282F"/>
                </a:solidFill>
              </a:endParaRPr>
            </a:p>
          </p:txBody>
        </p:sp>
        <p:sp>
          <p:nvSpPr>
            <p:cNvPr id="44" name="Speech Bubble: Oval 19">
              <a:extLst>
                <a:ext uri="{FF2B5EF4-FFF2-40B4-BE49-F238E27FC236}">
                  <a16:creationId xmlns:a16="http://schemas.microsoft.com/office/drawing/2014/main" id="{143374E3-1C1B-7A4C-F588-EF99B9C6E3A9}"/>
                </a:ext>
              </a:extLst>
            </p:cNvPr>
            <p:cNvSpPr/>
            <p:nvPr/>
          </p:nvSpPr>
          <p:spPr>
            <a:xfrm flipH="1">
              <a:off x="1308214" y="2328060"/>
              <a:ext cx="1819656" cy="576072"/>
            </a:xfrm>
            <a:prstGeom prst="rect">
              <a:avLst/>
            </a:prstGeom>
            <a:solidFill>
              <a:schemeClr val="bg1"/>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dirty="0">
                  <a:solidFill>
                    <a:srgbClr val="20282F"/>
                  </a:solidFill>
                </a:rPr>
                <a:t>Hey! Let’s chat. Here’s my number.</a:t>
              </a:r>
            </a:p>
          </p:txBody>
        </p:sp>
      </p:grpSp>
      <p:grpSp>
        <p:nvGrpSpPr>
          <p:cNvPr id="45" name="Group 44">
            <a:extLst>
              <a:ext uri="{FF2B5EF4-FFF2-40B4-BE49-F238E27FC236}">
                <a16:creationId xmlns:a16="http://schemas.microsoft.com/office/drawing/2014/main" id="{8FABE29E-23D3-6E6B-6C51-EEE88CFA4D94}"/>
              </a:ext>
            </a:extLst>
          </p:cNvPr>
          <p:cNvGrpSpPr/>
          <p:nvPr/>
        </p:nvGrpSpPr>
        <p:grpSpPr>
          <a:xfrm>
            <a:off x="2068485" y="2801216"/>
            <a:ext cx="5685880" cy="576072"/>
            <a:chOff x="2234132" y="2970990"/>
            <a:chExt cx="5685880" cy="576072"/>
          </a:xfrm>
        </p:grpSpPr>
        <p:sp>
          <p:nvSpPr>
            <p:cNvPr id="46" name="Right Arrow 45">
              <a:extLst>
                <a:ext uri="{FF2B5EF4-FFF2-40B4-BE49-F238E27FC236}">
                  <a16:creationId xmlns:a16="http://schemas.microsoft.com/office/drawing/2014/main" id="{B9F8A5BD-B86D-F7F3-D28C-B9506F717D2F}"/>
                </a:ext>
              </a:extLst>
            </p:cNvPr>
            <p:cNvSpPr/>
            <p:nvPr/>
          </p:nvSpPr>
          <p:spPr>
            <a:xfrm rot="10800000">
              <a:off x="2234132" y="3085319"/>
              <a:ext cx="4583826" cy="347413"/>
            </a:xfrm>
            <a:prstGeom prst="right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0282F"/>
                </a:solidFill>
              </a:endParaRPr>
            </a:p>
          </p:txBody>
        </p:sp>
        <p:sp>
          <p:nvSpPr>
            <p:cNvPr id="47" name="Speech Bubble: Oval 19">
              <a:extLst>
                <a:ext uri="{FF2B5EF4-FFF2-40B4-BE49-F238E27FC236}">
                  <a16:creationId xmlns:a16="http://schemas.microsoft.com/office/drawing/2014/main" id="{A913F6E4-FBD7-1BF5-D535-2D464FF69205}"/>
                </a:ext>
              </a:extLst>
            </p:cNvPr>
            <p:cNvSpPr/>
            <p:nvPr/>
          </p:nvSpPr>
          <p:spPr>
            <a:xfrm flipH="1">
              <a:off x="6100058" y="2970990"/>
              <a:ext cx="1819954" cy="576072"/>
            </a:xfrm>
            <a:prstGeom prst="rect">
              <a:avLst/>
            </a:prstGeom>
            <a:solidFill>
              <a:schemeClr val="bg1"/>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dirty="0">
                  <a:solidFill>
                    <a:srgbClr val="20282F"/>
                  </a:solidFill>
                </a:rPr>
                <a:t>I can talk now. Here’s my number.</a:t>
              </a:r>
            </a:p>
          </p:txBody>
        </p:sp>
      </p:grpSp>
      <p:grpSp>
        <p:nvGrpSpPr>
          <p:cNvPr id="48" name="Group 47">
            <a:extLst>
              <a:ext uri="{FF2B5EF4-FFF2-40B4-BE49-F238E27FC236}">
                <a16:creationId xmlns:a16="http://schemas.microsoft.com/office/drawing/2014/main" id="{45FE149A-5E58-A50E-40A6-D78BF9A78BB2}"/>
              </a:ext>
            </a:extLst>
          </p:cNvPr>
          <p:cNvGrpSpPr/>
          <p:nvPr/>
        </p:nvGrpSpPr>
        <p:grpSpPr>
          <a:xfrm>
            <a:off x="1193982" y="3759384"/>
            <a:ext cx="5739147" cy="576072"/>
            <a:chOff x="1359629" y="3729166"/>
            <a:chExt cx="5739147" cy="576072"/>
          </a:xfrm>
        </p:grpSpPr>
        <p:sp>
          <p:nvSpPr>
            <p:cNvPr id="49" name="Right Arrow 48">
              <a:extLst>
                <a:ext uri="{FF2B5EF4-FFF2-40B4-BE49-F238E27FC236}">
                  <a16:creationId xmlns:a16="http://schemas.microsoft.com/office/drawing/2014/main" id="{484D5DF8-1790-90D4-7F0E-50DE41A3631A}"/>
                </a:ext>
              </a:extLst>
            </p:cNvPr>
            <p:cNvSpPr/>
            <p:nvPr/>
          </p:nvSpPr>
          <p:spPr>
            <a:xfrm>
              <a:off x="2514950" y="3843496"/>
              <a:ext cx="4583826" cy="347413"/>
            </a:xfrm>
            <a:prstGeom prst="right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0282F"/>
                </a:solidFill>
              </a:endParaRPr>
            </a:p>
          </p:txBody>
        </p:sp>
        <p:sp>
          <p:nvSpPr>
            <p:cNvPr id="50" name="Speech Bubble: Oval 19">
              <a:extLst>
                <a:ext uri="{FF2B5EF4-FFF2-40B4-BE49-F238E27FC236}">
                  <a16:creationId xmlns:a16="http://schemas.microsoft.com/office/drawing/2014/main" id="{4370359D-10FC-2A31-49CD-83D6D9B0CB84}"/>
                </a:ext>
              </a:extLst>
            </p:cNvPr>
            <p:cNvSpPr/>
            <p:nvPr/>
          </p:nvSpPr>
          <p:spPr>
            <a:xfrm flipH="1">
              <a:off x="1359629" y="3729166"/>
              <a:ext cx="1819953" cy="576072"/>
            </a:xfrm>
            <a:prstGeom prst="rect">
              <a:avLst/>
            </a:prstGeom>
            <a:solidFill>
              <a:schemeClr val="bg1"/>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dirty="0">
                  <a:solidFill>
                    <a:srgbClr val="20282F"/>
                  </a:solidFill>
                </a:rPr>
                <a:t>Great! I’m </a:t>
              </a:r>
            </a:p>
            <a:p>
              <a:pPr algn="ctr"/>
              <a:r>
                <a:rPr lang="en-US" sz="1348" dirty="0">
                  <a:solidFill>
                    <a:srgbClr val="20282F"/>
                  </a:solidFill>
                </a:rPr>
                <a:t>ready now!</a:t>
              </a:r>
            </a:p>
          </p:txBody>
        </p:sp>
      </p:grpSp>
    </p:spTree>
    <p:extLst>
      <p:ext uri="{BB962C8B-B14F-4D97-AF65-F5344CB8AC3E}">
        <p14:creationId xmlns:p14="http://schemas.microsoft.com/office/powerpoint/2010/main" val="2577641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6610F-6ACB-F97D-8075-A2D6CC19F157}"/>
              </a:ext>
            </a:extLst>
          </p:cNvPr>
          <p:cNvSpPr>
            <a:spLocks noGrp="1"/>
          </p:cNvSpPr>
          <p:nvPr>
            <p:ph type="title"/>
          </p:nvPr>
        </p:nvSpPr>
        <p:spPr>
          <a:xfrm>
            <a:off x="628649" y="584942"/>
            <a:ext cx="7886699" cy="572790"/>
          </a:xfrm>
        </p:spPr>
        <p:txBody>
          <a:bodyPr>
            <a:normAutofit fontScale="90000"/>
          </a:bodyPr>
          <a:lstStyle/>
          <a:p>
            <a:r>
              <a:rPr lang="en-US" dirty="0"/>
              <a:t>UDP Exchange</a:t>
            </a:r>
          </a:p>
        </p:txBody>
      </p:sp>
      <p:sp>
        <p:nvSpPr>
          <p:cNvPr id="3" name="Slide Number Placeholder 2">
            <a:extLst>
              <a:ext uri="{FF2B5EF4-FFF2-40B4-BE49-F238E27FC236}">
                <a16:creationId xmlns:a16="http://schemas.microsoft.com/office/drawing/2014/main" id="{F3D8C0EB-6E67-724F-9630-33DD9E9ACB55}"/>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11</a:t>
            </a:fld>
            <a:endParaRPr lang="en-US" dirty="0"/>
          </a:p>
        </p:txBody>
      </p:sp>
      <p:sp>
        <p:nvSpPr>
          <p:cNvPr id="5" name="Footer Placeholder 4">
            <a:extLst>
              <a:ext uri="{FF2B5EF4-FFF2-40B4-BE49-F238E27FC236}">
                <a16:creationId xmlns:a16="http://schemas.microsoft.com/office/drawing/2014/main" id="{AA90601F-DBB9-4348-B2EF-A919090C4179}"/>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
        <p:nvSpPr>
          <p:cNvPr id="36" name="Rectangle 35">
            <a:extLst>
              <a:ext uri="{FF2B5EF4-FFF2-40B4-BE49-F238E27FC236}">
                <a16:creationId xmlns:a16="http://schemas.microsoft.com/office/drawing/2014/main" id="{47762502-F26A-DE3D-8959-42012DCD211F}"/>
              </a:ext>
            </a:extLst>
          </p:cNvPr>
          <p:cNvSpPr/>
          <p:nvPr/>
        </p:nvSpPr>
        <p:spPr>
          <a:xfrm>
            <a:off x="628649" y="1272358"/>
            <a:ext cx="1720654" cy="3375167"/>
          </a:xfrm>
          <a:prstGeom prst="rect">
            <a:avLst/>
          </a:prstGeom>
          <a:solidFill>
            <a:srgbClr val="004F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2000" b="1" dirty="0"/>
              <a:t>Host A</a:t>
            </a:r>
          </a:p>
        </p:txBody>
      </p:sp>
      <p:sp>
        <p:nvSpPr>
          <p:cNvPr id="37" name="Rectangle 36">
            <a:extLst>
              <a:ext uri="{FF2B5EF4-FFF2-40B4-BE49-F238E27FC236}">
                <a16:creationId xmlns:a16="http://schemas.microsoft.com/office/drawing/2014/main" id="{9BA46C2D-F73A-304E-80D3-FE103C7C229F}"/>
              </a:ext>
            </a:extLst>
          </p:cNvPr>
          <p:cNvSpPr/>
          <p:nvPr/>
        </p:nvSpPr>
        <p:spPr>
          <a:xfrm>
            <a:off x="6652311" y="1272358"/>
            <a:ext cx="1720653" cy="3375167"/>
          </a:xfrm>
          <a:prstGeom prst="rect">
            <a:avLst/>
          </a:prstGeom>
          <a:solidFill>
            <a:srgbClr val="004F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2000" b="1" dirty="0"/>
              <a:t>Host B</a:t>
            </a:r>
          </a:p>
        </p:txBody>
      </p:sp>
      <p:sp>
        <p:nvSpPr>
          <p:cNvPr id="38" name="TextBox 37">
            <a:extLst>
              <a:ext uri="{FF2B5EF4-FFF2-40B4-BE49-F238E27FC236}">
                <a16:creationId xmlns:a16="http://schemas.microsoft.com/office/drawing/2014/main" id="{4B8F7A78-5426-C374-41F7-4069F2DB7618}"/>
              </a:ext>
            </a:extLst>
          </p:cNvPr>
          <p:cNvSpPr txBox="1"/>
          <p:nvPr/>
        </p:nvSpPr>
        <p:spPr>
          <a:xfrm>
            <a:off x="3714334" y="1670975"/>
            <a:ext cx="1385302" cy="369012"/>
          </a:xfrm>
          <a:prstGeom prst="rect">
            <a:avLst/>
          </a:prstGeom>
          <a:noFill/>
        </p:spPr>
        <p:txBody>
          <a:bodyPr wrap="square" lIns="91440" tIns="45720" rIns="91440" bIns="45720" rtlCol="0" anchor="t">
            <a:spAutoFit/>
          </a:bodyPr>
          <a:lstStyle/>
          <a:p>
            <a:pPr algn="ctr"/>
            <a:r>
              <a:rPr lang="en-US" sz="1750" dirty="0">
                <a:solidFill>
                  <a:srgbClr val="20282F"/>
                </a:solidFill>
              </a:rPr>
              <a:t>Data</a:t>
            </a:r>
            <a:endParaRPr lang="en-US" dirty="0">
              <a:solidFill>
                <a:srgbClr val="20282F"/>
              </a:solidFill>
            </a:endParaRPr>
          </a:p>
        </p:txBody>
      </p:sp>
      <p:sp>
        <p:nvSpPr>
          <p:cNvPr id="39" name="TextBox 38">
            <a:extLst>
              <a:ext uri="{FF2B5EF4-FFF2-40B4-BE49-F238E27FC236}">
                <a16:creationId xmlns:a16="http://schemas.microsoft.com/office/drawing/2014/main" id="{A5A6024D-89FB-FCC6-914A-88FB25D7FD02}"/>
              </a:ext>
            </a:extLst>
          </p:cNvPr>
          <p:cNvSpPr txBox="1"/>
          <p:nvPr/>
        </p:nvSpPr>
        <p:spPr>
          <a:xfrm>
            <a:off x="3659787" y="2613653"/>
            <a:ext cx="1494396" cy="368990"/>
          </a:xfrm>
          <a:prstGeom prst="rect">
            <a:avLst/>
          </a:prstGeom>
          <a:noFill/>
        </p:spPr>
        <p:txBody>
          <a:bodyPr wrap="square" lIns="91440" tIns="45720" rIns="91440" bIns="45720" rtlCol="0" anchor="t">
            <a:spAutoFit/>
          </a:bodyPr>
          <a:lstStyle>
            <a:defPPr>
              <a:defRPr lang="en-US"/>
            </a:defPPr>
            <a:lvl1pPr algn="ctr">
              <a:defRPr sz="1798">
                <a:solidFill>
                  <a:srgbClr val="586169"/>
                </a:solidFill>
              </a:defRPr>
            </a:lvl1pPr>
          </a:lstStyle>
          <a:p>
            <a:r>
              <a:rPr lang="en-US" sz="1750" dirty="0">
                <a:solidFill>
                  <a:srgbClr val="20282F"/>
                </a:solidFill>
              </a:rPr>
              <a:t>Data</a:t>
            </a:r>
            <a:endParaRPr lang="en-US" dirty="0">
              <a:solidFill>
                <a:srgbClr val="20282F"/>
              </a:solidFill>
            </a:endParaRPr>
          </a:p>
        </p:txBody>
      </p:sp>
      <p:grpSp>
        <p:nvGrpSpPr>
          <p:cNvPr id="42" name="Group 41">
            <a:extLst>
              <a:ext uri="{FF2B5EF4-FFF2-40B4-BE49-F238E27FC236}">
                <a16:creationId xmlns:a16="http://schemas.microsoft.com/office/drawing/2014/main" id="{83421CBB-B271-6565-7CD8-1D1B7A0BF460}"/>
              </a:ext>
            </a:extLst>
          </p:cNvPr>
          <p:cNvGrpSpPr/>
          <p:nvPr/>
        </p:nvGrpSpPr>
        <p:grpSpPr>
          <a:xfrm>
            <a:off x="1158657" y="1789550"/>
            <a:ext cx="5774472" cy="726321"/>
            <a:chOff x="1324304" y="2274562"/>
            <a:chExt cx="5774472" cy="726321"/>
          </a:xfrm>
        </p:grpSpPr>
        <p:sp>
          <p:nvSpPr>
            <p:cNvPr id="43" name="Right Arrow 42">
              <a:extLst>
                <a:ext uri="{FF2B5EF4-FFF2-40B4-BE49-F238E27FC236}">
                  <a16:creationId xmlns:a16="http://schemas.microsoft.com/office/drawing/2014/main" id="{498E172F-EFA9-ED36-1A50-C864783C2E8F}"/>
                </a:ext>
              </a:extLst>
            </p:cNvPr>
            <p:cNvSpPr/>
            <p:nvPr/>
          </p:nvSpPr>
          <p:spPr>
            <a:xfrm>
              <a:off x="2514950" y="2442390"/>
              <a:ext cx="4583826" cy="347413"/>
            </a:xfrm>
            <a:prstGeom prst="rightArrow">
              <a:avLst>
                <a:gd name="adj1" fmla="val 50000"/>
                <a:gd name="adj2"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0282F"/>
                </a:solidFill>
              </a:endParaRPr>
            </a:p>
          </p:txBody>
        </p:sp>
        <p:sp>
          <p:nvSpPr>
            <p:cNvPr id="44" name="Speech Bubble: Oval 19">
              <a:extLst>
                <a:ext uri="{FF2B5EF4-FFF2-40B4-BE49-F238E27FC236}">
                  <a16:creationId xmlns:a16="http://schemas.microsoft.com/office/drawing/2014/main" id="{143374E3-1C1B-7A4C-F588-EF99B9C6E3A9}"/>
                </a:ext>
              </a:extLst>
            </p:cNvPr>
            <p:cNvSpPr/>
            <p:nvPr/>
          </p:nvSpPr>
          <p:spPr>
            <a:xfrm flipH="1">
              <a:off x="1324304" y="2274562"/>
              <a:ext cx="1819656" cy="726321"/>
            </a:xfrm>
            <a:prstGeom prst="rect">
              <a:avLst/>
            </a:prstGeom>
            <a:solidFill>
              <a:schemeClr val="bg1"/>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300" dirty="0">
                  <a:solidFill>
                    <a:srgbClr val="20282F"/>
                  </a:solidFill>
                  <a:ea typeface="+mn-lt"/>
                  <a:cs typeface="+mn-lt"/>
                </a:rPr>
                <a:t>Here is some data for you. I hope you get it!</a:t>
              </a:r>
              <a:endParaRPr lang="en-US" dirty="0">
                <a:solidFill>
                  <a:srgbClr val="20282F"/>
                </a:solidFill>
              </a:endParaRPr>
            </a:p>
          </p:txBody>
        </p:sp>
      </p:grpSp>
      <p:sp>
        <p:nvSpPr>
          <p:cNvPr id="46" name="Right Arrow 45">
            <a:extLst>
              <a:ext uri="{FF2B5EF4-FFF2-40B4-BE49-F238E27FC236}">
                <a16:creationId xmlns:a16="http://schemas.microsoft.com/office/drawing/2014/main" id="{B9F8A5BD-B86D-F7F3-D28C-B9506F717D2F}"/>
              </a:ext>
            </a:extLst>
          </p:cNvPr>
          <p:cNvSpPr/>
          <p:nvPr/>
        </p:nvSpPr>
        <p:spPr>
          <a:xfrm rot="10800000">
            <a:off x="2068485" y="2915545"/>
            <a:ext cx="4583826" cy="347413"/>
          </a:xfrm>
          <a:prstGeom prst="right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ight Arrow 3">
            <a:extLst>
              <a:ext uri="{FF2B5EF4-FFF2-40B4-BE49-F238E27FC236}">
                <a16:creationId xmlns:a16="http://schemas.microsoft.com/office/drawing/2014/main" id="{5D8BDDE1-551C-3828-B75D-8E3D75F58979}"/>
              </a:ext>
            </a:extLst>
          </p:cNvPr>
          <p:cNvSpPr/>
          <p:nvPr/>
        </p:nvSpPr>
        <p:spPr>
          <a:xfrm rot="10800000">
            <a:off x="2068485" y="3353830"/>
            <a:ext cx="4583826" cy="347413"/>
          </a:xfrm>
          <a:prstGeom prst="right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ight Arrow 5">
            <a:extLst>
              <a:ext uri="{FF2B5EF4-FFF2-40B4-BE49-F238E27FC236}">
                <a16:creationId xmlns:a16="http://schemas.microsoft.com/office/drawing/2014/main" id="{B18B216B-5635-C047-321F-C6DF20A89578}"/>
              </a:ext>
            </a:extLst>
          </p:cNvPr>
          <p:cNvSpPr/>
          <p:nvPr/>
        </p:nvSpPr>
        <p:spPr>
          <a:xfrm rot="10800000">
            <a:off x="2085483" y="3770426"/>
            <a:ext cx="4583826" cy="347413"/>
          </a:xfrm>
          <a:prstGeom prst="right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Speech Bubble: Oval 19">
            <a:extLst>
              <a:ext uri="{FF2B5EF4-FFF2-40B4-BE49-F238E27FC236}">
                <a16:creationId xmlns:a16="http://schemas.microsoft.com/office/drawing/2014/main" id="{A913F6E4-FBD7-1BF5-D535-2D464FF69205}"/>
              </a:ext>
            </a:extLst>
          </p:cNvPr>
          <p:cNvSpPr/>
          <p:nvPr/>
        </p:nvSpPr>
        <p:spPr>
          <a:xfrm flipH="1">
            <a:off x="5934411" y="2779113"/>
            <a:ext cx="1819954" cy="1556343"/>
          </a:xfrm>
          <a:prstGeom prst="rect">
            <a:avLst/>
          </a:prstGeom>
          <a:solidFill>
            <a:schemeClr val="bg1"/>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300" dirty="0">
                <a:solidFill>
                  <a:srgbClr val="20282F"/>
                </a:solidFill>
                <a:ea typeface="Noto Sans"/>
                <a:cs typeface="Noto Sans"/>
              </a:rPr>
              <a:t>I have some data </a:t>
            </a:r>
            <a:br>
              <a:rPr lang="en-US" sz="1300" dirty="0">
                <a:solidFill>
                  <a:srgbClr val="20282F"/>
                </a:solidFill>
                <a:ea typeface="Noto Sans"/>
                <a:cs typeface="Noto Sans"/>
              </a:rPr>
            </a:br>
            <a:r>
              <a:rPr lang="en-US" sz="1300" dirty="0">
                <a:solidFill>
                  <a:srgbClr val="20282F"/>
                </a:solidFill>
                <a:ea typeface="Noto Sans"/>
                <a:cs typeface="Noto Sans"/>
              </a:rPr>
              <a:t>for you too. No </a:t>
            </a:r>
            <a:br>
              <a:rPr lang="en-US" sz="1300" dirty="0">
                <a:solidFill>
                  <a:srgbClr val="20282F"/>
                </a:solidFill>
                <a:ea typeface="Noto Sans"/>
                <a:cs typeface="Noto Sans"/>
              </a:rPr>
            </a:br>
            <a:r>
              <a:rPr lang="en-US" sz="1300" dirty="0">
                <a:solidFill>
                  <a:srgbClr val="20282F"/>
                </a:solidFill>
                <a:ea typeface="Noto Sans"/>
                <a:cs typeface="Noto Sans"/>
              </a:rPr>
              <a:t>reply needed.</a:t>
            </a:r>
          </a:p>
        </p:txBody>
      </p:sp>
    </p:spTree>
    <p:extLst>
      <p:ext uri="{BB962C8B-B14F-4D97-AF65-F5344CB8AC3E}">
        <p14:creationId xmlns:p14="http://schemas.microsoft.com/office/powerpoint/2010/main" val="904246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16302-7CDE-91C0-5125-6B55234B7EA6}"/>
              </a:ext>
            </a:extLst>
          </p:cNvPr>
          <p:cNvSpPr>
            <a:spLocks noGrp="1"/>
          </p:cNvSpPr>
          <p:nvPr>
            <p:ph type="title"/>
          </p:nvPr>
        </p:nvSpPr>
        <p:spPr>
          <a:xfrm>
            <a:off x="628650" y="591921"/>
            <a:ext cx="7921125" cy="496626"/>
          </a:xfrm>
        </p:spPr>
        <p:txBody>
          <a:bodyPr>
            <a:normAutofit fontScale="90000"/>
          </a:bodyPr>
          <a:lstStyle/>
          <a:p>
            <a:r>
              <a:rPr lang="en-US" dirty="0"/>
              <a:t>User Datagram Protocol (UDP)</a:t>
            </a:r>
          </a:p>
        </p:txBody>
      </p:sp>
      <p:graphicFrame>
        <p:nvGraphicFramePr>
          <p:cNvPr id="11" name="Content Placeholder 10">
            <a:extLst>
              <a:ext uri="{FF2B5EF4-FFF2-40B4-BE49-F238E27FC236}">
                <a16:creationId xmlns:a16="http://schemas.microsoft.com/office/drawing/2014/main" id="{A542A4B5-DDEA-0C85-52E4-D1C561FE2BB1}"/>
              </a:ext>
            </a:extLst>
          </p:cNvPr>
          <p:cNvGraphicFramePr>
            <a:graphicFrameLocks noGrp="1"/>
          </p:cNvGraphicFramePr>
          <p:nvPr>
            <p:ph sz="half" idx="1"/>
            <p:extLst>
              <p:ext uri="{D42A27DB-BD31-4B8C-83A1-F6EECF244321}">
                <p14:modId xmlns:p14="http://schemas.microsoft.com/office/powerpoint/2010/main" val="1578102576"/>
              </p:ext>
            </p:extLst>
          </p:nvPr>
        </p:nvGraphicFramePr>
        <p:xfrm>
          <a:off x="628650" y="1149350"/>
          <a:ext cx="3886200" cy="3365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Content Placeholder 9">
            <a:extLst>
              <a:ext uri="{FF2B5EF4-FFF2-40B4-BE49-F238E27FC236}">
                <a16:creationId xmlns:a16="http://schemas.microsoft.com/office/drawing/2014/main" id="{9EE68C5E-EADA-E779-57EC-DAC73C68F102}"/>
              </a:ext>
            </a:extLst>
          </p:cNvPr>
          <p:cNvGraphicFramePr>
            <a:graphicFrameLocks noGrp="1"/>
          </p:cNvGraphicFramePr>
          <p:nvPr>
            <p:ph sz="half" idx="2"/>
            <p:extLst>
              <p:ext uri="{D42A27DB-BD31-4B8C-83A1-F6EECF244321}">
                <p14:modId xmlns:p14="http://schemas.microsoft.com/office/powerpoint/2010/main" val="9358784"/>
              </p:ext>
            </p:extLst>
          </p:nvPr>
        </p:nvGraphicFramePr>
        <p:xfrm>
          <a:off x="4629150" y="1149350"/>
          <a:ext cx="3886200" cy="33655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 name="Slide Number Placeholder 2">
            <a:extLst>
              <a:ext uri="{FF2B5EF4-FFF2-40B4-BE49-F238E27FC236}">
                <a16:creationId xmlns:a16="http://schemas.microsoft.com/office/drawing/2014/main" id="{23CCB5EB-45CB-A764-08C2-DC6BA292D628}"/>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12</a:t>
            </a:fld>
            <a:endParaRPr lang="en-US" dirty="0"/>
          </a:p>
        </p:txBody>
      </p:sp>
      <p:sp>
        <p:nvSpPr>
          <p:cNvPr id="5" name="Footer Placeholder 4">
            <a:extLst>
              <a:ext uri="{FF2B5EF4-FFF2-40B4-BE49-F238E27FC236}">
                <a16:creationId xmlns:a16="http://schemas.microsoft.com/office/drawing/2014/main" id="{A71971C7-2A2B-A39E-236B-30A3853E59FD}"/>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3734788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FC431-35DB-9232-0DE3-79DDAD2F1C16}"/>
              </a:ext>
            </a:extLst>
          </p:cNvPr>
          <p:cNvSpPr>
            <a:spLocks noGrp="1"/>
          </p:cNvSpPr>
          <p:nvPr>
            <p:ph type="title"/>
          </p:nvPr>
        </p:nvSpPr>
        <p:spPr/>
        <p:txBody>
          <a:bodyPr>
            <a:normAutofit fontScale="90000"/>
          </a:bodyPr>
          <a:lstStyle/>
          <a:p>
            <a:r>
              <a:rPr lang="en-US" dirty="0"/>
              <a:t>Activity: Run netstat</a:t>
            </a:r>
          </a:p>
        </p:txBody>
      </p:sp>
      <p:sp>
        <p:nvSpPr>
          <p:cNvPr id="11" name="Content Placeholder 10">
            <a:extLst>
              <a:ext uri="{FF2B5EF4-FFF2-40B4-BE49-F238E27FC236}">
                <a16:creationId xmlns:a16="http://schemas.microsoft.com/office/drawing/2014/main" id="{C6576FE1-10B5-8765-A211-2828F792AA1D}"/>
              </a:ext>
            </a:extLst>
          </p:cNvPr>
          <p:cNvSpPr>
            <a:spLocks noGrp="1"/>
          </p:cNvSpPr>
          <p:nvPr>
            <p:ph sz="half" idx="1"/>
          </p:nvPr>
        </p:nvSpPr>
        <p:spPr>
          <a:xfrm>
            <a:off x="628649" y="1149214"/>
            <a:ext cx="4250999" cy="3365370"/>
          </a:xfrm>
        </p:spPr>
        <p:txBody>
          <a:bodyPr>
            <a:normAutofit fontScale="85000" lnSpcReduction="10000"/>
          </a:bodyPr>
          <a:lstStyle/>
          <a:p>
            <a:pPr marL="457200" indent="-457200">
              <a:lnSpc>
                <a:spcPct val="120000"/>
              </a:lnSpc>
              <a:spcAft>
                <a:spcPts val="600"/>
              </a:spcAft>
              <a:buFont typeface="+mj-lt"/>
              <a:buAutoNum type="arabicPeriod"/>
            </a:pPr>
            <a:r>
              <a:rPr lang="en-US" dirty="0"/>
              <a:t>Open the command prompt or Terminal.</a:t>
            </a:r>
          </a:p>
          <a:p>
            <a:pPr marL="457200" indent="-457200">
              <a:lnSpc>
                <a:spcPct val="120000"/>
              </a:lnSpc>
              <a:spcAft>
                <a:spcPts val="600"/>
              </a:spcAft>
              <a:buFont typeface="+mj-lt"/>
              <a:buAutoNum type="arabicPeriod"/>
            </a:pPr>
            <a:r>
              <a:rPr lang="en-US" dirty="0"/>
              <a:t>Run netstat command to view all active connections and their respective ports.</a:t>
            </a:r>
          </a:p>
          <a:p>
            <a:pPr marL="457200" indent="-457200">
              <a:lnSpc>
                <a:spcPct val="120000"/>
              </a:lnSpc>
              <a:spcAft>
                <a:spcPts val="600"/>
              </a:spcAft>
              <a:buFont typeface="+mj-lt"/>
              <a:buAutoNum type="arabicPeriod"/>
            </a:pPr>
            <a:r>
              <a:rPr lang="en-US" dirty="0"/>
              <a:t>Use additional options like </a:t>
            </a:r>
            <a:r>
              <a:rPr lang="en-US" b="1" dirty="0"/>
              <a:t>-a</a:t>
            </a:r>
            <a:r>
              <a:rPr lang="en-US" dirty="0"/>
              <a:t> or </a:t>
            </a:r>
            <a:r>
              <a:rPr lang="en-US" b="1" dirty="0"/>
              <a:t>-p</a:t>
            </a:r>
            <a:r>
              <a:rPr lang="en-US" dirty="0"/>
              <a:t> and observe the output. Try </a:t>
            </a:r>
            <a:r>
              <a:rPr lang="en-US" b="1" dirty="0"/>
              <a:t>-b</a:t>
            </a:r>
            <a:r>
              <a:rPr lang="en-US" dirty="0"/>
              <a:t> if you have local administrator privileges.</a:t>
            </a:r>
          </a:p>
        </p:txBody>
      </p:sp>
      <p:pic>
        <p:nvPicPr>
          <p:cNvPr id="16" name="Content Placeholder 15" descr="Monitor with solid fill">
            <a:extLst>
              <a:ext uri="{FF2B5EF4-FFF2-40B4-BE49-F238E27FC236}">
                <a16:creationId xmlns:a16="http://schemas.microsoft.com/office/drawing/2014/main" id="{B1211C63-5F9E-4466-63A8-BF71E648B2CB}"/>
              </a:ext>
            </a:extLst>
          </p:cNvPr>
          <p:cNvPicPr>
            <a:picLocks noGrp="1" noChangeAspect="1"/>
          </p:cNvPicPr>
          <p:nvPr>
            <p:ph sz="half" idx="2"/>
          </p:nvPr>
        </p:nvPicPr>
        <p:blipFill>
          <a:blip r:embed="rId3">
            <a:extLst>
              <a:ext uri="{96DAC541-7B7A-43D3-8B79-37D633B846F1}">
                <asvg:svgBlip xmlns:asvg="http://schemas.microsoft.com/office/drawing/2016/SVG/main" r:embed="rId4"/>
              </a:ext>
            </a:extLst>
          </a:blip>
          <a:stretch>
            <a:fillRect/>
          </a:stretch>
        </p:blipFill>
        <p:spPr>
          <a:xfrm>
            <a:off x="5149982" y="1243013"/>
            <a:ext cx="3365369" cy="3365369"/>
          </a:xfrm>
        </p:spPr>
      </p:pic>
      <p:sp>
        <p:nvSpPr>
          <p:cNvPr id="3" name="Slide Number Placeholder 2">
            <a:extLst>
              <a:ext uri="{FF2B5EF4-FFF2-40B4-BE49-F238E27FC236}">
                <a16:creationId xmlns:a16="http://schemas.microsoft.com/office/drawing/2014/main" id="{9612BA82-7800-B7E4-CD90-FD5E09DFB05C}"/>
              </a:ext>
            </a:extLst>
          </p:cNvPr>
          <p:cNvSpPr>
            <a:spLocks noGrp="1"/>
          </p:cNvSpPr>
          <p:nvPr>
            <p:ph type="sldNum" sz="quarter" idx="12"/>
          </p:nvPr>
        </p:nvSpPr>
        <p:spPr/>
        <p:txBody>
          <a:bodyPr/>
          <a:lstStyle/>
          <a:p>
            <a:fld id="{64537577-822C-42C9-B1FE-62AC5F07B59D}" type="slidenum">
              <a:rPr lang="en-US" smtClean="0"/>
              <a:pPr/>
              <a:t>13</a:t>
            </a:fld>
            <a:endParaRPr lang="en-US" dirty="0"/>
          </a:p>
        </p:txBody>
      </p:sp>
      <p:sp>
        <p:nvSpPr>
          <p:cNvPr id="5" name="Footer Placeholder 4">
            <a:extLst>
              <a:ext uri="{FF2B5EF4-FFF2-40B4-BE49-F238E27FC236}">
                <a16:creationId xmlns:a16="http://schemas.microsoft.com/office/drawing/2014/main" id="{E2881C1A-169C-D0DE-5E1F-F040D79D374C}"/>
              </a:ext>
            </a:extLst>
          </p:cNvPr>
          <p:cNvSpPr>
            <a:spLocks noGrp="1"/>
          </p:cNvSpPr>
          <p:nvPr>
            <p:ph type="ftr" sz="quarter" idx="3"/>
          </p:nvPr>
        </p:nvSpPr>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3317444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6.2</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DHCP</a:t>
            </a:r>
          </a:p>
        </p:txBody>
      </p:sp>
      <p:sp>
        <p:nvSpPr>
          <p:cNvPr id="5" name="Slide Number Placeholder 4">
            <a:extLst>
              <a:ext uri="{FF2B5EF4-FFF2-40B4-BE49-F238E27FC236}">
                <a16:creationId xmlns:a16="http://schemas.microsoft.com/office/drawing/2014/main" id="{80ADCCB7-57D8-785C-DE5D-6D0E4F9E35A8}"/>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14</a:t>
            </a:fld>
            <a:endParaRPr lang="en-US" dirty="0"/>
          </a:p>
        </p:txBody>
      </p:sp>
      <p:sp>
        <p:nvSpPr>
          <p:cNvPr id="6" name="Footer Placeholder 5">
            <a:extLst>
              <a:ext uri="{FF2B5EF4-FFF2-40B4-BE49-F238E27FC236}">
                <a16:creationId xmlns:a16="http://schemas.microsoft.com/office/drawing/2014/main" id="{765D4CFD-744C-8A5E-20FE-D0CE84936F14}"/>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870774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6610F-6ACB-F97D-8075-A2D6CC19F157}"/>
              </a:ext>
            </a:extLst>
          </p:cNvPr>
          <p:cNvSpPr>
            <a:spLocks noGrp="1"/>
          </p:cNvSpPr>
          <p:nvPr>
            <p:ph type="title"/>
          </p:nvPr>
        </p:nvSpPr>
        <p:spPr>
          <a:xfrm>
            <a:off x="628649" y="584942"/>
            <a:ext cx="7886699" cy="572790"/>
          </a:xfrm>
        </p:spPr>
        <p:txBody>
          <a:bodyPr>
            <a:normAutofit fontScale="90000"/>
          </a:bodyPr>
          <a:lstStyle/>
          <a:p>
            <a:r>
              <a:rPr lang="en-US" dirty="0"/>
              <a:t>DHCP Process</a:t>
            </a:r>
          </a:p>
        </p:txBody>
      </p:sp>
      <p:sp>
        <p:nvSpPr>
          <p:cNvPr id="3" name="Slide Number Placeholder 2">
            <a:extLst>
              <a:ext uri="{FF2B5EF4-FFF2-40B4-BE49-F238E27FC236}">
                <a16:creationId xmlns:a16="http://schemas.microsoft.com/office/drawing/2014/main" id="{F3D8C0EB-6E67-724F-9630-33DD9E9ACB55}"/>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15</a:t>
            </a:fld>
            <a:endParaRPr lang="en-US" dirty="0"/>
          </a:p>
        </p:txBody>
      </p:sp>
      <p:sp>
        <p:nvSpPr>
          <p:cNvPr id="5" name="Footer Placeholder 4">
            <a:extLst>
              <a:ext uri="{FF2B5EF4-FFF2-40B4-BE49-F238E27FC236}">
                <a16:creationId xmlns:a16="http://schemas.microsoft.com/office/drawing/2014/main" id="{AA90601F-DBB9-4348-B2EF-A919090C4179}"/>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
        <p:nvSpPr>
          <p:cNvPr id="36" name="Rectangle 35">
            <a:extLst>
              <a:ext uri="{FF2B5EF4-FFF2-40B4-BE49-F238E27FC236}">
                <a16:creationId xmlns:a16="http://schemas.microsoft.com/office/drawing/2014/main" id="{47762502-F26A-DE3D-8959-42012DCD211F}"/>
              </a:ext>
            </a:extLst>
          </p:cNvPr>
          <p:cNvSpPr/>
          <p:nvPr/>
        </p:nvSpPr>
        <p:spPr>
          <a:xfrm>
            <a:off x="628649" y="1272358"/>
            <a:ext cx="1720654" cy="3375167"/>
          </a:xfrm>
          <a:prstGeom prst="rect">
            <a:avLst/>
          </a:prstGeom>
          <a:solidFill>
            <a:srgbClr val="004F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2000" b="1" dirty="0"/>
              <a:t>Client</a:t>
            </a:r>
          </a:p>
        </p:txBody>
      </p:sp>
      <p:sp>
        <p:nvSpPr>
          <p:cNvPr id="37" name="Rectangle 36">
            <a:extLst>
              <a:ext uri="{FF2B5EF4-FFF2-40B4-BE49-F238E27FC236}">
                <a16:creationId xmlns:a16="http://schemas.microsoft.com/office/drawing/2014/main" id="{9BA46C2D-F73A-304E-80D3-FE103C7C229F}"/>
              </a:ext>
            </a:extLst>
          </p:cNvPr>
          <p:cNvSpPr/>
          <p:nvPr/>
        </p:nvSpPr>
        <p:spPr>
          <a:xfrm>
            <a:off x="6652311" y="1272358"/>
            <a:ext cx="1720653" cy="3375167"/>
          </a:xfrm>
          <a:prstGeom prst="rect">
            <a:avLst/>
          </a:prstGeom>
          <a:solidFill>
            <a:srgbClr val="004F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2000" b="1" dirty="0"/>
              <a:t>Server</a:t>
            </a:r>
          </a:p>
        </p:txBody>
      </p:sp>
      <p:sp>
        <p:nvSpPr>
          <p:cNvPr id="38" name="TextBox 37">
            <a:extLst>
              <a:ext uri="{FF2B5EF4-FFF2-40B4-BE49-F238E27FC236}">
                <a16:creationId xmlns:a16="http://schemas.microsoft.com/office/drawing/2014/main" id="{4B8F7A78-5426-C374-41F7-4069F2DB7618}"/>
              </a:ext>
            </a:extLst>
          </p:cNvPr>
          <p:cNvSpPr txBox="1"/>
          <p:nvPr/>
        </p:nvSpPr>
        <p:spPr>
          <a:xfrm>
            <a:off x="3412309" y="1669452"/>
            <a:ext cx="2319378" cy="369012"/>
          </a:xfrm>
          <a:prstGeom prst="rect">
            <a:avLst/>
          </a:prstGeom>
          <a:noFill/>
        </p:spPr>
        <p:txBody>
          <a:bodyPr wrap="square" rtlCol="0">
            <a:spAutoFit/>
          </a:bodyPr>
          <a:lstStyle/>
          <a:p>
            <a:pPr algn="ctr"/>
            <a:r>
              <a:rPr lang="en-US" sz="1798" dirty="0">
                <a:solidFill>
                  <a:srgbClr val="20282F"/>
                </a:solidFill>
              </a:rPr>
              <a:t>DHCP Discover</a:t>
            </a:r>
          </a:p>
        </p:txBody>
      </p:sp>
      <p:sp>
        <p:nvSpPr>
          <p:cNvPr id="39" name="TextBox 38">
            <a:extLst>
              <a:ext uri="{FF2B5EF4-FFF2-40B4-BE49-F238E27FC236}">
                <a16:creationId xmlns:a16="http://schemas.microsoft.com/office/drawing/2014/main" id="{A5A6024D-89FB-FCC6-914A-88FB25D7FD02}"/>
              </a:ext>
            </a:extLst>
          </p:cNvPr>
          <p:cNvSpPr txBox="1"/>
          <p:nvPr/>
        </p:nvSpPr>
        <p:spPr>
          <a:xfrm>
            <a:off x="3601919" y="2381713"/>
            <a:ext cx="1940159" cy="369012"/>
          </a:xfrm>
          <a:prstGeom prst="rect">
            <a:avLst/>
          </a:prstGeom>
          <a:noFill/>
        </p:spPr>
        <p:txBody>
          <a:bodyPr wrap="square" rtlCol="0">
            <a:spAutoFit/>
          </a:bodyPr>
          <a:lstStyle>
            <a:defPPr>
              <a:defRPr lang="en-US"/>
            </a:defPPr>
            <a:lvl1pPr algn="ctr">
              <a:defRPr sz="1798">
                <a:solidFill>
                  <a:srgbClr val="586169"/>
                </a:solidFill>
              </a:defRPr>
            </a:lvl1pPr>
          </a:lstStyle>
          <a:p>
            <a:r>
              <a:rPr lang="en-US" dirty="0">
                <a:solidFill>
                  <a:srgbClr val="20282F"/>
                </a:solidFill>
              </a:rPr>
              <a:t>DHCP Offer</a:t>
            </a:r>
          </a:p>
        </p:txBody>
      </p:sp>
      <p:grpSp>
        <p:nvGrpSpPr>
          <p:cNvPr id="11" name="Group 10">
            <a:extLst>
              <a:ext uri="{FF2B5EF4-FFF2-40B4-BE49-F238E27FC236}">
                <a16:creationId xmlns:a16="http://schemas.microsoft.com/office/drawing/2014/main" id="{63A5D074-228E-3E0F-B750-1453DE650CC2}"/>
              </a:ext>
            </a:extLst>
          </p:cNvPr>
          <p:cNvGrpSpPr/>
          <p:nvPr/>
        </p:nvGrpSpPr>
        <p:grpSpPr>
          <a:xfrm>
            <a:off x="1132341" y="1811239"/>
            <a:ext cx="5800788" cy="596310"/>
            <a:chOff x="1132341" y="1811239"/>
            <a:chExt cx="5800788" cy="596310"/>
          </a:xfrm>
        </p:grpSpPr>
        <p:sp>
          <p:nvSpPr>
            <p:cNvPr id="43" name="Right Arrow 42">
              <a:extLst>
                <a:ext uri="{FF2B5EF4-FFF2-40B4-BE49-F238E27FC236}">
                  <a16:creationId xmlns:a16="http://schemas.microsoft.com/office/drawing/2014/main" id="{498E172F-EFA9-ED36-1A50-C864783C2E8F}"/>
                </a:ext>
              </a:extLst>
            </p:cNvPr>
            <p:cNvSpPr/>
            <p:nvPr/>
          </p:nvSpPr>
          <p:spPr>
            <a:xfrm>
              <a:off x="2349303" y="1935688"/>
              <a:ext cx="4583826" cy="347413"/>
            </a:xfrm>
            <a:prstGeom prst="rightArrow">
              <a:avLst>
                <a:gd name="adj1" fmla="val 50000"/>
                <a:gd name="adj2"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peech Bubble: Oval 19">
              <a:extLst>
                <a:ext uri="{FF2B5EF4-FFF2-40B4-BE49-F238E27FC236}">
                  <a16:creationId xmlns:a16="http://schemas.microsoft.com/office/drawing/2014/main" id="{143374E3-1C1B-7A4C-F588-EF99B9C6E3A9}"/>
                </a:ext>
              </a:extLst>
            </p:cNvPr>
            <p:cNvSpPr/>
            <p:nvPr/>
          </p:nvSpPr>
          <p:spPr>
            <a:xfrm flipH="1">
              <a:off x="1132341" y="1811239"/>
              <a:ext cx="1819656" cy="596310"/>
            </a:xfrm>
            <a:prstGeom prst="rect">
              <a:avLst/>
            </a:prstGeom>
            <a:solidFill>
              <a:schemeClr val="bg1"/>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dirty="0">
                  <a:solidFill>
                    <a:srgbClr val="20282F"/>
                  </a:solidFill>
                </a:rPr>
                <a:t>I’m new here. I need an IP address!</a:t>
              </a:r>
            </a:p>
          </p:txBody>
        </p:sp>
      </p:grpSp>
      <p:grpSp>
        <p:nvGrpSpPr>
          <p:cNvPr id="10" name="Group 9">
            <a:extLst>
              <a:ext uri="{FF2B5EF4-FFF2-40B4-BE49-F238E27FC236}">
                <a16:creationId xmlns:a16="http://schemas.microsoft.com/office/drawing/2014/main" id="{A7F702E1-CAA0-B871-7F16-F5473CE65186}"/>
              </a:ext>
            </a:extLst>
          </p:cNvPr>
          <p:cNvGrpSpPr/>
          <p:nvPr/>
        </p:nvGrpSpPr>
        <p:grpSpPr>
          <a:xfrm>
            <a:off x="2098295" y="2535273"/>
            <a:ext cx="5619194" cy="556048"/>
            <a:chOff x="2085482" y="2459076"/>
            <a:chExt cx="5619194" cy="556048"/>
          </a:xfrm>
        </p:grpSpPr>
        <p:sp>
          <p:nvSpPr>
            <p:cNvPr id="46" name="Right Arrow 45">
              <a:extLst>
                <a:ext uri="{FF2B5EF4-FFF2-40B4-BE49-F238E27FC236}">
                  <a16:creationId xmlns:a16="http://schemas.microsoft.com/office/drawing/2014/main" id="{B9F8A5BD-B86D-F7F3-D28C-B9506F717D2F}"/>
                </a:ext>
              </a:extLst>
            </p:cNvPr>
            <p:cNvSpPr/>
            <p:nvPr/>
          </p:nvSpPr>
          <p:spPr>
            <a:xfrm rot="10800000">
              <a:off x="2085482" y="2563393"/>
              <a:ext cx="4583826" cy="347413"/>
            </a:xfrm>
            <a:prstGeom prst="right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0282F"/>
                </a:solidFill>
              </a:endParaRPr>
            </a:p>
          </p:txBody>
        </p:sp>
        <p:sp>
          <p:nvSpPr>
            <p:cNvPr id="47" name="Speech Bubble: Oval 19">
              <a:extLst>
                <a:ext uri="{FF2B5EF4-FFF2-40B4-BE49-F238E27FC236}">
                  <a16:creationId xmlns:a16="http://schemas.microsoft.com/office/drawing/2014/main" id="{A913F6E4-FBD7-1BF5-D535-2D464FF69205}"/>
                </a:ext>
              </a:extLst>
            </p:cNvPr>
            <p:cNvSpPr/>
            <p:nvPr/>
          </p:nvSpPr>
          <p:spPr>
            <a:xfrm flipH="1">
              <a:off x="5884722" y="2459076"/>
              <a:ext cx="1819954" cy="556048"/>
            </a:xfrm>
            <a:prstGeom prst="rect">
              <a:avLst/>
            </a:prstGeom>
            <a:solidFill>
              <a:schemeClr val="bg1"/>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dirty="0">
                  <a:solidFill>
                    <a:srgbClr val="20282F"/>
                  </a:solidFill>
                </a:rPr>
                <a:t>Here’s an IP address for you!</a:t>
              </a:r>
            </a:p>
          </p:txBody>
        </p:sp>
      </p:grpSp>
      <p:grpSp>
        <p:nvGrpSpPr>
          <p:cNvPr id="9" name="Group 8">
            <a:extLst>
              <a:ext uri="{FF2B5EF4-FFF2-40B4-BE49-F238E27FC236}">
                <a16:creationId xmlns:a16="http://schemas.microsoft.com/office/drawing/2014/main" id="{981DAF10-EAA7-03E1-FA87-443CBB3B30AB}"/>
              </a:ext>
            </a:extLst>
          </p:cNvPr>
          <p:cNvGrpSpPr/>
          <p:nvPr/>
        </p:nvGrpSpPr>
        <p:grpSpPr>
          <a:xfrm>
            <a:off x="1132341" y="3219045"/>
            <a:ext cx="5800788" cy="596310"/>
            <a:chOff x="1132341" y="3070879"/>
            <a:chExt cx="5800788" cy="596310"/>
          </a:xfrm>
        </p:grpSpPr>
        <p:sp>
          <p:nvSpPr>
            <p:cNvPr id="8" name="Right Arrow 7">
              <a:extLst>
                <a:ext uri="{FF2B5EF4-FFF2-40B4-BE49-F238E27FC236}">
                  <a16:creationId xmlns:a16="http://schemas.microsoft.com/office/drawing/2014/main" id="{C9419203-C9D2-1D44-0C35-46A93F4C42E5}"/>
                </a:ext>
              </a:extLst>
            </p:cNvPr>
            <p:cNvSpPr/>
            <p:nvPr/>
          </p:nvSpPr>
          <p:spPr>
            <a:xfrm>
              <a:off x="2349303" y="3195328"/>
              <a:ext cx="4583826" cy="347413"/>
            </a:xfrm>
            <a:prstGeom prst="rightArrow">
              <a:avLst>
                <a:gd name="adj1" fmla="val 50000"/>
                <a:gd name="adj2"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0282F"/>
                </a:solidFill>
              </a:endParaRPr>
            </a:p>
          </p:txBody>
        </p:sp>
        <p:sp>
          <p:nvSpPr>
            <p:cNvPr id="7" name="Speech Bubble: Oval 19">
              <a:extLst>
                <a:ext uri="{FF2B5EF4-FFF2-40B4-BE49-F238E27FC236}">
                  <a16:creationId xmlns:a16="http://schemas.microsoft.com/office/drawing/2014/main" id="{B297E2DB-DEB2-F0EF-F252-3ADF5C30E569}"/>
                </a:ext>
              </a:extLst>
            </p:cNvPr>
            <p:cNvSpPr/>
            <p:nvPr/>
          </p:nvSpPr>
          <p:spPr>
            <a:xfrm flipH="1">
              <a:off x="1132341" y="3070879"/>
              <a:ext cx="1819656" cy="596310"/>
            </a:xfrm>
            <a:prstGeom prst="rect">
              <a:avLst/>
            </a:prstGeom>
            <a:solidFill>
              <a:schemeClr val="bg1"/>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dirty="0">
                  <a:solidFill>
                    <a:srgbClr val="20282F"/>
                  </a:solidFill>
                </a:rPr>
                <a:t>Great thanks! </a:t>
              </a:r>
              <a:br>
                <a:rPr lang="en-US" sz="1348" dirty="0">
                  <a:solidFill>
                    <a:srgbClr val="20282F"/>
                  </a:solidFill>
                </a:rPr>
              </a:br>
              <a:r>
                <a:rPr lang="en-US" sz="1348" dirty="0">
                  <a:solidFill>
                    <a:srgbClr val="20282F"/>
                  </a:solidFill>
                </a:rPr>
                <a:t>I’ll take it.</a:t>
              </a:r>
            </a:p>
          </p:txBody>
        </p:sp>
      </p:grpSp>
      <p:sp>
        <p:nvSpPr>
          <p:cNvPr id="12" name="TextBox 11">
            <a:extLst>
              <a:ext uri="{FF2B5EF4-FFF2-40B4-BE49-F238E27FC236}">
                <a16:creationId xmlns:a16="http://schemas.microsoft.com/office/drawing/2014/main" id="{14C37669-AA4B-A0FF-D684-0AF4DC7EEEE1}"/>
              </a:ext>
            </a:extLst>
          </p:cNvPr>
          <p:cNvSpPr txBox="1"/>
          <p:nvPr/>
        </p:nvSpPr>
        <p:spPr>
          <a:xfrm>
            <a:off x="3601919" y="3093974"/>
            <a:ext cx="1940159" cy="369012"/>
          </a:xfrm>
          <a:prstGeom prst="rect">
            <a:avLst/>
          </a:prstGeom>
          <a:noFill/>
        </p:spPr>
        <p:txBody>
          <a:bodyPr wrap="square" rtlCol="0">
            <a:spAutoFit/>
          </a:bodyPr>
          <a:lstStyle>
            <a:defPPr>
              <a:defRPr lang="en-US"/>
            </a:defPPr>
            <a:lvl1pPr algn="ctr">
              <a:defRPr sz="1798">
                <a:solidFill>
                  <a:srgbClr val="586169"/>
                </a:solidFill>
              </a:defRPr>
            </a:lvl1pPr>
          </a:lstStyle>
          <a:p>
            <a:r>
              <a:rPr lang="en-US" dirty="0">
                <a:solidFill>
                  <a:srgbClr val="20282F"/>
                </a:solidFill>
              </a:rPr>
              <a:t>DHCP Request</a:t>
            </a:r>
          </a:p>
        </p:txBody>
      </p:sp>
      <p:sp>
        <p:nvSpPr>
          <p:cNvPr id="13" name="TextBox 12">
            <a:extLst>
              <a:ext uri="{FF2B5EF4-FFF2-40B4-BE49-F238E27FC236}">
                <a16:creationId xmlns:a16="http://schemas.microsoft.com/office/drawing/2014/main" id="{6DD83735-9A6C-8BF1-FB4D-110B8F5D9296}"/>
              </a:ext>
            </a:extLst>
          </p:cNvPr>
          <p:cNvSpPr txBox="1"/>
          <p:nvPr/>
        </p:nvSpPr>
        <p:spPr>
          <a:xfrm>
            <a:off x="3601919" y="3806236"/>
            <a:ext cx="1940159" cy="369012"/>
          </a:xfrm>
          <a:prstGeom prst="rect">
            <a:avLst/>
          </a:prstGeom>
          <a:noFill/>
        </p:spPr>
        <p:txBody>
          <a:bodyPr wrap="square" rtlCol="0">
            <a:spAutoFit/>
          </a:bodyPr>
          <a:lstStyle>
            <a:defPPr>
              <a:defRPr lang="en-US"/>
            </a:defPPr>
            <a:lvl1pPr algn="ctr">
              <a:defRPr sz="1798">
                <a:solidFill>
                  <a:srgbClr val="586169"/>
                </a:solidFill>
              </a:defRPr>
            </a:lvl1pPr>
          </a:lstStyle>
          <a:p>
            <a:r>
              <a:rPr lang="en-US" dirty="0">
                <a:solidFill>
                  <a:srgbClr val="20282F"/>
                </a:solidFill>
              </a:rPr>
              <a:t>DHCP Ack</a:t>
            </a:r>
          </a:p>
        </p:txBody>
      </p:sp>
      <p:grpSp>
        <p:nvGrpSpPr>
          <p:cNvPr id="14" name="Group 13">
            <a:extLst>
              <a:ext uri="{FF2B5EF4-FFF2-40B4-BE49-F238E27FC236}">
                <a16:creationId xmlns:a16="http://schemas.microsoft.com/office/drawing/2014/main" id="{0041C870-2059-0DB7-3871-B9C06A486C5E}"/>
              </a:ext>
            </a:extLst>
          </p:cNvPr>
          <p:cNvGrpSpPr/>
          <p:nvPr/>
        </p:nvGrpSpPr>
        <p:grpSpPr>
          <a:xfrm>
            <a:off x="2098295" y="3943080"/>
            <a:ext cx="5619194" cy="556048"/>
            <a:chOff x="2085482" y="2459076"/>
            <a:chExt cx="5619194" cy="556048"/>
          </a:xfrm>
        </p:grpSpPr>
        <p:sp>
          <p:nvSpPr>
            <p:cNvPr id="15" name="Right Arrow 14">
              <a:extLst>
                <a:ext uri="{FF2B5EF4-FFF2-40B4-BE49-F238E27FC236}">
                  <a16:creationId xmlns:a16="http://schemas.microsoft.com/office/drawing/2014/main" id="{B1BF3D54-1901-7C9A-C363-A93300B588AE}"/>
                </a:ext>
              </a:extLst>
            </p:cNvPr>
            <p:cNvSpPr/>
            <p:nvPr/>
          </p:nvSpPr>
          <p:spPr>
            <a:xfrm rot="10800000">
              <a:off x="2085482" y="2563393"/>
              <a:ext cx="4583826" cy="347413"/>
            </a:xfrm>
            <a:prstGeom prst="right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peech Bubble: Oval 19">
              <a:extLst>
                <a:ext uri="{FF2B5EF4-FFF2-40B4-BE49-F238E27FC236}">
                  <a16:creationId xmlns:a16="http://schemas.microsoft.com/office/drawing/2014/main" id="{F0816050-7103-9395-E969-7C40557F4C0E}"/>
                </a:ext>
              </a:extLst>
            </p:cNvPr>
            <p:cNvSpPr/>
            <p:nvPr/>
          </p:nvSpPr>
          <p:spPr>
            <a:xfrm flipH="1">
              <a:off x="5884722" y="2459076"/>
              <a:ext cx="1819954" cy="556048"/>
            </a:xfrm>
            <a:prstGeom prst="rect">
              <a:avLst/>
            </a:prstGeom>
            <a:solidFill>
              <a:schemeClr val="bg1"/>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dirty="0">
                  <a:solidFill>
                    <a:srgbClr val="20282F"/>
                  </a:solidFill>
                </a:rPr>
                <a:t>Sounds good. </a:t>
              </a:r>
              <a:br>
                <a:rPr lang="en-US" sz="1348" dirty="0">
                  <a:solidFill>
                    <a:srgbClr val="20282F"/>
                  </a:solidFill>
                </a:rPr>
              </a:br>
              <a:r>
                <a:rPr lang="en-US" sz="1348" dirty="0">
                  <a:solidFill>
                    <a:srgbClr val="20282F"/>
                  </a:solidFill>
                </a:rPr>
                <a:t>It’s all yours!</a:t>
              </a:r>
            </a:p>
          </p:txBody>
        </p:sp>
      </p:grpSp>
    </p:spTree>
    <p:extLst>
      <p:ext uri="{BB962C8B-B14F-4D97-AF65-F5344CB8AC3E}">
        <p14:creationId xmlns:p14="http://schemas.microsoft.com/office/powerpoint/2010/main" val="1069665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5FAA1-FD42-42D3-4487-D3D90BD4909E}"/>
              </a:ext>
            </a:extLst>
          </p:cNvPr>
          <p:cNvSpPr>
            <a:spLocks noGrp="1"/>
          </p:cNvSpPr>
          <p:nvPr>
            <p:ph type="title"/>
          </p:nvPr>
        </p:nvSpPr>
        <p:spPr>
          <a:xfrm>
            <a:off x="628649" y="584942"/>
            <a:ext cx="7886699" cy="572790"/>
          </a:xfrm>
        </p:spPr>
        <p:txBody>
          <a:bodyPr>
            <a:normAutofit fontScale="90000"/>
          </a:bodyPr>
          <a:lstStyle/>
          <a:p>
            <a:r>
              <a:rPr lang="en-US" dirty="0"/>
              <a:t>DHCP Reservations and Exclusions</a:t>
            </a:r>
          </a:p>
        </p:txBody>
      </p:sp>
      <p:graphicFrame>
        <p:nvGraphicFramePr>
          <p:cNvPr id="10" name="Content Placeholder 9">
            <a:extLst>
              <a:ext uri="{FF2B5EF4-FFF2-40B4-BE49-F238E27FC236}">
                <a16:creationId xmlns:a16="http://schemas.microsoft.com/office/drawing/2014/main" id="{1FA0A9A9-0F9E-13B8-C6C9-5D9CC34F06F0}"/>
              </a:ext>
            </a:extLst>
          </p:cNvPr>
          <p:cNvGraphicFramePr>
            <a:graphicFrameLocks noGrp="1"/>
          </p:cNvGraphicFramePr>
          <p:nvPr>
            <p:ph idx="1"/>
            <p:extLst>
              <p:ext uri="{D42A27DB-BD31-4B8C-83A1-F6EECF244321}">
                <p14:modId xmlns:p14="http://schemas.microsoft.com/office/powerpoint/2010/main" val="3619769863"/>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9348E08B-4C9D-9E3D-4A5F-E8C06F4E9771}"/>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16</a:t>
            </a:fld>
            <a:endParaRPr lang="en-US" dirty="0"/>
          </a:p>
        </p:txBody>
      </p:sp>
      <p:sp>
        <p:nvSpPr>
          <p:cNvPr id="5" name="Footer Placeholder 4">
            <a:extLst>
              <a:ext uri="{FF2B5EF4-FFF2-40B4-BE49-F238E27FC236}">
                <a16:creationId xmlns:a16="http://schemas.microsoft.com/office/drawing/2014/main" id="{6162A30F-B909-474E-57B1-5257CCAF1EA5}"/>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3338488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data and data&#10;&#10;Description automatically generated">
            <a:extLst>
              <a:ext uri="{FF2B5EF4-FFF2-40B4-BE49-F238E27FC236}">
                <a16:creationId xmlns:a16="http://schemas.microsoft.com/office/drawing/2014/main" id="{2D374B5A-6228-ED58-F3C2-238B83BD8720}"/>
              </a:ext>
            </a:extLst>
          </p:cNvPr>
          <p:cNvPicPr>
            <a:picLocks noChangeAspect="1"/>
          </p:cNvPicPr>
          <p:nvPr/>
        </p:nvPicPr>
        <p:blipFill>
          <a:blip r:embed="rId3"/>
          <a:stretch>
            <a:fillRect/>
          </a:stretch>
        </p:blipFill>
        <p:spPr>
          <a:xfrm>
            <a:off x="4901239" y="1360493"/>
            <a:ext cx="3856487" cy="1652566"/>
          </a:xfrm>
          <a:prstGeom prst="rect">
            <a:avLst/>
          </a:prstGeom>
        </p:spPr>
      </p:pic>
      <p:sp>
        <p:nvSpPr>
          <p:cNvPr id="2" name="Title 1">
            <a:extLst>
              <a:ext uri="{FF2B5EF4-FFF2-40B4-BE49-F238E27FC236}">
                <a16:creationId xmlns:a16="http://schemas.microsoft.com/office/drawing/2014/main" id="{F79BDDB0-F5DD-09BD-8B83-C1C3FCD19130}"/>
              </a:ext>
            </a:extLst>
          </p:cNvPr>
          <p:cNvSpPr>
            <a:spLocks noGrp="1"/>
          </p:cNvSpPr>
          <p:nvPr>
            <p:ph type="title"/>
          </p:nvPr>
        </p:nvSpPr>
        <p:spPr/>
        <p:txBody>
          <a:bodyPr>
            <a:normAutofit fontScale="90000"/>
          </a:bodyPr>
          <a:lstStyle/>
          <a:p>
            <a:r>
              <a:rPr lang="en-US" dirty="0"/>
              <a:t>Activity: Identify the Protocol</a:t>
            </a:r>
          </a:p>
        </p:txBody>
      </p:sp>
      <p:sp>
        <p:nvSpPr>
          <p:cNvPr id="3" name="Slide Number Placeholder 2">
            <a:extLst>
              <a:ext uri="{FF2B5EF4-FFF2-40B4-BE49-F238E27FC236}">
                <a16:creationId xmlns:a16="http://schemas.microsoft.com/office/drawing/2014/main" id="{D3CB0C76-C116-F4CC-1CB2-38BACA81B730}"/>
              </a:ext>
            </a:extLst>
          </p:cNvPr>
          <p:cNvSpPr>
            <a:spLocks noGrp="1"/>
          </p:cNvSpPr>
          <p:nvPr>
            <p:ph type="sldNum" sz="quarter" idx="12"/>
          </p:nvPr>
        </p:nvSpPr>
        <p:spPr/>
        <p:txBody>
          <a:bodyPr/>
          <a:lstStyle/>
          <a:p>
            <a:fld id="{64537577-822C-42C9-B1FE-62AC5F07B59D}" type="slidenum">
              <a:rPr lang="en-US" smtClean="0"/>
              <a:pPr/>
              <a:t>17</a:t>
            </a:fld>
            <a:endParaRPr lang="en-US" dirty="0"/>
          </a:p>
        </p:txBody>
      </p:sp>
      <p:sp>
        <p:nvSpPr>
          <p:cNvPr id="5" name="Footer Placeholder 4">
            <a:extLst>
              <a:ext uri="{FF2B5EF4-FFF2-40B4-BE49-F238E27FC236}">
                <a16:creationId xmlns:a16="http://schemas.microsoft.com/office/drawing/2014/main" id="{318A30D1-8A0B-D914-63C8-4ADA480C55B0}"/>
              </a:ext>
            </a:extLst>
          </p:cNvPr>
          <p:cNvSpPr>
            <a:spLocks noGrp="1"/>
          </p:cNvSpPr>
          <p:nvPr>
            <p:ph type="ftr" sz="quarter" idx="3"/>
          </p:nvPr>
        </p:nvSpPr>
        <p:spPr/>
        <p:txBody>
          <a:bodyPr/>
          <a:lstStyle/>
          <a:p>
            <a:pPr lvl="0"/>
            <a:r>
              <a:rPr lang="en-US" noProof="0"/>
              <a:t>​Copyright © 2025 CompTIA, Inc. All Rights Reserved. </a:t>
            </a:r>
            <a:endParaRPr lang="en-US" noProof="0" dirty="0"/>
          </a:p>
        </p:txBody>
      </p:sp>
      <p:pic>
        <p:nvPicPr>
          <p:cNvPr id="15" name="Picture 14">
            <a:extLst>
              <a:ext uri="{FF2B5EF4-FFF2-40B4-BE49-F238E27FC236}">
                <a16:creationId xmlns:a16="http://schemas.microsoft.com/office/drawing/2014/main" id="{71DE76F0-F677-FDDA-1B65-73F82C75C5FC}"/>
              </a:ext>
            </a:extLst>
          </p:cNvPr>
          <p:cNvPicPr>
            <a:picLocks noChangeAspect="1"/>
          </p:cNvPicPr>
          <p:nvPr/>
        </p:nvPicPr>
        <p:blipFill>
          <a:blip r:embed="rId4"/>
          <a:stretch>
            <a:fillRect/>
          </a:stretch>
        </p:blipFill>
        <p:spPr>
          <a:xfrm>
            <a:off x="628649" y="1358327"/>
            <a:ext cx="3627120" cy="1619250"/>
          </a:xfrm>
          <a:prstGeom prst="rect">
            <a:avLst/>
          </a:prstGeom>
        </p:spPr>
      </p:pic>
      <p:pic>
        <p:nvPicPr>
          <p:cNvPr id="18" name="Picture 17">
            <a:extLst>
              <a:ext uri="{FF2B5EF4-FFF2-40B4-BE49-F238E27FC236}">
                <a16:creationId xmlns:a16="http://schemas.microsoft.com/office/drawing/2014/main" id="{C0A2F3A5-3793-CC3C-8046-7B9F2F9431EF}"/>
              </a:ext>
            </a:extLst>
          </p:cNvPr>
          <p:cNvPicPr>
            <a:picLocks noChangeAspect="1"/>
          </p:cNvPicPr>
          <p:nvPr/>
        </p:nvPicPr>
        <p:blipFill>
          <a:blip r:embed="rId5"/>
          <a:stretch>
            <a:fillRect/>
          </a:stretch>
        </p:blipFill>
        <p:spPr>
          <a:xfrm>
            <a:off x="2872189" y="3096117"/>
            <a:ext cx="3614166" cy="1619250"/>
          </a:xfrm>
          <a:prstGeom prst="rect">
            <a:avLst/>
          </a:prstGeom>
        </p:spPr>
      </p:pic>
      <p:sp>
        <p:nvSpPr>
          <p:cNvPr id="20" name="Oval 19">
            <a:extLst>
              <a:ext uri="{FF2B5EF4-FFF2-40B4-BE49-F238E27FC236}">
                <a16:creationId xmlns:a16="http://schemas.microsoft.com/office/drawing/2014/main" id="{D75E2E74-8CD6-A2D5-5370-9809F60DFA07}"/>
              </a:ext>
            </a:extLst>
          </p:cNvPr>
          <p:cNvSpPr/>
          <p:nvPr/>
        </p:nvSpPr>
        <p:spPr>
          <a:xfrm>
            <a:off x="272033" y="1176860"/>
            <a:ext cx="500063" cy="500063"/>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dirty="0">
                <a:solidFill>
                  <a:schemeClr val="tx1"/>
                </a:solidFill>
              </a:rPr>
              <a:t>1</a:t>
            </a:r>
            <a:endParaRPr lang="en-US" b="1" dirty="0">
              <a:solidFill>
                <a:schemeClr val="tx1"/>
              </a:solidFill>
            </a:endParaRPr>
          </a:p>
        </p:txBody>
      </p:sp>
      <p:sp>
        <p:nvSpPr>
          <p:cNvPr id="21" name="Oval 20">
            <a:extLst>
              <a:ext uri="{FF2B5EF4-FFF2-40B4-BE49-F238E27FC236}">
                <a16:creationId xmlns:a16="http://schemas.microsoft.com/office/drawing/2014/main" id="{7DF20C2B-4125-1757-D395-6CDB145CB60F}"/>
              </a:ext>
            </a:extLst>
          </p:cNvPr>
          <p:cNvSpPr/>
          <p:nvPr/>
        </p:nvSpPr>
        <p:spPr>
          <a:xfrm>
            <a:off x="2574061" y="2846085"/>
            <a:ext cx="500063" cy="500063"/>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dirty="0">
                <a:solidFill>
                  <a:schemeClr val="tx1"/>
                </a:solidFill>
              </a:rPr>
              <a:t>3</a:t>
            </a:r>
            <a:endParaRPr lang="en-US" b="1" dirty="0">
              <a:solidFill>
                <a:schemeClr val="tx1"/>
              </a:solidFill>
            </a:endParaRPr>
          </a:p>
        </p:txBody>
      </p:sp>
      <p:sp>
        <p:nvSpPr>
          <p:cNvPr id="22" name="Oval 21">
            <a:extLst>
              <a:ext uri="{FF2B5EF4-FFF2-40B4-BE49-F238E27FC236}">
                <a16:creationId xmlns:a16="http://schemas.microsoft.com/office/drawing/2014/main" id="{45857A2C-50C9-1D06-BA04-B96C96BEBAB2}"/>
              </a:ext>
            </a:extLst>
          </p:cNvPr>
          <p:cNvSpPr/>
          <p:nvPr/>
        </p:nvSpPr>
        <p:spPr>
          <a:xfrm>
            <a:off x="4599975" y="1232996"/>
            <a:ext cx="500063" cy="500063"/>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dirty="0">
                <a:solidFill>
                  <a:schemeClr val="tx1"/>
                </a:solidFill>
              </a:rPr>
              <a:t>2</a:t>
            </a:r>
            <a:endParaRPr lang="en-US" b="1" dirty="0">
              <a:solidFill>
                <a:schemeClr val="tx1"/>
              </a:solidFill>
            </a:endParaRPr>
          </a:p>
        </p:txBody>
      </p:sp>
    </p:spTree>
    <p:extLst>
      <p:ext uri="{BB962C8B-B14F-4D97-AF65-F5344CB8AC3E}">
        <p14:creationId xmlns:p14="http://schemas.microsoft.com/office/powerpoint/2010/main" val="2877292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6.3</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APIPA and SLAAC</a:t>
            </a:r>
          </a:p>
        </p:txBody>
      </p:sp>
      <p:sp>
        <p:nvSpPr>
          <p:cNvPr id="5" name="Slide Number Placeholder 4">
            <a:extLst>
              <a:ext uri="{FF2B5EF4-FFF2-40B4-BE49-F238E27FC236}">
                <a16:creationId xmlns:a16="http://schemas.microsoft.com/office/drawing/2014/main" id="{0760B5C8-0D34-38D3-BF40-E503F8767288}"/>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18</a:t>
            </a:fld>
            <a:endParaRPr lang="en-US" dirty="0"/>
          </a:p>
        </p:txBody>
      </p:sp>
      <p:sp>
        <p:nvSpPr>
          <p:cNvPr id="6" name="Footer Placeholder 5">
            <a:extLst>
              <a:ext uri="{FF2B5EF4-FFF2-40B4-BE49-F238E27FC236}">
                <a16:creationId xmlns:a16="http://schemas.microsoft.com/office/drawing/2014/main" id="{F1D52E14-F728-AD30-5B83-0538F46C0D75}"/>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485973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20556-9EFD-F5A2-5279-B3D4893CB9B7}"/>
              </a:ext>
            </a:extLst>
          </p:cNvPr>
          <p:cNvSpPr>
            <a:spLocks noGrp="1"/>
          </p:cNvSpPr>
          <p:nvPr>
            <p:ph type="title"/>
          </p:nvPr>
        </p:nvSpPr>
        <p:spPr>
          <a:xfrm>
            <a:off x="628649" y="584942"/>
            <a:ext cx="7886699" cy="572790"/>
          </a:xfrm>
        </p:spPr>
        <p:txBody>
          <a:bodyPr>
            <a:normAutofit fontScale="90000"/>
          </a:bodyPr>
          <a:lstStyle/>
          <a:p>
            <a:r>
              <a:rPr lang="en-US" dirty="0"/>
              <a:t>APIPA</a:t>
            </a:r>
          </a:p>
        </p:txBody>
      </p:sp>
      <p:sp>
        <p:nvSpPr>
          <p:cNvPr id="6" name="Slide Number Placeholder 5">
            <a:extLst>
              <a:ext uri="{FF2B5EF4-FFF2-40B4-BE49-F238E27FC236}">
                <a16:creationId xmlns:a16="http://schemas.microsoft.com/office/drawing/2014/main" id="{B1A26928-D0BA-771A-87AA-0DDBF4CD0CD4}"/>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19</a:t>
            </a:fld>
            <a:endParaRPr lang="en-US" dirty="0"/>
          </a:p>
        </p:txBody>
      </p:sp>
      <p:sp>
        <p:nvSpPr>
          <p:cNvPr id="3" name="Footer Placeholder 2">
            <a:extLst>
              <a:ext uri="{FF2B5EF4-FFF2-40B4-BE49-F238E27FC236}">
                <a16:creationId xmlns:a16="http://schemas.microsoft.com/office/drawing/2014/main" id="{F5E4C0A6-217F-A8F8-85BA-5D01EF7419C3}"/>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1" name="Content Placeholder 10">
            <a:extLst>
              <a:ext uri="{FF2B5EF4-FFF2-40B4-BE49-F238E27FC236}">
                <a16:creationId xmlns:a16="http://schemas.microsoft.com/office/drawing/2014/main" id="{D426E2C1-305D-31A3-3C14-D0221DFE2F4D}"/>
              </a:ext>
            </a:extLst>
          </p:cNvPr>
          <p:cNvGraphicFramePr>
            <a:graphicFrameLocks noGrp="1"/>
          </p:cNvGraphicFramePr>
          <p:nvPr>
            <p:ph idx="1"/>
            <p:extLst>
              <p:ext uri="{D42A27DB-BD31-4B8C-83A1-F6EECF244321}">
                <p14:modId xmlns:p14="http://schemas.microsoft.com/office/powerpoint/2010/main" val="1378875126"/>
              </p:ext>
            </p:extLst>
          </p:nvPr>
        </p:nvGraphicFramePr>
        <p:xfrm>
          <a:off x="628648" y="1314880"/>
          <a:ext cx="7886700" cy="29523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59054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40CD5-726E-AAE1-AE9F-B86512F9F8EF}"/>
              </a:ext>
            </a:extLst>
          </p:cNvPr>
          <p:cNvSpPr>
            <a:spLocks noGrp="1"/>
          </p:cNvSpPr>
          <p:nvPr>
            <p:ph type="title"/>
          </p:nvPr>
        </p:nvSpPr>
        <p:spPr/>
        <p:txBody>
          <a:bodyPr>
            <a:normAutofit fontScale="90000"/>
          </a:bodyPr>
          <a:lstStyle/>
          <a:p>
            <a:r>
              <a:rPr lang="en-US" dirty="0"/>
              <a:t>IPv6 Autoconfiguration</a:t>
            </a:r>
          </a:p>
        </p:txBody>
      </p:sp>
      <p:sp>
        <p:nvSpPr>
          <p:cNvPr id="6" name="Slide Number Placeholder 5">
            <a:extLst>
              <a:ext uri="{FF2B5EF4-FFF2-40B4-BE49-F238E27FC236}">
                <a16:creationId xmlns:a16="http://schemas.microsoft.com/office/drawing/2014/main" id="{4DC0ED38-F35F-D5F8-0632-59925DDFD680}"/>
              </a:ext>
            </a:extLst>
          </p:cNvPr>
          <p:cNvSpPr>
            <a:spLocks noGrp="1"/>
          </p:cNvSpPr>
          <p:nvPr>
            <p:ph type="sldNum" sz="quarter" idx="12"/>
          </p:nvPr>
        </p:nvSpPr>
        <p:spPr/>
        <p:txBody>
          <a:bodyPr/>
          <a:lstStyle/>
          <a:p>
            <a:fld id="{64537577-822C-42C9-B1FE-62AC5F07B59D}" type="slidenum">
              <a:rPr lang="en-US" smtClean="0"/>
              <a:pPr/>
              <a:t>20</a:t>
            </a:fld>
            <a:endParaRPr lang="en-US" dirty="0"/>
          </a:p>
        </p:txBody>
      </p:sp>
      <p:sp>
        <p:nvSpPr>
          <p:cNvPr id="3" name="Footer Placeholder 2">
            <a:extLst>
              <a:ext uri="{FF2B5EF4-FFF2-40B4-BE49-F238E27FC236}">
                <a16:creationId xmlns:a16="http://schemas.microsoft.com/office/drawing/2014/main" id="{D6B14193-3405-77AA-75C7-1366505590E7}"/>
              </a:ext>
            </a:extLst>
          </p:cNvPr>
          <p:cNvSpPr>
            <a:spLocks noGrp="1"/>
          </p:cNvSpPr>
          <p:nvPr>
            <p:ph type="ftr" sz="quarter" idx="3"/>
          </p:nvPr>
        </p:nvSpPr>
        <p:spPr/>
        <p:txBody>
          <a:bodyPr/>
          <a:lstStyle/>
          <a:p>
            <a:pPr lvl="0"/>
            <a:r>
              <a:rPr lang="en-US" noProof="0"/>
              <a:t>​Copyright © 2025 CompTIA, Inc. All Rights Reserved. </a:t>
            </a:r>
            <a:endParaRPr lang="en-US" noProof="0" dirty="0"/>
          </a:p>
        </p:txBody>
      </p:sp>
      <p:graphicFrame>
        <p:nvGraphicFramePr>
          <p:cNvPr id="8" name="Content Placeholder 7">
            <a:extLst>
              <a:ext uri="{FF2B5EF4-FFF2-40B4-BE49-F238E27FC236}">
                <a16:creationId xmlns:a16="http://schemas.microsoft.com/office/drawing/2014/main" id="{B9C1C7D7-140D-572D-1A24-6E0C63B8035D}"/>
              </a:ext>
            </a:extLst>
          </p:cNvPr>
          <p:cNvGraphicFramePr>
            <a:graphicFrameLocks noGrp="1"/>
          </p:cNvGraphicFramePr>
          <p:nvPr>
            <p:ph idx="1"/>
            <p:extLst>
              <p:ext uri="{D42A27DB-BD31-4B8C-83A1-F6EECF244321}">
                <p14:modId xmlns:p14="http://schemas.microsoft.com/office/powerpoint/2010/main" val="699620735"/>
              </p:ext>
            </p:extLst>
          </p:nvPr>
        </p:nvGraphicFramePr>
        <p:xfrm>
          <a:off x="628650" y="1319465"/>
          <a:ext cx="7886700" cy="32343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697107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89434-EF6E-96E8-A4DF-5525F3ADE4E4}"/>
              </a:ext>
            </a:extLst>
          </p:cNvPr>
          <p:cNvSpPr>
            <a:spLocks noGrp="1"/>
          </p:cNvSpPr>
          <p:nvPr>
            <p:ph type="title"/>
          </p:nvPr>
        </p:nvSpPr>
        <p:spPr>
          <a:xfrm>
            <a:off x="628649" y="584942"/>
            <a:ext cx="7886699" cy="572790"/>
          </a:xfrm>
        </p:spPr>
        <p:txBody>
          <a:bodyPr>
            <a:normAutofit fontScale="90000"/>
          </a:bodyPr>
          <a:lstStyle/>
          <a:p>
            <a:r>
              <a:rPr lang="en-US" dirty="0"/>
              <a:t>SLAAC</a:t>
            </a:r>
          </a:p>
        </p:txBody>
      </p:sp>
      <p:sp>
        <p:nvSpPr>
          <p:cNvPr id="6" name="Slide Number Placeholder 5">
            <a:extLst>
              <a:ext uri="{FF2B5EF4-FFF2-40B4-BE49-F238E27FC236}">
                <a16:creationId xmlns:a16="http://schemas.microsoft.com/office/drawing/2014/main" id="{E01DEEC5-9746-795C-B332-9CA374731DD6}"/>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21</a:t>
            </a:fld>
            <a:endParaRPr lang="en-US" dirty="0"/>
          </a:p>
        </p:txBody>
      </p:sp>
      <p:sp>
        <p:nvSpPr>
          <p:cNvPr id="3" name="Footer Placeholder 2">
            <a:extLst>
              <a:ext uri="{FF2B5EF4-FFF2-40B4-BE49-F238E27FC236}">
                <a16:creationId xmlns:a16="http://schemas.microsoft.com/office/drawing/2014/main" id="{A1AD2830-65B4-4DA2-18EC-DFB1DAD8F305}"/>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1" name="Content Placeholder 10">
            <a:extLst>
              <a:ext uri="{FF2B5EF4-FFF2-40B4-BE49-F238E27FC236}">
                <a16:creationId xmlns:a16="http://schemas.microsoft.com/office/drawing/2014/main" id="{F30E90A3-BB1C-9822-71D7-4F7536BAB6F3}"/>
              </a:ext>
            </a:extLst>
          </p:cNvPr>
          <p:cNvGraphicFramePr>
            <a:graphicFrameLocks noGrp="1"/>
          </p:cNvGraphicFramePr>
          <p:nvPr>
            <p:ph idx="1"/>
            <p:extLst>
              <p:ext uri="{D42A27DB-BD31-4B8C-83A1-F6EECF244321}">
                <p14:modId xmlns:p14="http://schemas.microsoft.com/office/powerpoint/2010/main" val="583458565"/>
              </p:ext>
            </p:extLst>
          </p:nvPr>
        </p:nvGraphicFramePr>
        <p:xfrm>
          <a:off x="628650" y="1367328"/>
          <a:ext cx="7886700" cy="29523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883545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A4DE3-B5D9-BBBF-5582-707D811A7355}"/>
              </a:ext>
            </a:extLst>
          </p:cNvPr>
          <p:cNvSpPr>
            <a:spLocks noGrp="1"/>
          </p:cNvSpPr>
          <p:nvPr>
            <p:ph type="title"/>
          </p:nvPr>
        </p:nvSpPr>
        <p:spPr>
          <a:xfrm>
            <a:off x="628649" y="584942"/>
            <a:ext cx="7886699" cy="572790"/>
          </a:xfrm>
        </p:spPr>
        <p:txBody>
          <a:bodyPr>
            <a:normAutofit fontScale="90000"/>
          </a:bodyPr>
          <a:lstStyle/>
          <a:p>
            <a:r>
              <a:rPr lang="en-US" dirty="0"/>
              <a:t>DHCPv6</a:t>
            </a:r>
          </a:p>
        </p:txBody>
      </p:sp>
      <p:sp>
        <p:nvSpPr>
          <p:cNvPr id="6" name="Slide Number Placeholder 5">
            <a:extLst>
              <a:ext uri="{FF2B5EF4-FFF2-40B4-BE49-F238E27FC236}">
                <a16:creationId xmlns:a16="http://schemas.microsoft.com/office/drawing/2014/main" id="{8C7DB17B-1BFA-2B44-6788-30AC7F7B63DB}"/>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22</a:t>
            </a:fld>
            <a:endParaRPr lang="en-US" dirty="0"/>
          </a:p>
        </p:txBody>
      </p:sp>
      <p:sp>
        <p:nvSpPr>
          <p:cNvPr id="3" name="Footer Placeholder 2">
            <a:extLst>
              <a:ext uri="{FF2B5EF4-FFF2-40B4-BE49-F238E27FC236}">
                <a16:creationId xmlns:a16="http://schemas.microsoft.com/office/drawing/2014/main" id="{E101BAA0-CD55-2F7A-BD9B-87E4B6972BC6}"/>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7" name="Diagram 6">
            <a:extLst>
              <a:ext uri="{FF2B5EF4-FFF2-40B4-BE49-F238E27FC236}">
                <a16:creationId xmlns:a16="http://schemas.microsoft.com/office/drawing/2014/main" id="{5FA0A7C0-079F-7D17-1389-8367D7EB9415}"/>
              </a:ext>
            </a:extLst>
          </p:cNvPr>
          <p:cNvGraphicFramePr/>
          <p:nvPr>
            <p:extLst>
              <p:ext uri="{D42A27DB-BD31-4B8C-83A1-F6EECF244321}">
                <p14:modId xmlns:p14="http://schemas.microsoft.com/office/powerpoint/2010/main" val="2632121015"/>
              </p:ext>
            </p:extLst>
          </p:nvPr>
        </p:nvGraphicFramePr>
        <p:xfrm>
          <a:off x="1109520" y="1281869"/>
          <a:ext cx="6924960" cy="33776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2" name="Content Placeholder 11">
            <a:extLst>
              <a:ext uri="{FF2B5EF4-FFF2-40B4-BE49-F238E27FC236}">
                <a16:creationId xmlns:a16="http://schemas.microsoft.com/office/drawing/2014/main" id="{082A1932-510D-A4B2-0348-FC1051672679}"/>
              </a:ext>
            </a:extLst>
          </p:cNvPr>
          <p:cNvGraphicFramePr>
            <a:graphicFrameLocks noGrp="1"/>
          </p:cNvGraphicFramePr>
          <p:nvPr>
            <p:ph idx="1"/>
            <p:extLst>
              <p:ext uri="{D42A27DB-BD31-4B8C-83A1-F6EECF244321}">
                <p14:modId xmlns:p14="http://schemas.microsoft.com/office/powerpoint/2010/main" val="4279147720"/>
              </p:ext>
            </p:extLst>
          </p:nvPr>
        </p:nvGraphicFramePr>
        <p:xfrm>
          <a:off x="628648" y="1496601"/>
          <a:ext cx="7886700" cy="292668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2654737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B38FAB1-682E-3244-5A4B-38997864D2F5}"/>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193334" y="1575143"/>
            <a:ext cx="2501719" cy="2939441"/>
          </a:xfrm>
          <a:prstGeom prst="rect">
            <a:avLst/>
          </a:prstGeom>
          <a:noFill/>
        </p:spPr>
      </p:pic>
      <p:sp>
        <p:nvSpPr>
          <p:cNvPr id="2" name="Title 1">
            <a:extLst>
              <a:ext uri="{FF2B5EF4-FFF2-40B4-BE49-F238E27FC236}">
                <a16:creationId xmlns:a16="http://schemas.microsoft.com/office/drawing/2014/main" id="{02D608E8-F7DB-4232-3439-D63515D6B091}"/>
              </a:ext>
            </a:extLst>
          </p:cNvPr>
          <p:cNvSpPr>
            <a:spLocks noGrp="1"/>
          </p:cNvSpPr>
          <p:nvPr>
            <p:ph type="title"/>
          </p:nvPr>
        </p:nvSpPr>
        <p:spPr>
          <a:xfrm>
            <a:off x="628650" y="591921"/>
            <a:ext cx="7921125" cy="496626"/>
          </a:xfrm>
        </p:spPr>
        <p:txBody>
          <a:bodyPr vert="horz" lIns="91440" tIns="45720" rIns="91440" bIns="45720" rtlCol="0" anchor="ctr">
            <a:normAutofit fontScale="90000"/>
          </a:bodyPr>
          <a:lstStyle/>
          <a:p>
            <a:r>
              <a:rPr lang="en-US" dirty="0"/>
              <a:t>Activity: Think About It</a:t>
            </a:r>
          </a:p>
        </p:txBody>
      </p:sp>
      <p:sp>
        <p:nvSpPr>
          <p:cNvPr id="16" name="Content Placeholder 15">
            <a:extLst>
              <a:ext uri="{FF2B5EF4-FFF2-40B4-BE49-F238E27FC236}">
                <a16:creationId xmlns:a16="http://schemas.microsoft.com/office/drawing/2014/main" id="{C4B94903-F620-B11E-5F42-C19A92FB042B}"/>
              </a:ext>
            </a:extLst>
          </p:cNvPr>
          <p:cNvSpPr>
            <a:spLocks noGrp="1"/>
          </p:cNvSpPr>
          <p:nvPr>
            <p:ph sz="half" idx="1"/>
          </p:nvPr>
        </p:nvSpPr>
        <p:spPr>
          <a:xfrm>
            <a:off x="628649" y="1149214"/>
            <a:ext cx="5977250" cy="3365370"/>
          </a:xfrm>
        </p:spPr>
        <p:txBody>
          <a:bodyPr>
            <a:noAutofit/>
          </a:bodyPr>
          <a:lstStyle/>
          <a:p>
            <a:pPr marL="0" indent="0">
              <a:lnSpc>
                <a:spcPct val="120000"/>
              </a:lnSpc>
              <a:buNone/>
            </a:pPr>
            <a:r>
              <a:rPr lang="en-US" sz="1900" dirty="0"/>
              <a:t>The university’s IT department is deploying IPv6 across its diverse campus network. </a:t>
            </a:r>
          </a:p>
          <a:p>
            <a:pPr marL="0" indent="0">
              <a:lnSpc>
                <a:spcPct val="120000"/>
              </a:lnSpc>
              <a:buNone/>
            </a:pPr>
            <a:endParaRPr lang="en-US" sz="1200" dirty="0"/>
          </a:p>
          <a:p>
            <a:pPr marL="0" indent="0">
              <a:lnSpc>
                <a:spcPct val="120000"/>
              </a:lnSpc>
              <a:buNone/>
            </a:pPr>
            <a:r>
              <a:rPr lang="en-US" sz="1900" dirty="0"/>
              <a:t>With a mix of student devices, administrative workstations, and IoT-enabled classroom technology, the team needs an autoconfiguration protocol that can handle dynamic environments and provide ease of management. </a:t>
            </a:r>
          </a:p>
          <a:p>
            <a:pPr marL="0" indent="0">
              <a:lnSpc>
                <a:spcPct val="120000"/>
              </a:lnSpc>
              <a:buNone/>
            </a:pPr>
            <a:endParaRPr lang="en-US" sz="1200" dirty="0"/>
          </a:p>
          <a:p>
            <a:pPr marL="0" indent="0">
              <a:lnSpc>
                <a:spcPct val="120000"/>
              </a:lnSpc>
              <a:buNone/>
            </a:pPr>
            <a:r>
              <a:rPr lang="en-US" sz="1900" dirty="0"/>
              <a:t>Which protocol should they use?</a:t>
            </a:r>
          </a:p>
        </p:txBody>
      </p:sp>
      <p:sp>
        <p:nvSpPr>
          <p:cNvPr id="3" name="Slide Number Placeholder 2">
            <a:extLst>
              <a:ext uri="{FF2B5EF4-FFF2-40B4-BE49-F238E27FC236}">
                <a16:creationId xmlns:a16="http://schemas.microsoft.com/office/drawing/2014/main" id="{CA5EFAB4-D768-6D89-93F3-22D330A43E8F}"/>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23</a:t>
            </a:fld>
            <a:endParaRPr lang="en-US" dirty="0"/>
          </a:p>
        </p:txBody>
      </p:sp>
      <p:sp>
        <p:nvSpPr>
          <p:cNvPr id="5" name="Footer Placeholder 4">
            <a:extLst>
              <a:ext uri="{FF2B5EF4-FFF2-40B4-BE49-F238E27FC236}">
                <a16:creationId xmlns:a16="http://schemas.microsoft.com/office/drawing/2014/main" id="{3D188AAF-9801-35B5-1440-9223A44E8693}"/>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
        <p:nvSpPr>
          <p:cNvPr id="7" name="TextBox 6">
            <a:extLst>
              <a:ext uri="{FF2B5EF4-FFF2-40B4-BE49-F238E27FC236}">
                <a16:creationId xmlns:a16="http://schemas.microsoft.com/office/drawing/2014/main" id="{30BD1F4D-6C26-C18E-9BE7-1C0D16206AF4}"/>
              </a:ext>
            </a:extLst>
          </p:cNvPr>
          <p:cNvSpPr txBox="1"/>
          <p:nvPr/>
        </p:nvSpPr>
        <p:spPr>
          <a:xfrm>
            <a:off x="628650" y="1149214"/>
            <a:ext cx="3886200" cy="3365370"/>
          </a:xfrm>
          <a:prstGeom prst="rect">
            <a:avLst/>
          </a:prstGeom>
        </p:spPr>
        <p:txBody>
          <a:bodyPr vert="horz" lIns="91440" tIns="45720" rIns="91440" bIns="45720" rtlCol="0">
            <a:normAutofit/>
          </a:bodyPr>
          <a:lstStyle/>
          <a:p>
            <a:pPr defTabSz="685160">
              <a:lnSpc>
                <a:spcPct val="90000"/>
              </a:lnSpc>
              <a:spcBef>
                <a:spcPts val="749"/>
              </a:spcBef>
            </a:pPr>
            <a:endParaRPr lang="en-US" sz="1500" b="1" dirty="0">
              <a:solidFill>
                <a:srgbClr val="404448"/>
              </a:solidFill>
              <a:highlight>
                <a:srgbClr val="FFFFFF"/>
              </a:highlight>
            </a:endParaRPr>
          </a:p>
        </p:txBody>
      </p:sp>
    </p:spTree>
    <p:extLst>
      <p:ext uri="{BB962C8B-B14F-4D97-AF65-F5344CB8AC3E}">
        <p14:creationId xmlns:p14="http://schemas.microsoft.com/office/powerpoint/2010/main" val="2808107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6.4</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DHCP Relay and Troubleshooting</a:t>
            </a:r>
          </a:p>
        </p:txBody>
      </p:sp>
      <p:sp>
        <p:nvSpPr>
          <p:cNvPr id="5" name="Slide Number Placeholder 4">
            <a:extLst>
              <a:ext uri="{FF2B5EF4-FFF2-40B4-BE49-F238E27FC236}">
                <a16:creationId xmlns:a16="http://schemas.microsoft.com/office/drawing/2014/main" id="{A55C3DA0-1491-0EE9-6948-7F03DF0EBAEE}"/>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24</a:t>
            </a:fld>
            <a:endParaRPr lang="en-US" dirty="0"/>
          </a:p>
        </p:txBody>
      </p:sp>
      <p:sp>
        <p:nvSpPr>
          <p:cNvPr id="6" name="Footer Placeholder 5">
            <a:extLst>
              <a:ext uri="{FF2B5EF4-FFF2-40B4-BE49-F238E27FC236}">
                <a16:creationId xmlns:a16="http://schemas.microsoft.com/office/drawing/2014/main" id="{809C7921-3424-8652-8481-E764DF91BB88}"/>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25766575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1E2AA-5271-56D1-763B-3240033C91ED}"/>
              </a:ext>
            </a:extLst>
          </p:cNvPr>
          <p:cNvSpPr>
            <a:spLocks noGrp="1"/>
          </p:cNvSpPr>
          <p:nvPr>
            <p:ph type="title"/>
          </p:nvPr>
        </p:nvSpPr>
        <p:spPr>
          <a:xfrm>
            <a:off x="628649" y="584942"/>
            <a:ext cx="7886699" cy="572790"/>
          </a:xfrm>
        </p:spPr>
        <p:txBody>
          <a:bodyPr>
            <a:normAutofit fontScale="90000"/>
          </a:bodyPr>
          <a:lstStyle/>
          <a:p>
            <a:r>
              <a:rPr lang="en-US" dirty="0"/>
              <a:t>DHCP Relay Agent</a:t>
            </a:r>
          </a:p>
        </p:txBody>
      </p:sp>
      <p:sp>
        <p:nvSpPr>
          <p:cNvPr id="10" name="Content Placeholder 9">
            <a:extLst>
              <a:ext uri="{FF2B5EF4-FFF2-40B4-BE49-F238E27FC236}">
                <a16:creationId xmlns:a16="http://schemas.microsoft.com/office/drawing/2014/main" id="{FA609A67-59AA-8E11-315B-8DAA547C834F}"/>
              </a:ext>
            </a:extLst>
          </p:cNvPr>
          <p:cNvSpPr>
            <a:spLocks noGrp="1"/>
          </p:cNvSpPr>
          <p:nvPr>
            <p:ph idx="1"/>
          </p:nvPr>
        </p:nvSpPr>
        <p:spPr/>
        <p:txBody>
          <a:bodyPr>
            <a:normAutofit/>
          </a:bodyPr>
          <a:lstStyle/>
          <a:p>
            <a:r>
              <a:rPr lang="en-US" dirty="0"/>
              <a:t>Acts as a network bridge</a:t>
            </a:r>
          </a:p>
          <a:p>
            <a:r>
              <a:rPr lang="en-US" dirty="0"/>
              <a:t>Receives a DHCP broadcast messages from clients and forwards them to DHCP server</a:t>
            </a:r>
          </a:p>
          <a:p>
            <a:r>
              <a:rPr lang="en-US" dirty="0"/>
              <a:t>Enables clients to obtain IP address from a remote DHCP server</a:t>
            </a:r>
          </a:p>
        </p:txBody>
      </p:sp>
      <p:sp>
        <p:nvSpPr>
          <p:cNvPr id="3" name="Slide Number Placeholder 2">
            <a:extLst>
              <a:ext uri="{FF2B5EF4-FFF2-40B4-BE49-F238E27FC236}">
                <a16:creationId xmlns:a16="http://schemas.microsoft.com/office/drawing/2014/main" id="{FC9E0FB2-CF6C-D1A1-DE47-0C7C070AFCCB}"/>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25</a:t>
            </a:fld>
            <a:endParaRPr lang="en-US" dirty="0"/>
          </a:p>
        </p:txBody>
      </p:sp>
      <p:sp>
        <p:nvSpPr>
          <p:cNvPr id="5" name="Footer Placeholder 4">
            <a:extLst>
              <a:ext uri="{FF2B5EF4-FFF2-40B4-BE49-F238E27FC236}">
                <a16:creationId xmlns:a16="http://schemas.microsoft.com/office/drawing/2014/main" id="{549F9185-8EA8-F51D-5DE0-F74C906049F9}"/>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16405606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51F12C-A8D4-0958-974E-4CF8324F3898}"/>
              </a:ext>
            </a:extLst>
          </p:cNvPr>
          <p:cNvSpPr/>
          <p:nvPr/>
        </p:nvSpPr>
        <p:spPr>
          <a:xfrm>
            <a:off x="613147" y="1294526"/>
            <a:ext cx="3688049" cy="3259054"/>
          </a:xfrm>
          <a:prstGeom prst="rect">
            <a:avLst/>
          </a:prstGeom>
          <a:solidFill>
            <a:schemeClr val="bg1">
              <a:lumMod val="95000"/>
            </a:schemeClr>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2000" dirty="0">
                <a:solidFill>
                  <a:srgbClr val="20282F"/>
                </a:solidFill>
              </a:rPr>
              <a:t>Network A</a:t>
            </a:r>
          </a:p>
        </p:txBody>
      </p:sp>
      <p:sp>
        <p:nvSpPr>
          <p:cNvPr id="28" name="Rectangle 27">
            <a:extLst>
              <a:ext uri="{FF2B5EF4-FFF2-40B4-BE49-F238E27FC236}">
                <a16:creationId xmlns:a16="http://schemas.microsoft.com/office/drawing/2014/main" id="{820197DA-44CD-3E5F-1143-34AC1860E7B5}"/>
              </a:ext>
            </a:extLst>
          </p:cNvPr>
          <p:cNvSpPr/>
          <p:nvPr/>
        </p:nvSpPr>
        <p:spPr>
          <a:xfrm>
            <a:off x="4827299" y="1318823"/>
            <a:ext cx="3688049" cy="3259054"/>
          </a:xfrm>
          <a:prstGeom prst="rect">
            <a:avLst/>
          </a:prstGeom>
          <a:solidFill>
            <a:schemeClr val="bg1">
              <a:lumMod val="95000"/>
            </a:schemeClr>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2000" dirty="0">
                <a:solidFill>
                  <a:srgbClr val="20282F"/>
                </a:solidFill>
              </a:rPr>
              <a:t>Network B</a:t>
            </a:r>
          </a:p>
        </p:txBody>
      </p:sp>
      <p:grpSp>
        <p:nvGrpSpPr>
          <p:cNvPr id="49" name="Group 48">
            <a:extLst>
              <a:ext uri="{FF2B5EF4-FFF2-40B4-BE49-F238E27FC236}">
                <a16:creationId xmlns:a16="http://schemas.microsoft.com/office/drawing/2014/main" id="{4B34682F-92AF-4547-D4E3-A1AF8E467035}"/>
              </a:ext>
            </a:extLst>
          </p:cNvPr>
          <p:cNvGrpSpPr/>
          <p:nvPr/>
        </p:nvGrpSpPr>
        <p:grpSpPr>
          <a:xfrm>
            <a:off x="1969376" y="1858763"/>
            <a:ext cx="5149157" cy="1484175"/>
            <a:chOff x="1782994" y="-1655205"/>
            <a:chExt cx="5149157" cy="1484175"/>
          </a:xfrm>
        </p:grpSpPr>
        <p:sp>
          <p:nvSpPr>
            <p:cNvPr id="39" name="Right Arrow 38">
              <a:extLst>
                <a:ext uri="{FF2B5EF4-FFF2-40B4-BE49-F238E27FC236}">
                  <a16:creationId xmlns:a16="http://schemas.microsoft.com/office/drawing/2014/main" id="{EA48B602-70A6-1218-7B18-8E6AC63A3583}"/>
                </a:ext>
              </a:extLst>
            </p:cNvPr>
            <p:cNvSpPr/>
            <p:nvPr/>
          </p:nvSpPr>
          <p:spPr>
            <a:xfrm rot="10800000">
              <a:off x="1782994" y="-1241390"/>
              <a:ext cx="5149157" cy="242730"/>
            </a:xfrm>
            <a:prstGeom prst="right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ight Arrow 39">
              <a:extLst>
                <a:ext uri="{FF2B5EF4-FFF2-40B4-BE49-F238E27FC236}">
                  <a16:creationId xmlns:a16="http://schemas.microsoft.com/office/drawing/2014/main" id="{3B54C702-7532-C4E8-4288-165610289CE7}"/>
                </a:ext>
              </a:extLst>
            </p:cNvPr>
            <p:cNvSpPr/>
            <p:nvPr/>
          </p:nvSpPr>
          <p:spPr>
            <a:xfrm>
              <a:off x="1782994" y="-1655205"/>
              <a:ext cx="5149157" cy="242730"/>
            </a:xfrm>
            <a:prstGeom prst="rightArrow">
              <a:avLst/>
            </a:prstGeom>
            <a:solidFill>
              <a:srgbClr val="5861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ight Arrow 46">
              <a:extLst>
                <a:ext uri="{FF2B5EF4-FFF2-40B4-BE49-F238E27FC236}">
                  <a16:creationId xmlns:a16="http://schemas.microsoft.com/office/drawing/2014/main" id="{236B4BAA-2ABC-48D6-24A1-9CF26626F26C}"/>
                </a:ext>
              </a:extLst>
            </p:cNvPr>
            <p:cNvSpPr/>
            <p:nvPr/>
          </p:nvSpPr>
          <p:spPr>
            <a:xfrm rot="10800000">
              <a:off x="1782994" y="-413760"/>
              <a:ext cx="5149157" cy="242730"/>
            </a:xfrm>
            <a:prstGeom prst="right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ight Arrow 47">
              <a:extLst>
                <a:ext uri="{FF2B5EF4-FFF2-40B4-BE49-F238E27FC236}">
                  <a16:creationId xmlns:a16="http://schemas.microsoft.com/office/drawing/2014/main" id="{6AB12FD7-4936-495A-48C8-72B3D7E99DB8}"/>
                </a:ext>
              </a:extLst>
            </p:cNvPr>
            <p:cNvSpPr/>
            <p:nvPr/>
          </p:nvSpPr>
          <p:spPr>
            <a:xfrm>
              <a:off x="1782994" y="-827575"/>
              <a:ext cx="5149157" cy="242730"/>
            </a:xfrm>
            <a:prstGeom prst="rightArrow">
              <a:avLst/>
            </a:prstGeom>
            <a:solidFill>
              <a:srgbClr val="5861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A8201EFC-BBCD-3DD5-A1E2-98B16A1A5526}"/>
              </a:ext>
            </a:extLst>
          </p:cNvPr>
          <p:cNvSpPr>
            <a:spLocks noGrp="1"/>
          </p:cNvSpPr>
          <p:nvPr>
            <p:ph type="title"/>
          </p:nvPr>
        </p:nvSpPr>
        <p:spPr>
          <a:xfrm>
            <a:off x="628649" y="584942"/>
            <a:ext cx="7886699" cy="572790"/>
          </a:xfrm>
        </p:spPr>
        <p:txBody>
          <a:bodyPr>
            <a:normAutofit fontScale="90000"/>
          </a:bodyPr>
          <a:lstStyle/>
          <a:p>
            <a:r>
              <a:rPr lang="en-US" dirty="0"/>
              <a:t>DHCP Relay</a:t>
            </a:r>
          </a:p>
        </p:txBody>
      </p:sp>
      <p:sp>
        <p:nvSpPr>
          <p:cNvPr id="3" name="Slide Number Placeholder 2">
            <a:extLst>
              <a:ext uri="{FF2B5EF4-FFF2-40B4-BE49-F238E27FC236}">
                <a16:creationId xmlns:a16="http://schemas.microsoft.com/office/drawing/2014/main" id="{A1804B92-222A-2A4E-803E-B24F2ACF62D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26</a:t>
            </a:fld>
            <a:endParaRPr lang="en-US" dirty="0"/>
          </a:p>
        </p:txBody>
      </p:sp>
      <p:sp>
        <p:nvSpPr>
          <p:cNvPr id="5" name="Footer Placeholder 4">
            <a:extLst>
              <a:ext uri="{FF2B5EF4-FFF2-40B4-BE49-F238E27FC236}">
                <a16:creationId xmlns:a16="http://schemas.microsoft.com/office/drawing/2014/main" id="{03686704-1846-9FAE-C167-A551E503C2D3}"/>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pic>
        <p:nvPicPr>
          <p:cNvPr id="30" name="Graphic 29" descr="Database with solid fill">
            <a:extLst>
              <a:ext uri="{FF2B5EF4-FFF2-40B4-BE49-F238E27FC236}">
                <a16:creationId xmlns:a16="http://schemas.microsoft.com/office/drawing/2014/main" id="{C4804A02-4D5C-B2FD-DB46-F0677B0F915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94555" y="1672130"/>
            <a:ext cx="1332138" cy="1332138"/>
          </a:xfrm>
          <a:prstGeom prst="rect">
            <a:avLst/>
          </a:prstGeom>
        </p:spPr>
      </p:pic>
      <p:pic>
        <p:nvPicPr>
          <p:cNvPr id="34" name="Graphic 33" descr="Monitor with solid fill">
            <a:extLst>
              <a:ext uri="{FF2B5EF4-FFF2-40B4-BE49-F238E27FC236}">
                <a16:creationId xmlns:a16="http://schemas.microsoft.com/office/drawing/2014/main" id="{C14131D7-5ADB-1E72-2BA2-6D44AD82F3A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0359" y="1716472"/>
            <a:ext cx="1198395" cy="1198395"/>
          </a:xfrm>
          <a:prstGeom prst="rect">
            <a:avLst/>
          </a:prstGeom>
        </p:spPr>
      </p:pic>
      <p:sp>
        <p:nvSpPr>
          <p:cNvPr id="46" name="TextBox 45">
            <a:extLst>
              <a:ext uri="{FF2B5EF4-FFF2-40B4-BE49-F238E27FC236}">
                <a16:creationId xmlns:a16="http://schemas.microsoft.com/office/drawing/2014/main" id="{139A330B-8EA5-433F-33AF-1737C6052720}"/>
              </a:ext>
            </a:extLst>
          </p:cNvPr>
          <p:cNvSpPr txBox="1"/>
          <p:nvPr/>
        </p:nvSpPr>
        <p:spPr>
          <a:xfrm>
            <a:off x="2028474" y="2015975"/>
            <a:ext cx="1728787" cy="299954"/>
          </a:xfrm>
          <a:prstGeom prst="rect">
            <a:avLst/>
          </a:prstGeom>
          <a:noFill/>
        </p:spPr>
        <p:txBody>
          <a:bodyPr wrap="square" rtlCol="0">
            <a:spAutoFit/>
          </a:bodyPr>
          <a:lstStyle/>
          <a:p>
            <a:r>
              <a:rPr lang="en-US" dirty="0">
                <a:solidFill>
                  <a:srgbClr val="586169"/>
                </a:solidFill>
              </a:rPr>
              <a:t>DHCP Discover</a:t>
            </a:r>
          </a:p>
        </p:txBody>
      </p:sp>
      <p:sp>
        <p:nvSpPr>
          <p:cNvPr id="50" name="TextBox 49">
            <a:extLst>
              <a:ext uri="{FF2B5EF4-FFF2-40B4-BE49-F238E27FC236}">
                <a16:creationId xmlns:a16="http://schemas.microsoft.com/office/drawing/2014/main" id="{7DC514A2-1F28-F54B-B155-E844A0BAEBE1}"/>
              </a:ext>
            </a:extLst>
          </p:cNvPr>
          <p:cNvSpPr txBox="1"/>
          <p:nvPr/>
        </p:nvSpPr>
        <p:spPr>
          <a:xfrm>
            <a:off x="2025176" y="2840324"/>
            <a:ext cx="1728787" cy="299954"/>
          </a:xfrm>
          <a:prstGeom prst="rect">
            <a:avLst/>
          </a:prstGeom>
          <a:noFill/>
        </p:spPr>
        <p:txBody>
          <a:bodyPr wrap="square" rtlCol="0">
            <a:spAutoFit/>
          </a:bodyPr>
          <a:lstStyle/>
          <a:p>
            <a:r>
              <a:rPr lang="en-US" dirty="0">
                <a:solidFill>
                  <a:srgbClr val="586169"/>
                </a:solidFill>
              </a:rPr>
              <a:t>DHCP Request</a:t>
            </a:r>
          </a:p>
        </p:txBody>
      </p:sp>
      <p:sp>
        <p:nvSpPr>
          <p:cNvPr id="51" name="TextBox 50">
            <a:extLst>
              <a:ext uri="{FF2B5EF4-FFF2-40B4-BE49-F238E27FC236}">
                <a16:creationId xmlns:a16="http://schemas.microsoft.com/office/drawing/2014/main" id="{935249FE-5BCA-D786-53AC-D500016CA499}"/>
              </a:ext>
            </a:extLst>
          </p:cNvPr>
          <p:cNvSpPr txBox="1"/>
          <p:nvPr/>
        </p:nvSpPr>
        <p:spPr>
          <a:xfrm>
            <a:off x="5709252" y="2425776"/>
            <a:ext cx="1409281" cy="299954"/>
          </a:xfrm>
          <a:prstGeom prst="rect">
            <a:avLst/>
          </a:prstGeom>
          <a:noFill/>
        </p:spPr>
        <p:txBody>
          <a:bodyPr wrap="square" rtlCol="0">
            <a:spAutoFit/>
          </a:bodyPr>
          <a:lstStyle/>
          <a:p>
            <a:pPr algn="r"/>
            <a:r>
              <a:rPr lang="en-US" dirty="0">
                <a:solidFill>
                  <a:schemeClr val="accent4"/>
                </a:solidFill>
              </a:rPr>
              <a:t>DHCP Offer</a:t>
            </a:r>
          </a:p>
        </p:txBody>
      </p:sp>
      <p:sp>
        <p:nvSpPr>
          <p:cNvPr id="52" name="TextBox 51">
            <a:extLst>
              <a:ext uri="{FF2B5EF4-FFF2-40B4-BE49-F238E27FC236}">
                <a16:creationId xmlns:a16="http://schemas.microsoft.com/office/drawing/2014/main" id="{B4565A99-A648-BB16-997A-924192008F4A}"/>
              </a:ext>
            </a:extLst>
          </p:cNvPr>
          <p:cNvSpPr txBox="1"/>
          <p:nvPr/>
        </p:nvSpPr>
        <p:spPr>
          <a:xfrm>
            <a:off x="5743668" y="3262384"/>
            <a:ext cx="1374866" cy="299954"/>
          </a:xfrm>
          <a:prstGeom prst="rect">
            <a:avLst/>
          </a:prstGeom>
          <a:noFill/>
        </p:spPr>
        <p:txBody>
          <a:bodyPr wrap="square" rtlCol="0">
            <a:spAutoFit/>
          </a:bodyPr>
          <a:lstStyle/>
          <a:p>
            <a:pPr algn="r"/>
            <a:r>
              <a:rPr lang="en-US" dirty="0">
                <a:solidFill>
                  <a:schemeClr val="accent4"/>
                </a:solidFill>
              </a:rPr>
              <a:t>DHCP Ack</a:t>
            </a:r>
          </a:p>
        </p:txBody>
      </p:sp>
      <p:sp>
        <p:nvSpPr>
          <p:cNvPr id="37" name="Oval 36">
            <a:extLst>
              <a:ext uri="{FF2B5EF4-FFF2-40B4-BE49-F238E27FC236}">
                <a16:creationId xmlns:a16="http://schemas.microsoft.com/office/drawing/2014/main" id="{4DE9DA2B-2423-A6CD-2C15-FAEA1E8ADE7F}"/>
              </a:ext>
            </a:extLst>
          </p:cNvPr>
          <p:cNvSpPr/>
          <p:nvPr/>
        </p:nvSpPr>
        <p:spPr>
          <a:xfrm>
            <a:off x="3642504" y="1732211"/>
            <a:ext cx="1802899" cy="1802899"/>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nchorCtr="0"/>
          <a:lstStyle/>
          <a:p>
            <a:pPr algn="ctr"/>
            <a:endParaRPr lang="en-US" sz="1600" dirty="0"/>
          </a:p>
        </p:txBody>
      </p:sp>
      <p:sp>
        <p:nvSpPr>
          <p:cNvPr id="54" name="TextBox 53">
            <a:extLst>
              <a:ext uri="{FF2B5EF4-FFF2-40B4-BE49-F238E27FC236}">
                <a16:creationId xmlns:a16="http://schemas.microsoft.com/office/drawing/2014/main" id="{DD967FEE-DFCB-6C00-5B19-F4FB3A01AEAE}"/>
              </a:ext>
            </a:extLst>
          </p:cNvPr>
          <p:cNvSpPr txBox="1"/>
          <p:nvPr/>
        </p:nvSpPr>
        <p:spPr>
          <a:xfrm>
            <a:off x="3648774" y="2870429"/>
            <a:ext cx="1750956" cy="369332"/>
          </a:xfrm>
          <a:prstGeom prst="rect">
            <a:avLst/>
          </a:prstGeom>
          <a:noFill/>
        </p:spPr>
        <p:txBody>
          <a:bodyPr wrap="square">
            <a:spAutoFit/>
          </a:bodyPr>
          <a:lstStyle/>
          <a:p>
            <a:pPr algn="ctr"/>
            <a:r>
              <a:rPr lang="en-US" sz="1800" dirty="0">
                <a:solidFill>
                  <a:schemeClr val="bg1"/>
                </a:solidFill>
              </a:rPr>
              <a:t>Relay Agent</a:t>
            </a:r>
          </a:p>
        </p:txBody>
      </p:sp>
      <p:sp>
        <p:nvSpPr>
          <p:cNvPr id="57" name="TextBox 56">
            <a:extLst>
              <a:ext uri="{FF2B5EF4-FFF2-40B4-BE49-F238E27FC236}">
                <a16:creationId xmlns:a16="http://schemas.microsoft.com/office/drawing/2014/main" id="{8990ABCB-5B89-4579-AAEC-3E6EB0138B1F}"/>
              </a:ext>
            </a:extLst>
          </p:cNvPr>
          <p:cNvSpPr txBox="1"/>
          <p:nvPr/>
        </p:nvSpPr>
        <p:spPr>
          <a:xfrm>
            <a:off x="653886" y="2818037"/>
            <a:ext cx="1409879" cy="738664"/>
          </a:xfrm>
          <a:prstGeom prst="rect">
            <a:avLst/>
          </a:prstGeom>
          <a:noFill/>
        </p:spPr>
        <p:txBody>
          <a:bodyPr wrap="square">
            <a:spAutoFit/>
          </a:bodyPr>
          <a:lstStyle/>
          <a:p>
            <a:pPr algn="ctr"/>
            <a:r>
              <a:rPr lang="en-US" sz="1400" dirty="0">
                <a:solidFill>
                  <a:schemeClr val="accent1"/>
                </a:solidFill>
              </a:rPr>
              <a:t>DHCP Client (Different Network)</a:t>
            </a:r>
          </a:p>
        </p:txBody>
      </p:sp>
      <p:sp>
        <p:nvSpPr>
          <p:cNvPr id="58" name="TextBox 57">
            <a:extLst>
              <a:ext uri="{FF2B5EF4-FFF2-40B4-BE49-F238E27FC236}">
                <a16:creationId xmlns:a16="http://schemas.microsoft.com/office/drawing/2014/main" id="{99B6D709-9307-DE80-28A2-E09D23A0F0D9}"/>
              </a:ext>
            </a:extLst>
          </p:cNvPr>
          <p:cNvSpPr txBox="1"/>
          <p:nvPr/>
        </p:nvSpPr>
        <p:spPr>
          <a:xfrm>
            <a:off x="7232782" y="2897093"/>
            <a:ext cx="1103549" cy="523220"/>
          </a:xfrm>
          <a:prstGeom prst="rect">
            <a:avLst/>
          </a:prstGeom>
          <a:noFill/>
        </p:spPr>
        <p:txBody>
          <a:bodyPr wrap="square">
            <a:spAutoFit/>
          </a:bodyPr>
          <a:lstStyle/>
          <a:p>
            <a:pPr algn="ctr"/>
            <a:r>
              <a:rPr lang="en-US" sz="1400" dirty="0">
                <a:solidFill>
                  <a:schemeClr val="accent1"/>
                </a:solidFill>
              </a:rPr>
              <a:t>DHCP Server</a:t>
            </a:r>
          </a:p>
        </p:txBody>
      </p:sp>
      <p:sp>
        <p:nvSpPr>
          <p:cNvPr id="59" name="TextBox 58">
            <a:extLst>
              <a:ext uri="{FF2B5EF4-FFF2-40B4-BE49-F238E27FC236}">
                <a16:creationId xmlns:a16="http://schemas.microsoft.com/office/drawing/2014/main" id="{DA4BD5B3-FBFA-7201-34B6-E6690E94313C}"/>
              </a:ext>
            </a:extLst>
          </p:cNvPr>
          <p:cNvSpPr txBox="1"/>
          <p:nvPr/>
        </p:nvSpPr>
        <p:spPr>
          <a:xfrm>
            <a:off x="4827299" y="4260431"/>
            <a:ext cx="3688049" cy="307777"/>
          </a:xfrm>
          <a:prstGeom prst="rect">
            <a:avLst/>
          </a:prstGeom>
          <a:noFill/>
        </p:spPr>
        <p:txBody>
          <a:bodyPr wrap="square">
            <a:spAutoFit/>
          </a:bodyPr>
          <a:lstStyle/>
          <a:p>
            <a:pPr algn="ctr"/>
            <a:r>
              <a:rPr lang="en-US" sz="1400" dirty="0">
                <a:solidFill>
                  <a:schemeClr val="accent1"/>
                </a:solidFill>
              </a:rPr>
              <a:t>DHCP Clients (Same Network)</a:t>
            </a:r>
          </a:p>
        </p:txBody>
      </p:sp>
      <p:grpSp>
        <p:nvGrpSpPr>
          <p:cNvPr id="71" name="Group 70">
            <a:extLst>
              <a:ext uri="{FF2B5EF4-FFF2-40B4-BE49-F238E27FC236}">
                <a16:creationId xmlns:a16="http://schemas.microsoft.com/office/drawing/2014/main" id="{6E0496EA-F142-1081-92B5-3A24397C4189}"/>
              </a:ext>
            </a:extLst>
          </p:cNvPr>
          <p:cNvGrpSpPr/>
          <p:nvPr/>
        </p:nvGrpSpPr>
        <p:grpSpPr>
          <a:xfrm>
            <a:off x="5533722" y="3622687"/>
            <a:ext cx="2284054" cy="752815"/>
            <a:chOff x="5476570" y="3622687"/>
            <a:chExt cx="2284054" cy="752815"/>
          </a:xfrm>
        </p:grpSpPr>
        <p:pic>
          <p:nvPicPr>
            <p:cNvPr id="41" name="Graphic 40" descr="Monitor with solid fill">
              <a:extLst>
                <a:ext uri="{FF2B5EF4-FFF2-40B4-BE49-F238E27FC236}">
                  <a16:creationId xmlns:a16="http://schemas.microsoft.com/office/drawing/2014/main" id="{0319B22A-0833-0D61-C20A-BE51738FD166}"/>
                </a:ext>
              </a:extLst>
            </p:cNvPr>
            <p:cNvPicPr>
              <a:picLocks noChangeAspect="1"/>
            </p:cNvPicPr>
            <p:nvPr/>
          </p:nvPicPr>
          <p:blipFill>
            <a:blip r:embed="rId5">
              <a:extLst>
                <a:ext uri="{96DAC541-7B7A-43D3-8B79-37D633B846F1}">
                  <asvg:svgBlip xmlns:asvg="http://schemas.microsoft.com/office/drawing/2016/SVG/main" r:embed="rId7"/>
                </a:ext>
              </a:extLst>
            </a:blip>
            <a:stretch>
              <a:fillRect/>
            </a:stretch>
          </p:blipFill>
          <p:spPr>
            <a:xfrm>
              <a:off x="6251077" y="3622687"/>
              <a:ext cx="742441" cy="742441"/>
            </a:xfrm>
            <a:prstGeom prst="rect">
              <a:avLst/>
            </a:prstGeom>
          </p:spPr>
        </p:pic>
        <p:pic>
          <p:nvPicPr>
            <p:cNvPr id="60" name="Graphic 59" descr="Monitor with solid fill">
              <a:extLst>
                <a:ext uri="{FF2B5EF4-FFF2-40B4-BE49-F238E27FC236}">
                  <a16:creationId xmlns:a16="http://schemas.microsoft.com/office/drawing/2014/main" id="{EFB18E63-4658-B63C-48C2-1E0020377143}"/>
                </a:ext>
              </a:extLst>
            </p:cNvPr>
            <p:cNvPicPr>
              <a:picLocks noChangeAspect="1"/>
            </p:cNvPicPr>
            <p:nvPr/>
          </p:nvPicPr>
          <p:blipFill>
            <a:blip r:embed="rId5">
              <a:extLst>
                <a:ext uri="{96DAC541-7B7A-43D3-8B79-37D633B846F1}">
                  <asvg:svgBlip xmlns:asvg="http://schemas.microsoft.com/office/drawing/2016/SVG/main" r:embed="rId7"/>
                </a:ext>
              </a:extLst>
            </a:blip>
            <a:stretch>
              <a:fillRect/>
            </a:stretch>
          </p:blipFill>
          <p:spPr>
            <a:xfrm>
              <a:off x="5476570" y="3633061"/>
              <a:ext cx="742441" cy="742441"/>
            </a:xfrm>
            <a:prstGeom prst="rect">
              <a:avLst/>
            </a:prstGeom>
          </p:spPr>
        </p:pic>
        <p:pic>
          <p:nvPicPr>
            <p:cNvPr id="61" name="Graphic 60" descr="Monitor with solid fill">
              <a:extLst>
                <a:ext uri="{FF2B5EF4-FFF2-40B4-BE49-F238E27FC236}">
                  <a16:creationId xmlns:a16="http://schemas.microsoft.com/office/drawing/2014/main" id="{F872E2FD-539D-F849-5655-640B38B3AB73}"/>
                </a:ext>
              </a:extLst>
            </p:cNvPr>
            <p:cNvPicPr>
              <a:picLocks noChangeAspect="1"/>
            </p:cNvPicPr>
            <p:nvPr/>
          </p:nvPicPr>
          <p:blipFill>
            <a:blip r:embed="rId5">
              <a:extLst>
                <a:ext uri="{96DAC541-7B7A-43D3-8B79-37D633B846F1}">
                  <asvg:svgBlip xmlns:asvg="http://schemas.microsoft.com/office/drawing/2016/SVG/main" r:embed="rId7"/>
                </a:ext>
              </a:extLst>
            </a:blip>
            <a:stretch>
              <a:fillRect/>
            </a:stretch>
          </p:blipFill>
          <p:spPr>
            <a:xfrm>
              <a:off x="7018183" y="3622687"/>
              <a:ext cx="742441" cy="742441"/>
            </a:xfrm>
            <a:prstGeom prst="rect">
              <a:avLst/>
            </a:prstGeom>
          </p:spPr>
        </p:pic>
      </p:grpSp>
      <p:grpSp>
        <p:nvGrpSpPr>
          <p:cNvPr id="70" name="Group 69">
            <a:extLst>
              <a:ext uri="{FF2B5EF4-FFF2-40B4-BE49-F238E27FC236}">
                <a16:creationId xmlns:a16="http://schemas.microsoft.com/office/drawing/2014/main" id="{CD604B4C-7ADD-26E4-75BA-BBF71350CCC0}"/>
              </a:ext>
            </a:extLst>
          </p:cNvPr>
          <p:cNvGrpSpPr/>
          <p:nvPr/>
        </p:nvGrpSpPr>
        <p:grpSpPr>
          <a:xfrm rot="2556093">
            <a:off x="4019178" y="1865995"/>
            <a:ext cx="1049550" cy="1049550"/>
            <a:chOff x="3090570" y="-1618097"/>
            <a:chExt cx="1049550" cy="1049550"/>
          </a:xfrm>
        </p:grpSpPr>
        <p:sp>
          <p:nvSpPr>
            <p:cNvPr id="66" name="Down Arrow 65">
              <a:extLst>
                <a:ext uri="{FF2B5EF4-FFF2-40B4-BE49-F238E27FC236}">
                  <a16:creationId xmlns:a16="http://schemas.microsoft.com/office/drawing/2014/main" id="{22E0416A-91DE-1BE5-5483-8E29AD1B9DB6}"/>
                </a:ext>
              </a:extLst>
            </p:cNvPr>
            <p:cNvSpPr/>
            <p:nvPr/>
          </p:nvSpPr>
          <p:spPr>
            <a:xfrm rot="16200000">
              <a:off x="3136136" y="-1308190"/>
              <a:ext cx="338606" cy="429737"/>
            </a:xfrm>
            <a:prstGeom prst="down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Down Arrow 66">
              <a:extLst>
                <a:ext uri="{FF2B5EF4-FFF2-40B4-BE49-F238E27FC236}">
                  <a16:creationId xmlns:a16="http://schemas.microsoft.com/office/drawing/2014/main" id="{F2E601EF-7E28-48A0-1086-AABD6D6B9C45}"/>
                </a:ext>
              </a:extLst>
            </p:cNvPr>
            <p:cNvSpPr/>
            <p:nvPr/>
          </p:nvSpPr>
          <p:spPr>
            <a:xfrm rot="5400000">
              <a:off x="3755949" y="-1308190"/>
              <a:ext cx="338606" cy="429737"/>
            </a:xfrm>
            <a:prstGeom prst="down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Down Arrow 67">
              <a:extLst>
                <a:ext uri="{FF2B5EF4-FFF2-40B4-BE49-F238E27FC236}">
                  <a16:creationId xmlns:a16="http://schemas.microsoft.com/office/drawing/2014/main" id="{F14AB5C5-78C9-1559-0E8E-5CE186766647}"/>
                </a:ext>
              </a:extLst>
            </p:cNvPr>
            <p:cNvSpPr/>
            <p:nvPr/>
          </p:nvSpPr>
          <p:spPr>
            <a:xfrm rot="10800000">
              <a:off x="3446043" y="-1618097"/>
              <a:ext cx="338606" cy="429737"/>
            </a:xfrm>
            <a:prstGeom prst="down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Down Arrow 68">
              <a:extLst>
                <a:ext uri="{FF2B5EF4-FFF2-40B4-BE49-F238E27FC236}">
                  <a16:creationId xmlns:a16="http://schemas.microsoft.com/office/drawing/2014/main" id="{AC221D4C-C6D9-6F3E-7EC2-D83FFFB00426}"/>
                </a:ext>
              </a:extLst>
            </p:cNvPr>
            <p:cNvSpPr/>
            <p:nvPr/>
          </p:nvSpPr>
          <p:spPr>
            <a:xfrm>
              <a:off x="3446043" y="-998284"/>
              <a:ext cx="338606" cy="429737"/>
            </a:xfrm>
            <a:prstGeom prst="down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744500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97570-00E9-AF66-D1C0-F64289DEE800}"/>
              </a:ext>
            </a:extLst>
          </p:cNvPr>
          <p:cNvSpPr>
            <a:spLocks noGrp="1"/>
          </p:cNvSpPr>
          <p:nvPr>
            <p:ph type="title"/>
          </p:nvPr>
        </p:nvSpPr>
        <p:spPr>
          <a:xfrm>
            <a:off x="628649" y="584942"/>
            <a:ext cx="7886699" cy="572790"/>
          </a:xfrm>
        </p:spPr>
        <p:txBody>
          <a:bodyPr>
            <a:normAutofit fontScale="90000"/>
          </a:bodyPr>
          <a:lstStyle/>
          <a:p>
            <a:r>
              <a:rPr lang="en-US" dirty="0"/>
              <a:t>IP Helper</a:t>
            </a:r>
          </a:p>
        </p:txBody>
      </p:sp>
      <p:sp>
        <p:nvSpPr>
          <p:cNvPr id="3" name="Slide Number Placeholder 2">
            <a:extLst>
              <a:ext uri="{FF2B5EF4-FFF2-40B4-BE49-F238E27FC236}">
                <a16:creationId xmlns:a16="http://schemas.microsoft.com/office/drawing/2014/main" id="{B5ADF421-0562-0E77-7B3F-0A797C9DA07D}"/>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27</a:t>
            </a:fld>
            <a:endParaRPr lang="en-US" dirty="0"/>
          </a:p>
        </p:txBody>
      </p:sp>
      <p:sp>
        <p:nvSpPr>
          <p:cNvPr id="5" name="Footer Placeholder 4">
            <a:extLst>
              <a:ext uri="{FF2B5EF4-FFF2-40B4-BE49-F238E27FC236}">
                <a16:creationId xmlns:a16="http://schemas.microsoft.com/office/drawing/2014/main" id="{64AA75ED-CF7B-1ED4-DE8A-890003181519}"/>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E37EE6C7-17CA-F9C6-89D9-A8A67DDFCBE0}"/>
              </a:ext>
            </a:extLst>
          </p:cNvPr>
          <p:cNvGraphicFramePr>
            <a:graphicFrameLocks noGrp="1"/>
          </p:cNvGraphicFramePr>
          <p:nvPr>
            <p:ph idx="1"/>
            <p:extLst>
              <p:ext uri="{D42A27DB-BD31-4B8C-83A1-F6EECF244321}">
                <p14:modId xmlns:p14="http://schemas.microsoft.com/office/powerpoint/2010/main" val="1000155444"/>
              </p:ext>
            </p:extLst>
          </p:nvPr>
        </p:nvGraphicFramePr>
        <p:xfrm>
          <a:off x="628648" y="1370739"/>
          <a:ext cx="7886700" cy="31830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322353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54436-5D74-5583-CAB0-66AB6C28DDF2}"/>
              </a:ext>
            </a:extLst>
          </p:cNvPr>
          <p:cNvSpPr>
            <a:spLocks noGrp="1"/>
          </p:cNvSpPr>
          <p:nvPr>
            <p:ph type="title"/>
          </p:nvPr>
        </p:nvSpPr>
        <p:spPr>
          <a:xfrm>
            <a:off x="628649" y="584942"/>
            <a:ext cx="7886699" cy="572790"/>
          </a:xfrm>
        </p:spPr>
        <p:txBody>
          <a:bodyPr>
            <a:normAutofit fontScale="90000"/>
          </a:bodyPr>
          <a:lstStyle/>
          <a:p>
            <a:r>
              <a:rPr lang="en-US" dirty="0"/>
              <a:t>Activity: Troubleshooting DHCP</a:t>
            </a:r>
          </a:p>
        </p:txBody>
      </p:sp>
      <p:sp>
        <p:nvSpPr>
          <p:cNvPr id="3" name="Slide Number Placeholder 2">
            <a:extLst>
              <a:ext uri="{FF2B5EF4-FFF2-40B4-BE49-F238E27FC236}">
                <a16:creationId xmlns:a16="http://schemas.microsoft.com/office/drawing/2014/main" id="{821EEBF3-2FAF-D3C9-AD60-60DAD1D70C2F}"/>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28</a:t>
            </a:fld>
            <a:endParaRPr lang="en-US" dirty="0"/>
          </a:p>
        </p:txBody>
      </p:sp>
      <p:sp>
        <p:nvSpPr>
          <p:cNvPr id="5" name="Footer Placeholder 4">
            <a:extLst>
              <a:ext uri="{FF2B5EF4-FFF2-40B4-BE49-F238E27FC236}">
                <a16:creationId xmlns:a16="http://schemas.microsoft.com/office/drawing/2014/main" id="{DDDE8923-DD37-B7D9-0FA5-E38F73717D68}"/>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6" name="Diagram 5">
            <a:extLst>
              <a:ext uri="{FF2B5EF4-FFF2-40B4-BE49-F238E27FC236}">
                <a16:creationId xmlns:a16="http://schemas.microsoft.com/office/drawing/2014/main" id="{0DC66083-3891-0B4C-CE86-B911C16D662C}"/>
              </a:ext>
            </a:extLst>
          </p:cNvPr>
          <p:cNvGraphicFramePr/>
          <p:nvPr>
            <p:extLst>
              <p:ext uri="{D42A27DB-BD31-4B8C-83A1-F6EECF244321}">
                <p14:modId xmlns:p14="http://schemas.microsoft.com/office/powerpoint/2010/main" val="1681272093"/>
              </p:ext>
            </p:extLst>
          </p:nvPr>
        </p:nvGraphicFramePr>
        <p:xfrm>
          <a:off x="5279518" y="2812020"/>
          <a:ext cx="2966228" cy="16277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a:extLst>
              <a:ext uri="{FF2B5EF4-FFF2-40B4-BE49-F238E27FC236}">
                <a16:creationId xmlns:a16="http://schemas.microsoft.com/office/drawing/2014/main" id="{4DFA3749-4AC5-81C2-6487-26CC8E032C34}"/>
              </a:ext>
              <a:ext uri="{C183D7F6-B498-43B3-948B-1728B52AA6E4}">
                <adec:decorative xmlns:adec="http://schemas.microsoft.com/office/drawing/2017/decorative" val="1"/>
              </a:ext>
            </a:extLst>
          </p:cNvPr>
          <p:cNvPicPr>
            <a:picLocks noChangeAspect="1"/>
          </p:cNvPicPr>
          <p:nvPr/>
        </p:nvPicPr>
        <p:blipFill>
          <a:blip r:embed="rId8" cstate="screen">
            <a:extLst>
              <a:ext uri="{28A0092B-C50C-407E-A947-70E740481C1C}">
                <a14:useLocalDpi xmlns:a14="http://schemas.microsoft.com/office/drawing/2010/main"/>
              </a:ext>
            </a:extLst>
          </a:blip>
          <a:srcRect/>
          <a:stretch/>
        </p:blipFill>
        <p:spPr>
          <a:xfrm>
            <a:off x="720588" y="1964987"/>
            <a:ext cx="1639887" cy="2600778"/>
          </a:xfrm>
          <a:prstGeom prst="rect">
            <a:avLst/>
          </a:prstGeom>
        </p:spPr>
      </p:pic>
      <p:graphicFrame>
        <p:nvGraphicFramePr>
          <p:cNvPr id="8" name="Diagram 7">
            <a:extLst>
              <a:ext uri="{FF2B5EF4-FFF2-40B4-BE49-F238E27FC236}">
                <a16:creationId xmlns:a16="http://schemas.microsoft.com/office/drawing/2014/main" id="{5C81CE59-7695-DF10-001E-4F8A88CF8D2C}"/>
              </a:ext>
            </a:extLst>
          </p:cNvPr>
          <p:cNvGraphicFramePr/>
          <p:nvPr>
            <p:extLst>
              <p:ext uri="{D42A27DB-BD31-4B8C-83A1-F6EECF244321}">
                <p14:modId xmlns:p14="http://schemas.microsoft.com/office/powerpoint/2010/main" val="1225924906"/>
              </p:ext>
            </p:extLst>
          </p:nvPr>
        </p:nvGraphicFramePr>
        <p:xfrm>
          <a:off x="2600325" y="1707831"/>
          <a:ext cx="2966227" cy="1627779"/>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10" name="TextBox 9">
            <a:extLst>
              <a:ext uri="{FF2B5EF4-FFF2-40B4-BE49-F238E27FC236}">
                <a16:creationId xmlns:a16="http://schemas.microsoft.com/office/drawing/2014/main" id="{C989471D-73C2-E858-4FF8-ECE46C128678}"/>
              </a:ext>
            </a:extLst>
          </p:cNvPr>
          <p:cNvSpPr txBox="1"/>
          <p:nvPr/>
        </p:nvSpPr>
        <p:spPr>
          <a:xfrm>
            <a:off x="628648" y="1143691"/>
            <a:ext cx="7617097" cy="707886"/>
          </a:xfrm>
          <a:prstGeom prst="rect">
            <a:avLst/>
          </a:prstGeom>
          <a:noFill/>
        </p:spPr>
        <p:txBody>
          <a:bodyPr wrap="square">
            <a:spAutoFit/>
          </a:bodyPr>
          <a:lstStyle/>
          <a:p>
            <a:r>
              <a:rPr lang="en-US" sz="2000" dirty="0">
                <a:solidFill>
                  <a:srgbClr val="404448"/>
                </a:solidFill>
                <a:effectLst/>
              </a:rPr>
              <a:t>What steps would you take to troubleshoot the following DHCP issues?</a:t>
            </a:r>
          </a:p>
        </p:txBody>
      </p:sp>
    </p:spTree>
    <p:extLst>
      <p:ext uri="{BB962C8B-B14F-4D97-AF65-F5344CB8AC3E}">
        <p14:creationId xmlns:p14="http://schemas.microsoft.com/office/powerpoint/2010/main" val="34198890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6.5</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Domain Naming System</a:t>
            </a:r>
          </a:p>
        </p:txBody>
      </p:sp>
      <p:sp>
        <p:nvSpPr>
          <p:cNvPr id="5" name="Slide Number Placeholder 4">
            <a:extLst>
              <a:ext uri="{FF2B5EF4-FFF2-40B4-BE49-F238E27FC236}">
                <a16:creationId xmlns:a16="http://schemas.microsoft.com/office/drawing/2014/main" id="{BC77BA3B-446A-CF3A-2938-3C342216DAB9}"/>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29</a:t>
            </a:fld>
            <a:endParaRPr lang="en-US" dirty="0"/>
          </a:p>
        </p:txBody>
      </p:sp>
      <p:sp>
        <p:nvSpPr>
          <p:cNvPr id="6" name="Footer Placeholder 5">
            <a:extLst>
              <a:ext uri="{FF2B5EF4-FFF2-40B4-BE49-F238E27FC236}">
                <a16:creationId xmlns:a16="http://schemas.microsoft.com/office/drawing/2014/main" id="{60EA0DA3-A542-161D-7A9E-BD999B71EABA}"/>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34906103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E0979-FB15-DC7A-EC46-C7E836198CDE}"/>
              </a:ext>
            </a:extLst>
          </p:cNvPr>
          <p:cNvSpPr>
            <a:spLocks noGrp="1"/>
          </p:cNvSpPr>
          <p:nvPr>
            <p:ph type="title"/>
          </p:nvPr>
        </p:nvSpPr>
        <p:spPr>
          <a:xfrm>
            <a:off x="628650" y="591921"/>
            <a:ext cx="7921125" cy="496626"/>
          </a:xfrm>
        </p:spPr>
        <p:txBody>
          <a:bodyPr vert="horz" lIns="91440" tIns="45720" rIns="91440" bIns="45720" rtlCol="0" anchor="ctr">
            <a:normAutofit fontScale="90000"/>
          </a:bodyPr>
          <a:lstStyle/>
          <a:p>
            <a:r>
              <a:rPr lang="en-US" dirty="0"/>
              <a:t>Think About It: DNS</a:t>
            </a:r>
          </a:p>
        </p:txBody>
      </p:sp>
      <p:sp>
        <p:nvSpPr>
          <p:cNvPr id="11" name="Content Placeholder 10">
            <a:extLst>
              <a:ext uri="{FF2B5EF4-FFF2-40B4-BE49-F238E27FC236}">
                <a16:creationId xmlns:a16="http://schemas.microsoft.com/office/drawing/2014/main" id="{FE074142-2553-2E57-590D-2D1015CF832F}"/>
              </a:ext>
            </a:extLst>
          </p:cNvPr>
          <p:cNvSpPr>
            <a:spLocks noGrp="1"/>
          </p:cNvSpPr>
          <p:nvPr>
            <p:ph sz="half" idx="1"/>
          </p:nvPr>
        </p:nvSpPr>
        <p:spPr>
          <a:xfrm>
            <a:off x="628650" y="1149214"/>
            <a:ext cx="6199440" cy="3365370"/>
          </a:xfrm>
        </p:spPr>
        <p:txBody>
          <a:bodyPr/>
          <a:lstStyle/>
          <a:p>
            <a:pPr marL="0" indent="0">
              <a:buNone/>
            </a:pPr>
            <a:r>
              <a:rPr lang="en-US" dirty="0"/>
              <a:t>What is DNS (Domain Name System)?</a:t>
            </a:r>
          </a:p>
          <a:p>
            <a:endParaRPr lang="en-US" dirty="0"/>
          </a:p>
        </p:txBody>
      </p:sp>
      <p:sp>
        <p:nvSpPr>
          <p:cNvPr id="3" name="Slide Number Placeholder 2">
            <a:extLst>
              <a:ext uri="{FF2B5EF4-FFF2-40B4-BE49-F238E27FC236}">
                <a16:creationId xmlns:a16="http://schemas.microsoft.com/office/drawing/2014/main" id="{889D137C-29CD-901A-735C-ADA6848C419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30</a:t>
            </a:fld>
            <a:endParaRPr lang="en-US" dirty="0"/>
          </a:p>
        </p:txBody>
      </p:sp>
      <p:sp>
        <p:nvSpPr>
          <p:cNvPr id="5" name="Footer Placeholder 4">
            <a:extLst>
              <a:ext uri="{FF2B5EF4-FFF2-40B4-BE49-F238E27FC236}">
                <a16:creationId xmlns:a16="http://schemas.microsoft.com/office/drawing/2014/main" id="{65E8DFBA-BBFB-A0FD-C145-86DA1BD117F6}"/>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40951005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79ED8-1FC7-8DA8-DB8B-C2322BABF179}"/>
              </a:ext>
            </a:extLst>
          </p:cNvPr>
          <p:cNvSpPr>
            <a:spLocks noGrp="1"/>
          </p:cNvSpPr>
          <p:nvPr>
            <p:ph type="title"/>
          </p:nvPr>
        </p:nvSpPr>
        <p:spPr>
          <a:xfrm>
            <a:off x="628649" y="584942"/>
            <a:ext cx="7886699" cy="572790"/>
          </a:xfrm>
        </p:spPr>
        <p:txBody>
          <a:bodyPr>
            <a:normAutofit fontScale="90000"/>
          </a:bodyPr>
          <a:lstStyle/>
          <a:p>
            <a:r>
              <a:rPr lang="en-US" dirty="0"/>
              <a:t>Domain Name Service (DNS)</a:t>
            </a:r>
          </a:p>
        </p:txBody>
      </p:sp>
      <p:sp>
        <p:nvSpPr>
          <p:cNvPr id="3" name="Slide Number Placeholder 2">
            <a:extLst>
              <a:ext uri="{FF2B5EF4-FFF2-40B4-BE49-F238E27FC236}">
                <a16:creationId xmlns:a16="http://schemas.microsoft.com/office/drawing/2014/main" id="{DCD65A3F-428C-3EBB-F585-1E22EC8158D4}"/>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31</a:t>
            </a:fld>
            <a:endParaRPr lang="en-US" dirty="0"/>
          </a:p>
        </p:txBody>
      </p:sp>
      <p:sp>
        <p:nvSpPr>
          <p:cNvPr id="5" name="Footer Placeholder 4">
            <a:extLst>
              <a:ext uri="{FF2B5EF4-FFF2-40B4-BE49-F238E27FC236}">
                <a16:creationId xmlns:a16="http://schemas.microsoft.com/office/drawing/2014/main" id="{0D2AC87B-7894-A8DD-9C89-0A0A116DB27C}"/>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0399B9D2-AAD4-186B-C291-34CDE76136AE}"/>
              </a:ext>
            </a:extLst>
          </p:cNvPr>
          <p:cNvGraphicFramePr>
            <a:graphicFrameLocks noGrp="1"/>
          </p:cNvGraphicFramePr>
          <p:nvPr>
            <p:ph idx="1"/>
            <p:extLst>
              <p:ext uri="{D42A27DB-BD31-4B8C-83A1-F6EECF244321}">
                <p14:modId xmlns:p14="http://schemas.microsoft.com/office/powerpoint/2010/main" val="4020078127"/>
              </p:ext>
            </p:extLst>
          </p:nvPr>
        </p:nvGraphicFramePr>
        <p:xfrm>
          <a:off x="628648" y="1469877"/>
          <a:ext cx="7886700" cy="2982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327471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891B7-08D7-F073-421E-03D192B58809}"/>
              </a:ext>
            </a:extLst>
          </p:cNvPr>
          <p:cNvSpPr>
            <a:spLocks noGrp="1"/>
          </p:cNvSpPr>
          <p:nvPr>
            <p:ph type="title"/>
          </p:nvPr>
        </p:nvSpPr>
        <p:spPr>
          <a:xfrm>
            <a:off x="628649" y="584942"/>
            <a:ext cx="7886699" cy="572790"/>
          </a:xfrm>
        </p:spPr>
        <p:txBody>
          <a:bodyPr>
            <a:normAutofit fontScale="90000"/>
          </a:bodyPr>
          <a:lstStyle/>
          <a:p>
            <a:r>
              <a:rPr lang="en-US" dirty="0"/>
              <a:t>DNS Hierarchy</a:t>
            </a:r>
          </a:p>
        </p:txBody>
      </p:sp>
      <p:sp>
        <p:nvSpPr>
          <p:cNvPr id="3" name="Slide Number Placeholder 2">
            <a:extLst>
              <a:ext uri="{FF2B5EF4-FFF2-40B4-BE49-F238E27FC236}">
                <a16:creationId xmlns:a16="http://schemas.microsoft.com/office/drawing/2014/main" id="{3E4B5321-ED4E-CCBF-65C4-178D358D758C}"/>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32</a:t>
            </a:fld>
            <a:endParaRPr lang="en-US" dirty="0"/>
          </a:p>
        </p:txBody>
      </p:sp>
      <p:sp>
        <p:nvSpPr>
          <p:cNvPr id="5" name="Footer Placeholder 4">
            <a:extLst>
              <a:ext uri="{FF2B5EF4-FFF2-40B4-BE49-F238E27FC236}">
                <a16:creationId xmlns:a16="http://schemas.microsoft.com/office/drawing/2014/main" id="{64565909-6F4D-F07F-BB34-7574DD50BE23}"/>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
        <p:nvSpPr>
          <p:cNvPr id="7" name="TextBox 6">
            <a:extLst>
              <a:ext uri="{FF2B5EF4-FFF2-40B4-BE49-F238E27FC236}">
                <a16:creationId xmlns:a16="http://schemas.microsoft.com/office/drawing/2014/main" id="{01E05DF8-FD77-44BB-8D13-84D6DF2691A6}"/>
              </a:ext>
            </a:extLst>
          </p:cNvPr>
          <p:cNvSpPr txBox="1"/>
          <p:nvPr/>
        </p:nvSpPr>
        <p:spPr>
          <a:xfrm>
            <a:off x="385764" y="1157732"/>
            <a:ext cx="8446718" cy="450382"/>
          </a:xfrm>
          <a:prstGeom prst="rect">
            <a:avLst/>
          </a:prstGeom>
          <a:solidFill>
            <a:schemeClr val="bg2"/>
          </a:solidFill>
          <a:ln>
            <a:solidFill>
              <a:schemeClr val="bg1">
                <a:lumMod val="85000"/>
              </a:schemeClr>
            </a:solidFill>
          </a:ln>
        </p:spPr>
        <p:txBody>
          <a:bodyPr wrap="square" rtlCol="0" anchor="ctr" anchorCtr="0">
            <a:noAutofit/>
          </a:bodyPr>
          <a:lstStyle/>
          <a:p>
            <a:pPr algn="r"/>
            <a:r>
              <a:rPr lang="en-US" sz="1400" b="1" dirty="0">
                <a:solidFill>
                  <a:srgbClr val="20282F"/>
                </a:solidFill>
              </a:rPr>
              <a:t>Root Domain</a:t>
            </a:r>
          </a:p>
        </p:txBody>
      </p:sp>
      <p:sp>
        <p:nvSpPr>
          <p:cNvPr id="8" name="TextBox 7">
            <a:extLst>
              <a:ext uri="{FF2B5EF4-FFF2-40B4-BE49-F238E27FC236}">
                <a16:creationId xmlns:a16="http://schemas.microsoft.com/office/drawing/2014/main" id="{60F75D81-6F4D-BD53-0439-064442DA59D2}"/>
              </a:ext>
            </a:extLst>
          </p:cNvPr>
          <p:cNvSpPr txBox="1"/>
          <p:nvPr/>
        </p:nvSpPr>
        <p:spPr>
          <a:xfrm>
            <a:off x="385765" y="2061021"/>
            <a:ext cx="8446717" cy="450382"/>
          </a:xfrm>
          <a:prstGeom prst="rect">
            <a:avLst/>
          </a:prstGeom>
          <a:solidFill>
            <a:schemeClr val="bg2"/>
          </a:solidFill>
          <a:ln>
            <a:solidFill>
              <a:schemeClr val="bg1">
                <a:lumMod val="85000"/>
              </a:schemeClr>
            </a:solidFill>
          </a:ln>
        </p:spPr>
        <p:txBody>
          <a:bodyPr wrap="square" rtlCol="0" anchor="ctr" anchorCtr="0">
            <a:noAutofit/>
          </a:bodyPr>
          <a:lstStyle/>
          <a:p>
            <a:pPr algn="r"/>
            <a:r>
              <a:rPr lang="en-US" sz="1348" b="1" dirty="0">
                <a:solidFill>
                  <a:srgbClr val="20282F"/>
                </a:solidFill>
              </a:rPr>
              <a:t>Top Level Domain</a:t>
            </a:r>
          </a:p>
        </p:txBody>
      </p:sp>
      <p:sp>
        <p:nvSpPr>
          <p:cNvPr id="9" name="TextBox 8">
            <a:extLst>
              <a:ext uri="{FF2B5EF4-FFF2-40B4-BE49-F238E27FC236}">
                <a16:creationId xmlns:a16="http://schemas.microsoft.com/office/drawing/2014/main" id="{D4A045A1-CB74-DE6C-D25C-05944618C0A8}"/>
              </a:ext>
            </a:extLst>
          </p:cNvPr>
          <p:cNvSpPr txBox="1"/>
          <p:nvPr/>
        </p:nvSpPr>
        <p:spPr>
          <a:xfrm>
            <a:off x="385765" y="2940593"/>
            <a:ext cx="8446718" cy="450382"/>
          </a:xfrm>
          <a:prstGeom prst="rect">
            <a:avLst/>
          </a:prstGeom>
          <a:solidFill>
            <a:schemeClr val="bg2"/>
          </a:solidFill>
          <a:ln>
            <a:solidFill>
              <a:schemeClr val="bg1">
                <a:lumMod val="85000"/>
              </a:schemeClr>
            </a:solidFill>
          </a:ln>
        </p:spPr>
        <p:txBody>
          <a:bodyPr wrap="square" rtlCol="0" anchor="ctr" anchorCtr="0">
            <a:noAutofit/>
          </a:bodyPr>
          <a:lstStyle/>
          <a:p>
            <a:pPr algn="r"/>
            <a:r>
              <a:rPr lang="en-US" sz="1348" b="1" dirty="0">
                <a:solidFill>
                  <a:srgbClr val="20282F"/>
                </a:solidFill>
              </a:rPr>
              <a:t>Domain</a:t>
            </a:r>
          </a:p>
        </p:txBody>
      </p:sp>
      <p:sp>
        <p:nvSpPr>
          <p:cNvPr id="10" name="TextBox 9">
            <a:extLst>
              <a:ext uri="{FF2B5EF4-FFF2-40B4-BE49-F238E27FC236}">
                <a16:creationId xmlns:a16="http://schemas.microsoft.com/office/drawing/2014/main" id="{378B728C-85B0-83C7-FBB8-957C78A6EE4B}"/>
              </a:ext>
            </a:extLst>
          </p:cNvPr>
          <p:cNvSpPr txBox="1"/>
          <p:nvPr/>
        </p:nvSpPr>
        <p:spPr>
          <a:xfrm>
            <a:off x="385765" y="3790657"/>
            <a:ext cx="8446717" cy="450382"/>
          </a:xfrm>
          <a:prstGeom prst="rect">
            <a:avLst/>
          </a:prstGeom>
          <a:solidFill>
            <a:schemeClr val="bg2"/>
          </a:solidFill>
          <a:ln>
            <a:solidFill>
              <a:schemeClr val="bg1">
                <a:lumMod val="85000"/>
              </a:schemeClr>
            </a:solidFill>
          </a:ln>
        </p:spPr>
        <p:txBody>
          <a:bodyPr wrap="square" rtlCol="0" anchor="ctr" anchorCtr="0">
            <a:noAutofit/>
          </a:bodyPr>
          <a:lstStyle/>
          <a:p>
            <a:pPr algn="r"/>
            <a:r>
              <a:rPr lang="en-US" sz="1348" b="1" dirty="0">
                <a:solidFill>
                  <a:srgbClr val="20282F"/>
                </a:solidFill>
              </a:rPr>
              <a:t>Sub-Domain</a:t>
            </a:r>
          </a:p>
        </p:txBody>
      </p:sp>
      <p:graphicFrame>
        <p:nvGraphicFramePr>
          <p:cNvPr id="4" name="Content Placeholder 13">
            <a:extLst>
              <a:ext uri="{FF2B5EF4-FFF2-40B4-BE49-F238E27FC236}">
                <a16:creationId xmlns:a16="http://schemas.microsoft.com/office/drawing/2014/main" id="{11DD855A-D9E8-4AAE-D4AB-658AB050ED24}"/>
              </a:ext>
            </a:extLst>
          </p:cNvPr>
          <p:cNvGraphicFramePr>
            <a:graphicFrameLocks noGrp="1"/>
          </p:cNvGraphicFramePr>
          <p:nvPr>
            <p:ph idx="1"/>
            <p:extLst>
              <p:ext uri="{D42A27DB-BD31-4B8C-83A1-F6EECF244321}">
                <p14:modId xmlns:p14="http://schemas.microsoft.com/office/powerpoint/2010/main" val="3067938651"/>
              </p:ext>
            </p:extLst>
          </p:nvPr>
        </p:nvGraphicFramePr>
        <p:xfrm>
          <a:off x="1" y="928688"/>
          <a:ext cx="7886699" cy="3728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597320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0DB12-BE38-0C2B-FBE9-7126D277466B}"/>
              </a:ext>
            </a:extLst>
          </p:cNvPr>
          <p:cNvSpPr>
            <a:spLocks noGrp="1"/>
          </p:cNvSpPr>
          <p:nvPr>
            <p:ph type="title"/>
          </p:nvPr>
        </p:nvSpPr>
        <p:spPr>
          <a:xfrm>
            <a:off x="628649" y="584942"/>
            <a:ext cx="7886699" cy="572790"/>
          </a:xfrm>
        </p:spPr>
        <p:txBody>
          <a:bodyPr anchor="ctr">
            <a:normAutofit fontScale="90000"/>
          </a:bodyPr>
          <a:lstStyle/>
          <a:p>
            <a:r>
              <a:rPr lang="en-US" dirty="0"/>
              <a:t>Name Resolution Using DNS</a:t>
            </a:r>
          </a:p>
        </p:txBody>
      </p:sp>
      <p:sp>
        <p:nvSpPr>
          <p:cNvPr id="3" name="Slide Number Placeholder 2">
            <a:extLst>
              <a:ext uri="{FF2B5EF4-FFF2-40B4-BE49-F238E27FC236}">
                <a16:creationId xmlns:a16="http://schemas.microsoft.com/office/drawing/2014/main" id="{D3ADD892-78BB-08EC-3092-110A21AA60D8}"/>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33</a:t>
            </a:fld>
            <a:endParaRPr lang="en-US" dirty="0"/>
          </a:p>
        </p:txBody>
      </p:sp>
      <p:sp>
        <p:nvSpPr>
          <p:cNvPr id="5" name="Footer Placeholder 4">
            <a:extLst>
              <a:ext uri="{FF2B5EF4-FFF2-40B4-BE49-F238E27FC236}">
                <a16:creationId xmlns:a16="http://schemas.microsoft.com/office/drawing/2014/main" id="{38A4C4A2-FB9E-1FF0-F3BB-7403C00ACBA8}"/>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pic>
        <p:nvPicPr>
          <p:cNvPr id="1026" name="Picture 2">
            <a:extLst>
              <a:ext uri="{FF2B5EF4-FFF2-40B4-BE49-F238E27FC236}">
                <a16:creationId xmlns:a16="http://schemas.microsoft.com/office/drawing/2014/main" id="{71FE4CA1-0F6C-C714-40DF-91A6B599AC8F}"/>
              </a:ext>
            </a:extLst>
          </p:cNvPr>
          <p:cNvPicPr>
            <a:picLocks noGrp="1" noChangeAspect="1" noChangeArrowheads="1"/>
          </p:cNvPicPr>
          <p:nvPr>
            <p:ph idx="1"/>
          </p:nvPr>
        </p:nvPicPr>
        <p:blipFill>
          <a:blip r:embed="rId3" cstate="email">
            <a:extLst>
              <a:ext uri="{28A0092B-C50C-407E-A947-70E740481C1C}">
                <a14:useLocalDpi xmlns:a14="http://schemas.microsoft.com/office/drawing/2010/main"/>
              </a:ext>
            </a:extLst>
          </a:blip>
          <a:srcRect/>
          <a:stretch>
            <a:fillRect/>
          </a:stretch>
        </p:blipFill>
        <p:spPr bwMode="auto">
          <a:xfrm>
            <a:off x="1584754" y="1176909"/>
            <a:ext cx="5974492" cy="3376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38659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B3205-D920-0919-EC87-CA9BBF832947}"/>
              </a:ext>
            </a:extLst>
          </p:cNvPr>
          <p:cNvSpPr>
            <a:spLocks noGrp="1"/>
          </p:cNvSpPr>
          <p:nvPr>
            <p:ph type="title"/>
          </p:nvPr>
        </p:nvSpPr>
        <p:spPr>
          <a:xfrm>
            <a:off x="628649" y="584942"/>
            <a:ext cx="7886699" cy="572790"/>
          </a:xfrm>
        </p:spPr>
        <p:txBody>
          <a:bodyPr anchor="ctr">
            <a:normAutofit fontScale="90000"/>
          </a:bodyPr>
          <a:lstStyle/>
          <a:p>
            <a:r>
              <a:rPr lang="en-US" dirty="0"/>
              <a:t>Resource Records</a:t>
            </a:r>
          </a:p>
        </p:txBody>
      </p:sp>
      <p:sp>
        <p:nvSpPr>
          <p:cNvPr id="3" name="Slide Number Placeholder 2">
            <a:extLst>
              <a:ext uri="{FF2B5EF4-FFF2-40B4-BE49-F238E27FC236}">
                <a16:creationId xmlns:a16="http://schemas.microsoft.com/office/drawing/2014/main" id="{D0E7458E-96D2-C7DA-D280-09D8F72956F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34</a:t>
            </a:fld>
            <a:endParaRPr lang="en-US" dirty="0"/>
          </a:p>
        </p:txBody>
      </p:sp>
      <p:sp>
        <p:nvSpPr>
          <p:cNvPr id="4" name="Footer Placeholder 3">
            <a:extLst>
              <a:ext uri="{FF2B5EF4-FFF2-40B4-BE49-F238E27FC236}">
                <a16:creationId xmlns:a16="http://schemas.microsoft.com/office/drawing/2014/main" id="{DC85B97D-844E-A6D1-8A49-C464BBD4BACB}"/>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9E4C7BF3-4CF3-5B9F-CB11-692FA0B450F5}"/>
              </a:ext>
            </a:extLst>
          </p:cNvPr>
          <p:cNvGraphicFramePr>
            <a:graphicFrameLocks noGrp="1"/>
          </p:cNvGraphicFramePr>
          <p:nvPr>
            <p:ph idx="1"/>
            <p:extLst>
              <p:ext uri="{D42A27DB-BD31-4B8C-83A1-F6EECF244321}">
                <p14:modId xmlns:p14="http://schemas.microsoft.com/office/powerpoint/2010/main" val="1969418709"/>
              </p:ext>
            </p:extLst>
          </p:nvPr>
        </p:nvGraphicFramePr>
        <p:xfrm>
          <a:off x="628649" y="1157732"/>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472558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AE69F-61EC-A694-3AC0-7D9523B6C390}"/>
              </a:ext>
            </a:extLst>
          </p:cNvPr>
          <p:cNvSpPr>
            <a:spLocks noGrp="1"/>
          </p:cNvSpPr>
          <p:nvPr>
            <p:ph type="title"/>
          </p:nvPr>
        </p:nvSpPr>
        <p:spPr>
          <a:xfrm>
            <a:off x="628649" y="584942"/>
            <a:ext cx="7886699" cy="572790"/>
          </a:xfrm>
        </p:spPr>
        <p:txBody>
          <a:bodyPr>
            <a:normAutofit fontScale="90000"/>
          </a:bodyPr>
          <a:lstStyle/>
          <a:p>
            <a:r>
              <a:rPr lang="en-US" dirty="0"/>
              <a:t>Host Record Types</a:t>
            </a:r>
          </a:p>
        </p:txBody>
      </p:sp>
      <p:graphicFrame>
        <p:nvGraphicFramePr>
          <p:cNvPr id="14" name="Content Placeholder 12">
            <a:extLst>
              <a:ext uri="{FF2B5EF4-FFF2-40B4-BE49-F238E27FC236}">
                <a16:creationId xmlns:a16="http://schemas.microsoft.com/office/drawing/2014/main" id="{A5CEC4F0-6A57-FC53-3255-C40313BBB202}"/>
              </a:ext>
            </a:extLst>
          </p:cNvPr>
          <p:cNvGraphicFramePr>
            <a:graphicFrameLocks noGrp="1"/>
          </p:cNvGraphicFramePr>
          <p:nvPr>
            <p:ph idx="1"/>
            <p:extLst>
              <p:ext uri="{D42A27DB-BD31-4B8C-83A1-F6EECF244321}">
                <p14:modId xmlns:p14="http://schemas.microsoft.com/office/powerpoint/2010/main" val="1529737215"/>
              </p:ext>
            </p:extLst>
          </p:nvPr>
        </p:nvGraphicFramePr>
        <p:xfrm>
          <a:off x="628650" y="1216025"/>
          <a:ext cx="7886700" cy="3154680"/>
        </p:xfrm>
        <a:graphic>
          <a:graphicData uri="http://schemas.openxmlformats.org/drawingml/2006/table">
            <a:tbl>
              <a:tblPr firstRow="1" bandRow="1">
                <a:tableStyleId>{5C22544A-7EE6-4342-B048-85BDC9FD1C3A}</a:tableStyleId>
              </a:tblPr>
              <a:tblGrid>
                <a:gridCol w="1314450">
                  <a:extLst>
                    <a:ext uri="{9D8B030D-6E8A-4147-A177-3AD203B41FA5}">
                      <a16:colId xmlns:a16="http://schemas.microsoft.com/office/drawing/2014/main" val="476266714"/>
                    </a:ext>
                  </a:extLst>
                </a:gridCol>
                <a:gridCol w="1314450">
                  <a:extLst>
                    <a:ext uri="{9D8B030D-6E8A-4147-A177-3AD203B41FA5}">
                      <a16:colId xmlns:a16="http://schemas.microsoft.com/office/drawing/2014/main" val="3097751661"/>
                    </a:ext>
                  </a:extLst>
                </a:gridCol>
                <a:gridCol w="1314450">
                  <a:extLst>
                    <a:ext uri="{9D8B030D-6E8A-4147-A177-3AD203B41FA5}">
                      <a16:colId xmlns:a16="http://schemas.microsoft.com/office/drawing/2014/main" val="1491371377"/>
                    </a:ext>
                  </a:extLst>
                </a:gridCol>
                <a:gridCol w="1314450">
                  <a:extLst>
                    <a:ext uri="{9D8B030D-6E8A-4147-A177-3AD203B41FA5}">
                      <a16:colId xmlns:a16="http://schemas.microsoft.com/office/drawing/2014/main" val="2534648608"/>
                    </a:ext>
                  </a:extLst>
                </a:gridCol>
                <a:gridCol w="1314450">
                  <a:extLst>
                    <a:ext uri="{9D8B030D-6E8A-4147-A177-3AD203B41FA5}">
                      <a16:colId xmlns:a16="http://schemas.microsoft.com/office/drawing/2014/main" val="2350326001"/>
                    </a:ext>
                  </a:extLst>
                </a:gridCol>
                <a:gridCol w="1314450">
                  <a:extLst>
                    <a:ext uri="{9D8B030D-6E8A-4147-A177-3AD203B41FA5}">
                      <a16:colId xmlns:a16="http://schemas.microsoft.com/office/drawing/2014/main" val="1776100286"/>
                    </a:ext>
                  </a:extLst>
                </a:gridCol>
              </a:tblGrid>
              <a:tr h="370840">
                <a:tc>
                  <a:txBody>
                    <a:bodyPr/>
                    <a:lstStyle/>
                    <a:p>
                      <a:pPr algn="ctr"/>
                      <a:r>
                        <a:rPr lang="en-US" sz="1400" b="0" dirty="0"/>
                        <a:t>Start of Authority (SOA)</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spcAft>
                          <a:spcPts val="600"/>
                        </a:spcAft>
                      </a:pPr>
                      <a:r>
                        <a:rPr lang="en-US" sz="1400" b="0" dirty="0"/>
                        <a:t>Host Address (A) for IPV4</a:t>
                      </a:r>
                    </a:p>
                    <a:p>
                      <a:pPr algn="ctr">
                        <a:spcAft>
                          <a:spcPts val="600"/>
                        </a:spcAft>
                      </a:pPr>
                      <a:r>
                        <a:rPr lang="en-US" sz="1400" b="0" dirty="0"/>
                        <a:t>Host Address (AAAA) for IPv6</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400" b="0" dirty="0"/>
                        <a:t>Mail Exchange (MX)</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400" b="0" dirty="0"/>
                        <a:t>Service Records (SRV)</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400" b="0" dirty="0"/>
                        <a:t>Text Records (TXT)</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400" b="0" dirty="0"/>
                        <a:t>Pointer Records (PTR)</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extLst>
                  <a:ext uri="{0D108BD9-81ED-4DB2-BD59-A6C34878D82A}">
                    <a16:rowId xmlns:a16="http://schemas.microsoft.com/office/drawing/2014/main" val="359567385"/>
                  </a:ext>
                </a:extLst>
              </a:tr>
              <a:tr h="370840">
                <a:tc>
                  <a:txBody>
                    <a:bodyPr/>
                    <a:lstStyle/>
                    <a:p>
                      <a:r>
                        <a:rPr lang="en-US" sz="1200" dirty="0">
                          <a:solidFill>
                            <a:srgbClr val="20282F"/>
                          </a:solidFill>
                        </a:rPr>
                        <a:t>Indicate authority for a DNS zone</a:t>
                      </a:r>
                    </a:p>
                    <a:p>
                      <a:endParaRPr lang="en-US" sz="1200" dirty="0">
                        <a:solidFill>
                          <a:srgbClr val="20282F"/>
                        </a:solidFill>
                      </a:endParaRPr>
                    </a:p>
                    <a:p>
                      <a:r>
                        <a:rPr lang="en-US" sz="1200" dirty="0">
                          <a:solidFill>
                            <a:srgbClr val="20282F"/>
                          </a:solidFill>
                        </a:rPr>
                        <a:t>Contain admin contact, refresh rates, and versioning information</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200" dirty="0">
                          <a:solidFill>
                            <a:srgbClr val="20282F"/>
                          </a:solidFill>
                        </a:rPr>
                        <a:t>Map domain names to IPv4 addresses</a:t>
                      </a:r>
                    </a:p>
                    <a:p>
                      <a:endParaRPr lang="en-US" sz="1200" dirty="0">
                        <a:solidFill>
                          <a:srgbClr val="20282F"/>
                        </a:solidFill>
                      </a:endParaRPr>
                    </a:p>
                    <a:p>
                      <a:r>
                        <a:rPr lang="en-US" sz="1200" dirty="0">
                          <a:solidFill>
                            <a:srgbClr val="20282F"/>
                          </a:solidFill>
                        </a:rPr>
                        <a:t>Needed for DNS to translate domain names into IP addresses</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200" dirty="0">
                          <a:solidFill>
                            <a:srgbClr val="20282F"/>
                          </a:solidFill>
                        </a:rPr>
                        <a:t>Specify mail servers responsible for a domain</a:t>
                      </a:r>
                    </a:p>
                    <a:p>
                      <a:endParaRPr lang="en-US" sz="1200" dirty="0">
                        <a:solidFill>
                          <a:srgbClr val="20282F"/>
                        </a:solidFill>
                      </a:endParaRPr>
                    </a:p>
                    <a:p>
                      <a:r>
                        <a:rPr lang="en-US" sz="1200" dirty="0">
                          <a:solidFill>
                            <a:srgbClr val="20282F"/>
                          </a:solidFill>
                        </a:rPr>
                        <a:t>Prioritize mail delivery</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200" dirty="0">
                          <a:solidFill>
                            <a:srgbClr val="20282F"/>
                          </a:solidFill>
                        </a:rPr>
                        <a:t>Identify service locations within a domain </a:t>
                      </a:r>
                    </a:p>
                    <a:p>
                      <a:endParaRPr lang="en-US" sz="1200" dirty="0">
                        <a:solidFill>
                          <a:srgbClr val="20282F"/>
                        </a:solidFill>
                      </a:endParaRPr>
                    </a:p>
                    <a:p>
                      <a:r>
                        <a:rPr lang="en-US" sz="1200" dirty="0">
                          <a:solidFill>
                            <a:srgbClr val="20282F"/>
                          </a:solidFill>
                        </a:rPr>
                        <a:t>Include port numbers and priority for services</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200" dirty="0">
                          <a:solidFill>
                            <a:srgbClr val="20282F"/>
                          </a:solidFill>
                        </a:rPr>
                        <a:t>Store text information for external sources</a:t>
                      </a:r>
                    </a:p>
                    <a:p>
                      <a:endParaRPr lang="en-US" sz="1200" dirty="0">
                        <a:solidFill>
                          <a:srgbClr val="20282F"/>
                        </a:solidFill>
                      </a:endParaRPr>
                    </a:p>
                    <a:p>
                      <a:r>
                        <a:rPr lang="en-US" sz="1200" dirty="0">
                          <a:solidFill>
                            <a:srgbClr val="20282F"/>
                          </a:solidFill>
                        </a:rPr>
                        <a:t>Used for SPF and DKIM records to reduce spam</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200" dirty="0">
                          <a:solidFill>
                            <a:srgbClr val="20282F"/>
                          </a:solidFill>
                        </a:rPr>
                        <a:t>Used for reverse DNS lookup </a:t>
                      </a:r>
                    </a:p>
                    <a:p>
                      <a:endParaRPr lang="en-US" sz="1200" dirty="0">
                        <a:solidFill>
                          <a:srgbClr val="20282F"/>
                        </a:solidFill>
                      </a:endParaRPr>
                    </a:p>
                    <a:p>
                      <a:r>
                        <a:rPr lang="en-US" sz="1200" dirty="0">
                          <a:solidFill>
                            <a:srgbClr val="20282F"/>
                          </a:solidFill>
                        </a:rPr>
                        <a:t>Map IP addresses back to domain names </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09493518"/>
                  </a:ext>
                </a:extLst>
              </a:tr>
            </a:tbl>
          </a:graphicData>
        </a:graphic>
      </p:graphicFrame>
      <p:sp>
        <p:nvSpPr>
          <p:cNvPr id="3" name="Slide Number Placeholder 2">
            <a:extLst>
              <a:ext uri="{FF2B5EF4-FFF2-40B4-BE49-F238E27FC236}">
                <a16:creationId xmlns:a16="http://schemas.microsoft.com/office/drawing/2014/main" id="{B2034748-B5FE-0969-D101-0FFDAD34100B}"/>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35</a:t>
            </a:fld>
            <a:endParaRPr lang="en-US" dirty="0"/>
          </a:p>
        </p:txBody>
      </p:sp>
      <p:sp>
        <p:nvSpPr>
          <p:cNvPr id="5" name="Footer Placeholder 4">
            <a:extLst>
              <a:ext uri="{FF2B5EF4-FFF2-40B4-BE49-F238E27FC236}">
                <a16:creationId xmlns:a16="http://schemas.microsoft.com/office/drawing/2014/main" id="{AD461F7B-29F4-1F3C-703B-FA316692D718}"/>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26438334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CF6CA-D470-D514-AF40-F955A6A40A5E}"/>
              </a:ext>
            </a:extLst>
          </p:cNvPr>
          <p:cNvSpPr>
            <a:spLocks noGrp="1"/>
          </p:cNvSpPr>
          <p:nvPr>
            <p:ph type="title"/>
          </p:nvPr>
        </p:nvSpPr>
        <p:spPr>
          <a:xfrm>
            <a:off x="628650" y="583636"/>
            <a:ext cx="7886699" cy="572790"/>
          </a:xfrm>
        </p:spPr>
        <p:txBody>
          <a:bodyPr>
            <a:normAutofit fontScale="90000"/>
          </a:bodyPr>
          <a:lstStyle/>
          <a:p>
            <a:r>
              <a:rPr lang="en-US" dirty="0"/>
              <a:t>DNS Server Configuration</a:t>
            </a:r>
          </a:p>
        </p:txBody>
      </p:sp>
      <p:sp>
        <p:nvSpPr>
          <p:cNvPr id="3" name="Slide Number Placeholder 2">
            <a:extLst>
              <a:ext uri="{FF2B5EF4-FFF2-40B4-BE49-F238E27FC236}">
                <a16:creationId xmlns:a16="http://schemas.microsoft.com/office/drawing/2014/main" id="{21EDE8ED-A3C4-7352-EA8E-4A66A8337DE2}"/>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36</a:t>
            </a:fld>
            <a:endParaRPr lang="en-US" dirty="0"/>
          </a:p>
        </p:txBody>
      </p:sp>
      <p:sp>
        <p:nvSpPr>
          <p:cNvPr id="5" name="Footer Placeholder 4">
            <a:extLst>
              <a:ext uri="{FF2B5EF4-FFF2-40B4-BE49-F238E27FC236}">
                <a16:creationId xmlns:a16="http://schemas.microsoft.com/office/drawing/2014/main" id="{8308F941-0E2C-1455-0D4D-27F00CB3C6C0}"/>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5DE7BFE1-AEC2-FE88-1BEB-AA56A69C01ED}"/>
              </a:ext>
            </a:extLst>
          </p:cNvPr>
          <p:cNvGraphicFramePr>
            <a:graphicFrameLocks noGrp="1"/>
          </p:cNvGraphicFramePr>
          <p:nvPr>
            <p:ph idx="1"/>
            <p:extLst>
              <p:ext uri="{D42A27DB-BD31-4B8C-83A1-F6EECF244321}">
                <p14:modId xmlns:p14="http://schemas.microsoft.com/office/powerpoint/2010/main" val="1235664530"/>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940050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F9084-2A2E-C425-B6D5-AE6C543597D6}"/>
              </a:ext>
            </a:extLst>
          </p:cNvPr>
          <p:cNvSpPr>
            <a:spLocks noGrp="1"/>
          </p:cNvSpPr>
          <p:nvPr>
            <p:ph type="title"/>
          </p:nvPr>
        </p:nvSpPr>
        <p:spPr>
          <a:xfrm>
            <a:off x="628649" y="584942"/>
            <a:ext cx="7886699" cy="572790"/>
          </a:xfrm>
        </p:spPr>
        <p:txBody>
          <a:bodyPr anchor="ctr">
            <a:normAutofit fontScale="90000"/>
          </a:bodyPr>
          <a:lstStyle/>
          <a:p>
            <a:r>
              <a:rPr lang="en-US" dirty="0"/>
              <a:t>Internal vs. External DNS </a:t>
            </a:r>
          </a:p>
        </p:txBody>
      </p:sp>
      <p:sp>
        <p:nvSpPr>
          <p:cNvPr id="4" name="Slide Number Placeholder 3">
            <a:extLst>
              <a:ext uri="{FF2B5EF4-FFF2-40B4-BE49-F238E27FC236}">
                <a16:creationId xmlns:a16="http://schemas.microsoft.com/office/drawing/2014/main" id="{7DA26EDB-34F5-F20B-7A91-5FFB34255FC8}"/>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37</a:t>
            </a:fld>
            <a:endParaRPr lang="en-US" dirty="0"/>
          </a:p>
        </p:txBody>
      </p:sp>
      <p:sp>
        <p:nvSpPr>
          <p:cNvPr id="5" name="Footer Placeholder 4">
            <a:extLst>
              <a:ext uri="{FF2B5EF4-FFF2-40B4-BE49-F238E27FC236}">
                <a16:creationId xmlns:a16="http://schemas.microsoft.com/office/drawing/2014/main" id="{880995F6-84D6-C744-942C-CBD16C13C775}"/>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A54F4A5F-A01B-B945-CDED-C174764741CF}"/>
              </a:ext>
            </a:extLst>
          </p:cNvPr>
          <p:cNvGraphicFramePr>
            <a:graphicFrameLocks noGrp="1"/>
          </p:cNvGraphicFramePr>
          <p:nvPr>
            <p:ph idx="1"/>
            <p:extLst>
              <p:ext uri="{D42A27DB-BD31-4B8C-83A1-F6EECF244321}">
                <p14:modId xmlns:p14="http://schemas.microsoft.com/office/powerpoint/2010/main" val="1116036025"/>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071135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A5569-40FD-DE5B-6440-0C89CB0734B0}"/>
              </a:ext>
            </a:extLst>
          </p:cNvPr>
          <p:cNvSpPr>
            <a:spLocks noGrp="1"/>
          </p:cNvSpPr>
          <p:nvPr>
            <p:ph type="title"/>
          </p:nvPr>
        </p:nvSpPr>
        <p:spPr/>
        <p:txBody>
          <a:bodyPr>
            <a:normAutofit fontScale="90000"/>
          </a:bodyPr>
          <a:lstStyle/>
          <a:p>
            <a:r>
              <a:rPr lang="en-US" dirty="0"/>
              <a:t>DNS Security</a:t>
            </a:r>
          </a:p>
        </p:txBody>
      </p:sp>
      <p:sp>
        <p:nvSpPr>
          <p:cNvPr id="3" name="Slide Number Placeholder 2">
            <a:extLst>
              <a:ext uri="{FF2B5EF4-FFF2-40B4-BE49-F238E27FC236}">
                <a16:creationId xmlns:a16="http://schemas.microsoft.com/office/drawing/2014/main" id="{85B6D262-D3D9-A5FA-9E2A-FC0E85F25AF3}"/>
              </a:ext>
            </a:extLst>
          </p:cNvPr>
          <p:cNvSpPr>
            <a:spLocks noGrp="1"/>
          </p:cNvSpPr>
          <p:nvPr>
            <p:ph type="sldNum" sz="quarter" idx="12"/>
          </p:nvPr>
        </p:nvSpPr>
        <p:spPr/>
        <p:txBody>
          <a:bodyPr/>
          <a:lstStyle/>
          <a:p>
            <a:fld id="{64537577-822C-42C9-B1FE-62AC5F07B59D}" type="slidenum">
              <a:rPr lang="en-US" smtClean="0"/>
              <a:pPr/>
              <a:t>38</a:t>
            </a:fld>
            <a:endParaRPr lang="en-US" dirty="0"/>
          </a:p>
        </p:txBody>
      </p:sp>
      <p:sp>
        <p:nvSpPr>
          <p:cNvPr id="5" name="Footer Placeholder 4">
            <a:extLst>
              <a:ext uri="{FF2B5EF4-FFF2-40B4-BE49-F238E27FC236}">
                <a16:creationId xmlns:a16="http://schemas.microsoft.com/office/drawing/2014/main" id="{1A390DB5-FA8E-1689-E2F6-491148CDB457}"/>
              </a:ext>
            </a:extLst>
          </p:cNvPr>
          <p:cNvSpPr>
            <a:spLocks noGrp="1"/>
          </p:cNvSpPr>
          <p:nvPr>
            <p:ph type="ftr" sz="quarter" idx="3"/>
          </p:nvPr>
        </p:nvSpPr>
        <p:spPr/>
        <p:txBody>
          <a:bodyPr/>
          <a:lstStyle/>
          <a:p>
            <a:pPr lvl="0"/>
            <a:r>
              <a:rPr lang="en-US" noProof="0"/>
              <a:t>​Copyright © 2025 CompTIA, Inc. All Rights Reserved. </a:t>
            </a:r>
            <a:endParaRPr lang="en-US" noProof="0" dirty="0"/>
          </a:p>
        </p:txBody>
      </p:sp>
      <p:pic>
        <p:nvPicPr>
          <p:cNvPr id="22" name="Content Placeholder 12">
            <a:extLst>
              <a:ext uri="{FF2B5EF4-FFF2-40B4-BE49-F238E27FC236}">
                <a16:creationId xmlns:a16="http://schemas.microsoft.com/office/drawing/2014/main" id="{34CE6B8E-0D01-A47A-E71B-C20F725C4078}"/>
              </a:ext>
              <a:ext uri="{C183D7F6-B498-43B3-948B-1728B52AA6E4}">
                <adec:decorative xmlns:adec="http://schemas.microsoft.com/office/drawing/2017/decorative" val="1"/>
              </a:ext>
            </a:extLst>
          </p:cNvPr>
          <p:cNvPicPr>
            <a:picLocks noChangeAspect="1"/>
          </p:cNvPicPr>
          <p:nvPr/>
        </p:nvPicPr>
        <p:blipFill rotWithShape="1">
          <a:blip r:embed="rId3" cstate="screen">
            <a:extLst>
              <a:ext uri="{BEBA8EAE-BF5A-486C-A8C5-ECC9F3942E4B}">
                <a14:imgProps xmlns:a14="http://schemas.microsoft.com/office/drawing/2010/main">
                  <a14:imgLayer r:embed="rId4">
                    <a14:imgEffect>
                      <a14:backgroundRemoval t="17107" b="85533" l="5971" r="86856">
                        <a14:foregroundMark x1="47294" y1="61081" x2="47294" y2="61081"/>
                        <a14:foregroundMark x1="8720" y1="62126" x2="8720" y2="62126"/>
                        <a14:foregroundMark x1="42397" y1="81997" x2="42397" y2="81997"/>
                        <a14:foregroundMark x1="63187" y1="76320" x2="43256" y2="81300"/>
                        <a14:foregroundMark x1="43256" y1="81300" x2="29553" y2="81648"/>
                        <a14:foregroundMark x1="60137" y1="85533" x2="60137" y2="85533"/>
                      </a14:backgroundRemoval>
                    </a14:imgEffect>
                  </a14:imgLayer>
                </a14:imgProps>
              </a:ext>
              <a:ext uri="{28A0092B-C50C-407E-A947-70E740481C1C}">
                <a14:useLocalDpi xmlns:a14="http://schemas.microsoft.com/office/drawing/2010/main"/>
              </a:ext>
            </a:extLst>
          </a:blip>
          <a:srcRect/>
          <a:stretch/>
        </p:blipFill>
        <p:spPr>
          <a:xfrm>
            <a:off x="457200" y="1161999"/>
            <a:ext cx="1928813" cy="3325813"/>
          </a:xfrm>
          <a:prstGeom prst="rect">
            <a:avLst/>
          </a:prstGeom>
        </p:spPr>
      </p:pic>
      <p:graphicFrame>
        <p:nvGraphicFramePr>
          <p:cNvPr id="25" name="Content Placeholder 13">
            <a:extLst>
              <a:ext uri="{FF2B5EF4-FFF2-40B4-BE49-F238E27FC236}">
                <a16:creationId xmlns:a16="http://schemas.microsoft.com/office/drawing/2014/main" id="{68EEAF3A-FAF6-E7F4-8BD2-B565148FDEAC}"/>
              </a:ext>
            </a:extLst>
          </p:cNvPr>
          <p:cNvGraphicFramePr>
            <a:graphicFrameLocks noGrp="1"/>
          </p:cNvGraphicFramePr>
          <p:nvPr>
            <p:ph idx="1"/>
            <p:extLst>
              <p:ext uri="{D42A27DB-BD31-4B8C-83A1-F6EECF244321}">
                <p14:modId xmlns:p14="http://schemas.microsoft.com/office/powerpoint/2010/main" val="2904118309"/>
              </p:ext>
            </p:extLst>
          </p:nvPr>
        </p:nvGraphicFramePr>
        <p:xfrm>
          <a:off x="2514604" y="1284680"/>
          <a:ext cx="5786437" cy="2928445"/>
        </p:xfrm>
        <a:graphic>
          <a:graphicData uri="http://schemas.openxmlformats.org/drawingml/2006/table">
            <a:tbl>
              <a:tblPr firstRow="1" bandRow="1">
                <a:tableStyleId>{5C22544A-7EE6-4342-B048-85BDC9FD1C3A}</a:tableStyleId>
              </a:tblPr>
              <a:tblGrid>
                <a:gridCol w="2330934">
                  <a:extLst>
                    <a:ext uri="{9D8B030D-6E8A-4147-A177-3AD203B41FA5}">
                      <a16:colId xmlns:a16="http://schemas.microsoft.com/office/drawing/2014/main" val="4101978850"/>
                    </a:ext>
                  </a:extLst>
                </a:gridCol>
                <a:gridCol w="3455503">
                  <a:extLst>
                    <a:ext uri="{9D8B030D-6E8A-4147-A177-3AD203B41FA5}">
                      <a16:colId xmlns:a16="http://schemas.microsoft.com/office/drawing/2014/main" val="2669627142"/>
                    </a:ext>
                  </a:extLst>
                </a:gridCol>
              </a:tblGrid>
              <a:tr h="370497">
                <a:tc>
                  <a:txBody>
                    <a:bodyPr/>
                    <a:lstStyle/>
                    <a:p>
                      <a:r>
                        <a:rPr lang="en-US" sz="1800" b="0" dirty="0"/>
                        <a:t>Threat</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r>
                        <a:rPr lang="en-US" sz="1800" b="0" dirty="0"/>
                        <a:t>Solution</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extLst>
                  <a:ext uri="{0D108BD9-81ED-4DB2-BD59-A6C34878D82A}">
                    <a16:rowId xmlns:a16="http://schemas.microsoft.com/office/drawing/2014/main" val="3492822934"/>
                  </a:ext>
                </a:extLst>
              </a:tr>
              <a:tr h="639487">
                <a:tc>
                  <a:txBody>
                    <a:bodyPr/>
                    <a:lstStyle/>
                    <a:p>
                      <a:r>
                        <a:rPr lang="en-US" sz="1600" dirty="0">
                          <a:solidFill>
                            <a:srgbClr val="20282F"/>
                          </a:solidFill>
                        </a:rPr>
                        <a:t>DNS spoofing </a:t>
                      </a:r>
                      <a:br>
                        <a:rPr lang="en-US" sz="1600" dirty="0">
                          <a:solidFill>
                            <a:srgbClr val="20282F"/>
                          </a:solidFill>
                        </a:rPr>
                      </a:br>
                      <a:r>
                        <a:rPr lang="en-US" sz="1600" dirty="0">
                          <a:solidFill>
                            <a:srgbClr val="20282F"/>
                          </a:solidFill>
                        </a:rPr>
                        <a:t>and poisoning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600" dirty="0">
                          <a:solidFill>
                            <a:srgbClr val="20282F"/>
                          </a:solidFill>
                        </a:rPr>
                        <a:t>DNSSEC (DNS Security Extensions)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27789295"/>
                  </a:ext>
                </a:extLst>
              </a:tr>
              <a:tr h="639487">
                <a:tc>
                  <a:txBody>
                    <a:bodyPr/>
                    <a:lstStyle/>
                    <a:p>
                      <a:r>
                        <a:rPr lang="en-US" sz="1600" dirty="0">
                          <a:solidFill>
                            <a:srgbClr val="20282F"/>
                          </a:solidFill>
                        </a:rPr>
                        <a:t>Eavesdropping and interception attacks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600" dirty="0">
                          <a:solidFill>
                            <a:srgbClr val="20282F"/>
                          </a:solidFill>
                        </a:rPr>
                        <a:t>DNS over TLS (DoT)</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94027344"/>
                  </a:ext>
                </a:extLst>
              </a:tr>
              <a:tr h="639487">
                <a:tc>
                  <a:txBody>
                    <a:bodyPr/>
                    <a:lstStyle/>
                    <a:p>
                      <a:r>
                        <a:rPr lang="en-US" sz="1600" dirty="0">
                          <a:solidFill>
                            <a:srgbClr val="20282F"/>
                          </a:solidFill>
                        </a:rPr>
                        <a:t>Interception attacks </a:t>
                      </a:r>
                      <a:br>
                        <a:rPr lang="en-US" sz="1600" dirty="0">
                          <a:solidFill>
                            <a:srgbClr val="20282F"/>
                          </a:solidFill>
                        </a:rPr>
                      </a:br>
                      <a:r>
                        <a:rPr lang="en-US" sz="1600" dirty="0">
                          <a:solidFill>
                            <a:srgbClr val="20282F"/>
                          </a:solidFill>
                        </a:rPr>
                        <a:t>and tampering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600" dirty="0">
                          <a:solidFill>
                            <a:srgbClr val="20282F"/>
                          </a:solidFill>
                        </a:rPr>
                        <a:t>DNS over HTTPS (DoH)</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46904981"/>
                  </a:ext>
                </a:extLst>
              </a:tr>
              <a:tr h="639487">
                <a:tc>
                  <a:txBody>
                    <a:bodyPr/>
                    <a:lstStyle/>
                    <a:p>
                      <a:r>
                        <a:rPr lang="en-US" sz="1600" dirty="0">
                          <a:solidFill>
                            <a:srgbClr val="20282F"/>
                          </a:solidFill>
                        </a:rPr>
                        <a:t>DNS tunneling and advanced attacks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600" dirty="0">
                          <a:solidFill>
                            <a:srgbClr val="20282F"/>
                          </a:solidFill>
                        </a:rPr>
                        <a:t>Advanced DNS Firewall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38266929"/>
                  </a:ext>
                </a:extLst>
              </a:tr>
            </a:tbl>
          </a:graphicData>
        </a:graphic>
      </p:graphicFrame>
    </p:spTree>
    <p:extLst>
      <p:ext uri="{BB962C8B-B14F-4D97-AF65-F5344CB8AC3E}">
        <p14:creationId xmlns:p14="http://schemas.microsoft.com/office/powerpoint/2010/main" val="27897599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06AF1-734A-E5FC-2CFC-D8C12654D000}"/>
              </a:ext>
            </a:extLst>
          </p:cNvPr>
          <p:cNvSpPr>
            <a:spLocks noGrp="1"/>
          </p:cNvSpPr>
          <p:nvPr>
            <p:ph type="title"/>
          </p:nvPr>
        </p:nvSpPr>
        <p:spPr>
          <a:xfrm>
            <a:off x="628649" y="584942"/>
            <a:ext cx="7886699" cy="572790"/>
          </a:xfrm>
        </p:spPr>
        <p:txBody>
          <a:bodyPr>
            <a:normAutofit fontScale="90000"/>
          </a:bodyPr>
          <a:lstStyle/>
          <a:p>
            <a:r>
              <a:rPr lang="en-US" dirty="0"/>
              <a:t>Activity: Two Truths and a Lie</a:t>
            </a:r>
          </a:p>
        </p:txBody>
      </p:sp>
      <p:sp>
        <p:nvSpPr>
          <p:cNvPr id="3" name="Slide Number Placeholder 2">
            <a:extLst>
              <a:ext uri="{FF2B5EF4-FFF2-40B4-BE49-F238E27FC236}">
                <a16:creationId xmlns:a16="http://schemas.microsoft.com/office/drawing/2014/main" id="{FF9FE905-3ADE-6BED-CA23-17542EA751CB}"/>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39</a:t>
            </a:fld>
            <a:endParaRPr lang="en-US" dirty="0"/>
          </a:p>
        </p:txBody>
      </p:sp>
      <p:sp>
        <p:nvSpPr>
          <p:cNvPr id="5" name="Footer Placeholder 4">
            <a:extLst>
              <a:ext uri="{FF2B5EF4-FFF2-40B4-BE49-F238E27FC236}">
                <a16:creationId xmlns:a16="http://schemas.microsoft.com/office/drawing/2014/main" id="{12B4CA8E-C329-4A4E-7B92-76AED112F753}"/>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1" name="Content Placeholder 10">
            <a:extLst>
              <a:ext uri="{FF2B5EF4-FFF2-40B4-BE49-F238E27FC236}">
                <a16:creationId xmlns:a16="http://schemas.microsoft.com/office/drawing/2014/main" id="{EA749326-CA59-7B0D-2BA3-DD10AC405A4B}"/>
              </a:ext>
            </a:extLst>
          </p:cNvPr>
          <p:cNvGraphicFramePr>
            <a:graphicFrameLocks noGrp="1"/>
          </p:cNvGraphicFramePr>
          <p:nvPr>
            <p:ph idx="1"/>
            <p:extLst>
              <p:ext uri="{D42A27DB-BD31-4B8C-83A1-F6EECF244321}">
                <p14:modId xmlns:p14="http://schemas.microsoft.com/office/powerpoint/2010/main" val="3781752326"/>
              </p:ext>
            </p:extLst>
          </p:nvPr>
        </p:nvGraphicFramePr>
        <p:xfrm>
          <a:off x="1285873" y="1227983"/>
          <a:ext cx="657225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007579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6.6</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DNS Troubleshooting</a:t>
            </a:r>
          </a:p>
        </p:txBody>
      </p:sp>
      <p:sp>
        <p:nvSpPr>
          <p:cNvPr id="5" name="Slide Number Placeholder 4">
            <a:extLst>
              <a:ext uri="{FF2B5EF4-FFF2-40B4-BE49-F238E27FC236}">
                <a16:creationId xmlns:a16="http://schemas.microsoft.com/office/drawing/2014/main" id="{DE32877B-22D6-0D06-2BB2-EC29A80968B4}"/>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40</a:t>
            </a:fld>
            <a:endParaRPr lang="en-US" dirty="0"/>
          </a:p>
        </p:txBody>
      </p:sp>
      <p:sp>
        <p:nvSpPr>
          <p:cNvPr id="6" name="Footer Placeholder 5">
            <a:extLst>
              <a:ext uri="{FF2B5EF4-FFF2-40B4-BE49-F238E27FC236}">
                <a16:creationId xmlns:a16="http://schemas.microsoft.com/office/drawing/2014/main" id="{79D3A28F-DE91-43A0-6604-FA8736EA531B}"/>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2756347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BC46F-F2E5-3D61-384B-A52FADBCA75B}"/>
              </a:ext>
            </a:extLst>
          </p:cNvPr>
          <p:cNvSpPr>
            <a:spLocks noGrp="1"/>
          </p:cNvSpPr>
          <p:nvPr>
            <p:ph type="title"/>
          </p:nvPr>
        </p:nvSpPr>
        <p:spPr>
          <a:xfrm>
            <a:off x="628649" y="584942"/>
            <a:ext cx="7886699" cy="572790"/>
          </a:xfrm>
        </p:spPr>
        <p:txBody>
          <a:bodyPr>
            <a:normAutofit fontScale="90000"/>
          </a:bodyPr>
          <a:lstStyle/>
          <a:p>
            <a:r>
              <a:rPr lang="en-US" dirty="0"/>
              <a:t>Client DNS Issues</a:t>
            </a:r>
          </a:p>
        </p:txBody>
      </p:sp>
      <p:sp>
        <p:nvSpPr>
          <p:cNvPr id="3" name="Slide Number Placeholder 2">
            <a:extLst>
              <a:ext uri="{FF2B5EF4-FFF2-40B4-BE49-F238E27FC236}">
                <a16:creationId xmlns:a16="http://schemas.microsoft.com/office/drawing/2014/main" id="{128AC74F-70BC-4AE4-02C2-B063BF1CC465}"/>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41</a:t>
            </a:fld>
            <a:endParaRPr lang="en-US" dirty="0"/>
          </a:p>
        </p:txBody>
      </p:sp>
      <p:sp>
        <p:nvSpPr>
          <p:cNvPr id="5" name="Footer Placeholder 4">
            <a:extLst>
              <a:ext uri="{FF2B5EF4-FFF2-40B4-BE49-F238E27FC236}">
                <a16:creationId xmlns:a16="http://schemas.microsoft.com/office/drawing/2014/main" id="{A7C34AAC-F729-50A4-1AC3-C0254EC2B348}"/>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pic>
        <p:nvPicPr>
          <p:cNvPr id="6" name="Picture 5">
            <a:extLst>
              <a:ext uri="{FF2B5EF4-FFF2-40B4-BE49-F238E27FC236}">
                <a16:creationId xmlns:a16="http://schemas.microsoft.com/office/drawing/2014/main" id="{472D889C-C3F7-2DFE-1628-DD7114B9997D}"/>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629276" y="1157732"/>
            <a:ext cx="3157538" cy="2968415"/>
          </a:xfrm>
          <a:prstGeom prst="rect">
            <a:avLst/>
          </a:prstGeom>
        </p:spPr>
      </p:pic>
      <p:graphicFrame>
        <p:nvGraphicFramePr>
          <p:cNvPr id="11" name="Content Placeholder 10">
            <a:extLst>
              <a:ext uri="{FF2B5EF4-FFF2-40B4-BE49-F238E27FC236}">
                <a16:creationId xmlns:a16="http://schemas.microsoft.com/office/drawing/2014/main" id="{A20E142E-EA67-44D9-6084-E96C8C822663}"/>
              </a:ext>
            </a:extLst>
          </p:cNvPr>
          <p:cNvGraphicFramePr>
            <a:graphicFrameLocks noGrp="1"/>
          </p:cNvGraphicFramePr>
          <p:nvPr>
            <p:ph idx="1"/>
            <p:extLst>
              <p:ext uri="{D42A27DB-BD31-4B8C-83A1-F6EECF244321}">
                <p14:modId xmlns:p14="http://schemas.microsoft.com/office/powerpoint/2010/main" val="3477405263"/>
              </p:ext>
            </p:extLst>
          </p:nvPr>
        </p:nvGraphicFramePr>
        <p:xfrm>
          <a:off x="628651" y="1216025"/>
          <a:ext cx="4629150" cy="33258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2432463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23931-2F6E-B9CA-18B5-03BD7C7AEF25}"/>
              </a:ext>
            </a:extLst>
          </p:cNvPr>
          <p:cNvSpPr>
            <a:spLocks noGrp="1"/>
          </p:cNvSpPr>
          <p:nvPr>
            <p:ph type="title"/>
          </p:nvPr>
        </p:nvSpPr>
        <p:spPr/>
        <p:txBody>
          <a:bodyPr>
            <a:normAutofit fontScale="90000"/>
          </a:bodyPr>
          <a:lstStyle/>
          <a:p>
            <a:r>
              <a:rPr lang="en-US" dirty="0"/>
              <a:t>Name Resolution Issues</a:t>
            </a:r>
          </a:p>
        </p:txBody>
      </p:sp>
      <p:sp>
        <p:nvSpPr>
          <p:cNvPr id="3" name="Slide Number Placeholder 2">
            <a:extLst>
              <a:ext uri="{FF2B5EF4-FFF2-40B4-BE49-F238E27FC236}">
                <a16:creationId xmlns:a16="http://schemas.microsoft.com/office/drawing/2014/main" id="{E1A47668-A239-1927-7CEB-169706208298}"/>
              </a:ext>
            </a:extLst>
          </p:cNvPr>
          <p:cNvSpPr>
            <a:spLocks noGrp="1"/>
          </p:cNvSpPr>
          <p:nvPr>
            <p:ph type="sldNum" sz="quarter" idx="12"/>
          </p:nvPr>
        </p:nvSpPr>
        <p:spPr/>
        <p:txBody>
          <a:bodyPr/>
          <a:lstStyle/>
          <a:p>
            <a:fld id="{64537577-822C-42C9-B1FE-62AC5F07B59D}" type="slidenum">
              <a:rPr lang="en-US" smtClean="0"/>
              <a:pPr/>
              <a:t>42</a:t>
            </a:fld>
            <a:endParaRPr lang="en-US" dirty="0"/>
          </a:p>
        </p:txBody>
      </p:sp>
      <p:sp>
        <p:nvSpPr>
          <p:cNvPr id="5" name="Footer Placeholder 4">
            <a:extLst>
              <a:ext uri="{FF2B5EF4-FFF2-40B4-BE49-F238E27FC236}">
                <a16:creationId xmlns:a16="http://schemas.microsoft.com/office/drawing/2014/main" id="{2FC3372A-0376-C254-16A1-572F692A24F4}"/>
              </a:ext>
            </a:extLst>
          </p:cNvPr>
          <p:cNvSpPr>
            <a:spLocks noGrp="1"/>
          </p:cNvSpPr>
          <p:nvPr>
            <p:ph type="ftr" sz="quarter" idx="3"/>
          </p:nvPr>
        </p:nvSpPr>
        <p:spPr/>
        <p:txBody>
          <a:bodyPr/>
          <a:lstStyle/>
          <a:p>
            <a:pPr lvl="0"/>
            <a:r>
              <a:rPr lang="en-US" noProof="0"/>
              <a:t>​Copyright © 2025 CompTIA, Inc. All Rights Reserved. </a:t>
            </a:r>
            <a:endParaRPr lang="en-US" noProof="0" dirty="0"/>
          </a:p>
        </p:txBody>
      </p:sp>
      <p:graphicFrame>
        <p:nvGraphicFramePr>
          <p:cNvPr id="13" name="Content Placeholder 12">
            <a:extLst>
              <a:ext uri="{FF2B5EF4-FFF2-40B4-BE49-F238E27FC236}">
                <a16:creationId xmlns:a16="http://schemas.microsoft.com/office/drawing/2014/main" id="{1D35882C-F6AE-F061-26DE-BE26D12B1539}"/>
              </a:ext>
            </a:extLst>
          </p:cNvPr>
          <p:cNvGraphicFramePr>
            <a:graphicFrameLocks noGrp="1"/>
          </p:cNvGraphicFramePr>
          <p:nvPr>
            <p:ph sz="half" idx="2"/>
            <p:extLst>
              <p:ext uri="{D42A27DB-BD31-4B8C-83A1-F6EECF244321}">
                <p14:modId xmlns:p14="http://schemas.microsoft.com/office/powerpoint/2010/main" val="862019436"/>
              </p:ext>
            </p:extLst>
          </p:nvPr>
        </p:nvGraphicFramePr>
        <p:xfrm>
          <a:off x="3378995" y="1690625"/>
          <a:ext cx="5043487" cy="23271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Content Placeholder 13">
            <a:extLst>
              <a:ext uri="{FF2B5EF4-FFF2-40B4-BE49-F238E27FC236}">
                <a16:creationId xmlns:a16="http://schemas.microsoft.com/office/drawing/2014/main" id="{963C415B-F91A-36C5-5676-89C44EB31F06}"/>
              </a:ext>
              <a:ext uri="{C183D7F6-B498-43B3-948B-1728B52AA6E4}">
                <adec:decorative xmlns:adec="http://schemas.microsoft.com/office/drawing/2017/decorative" val="1"/>
              </a:ext>
            </a:extLst>
          </p:cNvPr>
          <p:cNvPicPr>
            <a:picLocks noGrp="1" noChangeAspect="1"/>
          </p:cNvPicPr>
          <p:nvPr>
            <p:ph sz="half" idx="1"/>
          </p:nvPr>
        </p:nvPicPr>
        <p:blipFill>
          <a:blip r:embed="rId8" cstate="screen">
            <a:extLst>
              <a:ext uri="{28A0092B-C50C-407E-A947-70E740481C1C}">
                <a14:useLocalDpi xmlns:a14="http://schemas.microsoft.com/office/drawing/2010/main"/>
              </a:ext>
            </a:extLst>
          </a:blip>
          <a:srcRect/>
          <a:stretch/>
        </p:blipFill>
        <p:spPr>
          <a:xfrm>
            <a:off x="628650" y="1424258"/>
            <a:ext cx="2614613" cy="2593493"/>
          </a:xfrm>
          <a:prstGeom prst="rect">
            <a:avLst/>
          </a:prstGeom>
        </p:spPr>
      </p:pic>
    </p:spTree>
    <p:extLst>
      <p:ext uri="{BB962C8B-B14F-4D97-AF65-F5344CB8AC3E}">
        <p14:creationId xmlns:p14="http://schemas.microsoft.com/office/powerpoint/2010/main" val="42910201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EE770-F60C-E1B8-C65F-B1A089E434D2}"/>
              </a:ext>
            </a:extLst>
          </p:cNvPr>
          <p:cNvSpPr>
            <a:spLocks noGrp="1"/>
          </p:cNvSpPr>
          <p:nvPr>
            <p:ph type="title"/>
          </p:nvPr>
        </p:nvSpPr>
        <p:spPr/>
        <p:txBody>
          <a:bodyPr>
            <a:normAutofit fontScale="90000"/>
          </a:bodyPr>
          <a:lstStyle/>
          <a:p>
            <a:r>
              <a:rPr lang="en-US" dirty="0"/>
              <a:t>Activity: Run nslookup and dig </a:t>
            </a:r>
          </a:p>
        </p:txBody>
      </p:sp>
      <p:sp>
        <p:nvSpPr>
          <p:cNvPr id="10" name="Content Placeholder 9">
            <a:extLst>
              <a:ext uri="{FF2B5EF4-FFF2-40B4-BE49-F238E27FC236}">
                <a16:creationId xmlns:a16="http://schemas.microsoft.com/office/drawing/2014/main" id="{2858CA7A-4DA9-2B4B-9B62-8D59ECA49ECE}"/>
              </a:ext>
            </a:extLst>
          </p:cNvPr>
          <p:cNvSpPr>
            <a:spLocks noGrp="1"/>
          </p:cNvSpPr>
          <p:nvPr>
            <p:ph sz="half" idx="1"/>
          </p:nvPr>
        </p:nvSpPr>
        <p:spPr>
          <a:xfrm>
            <a:off x="628650" y="1186249"/>
            <a:ext cx="4020262" cy="3365370"/>
          </a:xfrm>
        </p:spPr>
        <p:txBody>
          <a:bodyPr>
            <a:normAutofit/>
          </a:bodyPr>
          <a:lstStyle/>
          <a:p>
            <a:pPr>
              <a:spcAft>
                <a:spcPts val="600"/>
              </a:spcAft>
            </a:pPr>
            <a:r>
              <a:rPr lang="en-US" dirty="0"/>
              <a:t>Windows Machines</a:t>
            </a:r>
          </a:p>
          <a:p>
            <a:pPr lvl="1">
              <a:spcAft>
                <a:spcPts val="600"/>
              </a:spcAft>
            </a:pPr>
            <a:r>
              <a:rPr lang="en-US" dirty="0"/>
              <a:t>Open command prompt or Terminal</a:t>
            </a:r>
          </a:p>
          <a:p>
            <a:pPr lvl="1">
              <a:spcAft>
                <a:spcPts val="600"/>
              </a:spcAft>
            </a:pPr>
            <a:r>
              <a:rPr lang="en-US" dirty="0"/>
              <a:t>Type ns lookup comptia.org</a:t>
            </a:r>
          </a:p>
          <a:p>
            <a:pPr>
              <a:spcAft>
                <a:spcPts val="600"/>
              </a:spcAft>
            </a:pPr>
            <a:r>
              <a:rPr lang="en-US" dirty="0"/>
              <a:t>Linux or Mac Machines</a:t>
            </a:r>
          </a:p>
          <a:p>
            <a:pPr lvl="1">
              <a:spcAft>
                <a:spcPts val="600"/>
              </a:spcAft>
            </a:pPr>
            <a:r>
              <a:rPr lang="en-US" dirty="0"/>
              <a:t>Open Terminal </a:t>
            </a:r>
          </a:p>
          <a:p>
            <a:pPr lvl="1">
              <a:spcAft>
                <a:spcPts val="600"/>
              </a:spcAft>
            </a:pPr>
            <a:r>
              <a:rPr lang="en-US" dirty="0"/>
              <a:t>Type dig comptia.org</a:t>
            </a:r>
          </a:p>
        </p:txBody>
      </p:sp>
      <p:sp>
        <p:nvSpPr>
          <p:cNvPr id="3" name="Slide Number Placeholder 2">
            <a:extLst>
              <a:ext uri="{FF2B5EF4-FFF2-40B4-BE49-F238E27FC236}">
                <a16:creationId xmlns:a16="http://schemas.microsoft.com/office/drawing/2014/main" id="{3B401A6E-A012-275B-83DE-CB4E33602102}"/>
              </a:ext>
            </a:extLst>
          </p:cNvPr>
          <p:cNvSpPr>
            <a:spLocks noGrp="1"/>
          </p:cNvSpPr>
          <p:nvPr>
            <p:ph type="sldNum" sz="quarter" idx="12"/>
          </p:nvPr>
        </p:nvSpPr>
        <p:spPr/>
        <p:txBody>
          <a:bodyPr/>
          <a:lstStyle/>
          <a:p>
            <a:fld id="{64537577-822C-42C9-B1FE-62AC5F07B59D}" type="slidenum">
              <a:rPr lang="en-US" smtClean="0"/>
              <a:pPr/>
              <a:t>43</a:t>
            </a:fld>
            <a:endParaRPr lang="en-US" dirty="0"/>
          </a:p>
        </p:txBody>
      </p:sp>
      <p:sp>
        <p:nvSpPr>
          <p:cNvPr id="5" name="Footer Placeholder 4">
            <a:extLst>
              <a:ext uri="{FF2B5EF4-FFF2-40B4-BE49-F238E27FC236}">
                <a16:creationId xmlns:a16="http://schemas.microsoft.com/office/drawing/2014/main" id="{4FF86792-258D-76DD-5D45-65E124874F3D}"/>
              </a:ext>
            </a:extLst>
          </p:cNvPr>
          <p:cNvSpPr>
            <a:spLocks noGrp="1"/>
          </p:cNvSpPr>
          <p:nvPr>
            <p:ph type="ftr" sz="quarter" idx="3"/>
          </p:nvPr>
        </p:nvSpPr>
        <p:spPr/>
        <p:txBody>
          <a:bodyPr/>
          <a:lstStyle/>
          <a:p>
            <a:pPr lvl="0"/>
            <a:r>
              <a:rPr lang="en-US" noProof="0"/>
              <a:t>​Copyright © 2025 CompTIA, Inc. All Rights Reserved. </a:t>
            </a:r>
            <a:endParaRPr lang="en-US" noProof="0" dirty="0"/>
          </a:p>
        </p:txBody>
      </p:sp>
      <p:pic>
        <p:nvPicPr>
          <p:cNvPr id="7" name="Content Placeholder 15" descr="Monitor with solid fill">
            <a:extLst>
              <a:ext uri="{FF2B5EF4-FFF2-40B4-BE49-F238E27FC236}">
                <a16:creationId xmlns:a16="http://schemas.microsoft.com/office/drawing/2014/main" id="{6FCFB806-2080-1B1E-4E23-D3826B1B23B2}"/>
              </a:ext>
            </a:extLst>
          </p:cNvPr>
          <p:cNvPicPr>
            <a:picLocks noGrp="1" noChangeAspect="1"/>
          </p:cNvPicPr>
          <p:nvPr>
            <p:ph sz="half" idx="2"/>
          </p:nvPr>
        </p:nvPicPr>
        <p:blipFill>
          <a:blip r:embed="rId3">
            <a:extLst>
              <a:ext uri="{96DAC541-7B7A-43D3-8B79-37D633B846F1}">
                <asvg:svgBlip xmlns:asvg="http://schemas.microsoft.com/office/drawing/2016/SVG/main" r:embed="rId4"/>
              </a:ext>
            </a:extLst>
          </a:blip>
          <a:stretch>
            <a:fillRect/>
          </a:stretch>
        </p:blipFill>
        <p:spPr>
          <a:xfrm>
            <a:off x="5149981" y="1243013"/>
            <a:ext cx="3365369" cy="3365369"/>
          </a:xfrm>
        </p:spPr>
      </p:pic>
    </p:spTree>
    <p:extLst>
      <p:ext uri="{BB962C8B-B14F-4D97-AF65-F5344CB8AC3E}">
        <p14:creationId xmlns:p14="http://schemas.microsoft.com/office/powerpoint/2010/main" val="65296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7E3B-31C2-35D2-5527-9365308F6DFB}"/>
              </a:ext>
            </a:extLst>
          </p:cNvPr>
          <p:cNvSpPr>
            <a:spLocks noGrp="1"/>
          </p:cNvSpPr>
          <p:nvPr>
            <p:ph type="ctrTitle"/>
          </p:nvPr>
        </p:nvSpPr>
        <p:spPr>
          <a:xfrm>
            <a:off x="682580" y="840993"/>
            <a:ext cx="7318420" cy="1397942"/>
          </a:xfrm>
        </p:spPr>
        <p:txBody>
          <a:bodyPr/>
          <a:lstStyle/>
          <a:p>
            <a:r>
              <a:rPr lang="en-US" dirty="0"/>
              <a:t>Summary</a:t>
            </a:r>
          </a:p>
        </p:txBody>
      </p:sp>
      <p:sp>
        <p:nvSpPr>
          <p:cNvPr id="3" name="Subtitle 2">
            <a:extLst>
              <a:ext uri="{FF2B5EF4-FFF2-40B4-BE49-F238E27FC236}">
                <a16:creationId xmlns:a16="http://schemas.microsoft.com/office/drawing/2014/main" id="{95D2A0BA-D28A-0B52-2159-525C86DF1E8A}"/>
              </a:ext>
            </a:extLst>
          </p:cNvPr>
          <p:cNvSpPr>
            <a:spLocks noGrp="1"/>
          </p:cNvSpPr>
          <p:nvPr>
            <p:ph type="subTitle" idx="1"/>
          </p:nvPr>
        </p:nvSpPr>
        <p:spPr>
          <a:xfrm>
            <a:off x="682580" y="2306171"/>
            <a:ext cx="7318420" cy="1633528"/>
          </a:xfrm>
        </p:spPr>
        <p:txBody>
          <a:bodyPr>
            <a:normAutofit/>
          </a:bodyPr>
          <a:lstStyle/>
          <a:p>
            <a:r>
              <a:rPr lang="en-US" dirty="0"/>
              <a:t>Implementing Network Services</a:t>
            </a:r>
          </a:p>
        </p:txBody>
      </p:sp>
      <p:sp>
        <p:nvSpPr>
          <p:cNvPr id="5" name="Slide Number Placeholder 4">
            <a:extLst>
              <a:ext uri="{FF2B5EF4-FFF2-40B4-BE49-F238E27FC236}">
                <a16:creationId xmlns:a16="http://schemas.microsoft.com/office/drawing/2014/main" id="{5E4BB603-B2F0-A262-1B6B-0BAEDC4E4A77}"/>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44</a:t>
            </a:fld>
            <a:endParaRPr lang="en-US" dirty="0"/>
          </a:p>
        </p:txBody>
      </p:sp>
      <p:sp>
        <p:nvSpPr>
          <p:cNvPr id="6" name="Footer Placeholder 5">
            <a:extLst>
              <a:ext uri="{FF2B5EF4-FFF2-40B4-BE49-F238E27FC236}">
                <a16:creationId xmlns:a16="http://schemas.microsoft.com/office/drawing/2014/main" id="{FC411C03-1DEC-5E38-34FE-E824E6577CA7}"/>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984566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9C26E-9D4B-54FB-641D-CA6D47F61C05}"/>
              </a:ext>
            </a:extLst>
          </p:cNvPr>
          <p:cNvSpPr>
            <a:spLocks noGrp="1"/>
          </p:cNvSpPr>
          <p:nvPr>
            <p:ph type="title"/>
          </p:nvPr>
        </p:nvSpPr>
        <p:spPr/>
        <p:txBody>
          <a:bodyPr>
            <a:normAutofit fontScale="90000"/>
          </a:bodyPr>
          <a:lstStyle/>
          <a:p>
            <a:r>
              <a:rPr lang="en-US" dirty="0"/>
              <a:t>Main Points</a:t>
            </a:r>
          </a:p>
        </p:txBody>
      </p:sp>
      <p:sp>
        <p:nvSpPr>
          <p:cNvPr id="3" name="Content Placeholder 2">
            <a:extLst>
              <a:ext uri="{FF2B5EF4-FFF2-40B4-BE49-F238E27FC236}">
                <a16:creationId xmlns:a16="http://schemas.microsoft.com/office/drawing/2014/main" id="{16F59899-2F8E-8D41-7D50-CA59D6C8F7F8}"/>
              </a:ext>
            </a:extLst>
          </p:cNvPr>
          <p:cNvSpPr>
            <a:spLocks noGrp="1"/>
          </p:cNvSpPr>
          <p:nvPr>
            <p:ph idx="1"/>
          </p:nvPr>
        </p:nvSpPr>
        <p:spPr/>
        <p:txBody>
          <a:bodyPr>
            <a:normAutofit fontScale="77500" lnSpcReduction="20000"/>
          </a:bodyPr>
          <a:lstStyle/>
          <a:p>
            <a:pPr>
              <a:lnSpc>
                <a:spcPct val="120000"/>
              </a:lnSpc>
              <a:spcAft>
                <a:spcPts val="600"/>
              </a:spcAft>
            </a:pPr>
            <a:r>
              <a:rPr lang="en-US" b="1" dirty="0"/>
              <a:t>TCP (Transport)</a:t>
            </a:r>
            <a:r>
              <a:rPr lang="en-US" dirty="0"/>
              <a:t>: Reliable, connection-oriented, and </a:t>
            </a:r>
            <a:br>
              <a:rPr lang="en-US" dirty="0"/>
            </a:br>
            <a:r>
              <a:rPr lang="en-US" dirty="0"/>
              <a:t>error-checked data delivery (acknowledgments)</a:t>
            </a:r>
          </a:p>
          <a:p>
            <a:pPr>
              <a:lnSpc>
                <a:spcPct val="120000"/>
              </a:lnSpc>
              <a:spcAft>
                <a:spcPts val="600"/>
              </a:spcAft>
            </a:pPr>
            <a:r>
              <a:rPr lang="en-US" b="1" dirty="0"/>
              <a:t>User Datagram Protocol (UDP)</a:t>
            </a:r>
            <a:r>
              <a:rPr lang="en-US" dirty="0"/>
              <a:t>: Works at the Transport layer; unlike TCP, it’s a connectionless, nonguaranteed method of communication with no acknowledgments or flow control</a:t>
            </a:r>
          </a:p>
          <a:p>
            <a:pPr>
              <a:lnSpc>
                <a:spcPct val="120000"/>
              </a:lnSpc>
              <a:spcAft>
                <a:spcPts val="600"/>
              </a:spcAft>
            </a:pPr>
            <a:r>
              <a:rPr lang="en-US" b="1" dirty="0"/>
              <a:t>DHCP (Automatic IP)</a:t>
            </a:r>
            <a:r>
              <a:rPr lang="en-US" dirty="0"/>
              <a:t>: Assigns IP addresses, subnet masks, </a:t>
            </a:r>
            <a:br>
              <a:rPr lang="en-US" dirty="0"/>
            </a:br>
            <a:r>
              <a:rPr lang="en-US" dirty="0"/>
              <a:t>and optional parameters (gateway, DNS)</a:t>
            </a:r>
          </a:p>
          <a:p>
            <a:pPr>
              <a:lnSpc>
                <a:spcPct val="120000"/>
              </a:lnSpc>
              <a:spcAft>
                <a:spcPts val="600"/>
              </a:spcAft>
            </a:pPr>
            <a:r>
              <a:rPr lang="en-US" b="1" dirty="0"/>
              <a:t>Relay Agents (DHCP)</a:t>
            </a:r>
            <a:r>
              <a:rPr lang="en-US" dirty="0"/>
              <a:t>: Forward DHCP traffic between subnets</a:t>
            </a:r>
          </a:p>
          <a:p>
            <a:pPr>
              <a:lnSpc>
                <a:spcPct val="120000"/>
              </a:lnSpc>
              <a:spcAft>
                <a:spcPts val="600"/>
              </a:spcAft>
            </a:pPr>
            <a:r>
              <a:rPr lang="en-US" b="1" dirty="0"/>
              <a:t>DNS (Global Hierarchy)</a:t>
            </a:r>
            <a:r>
              <a:rPr lang="en-US" dirty="0"/>
              <a:t>: Translates domain names to </a:t>
            </a:r>
            <a:br>
              <a:rPr lang="en-US" dirty="0"/>
            </a:br>
            <a:r>
              <a:rPr lang="en-US" dirty="0"/>
              <a:t>IP addresses</a:t>
            </a:r>
          </a:p>
        </p:txBody>
      </p:sp>
      <p:sp>
        <p:nvSpPr>
          <p:cNvPr id="4" name="Slide Number Placeholder 3">
            <a:extLst>
              <a:ext uri="{FF2B5EF4-FFF2-40B4-BE49-F238E27FC236}">
                <a16:creationId xmlns:a16="http://schemas.microsoft.com/office/drawing/2014/main" id="{A3ED4992-4138-E371-76FB-A885AB298ECA}"/>
              </a:ext>
            </a:extLst>
          </p:cNvPr>
          <p:cNvSpPr>
            <a:spLocks noGrp="1"/>
          </p:cNvSpPr>
          <p:nvPr>
            <p:ph type="sldNum" sz="quarter" idx="12"/>
          </p:nvPr>
        </p:nvSpPr>
        <p:spPr/>
        <p:txBody>
          <a:body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45</a:t>
            </a:fld>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
        <p:nvSpPr>
          <p:cNvPr id="5" name="Footer Placeholder 4">
            <a:extLst>
              <a:ext uri="{FF2B5EF4-FFF2-40B4-BE49-F238E27FC236}">
                <a16:creationId xmlns:a16="http://schemas.microsoft.com/office/drawing/2014/main" id="{08AC0258-554D-67DE-B358-074E55149F97}"/>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777803271"/>
      </p:ext>
    </p:extLst>
  </p:cSld>
  <p:clrMapOvr>
    <a:masterClrMapping/>
  </p:clrMapOvr>
</p:sld>
</file>

<file path=ppt/theme/theme1.xml><?xml version="1.0" encoding="utf-8"?>
<a:theme xmlns:a="http://schemas.openxmlformats.org/drawingml/2006/main" name="Learning Design">
  <a:themeElements>
    <a:clrScheme name="Custom 10">
      <a:dk1>
        <a:srgbClr val="000000"/>
      </a:dk1>
      <a:lt1>
        <a:srgbClr val="FFFFFF"/>
      </a:lt1>
      <a:dk2>
        <a:srgbClr val="004F70"/>
      </a:dk2>
      <a:lt2>
        <a:srgbClr val="E7E6E6"/>
      </a:lt2>
      <a:accent1>
        <a:srgbClr val="004F70"/>
      </a:accent1>
      <a:accent2>
        <a:srgbClr val="C8102E"/>
      </a:accent2>
      <a:accent3>
        <a:srgbClr val="007377"/>
      </a:accent3>
      <a:accent4>
        <a:srgbClr val="009CA6"/>
      </a:accent4>
      <a:accent5>
        <a:srgbClr val="63CCC8"/>
      </a:accent5>
      <a:accent6>
        <a:srgbClr val="00698E"/>
      </a:accent6>
      <a:hlink>
        <a:srgbClr val="00698E"/>
      </a:hlink>
      <a:folHlink>
        <a:srgbClr val="572B83"/>
      </a:folHlink>
    </a:clrScheme>
    <a:fontScheme name="Inter_NotoSans">
      <a:majorFont>
        <a:latin typeface="Inter"/>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deoRecording_Template" id="{9C93CD7A-60DB-40F2-A8A8-CA06A4377559}" vid="{8B197F58-6409-4754-95E5-6FD514C1EF1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SharedWithUsers xmlns="315eb565-7267-4a95-9087-2f433ded3c8b">
      <UserInfo>
        <DisplayName>Juan Guerrero</DisplayName>
        <AccountId>1541</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1" ma:contentTypeDescription="Create a new document." ma:contentTypeScope="" ma:versionID="1bd29a7743d722a7a4e1536ec53122b2">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1e45cb6768d0452792e526d740a19175"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0D52A02-1E55-4DBA-994E-857BEA779AC3}">
  <ds:schemaRefs>
    <ds:schemaRef ds:uri="http://schemas.microsoft.com/sharepoint/v3"/>
    <ds:schemaRef ds:uri="http://www.w3.org/XML/1998/namespace"/>
    <ds:schemaRef ds:uri="http://schemas.microsoft.com/office/infopath/2007/PartnerControls"/>
    <ds:schemaRef ds:uri="http://purl.org/dc/terms/"/>
    <ds:schemaRef ds:uri="http://schemas.microsoft.com/office/2006/documentManagement/types"/>
    <ds:schemaRef ds:uri="http://purl.org/dc/dcmitype/"/>
    <ds:schemaRef ds:uri="http://schemas.microsoft.com/office/2006/metadata/properties"/>
    <ds:schemaRef ds:uri="http://schemas.openxmlformats.org/package/2006/metadata/core-properties"/>
    <ds:schemaRef ds:uri="315eb565-7267-4a95-9087-2f433ded3c8b"/>
    <ds:schemaRef ds:uri="95a46270-66ec-4bdf-aabc-d78887d51418"/>
    <ds:schemaRef ds:uri="http://purl.org/dc/elements/1.1/"/>
  </ds:schemaRefs>
</ds:datastoreItem>
</file>

<file path=customXml/itemProps2.xml><?xml version="1.0" encoding="utf-8"?>
<ds:datastoreItem xmlns:ds="http://schemas.openxmlformats.org/officeDocument/2006/customXml" ds:itemID="{743C1A66-679F-4E54-96D0-138142AFAC60}">
  <ds:schemaRefs>
    <ds:schemaRef ds:uri="http://schemas.microsoft.com/sharepoint/v3/contenttype/forms"/>
  </ds:schemaRefs>
</ds:datastoreItem>
</file>

<file path=customXml/itemProps3.xml><?xml version="1.0" encoding="utf-8"?>
<ds:datastoreItem xmlns:ds="http://schemas.openxmlformats.org/officeDocument/2006/customXml" ds:itemID="{4C976240-38D6-4831-BF27-FC165F6E2AD7}">
  <ds:schemaRefs>
    <ds:schemaRef ds:uri="315eb565-7267-4a95-9087-2f433ded3c8b"/>
    <ds:schemaRef ds:uri="95a46270-66ec-4bdf-aabc-d78887d514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6628</TotalTime>
  <Words>6683</Words>
  <Application>Microsoft Office PowerPoint</Application>
  <PresentationFormat>Custom</PresentationFormat>
  <Paragraphs>855</Paragraphs>
  <Slides>45</Slides>
  <Notes>45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45</vt:i4>
      </vt:variant>
    </vt:vector>
  </HeadingPairs>
  <TitlesOfParts>
    <vt:vector size="57" baseType="lpstr">
      <vt:lpstr>Arial</vt:lpstr>
      <vt:lpstr>Calibri</vt:lpstr>
      <vt:lpstr>Courier New</vt:lpstr>
      <vt:lpstr>Inter</vt:lpstr>
      <vt:lpstr>Lato</vt:lpstr>
      <vt:lpstr>Noto Sans</vt:lpstr>
      <vt:lpstr>Noto Sans Condensed</vt:lpstr>
      <vt:lpstr>Open Sans</vt:lpstr>
      <vt:lpstr>roboto</vt:lpstr>
      <vt:lpstr>roboto</vt:lpstr>
      <vt:lpstr>Wingdings</vt:lpstr>
      <vt:lpstr>Learning Design</vt:lpstr>
      <vt:lpstr>Module 6</vt:lpstr>
      <vt:lpstr>Module Objectives</vt:lpstr>
      <vt:lpstr>Lesson 6.1</vt:lpstr>
      <vt:lpstr>Transport Layer</vt:lpstr>
      <vt:lpstr>Common TCP and UDP Ports</vt:lpstr>
      <vt:lpstr>Common TCP and UDP Ports</vt:lpstr>
      <vt:lpstr>Common TCP and UDP Ports</vt:lpstr>
      <vt:lpstr>Common TCP and UDP Ports</vt:lpstr>
      <vt:lpstr>Transmission Control Protocol (TCP)</vt:lpstr>
      <vt:lpstr>TCP Handshake</vt:lpstr>
      <vt:lpstr>UDP Exchange</vt:lpstr>
      <vt:lpstr>User Datagram Protocol (UDP)</vt:lpstr>
      <vt:lpstr>Activity: Run netstat</vt:lpstr>
      <vt:lpstr>Lesson 6.2</vt:lpstr>
      <vt:lpstr>DHCP Process</vt:lpstr>
      <vt:lpstr>DHCP Reservations and Exclusions</vt:lpstr>
      <vt:lpstr>Activity: Identify the Protocol</vt:lpstr>
      <vt:lpstr>Lesson 6.3</vt:lpstr>
      <vt:lpstr>APIPA</vt:lpstr>
      <vt:lpstr>IPv6 Autoconfiguration</vt:lpstr>
      <vt:lpstr>SLAAC</vt:lpstr>
      <vt:lpstr>DHCPv6</vt:lpstr>
      <vt:lpstr>Activity: Think About It</vt:lpstr>
      <vt:lpstr>Lesson 6.4</vt:lpstr>
      <vt:lpstr>DHCP Relay Agent</vt:lpstr>
      <vt:lpstr>DHCP Relay</vt:lpstr>
      <vt:lpstr>IP Helper</vt:lpstr>
      <vt:lpstr>Activity: Troubleshooting DHCP</vt:lpstr>
      <vt:lpstr>Lesson 6.5</vt:lpstr>
      <vt:lpstr>Think About It: DNS</vt:lpstr>
      <vt:lpstr>Domain Name Service (DNS)</vt:lpstr>
      <vt:lpstr>DNS Hierarchy</vt:lpstr>
      <vt:lpstr>Name Resolution Using DNS</vt:lpstr>
      <vt:lpstr>Resource Records</vt:lpstr>
      <vt:lpstr>Host Record Types</vt:lpstr>
      <vt:lpstr>DNS Server Configuration</vt:lpstr>
      <vt:lpstr>Internal vs. External DNS </vt:lpstr>
      <vt:lpstr>DNS Security</vt:lpstr>
      <vt:lpstr>Activity: Two Truths and a Lie</vt:lpstr>
      <vt:lpstr>Lesson 6.6</vt:lpstr>
      <vt:lpstr>Client DNS Issues</vt:lpstr>
      <vt:lpstr>Name Resolution Issues</vt:lpstr>
      <vt:lpstr>Activity: Run nslookup and dig </vt:lpstr>
      <vt:lpstr>Summary</vt:lpstr>
      <vt:lpstr>Main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 Title]</dc:title>
  <dc:creator>Yvette Delim</dc:creator>
  <cp:lastModifiedBy>Amy Glidewell</cp:lastModifiedBy>
  <cp:revision>78</cp:revision>
  <dcterms:created xsi:type="dcterms:W3CDTF">2024-03-17T18:19:12Z</dcterms:created>
  <dcterms:modified xsi:type="dcterms:W3CDTF">2025-04-21T22:50:41Z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ies>
</file>