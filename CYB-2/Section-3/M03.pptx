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3.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4.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5.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28.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29.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30.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38.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39.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40.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682" r:id="rId5"/>
  </p:sldMasterIdLst>
  <p:notesMasterIdLst>
    <p:notesMasterId r:id="rId49"/>
  </p:notesMasterIdLst>
  <p:handoutMasterIdLst>
    <p:handoutMasterId r:id="rId50"/>
  </p:handoutMasterIdLst>
  <p:sldIdLst>
    <p:sldId id="286" r:id="rId6"/>
    <p:sldId id="303" r:id="rId7"/>
    <p:sldId id="310" r:id="rId8"/>
    <p:sldId id="315" r:id="rId9"/>
    <p:sldId id="348" r:id="rId10"/>
    <p:sldId id="349" r:id="rId11"/>
    <p:sldId id="356" r:id="rId12"/>
    <p:sldId id="357" r:id="rId13"/>
    <p:sldId id="359" r:id="rId14"/>
    <p:sldId id="360" r:id="rId15"/>
    <p:sldId id="361" r:id="rId16"/>
    <p:sldId id="350" r:id="rId17"/>
    <p:sldId id="351" r:id="rId18"/>
    <p:sldId id="352" r:id="rId19"/>
    <p:sldId id="353" r:id="rId20"/>
    <p:sldId id="354" r:id="rId21"/>
    <p:sldId id="381" r:id="rId22"/>
    <p:sldId id="355" r:id="rId23"/>
    <p:sldId id="382" r:id="rId24"/>
    <p:sldId id="362" r:id="rId25"/>
    <p:sldId id="383" r:id="rId26"/>
    <p:sldId id="363" r:id="rId27"/>
    <p:sldId id="384" r:id="rId28"/>
    <p:sldId id="364" r:id="rId29"/>
    <p:sldId id="385" r:id="rId30"/>
    <p:sldId id="368" r:id="rId31"/>
    <p:sldId id="365" r:id="rId32"/>
    <p:sldId id="366" r:id="rId33"/>
    <p:sldId id="367" r:id="rId34"/>
    <p:sldId id="369" r:id="rId35"/>
    <p:sldId id="370" r:id="rId36"/>
    <p:sldId id="377" r:id="rId37"/>
    <p:sldId id="371" r:id="rId38"/>
    <p:sldId id="372" r:id="rId39"/>
    <p:sldId id="374" r:id="rId40"/>
    <p:sldId id="375" r:id="rId41"/>
    <p:sldId id="376" r:id="rId42"/>
    <p:sldId id="373" r:id="rId43"/>
    <p:sldId id="378" r:id="rId44"/>
    <p:sldId id="379" r:id="rId45"/>
    <p:sldId id="380" r:id="rId46"/>
    <p:sldId id="345" r:id="rId47"/>
    <p:sldId id="346" r:id="rId48"/>
  </p:sldIdLst>
  <p:sldSz cx="9144000" cy="5138738"/>
  <p:notesSz cx="6858000" cy="9144000"/>
  <p:defaultTextStyle>
    <a:defPPr>
      <a:defRPr lang="en-US"/>
    </a:defPPr>
    <a:lvl1pPr marL="0" algn="l" defTabSz="685526" rtl="0" eaLnBrk="1" latinLnBrk="0" hangingPunct="1">
      <a:defRPr sz="1349" kern="1200">
        <a:solidFill>
          <a:schemeClr val="tx1"/>
        </a:solidFill>
        <a:latin typeface="+mn-lt"/>
        <a:ea typeface="+mn-ea"/>
        <a:cs typeface="+mn-cs"/>
      </a:defRPr>
    </a:lvl1pPr>
    <a:lvl2pPr marL="342763" algn="l" defTabSz="685526" rtl="0" eaLnBrk="1" latinLnBrk="0" hangingPunct="1">
      <a:defRPr sz="1349" kern="1200">
        <a:solidFill>
          <a:schemeClr val="tx1"/>
        </a:solidFill>
        <a:latin typeface="+mn-lt"/>
        <a:ea typeface="+mn-ea"/>
        <a:cs typeface="+mn-cs"/>
      </a:defRPr>
    </a:lvl2pPr>
    <a:lvl3pPr marL="685526" algn="l" defTabSz="685526" rtl="0" eaLnBrk="1" latinLnBrk="0" hangingPunct="1">
      <a:defRPr sz="1349" kern="1200">
        <a:solidFill>
          <a:schemeClr val="tx1"/>
        </a:solidFill>
        <a:latin typeface="+mn-lt"/>
        <a:ea typeface="+mn-ea"/>
        <a:cs typeface="+mn-cs"/>
      </a:defRPr>
    </a:lvl3pPr>
    <a:lvl4pPr marL="1028289" algn="l" defTabSz="685526" rtl="0" eaLnBrk="1" latinLnBrk="0" hangingPunct="1">
      <a:defRPr sz="1349" kern="1200">
        <a:solidFill>
          <a:schemeClr val="tx1"/>
        </a:solidFill>
        <a:latin typeface="+mn-lt"/>
        <a:ea typeface="+mn-ea"/>
        <a:cs typeface="+mn-cs"/>
      </a:defRPr>
    </a:lvl4pPr>
    <a:lvl5pPr marL="1371051" algn="l" defTabSz="685526" rtl="0" eaLnBrk="1" latinLnBrk="0" hangingPunct="1">
      <a:defRPr sz="1349" kern="1200">
        <a:solidFill>
          <a:schemeClr val="tx1"/>
        </a:solidFill>
        <a:latin typeface="+mn-lt"/>
        <a:ea typeface="+mn-ea"/>
        <a:cs typeface="+mn-cs"/>
      </a:defRPr>
    </a:lvl5pPr>
    <a:lvl6pPr marL="1713814" algn="l" defTabSz="685526" rtl="0" eaLnBrk="1" latinLnBrk="0" hangingPunct="1">
      <a:defRPr sz="1349" kern="1200">
        <a:solidFill>
          <a:schemeClr val="tx1"/>
        </a:solidFill>
        <a:latin typeface="+mn-lt"/>
        <a:ea typeface="+mn-ea"/>
        <a:cs typeface="+mn-cs"/>
      </a:defRPr>
    </a:lvl6pPr>
    <a:lvl7pPr marL="2056577" algn="l" defTabSz="685526" rtl="0" eaLnBrk="1" latinLnBrk="0" hangingPunct="1">
      <a:defRPr sz="1349" kern="1200">
        <a:solidFill>
          <a:schemeClr val="tx1"/>
        </a:solidFill>
        <a:latin typeface="+mn-lt"/>
        <a:ea typeface="+mn-ea"/>
        <a:cs typeface="+mn-cs"/>
      </a:defRPr>
    </a:lvl7pPr>
    <a:lvl8pPr marL="2399340" algn="l" defTabSz="685526" rtl="0" eaLnBrk="1" latinLnBrk="0" hangingPunct="1">
      <a:defRPr sz="1349" kern="1200">
        <a:solidFill>
          <a:schemeClr val="tx1"/>
        </a:solidFill>
        <a:latin typeface="+mn-lt"/>
        <a:ea typeface="+mn-ea"/>
        <a:cs typeface="+mn-cs"/>
      </a:defRPr>
    </a:lvl8pPr>
    <a:lvl9pPr marL="2742103" algn="l" defTabSz="685526" rtl="0" eaLnBrk="1" latinLnBrk="0" hangingPunct="1">
      <a:defRPr sz="1349"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9"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A9E624F-5EFD-3002-20AF-64590C48B917}" name="Dee Dee Collette" initials="DDC" userId="145768c4182a1f4b" providerId="Windows Live"/>
  <p188:author id="{DAF06873-2C38-7FB2-1A37-742F29FC9C0D}" name="Amy Glidewell" initials="" userId="S::aglidewell@comptia.org::095a4851-014c-47ed-bf1b-0c4b57406e94" providerId="AD"/>
  <p188:author id="{F7C0288F-8457-3A5E-CB7F-4786BA0C4ACB}" name="Amanda Kissinger" initials="AK" userId="4321e974a0d9fee8" providerId="Windows Live"/>
  <p188:author id="{2AB4928F-3885-C63F-F2DF-420967CDD779}" name="Yvette Delim" initials="YD" userId="S::ydelim@comptia.org::1eb1221e-2905-468b-b6ca-e1e332e3c4b6" providerId="AD"/>
  <p188:author id="{9F8B7EB7-A237-1275-C121-3F54EF205821}" name="John Sparks" initials="JS" userId="S::jsparks@comptia.org::dcf6e6d0-e01b-49f1-aab6-b105dd3b4cba" providerId="AD"/>
  <p188:author id="{9F00D7EC-DA71-39D4-96F1-2F05BD0146DB}" name="Amanda Kissinger" initials="AK" userId="S::akissinger@comptia.global::0440470d-4bd8-4812-9337-f95059fb652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82F"/>
    <a:srgbClr val="004F71"/>
    <a:srgbClr val="586169"/>
    <a:srgbClr val="6C7072"/>
    <a:srgbClr val="007377"/>
    <a:srgbClr val="0097A7"/>
    <a:srgbClr val="4044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12D3DA-705D-834F-9E19-A7014A64355F}" v="59" dt="2024-08-30T16:33:34.9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39"/>
    <p:restoredTop sz="95824" autoAdjust="0"/>
  </p:normalViewPr>
  <p:slideViewPr>
    <p:cSldViewPr snapToGrid="0">
      <p:cViewPr varScale="1">
        <p:scale>
          <a:sx n="165" d="100"/>
          <a:sy n="165" d="100"/>
        </p:scale>
        <p:origin x="234" y="138"/>
      </p:cViewPr>
      <p:guideLst>
        <p:guide orient="horz" pos="1619"/>
        <p:guide pos="2880"/>
      </p:guideLst>
    </p:cSldViewPr>
  </p:slideViewPr>
  <p:notesTextViewPr>
    <p:cViewPr>
      <p:scale>
        <a:sx n="140" d="100"/>
        <a:sy n="140" d="100"/>
      </p:scale>
      <p:origin x="0" y="0"/>
    </p:cViewPr>
  </p:notesTextViewPr>
  <p:sorterViewPr>
    <p:cViewPr>
      <p:scale>
        <a:sx n="80" d="100"/>
        <a:sy n="80" d="100"/>
      </p:scale>
      <p:origin x="0" y="0"/>
    </p:cViewPr>
  </p:sorterViewPr>
  <p:notesViewPr>
    <p:cSldViewPr snapToGrid="0">
      <p:cViewPr varScale="1">
        <p:scale>
          <a:sx n="143" d="100"/>
          <a:sy n="143" d="100"/>
        </p:scale>
        <p:origin x="5080" y="2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handoutMaster" Target="handoutMasters/handoutMaster1.xml"/><Relationship Id="rId55"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heme" Target="theme/theme1.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microsoft.com/office/2015/10/relationships/revisionInfo" Target="revisionInfo.xml"/><Relationship Id="rId8" Type="http://schemas.openxmlformats.org/officeDocument/2006/relationships/slide" Target="slides/slide3.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notesMaster" Target="notesMasters/notesMaster1.xml"/><Relationship Id="rId57" Type="http://schemas.microsoft.com/office/2018/10/relationships/authors" Target="author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da Kissinger" userId="S::akissinger@comptia.global::0440470d-4bd8-4812-9337-f95059fb652d" providerId="AD" clId="Web-{AC0B233B-E3E8-0B70-BF1A-70BCD05CCBFB}"/>
    <pc:docChg chg="modSld">
      <pc:chgData name="Amanda Kissinger" userId="S::akissinger@comptia.global::0440470d-4bd8-4812-9337-f95059fb652d" providerId="AD" clId="Web-{AC0B233B-E3E8-0B70-BF1A-70BCD05CCBFB}" dt="2024-08-19T16:04:59.672" v="13"/>
      <pc:docMkLst>
        <pc:docMk/>
      </pc:docMkLst>
      <pc:sldChg chg="modNotes">
        <pc:chgData name="Amanda Kissinger" userId="S::akissinger@comptia.global::0440470d-4bd8-4812-9337-f95059fb652d" providerId="AD" clId="Web-{AC0B233B-E3E8-0B70-BF1A-70BCD05CCBFB}" dt="2024-08-19T15:57:38.250" v="0"/>
        <pc:sldMkLst>
          <pc:docMk/>
          <pc:sldMk cId="3347326988" sldId="315"/>
        </pc:sldMkLst>
      </pc:sldChg>
      <pc:sldChg chg="modNotes">
        <pc:chgData name="Amanda Kissinger" userId="S::akissinger@comptia.global::0440470d-4bd8-4812-9337-f95059fb652d" providerId="AD" clId="Web-{AC0B233B-E3E8-0B70-BF1A-70BCD05CCBFB}" dt="2024-08-19T15:58:57.787" v="2"/>
        <pc:sldMkLst>
          <pc:docMk/>
          <pc:sldMk cId="1151629739" sldId="350"/>
        </pc:sldMkLst>
      </pc:sldChg>
      <pc:sldChg chg="modNotes">
        <pc:chgData name="Amanda Kissinger" userId="S::akissinger@comptia.global::0440470d-4bd8-4812-9337-f95059fb652d" providerId="AD" clId="Web-{AC0B233B-E3E8-0B70-BF1A-70BCD05CCBFB}" dt="2024-08-19T15:59:24.601" v="4"/>
        <pc:sldMkLst>
          <pc:docMk/>
          <pc:sldMk cId="36248390" sldId="352"/>
        </pc:sldMkLst>
      </pc:sldChg>
      <pc:sldChg chg="modNotes">
        <pc:chgData name="Amanda Kissinger" userId="S::akissinger@comptia.global::0440470d-4bd8-4812-9337-f95059fb652d" providerId="AD" clId="Web-{AC0B233B-E3E8-0B70-BF1A-70BCD05CCBFB}" dt="2024-08-19T16:00:02.510" v="6"/>
        <pc:sldMkLst>
          <pc:docMk/>
          <pc:sldMk cId="1960576046" sldId="353"/>
        </pc:sldMkLst>
      </pc:sldChg>
      <pc:sldChg chg="modNotes">
        <pc:chgData name="Amanda Kissinger" userId="S::akissinger@comptia.global::0440470d-4bd8-4812-9337-f95059fb652d" providerId="AD" clId="Web-{AC0B233B-E3E8-0B70-BF1A-70BCD05CCBFB}" dt="2024-08-19T15:58:29.675" v="1"/>
        <pc:sldMkLst>
          <pc:docMk/>
          <pc:sldMk cId="3305096041" sldId="360"/>
        </pc:sldMkLst>
      </pc:sldChg>
      <pc:sldChg chg="modNotes">
        <pc:chgData name="Amanda Kissinger" userId="S::akissinger@comptia.global::0440470d-4bd8-4812-9337-f95059fb652d" providerId="AD" clId="Web-{AC0B233B-E3E8-0B70-BF1A-70BCD05CCBFB}" dt="2024-08-19T16:00:48.951" v="7"/>
        <pc:sldMkLst>
          <pc:docMk/>
          <pc:sldMk cId="4292479364" sldId="365"/>
        </pc:sldMkLst>
      </pc:sldChg>
      <pc:sldChg chg="modNotes">
        <pc:chgData name="Amanda Kissinger" userId="S::akissinger@comptia.global::0440470d-4bd8-4812-9337-f95059fb652d" providerId="AD" clId="Web-{AC0B233B-E3E8-0B70-BF1A-70BCD05CCBFB}" dt="2024-08-19T16:03:19.868" v="10"/>
        <pc:sldMkLst>
          <pc:docMk/>
          <pc:sldMk cId="881082023" sldId="367"/>
        </pc:sldMkLst>
      </pc:sldChg>
      <pc:sldChg chg="modNotes">
        <pc:chgData name="Amanda Kissinger" userId="S::akissinger@comptia.global::0440470d-4bd8-4812-9337-f95059fb652d" providerId="AD" clId="Web-{AC0B233B-E3E8-0B70-BF1A-70BCD05CCBFB}" dt="2024-08-19T16:03:52.542" v="11"/>
        <pc:sldMkLst>
          <pc:docMk/>
          <pc:sldMk cId="4033372045" sldId="369"/>
        </pc:sldMkLst>
      </pc:sldChg>
      <pc:sldChg chg="modNotes">
        <pc:chgData name="Amanda Kissinger" userId="S::akissinger@comptia.global::0440470d-4bd8-4812-9337-f95059fb652d" providerId="AD" clId="Web-{AC0B233B-E3E8-0B70-BF1A-70BCD05CCBFB}" dt="2024-08-19T16:04:11.231" v="12"/>
        <pc:sldMkLst>
          <pc:docMk/>
          <pc:sldMk cId="2901790685" sldId="372"/>
        </pc:sldMkLst>
      </pc:sldChg>
      <pc:sldChg chg="modNotes">
        <pc:chgData name="Amanda Kissinger" userId="S::akissinger@comptia.global::0440470d-4bd8-4812-9337-f95059fb652d" providerId="AD" clId="Web-{AC0B233B-E3E8-0B70-BF1A-70BCD05CCBFB}" dt="2024-08-19T16:04:59.672" v="13"/>
        <pc:sldMkLst>
          <pc:docMk/>
          <pc:sldMk cId="2419125837" sldId="376"/>
        </pc:sldMkLst>
      </pc:sldChg>
    </pc:docChg>
  </pc:docChgLst>
  <pc:docChgLst>
    <pc:chgData name="John Sparks" userId="S::jsparks@comptia.org::dcf6e6d0-e01b-49f1-aab6-b105dd3b4cba" providerId="AD" clId="Web-{B06194D5-B80D-94CF-7F37-4BFC0E20B32B}"/>
    <pc:docChg chg="addSld delSld modSld">
      <pc:chgData name="John Sparks" userId="S::jsparks@comptia.org::dcf6e6d0-e01b-49f1-aab6-b105dd3b4cba" providerId="AD" clId="Web-{B06194D5-B80D-94CF-7F37-4BFC0E20B32B}" dt="2024-08-19T19:02:56.498" v="79"/>
      <pc:docMkLst>
        <pc:docMk/>
      </pc:docMkLst>
      <pc:sldChg chg="addSp delSp modSp new">
        <pc:chgData name="John Sparks" userId="S::jsparks@comptia.org::dcf6e6d0-e01b-49f1-aab6-b105dd3b4cba" providerId="AD" clId="Web-{B06194D5-B80D-94CF-7F37-4BFC0E20B32B}" dt="2024-08-19T18:52:56.909" v="52" actId="1076"/>
        <pc:sldMkLst>
          <pc:docMk/>
          <pc:sldMk cId="3637989013" sldId="386"/>
        </pc:sldMkLst>
        <pc:spChg chg="mod">
          <ac:chgData name="John Sparks" userId="S::jsparks@comptia.org::dcf6e6d0-e01b-49f1-aab6-b105dd3b4cba" providerId="AD" clId="Web-{B06194D5-B80D-94CF-7F37-4BFC0E20B32B}" dt="2024-08-19T18:52:31.782" v="48" actId="20577"/>
          <ac:spMkLst>
            <pc:docMk/>
            <pc:sldMk cId="3637989013" sldId="386"/>
            <ac:spMk id="2" creationId="{2252CEEF-9205-33A3-6889-5EC282F88621}"/>
          </ac:spMkLst>
        </pc:spChg>
        <pc:spChg chg="del">
          <ac:chgData name="John Sparks" userId="S::jsparks@comptia.org::dcf6e6d0-e01b-49f1-aab6-b105dd3b4cba" providerId="AD" clId="Web-{B06194D5-B80D-94CF-7F37-4BFC0E20B32B}" dt="2024-08-19T18:52:40.017" v="49"/>
          <ac:spMkLst>
            <pc:docMk/>
            <pc:sldMk cId="3637989013" sldId="386"/>
            <ac:spMk id="3" creationId="{E40427FA-CE32-84B2-DE06-B2689ADD62FD}"/>
          </ac:spMkLst>
        </pc:spChg>
        <pc:picChg chg="add mod">
          <ac:chgData name="John Sparks" userId="S::jsparks@comptia.org::dcf6e6d0-e01b-49f1-aab6-b105dd3b4cba" providerId="AD" clId="Web-{B06194D5-B80D-94CF-7F37-4BFC0E20B32B}" dt="2024-08-19T18:52:56.909" v="52" actId="1076"/>
          <ac:picMkLst>
            <pc:docMk/>
            <pc:sldMk cId="3637989013" sldId="386"/>
            <ac:picMk id="6" creationId="{006AB028-406A-074D-F227-AE502419C239}"/>
          </ac:picMkLst>
        </pc:picChg>
      </pc:sldChg>
      <pc:sldChg chg="delSp modSp new del">
        <pc:chgData name="John Sparks" userId="S::jsparks@comptia.org::dcf6e6d0-e01b-49f1-aab6-b105dd3b4cba" providerId="AD" clId="Web-{B06194D5-B80D-94CF-7F37-4BFC0E20B32B}" dt="2024-08-19T19:02:56.498" v="79"/>
        <pc:sldMkLst>
          <pc:docMk/>
          <pc:sldMk cId="1717358914" sldId="387"/>
        </pc:sldMkLst>
        <pc:spChg chg="mod">
          <ac:chgData name="John Sparks" userId="S::jsparks@comptia.org::dcf6e6d0-e01b-49f1-aab6-b105dd3b4cba" providerId="AD" clId="Web-{B06194D5-B80D-94CF-7F37-4BFC0E20B32B}" dt="2024-08-19T18:59:54.985" v="77" actId="20577"/>
          <ac:spMkLst>
            <pc:docMk/>
            <pc:sldMk cId="1717358914" sldId="387"/>
            <ac:spMk id="2" creationId="{39241F11-75FA-AA08-AB32-69C92BEF40F9}"/>
          </ac:spMkLst>
        </pc:spChg>
        <pc:spChg chg="del">
          <ac:chgData name="John Sparks" userId="S::jsparks@comptia.org::dcf6e6d0-e01b-49f1-aab6-b105dd3b4cba" providerId="AD" clId="Web-{B06194D5-B80D-94CF-7F37-4BFC0E20B32B}" dt="2024-08-19T18:59:56.954" v="78"/>
          <ac:spMkLst>
            <pc:docMk/>
            <pc:sldMk cId="1717358914" sldId="387"/>
            <ac:spMk id="3" creationId="{0D83E75A-66D8-0492-C7B7-0C09D3BE9565}"/>
          </ac:spMkLst>
        </pc:spChg>
      </pc:sldChg>
    </pc:docChg>
  </pc:docChgLst>
  <pc:docChgLst>
    <pc:chgData name="Amanda Kissinger" userId="0440470d-4bd8-4812-9337-f95059fb652d" providerId="ADAL" clId="{F512D3DA-705D-834F-9E19-A7014A64355F}"/>
    <pc:docChg chg="undo custSel modSld">
      <pc:chgData name="Amanda Kissinger" userId="0440470d-4bd8-4812-9337-f95059fb652d" providerId="ADAL" clId="{F512D3DA-705D-834F-9E19-A7014A64355F}" dt="2024-08-30T16:33:34.902" v="118" actId="1582"/>
      <pc:docMkLst>
        <pc:docMk/>
      </pc:docMkLst>
      <pc:sldChg chg="addSp delSp modSp mod modClrScheme chgLayout">
        <pc:chgData name="Amanda Kissinger" userId="0440470d-4bd8-4812-9337-f95059fb652d" providerId="ADAL" clId="{F512D3DA-705D-834F-9E19-A7014A64355F}" dt="2024-08-30T13:40:16.733" v="19" actId="732"/>
        <pc:sldMkLst>
          <pc:docMk/>
          <pc:sldMk cId="3347326988" sldId="315"/>
        </pc:sldMkLst>
        <pc:spChg chg="mod ord">
          <ac:chgData name="Amanda Kissinger" userId="0440470d-4bd8-4812-9337-f95059fb652d" providerId="ADAL" clId="{F512D3DA-705D-834F-9E19-A7014A64355F}" dt="2024-08-30T13:38:38.773" v="0" actId="700"/>
          <ac:spMkLst>
            <pc:docMk/>
            <pc:sldMk cId="3347326988" sldId="315"/>
            <ac:spMk id="2" creationId="{3425D250-0432-F944-CEA5-9F79F4234BF9}"/>
          </ac:spMkLst>
        </pc:spChg>
        <pc:spChg chg="mod ord">
          <ac:chgData name="Amanda Kissinger" userId="0440470d-4bd8-4812-9337-f95059fb652d" providerId="ADAL" clId="{F512D3DA-705D-834F-9E19-A7014A64355F}" dt="2024-08-30T13:38:38.773" v="0" actId="700"/>
          <ac:spMkLst>
            <pc:docMk/>
            <pc:sldMk cId="3347326988" sldId="315"/>
            <ac:spMk id="3" creationId="{99AC5F7D-7E4C-4983-4A52-44B44E3E242D}"/>
          </ac:spMkLst>
        </pc:spChg>
        <pc:spChg chg="mod ord">
          <ac:chgData name="Amanda Kissinger" userId="0440470d-4bd8-4812-9337-f95059fb652d" providerId="ADAL" clId="{F512D3DA-705D-834F-9E19-A7014A64355F}" dt="2024-08-30T13:38:38.773" v="0" actId="700"/>
          <ac:spMkLst>
            <pc:docMk/>
            <pc:sldMk cId="3347326988" sldId="315"/>
            <ac:spMk id="5" creationId="{66F5DEDB-C7DF-16D3-7A30-474B7FEB15B7}"/>
          </ac:spMkLst>
        </pc:spChg>
        <pc:spChg chg="add mod">
          <ac:chgData name="Amanda Kissinger" userId="0440470d-4bd8-4812-9337-f95059fb652d" providerId="ADAL" clId="{F512D3DA-705D-834F-9E19-A7014A64355F}" dt="2024-08-30T13:39:19.202" v="13" actId="20577"/>
          <ac:spMkLst>
            <pc:docMk/>
            <pc:sldMk cId="3347326988" sldId="315"/>
            <ac:spMk id="6" creationId="{B71B5F49-FEDB-0375-5255-5A27094313E7}"/>
          </ac:spMkLst>
        </pc:spChg>
        <pc:spChg chg="add del mod">
          <ac:chgData name="Amanda Kissinger" userId="0440470d-4bd8-4812-9337-f95059fb652d" providerId="ADAL" clId="{F512D3DA-705D-834F-9E19-A7014A64355F}" dt="2024-08-30T13:39:03.184" v="5" actId="478"/>
          <ac:spMkLst>
            <pc:docMk/>
            <pc:sldMk cId="3347326988" sldId="315"/>
            <ac:spMk id="8" creationId="{8E026F22-7E8B-E234-4A59-D23430D4CE0F}"/>
          </ac:spMkLst>
        </pc:spChg>
        <pc:spChg chg="del mod ord">
          <ac:chgData name="Amanda Kissinger" userId="0440470d-4bd8-4812-9337-f95059fb652d" providerId="ADAL" clId="{F512D3DA-705D-834F-9E19-A7014A64355F}" dt="2024-08-30T13:39:13.730" v="8" actId="478"/>
          <ac:spMkLst>
            <pc:docMk/>
            <pc:sldMk cId="3347326988" sldId="315"/>
            <ac:spMk id="10" creationId="{90CE893B-752A-79CB-E1B4-849C369CFB8F}"/>
          </ac:spMkLst>
        </pc:spChg>
        <pc:picChg chg="add mod modCrop">
          <ac:chgData name="Amanda Kissinger" userId="0440470d-4bd8-4812-9337-f95059fb652d" providerId="ADAL" clId="{F512D3DA-705D-834F-9E19-A7014A64355F}" dt="2024-08-30T13:40:16.733" v="19" actId="732"/>
          <ac:picMkLst>
            <pc:docMk/>
            <pc:sldMk cId="3347326988" sldId="315"/>
            <ac:picMk id="7" creationId="{E497992C-61BC-EDEA-B4E8-9959B77E80B1}"/>
          </ac:picMkLst>
        </pc:picChg>
        <pc:picChg chg="del mod ord">
          <ac:chgData name="Amanda Kissinger" userId="0440470d-4bd8-4812-9337-f95059fb652d" providerId="ADAL" clId="{F512D3DA-705D-834F-9E19-A7014A64355F}" dt="2024-08-30T13:38:46.930" v="1" actId="21"/>
          <ac:picMkLst>
            <pc:docMk/>
            <pc:sldMk cId="3347326988" sldId="315"/>
            <ac:picMk id="11" creationId="{26E11E13-D76A-142E-5126-ED57A74E16CD}"/>
          </ac:picMkLst>
        </pc:picChg>
      </pc:sldChg>
      <pc:sldChg chg="modSp mod">
        <pc:chgData name="Amanda Kissinger" userId="0440470d-4bd8-4812-9337-f95059fb652d" providerId="ADAL" clId="{F512D3DA-705D-834F-9E19-A7014A64355F}" dt="2024-08-30T13:45:15.483" v="35" actId="207"/>
        <pc:sldMkLst>
          <pc:docMk/>
          <pc:sldMk cId="2035116358" sldId="348"/>
        </pc:sldMkLst>
        <pc:graphicFrameChg chg="mod modGraphic">
          <ac:chgData name="Amanda Kissinger" userId="0440470d-4bd8-4812-9337-f95059fb652d" providerId="ADAL" clId="{F512D3DA-705D-834F-9E19-A7014A64355F}" dt="2024-08-30T13:45:15.483" v="35" actId="207"/>
          <ac:graphicFrameMkLst>
            <pc:docMk/>
            <pc:sldMk cId="2035116358" sldId="348"/>
            <ac:graphicFrameMk id="9" creationId="{99AC71AD-8078-5CA4-4D57-98CE0703084D}"/>
          </ac:graphicFrameMkLst>
        </pc:graphicFrameChg>
      </pc:sldChg>
      <pc:sldChg chg="modSp mod">
        <pc:chgData name="Amanda Kissinger" userId="0440470d-4bd8-4812-9337-f95059fb652d" providerId="ADAL" clId="{F512D3DA-705D-834F-9E19-A7014A64355F}" dt="2024-08-30T13:45:11.334" v="34" actId="207"/>
        <pc:sldMkLst>
          <pc:docMk/>
          <pc:sldMk cId="662148917" sldId="349"/>
        </pc:sldMkLst>
        <pc:graphicFrameChg chg="mod modGraphic">
          <ac:chgData name="Amanda Kissinger" userId="0440470d-4bd8-4812-9337-f95059fb652d" providerId="ADAL" clId="{F512D3DA-705D-834F-9E19-A7014A64355F}" dt="2024-08-30T13:45:11.334" v="34" actId="207"/>
          <ac:graphicFrameMkLst>
            <pc:docMk/>
            <pc:sldMk cId="662148917" sldId="349"/>
            <ac:graphicFrameMk id="8" creationId="{D0A25637-30BE-5982-C0E7-5F877D1BB0BA}"/>
          </ac:graphicFrameMkLst>
        </pc:graphicFrameChg>
        <pc:picChg chg="mod">
          <ac:chgData name="Amanda Kissinger" userId="0440470d-4bd8-4812-9337-f95059fb652d" providerId="ADAL" clId="{F512D3DA-705D-834F-9E19-A7014A64355F}" dt="2024-08-30T13:42:35.896" v="29"/>
          <ac:picMkLst>
            <pc:docMk/>
            <pc:sldMk cId="662148917" sldId="349"/>
            <ac:picMk id="7" creationId="{6F9C726B-B194-C048-604A-ED7B52FBB5A4}"/>
          </ac:picMkLst>
        </pc:picChg>
      </pc:sldChg>
      <pc:sldChg chg="modSp mod">
        <pc:chgData name="Amanda Kissinger" userId="0440470d-4bd8-4812-9337-f95059fb652d" providerId="ADAL" clId="{F512D3DA-705D-834F-9E19-A7014A64355F}" dt="2024-08-30T13:47:16.094" v="44" actId="207"/>
        <pc:sldMkLst>
          <pc:docMk/>
          <pc:sldMk cId="1151629739" sldId="350"/>
        </pc:sldMkLst>
        <pc:spChg chg="mod">
          <ac:chgData name="Amanda Kissinger" userId="0440470d-4bd8-4812-9337-f95059fb652d" providerId="ADAL" clId="{F512D3DA-705D-834F-9E19-A7014A64355F}" dt="2024-08-30T13:47:16.094" v="44" actId="207"/>
          <ac:spMkLst>
            <pc:docMk/>
            <pc:sldMk cId="1151629739" sldId="350"/>
            <ac:spMk id="24" creationId="{D1970D87-C201-8722-F6A2-EE05F452493C}"/>
          </ac:spMkLst>
        </pc:spChg>
      </pc:sldChg>
      <pc:sldChg chg="modSp mod">
        <pc:chgData name="Amanda Kissinger" userId="0440470d-4bd8-4812-9337-f95059fb652d" providerId="ADAL" clId="{F512D3DA-705D-834F-9E19-A7014A64355F}" dt="2024-08-30T13:47:24.913" v="45" actId="207"/>
        <pc:sldMkLst>
          <pc:docMk/>
          <pc:sldMk cId="424725185" sldId="351"/>
        </pc:sldMkLst>
        <pc:spChg chg="mod">
          <ac:chgData name="Amanda Kissinger" userId="0440470d-4bd8-4812-9337-f95059fb652d" providerId="ADAL" clId="{F512D3DA-705D-834F-9E19-A7014A64355F}" dt="2024-08-30T13:47:24.913" v="45" actId="207"/>
          <ac:spMkLst>
            <pc:docMk/>
            <pc:sldMk cId="424725185" sldId="351"/>
            <ac:spMk id="6" creationId="{54CE1080-4E6D-0161-0242-C788C6636887}"/>
          </ac:spMkLst>
        </pc:spChg>
      </pc:sldChg>
      <pc:sldChg chg="modSp mod">
        <pc:chgData name="Amanda Kissinger" userId="0440470d-4bd8-4812-9337-f95059fb652d" providerId="ADAL" clId="{F512D3DA-705D-834F-9E19-A7014A64355F}" dt="2024-08-30T13:47:50.668" v="48" actId="14100"/>
        <pc:sldMkLst>
          <pc:docMk/>
          <pc:sldMk cId="36248390" sldId="352"/>
        </pc:sldMkLst>
        <pc:spChg chg="mod">
          <ac:chgData name="Amanda Kissinger" userId="0440470d-4bd8-4812-9337-f95059fb652d" providerId="ADAL" clId="{F512D3DA-705D-834F-9E19-A7014A64355F}" dt="2024-08-30T13:47:33.368" v="46" actId="207"/>
          <ac:spMkLst>
            <pc:docMk/>
            <pc:sldMk cId="36248390" sldId="352"/>
            <ac:spMk id="18" creationId="{F576A433-360C-E441-48FD-3DA499AB5BE9}"/>
          </ac:spMkLst>
        </pc:spChg>
        <pc:cxnChg chg="mod">
          <ac:chgData name="Amanda Kissinger" userId="0440470d-4bd8-4812-9337-f95059fb652d" providerId="ADAL" clId="{F512D3DA-705D-834F-9E19-A7014A64355F}" dt="2024-08-30T13:47:50.668" v="48" actId="14100"/>
          <ac:cxnSpMkLst>
            <pc:docMk/>
            <pc:sldMk cId="36248390" sldId="352"/>
            <ac:cxnSpMk id="24" creationId="{55E5F240-DA53-2ED5-7766-567BC7AD0860}"/>
          </ac:cxnSpMkLst>
        </pc:cxnChg>
      </pc:sldChg>
      <pc:sldChg chg="modSp mod">
        <pc:chgData name="Amanda Kissinger" userId="0440470d-4bd8-4812-9337-f95059fb652d" providerId="ADAL" clId="{F512D3DA-705D-834F-9E19-A7014A64355F}" dt="2024-08-30T13:48:05.519" v="51" actId="208"/>
        <pc:sldMkLst>
          <pc:docMk/>
          <pc:sldMk cId="1960576046" sldId="353"/>
        </pc:sldMkLst>
        <pc:graphicFrameChg chg="mod modGraphic">
          <ac:chgData name="Amanda Kissinger" userId="0440470d-4bd8-4812-9337-f95059fb652d" providerId="ADAL" clId="{F512D3DA-705D-834F-9E19-A7014A64355F}" dt="2024-08-30T13:48:05.519" v="51" actId="208"/>
          <ac:graphicFrameMkLst>
            <pc:docMk/>
            <pc:sldMk cId="1960576046" sldId="353"/>
            <ac:graphicFrameMk id="10" creationId="{080F5651-8187-07D3-CAFE-92F5C5F9B428}"/>
          </ac:graphicFrameMkLst>
        </pc:graphicFrameChg>
      </pc:sldChg>
      <pc:sldChg chg="modSp mod">
        <pc:chgData name="Amanda Kissinger" userId="0440470d-4bd8-4812-9337-f95059fb652d" providerId="ADAL" clId="{F512D3DA-705D-834F-9E19-A7014A64355F}" dt="2024-08-30T13:48:24.830" v="52" actId="208"/>
        <pc:sldMkLst>
          <pc:docMk/>
          <pc:sldMk cId="4063537027" sldId="354"/>
        </pc:sldMkLst>
        <pc:spChg chg="mod">
          <ac:chgData name="Amanda Kissinger" userId="0440470d-4bd8-4812-9337-f95059fb652d" providerId="ADAL" clId="{F512D3DA-705D-834F-9E19-A7014A64355F}" dt="2024-08-30T13:48:24.830" v="52" actId="208"/>
          <ac:spMkLst>
            <pc:docMk/>
            <pc:sldMk cId="4063537027" sldId="354"/>
            <ac:spMk id="7" creationId="{D82411EA-4E01-B6C3-4049-C64E8C8DFE02}"/>
          </ac:spMkLst>
        </pc:spChg>
      </pc:sldChg>
      <pc:sldChg chg="modSp mod">
        <pc:chgData name="Amanda Kissinger" userId="0440470d-4bd8-4812-9337-f95059fb652d" providerId="ADAL" clId="{F512D3DA-705D-834F-9E19-A7014A64355F}" dt="2024-08-30T13:48:42.851" v="54" actId="208"/>
        <pc:sldMkLst>
          <pc:docMk/>
          <pc:sldMk cId="2194202915" sldId="355"/>
        </pc:sldMkLst>
        <pc:spChg chg="mod">
          <ac:chgData name="Amanda Kissinger" userId="0440470d-4bd8-4812-9337-f95059fb652d" providerId="ADAL" clId="{F512D3DA-705D-834F-9E19-A7014A64355F}" dt="2024-08-30T13:48:42.851" v="54" actId="208"/>
          <ac:spMkLst>
            <pc:docMk/>
            <pc:sldMk cId="2194202915" sldId="355"/>
            <ac:spMk id="7" creationId="{B36DC24B-BABE-EDC1-D638-61A70FCC103C}"/>
          </ac:spMkLst>
        </pc:spChg>
      </pc:sldChg>
      <pc:sldChg chg="modSp mod">
        <pc:chgData name="Amanda Kissinger" userId="0440470d-4bd8-4812-9337-f95059fb652d" providerId="ADAL" clId="{F512D3DA-705D-834F-9E19-A7014A64355F}" dt="2024-08-30T13:45:06.298" v="33" actId="207"/>
        <pc:sldMkLst>
          <pc:docMk/>
          <pc:sldMk cId="265629282" sldId="356"/>
        </pc:sldMkLst>
        <pc:graphicFrameChg chg="mod modGraphic">
          <ac:chgData name="Amanda Kissinger" userId="0440470d-4bd8-4812-9337-f95059fb652d" providerId="ADAL" clId="{F512D3DA-705D-834F-9E19-A7014A64355F}" dt="2024-08-30T13:45:06.298" v="33" actId="207"/>
          <ac:graphicFrameMkLst>
            <pc:docMk/>
            <pc:sldMk cId="265629282" sldId="356"/>
            <ac:graphicFrameMk id="16" creationId="{EC3E0340-30AD-6B1E-0FFF-91C925186807}"/>
          </ac:graphicFrameMkLst>
        </pc:graphicFrameChg>
      </pc:sldChg>
      <pc:sldChg chg="modSp mod">
        <pc:chgData name="Amanda Kissinger" userId="0440470d-4bd8-4812-9337-f95059fb652d" providerId="ADAL" clId="{F512D3DA-705D-834F-9E19-A7014A64355F}" dt="2024-08-30T13:45:27.071" v="38" actId="207"/>
        <pc:sldMkLst>
          <pc:docMk/>
          <pc:sldMk cId="2327710793" sldId="357"/>
        </pc:sldMkLst>
        <pc:graphicFrameChg chg="mod modGraphic">
          <ac:chgData name="Amanda Kissinger" userId="0440470d-4bd8-4812-9337-f95059fb652d" providerId="ADAL" clId="{F512D3DA-705D-834F-9E19-A7014A64355F}" dt="2024-08-30T13:45:27.071" v="38" actId="207"/>
          <ac:graphicFrameMkLst>
            <pc:docMk/>
            <pc:sldMk cId="2327710793" sldId="357"/>
            <ac:graphicFrameMk id="7" creationId="{42391CF7-D185-B017-A674-0BC2BB78A9B4}"/>
          </ac:graphicFrameMkLst>
        </pc:graphicFrameChg>
      </pc:sldChg>
      <pc:sldChg chg="modSp mod">
        <pc:chgData name="Amanda Kissinger" userId="0440470d-4bd8-4812-9337-f95059fb652d" providerId="ADAL" clId="{F512D3DA-705D-834F-9E19-A7014A64355F}" dt="2024-08-30T13:46:11.622" v="40" actId="207"/>
        <pc:sldMkLst>
          <pc:docMk/>
          <pc:sldMk cId="3653887247" sldId="359"/>
        </pc:sldMkLst>
        <pc:spChg chg="mod">
          <ac:chgData name="Amanda Kissinger" userId="0440470d-4bd8-4812-9337-f95059fb652d" providerId="ADAL" clId="{F512D3DA-705D-834F-9E19-A7014A64355F}" dt="2024-08-30T13:46:11.622" v="40" actId="207"/>
          <ac:spMkLst>
            <pc:docMk/>
            <pc:sldMk cId="3653887247" sldId="359"/>
            <ac:spMk id="6" creationId="{159AA58B-A3DF-C714-63CE-436F34298DBF}"/>
          </ac:spMkLst>
        </pc:spChg>
        <pc:spChg chg="mod">
          <ac:chgData name="Amanda Kissinger" userId="0440470d-4bd8-4812-9337-f95059fb652d" providerId="ADAL" clId="{F512D3DA-705D-834F-9E19-A7014A64355F}" dt="2024-08-30T13:46:05.858" v="39" actId="207"/>
          <ac:spMkLst>
            <pc:docMk/>
            <pc:sldMk cId="3653887247" sldId="359"/>
            <ac:spMk id="8" creationId="{6D57688C-6577-F041-7E9B-995175591D92}"/>
          </ac:spMkLst>
        </pc:spChg>
        <pc:spChg chg="mod">
          <ac:chgData name="Amanda Kissinger" userId="0440470d-4bd8-4812-9337-f95059fb652d" providerId="ADAL" clId="{F512D3DA-705D-834F-9E19-A7014A64355F}" dt="2024-08-30T13:46:05.858" v="39" actId="207"/>
          <ac:spMkLst>
            <pc:docMk/>
            <pc:sldMk cId="3653887247" sldId="359"/>
            <ac:spMk id="11" creationId="{8A977AF9-E54B-AFC7-32E5-9CE8481E287C}"/>
          </ac:spMkLst>
        </pc:spChg>
        <pc:spChg chg="mod">
          <ac:chgData name="Amanda Kissinger" userId="0440470d-4bd8-4812-9337-f95059fb652d" providerId="ADAL" clId="{F512D3DA-705D-834F-9E19-A7014A64355F}" dt="2024-08-30T13:46:05.858" v="39" actId="207"/>
          <ac:spMkLst>
            <pc:docMk/>
            <pc:sldMk cId="3653887247" sldId="359"/>
            <ac:spMk id="12" creationId="{FC1ED71A-CF4E-068D-D445-D844120A468E}"/>
          </ac:spMkLst>
        </pc:spChg>
      </pc:sldChg>
      <pc:sldChg chg="modSp mod">
        <pc:chgData name="Amanda Kissinger" userId="0440470d-4bd8-4812-9337-f95059fb652d" providerId="ADAL" clId="{F512D3DA-705D-834F-9E19-A7014A64355F}" dt="2024-08-30T13:47:05.228" v="43" actId="207"/>
        <pc:sldMkLst>
          <pc:docMk/>
          <pc:sldMk cId="3305096041" sldId="360"/>
        </pc:sldMkLst>
        <pc:spChg chg="mod">
          <ac:chgData name="Amanda Kissinger" userId="0440470d-4bd8-4812-9337-f95059fb652d" providerId="ADAL" clId="{F512D3DA-705D-834F-9E19-A7014A64355F}" dt="2024-08-30T13:47:05.228" v="43" actId="207"/>
          <ac:spMkLst>
            <pc:docMk/>
            <pc:sldMk cId="3305096041" sldId="360"/>
            <ac:spMk id="6" creationId="{77ABD249-0FA0-99D9-8CEE-98052E8F5289}"/>
          </ac:spMkLst>
        </pc:spChg>
        <pc:spChg chg="mod">
          <ac:chgData name="Amanda Kissinger" userId="0440470d-4bd8-4812-9337-f95059fb652d" providerId="ADAL" clId="{F512D3DA-705D-834F-9E19-A7014A64355F}" dt="2024-08-30T13:47:05.228" v="43" actId="207"/>
          <ac:spMkLst>
            <pc:docMk/>
            <pc:sldMk cId="3305096041" sldId="360"/>
            <ac:spMk id="7" creationId="{3541CAE0-789B-D040-B341-5A798B88E489}"/>
          </ac:spMkLst>
        </pc:spChg>
        <pc:spChg chg="mod">
          <ac:chgData name="Amanda Kissinger" userId="0440470d-4bd8-4812-9337-f95059fb652d" providerId="ADAL" clId="{F512D3DA-705D-834F-9E19-A7014A64355F}" dt="2024-08-30T13:47:05.228" v="43" actId="207"/>
          <ac:spMkLst>
            <pc:docMk/>
            <pc:sldMk cId="3305096041" sldId="360"/>
            <ac:spMk id="8" creationId="{3688E275-01BE-9C4D-DFE2-9B110435777C}"/>
          </ac:spMkLst>
        </pc:spChg>
        <pc:spChg chg="mod">
          <ac:chgData name="Amanda Kissinger" userId="0440470d-4bd8-4812-9337-f95059fb652d" providerId="ADAL" clId="{F512D3DA-705D-834F-9E19-A7014A64355F}" dt="2024-08-30T13:47:05.228" v="43" actId="207"/>
          <ac:spMkLst>
            <pc:docMk/>
            <pc:sldMk cId="3305096041" sldId="360"/>
            <ac:spMk id="9" creationId="{02334853-9B87-C684-30AC-A4A798EEA2D0}"/>
          </ac:spMkLst>
        </pc:spChg>
        <pc:spChg chg="mod">
          <ac:chgData name="Amanda Kissinger" userId="0440470d-4bd8-4812-9337-f95059fb652d" providerId="ADAL" clId="{F512D3DA-705D-834F-9E19-A7014A64355F}" dt="2024-08-30T13:47:05.228" v="43" actId="207"/>
          <ac:spMkLst>
            <pc:docMk/>
            <pc:sldMk cId="3305096041" sldId="360"/>
            <ac:spMk id="10" creationId="{3D32A935-57BF-8C74-B2CE-036C37ADFE70}"/>
          </ac:spMkLst>
        </pc:spChg>
        <pc:spChg chg="mod">
          <ac:chgData name="Amanda Kissinger" userId="0440470d-4bd8-4812-9337-f95059fb652d" providerId="ADAL" clId="{F512D3DA-705D-834F-9E19-A7014A64355F}" dt="2024-08-30T13:47:05.228" v="43" actId="207"/>
          <ac:spMkLst>
            <pc:docMk/>
            <pc:sldMk cId="3305096041" sldId="360"/>
            <ac:spMk id="11" creationId="{6886DD20-5F04-3175-FC64-D470697C88E1}"/>
          </ac:spMkLst>
        </pc:spChg>
        <pc:spChg chg="mod">
          <ac:chgData name="Amanda Kissinger" userId="0440470d-4bd8-4812-9337-f95059fb652d" providerId="ADAL" clId="{F512D3DA-705D-834F-9E19-A7014A64355F}" dt="2024-08-30T13:47:05.228" v="43" actId="207"/>
          <ac:spMkLst>
            <pc:docMk/>
            <pc:sldMk cId="3305096041" sldId="360"/>
            <ac:spMk id="12" creationId="{6FD3461C-97A3-36AF-FE01-38CCED3DCD27}"/>
          </ac:spMkLst>
        </pc:spChg>
      </pc:sldChg>
      <pc:sldChg chg="modSp mod">
        <pc:chgData name="Amanda Kissinger" userId="0440470d-4bd8-4812-9337-f95059fb652d" providerId="ADAL" clId="{F512D3DA-705D-834F-9E19-A7014A64355F}" dt="2024-08-30T13:49:12.587" v="56" actId="208"/>
        <pc:sldMkLst>
          <pc:docMk/>
          <pc:sldMk cId="4046260692" sldId="362"/>
        </pc:sldMkLst>
        <pc:spChg chg="mod">
          <ac:chgData name="Amanda Kissinger" userId="0440470d-4bd8-4812-9337-f95059fb652d" providerId="ADAL" clId="{F512D3DA-705D-834F-9E19-A7014A64355F}" dt="2024-08-30T13:49:12.587" v="56" actId="208"/>
          <ac:spMkLst>
            <pc:docMk/>
            <pc:sldMk cId="4046260692" sldId="362"/>
            <ac:spMk id="7" creationId="{E4291B34-E032-FE6B-1BFA-97C3603F7CE3}"/>
          </ac:spMkLst>
        </pc:spChg>
      </pc:sldChg>
      <pc:sldChg chg="modSp mod">
        <pc:chgData name="Amanda Kissinger" userId="0440470d-4bd8-4812-9337-f95059fb652d" providerId="ADAL" clId="{F512D3DA-705D-834F-9E19-A7014A64355F}" dt="2024-08-30T13:49:21.192" v="58" actId="208"/>
        <pc:sldMkLst>
          <pc:docMk/>
          <pc:sldMk cId="3639080283" sldId="363"/>
        </pc:sldMkLst>
        <pc:spChg chg="mod">
          <ac:chgData name="Amanda Kissinger" userId="0440470d-4bd8-4812-9337-f95059fb652d" providerId="ADAL" clId="{F512D3DA-705D-834F-9E19-A7014A64355F}" dt="2024-08-30T13:49:21.192" v="58" actId="208"/>
          <ac:spMkLst>
            <pc:docMk/>
            <pc:sldMk cId="3639080283" sldId="363"/>
            <ac:spMk id="7" creationId="{4EF61140-69DF-CA55-A924-9916B8FF5529}"/>
          </ac:spMkLst>
        </pc:spChg>
      </pc:sldChg>
      <pc:sldChg chg="modSp mod">
        <pc:chgData name="Amanda Kissinger" userId="0440470d-4bd8-4812-9337-f95059fb652d" providerId="ADAL" clId="{F512D3DA-705D-834F-9E19-A7014A64355F}" dt="2024-08-30T13:49:29.046" v="60" actId="208"/>
        <pc:sldMkLst>
          <pc:docMk/>
          <pc:sldMk cId="1776252619" sldId="364"/>
        </pc:sldMkLst>
        <pc:spChg chg="mod">
          <ac:chgData name="Amanda Kissinger" userId="0440470d-4bd8-4812-9337-f95059fb652d" providerId="ADAL" clId="{F512D3DA-705D-834F-9E19-A7014A64355F}" dt="2024-08-30T13:49:29.046" v="60" actId="208"/>
          <ac:spMkLst>
            <pc:docMk/>
            <pc:sldMk cId="1776252619" sldId="364"/>
            <ac:spMk id="7" creationId="{41A0342B-FBC4-071A-3FE8-D6908D2ED643}"/>
          </ac:spMkLst>
        </pc:spChg>
      </pc:sldChg>
      <pc:sldChg chg="modSp mod">
        <pc:chgData name="Amanda Kissinger" userId="0440470d-4bd8-4812-9337-f95059fb652d" providerId="ADAL" clId="{F512D3DA-705D-834F-9E19-A7014A64355F}" dt="2024-08-30T16:31:57.001" v="113" actId="1582"/>
        <pc:sldMkLst>
          <pc:docMk/>
          <pc:sldMk cId="4292479364" sldId="365"/>
        </pc:sldMkLst>
        <pc:graphicFrameChg chg="mod modGraphic">
          <ac:chgData name="Amanda Kissinger" userId="0440470d-4bd8-4812-9337-f95059fb652d" providerId="ADAL" clId="{F512D3DA-705D-834F-9E19-A7014A64355F}" dt="2024-08-30T16:31:57.001" v="113" actId="1582"/>
          <ac:graphicFrameMkLst>
            <pc:docMk/>
            <pc:sldMk cId="4292479364" sldId="365"/>
            <ac:graphicFrameMk id="9" creationId="{541E538E-88F0-7B12-D744-391FA086CE4C}"/>
          </ac:graphicFrameMkLst>
        </pc:graphicFrameChg>
      </pc:sldChg>
      <pc:sldChg chg="modSp mod">
        <pc:chgData name="Amanda Kissinger" userId="0440470d-4bd8-4812-9337-f95059fb652d" providerId="ADAL" clId="{F512D3DA-705D-834F-9E19-A7014A64355F}" dt="2024-08-30T16:31:50.816" v="112" actId="1582"/>
        <pc:sldMkLst>
          <pc:docMk/>
          <pc:sldMk cId="1365956853" sldId="366"/>
        </pc:sldMkLst>
        <pc:graphicFrameChg chg="mod modGraphic">
          <ac:chgData name="Amanda Kissinger" userId="0440470d-4bd8-4812-9337-f95059fb652d" providerId="ADAL" clId="{F512D3DA-705D-834F-9E19-A7014A64355F}" dt="2024-08-30T16:31:50.816" v="112" actId="1582"/>
          <ac:graphicFrameMkLst>
            <pc:docMk/>
            <pc:sldMk cId="1365956853" sldId="366"/>
            <ac:graphicFrameMk id="10" creationId="{72D34713-444E-79AB-92BF-34DC4E41813C}"/>
          </ac:graphicFrameMkLst>
        </pc:graphicFrameChg>
      </pc:sldChg>
      <pc:sldChg chg="modSp mod">
        <pc:chgData name="Amanda Kissinger" userId="0440470d-4bd8-4812-9337-f95059fb652d" providerId="ADAL" clId="{F512D3DA-705D-834F-9E19-A7014A64355F}" dt="2024-08-30T16:32:10.096" v="114" actId="1582"/>
        <pc:sldMkLst>
          <pc:docMk/>
          <pc:sldMk cId="881082023" sldId="367"/>
        </pc:sldMkLst>
        <pc:graphicFrameChg chg="mod modGraphic">
          <ac:chgData name="Amanda Kissinger" userId="0440470d-4bd8-4812-9337-f95059fb652d" providerId="ADAL" clId="{F512D3DA-705D-834F-9E19-A7014A64355F}" dt="2024-08-30T16:32:10.096" v="114" actId="1582"/>
          <ac:graphicFrameMkLst>
            <pc:docMk/>
            <pc:sldMk cId="881082023" sldId="367"/>
            <ac:graphicFrameMk id="9" creationId="{D1B94B78-B478-D082-7F93-EF8B334FCBAF}"/>
          </ac:graphicFrameMkLst>
        </pc:graphicFrameChg>
      </pc:sldChg>
      <pc:sldChg chg="modSp mod">
        <pc:chgData name="Amanda Kissinger" userId="0440470d-4bd8-4812-9337-f95059fb652d" providerId="ADAL" clId="{F512D3DA-705D-834F-9E19-A7014A64355F}" dt="2024-08-30T16:32:18.112" v="115" actId="1582"/>
        <pc:sldMkLst>
          <pc:docMk/>
          <pc:sldMk cId="4033372045" sldId="369"/>
        </pc:sldMkLst>
        <pc:graphicFrameChg chg="mod modGraphic">
          <ac:chgData name="Amanda Kissinger" userId="0440470d-4bd8-4812-9337-f95059fb652d" providerId="ADAL" clId="{F512D3DA-705D-834F-9E19-A7014A64355F}" dt="2024-08-30T16:32:18.112" v="115" actId="1582"/>
          <ac:graphicFrameMkLst>
            <pc:docMk/>
            <pc:sldMk cId="4033372045" sldId="369"/>
            <ac:graphicFrameMk id="17" creationId="{2F3DFF9C-CC43-ED8F-03E4-EB1F81437182}"/>
          </ac:graphicFrameMkLst>
        </pc:graphicFrameChg>
      </pc:sldChg>
      <pc:sldChg chg="modSp mod">
        <pc:chgData name="Amanda Kissinger" userId="0440470d-4bd8-4812-9337-f95059fb652d" providerId="ADAL" clId="{F512D3DA-705D-834F-9E19-A7014A64355F}" dt="2024-08-30T13:51:50.154" v="76" actId="207"/>
        <pc:sldMkLst>
          <pc:docMk/>
          <pc:sldMk cId="2263313360" sldId="371"/>
        </pc:sldMkLst>
        <pc:graphicFrameChg chg="modGraphic">
          <ac:chgData name="Amanda Kissinger" userId="0440470d-4bd8-4812-9337-f95059fb652d" providerId="ADAL" clId="{F512D3DA-705D-834F-9E19-A7014A64355F}" dt="2024-08-30T13:51:50.154" v="76" actId="207"/>
          <ac:graphicFrameMkLst>
            <pc:docMk/>
            <pc:sldMk cId="2263313360" sldId="371"/>
            <ac:graphicFrameMk id="7" creationId="{9DCF5EE1-892A-D686-C600-46BEFDE14635}"/>
          </ac:graphicFrameMkLst>
        </pc:graphicFrameChg>
      </pc:sldChg>
      <pc:sldChg chg="modSp mod">
        <pc:chgData name="Amanda Kissinger" userId="0440470d-4bd8-4812-9337-f95059fb652d" providerId="ADAL" clId="{F512D3DA-705D-834F-9E19-A7014A64355F}" dt="2024-08-30T13:52:25.376" v="77" actId="207"/>
        <pc:sldMkLst>
          <pc:docMk/>
          <pc:sldMk cId="2901790685" sldId="372"/>
        </pc:sldMkLst>
        <pc:graphicFrameChg chg="modGraphic">
          <ac:chgData name="Amanda Kissinger" userId="0440470d-4bd8-4812-9337-f95059fb652d" providerId="ADAL" clId="{F512D3DA-705D-834F-9E19-A7014A64355F}" dt="2024-08-30T13:52:25.376" v="77" actId="207"/>
          <ac:graphicFrameMkLst>
            <pc:docMk/>
            <pc:sldMk cId="2901790685" sldId="372"/>
            <ac:graphicFrameMk id="33" creationId="{2B285203-8465-C2C9-D5F4-866876C88F24}"/>
          </ac:graphicFrameMkLst>
        </pc:graphicFrameChg>
      </pc:sldChg>
      <pc:sldChg chg="modSp mod">
        <pc:chgData name="Amanda Kissinger" userId="0440470d-4bd8-4812-9337-f95059fb652d" providerId="ADAL" clId="{F512D3DA-705D-834F-9E19-A7014A64355F}" dt="2024-08-30T13:54:26.755" v="91" actId="207"/>
        <pc:sldMkLst>
          <pc:docMk/>
          <pc:sldMk cId="2207184085" sldId="373"/>
        </pc:sldMkLst>
        <pc:graphicFrameChg chg="mod modGraphic">
          <ac:chgData name="Amanda Kissinger" userId="0440470d-4bd8-4812-9337-f95059fb652d" providerId="ADAL" clId="{F512D3DA-705D-834F-9E19-A7014A64355F}" dt="2024-08-30T13:54:26.755" v="91" actId="207"/>
          <ac:graphicFrameMkLst>
            <pc:docMk/>
            <pc:sldMk cId="2207184085" sldId="373"/>
            <ac:graphicFrameMk id="10" creationId="{27BE5DE5-2CA2-CD62-CBD6-5B4A9889EDD6}"/>
          </ac:graphicFrameMkLst>
        </pc:graphicFrameChg>
      </pc:sldChg>
      <pc:sldChg chg="modSp mod">
        <pc:chgData name="Amanda Kissinger" userId="0440470d-4bd8-4812-9337-f95059fb652d" providerId="ADAL" clId="{F512D3DA-705D-834F-9E19-A7014A64355F}" dt="2024-08-30T16:32:43.793" v="116" actId="1582"/>
        <pc:sldMkLst>
          <pc:docMk/>
          <pc:sldMk cId="2978998504" sldId="374"/>
        </pc:sldMkLst>
        <pc:graphicFrameChg chg="mod modGraphic">
          <ac:chgData name="Amanda Kissinger" userId="0440470d-4bd8-4812-9337-f95059fb652d" providerId="ADAL" clId="{F512D3DA-705D-834F-9E19-A7014A64355F}" dt="2024-08-30T16:32:43.793" v="116" actId="1582"/>
          <ac:graphicFrameMkLst>
            <pc:docMk/>
            <pc:sldMk cId="2978998504" sldId="374"/>
            <ac:graphicFrameMk id="10" creationId="{F3D9B6AE-9FB9-D19A-0A12-4556ED983CEA}"/>
          </ac:graphicFrameMkLst>
        </pc:graphicFrameChg>
      </pc:sldChg>
      <pc:sldChg chg="modSp mod">
        <pc:chgData name="Amanda Kissinger" userId="0440470d-4bd8-4812-9337-f95059fb652d" providerId="ADAL" clId="{F512D3DA-705D-834F-9E19-A7014A64355F}" dt="2024-08-30T13:53:37.888" v="81" actId="207"/>
        <pc:sldMkLst>
          <pc:docMk/>
          <pc:sldMk cId="3841844269" sldId="375"/>
        </pc:sldMkLst>
        <pc:graphicFrameChg chg="modGraphic">
          <ac:chgData name="Amanda Kissinger" userId="0440470d-4bd8-4812-9337-f95059fb652d" providerId="ADAL" clId="{F512D3DA-705D-834F-9E19-A7014A64355F}" dt="2024-08-30T13:53:37.888" v="81" actId="207"/>
          <ac:graphicFrameMkLst>
            <pc:docMk/>
            <pc:sldMk cId="3841844269" sldId="375"/>
            <ac:graphicFrameMk id="11" creationId="{D64B90BD-D849-3E14-322B-9271511E8EBE}"/>
          </ac:graphicFrameMkLst>
        </pc:graphicFrameChg>
      </pc:sldChg>
      <pc:sldChg chg="modSp mod">
        <pc:chgData name="Amanda Kissinger" userId="0440470d-4bd8-4812-9337-f95059fb652d" providerId="ADAL" clId="{F512D3DA-705D-834F-9E19-A7014A64355F}" dt="2024-08-30T13:54:09.705" v="88" actId="20577"/>
        <pc:sldMkLst>
          <pc:docMk/>
          <pc:sldMk cId="2419125837" sldId="376"/>
        </pc:sldMkLst>
        <pc:graphicFrameChg chg="mod modGraphic">
          <ac:chgData name="Amanda Kissinger" userId="0440470d-4bd8-4812-9337-f95059fb652d" providerId="ADAL" clId="{F512D3DA-705D-834F-9E19-A7014A64355F}" dt="2024-08-30T13:54:09.705" v="88" actId="20577"/>
          <ac:graphicFrameMkLst>
            <pc:docMk/>
            <pc:sldMk cId="2419125837" sldId="376"/>
            <ac:graphicFrameMk id="6" creationId="{5DF4076D-7870-E126-0757-76D2F06D5E80}"/>
          </ac:graphicFrameMkLst>
        </pc:graphicFrameChg>
      </pc:sldChg>
      <pc:sldChg chg="modSp mod">
        <pc:chgData name="Amanda Kissinger" userId="0440470d-4bd8-4812-9337-f95059fb652d" providerId="ADAL" clId="{F512D3DA-705D-834F-9E19-A7014A64355F}" dt="2024-08-30T16:33:25.834" v="117" actId="1582"/>
        <pc:sldMkLst>
          <pc:docMk/>
          <pc:sldMk cId="1859304950" sldId="378"/>
        </pc:sldMkLst>
        <pc:graphicFrameChg chg="mod modGraphic">
          <ac:chgData name="Amanda Kissinger" userId="0440470d-4bd8-4812-9337-f95059fb652d" providerId="ADAL" clId="{F512D3DA-705D-834F-9E19-A7014A64355F}" dt="2024-08-30T16:33:25.834" v="117" actId="1582"/>
          <ac:graphicFrameMkLst>
            <pc:docMk/>
            <pc:sldMk cId="1859304950" sldId="378"/>
            <ac:graphicFrameMk id="12" creationId="{07D233BB-27C3-2D19-076B-9BE1E1B7EBA3}"/>
          </ac:graphicFrameMkLst>
        </pc:graphicFrameChg>
      </pc:sldChg>
      <pc:sldChg chg="addSp delSp modSp mod chgLayout">
        <pc:chgData name="Amanda Kissinger" userId="0440470d-4bd8-4812-9337-f95059fb652d" providerId="ADAL" clId="{F512D3DA-705D-834F-9E19-A7014A64355F}" dt="2024-08-30T16:33:34.902" v="118" actId="1582"/>
        <pc:sldMkLst>
          <pc:docMk/>
          <pc:sldMk cId="2283935539" sldId="379"/>
        </pc:sldMkLst>
        <pc:spChg chg="mod ord">
          <ac:chgData name="Amanda Kissinger" userId="0440470d-4bd8-4812-9337-f95059fb652d" providerId="ADAL" clId="{F512D3DA-705D-834F-9E19-A7014A64355F}" dt="2024-08-30T13:55:20.745" v="98" actId="6264"/>
          <ac:spMkLst>
            <pc:docMk/>
            <pc:sldMk cId="2283935539" sldId="379"/>
            <ac:spMk id="2" creationId="{E97EBFE2-DC9C-A1AC-C40B-1AD58A5398F6}"/>
          </ac:spMkLst>
        </pc:spChg>
        <pc:spChg chg="mod ord">
          <ac:chgData name="Amanda Kissinger" userId="0440470d-4bd8-4812-9337-f95059fb652d" providerId="ADAL" clId="{F512D3DA-705D-834F-9E19-A7014A64355F}" dt="2024-08-30T13:55:20.745" v="98" actId="6264"/>
          <ac:spMkLst>
            <pc:docMk/>
            <pc:sldMk cId="2283935539" sldId="379"/>
            <ac:spMk id="3" creationId="{09073223-61CE-3DDD-F460-16344B1FD1E7}"/>
          </ac:spMkLst>
        </pc:spChg>
        <pc:spChg chg="add del mod">
          <ac:chgData name="Amanda Kissinger" userId="0440470d-4bd8-4812-9337-f95059fb652d" providerId="ADAL" clId="{F512D3DA-705D-834F-9E19-A7014A64355F}" dt="2024-08-30T13:55:20.745" v="98" actId="6264"/>
          <ac:spMkLst>
            <pc:docMk/>
            <pc:sldMk cId="2283935539" sldId="379"/>
            <ac:spMk id="4" creationId="{0127EC1C-A7F1-EA74-FED8-DDE4CC5C3EB2}"/>
          </ac:spMkLst>
        </pc:spChg>
        <pc:spChg chg="mod ord">
          <ac:chgData name="Amanda Kissinger" userId="0440470d-4bd8-4812-9337-f95059fb652d" providerId="ADAL" clId="{F512D3DA-705D-834F-9E19-A7014A64355F}" dt="2024-08-30T13:55:20.745" v="98" actId="6264"/>
          <ac:spMkLst>
            <pc:docMk/>
            <pc:sldMk cId="2283935539" sldId="379"/>
            <ac:spMk id="5" creationId="{04C92E05-AF12-5B92-2C86-7B199C2414F7}"/>
          </ac:spMkLst>
        </pc:spChg>
        <pc:spChg chg="add del mod">
          <ac:chgData name="Amanda Kissinger" userId="0440470d-4bd8-4812-9337-f95059fb652d" providerId="ADAL" clId="{F512D3DA-705D-834F-9E19-A7014A64355F}" dt="2024-08-30T13:55:20.745" v="98" actId="6264"/>
          <ac:spMkLst>
            <pc:docMk/>
            <pc:sldMk cId="2283935539" sldId="379"/>
            <ac:spMk id="7" creationId="{77DFE5D9-D630-1690-B2E7-7047135EC938}"/>
          </ac:spMkLst>
        </pc:spChg>
        <pc:spChg chg="add del mod">
          <ac:chgData name="Amanda Kissinger" userId="0440470d-4bd8-4812-9337-f95059fb652d" providerId="ADAL" clId="{F512D3DA-705D-834F-9E19-A7014A64355F}" dt="2024-08-30T13:55:20.745" v="98" actId="6264"/>
          <ac:spMkLst>
            <pc:docMk/>
            <pc:sldMk cId="2283935539" sldId="379"/>
            <ac:spMk id="8" creationId="{773818FF-980E-56CD-D13A-1501683261D9}"/>
          </ac:spMkLst>
        </pc:spChg>
        <pc:spChg chg="add del mod ord">
          <ac:chgData name="Amanda Kissinger" userId="0440470d-4bd8-4812-9337-f95059fb652d" providerId="ADAL" clId="{F512D3DA-705D-834F-9E19-A7014A64355F}" dt="2024-08-30T13:55:28.317" v="100"/>
          <ac:spMkLst>
            <pc:docMk/>
            <pc:sldMk cId="2283935539" sldId="379"/>
            <ac:spMk id="9" creationId="{2E08E168-2703-FBE4-C930-3CE5373213CE}"/>
          </ac:spMkLst>
        </pc:spChg>
        <pc:graphicFrameChg chg="del mod modGraphic">
          <ac:chgData name="Amanda Kissinger" userId="0440470d-4bd8-4812-9337-f95059fb652d" providerId="ADAL" clId="{F512D3DA-705D-834F-9E19-A7014A64355F}" dt="2024-08-30T13:55:24.534" v="99" actId="21"/>
          <ac:graphicFrameMkLst>
            <pc:docMk/>
            <pc:sldMk cId="2283935539" sldId="379"/>
            <ac:graphicFrameMk id="6" creationId="{097F5E28-EC07-EB8B-A23C-E7716EA659CB}"/>
          </ac:graphicFrameMkLst>
        </pc:graphicFrameChg>
        <pc:graphicFrameChg chg="add mod">
          <ac:chgData name="Amanda Kissinger" userId="0440470d-4bd8-4812-9337-f95059fb652d" providerId="ADAL" clId="{F512D3DA-705D-834F-9E19-A7014A64355F}" dt="2024-08-30T16:33:34.902" v="118" actId="1582"/>
          <ac:graphicFrameMkLst>
            <pc:docMk/>
            <pc:sldMk cId="2283935539" sldId="379"/>
            <ac:graphicFrameMk id="10" creationId="{B2337AB9-BE6C-27B0-1973-0F1E2F56F74F}"/>
          </ac:graphicFrameMkLst>
        </pc:graphicFrameChg>
      </pc:sldChg>
      <pc:sldChg chg="addSp delSp modSp mod modClrScheme chgLayout">
        <pc:chgData name="Amanda Kissinger" userId="0440470d-4bd8-4812-9337-f95059fb652d" providerId="ADAL" clId="{F512D3DA-705D-834F-9E19-A7014A64355F}" dt="2024-08-30T13:56:48.779" v="111"/>
        <pc:sldMkLst>
          <pc:docMk/>
          <pc:sldMk cId="484015288" sldId="380"/>
        </pc:sldMkLst>
        <pc:spChg chg="mod ord">
          <ac:chgData name="Amanda Kissinger" userId="0440470d-4bd8-4812-9337-f95059fb652d" providerId="ADAL" clId="{F512D3DA-705D-834F-9E19-A7014A64355F}" dt="2024-08-30T13:56:36.419" v="107" actId="700"/>
          <ac:spMkLst>
            <pc:docMk/>
            <pc:sldMk cId="484015288" sldId="380"/>
            <ac:spMk id="2" creationId="{DC703AB2-D7D8-624B-94AA-30163B023AC5}"/>
          </ac:spMkLst>
        </pc:spChg>
        <pc:spChg chg="mod ord">
          <ac:chgData name="Amanda Kissinger" userId="0440470d-4bd8-4812-9337-f95059fb652d" providerId="ADAL" clId="{F512D3DA-705D-834F-9E19-A7014A64355F}" dt="2024-08-30T13:56:36.419" v="107" actId="700"/>
          <ac:spMkLst>
            <pc:docMk/>
            <pc:sldMk cId="484015288" sldId="380"/>
            <ac:spMk id="3" creationId="{BC382138-8868-EC8D-F4C5-3F5E849C1815}"/>
          </ac:spMkLst>
        </pc:spChg>
        <pc:spChg chg="add del mod ord">
          <ac:chgData name="Amanda Kissinger" userId="0440470d-4bd8-4812-9337-f95059fb652d" providerId="ADAL" clId="{F512D3DA-705D-834F-9E19-A7014A64355F}" dt="2024-08-30T13:56:48.779" v="111"/>
          <ac:spMkLst>
            <pc:docMk/>
            <pc:sldMk cId="484015288" sldId="380"/>
            <ac:spMk id="4" creationId="{CBB215FD-ABDC-783A-F17C-56AF7A4B3B8C}"/>
          </ac:spMkLst>
        </pc:spChg>
        <pc:spChg chg="mod ord">
          <ac:chgData name="Amanda Kissinger" userId="0440470d-4bd8-4812-9337-f95059fb652d" providerId="ADAL" clId="{F512D3DA-705D-834F-9E19-A7014A64355F}" dt="2024-08-30T13:56:43.428" v="109" actId="6549"/>
          <ac:spMkLst>
            <pc:docMk/>
            <pc:sldMk cId="484015288" sldId="380"/>
            <ac:spMk id="11" creationId="{4CF84240-9675-A6BE-BCF9-E325AC950D7C}"/>
          </ac:spMkLst>
        </pc:spChg>
        <pc:picChg chg="add mod">
          <ac:chgData name="Amanda Kissinger" userId="0440470d-4bd8-4812-9337-f95059fb652d" providerId="ADAL" clId="{F512D3DA-705D-834F-9E19-A7014A64355F}" dt="2024-08-30T13:56:48.779" v="111"/>
          <ac:picMkLst>
            <pc:docMk/>
            <pc:sldMk cId="484015288" sldId="380"/>
            <ac:picMk id="5" creationId="{ADAC848E-F286-050C-83B5-08DEB3B4B5F8}"/>
          </ac:picMkLst>
        </pc:picChg>
        <pc:picChg chg="del">
          <ac:chgData name="Amanda Kissinger" userId="0440470d-4bd8-4812-9337-f95059fb652d" providerId="ADAL" clId="{F512D3DA-705D-834F-9E19-A7014A64355F}" dt="2024-08-30T13:56:46.909" v="110" actId="21"/>
          <ac:picMkLst>
            <pc:docMk/>
            <pc:sldMk cId="484015288" sldId="380"/>
            <ac:picMk id="6" creationId="{73D5A5D4-9B70-273C-D0C7-FED8512ADC13}"/>
          </ac:picMkLst>
        </pc:picChg>
      </pc:sldChg>
      <pc:sldChg chg="modSp mod">
        <pc:chgData name="Amanda Kissinger" userId="0440470d-4bd8-4812-9337-f95059fb652d" providerId="ADAL" clId="{F512D3DA-705D-834F-9E19-A7014A64355F}" dt="2024-08-30T13:48:35.152" v="53" actId="208"/>
        <pc:sldMkLst>
          <pc:docMk/>
          <pc:sldMk cId="3393526880" sldId="381"/>
        </pc:sldMkLst>
        <pc:spChg chg="mod">
          <ac:chgData name="Amanda Kissinger" userId="0440470d-4bd8-4812-9337-f95059fb652d" providerId="ADAL" clId="{F512D3DA-705D-834F-9E19-A7014A64355F}" dt="2024-08-30T13:48:35.152" v="53" actId="208"/>
          <ac:spMkLst>
            <pc:docMk/>
            <pc:sldMk cId="3393526880" sldId="381"/>
            <ac:spMk id="7" creationId="{D82411EA-4E01-B6C3-4049-C64E8C8DFE02}"/>
          </ac:spMkLst>
        </pc:spChg>
      </pc:sldChg>
      <pc:sldChg chg="modSp mod">
        <pc:chgData name="Amanda Kissinger" userId="0440470d-4bd8-4812-9337-f95059fb652d" providerId="ADAL" clId="{F512D3DA-705D-834F-9E19-A7014A64355F}" dt="2024-08-30T13:49:05.902" v="55" actId="208"/>
        <pc:sldMkLst>
          <pc:docMk/>
          <pc:sldMk cId="2411836602" sldId="382"/>
        </pc:sldMkLst>
        <pc:spChg chg="mod">
          <ac:chgData name="Amanda Kissinger" userId="0440470d-4bd8-4812-9337-f95059fb652d" providerId="ADAL" clId="{F512D3DA-705D-834F-9E19-A7014A64355F}" dt="2024-08-30T13:49:05.902" v="55" actId="208"/>
          <ac:spMkLst>
            <pc:docMk/>
            <pc:sldMk cId="2411836602" sldId="382"/>
            <ac:spMk id="7" creationId="{B36DC24B-BABE-EDC1-D638-61A70FCC103C}"/>
          </ac:spMkLst>
        </pc:spChg>
      </pc:sldChg>
      <pc:sldChg chg="modSp mod">
        <pc:chgData name="Amanda Kissinger" userId="0440470d-4bd8-4812-9337-f95059fb652d" providerId="ADAL" clId="{F512D3DA-705D-834F-9E19-A7014A64355F}" dt="2024-08-30T13:49:17.134" v="57" actId="208"/>
        <pc:sldMkLst>
          <pc:docMk/>
          <pc:sldMk cId="2701776047" sldId="383"/>
        </pc:sldMkLst>
        <pc:spChg chg="mod">
          <ac:chgData name="Amanda Kissinger" userId="0440470d-4bd8-4812-9337-f95059fb652d" providerId="ADAL" clId="{F512D3DA-705D-834F-9E19-A7014A64355F}" dt="2024-08-30T13:49:17.134" v="57" actId="208"/>
          <ac:spMkLst>
            <pc:docMk/>
            <pc:sldMk cId="2701776047" sldId="383"/>
            <ac:spMk id="7" creationId="{E4291B34-E032-FE6B-1BFA-97C3603F7CE3}"/>
          </ac:spMkLst>
        </pc:spChg>
      </pc:sldChg>
      <pc:sldChg chg="modSp mod">
        <pc:chgData name="Amanda Kissinger" userId="0440470d-4bd8-4812-9337-f95059fb652d" providerId="ADAL" clId="{F512D3DA-705D-834F-9E19-A7014A64355F}" dt="2024-08-30T13:49:25.553" v="59" actId="208"/>
        <pc:sldMkLst>
          <pc:docMk/>
          <pc:sldMk cId="272273949" sldId="384"/>
        </pc:sldMkLst>
        <pc:spChg chg="mod">
          <ac:chgData name="Amanda Kissinger" userId="0440470d-4bd8-4812-9337-f95059fb652d" providerId="ADAL" clId="{F512D3DA-705D-834F-9E19-A7014A64355F}" dt="2024-08-30T13:49:25.553" v="59" actId="208"/>
          <ac:spMkLst>
            <pc:docMk/>
            <pc:sldMk cId="272273949" sldId="384"/>
            <ac:spMk id="7" creationId="{4EF61140-69DF-CA55-A924-9916B8FF5529}"/>
          </ac:spMkLst>
        </pc:spChg>
      </pc:sldChg>
      <pc:sldChg chg="modSp mod">
        <pc:chgData name="Amanda Kissinger" userId="0440470d-4bd8-4812-9337-f95059fb652d" providerId="ADAL" clId="{F512D3DA-705D-834F-9E19-A7014A64355F}" dt="2024-08-30T13:49:33.277" v="61" actId="208"/>
        <pc:sldMkLst>
          <pc:docMk/>
          <pc:sldMk cId="1669329365" sldId="385"/>
        </pc:sldMkLst>
        <pc:spChg chg="mod">
          <ac:chgData name="Amanda Kissinger" userId="0440470d-4bd8-4812-9337-f95059fb652d" providerId="ADAL" clId="{F512D3DA-705D-834F-9E19-A7014A64355F}" dt="2024-08-30T13:49:33.277" v="61" actId="208"/>
          <ac:spMkLst>
            <pc:docMk/>
            <pc:sldMk cId="1669329365" sldId="385"/>
            <ac:spMk id="7" creationId="{41A0342B-FBC4-071A-3FE8-D6908D2ED643}"/>
          </ac:spMkLst>
        </pc:spChg>
      </pc:sldChg>
    </pc:docChg>
  </pc:docChgLst>
  <pc:docChgLst>
    <pc:chgData name="Amanda Kissinger" userId="S::akissinger@comptia.global::0440470d-4bd8-4812-9337-f95059fb652d" providerId="AD" clId="Web-{B9E78B2C-9679-FBD2-9C7C-6111AF86231B}"/>
    <pc:docChg chg="delSld modSld">
      <pc:chgData name="Amanda Kissinger" userId="S::akissinger@comptia.global::0440470d-4bd8-4812-9337-f95059fb652d" providerId="AD" clId="Web-{B9E78B2C-9679-FBD2-9C7C-6111AF86231B}" dt="2024-08-19T19:34:49.870" v="20"/>
      <pc:docMkLst>
        <pc:docMk/>
      </pc:docMkLst>
      <pc:sldChg chg="del">
        <pc:chgData name="Amanda Kissinger" userId="S::akissinger@comptia.global::0440470d-4bd8-4812-9337-f95059fb652d" providerId="AD" clId="Web-{B9E78B2C-9679-FBD2-9C7C-6111AF86231B}" dt="2024-08-19T19:34:49.870" v="20"/>
        <pc:sldMkLst>
          <pc:docMk/>
          <pc:sldMk cId="2657339210" sldId="358"/>
        </pc:sldMkLst>
      </pc:sldChg>
      <pc:sldChg chg="modSp">
        <pc:chgData name="Amanda Kissinger" userId="S::akissinger@comptia.global::0440470d-4bd8-4812-9337-f95059fb652d" providerId="AD" clId="Web-{B9E78B2C-9679-FBD2-9C7C-6111AF86231B}" dt="2024-08-19T19:31:21.807" v="1" actId="14100"/>
        <pc:sldMkLst>
          <pc:docMk/>
          <pc:sldMk cId="3653887247" sldId="359"/>
        </pc:sldMkLst>
        <pc:spChg chg="mod">
          <ac:chgData name="Amanda Kissinger" userId="S::akissinger@comptia.global::0440470d-4bd8-4812-9337-f95059fb652d" providerId="AD" clId="Web-{B9E78B2C-9679-FBD2-9C7C-6111AF86231B}" dt="2024-08-19T19:31:21.807" v="1" actId="14100"/>
          <ac:spMkLst>
            <pc:docMk/>
            <pc:sldMk cId="3653887247" sldId="359"/>
            <ac:spMk id="6" creationId="{159AA58B-A3DF-C714-63CE-436F34298DBF}"/>
          </ac:spMkLst>
        </pc:spChg>
      </pc:sldChg>
      <pc:sldChg chg="modSp">
        <pc:chgData name="Amanda Kissinger" userId="S::akissinger@comptia.global::0440470d-4bd8-4812-9337-f95059fb652d" providerId="AD" clId="Web-{B9E78B2C-9679-FBD2-9C7C-6111AF86231B}" dt="2024-08-19T19:33:07.003" v="19" actId="20577"/>
        <pc:sldMkLst>
          <pc:docMk/>
          <pc:sldMk cId="3305096041" sldId="360"/>
        </pc:sldMkLst>
        <pc:spChg chg="mod">
          <ac:chgData name="Amanda Kissinger" userId="S::akissinger@comptia.global::0440470d-4bd8-4812-9337-f95059fb652d" providerId="AD" clId="Web-{B9E78B2C-9679-FBD2-9C7C-6111AF86231B}" dt="2024-08-19T19:33:07.003" v="19" actId="20577"/>
          <ac:spMkLst>
            <pc:docMk/>
            <pc:sldMk cId="3305096041" sldId="360"/>
            <ac:spMk id="14" creationId="{4BBA70C3-BE4A-3C30-6101-7DF9FC17BC29}"/>
          </ac:spMkLst>
        </pc:spChg>
      </pc:sldChg>
      <pc:sldChg chg="del">
        <pc:chgData name="Amanda Kissinger" userId="S::akissinger@comptia.global::0440470d-4bd8-4812-9337-f95059fb652d" providerId="AD" clId="Web-{B9E78B2C-9679-FBD2-9C7C-6111AF86231B}" dt="2024-08-19T19:31:50.075" v="2"/>
        <pc:sldMkLst>
          <pc:docMk/>
          <pc:sldMk cId="3637989013" sldId="386"/>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0E15A04-E6BE-4452-8BC0-15E2570D44A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9BBD8A78-9DE9-4EC5-8CB8-255B77933CE2}">
      <dgm:prSet phldrT="[Text]" custT="1"/>
      <dgm:spPr>
        <a:solidFill>
          <a:srgbClr val="004F71"/>
        </a:solidFill>
      </dgm:spPr>
      <dgm:t>
        <a:bodyPr/>
        <a:lstStyle/>
        <a:p>
          <a:pPr>
            <a:buFont typeface="Arial" panose="020B0604020202020204" pitchFamily="34" charset="0"/>
            <a:buChar char="•"/>
          </a:pPr>
          <a:r>
            <a:rPr lang="en-US" sz="2000" dirty="0"/>
            <a:t>A network interface card (NIC):</a:t>
          </a:r>
        </a:p>
      </dgm:t>
    </dgm:pt>
    <dgm:pt modelId="{42FA1E86-3C8F-46FC-BB04-78D01D71594B}" type="parTrans" cxnId="{7DE15CA9-B667-4E48-A614-B64F2807DE91}">
      <dgm:prSet/>
      <dgm:spPr/>
      <dgm:t>
        <a:bodyPr/>
        <a:lstStyle/>
        <a:p>
          <a:endParaRPr lang="en-US" sz="2000"/>
        </a:p>
      </dgm:t>
    </dgm:pt>
    <dgm:pt modelId="{4C61B38F-C542-47AA-B80F-21F4DE4732D7}" type="sibTrans" cxnId="{7DE15CA9-B667-4E48-A614-B64F2807DE91}">
      <dgm:prSet/>
      <dgm:spPr/>
      <dgm:t>
        <a:bodyPr/>
        <a:lstStyle/>
        <a:p>
          <a:endParaRPr lang="en-US" sz="2000"/>
        </a:p>
      </dgm:t>
    </dgm:pt>
    <dgm:pt modelId="{BE588EEE-D9BC-45CD-B150-CC3C3149F12D}">
      <dgm:prSet custT="1"/>
      <dgm:spPr>
        <a:solidFill>
          <a:schemeClr val="bg1">
            <a:lumMod val="95000"/>
            <a:alpha val="90000"/>
          </a:schemeClr>
        </a:solidFill>
        <a:ln w="9525">
          <a:solidFill>
            <a:schemeClr val="bg1">
              <a:lumMod val="85000"/>
            </a:schemeClr>
          </a:solidFill>
        </a:ln>
      </dgm:spPr>
      <dgm:t>
        <a:bodyPr/>
        <a:lstStyle/>
        <a:p>
          <a:r>
            <a:rPr lang="en-US" sz="2000" dirty="0">
              <a:solidFill>
                <a:srgbClr val="20282F"/>
              </a:solidFill>
            </a:rPr>
            <a:t>Transceiver component </a:t>
          </a:r>
        </a:p>
      </dgm:t>
    </dgm:pt>
    <dgm:pt modelId="{BC85DA94-88A6-4380-BF0E-73050018D8A8}" type="parTrans" cxnId="{CD601C2F-9423-4D44-A474-10C20679E8E5}">
      <dgm:prSet/>
      <dgm:spPr/>
      <dgm:t>
        <a:bodyPr/>
        <a:lstStyle/>
        <a:p>
          <a:endParaRPr lang="en-US" sz="2000"/>
        </a:p>
      </dgm:t>
    </dgm:pt>
    <dgm:pt modelId="{8066AF99-0137-4630-A93E-AE080BF4FBBC}" type="sibTrans" cxnId="{CD601C2F-9423-4D44-A474-10C20679E8E5}">
      <dgm:prSet/>
      <dgm:spPr/>
      <dgm:t>
        <a:bodyPr/>
        <a:lstStyle/>
        <a:p>
          <a:endParaRPr lang="en-US" sz="2000"/>
        </a:p>
      </dgm:t>
    </dgm:pt>
    <dgm:pt modelId="{8B152935-2B41-4D46-9355-1E3D45306C6C}">
      <dgm:prSet custT="1"/>
      <dgm:spPr>
        <a:solidFill>
          <a:schemeClr val="bg1">
            <a:lumMod val="95000"/>
            <a:alpha val="90000"/>
          </a:schemeClr>
        </a:solidFill>
        <a:ln w="9525">
          <a:solidFill>
            <a:schemeClr val="bg1">
              <a:lumMod val="85000"/>
            </a:schemeClr>
          </a:solidFill>
        </a:ln>
      </dgm:spPr>
      <dgm:t>
        <a:bodyPr/>
        <a:lstStyle/>
        <a:p>
          <a:r>
            <a:rPr lang="en-US" sz="2000" dirty="0">
              <a:solidFill>
                <a:srgbClr val="20282F"/>
              </a:solidFill>
            </a:rPr>
            <a:t>Connects the host to a transmission               medium (wired or wireless)</a:t>
          </a:r>
        </a:p>
      </dgm:t>
    </dgm:pt>
    <dgm:pt modelId="{A4C72379-EFE4-42BF-A7D5-F06A1C0AC1C9}" type="parTrans" cxnId="{8A598185-BE41-488D-9002-8769CA4487C2}">
      <dgm:prSet/>
      <dgm:spPr/>
      <dgm:t>
        <a:bodyPr/>
        <a:lstStyle/>
        <a:p>
          <a:endParaRPr lang="en-US" sz="2000"/>
        </a:p>
      </dgm:t>
    </dgm:pt>
    <dgm:pt modelId="{3640C16A-677B-449C-B69E-30D6E26D0102}" type="sibTrans" cxnId="{8A598185-BE41-488D-9002-8769CA4487C2}">
      <dgm:prSet/>
      <dgm:spPr/>
      <dgm:t>
        <a:bodyPr/>
        <a:lstStyle/>
        <a:p>
          <a:endParaRPr lang="en-US" sz="2000"/>
        </a:p>
      </dgm:t>
    </dgm:pt>
    <dgm:pt modelId="{01DF40A7-E201-423B-ACDF-0F7FEB79911B}">
      <dgm:prSet custT="1"/>
      <dgm:spPr>
        <a:solidFill>
          <a:schemeClr val="bg1">
            <a:lumMod val="95000"/>
            <a:alpha val="90000"/>
          </a:schemeClr>
        </a:solidFill>
        <a:ln w="9525">
          <a:solidFill>
            <a:schemeClr val="bg1">
              <a:lumMod val="85000"/>
            </a:schemeClr>
          </a:solidFill>
        </a:ln>
      </dgm:spPr>
      <dgm:t>
        <a:bodyPr/>
        <a:lstStyle/>
        <a:p>
          <a:r>
            <a:rPr lang="en-US" sz="2000" dirty="0">
              <a:solidFill>
                <a:srgbClr val="20282F"/>
              </a:solidFill>
            </a:rPr>
            <a:t>Can have multiple ports on the same card </a:t>
          </a:r>
        </a:p>
      </dgm:t>
    </dgm:pt>
    <dgm:pt modelId="{32326E4B-1781-41A2-B225-F95DB0B14F66}" type="parTrans" cxnId="{61F3F967-07E2-43BF-9DD1-05F671FE324D}">
      <dgm:prSet/>
      <dgm:spPr/>
      <dgm:t>
        <a:bodyPr/>
        <a:lstStyle/>
        <a:p>
          <a:endParaRPr lang="en-US" sz="2000"/>
        </a:p>
      </dgm:t>
    </dgm:pt>
    <dgm:pt modelId="{753AC408-22D6-48EC-AE3C-ED2801105A97}" type="sibTrans" cxnId="{61F3F967-07E2-43BF-9DD1-05F671FE324D}">
      <dgm:prSet/>
      <dgm:spPr/>
      <dgm:t>
        <a:bodyPr/>
        <a:lstStyle/>
        <a:p>
          <a:endParaRPr lang="en-US" sz="2000"/>
        </a:p>
      </dgm:t>
    </dgm:pt>
    <dgm:pt modelId="{A09C6458-F8C3-4235-BAF9-2D5082B4BF1A}">
      <dgm:prSet custT="1"/>
      <dgm:spPr>
        <a:solidFill>
          <a:schemeClr val="bg1">
            <a:lumMod val="95000"/>
            <a:alpha val="90000"/>
          </a:schemeClr>
        </a:solidFill>
        <a:ln w="9525">
          <a:solidFill>
            <a:schemeClr val="bg1">
              <a:lumMod val="85000"/>
            </a:schemeClr>
          </a:solidFill>
        </a:ln>
      </dgm:spPr>
      <dgm:t>
        <a:bodyPr/>
        <a:lstStyle/>
        <a:p>
          <a:r>
            <a:rPr lang="en-US" sz="2000" dirty="0">
              <a:solidFill>
                <a:srgbClr val="20282F"/>
              </a:solidFill>
            </a:rPr>
            <a:t>Has a unique MAC address </a:t>
          </a:r>
        </a:p>
      </dgm:t>
    </dgm:pt>
    <dgm:pt modelId="{AA5A11FD-3588-4C55-A0DF-47C18C1F56FE}" type="parTrans" cxnId="{A25BF926-B0DD-484D-B466-99ED60F25591}">
      <dgm:prSet/>
      <dgm:spPr/>
      <dgm:t>
        <a:bodyPr/>
        <a:lstStyle/>
        <a:p>
          <a:endParaRPr lang="en-US" sz="2000"/>
        </a:p>
      </dgm:t>
    </dgm:pt>
    <dgm:pt modelId="{F50F712C-8D77-49C8-A200-229972BBE8C8}" type="sibTrans" cxnId="{A25BF926-B0DD-484D-B466-99ED60F25591}">
      <dgm:prSet/>
      <dgm:spPr/>
      <dgm:t>
        <a:bodyPr/>
        <a:lstStyle/>
        <a:p>
          <a:endParaRPr lang="en-US" sz="2000"/>
        </a:p>
      </dgm:t>
    </dgm:pt>
    <dgm:pt modelId="{9D24DF96-02EF-4DF8-BF4C-143F7486B524}">
      <dgm:prSet custT="1"/>
      <dgm:spPr>
        <a:solidFill>
          <a:schemeClr val="bg1">
            <a:lumMod val="95000"/>
            <a:alpha val="90000"/>
          </a:schemeClr>
        </a:solidFill>
        <a:ln w="9525">
          <a:solidFill>
            <a:schemeClr val="bg1">
              <a:lumMod val="85000"/>
            </a:schemeClr>
          </a:solidFill>
        </a:ln>
      </dgm:spPr>
      <dgm:t>
        <a:bodyPr/>
        <a:lstStyle/>
        <a:p>
          <a:r>
            <a:rPr lang="en-US" sz="2000" dirty="0">
              <a:solidFill>
                <a:srgbClr val="20282F"/>
              </a:solidFill>
            </a:rPr>
            <a:t>Operates at the Data Link layer </a:t>
          </a:r>
        </a:p>
      </dgm:t>
    </dgm:pt>
    <dgm:pt modelId="{FCB8D1C4-D050-478C-925F-8BD3AFAE5CC4}" type="parTrans" cxnId="{FCB4EC35-8F86-4F4E-B3BE-D86F796548E1}">
      <dgm:prSet/>
      <dgm:spPr/>
      <dgm:t>
        <a:bodyPr/>
        <a:lstStyle/>
        <a:p>
          <a:endParaRPr lang="en-US" sz="2000"/>
        </a:p>
      </dgm:t>
    </dgm:pt>
    <dgm:pt modelId="{7C5971C3-F55A-463A-816B-F791561BBD15}" type="sibTrans" cxnId="{FCB4EC35-8F86-4F4E-B3BE-D86F796548E1}">
      <dgm:prSet/>
      <dgm:spPr/>
      <dgm:t>
        <a:bodyPr/>
        <a:lstStyle/>
        <a:p>
          <a:endParaRPr lang="en-US" sz="2000"/>
        </a:p>
      </dgm:t>
    </dgm:pt>
    <dgm:pt modelId="{E835BD99-63D6-4CAB-BA07-69C3347484C3}" type="pres">
      <dgm:prSet presAssocID="{60E15A04-E6BE-4452-8BC0-15E2570D44A5}" presName="linear" presStyleCnt="0">
        <dgm:presLayoutVars>
          <dgm:dir/>
          <dgm:animLvl val="lvl"/>
          <dgm:resizeHandles val="exact"/>
        </dgm:presLayoutVars>
      </dgm:prSet>
      <dgm:spPr/>
    </dgm:pt>
    <dgm:pt modelId="{518E89D0-447D-4621-A5C6-48FDE4B67F3C}" type="pres">
      <dgm:prSet presAssocID="{9BBD8A78-9DE9-4EC5-8CB8-255B77933CE2}" presName="parentLin" presStyleCnt="0"/>
      <dgm:spPr/>
    </dgm:pt>
    <dgm:pt modelId="{035CDA43-2EFD-41BB-9512-97462FE1838F}" type="pres">
      <dgm:prSet presAssocID="{9BBD8A78-9DE9-4EC5-8CB8-255B77933CE2}" presName="parentLeftMargin" presStyleLbl="node1" presStyleIdx="0" presStyleCnt="1"/>
      <dgm:spPr/>
    </dgm:pt>
    <dgm:pt modelId="{D752CBAD-F939-46F1-A172-D26518F20EAA}" type="pres">
      <dgm:prSet presAssocID="{9BBD8A78-9DE9-4EC5-8CB8-255B77933CE2}" presName="parentText" presStyleLbl="node1" presStyleIdx="0" presStyleCnt="1" custScaleY="82898">
        <dgm:presLayoutVars>
          <dgm:chMax val="0"/>
          <dgm:bulletEnabled val="1"/>
        </dgm:presLayoutVars>
      </dgm:prSet>
      <dgm:spPr/>
    </dgm:pt>
    <dgm:pt modelId="{7E62E269-D318-4586-816D-DB1C583AA94B}" type="pres">
      <dgm:prSet presAssocID="{9BBD8A78-9DE9-4EC5-8CB8-255B77933CE2}" presName="negativeSpace" presStyleCnt="0"/>
      <dgm:spPr/>
    </dgm:pt>
    <dgm:pt modelId="{68AD9105-4394-46FB-8199-71F949137A81}" type="pres">
      <dgm:prSet presAssocID="{9BBD8A78-9DE9-4EC5-8CB8-255B77933CE2}" presName="childText" presStyleLbl="conFgAcc1" presStyleIdx="0" presStyleCnt="1" custLinFactNeighborX="0">
        <dgm:presLayoutVars>
          <dgm:bulletEnabled val="1"/>
        </dgm:presLayoutVars>
      </dgm:prSet>
      <dgm:spPr/>
    </dgm:pt>
  </dgm:ptLst>
  <dgm:cxnLst>
    <dgm:cxn modelId="{4070250D-80EE-4FE1-AB7D-249D53F575A3}" type="presOf" srcId="{01DF40A7-E201-423B-ACDF-0F7FEB79911B}" destId="{68AD9105-4394-46FB-8199-71F949137A81}" srcOrd="0" destOrd="2" presId="urn:microsoft.com/office/officeart/2005/8/layout/list1"/>
    <dgm:cxn modelId="{34C04B0F-73FF-4352-B3EC-C14524595E04}" type="presOf" srcId="{BE588EEE-D9BC-45CD-B150-CC3C3149F12D}" destId="{68AD9105-4394-46FB-8199-71F949137A81}" srcOrd="0" destOrd="0" presId="urn:microsoft.com/office/officeart/2005/8/layout/list1"/>
    <dgm:cxn modelId="{08694C15-0692-4668-84BE-E507316742C6}" type="presOf" srcId="{8B152935-2B41-4D46-9355-1E3D45306C6C}" destId="{68AD9105-4394-46FB-8199-71F949137A81}" srcOrd="0" destOrd="1" presId="urn:microsoft.com/office/officeart/2005/8/layout/list1"/>
    <dgm:cxn modelId="{A25BF926-B0DD-484D-B466-99ED60F25591}" srcId="{9BBD8A78-9DE9-4EC5-8CB8-255B77933CE2}" destId="{A09C6458-F8C3-4235-BAF9-2D5082B4BF1A}" srcOrd="3" destOrd="0" parTransId="{AA5A11FD-3588-4C55-A0DF-47C18C1F56FE}" sibTransId="{F50F712C-8D77-49C8-A200-229972BBE8C8}"/>
    <dgm:cxn modelId="{CD601C2F-9423-4D44-A474-10C20679E8E5}" srcId="{9BBD8A78-9DE9-4EC5-8CB8-255B77933CE2}" destId="{BE588EEE-D9BC-45CD-B150-CC3C3149F12D}" srcOrd="0" destOrd="0" parTransId="{BC85DA94-88A6-4380-BF0E-73050018D8A8}" sibTransId="{8066AF99-0137-4630-A93E-AE080BF4FBBC}"/>
    <dgm:cxn modelId="{FCB4EC35-8F86-4F4E-B3BE-D86F796548E1}" srcId="{9BBD8A78-9DE9-4EC5-8CB8-255B77933CE2}" destId="{9D24DF96-02EF-4DF8-BF4C-143F7486B524}" srcOrd="4" destOrd="0" parTransId="{FCB8D1C4-D050-478C-925F-8BD3AFAE5CC4}" sibTransId="{7C5971C3-F55A-463A-816B-F791561BBD15}"/>
    <dgm:cxn modelId="{99FD023F-299D-4FA1-B16F-AF07FEAFBDA1}" type="presOf" srcId="{9BBD8A78-9DE9-4EC5-8CB8-255B77933CE2}" destId="{035CDA43-2EFD-41BB-9512-97462FE1838F}" srcOrd="0" destOrd="0" presId="urn:microsoft.com/office/officeart/2005/8/layout/list1"/>
    <dgm:cxn modelId="{61F3F967-07E2-43BF-9DD1-05F671FE324D}" srcId="{9BBD8A78-9DE9-4EC5-8CB8-255B77933CE2}" destId="{01DF40A7-E201-423B-ACDF-0F7FEB79911B}" srcOrd="2" destOrd="0" parTransId="{32326E4B-1781-41A2-B225-F95DB0B14F66}" sibTransId="{753AC408-22D6-48EC-AE3C-ED2801105A97}"/>
    <dgm:cxn modelId="{D6D17F4E-FB1B-46D0-8982-28E7CC733042}" type="presOf" srcId="{9BBD8A78-9DE9-4EC5-8CB8-255B77933CE2}" destId="{D752CBAD-F939-46F1-A172-D26518F20EAA}" srcOrd="1" destOrd="0" presId="urn:microsoft.com/office/officeart/2005/8/layout/list1"/>
    <dgm:cxn modelId="{96D4B575-C59D-422E-8E9F-9436E834CD85}" type="presOf" srcId="{A09C6458-F8C3-4235-BAF9-2D5082B4BF1A}" destId="{68AD9105-4394-46FB-8199-71F949137A81}" srcOrd="0" destOrd="3" presId="urn:microsoft.com/office/officeart/2005/8/layout/list1"/>
    <dgm:cxn modelId="{8A598185-BE41-488D-9002-8769CA4487C2}" srcId="{9BBD8A78-9DE9-4EC5-8CB8-255B77933CE2}" destId="{8B152935-2B41-4D46-9355-1E3D45306C6C}" srcOrd="1" destOrd="0" parTransId="{A4C72379-EFE4-42BF-A7D5-F06A1C0AC1C9}" sibTransId="{3640C16A-677B-449C-B69E-30D6E26D0102}"/>
    <dgm:cxn modelId="{6AFC6888-FA82-4C87-B45A-16492ACC7F9D}" type="presOf" srcId="{60E15A04-E6BE-4452-8BC0-15E2570D44A5}" destId="{E835BD99-63D6-4CAB-BA07-69C3347484C3}" srcOrd="0" destOrd="0" presId="urn:microsoft.com/office/officeart/2005/8/layout/list1"/>
    <dgm:cxn modelId="{7DE15CA9-B667-4E48-A614-B64F2807DE91}" srcId="{60E15A04-E6BE-4452-8BC0-15E2570D44A5}" destId="{9BBD8A78-9DE9-4EC5-8CB8-255B77933CE2}" srcOrd="0" destOrd="0" parTransId="{42FA1E86-3C8F-46FC-BB04-78D01D71594B}" sibTransId="{4C61B38F-C542-47AA-B80F-21F4DE4732D7}"/>
    <dgm:cxn modelId="{B67603FF-F244-4580-84B1-0EA18C58016E}" type="presOf" srcId="{9D24DF96-02EF-4DF8-BF4C-143F7486B524}" destId="{68AD9105-4394-46FB-8199-71F949137A81}" srcOrd="0" destOrd="4" presId="urn:microsoft.com/office/officeart/2005/8/layout/list1"/>
    <dgm:cxn modelId="{F37F2A24-E3B1-42E4-B302-E03BE27E2066}" type="presParOf" srcId="{E835BD99-63D6-4CAB-BA07-69C3347484C3}" destId="{518E89D0-447D-4621-A5C6-48FDE4B67F3C}" srcOrd="0" destOrd="0" presId="urn:microsoft.com/office/officeart/2005/8/layout/list1"/>
    <dgm:cxn modelId="{1F9A1353-92B3-4D8D-8664-625E1FC5DFC4}" type="presParOf" srcId="{518E89D0-447D-4621-A5C6-48FDE4B67F3C}" destId="{035CDA43-2EFD-41BB-9512-97462FE1838F}" srcOrd="0" destOrd="0" presId="urn:microsoft.com/office/officeart/2005/8/layout/list1"/>
    <dgm:cxn modelId="{AFD2E76C-A263-4E56-B53E-9D2998EA2BEB}" type="presParOf" srcId="{518E89D0-447D-4621-A5C6-48FDE4B67F3C}" destId="{D752CBAD-F939-46F1-A172-D26518F20EAA}" srcOrd="1" destOrd="0" presId="urn:microsoft.com/office/officeart/2005/8/layout/list1"/>
    <dgm:cxn modelId="{3265E38C-A492-4536-B4D3-5F47610888B2}" type="presParOf" srcId="{E835BD99-63D6-4CAB-BA07-69C3347484C3}" destId="{7E62E269-D318-4586-816D-DB1C583AA94B}" srcOrd="1" destOrd="0" presId="urn:microsoft.com/office/officeart/2005/8/layout/list1"/>
    <dgm:cxn modelId="{0117D7C2-765E-4ADE-8D84-B58D22A6C722}" type="presParOf" srcId="{E835BD99-63D6-4CAB-BA07-69C3347484C3}" destId="{68AD9105-4394-46FB-8199-71F949137A81}"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995A6D9-FE23-480A-94AA-4EF9A4E9DE0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9554E839-4831-4EE9-A676-0E5864B566F8}">
      <dgm:prSet phldrT="[Text]"/>
      <dgm:spPr>
        <a:solidFill>
          <a:srgbClr val="004F71"/>
        </a:solidFill>
      </dgm:spPr>
      <dgm:t>
        <a:bodyPr/>
        <a:lstStyle/>
        <a:p>
          <a:r>
            <a:rPr lang="en-US" dirty="0"/>
            <a:t>Common symptoms of NIC issues include:</a:t>
          </a:r>
        </a:p>
      </dgm:t>
    </dgm:pt>
    <dgm:pt modelId="{EFC23332-2F11-4F9D-B8BD-EE2A06BFA299}" type="parTrans" cxnId="{40A3F4D0-AC02-41D2-A82A-9AF48C8FD4BE}">
      <dgm:prSet/>
      <dgm:spPr/>
      <dgm:t>
        <a:bodyPr/>
        <a:lstStyle/>
        <a:p>
          <a:endParaRPr lang="en-US"/>
        </a:p>
      </dgm:t>
    </dgm:pt>
    <dgm:pt modelId="{B29F264A-3AC6-40E5-8B8C-A57C65BCB2A1}" type="sibTrans" cxnId="{40A3F4D0-AC02-41D2-A82A-9AF48C8FD4BE}">
      <dgm:prSet/>
      <dgm:spPr/>
      <dgm:t>
        <a:bodyPr/>
        <a:lstStyle/>
        <a:p>
          <a:endParaRPr lang="en-US"/>
        </a:p>
      </dgm:t>
    </dgm:pt>
    <dgm:pt modelId="{67782859-68F7-4B67-93BE-74EFC4DF4AB7}">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Intermittent connectivity</a:t>
          </a:r>
        </a:p>
      </dgm:t>
    </dgm:pt>
    <dgm:pt modelId="{16CF1ACE-C195-4BE0-865E-71A5EE887C1B}" type="parTrans" cxnId="{C1EF03BE-CC42-48A1-A9F8-4BB3AF0E76E0}">
      <dgm:prSet/>
      <dgm:spPr/>
      <dgm:t>
        <a:bodyPr/>
        <a:lstStyle/>
        <a:p>
          <a:endParaRPr lang="en-US"/>
        </a:p>
      </dgm:t>
    </dgm:pt>
    <dgm:pt modelId="{5C7F9B9F-689D-4D19-AE0E-24C085DC846F}" type="sibTrans" cxnId="{C1EF03BE-CC42-48A1-A9F8-4BB3AF0E76E0}">
      <dgm:prSet/>
      <dgm:spPr/>
      <dgm:t>
        <a:bodyPr/>
        <a:lstStyle/>
        <a:p>
          <a:endParaRPr lang="en-US"/>
        </a:p>
      </dgm:t>
    </dgm:pt>
    <dgm:pt modelId="{495C1A0D-0A7B-4495-A4DD-89CE1CD40565}">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Device manager error messages </a:t>
          </a:r>
        </a:p>
      </dgm:t>
    </dgm:pt>
    <dgm:pt modelId="{4C2EF746-9694-4249-93DC-9085A887E330}" type="parTrans" cxnId="{E508B9F8-AB39-4603-B0DF-C1FC6B9F43C6}">
      <dgm:prSet/>
      <dgm:spPr/>
      <dgm:t>
        <a:bodyPr/>
        <a:lstStyle/>
        <a:p>
          <a:endParaRPr lang="en-US"/>
        </a:p>
      </dgm:t>
    </dgm:pt>
    <dgm:pt modelId="{A2D7C170-DABC-45D5-82F0-2FF7BF895879}" type="sibTrans" cxnId="{E508B9F8-AB39-4603-B0DF-C1FC6B9F43C6}">
      <dgm:prSet/>
      <dgm:spPr/>
      <dgm:t>
        <a:bodyPr/>
        <a:lstStyle/>
        <a:p>
          <a:endParaRPr lang="en-US"/>
        </a:p>
      </dgm:t>
    </dgm:pt>
    <dgm:pt modelId="{BE4A19D1-A37B-4606-A0A2-DE66685F1D6E}">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Network setting error messages </a:t>
          </a:r>
        </a:p>
      </dgm:t>
    </dgm:pt>
    <dgm:pt modelId="{9FC714ED-7D0B-48AA-9F06-A32C3F8EDEDA}" type="parTrans" cxnId="{9D77C096-7FAD-478A-A45B-0B178B48FE0C}">
      <dgm:prSet/>
      <dgm:spPr/>
      <dgm:t>
        <a:bodyPr/>
        <a:lstStyle/>
        <a:p>
          <a:endParaRPr lang="en-US"/>
        </a:p>
      </dgm:t>
    </dgm:pt>
    <dgm:pt modelId="{2ECCD631-EBF8-42AC-8E39-44DAE31A445E}" type="sibTrans" cxnId="{9D77C096-7FAD-478A-A45B-0B178B48FE0C}">
      <dgm:prSet/>
      <dgm:spPr/>
      <dgm:t>
        <a:bodyPr/>
        <a:lstStyle/>
        <a:p>
          <a:endParaRPr lang="en-US"/>
        </a:p>
      </dgm:t>
    </dgm:pt>
    <dgm:pt modelId="{A8718BF3-918B-47CF-AE24-7CE04238D071}">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Slow network speeds</a:t>
          </a:r>
        </a:p>
      </dgm:t>
    </dgm:pt>
    <dgm:pt modelId="{C2CC1740-E147-4D51-927B-9D28C306F2A7}" type="parTrans" cxnId="{6307F4CE-4339-431E-BB25-6B2B9C65DA1D}">
      <dgm:prSet/>
      <dgm:spPr/>
      <dgm:t>
        <a:bodyPr/>
        <a:lstStyle/>
        <a:p>
          <a:endParaRPr lang="en-US"/>
        </a:p>
      </dgm:t>
    </dgm:pt>
    <dgm:pt modelId="{62793D77-DFC9-443C-BCC7-EAAD9A3D086D}" type="sibTrans" cxnId="{6307F4CE-4339-431E-BB25-6B2B9C65DA1D}">
      <dgm:prSet/>
      <dgm:spPr/>
      <dgm:t>
        <a:bodyPr/>
        <a:lstStyle/>
        <a:p>
          <a:endParaRPr lang="en-US"/>
        </a:p>
      </dgm:t>
    </dgm:pt>
    <dgm:pt modelId="{10BED23C-1327-4C84-B6D8-8AC6E6D82510}">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Network connectivity failure</a:t>
          </a:r>
        </a:p>
      </dgm:t>
    </dgm:pt>
    <dgm:pt modelId="{42F7E7CF-5FCA-4693-A4AC-6B4166FE20B3}" type="parTrans" cxnId="{DEEF03C3-625D-4FE7-976D-E21870B30346}">
      <dgm:prSet/>
      <dgm:spPr/>
      <dgm:t>
        <a:bodyPr/>
        <a:lstStyle/>
        <a:p>
          <a:endParaRPr lang="en-US"/>
        </a:p>
      </dgm:t>
    </dgm:pt>
    <dgm:pt modelId="{C7FE4D40-202D-4653-8A81-756E23A490B5}" type="sibTrans" cxnId="{DEEF03C3-625D-4FE7-976D-E21870B30346}">
      <dgm:prSet/>
      <dgm:spPr/>
      <dgm:t>
        <a:bodyPr/>
        <a:lstStyle/>
        <a:p>
          <a:endParaRPr lang="en-US"/>
        </a:p>
      </dgm:t>
    </dgm:pt>
    <dgm:pt modelId="{E5E0FE0B-C4A9-4A80-BAB6-36F6E35B24B4}" type="pres">
      <dgm:prSet presAssocID="{8995A6D9-FE23-480A-94AA-4EF9A4E9DE07}" presName="linear" presStyleCnt="0">
        <dgm:presLayoutVars>
          <dgm:dir/>
          <dgm:animLvl val="lvl"/>
          <dgm:resizeHandles val="exact"/>
        </dgm:presLayoutVars>
      </dgm:prSet>
      <dgm:spPr/>
    </dgm:pt>
    <dgm:pt modelId="{74CE60E5-A312-4354-81A8-4198874F2250}" type="pres">
      <dgm:prSet presAssocID="{9554E839-4831-4EE9-A676-0E5864B566F8}" presName="parentLin" presStyleCnt="0"/>
      <dgm:spPr/>
    </dgm:pt>
    <dgm:pt modelId="{7F5A5E2C-41A5-44A9-A48E-53092953CE73}" type="pres">
      <dgm:prSet presAssocID="{9554E839-4831-4EE9-A676-0E5864B566F8}" presName="parentLeftMargin" presStyleLbl="node1" presStyleIdx="0" presStyleCnt="1"/>
      <dgm:spPr/>
    </dgm:pt>
    <dgm:pt modelId="{095EF171-20AD-4A1F-8829-9EF504485F03}" type="pres">
      <dgm:prSet presAssocID="{9554E839-4831-4EE9-A676-0E5864B566F8}" presName="parentText" presStyleLbl="node1" presStyleIdx="0" presStyleCnt="1">
        <dgm:presLayoutVars>
          <dgm:chMax val="0"/>
          <dgm:bulletEnabled val="1"/>
        </dgm:presLayoutVars>
      </dgm:prSet>
      <dgm:spPr/>
    </dgm:pt>
    <dgm:pt modelId="{6C91D56A-C188-479D-9F5D-2B64C052BEED}" type="pres">
      <dgm:prSet presAssocID="{9554E839-4831-4EE9-A676-0E5864B566F8}" presName="negativeSpace" presStyleCnt="0"/>
      <dgm:spPr/>
    </dgm:pt>
    <dgm:pt modelId="{05EB0574-B40A-476A-9F1E-4D2149C71B3E}" type="pres">
      <dgm:prSet presAssocID="{9554E839-4831-4EE9-A676-0E5864B566F8}" presName="childText" presStyleLbl="conFgAcc1" presStyleIdx="0" presStyleCnt="1" custScaleX="84445" custLinFactNeighborX="-966">
        <dgm:presLayoutVars>
          <dgm:bulletEnabled val="1"/>
        </dgm:presLayoutVars>
      </dgm:prSet>
      <dgm:spPr/>
    </dgm:pt>
  </dgm:ptLst>
  <dgm:cxnLst>
    <dgm:cxn modelId="{BB65AE00-0CCE-49F8-8BCE-3325314F2D5D}" type="presOf" srcId="{67782859-68F7-4B67-93BE-74EFC4DF4AB7}" destId="{05EB0574-B40A-476A-9F1E-4D2149C71B3E}" srcOrd="0" destOrd="2" presId="urn:microsoft.com/office/officeart/2005/8/layout/list1"/>
    <dgm:cxn modelId="{3EF08620-F913-48E6-B9FB-F4190888BDEE}" type="presOf" srcId="{9554E839-4831-4EE9-A676-0E5864B566F8}" destId="{7F5A5E2C-41A5-44A9-A48E-53092953CE73}" srcOrd="0" destOrd="0" presId="urn:microsoft.com/office/officeart/2005/8/layout/list1"/>
    <dgm:cxn modelId="{E9C0C42F-C6BB-4BFF-BAB0-40E7FD59B86A}" type="presOf" srcId="{BE4A19D1-A37B-4606-A0A2-DE66685F1D6E}" destId="{05EB0574-B40A-476A-9F1E-4D2149C71B3E}" srcOrd="0" destOrd="4" presId="urn:microsoft.com/office/officeart/2005/8/layout/list1"/>
    <dgm:cxn modelId="{9D77C096-7FAD-478A-A45B-0B178B48FE0C}" srcId="{9554E839-4831-4EE9-A676-0E5864B566F8}" destId="{BE4A19D1-A37B-4606-A0A2-DE66685F1D6E}" srcOrd="4" destOrd="0" parTransId="{9FC714ED-7D0B-48AA-9F06-A32C3F8EDEDA}" sibTransId="{2ECCD631-EBF8-42AC-8E39-44DAE31A445E}"/>
    <dgm:cxn modelId="{69F0759A-FA91-42C0-BB93-AC621D0A7661}" type="presOf" srcId="{A8718BF3-918B-47CF-AE24-7CE04238D071}" destId="{05EB0574-B40A-476A-9F1E-4D2149C71B3E}" srcOrd="0" destOrd="1" presId="urn:microsoft.com/office/officeart/2005/8/layout/list1"/>
    <dgm:cxn modelId="{BDDB559F-8670-4046-A48B-AC9C0C8F5836}" type="presOf" srcId="{9554E839-4831-4EE9-A676-0E5864B566F8}" destId="{095EF171-20AD-4A1F-8829-9EF504485F03}" srcOrd="1" destOrd="0" presId="urn:microsoft.com/office/officeart/2005/8/layout/list1"/>
    <dgm:cxn modelId="{A2A2A9B5-E097-4D6F-8FBF-54C637606436}" type="presOf" srcId="{8995A6D9-FE23-480A-94AA-4EF9A4E9DE07}" destId="{E5E0FE0B-C4A9-4A80-BAB6-36F6E35B24B4}" srcOrd="0" destOrd="0" presId="urn:microsoft.com/office/officeart/2005/8/layout/list1"/>
    <dgm:cxn modelId="{C1EF03BE-CC42-48A1-A9F8-4BB3AF0E76E0}" srcId="{9554E839-4831-4EE9-A676-0E5864B566F8}" destId="{67782859-68F7-4B67-93BE-74EFC4DF4AB7}" srcOrd="2" destOrd="0" parTransId="{16CF1ACE-C195-4BE0-865E-71A5EE887C1B}" sibTransId="{5C7F9B9F-689D-4D19-AE0E-24C085DC846F}"/>
    <dgm:cxn modelId="{DEEF03C3-625D-4FE7-976D-E21870B30346}" srcId="{9554E839-4831-4EE9-A676-0E5864B566F8}" destId="{10BED23C-1327-4C84-B6D8-8AC6E6D82510}" srcOrd="0" destOrd="0" parTransId="{42F7E7CF-5FCA-4693-A4AC-6B4166FE20B3}" sibTransId="{C7FE4D40-202D-4653-8A81-756E23A490B5}"/>
    <dgm:cxn modelId="{72CB5DCC-9735-461A-85F8-9E4438A9ACCF}" type="presOf" srcId="{10BED23C-1327-4C84-B6D8-8AC6E6D82510}" destId="{05EB0574-B40A-476A-9F1E-4D2149C71B3E}" srcOrd="0" destOrd="0" presId="urn:microsoft.com/office/officeart/2005/8/layout/list1"/>
    <dgm:cxn modelId="{6307F4CE-4339-431E-BB25-6B2B9C65DA1D}" srcId="{9554E839-4831-4EE9-A676-0E5864B566F8}" destId="{A8718BF3-918B-47CF-AE24-7CE04238D071}" srcOrd="1" destOrd="0" parTransId="{C2CC1740-E147-4D51-927B-9D28C306F2A7}" sibTransId="{62793D77-DFC9-443C-BCC7-EAAD9A3D086D}"/>
    <dgm:cxn modelId="{40A3F4D0-AC02-41D2-A82A-9AF48C8FD4BE}" srcId="{8995A6D9-FE23-480A-94AA-4EF9A4E9DE07}" destId="{9554E839-4831-4EE9-A676-0E5864B566F8}" srcOrd="0" destOrd="0" parTransId="{EFC23332-2F11-4F9D-B8BD-EE2A06BFA299}" sibTransId="{B29F264A-3AC6-40E5-8B8C-A57C65BCB2A1}"/>
    <dgm:cxn modelId="{C35063EE-664B-40EF-8C35-35097F9F95DD}" type="presOf" srcId="{495C1A0D-0A7B-4495-A4DD-89CE1CD40565}" destId="{05EB0574-B40A-476A-9F1E-4D2149C71B3E}" srcOrd="0" destOrd="3" presId="urn:microsoft.com/office/officeart/2005/8/layout/list1"/>
    <dgm:cxn modelId="{E508B9F8-AB39-4603-B0DF-C1FC6B9F43C6}" srcId="{9554E839-4831-4EE9-A676-0E5864B566F8}" destId="{495C1A0D-0A7B-4495-A4DD-89CE1CD40565}" srcOrd="3" destOrd="0" parTransId="{4C2EF746-9694-4249-93DC-9085A887E330}" sibTransId="{A2D7C170-DABC-45D5-82F0-2FF7BF895879}"/>
    <dgm:cxn modelId="{EC95088A-CC1B-40F7-A21C-63D5F2C66D83}" type="presParOf" srcId="{E5E0FE0B-C4A9-4A80-BAB6-36F6E35B24B4}" destId="{74CE60E5-A312-4354-81A8-4198874F2250}" srcOrd="0" destOrd="0" presId="urn:microsoft.com/office/officeart/2005/8/layout/list1"/>
    <dgm:cxn modelId="{6730ECE4-0C2A-4A31-B2EA-5A2EBCD2257F}" type="presParOf" srcId="{74CE60E5-A312-4354-81A8-4198874F2250}" destId="{7F5A5E2C-41A5-44A9-A48E-53092953CE73}" srcOrd="0" destOrd="0" presId="urn:microsoft.com/office/officeart/2005/8/layout/list1"/>
    <dgm:cxn modelId="{F63954F4-76A5-48A4-A385-2CB495B2C538}" type="presParOf" srcId="{74CE60E5-A312-4354-81A8-4198874F2250}" destId="{095EF171-20AD-4A1F-8829-9EF504485F03}" srcOrd="1" destOrd="0" presId="urn:microsoft.com/office/officeart/2005/8/layout/list1"/>
    <dgm:cxn modelId="{CA3F0635-0FF6-4A8B-A073-AD8519F0EDB7}" type="presParOf" srcId="{E5E0FE0B-C4A9-4A80-BAB6-36F6E35B24B4}" destId="{6C91D56A-C188-479D-9F5D-2B64C052BEED}" srcOrd="1" destOrd="0" presId="urn:microsoft.com/office/officeart/2005/8/layout/list1"/>
    <dgm:cxn modelId="{ECA42D0A-7F72-4A46-A135-93259E6DE807}" type="presParOf" srcId="{E5E0FE0B-C4A9-4A80-BAB6-36F6E35B24B4}" destId="{05EB0574-B40A-476A-9F1E-4D2149C71B3E}"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108904F-55B7-354F-AC49-BFCC1CE1EBEA}"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6ACC067C-CF66-3243-A2DF-2CC8168DBB8E}">
      <dgm:prSet custT="1"/>
      <dgm:spPr/>
      <dgm:t>
        <a:bodyPr/>
        <a:lstStyle/>
        <a:p>
          <a:r>
            <a:rPr lang="en-US" sz="2000" dirty="0"/>
            <a:t>Modular transceivers</a:t>
          </a:r>
        </a:p>
      </dgm:t>
    </dgm:pt>
    <dgm:pt modelId="{C378300F-E5B0-DD43-B034-6AFB5370FFA4}" type="parTrans" cxnId="{A7EAD1C3-A1B8-0D46-8649-7B16AD565374}">
      <dgm:prSet/>
      <dgm:spPr/>
      <dgm:t>
        <a:bodyPr/>
        <a:lstStyle/>
        <a:p>
          <a:endParaRPr lang="en-US" sz="2000"/>
        </a:p>
      </dgm:t>
    </dgm:pt>
    <dgm:pt modelId="{5F420880-9B4C-974D-A330-A593E6BC593D}" type="sibTrans" cxnId="{A7EAD1C3-A1B8-0D46-8649-7B16AD565374}">
      <dgm:prSet/>
      <dgm:spPr/>
      <dgm:t>
        <a:bodyPr/>
        <a:lstStyle/>
        <a:p>
          <a:endParaRPr lang="en-US" sz="2000"/>
        </a:p>
      </dgm:t>
    </dgm:pt>
    <dgm:pt modelId="{B04EA6D5-EF8A-A942-AD3C-1DB775D36E0A}">
      <dgm:prSet custT="1"/>
      <dgm:spPr>
        <a:solidFill>
          <a:schemeClr val="bg1">
            <a:lumMod val="95000"/>
            <a:alpha val="90000"/>
          </a:schemeClr>
        </a:solidFill>
        <a:ln w="9525">
          <a:solidFill>
            <a:schemeClr val="bg1">
              <a:lumMod val="85000"/>
            </a:schemeClr>
          </a:solidFill>
        </a:ln>
      </dgm:spPr>
      <dgm:t>
        <a:bodyPr/>
        <a:lstStyle/>
        <a:p>
          <a:r>
            <a:rPr lang="en-US" sz="2000" dirty="0">
              <a:solidFill>
                <a:srgbClr val="20282F"/>
              </a:solidFill>
            </a:rPr>
            <a:t>Terminate multiple types of                            cable and connector types</a:t>
          </a:r>
        </a:p>
      </dgm:t>
    </dgm:pt>
    <dgm:pt modelId="{51CD244A-49F3-3748-A440-692761B03CC6}" type="parTrans" cxnId="{D33D5D28-C719-B64D-A6F6-CC215E3CB031}">
      <dgm:prSet/>
      <dgm:spPr/>
      <dgm:t>
        <a:bodyPr/>
        <a:lstStyle/>
        <a:p>
          <a:endParaRPr lang="en-US" sz="2000"/>
        </a:p>
      </dgm:t>
    </dgm:pt>
    <dgm:pt modelId="{5735A6CB-DFE1-DF43-BF69-CA4E8A1563EC}" type="sibTrans" cxnId="{D33D5D28-C719-B64D-A6F6-CC215E3CB031}">
      <dgm:prSet/>
      <dgm:spPr/>
      <dgm:t>
        <a:bodyPr/>
        <a:lstStyle/>
        <a:p>
          <a:endParaRPr lang="en-US" sz="2000"/>
        </a:p>
      </dgm:t>
    </dgm:pt>
    <dgm:pt modelId="{42EAE540-16C6-164E-9D03-4327F4D3B55B}">
      <dgm:prSet custT="1"/>
      <dgm:spPr>
        <a:solidFill>
          <a:schemeClr val="bg1">
            <a:lumMod val="95000"/>
            <a:alpha val="90000"/>
          </a:schemeClr>
        </a:solidFill>
        <a:ln w="9525">
          <a:solidFill>
            <a:schemeClr val="bg1">
              <a:lumMod val="85000"/>
            </a:schemeClr>
          </a:solidFill>
        </a:ln>
      </dgm:spPr>
      <dgm:t>
        <a:bodyPr/>
        <a:lstStyle/>
        <a:p>
          <a:r>
            <a:rPr lang="en-US" sz="2000" dirty="0">
              <a:solidFill>
                <a:srgbClr val="20282F"/>
              </a:solidFill>
            </a:rPr>
            <a:t>Operate at the Data Link layer </a:t>
          </a:r>
        </a:p>
      </dgm:t>
    </dgm:pt>
    <dgm:pt modelId="{C45F3FD2-9582-4046-B322-917C83C62DEB}" type="parTrans" cxnId="{612416A8-6BF3-EA46-B013-711A811F7D57}">
      <dgm:prSet/>
      <dgm:spPr/>
      <dgm:t>
        <a:bodyPr/>
        <a:lstStyle/>
        <a:p>
          <a:endParaRPr lang="en-US" sz="2000"/>
        </a:p>
      </dgm:t>
    </dgm:pt>
    <dgm:pt modelId="{D620E36B-4573-FA45-8C41-65B96C5745B8}" type="sibTrans" cxnId="{612416A8-6BF3-EA46-B013-711A811F7D57}">
      <dgm:prSet/>
      <dgm:spPr/>
      <dgm:t>
        <a:bodyPr/>
        <a:lstStyle/>
        <a:p>
          <a:endParaRPr lang="en-US" sz="2000"/>
        </a:p>
      </dgm:t>
    </dgm:pt>
    <dgm:pt modelId="{542CB965-33EF-824C-8E0D-76CDD0ACAD05}" type="pres">
      <dgm:prSet presAssocID="{2108904F-55B7-354F-AC49-BFCC1CE1EBEA}" presName="linear" presStyleCnt="0">
        <dgm:presLayoutVars>
          <dgm:dir/>
          <dgm:animLvl val="lvl"/>
          <dgm:resizeHandles val="exact"/>
        </dgm:presLayoutVars>
      </dgm:prSet>
      <dgm:spPr/>
    </dgm:pt>
    <dgm:pt modelId="{6A848A0B-530E-9744-9A6A-26223AF58DFD}" type="pres">
      <dgm:prSet presAssocID="{6ACC067C-CF66-3243-A2DF-2CC8168DBB8E}" presName="parentLin" presStyleCnt="0"/>
      <dgm:spPr/>
    </dgm:pt>
    <dgm:pt modelId="{7B5E7FCA-0C94-3449-8D40-6E86E220D752}" type="pres">
      <dgm:prSet presAssocID="{6ACC067C-CF66-3243-A2DF-2CC8168DBB8E}" presName="parentLeftMargin" presStyleLbl="node1" presStyleIdx="0" presStyleCnt="1"/>
      <dgm:spPr/>
    </dgm:pt>
    <dgm:pt modelId="{03598125-C22F-7F43-BAF4-DA4521C68676}" type="pres">
      <dgm:prSet presAssocID="{6ACC067C-CF66-3243-A2DF-2CC8168DBB8E}" presName="parentText" presStyleLbl="node1" presStyleIdx="0" presStyleCnt="1" custScaleY="79283">
        <dgm:presLayoutVars>
          <dgm:chMax val="0"/>
          <dgm:bulletEnabled val="1"/>
        </dgm:presLayoutVars>
      </dgm:prSet>
      <dgm:spPr/>
    </dgm:pt>
    <dgm:pt modelId="{AE5320FB-3F68-B842-A42B-4740A4923B6E}" type="pres">
      <dgm:prSet presAssocID="{6ACC067C-CF66-3243-A2DF-2CC8168DBB8E}" presName="negativeSpace" presStyleCnt="0"/>
      <dgm:spPr/>
    </dgm:pt>
    <dgm:pt modelId="{18878F41-DF1E-3344-8587-E96CBA5FB0FE}" type="pres">
      <dgm:prSet presAssocID="{6ACC067C-CF66-3243-A2DF-2CC8168DBB8E}" presName="childText" presStyleLbl="conFgAcc1" presStyleIdx="0" presStyleCnt="1" custLinFactNeighborX="-3923" custLinFactNeighborY="2245">
        <dgm:presLayoutVars>
          <dgm:bulletEnabled val="1"/>
        </dgm:presLayoutVars>
      </dgm:prSet>
      <dgm:spPr/>
    </dgm:pt>
  </dgm:ptLst>
  <dgm:cxnLst>
    <dgm:cxn modelId="{A18E9F21-CD9A-5648-9E47-334296491A33}" type="presOf" srcId="{42EAE540-16C6-164E-9D03-4327F4D3B55B}" destId="{18878F41-DF1E-3344-8587-E96CBA5FB0FE}" srcOrd="0" destOrd="1" presId="urn:microsoft.com/office/officeart/2005/8/layout/list1"/>
    <dgm:cxn modelId="{D33D5D28-C719-B64D-A6F6-CC215E3CB031}" srcId="{6ACC067C-CF66-3243-A2DF-2CC8168DBB8E}" destId="{B04EA6D5-EF8A-A942-AD3C-1DB775D36E0A}" srcOrd="0" destOrd="0" parTransId="{51CD244A-49F3-3748-A440-692761B03CC6}" sibTransId="{5735A6CB-DFE1-DF43-BF69-CA4E8A1563EC}"/>
    <dgm:cxn modelId="{5BCBB66F-416A-9449-A6CC-E98B1B9C6F9B}" type="presOf" srcId="{6ACC067C-CF66-3243-A2DF-2CC8168DBB8E}" destId="{7B5E7FCA-0C94-3449-8D40-6E86E220D752}" srcOrd="0" destOrd="0" presId="urn:microsoft.com/office/officeart/2005/8/layout/list1"/>
    <dgm:cxn modelId="{D6747B7C-4735-534D-A0DA-4CF0CEDF2E10}" type="presOf" srcId="{B04EA6D5-EF8A-A942-AD3C-1DB775D36E0A}" destId="{18878F41-DF1E-3344-8587-E96CBA5FB0FE}" srcOrd="0" destOrd="0" presId="urn:microsoft.com/office/officeart/2005/8/layout/list1"/>
    <dgm:cxn modelId="{4C88FD85-1098-7D4B-BFDE-AF3FB2911302}" type="presOf" srcId="{2108904F-55B7-354F-AC49-BFCC1CE1EBEA}" destId="{542CB965-33EF-824C-8E0D-76CDD0ACAD05}" srcOrd="0" destOrd="0" presId="urn:microsoft.com/office/officeart/2005/8/layout/list1"/>
    <dgm:cxn modelId="{DF394487-B320-F449-8D0F-6512610D14E0}" type="presOf" srcId="{6ACC067C-CF66-3243-A2DF-2CC8168DBB8E}" destId="{03598125-C22F-7F43-BAF4-DA4521C68676}" srcOrd="1" destOrd="0" presId="urn:microsoft.com/office/officeart/2005/8/layout/list1"/>
    <dgm:cxn modelId="{612416A8-6BF3-EA46-B013-711A811F7D57}" srcId="{6ACC067C-CF66-3243-A2DF-2CC8168DBB8E}" destId="{42EAE540-16C6-164E-9D03-4327F4D3B55B}" srcOrd="1" destOrd="0" parTransId="{C45F3FD2-9582-4046-B322-917C83C62DEB}" sibTransId="{D620E36B-4573-FA45-8C41-65B96C5745B8}"/>
    <dgm:cxn modelId="{A7EAD1C3-A1B8-0D46-8649-7B16AD565374}" srcId="{2108904F-55B7-354F-AC49-BFCC1CE1EBEA}" destId="{6ACC067C-CF66-3243-A2DF-2CC8168DBB8E}" srcOrd="0" destOrd="0" parTransId="{C378300F-E5B0-DD43-B034-6AFB5370FFA4}" sibTransId="{5F420880-9B4C-974D-A330-A593E6BC593D}"/>
    <dgm:cxn modelId="{FA975ACB-FEE6-794D-9A36-E221F8955A30}" type="presParOf" srcId="{542CB965-33EF-824C-8E0D-76CDD0ACAD05}" destId="{6A848A0B-530E-9744-9A6A-26223AF58DFD}" srcOrd="0" destOrd="0" presId="urn:microsoft.com/office/officeart/2005/8/layout/list1"/>
    <dgm:cxn modelId="{55FF50D5-3509-0B47-B80E-54A6AD71C087}" type="presParOf" srcId="{6A848A0B-530E-9744-9A6A-26223AF58DFD}" destId="{7B5E7FCA-0C94-3449-8D40-6E86E220D752}" srcOrd="0" destOrd="0" presId="urn:microsoft.com/office/officeart/2005/8/layout/list1"/>
    <dgm:cxn modelId="{AF42154C-48A5-0247-9DAA-2F9626237D6B}" type="presParOf" srcId="{6A848A0B-530E-9744-9A6A-26223AF58DFD}" destId="{03598125-C22F-7F43-BAF4-DA4521C68676}" srcOrd="1" destOrd="0" presId="urn:microsoft.com/office/officeart/2005/8/layout/list1"/>
    <dgm:cxn modelId="{55280858-AB23-9F47-A522-47E00E3F5982}" type="presParOf" srcId="{542CB965-33EF-824C-8E0D-76CDD0ACAD05}" destId="{AE5320FB-3F68-B842-A42B-4740A4923B6E}" srcOrd="1" destOrd="0" presId="urn:microsoft.com/office/officeart/2005/8/layout/list1"/>
    <dgm:cxn modelId="{F7FE76EB-B2EE-AA48-AD85-BF3683C2613B}" type="presParOf" srcId="{542CB965-33EF-824C-8E0D-76CDD0ACAD05}" destId="{18878F41-DF1E-3344-8587-E96CBA5FB0FE}"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995A6D9-FE23-480A-94AA-4EF9A4E9DE07}"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9554E839-4831-4EE9-A676-0E5864B566F8}">
      <dgm:prSet phldrT="[Text]" custT="1"/>
      <dgm:spPr>
        <a:solidFill>
          <a:srgbClr val="004F71"/>
        </a:solidFill>
      </dgm:spPr>
      <dgm:t>
        <a:bodyPr/>
        <a:lstStyle/>
        <a:p>
          <a:r>
            <a:rPr lang="en-US" sz="2000" dirty="0"/>
            <a:t>Mismatched ports</a:t>
          </a:r>
        </a:p>
      </dgm:t>
    </dgm:pt>
    <dgm:pt modelId="{EFC23332-2F11-4F9D-B8BD-EE2A06BFA299}" type="parTrans" cxnId="{40A3F4D0-AC02-41D2-A82A-9AF48C8FD4BE}">
      <dgm:prSet/>
      <dgm:spPr/>
      <dgm:t>
        <a:bodyPr/>
        <a:lstStyle/>
        <a:p>
          <a:endParaRPr lang="en-US" sz="2000"/>
        </a:p>
      </dgm:t>
    </dgm:pt>
    <dgm:pt modelId="{B29F264A-3AC6-40E5-8B8C-A57C65BCB2A1}" type="sibTrans" cxnId="{40A3F4D0-AC02-41D2-A82A-9AF48C8FD4BE}">
      <dgm:prSet/>
      <dgm:spPr/>
      <dgm:t>
        <a:bodyPr/>
        <a:lstStyle/>
        <a:p>
          <a:endParaRPr lang="en-US" sz="2000"/>
        </a:p>
      </dgm:t>
    </dgm:pt>
    <dgm:pt modelId="{96D66E1E-91EE-4798-B3EA-D7FE51215A1F}">
      <dgm:prSet phldrT="[Text]" custT="1"/>
      <dgm:spPr>
        <a:solidFill>
          <a:schemeClr val="bg1">
            <a:lumMod val="95000"/>
            <a:alpha val="90000"/>
          </a:schemeClr>
        </a:solidFill>
        <a:ln w="9525">
          <a:solidFill>
            <a:schemeClr val="bg1">
              <a:lumMod val="85000"/>
            </a:schemeClr>
          </a:solidFill>
        </a:ln>
      </dgm:spPr>
      <dgm:t>
        <a:bodyPr/>
        <a:lstStyle/>
        <a:p>
          <a:r>
            <a:rPr lang="en-US" sz="2000" dirty="0">
              <a:solidFill>
                <a:srgbClr val="20282F"/>
              </a:solidFill>
            </a:rPr>
            <a:t>No link</a:t>
          </a:r>
        </a:p>
      </dgm:t>
    </dgm:pt>
    <dgm:pt modelId="{4DCF0B89-0458-4349-AD24-8957AD687C42}" type="parTrans" cxnId="{908467AF-FFA3-40BE-842B-2C48F1ABEAE0}">
      <dgm:prSet/>
      <dgm:spPr/>
      <dgm:t>
        <a:bodyPr/>
        <a:lstStyle/>
        <a:p>
          <a:endParaRPr lang="en-US" sz="2000"/>
        </a:p>
      </dgm:t>
    </dgm:pt>
    <dgm:pt modelId="{DF7227A8-E081-4460-9B13-28F1CA57CC4B}" type="sibTrans" cxnId="{908467AF-FFA3-40BE-842B-2C48F1ABEAE0}">
      <dgm:prSet/>
      <dgm:spPr/>
      <dgm:t>
        <a:bodyPr/>
        <a:lstStyle/>
        <a:p>
          <a:endParaRPr lang="en-US" sz="2000"/>
        </a:p>
      </dgm:t>
    </dgm:pt>
    <dgm:pt modelId="{4C353B0D-CA9C-4ED9-B95A-4ABCA7810A47}">
      <dgm:prSet phldrT="[Text]" custT="1"/>
      <dgm:spPr>
        <a:solidFill>
          <a:schemeClr val="bg1">
            <a:lumMod val="95000"/>
            <a:alpha val="90000"/>
          </a:schemeClr>
        </a:solidFill>
        <a:ln w="9525">
          <a:solidFill>
            <a:schemeClr val="bg1">
              <a:lumMod val="85000"/>
            </a:schemeClr>
          </a:solidFill>
        </a:ln>
      </dgm:spPr>
      <dgm:t>
        <a:bodyPr/>
        <a:lstStyle/>
        <a:p>
          <a:r>
            <a:rPr lang="en-US" sz="2000" dirty="0">
              <a:solidFill>
                <a:srgbClr val="20282F"/>
              </a:solidFill>
            </a:rPr>
            <a:t>Intermittent connection loss</a:t>
          </a:r>
        </a:p>
      </dgm:t>
    </dgm:pt>
    <dgm:pt modelId="{75ECF10E-76E3-48AE-BD2B-0B863B767C8D}" type="parTrans" cxnId="{34CF4C52-DDF2-4D0D-892A-FB6A051F603A}">
      <dgm:prSet/>
      <dgm:spPr/>
      <dgm:t>
        <a:bodyPr/>
        <a:lstStyle/>
        <a:p>
          <a:endParaRPr lang="en-US" sz="2000"/>
        </a:p>
      </dgm:t>
    </dgm:pt>
    <dgm:pt modelId="{44F34EF0-B0B7-4045-B30C-7D341E5EE1CB}" type="sibTrans" cxnId="{34CF4C52-DDF2-4D0D-892A-FB6A051F603A}">
      <dgm:prSet/>
      <dgm:spPr/>
      <dgm:t>
        <a:bodyPr/>
        <a:lstStyle/>
        <a:p>
          <a:endParaRPr lang="en-US" sz="2000"/>
        </a:p>
      </dgm:t>
    </dgm:pt>
    <dgm:pt modelId="{7CB95AE3-028F-4873-8483-600DE0F57DE6}">
      <dgm:prSet phldrT="[Text]" custT="1"/>
      <dgm:spPr>
        <a:solidFill>
          <a:srgbClr val="004F71"/>
        </a:solidFill>
      </dgm:spPr>
      <dgm:t>
        <a:bodyPr/>
        <a:lstStyle/>
        <a:p>
          <a:r>
            <a:rPr lang="en-US" sz="2000" dirty="0"/>
            <a:t>Signal strength </a:t>
          </a:r>
        </a:p>
      </dgm:t>
    </dgm:pt>
    <dgm:pt modelId="{7C733E5B-95BD-4506-A785-88BCFCEEE102}" type="parTrans" cxnId="{011C80AB-8EF9-4F26-BA7D-54B2ECE6F460}">
      <dgm:prSet/>
      <dgm:spPr/>
      <dgm:t>
        <a:bodyPr/>
        <a:lstStyle/>
        <a:p>
          <a:endParaRPr lang="en-US" sz="2000"/>
        </a:p>
      </dgm:t>
    </dgm:pt>
    <dgm:pt modelId="{90CC2E71-7CED-416B-9AFD-D757E9251F89}" type="sibTrans" cxnId="{011C80AB-8EF9-4F26-BA7D-54B2ECE6F460}">
      <dgm:prSet/>
      <dgm:spPr/>
      <dgm:t>
        <a:bodyPr/>
        <a:lstStyle/>
        <a:p>
          <a:endParaRPr lang="en-US" sz="2000"/>
        </a:p>
      </dgm:t>
    </dgm:pt>
    <dgm:pt modelId="{DACE0F23-205C-4A94-A5A4-A79A06034002}">
      <dgm:prSet phldrT="[Text]" custT="1"/>
      <dgm:spPr>
        <a:solidFill>
          <a:schemeClr val="bg1">
            <a:lumMod val="95000"/>
            <a:alpha val="90000"/>
          </a:schemeClr>
        </a:solidFill>
        <a:ln w="9525">
          <a:solidFill>
            <a:schemeClr val="bg1">
              <a:lumMod val="85000"/>
            </a:schemeClr>
          </a:solidFill>
        </a:ln>
      </dgm:spPr>
      <dgm:t>
        <a:bodyPr/>
        <a:lstStyle/>
        <a:p>
          <a:r>
            <a:rPr lang="en-US" sz="2000" dirty="0">
              <a:solidFill>
                <a:srgbClr val="20282F"/>
              </a:solidFill>
            </a:rPr>
            <a:t>Intermittent connections </a:t>
          </a:r>
        </a:p>
      </dgm:t>
    </dgm:pt>
    <dgm:pt modelId="{622970DB-F71B-45CC-BE2E-91BB62861F7D}" type="parTrans" cxnId="{CAFCCAC7-6655-4344-8410-253194C99035}">
      <dgm:prSet/>
      <dgm:spPr/>
      <dgm:t>
        <a:bodyPr/>
        <a:lstStyle/>
        <a:p>
          <a:endParaRPr lang="en-US" sz="2000"/>
        </a:p>
      </dgm:t>
    </dgm:pt>
    <dgm:pt modelId="{39633CDC-0B2C-4B4D-AF11-C2F9CEF8FBBA}" type="sibTrans" cxnId="{CAFCCAC7-6655-4344-8410-253194C99035}">
      <dgm:prSet/>
      <dgm:spPr/>
      <dgm:t>
        <a:bodyPr/>
        <a:lstStyle/>
        <a:p>
          <a:endParaRPr lang="en-US" sz="2000"/>
        </a:p>
      </dgm:t>
    </dgm:pt>
    <dgm:pt modelId="{B2B94B78-DEF2-4E94-A430-E5BAF309E26C}">
      <dgm:prSet phldrT="[Text]" custT="1"/>
      <dgm:spPr>
        <a:solidFill>
          <a:schemeClr val="bg1">
            <a:lumMod val="95000"/>
            <a:alpha val="90000"/>
          </a:schemeClr>
        </a:solidFill>
        <a:ln w="9525">
          <a:solidFill>
            <a:schemeClr val="bg1">
              <a:lumMod val="85000"/>
            </a:schemeClr>
          </a:solidFill>
        </a:ln>
      </dgm:spPr>
      <dgm:t>
        <a:bodyPr/>
        <a:lstStyle/>
        <a:p>
          <a:r>
            <a:rPr lang="en-US" sz="2000" dirty="0">
              <a:solidFill>
                <a:srgbClr val="20282F"/>
              </a:solidFill>
            </a:rPr>
            <a:t>Packet loss </a:t>
          </a:r>
        </a:p>
      </dgm:t>
    </dgm:pt>
    <dgm:pt modelId="{79D89D32-706E-4323-AAD7-32C2FB8ED1EA}" type="parTrans" cxnId="{13861BF5-1666-418E-BE9B-F406FFA1BEE1}">
      <dgm:prSet/>
      <dgm:spPr/>
      <dgm:t>
        <a:bodyPr/>
        <a:lstStyle/>
        <a:p>
          <a:endParaRPr lang="en-US" sz="2000"/>
        </a:p>
      </dgm:t>
    </dgm:pt>
    <dgm:pt modelId="{9E5156E8-8328-47B0-8705-92352B17AFF2}" type="sibTrans" cxnId="{13861BF5-1666-418E-BE9B-F406FFA1BEE1}">
      <dgm:prSet/>
      <dgm:spPr/>
      <dgm:t>
        <a:bodyPr/>
        <a:lstStyle/>
        <a:p>
          <a:endParaRPr lang="en-US" sz="2000"/>
        </a:p>
      </dgm:t>
    </dgm:pt>
    <dgm:pt modelId="{03C70379-43D3-4211-8880-8F6EB17C025C}">
      <dgm:prSet phldrT="[Text]" custT="1"/>
      <dgm:spPr>
        <a:solidFill>
          <a:schemeClr val="bg1">
            <a:lumMod val="95000"/>
            <a:alpha val="90000"/>
          </a:schemeClr>
        </a:solidFill>
        <a:ln w="9525">
          <a:solidFill>
            <a:schemeClr val="bg1">
              <a:lumMod val="85000"/>
            </a:schemeClr>
          </a:solidFill>
        </a:ln>
      </dgm:spPr>
      <dgm:t>
        <a:bodyPr/>
        <a:lstStyle/>
        <a:p>
          <a:r>
            <a:rPr lang="en-US" sz="2000" dirty="0">
              <a:solidFill>
                <a:srgbClr val="20282F"/>
              </a:solidFill>
            </a:rPr>
            <a:t>Poor network performance</a:t>
          </a:r>
        </a:p>
      </dgm:t>
    </dgm:pt>
    <dgm:pt modelId="{E609FF78-DC22-4D69-94F4-16C0CE4E7A53}" type="parTrans" cxnId="{E9070C98-F380-4D96-BB07-04F9D6AE7FF1}">
      <dgm:prSet/>
      <dgm:spPr/>
      <dgm:t>
        <a:bodyPr/>
        <a:lstStyle/>
        <a:p>
          <a:endParaRPr lang="en-US" sz="2000"/>
        </a:p>
      </dgm:t>
    </dgm:pt>
    <dgm:pt modelId="{E030FF91-0F63-4B6B-AEB8-20C2E587DE99}" type="sibTrans" cxnId="{E9070C98-F380-4D96-BB07-04F9D6AE7FF1}">
      <dgm:prSet/>
      <dgm:spPr/>
      <dgm:t>
        <a:bodyPr/>
        <a:lstStyle/>
        <a:p>
          <a:endParaRPr lang="en-US" sz="2000"/>
        </a:p>
      </dgm:t>
    </dgm:pt>
    <dgm:pt modelId="{FF032FDF-45E8-714C-881F-71A1F7BEC4F3}" type="pres">
      <dgm:prSet presAssocID="{8995A6D9-FE23-480A-94AA-4EF9A4E9DE07}" presName="Name0" presStyleCnt="0">
        <dgm:presLayoutVars>
          <dgm:dir/>
          <dgm:animLvl val="lvl"/>
          <dgm:resizeHandles val="exact"/>
        </dgm:presLayoutVars>
      </dgm:prSet>
      <dgm:spPr/>
    </dgm:pt>
    <dgm:pt modelId="{C73E4AD0-49F4-AA45-9C40-9D8F73F03D51}" type="pres">
      <dgm:prSet presAssocID="{9554E839-4831-4EE9-A676-0E5864B566F8}" presName="composite" presStyleCnt="0"/>
      <dgm:spPr/>
    </dgm:pt>
    <dgm:pt modelId="{435D66C4-A592-4C49-B72B-7102E74F01A8}" type="pres">
      <dgm:prSet presAssocID="{9554E839-4831-4EE9-A676-0E5864B566F8}" presName="parTx" presStyleLbl="alignNode1" presStyleIdx="0" presStyleCnt="2">
        <dgm:presLayoutVars>
          <dgm:chMax val="0"/>
          <dgm:chPref val="0"/>
          <dgm:bulletEnabled val="1"/>
        </dgm:presLayoutVars>
      </dgm:prSet>
      <dgm:spPr/>
    </dgm:pt>
    <dgm:pt modelId="{472DF239-5587-D64C-B746-7AE943A839D4}" type="pres">
      <dgm:prSet presAssocID="{9554E839-4831-4EE9-A676-0E5864B566F8}" presName="desTx" presStyleLbl="alignAccFollowNode1" presStyleIdx="0" presStyleCnt="2">
        <dgm:presLayoutVars>
          <dgm:bulletEnabled val="1"/>
        </dgm:presLayoutVars>
      </dgm:prSet>
      <dgm:spPr/>
    </dgm:pt>
    <dgm:pt modelId="{A82C7F56-5441-7843-AB6B-19D1C3E86A99}" type="pres">
      <dgm:prSet presAssocID="{B29F264A-3AC6-40E5-8B8C-A57C65BCB2A1}" presName="space" presStyleCnt="0"/>
      <dgm:spPr/>
    </dgm:pt>
    <dgm:pt modelId="{8B992F1F-75BA-C348-8FBC-B012BEBE7D20}" type="pres">
      <dgm:prSet presAssocID="{7CB95AE3-028F-4873-8483-600DE0F57DE6}" presName="composite" presStyleCnt="0"/>
      <dgm:spPr/>
    </dgm:pt>
    <dgm:pt modelId="{35BB73CF-583D-BC49-88B3-1BF157843F83}" type="pres">
      <dgm:prSet presAssocID="{7CB95AE3-028F-4873-8483-600DE0F57DE6}" presName="parTx" presStyleLbl="alignNode1" presStyleIdx="1" presStyleCnt="2">
        <dgm:presLayoutVars>
          <dgm:chMax val="0"/>
          <dgm:chPref val="0"/>
          <dgm:bulletEnabled val="1"/>
        </dgm:presLayoutVars>
      </dgm:prSet>
      <dgm:spPr/>
    </dgm:pt>
    <dgm:pt modelId="{53E1A1B6-C1D4-1249-9D92-BDC3754A56A5}" type="pres">
      <dgm:prSet presAssocID="{7CB95AE3-028F-4873-8483-600DE0F57DE6}" presName="desTx" presStyleLbl="alignAccFollowNode1" presStyleIdx="1" presStyleCnt="2">
        <dgm:presLayoutVars>
          <dgm:bulletEnabled val="1"/>
        </dgm:presLayoutVars>
      </dgm:prSet>
      <dgm:spPr/>
    </dgm:pt>
  </dgm:ptLst>
  <dgm:cxnLst>
    <dgm:cxn modelId="{34DB0B16-C19C-8D43-9831-F3E6C53B224E}" type="presOf" srcId="{9554E839-4831-4EE9-A676-0E5864B566F8}" destId="{435D66C4-A592-4C49-B72B-7102E74F01A8}" srcOrd="0" destOrd="0" presId="urn:microsoft.com/office/officeart/2005/8/layout/hList1"/>
    <dgm:cxn modelId="{37539940-5B1D-6347-92F5-09F572750C11}" type="presOf" srcId="{DACE0F23-205C-4A94-A5A4-A79A06034002}" destId="{53E1A1B6-C1D4-1249-9D92-BDC3754A56A5}" srcOrd="0" destOrd="0" presId="urn:microsoft.com/office/officeart/2005/8/layout/hList1"/>
    <dgm:cxn modelId="{5D9AA46B-EFAB-6443-A841-D5AEA2EAA578}" type="presOf" srcId="{96D66E1E-91EE-4798-B3EA-D7FE51215A1F}" destId="{472DF239-5587-D64C-B746-7AE943A839D4}" srcOrd="0" destOrd="0" presId="urn:microsoft.com/office/officeart/2005/8/layout/hList1"/>
    <dgm:cxn modelId="{34CF4C52-DDF2-4D0D-892A-FB6A051F603A}" srcId="{9554E839-4831-4EE9-A676-0E5864B566F8}" destId="{4C353B0D-CA9C-4ED9-B95A-4ABCA7810A47}" srcOrd="1" destOrd="0" parTransId="{75ECF10E-76E3-48AE-BD2B-0B863B767C8D}" sibTransId="{44F34EF0-B0B7-4045-B30C-7D341E5EE1CB}"/>
    <dgm:cxn modelId="{BE3E2E7F-21ED-C048-8F42-B78B0762D717}" type="presOf" srcId="{4C353B0D-CA9C-4ED9-B95A-4ABCA7810A47}" destId="{472DF239-5587-D64C-B746-7AE943A839D4}" srcOrd="0" destOrd="1" presId="urn:microsoft.com/office/officeart/2005/8/layout/hList1"/>
    <dgm:cxn modelId="{E9070C98-F380-4D96-BB07-04F9D6AE7FF1}" srcId="{7CB95AE3-028F-4873-8483-600DE0F57DE6}" destId="{03C70379-43D3-4211-8880-8F6EB17C025C}" srcOrd="2" destOrd="0" parTransId="{E609FF78-DC22-4D69-94F4-16C0CE4E7A53}" sibTransId="{E030FF91-0F63-4B6B-AEB8-20C2E587DE99}"/>
    <dgm:cxn modelId="{CB1808A3-B3F6-6840-8B51-4A2C7002F1DA}" type="presOf" srcId="{7CB95AE3-028F-4873-8483-600DE0F57DE6}" destId="{35BB73CF-583D-BC49-88B3-1BF157843F83}" srcOrd="0" destOrd="0" presId="urn:microsoft.com/office/officeart/2005/8/layout/hList1"/>
    <dgm:cxn modelId="{011C80AB-8EF9-4F26-BA7D-54B2ECE6F460}" srcId="{8995A6D9-FE23-480A-94AA-4EF9A4E9DE07}" destId="{7CB95AE3-028F-4873-8483-600DE0F57DE6}" srcOrd="1" destOrd="0" parTransId="{7C733E5B-95BD-4506-A785-88BCFCEEE102}" sibTransId="{90CC2E71-7CED-416B-9AFD-D757E9251F89}"/>
    <dgm:cxn modelId="{908467AF-FFA3-40BE-842B-2C48F1ABEAE0}" srcId="{9554E839-4831-4EE9-A676-0E5864B566F8}" destId="{96D66E1E-91EE-4798-B3EA-D7FE51215A1F}" srcOrd="0" destOrd="0" parTransId="{4DCF0B89-0458-4349-AD24-8957AD687C42}" sibTransId="{DF7227A8-E081-4460-9B13-28F1CA57CC4B}"/>
    <dgm:cxn modelId="{E5BF17BA-A442-2F43-8269-FB168886E42D}" type="presOf" srcId="{8995A6D9-FE23-480A-94AA-4EF9A4E9DE07}" destId="{FF032FDF-45E8-714C-881F-71A1F7BEC4F3}" srcOrd="0" destOrd="0" presId="urn:microsoft.com/office/officeart/2005/8/layout/hList1"/>
    <dgm:cxn modelId="{CAFCCAC7-6655-4344-8410-253194C99035}" srcId="{7CB95AE3-028F-4873-8483-600DE0F57DE6}" destId="{DACE0F23-205C-4A94-A5A4-A79A06034002}" srcOrd="0" destOrd="0" parTransId="{622970DB-F71B-45CC-BE2E-91BB62861F7D}" sibTransId="{39633CDC-0B2C-4B4D-AF11-C2F9CEF8FBBA}"/>
    <dgm:cxn modelId="{40A3F4D0-AC02-41D2-A82A-9AF48C8FD4BE}" srcId="{8995A6D9-FE23-480A-94AA-4EF9A4E9DE07}" destId="{9554E839-4831-4EE9-A676-0E5864B566F8}" srcOrd="0" destOrd="0" parTransId="{EFC23332-2F11-4F9D-B8BD-EE2A06BFA299}" sibTransId="{B29F264A-3AC6-40E5-8B8C-A57C65BCB2A1}"/>
    <dgm:cxn modelId="{A32999D2-A2DD-D348-8801-EB444F9F0F7F}" type="presOf" srcId="{03C70379-43D3-4211-8880-8F6EB17C025C}" destId="{53E1A1B6-C1D4-1249-9D92-BDC3754A56A5}" srcOrd="0" destOrd="2" presId="urn:microsoft.com/office/officeart/2005/8/layout/hList1"/>
    <dgm:cxn modelId="{313F08D8-2729-CD45-8CFF-83A63726939A}" type="presOf" srcId="{B2B94B78-DEF2-4E94-A430-E5BAF309E26C}" destId="{53E1A1B6-C1D4-1249-9D92-BDC3754A56A5}" srcOrd="0" destOrd="1" presId="urn:microsoft.com/office/officeart/2005/8/layout/hList1"/>
    <dgm:cxn modelId="{13861BF5-1666-418E-BE9B-F406FFA1BEE1}" srcId="{7CB95AE3-028F-4873-8483-600DE0F57DE6}" destId="{B2B94B78-DEF2-4E94-A430-E5BAF309E26C}" srcOrd="1" destOrd="0" parTransId="{79D89D32-706E-4323-AAD7-32C2FB8ED1EA}" sibTransId="{9E5156E8-8328-47B0-8705-92352B17AFF2}"/>
    <dgm:cxn modelId="{4BABA558-46FA-BC4D-9F77-B4C579C4E558}" type="presParOf" srcId="{FF032FDF-45E8-714C-881F-71A1F7BEC4F3}" destId="{C73E4AD0-49F4-AA45-9C40-9D8F73F03D51}" srcOrd="0" destOrd="0" presId="urn:microsoft.com/office/officeart/2005/8/layout/hList1"/>
    <dgm:cxn modelId="{821ED532-7C62-9C46-AD21-2815C47BC831}" type="presParOf" srcId="{C73E4AD0-49F4-AA45-9C40-9D8F73F03D51}" destId="{435D66C4-A592-4C49-B72B-7102E74F01A8}" srcOrd="0" destOrd="0" presId="urn:microsoft.com/office/officeart/2005/8/layout/hList1"/>
    <dgm:cxn modelId="{43A1BD61-7858-9546-92B2-26B31F8B5E6A}" type="presParOf" srcId="{C73E4AD0-49F4-AA45-9C40-9D8F73F03D51}" destId="{472DF239-5587-D64C-B746-7AE943A839D4}" srcOrd="1" destOrd="0" presId="urn:microsoft.com/office/officeart/2005/8/layout/hList1"/>
    <dgm:cxn modelId="{1FB4477E-786C-0F48-A5FD-3AB73DC5CAB4}" type="presParOf" srcId="{FF032FDF-45E8-714C-881F-71A1F7BEC4F3}" destId="{A82C7F56-5441-7843-AB6B-19D1C3E86A99}" srcOrd="1" destOrd="0" presId="urn:microsoft.com/office/officeart/2005/8/layout/hList1"/>
    <dgm:cxn modelId="{5963BC69-EC2E-A84E-B06B-4F484DBDA3B6}" type="presParOf" srcId="{FF032FDF-45E8-714C-881F-71A1F7BEC4F3}" destId="{8B992F1F-75BA-C348-8FBC-B012BEBE7D20}" srcOrd="2" destOrd="0" presId="urn:microsoft.com/office/officeart/2005/8/layout/hList1"/>
    <dgm:cxn modelId="{0EB31A09-113E-ED44-952B-B4BD66562C82}" type="presParOf" srcId="{8B992F1F-75BA-C348-8FBC-B012BEBE7D20}" destId="{35BB73CF-583D-BC49-88B3-1BF157843F83}" srcOrd="0" destOrd="0" presId="urn:microsoft.com/office/officeart/2005/8/layout/hList1"/>
    <dgm:cxn modelId="{773E1206-54F4-D642-9E80-F4644941391F}" type="presParOf" srcId="{8B992F1F-75BA-C348-8FBC-B012BEBE7D20}" destId="{53E1A1B6-C1D4-1249-9D92-BDC3754A56A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C4B20C9-6DD2-446A-8CBD-0760B0CAF883}"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US"/>
        </a:p>
      </dgm:t>
    </dgm:pt>
    <dgm:pt modelId="{D735C448-6756-414B-A230-282A44FEFE57}">
      <dgm:prSet phldrT="[Text]" custT="1"/>
      <dgm:spPr>
        <a:solidFill>
          <a:schemeClr val="bg1">
            <a:lumMod val="95000"/>
          </a:schemeClr>
        </a:solidFill>
        <a:ln>
          <a:solidFill>
            <a:schemeClr val="bg1">
              <a:lumMod val="85000"/>
            </a:schemeClr>
          </a:solidFill>
        </a:ln>
      </dgm:spPr>
      <dgm:t>
        <a:bodyPr/>
        <a:lstStyle/>
        <a:p>
          <a:r>
            <a:rPr lang="en-US" sz="2000" dirty="0">
              <a:solidFill>
                <a:srgbClr val="20282F"/>
              </a:solidFill>
            </a:rPr>
            <a:t>Unmanaged vs. Managed </a:t>
          </a:r>
        </a:p>
      </dgm:t>
    </dgm:pt>
    <dgm:pt modelId="{A9A0D92D-C2CD-4FA4-A1B9-5330A19DEE70}" type="parTrans" cxnId="{FC168AA3-43F8-4638-A2A3-A94BCA44917D}">
      <dgm:prSet/>
      <dgm:spPr/>
      <dgm:t>
        <a:bodyPr/>
        <a:lstStyle/>
        <a:p>
          <a:endParaRPr lang="en-US"/>
        </a:p>
      </dgm:t>
    </dgm:pt>
    <dgm:pt modelId="{E15EC1C2-E5B7-4211-A682-460974F543AA}" type="sibTrans" cxnId="{FC168AA3-43F8-4638-A2A3-A94BCA44917D}">
      <dgm:prSet/>
      <dgm:spPr/>
      <dgm:t>
        <a:bodyPr/>
        <a:lstStyle/>
        <a:p>
          <a:endParaRPr lang="en-US"/>
        </a:p>
      </dgm:t>
    </dgm:pt>
    <dgm:pt modelId="{604FF9B5-61D6-40CF-91EE-DBDC84AE9DED}">
      <dgm:prSet phldrT="[Text]" custT="1"/>
      <dgm:spPr>
        <a:solidFill>
          <a:schemeClr val="bg1">
            <a:lumMod val="95000"/>
          </a:schemeClr>
        </a:solidFill>
        <a:ln>
          <a:solidFill>
            <a:schemeClr val="bg1">
              <a:lumMod val="85000"/>
            </a:schemeClr>
          </a:solidFill>
        </a:ln>
      </dgm:spPr>
      <dgm:t>
        <a:bodyPr/>
        <a:lstStyle/>
        <a:p>
          <a:r>
            <a:rPr lang="en-US" sz="2000" dirty="0">
              <a:solidFill>
                <a:srgbClr val="20282F"/>
              </a:solidFill>
            </a:rPr>
            <a:t>Modular vs. Fixed</a:t>
          </a:r>
        </a:p>
      </dgm:t>
    </dgm:pt>
    <dgm:pt modelId="{77CBDACF-C7B5-42B6-931F-FB42D2E6A79B}" type="parTrans" cxnId="{9DF3B8AF-C579-4F41-B5AD-43D871AF9202}">
      <dgm:prSet/>
      <dgm:spPr/>
      <dgm:t>
        <a:bodyPr/>
        <a:lstStyle/>
        <a:p>
          <a:endParaRPr lang="en-US"/>
        </a:p>
      </dgm:t>
    </dgm:pt>
    <dgm:pt modelId="{70B2955E-2A6B-4576-AB91-71D88D459731}" type="sibTrans" cxnId="{9DF3B8AF-C579-4F41-B5AD-43D871AF9202}">
      <dgm:prSet/>
      <dgm:spPr/>
      <dgm:t>
        <a:bodyPr/>
        <a:lstStyle/>
        <a:p>
          <a:endParaRPr lang="en-US"/>
        </a:p>
      </dgm:t>
    </dgm:pt>
    <dgm:pt modelId="{1F3B63A6-02F9-4A1E-B3C5-42C17A4EADFD}">
      <dgm:prSet phldrT="[Text]" custT="1"/>
      <dgm:spPr>
        <a:solidFill>
          <a:schemeClr val="bg1">
            <a:lumMod val="95000"/>
          </a:schemeClr>
        </a:solidFill>
        <a:ln>
          <a:solidFill>
            <a:schemeClr val="bg1">
              <a:lumMod val="85000"/>
            </a:schemeClr>
          </a:solidFill>
        </a:ln>
      </dgm:spPr>
      <dgm:t>
        <a:bodyPr/>
        <a:lstStyle/>
        <a:p>
          <a:r>
            <a:rPr lang="en-US" sz="2000" dirty="0">
              <a:solidFill>
                <a:srgbClr val="20282F"/>
              </a:solidFill>
            </a:rPr>
            <a:t>Desktop vs. Rack</a:t>
          </a:r>
        </a:p>
      </dgm:t>
    </dgm:pt>
    <dgm:pt modelId="{39B94A97-A15D-4761-AB78-D7AF2D7C45AC}" type="parTrans" cxnId="{353CB71F-9050-4010-8BAB-B1689B7B7FF7}">
      <dgm:prSet/>
      <dgm:spPr/>
      <dgm:t>
        <a:bodyPr/>
        <a:lstStyle/>
        <a:p>
          <a:endParaRPr lang="en-US"/>
        </a:p>
      </dgm:t>
    </dgm:pt>
    <dgm:pt modelId="{816D7A02-DE93-455F-9357-A81C83955FA3}" type="sibTrans" cxnId="{353CB71F-9050-4010-8BAB-B1689B7B7FF7}">
      <dgm:prSet/>
      <dgm:spPr/>
      <dgm:t>
        <a:bodyPr/>
        <a:lstStyle/>
        <a:p>
          <a:endParaRPr lang="en-US"/>
        </a:p>
      </dgm:t>
    </dgm:pt>
    <dgm:pt modelId="{F3F961EA-5B30-46A1-B3FD-93C67BE0FAC7}">
      <dgm:prSet phldrT="[Text]"/>
      <dgm:spPr>
        <a:solidFill>
          <a:srgbClr val="004F71"/>
        </a:solidFill>
      </dgm:spPr>
      <dgm:t>
        <a:bodyPr/>
        <a:lstStyle/>
        <a:p>
          <a:r>
            <a:rPr lang="en-US" dirty="0"/>
            <a:t>Managed switches can be configured </a:t>
          </a:r>
        </a:p>
      </dgm:t>
    </dgm:pt>
    <dgm:pt modelId="{16FB8C9B-6CDA-4E0C-8D98-FE4D0A156F3E}" type="parTrans" cxnId="{788AEA27-592F-4C5D-933F-434A22FC5364}">
      <dgm:prSet/>
      <dgm:spPr/>
      <dgm:t>
        <a:bodyPr/>
        <a:lstStyle/>
        <a:p>
          <a:endParaRPr lang="en-US"/>
        </a:p>
      </dgm:t>
    </dgm:pt>
    <dgm:pt modelId="{ED76ADC8-BE71-4CE6-B65C-001C5F0783A4}" type="sibTrans" cxnId="{788AEA27-592F-4C5D-933F-434A22FC5364}">
      <dgm:prSet/>
      <dgm:spPr/>
      <dgm:t>
        <a:bodyPr/>
        <a:lstStyle/>
        <a:p>
          <a:endParaRPr lang="en-US"/>
        </a:p>
      </dgm:t>
    </dgm:pt>
    <dgm:pt modelId="{46AFE5AA-AA6B-4F19-9B88-0D5131388582}">
      <dgm:prSet phldrT="[Text]"/>
      <dgm:spPr>
        <a:solidFill>
          <a:srgbClr val="004F71"/>
        </a:solidFill>
      </dgm:spPr>
      <dgm:t>
        <a:bodyPr/>
        <a:lstStyle/>
        <a:p>
          <a:r>
            <a:rPr lang="en-US" dirty="0"/>
            <a:t>Unmanaged switches have no configuration options</a:t>
          </a:r>
        </a:p>
      </dgm:t>
    </dgm:pt>
    <dgm:pt modelId="{05CE8D49-20B1-45EA-B07D-E96BDA44DB69}" type="parTrans" cxnId="{6CA96D44-F19F-4EB3-9AFF-20E68F792A74}">
      <dgm:prSet/>
      <dgm:spPr/>
      <dgm:t>
        <a:bodyPr/>
        <a:lstStyle/>
        <a:p>
          <a:endParaRPr lang="en-US"/>
        </a:p>
      </dgm:t>
    </dgm:pt>
    <dgm:pt modelId="{B14DC7C2-EC44-48CB-AC40-3D69CDD9E912}" type="sibTrans" cxnId="{6CA96D44-F19F-4EB3-9AFF-20E68F792A74}">
      <dgm:prSet/>
      <dgm:spPr/>
      <dgm:t>
        <a:bodyPr/>
        <a:lstStyle/>
        <a:p>
          <a:endParaRPr lang="en-US"/>
        </a:p>
      </dgm:t>
    </dgm:pt>
    <dgm:pt modelId="{FE5A089A-C3EB-46A7-97DD-DE9BBC60D0B1}">
      <dgm:prSet phldrT="[Text]"/>
      <dgm:spPr>
        <a:solidFill>
          <a:srgbClr val="004F71"/>
        </a:solidFill>
      </dgm:spPr>
      <dgm:t>
        <a:bodyPr/>
        <a:lstStyle/>
        <a:p>
          <a:r>
            <a:rPr lang="en-US" dirty="0"/>
            <a:t>Modular can be configured with different numbers and types of ports  </a:t>
          </a:r>
        </a:p>
      </dgm:t>
    </dgm:pt>
    <dgm:pt modelId="{94164CC9-4A6E-4336-95DF-BBF2453AE4CC}" type="parTrans" cxnId="{298BCEC1-3C27-46AD-BA9C-6BE978F6DA7D}">
      <dgm:prSet/>
      <dgm:spPr/>
      <dgm:t>
        <a:bodyPr/>
        <a:lstStyle/>
        <a:p>
          <a:endParaRPr lang="en-US"/>
        </a:p>
      </dgm:t>
    </dgm:pt>
    <dgm:pt modelId="{1D839BA4-D973-46A8-8B3F-4F3D91AC8B27}" type="sibTrans" cxnId="{298BCEC1-3C27-46AD-BA9C-6BE978F6DA7D}">
      <dgm:prSet/>
      <dgm:spPr/>
      <dgm:t>
        <a:bodyPr/>
        <a:lstStyle/>
        <a:p>
          <a:endParaRPr lang="en-US"/>
        </a:p>
      </dgm:t>
    </dgm:pt>
    <dgm:pt modelId="{7CC0BBD2-5D49-4EF7-B4AE-385640EEC0CE}">
      <dgm:prSet phldrT="[Text]"/>
      <dgm:spPr>
        <a:solidFill>
          <a:srgbClr val="004F71"/>
        </a:solidFill>
      </dgm:spPr>
      <dgm:t>
        <a:bodyPr/>
        <a:lstStyle/>
        <a:p>
          <a:r>
            <a:rPr lang="en-US" dirty="0"/>
            <a:t>Fixed come with a set number of ports</a:t>
          </a:r>
        </a:p>
      </dgm:t>
    </dgm:pt>
    <dgm:pt modelId="{BFF3A2F2-69D0-459D-8C12-C0F8CF118D0B}" type="parTrans" cxnId="{DF747114-3DBC-45E5-926C-BD56577A26AB}">
      <dgm:prSet/>
      <dgm:spPr/>
      <dgm:t>
        <a:bodyPr/>
        <a:lstStyle/>
        <a:p>
          <a:endParaRPr lang="en-US"/>
        </a:p>
      </dgm:t>
    </dgm:pt>
    <dgm:pt modelId="{4C631CFF-B0EE-46D4-8A5A-19B8B480A2B3}" type="sibTrans" cxnId="{DF747114-3DBC-45E5-926C-BD56577A26AB}">
      <dgm:prSet/>
      <dgm:spPr/>
      <dgm:t>
        <a:bodyPr/>
        <a:lstStyle/>
        <a:p>
          <a:endParaRPr lang="en-US"/>
        </a:p>
      </dgm:t>
    </dgm:pt>
    <dgm:pt modelId="{B62A635F-C900-47D2-AC12-9AF173741A94}">
      <dgm:prSet phldrT="[Text]"/>
      <dgm:spPr>
        <a:solidFill>
          <a:srgbClr val="004F71"/>
        </a:solidFill>
      </dgm:spPr>
      <dgm:t>
        <a:bodyPr/>
        <a:lstStyle/>
        <a:p>
          <a:r>
            <a:rPr lang="en-US" dirty="0"/>
            <a:t>Desktop switches are free standing </a:t>
          </a:r>
        </a:p>
      </dgm:t>
    </dgm:pt>
    <dgm:pt modelId="{762AD286-0987-4373-93DA-5A9F66731789}" type="parTrans" cxnId="{82FD6CF1-A699-4A43-B1DE-9A2237BC9A5F}">
      <dgm:prSet/>
      <dgm:spPr/>
      <dgm:t>
        <a:bodyPr/>
        <a:lstStyle/>
        <a:p>
          <a:endParaRPr lang="en-US"/>
        </a:p>
      </dgm:t>
    </dgm:pt>
    <dgm:pt modelId="{CBEC1858-B6AC-4733-B7FF-8574D9E62E45}" type="sibTrans" cxnId="{82FD6CF1-A699-4A43-B1DE-9A2237BC9A5F}">
      <dgm:prSet/>
      <dgm:spPr/>
      <dgm:t>
        <a:bodyPr/>
        <a:lstStyle/>
        <a:p>
          <a:endParaRPr lang="en-US"/>
        </a:p>
      </dgm:t>
    </dgm:pt>
    <dgm:pt modelId="{E8AD0681-37DA-4915-B73D-92AF2B41A8EB}">
      <dgm:prSet phldrT="[Text]"/>
      <dgm:spPr>
        <a:solidFill>
          <a:srgbClr val="004F71"/>
        </a:solidFill>
      </dgm:spPr>
      <dgm:t>
        <a:bodyPr/>
        <a:lstStyle/>
        <a:p>
          <a:r>
            <a:rPr lang="en-US" dirty="0"/>
            <a:t>Rack-mounted switches are designed fit into networking racks</a:t>
          </a:r>
        </a:p>
      </dgm:t>
    </dgm:pt>
    <dgm:pt modelId="{F22A560B-01F7-464A-AC85-EF0A4223A952}" type="parTrans" cxnId="{F4984EF4-9892-48C2-A1FA-7DF0289D1FBA}">
      <dgm:prSet/>
      <dgm:spPr/>
      <dgm:t>
        <a:bodyPr/>
        <a:lstStyle/>
        <a:p>
          <a:endParaRPr lang="en-US"/>
        </a:p>
      </dgm:t>
    </dgm:pt>
    <dgm:pt modelId="{D337E678-2CFB-4300-9F7E-AECC70A82443}" type="sibTrans" cxnId="{F4984EF4-9892-48C2-A1FA-7DF0289D1FBA}">
      <dgm:prSet/>
      <dgm:spPr/>
      <dgm:t>
        <a:bodyPr/>
        <a:lstStyle/>
        <a:p>
          <a:endParaRPr lang="en-US"/>
        </a:p>
      </dgm:t>
    </dgm:pt>
    <dgm:pt modelId="{1109B120-17D8-4E20-99DE-ADF3178EC7F3}">
      <dgm:prSet phldrT="[Text]" custT="1"/>
      <dgm:spPr>
        <a:solidFill>
          <a:schemeClr val="bg1">
            <a:lumMod val="95000"/>
          </a:schemeClr>
        </a:solidFill>
        <a:ln>
          <a:solidFill>
            <a:schemeClr val="bg1">
              <a:lumMod val="85000"/>
            </a:schemeClr>
          </a:solidFill>
        </a:ln>
      </dgm:spPr>
      <dgm:t>
        <a:bodyPr/>
        <a:lstStyle/>
        <a:p>
          <a:r>
            <a:rPr lang="en-US" sz="2000" dirty="0">
              <a:solidFill>
                <a:srgbClr val="20282F"/>
              </a:solidFill>
            </a:rPr>
            <a:t>Stackable</a:t>
          </a:r>
        </a:p>
      </dgm:t>
    </dgm:pt>
    <dgm:pt modelId="{1EEDA4F0-5998-4D9B-9823-894D5C9F534E}" type="parTrans" cxnId="{B7494CC0-9520-44AC-93B3-82E05642AF22}">
      <dgm:prSet/>
      <dgm:spPr/>
      <dgm:t>
        <a:bodyPr/>
        <a:lstStyle/>
        <a:p>
          <a:endParaRPr lang="en-US"/>
        </a:p>
      </dgm:t>
    </dgm:pt>
    <dgm:pt modelId="{2AF4228E-7FA6-4882-9AFD-82E4FF120BFA}" type="sibTrans" cxnId="{B7494CC0-9520-44AC-93B3-82E05642AF22}">
      <dgm:prSet/>
      <dgm:spPr/>
      <dgm:t>
        <a:bodyPr/>
        <a:lstStyle/>
        <a:p>
          <a:endParaRPr lang="en-US"/>
        </a:p>
      </dgm:t>
    </dgm:pt>
    <dgm:pt modelId="{14F9CB7C-1BBE-41B7-86BD-33A45E43F047}">
      <dgm:prSet phldrT="[Text]"/>
      <dgm:spPr>
        <a:solidFill>
          <a:srgbClr val="004F71"/>
        </a:solidFill>
      </dgm:spPr>
      <dgm:t>
        <a:bodyPr/>
        <a:lstStyle/>
        <a:p>
          <a:r>
            <a:rPr lang="en-US" dirty="0"/>
            <a:t>Can be connected together</a:t>
          </a:r>
        </a:p>
      </dgm:t>
    </dgm:pt>
    <dgm:pt modelId="{E7CBCA19-0E92-41CD-8990-7B717CE88AD5}" type="parTrans" cxnId="{01178E51-D20F-4B5E-BF34-59D615891354}">
      <dgm:prSet/>
      <dgm:spPr/>
      <dgm:t>
        <a:bodyPr/>
        <a:lstStyle/>
        <a:p>
          <a:endParaRPr lang="en-US"/>
        </a:p>
      </dgm:t>
    </dgm:pt>
    <dgm:pt modelId="{B5021F23-BDBD-4CBB-A6EC-A318338DF6AF}" type="sibTrans" cxnId="{01178E51-D20F-4B5E-BF34-59D615891354}">
      <dgm:prSet/>
      <dgm:spPr/>
      <dgm:t>
        <a:bodyPr/>
        <a:lstStyle/>
        <a:p>
          <a:endParaRPr lang="en-US"/>
        </a:p>
      </dgm:t>
    </dgm:pt>
    <dgm:pt modelId="{B8D5D1BC-933D-409C-8E5D-ED1EA2886390}">
      <dgm:prSet phldrT="[Text]"/>
      <dgm:spPr>
        <a:solidFill>
          <a:srgbClr val="004F71"/>
        </a:solidFill>
      </dgm:spPr>
      <dgm:t>
        <a:bodyPr/>
        <a:lstStyle/>
        <a:p>
          <a:r>
            <a:rPr lang="en-US" dirty="0"/>
            <a:t>Can be managed as a single unit </a:t>
          </a:r>
        </a:p>
      </dgm:t>
    </dgm:pt>
    <dgm:pt modelId="{84E42A6E-44A8-4663-B3B9-FD1BD3A426B2}" type="parTrans" cxnId="{98EF34CC-0441-4E97-9E9D-46D50F4CF556}">
      <dgm:prSet/>
      <dgm:spPr/>
      <dgm:t>
        <a:bodyPr/>
        <a:lstStyle/>
        <a:p>
          <a:endParaRPr lang="en-US"/>
        </a:p>
      </dgm:t>
    </dgm:pt>
    <dgm:pt modelId="{4EAB1E58-9989-4A69-9C2F-95CB866A4A30}" type="sibTrans" cxnId="{98EF34CC-0441-4E97-9E9D-46D50F4CF556}">
      <dgm:prSet/>
      <dgm:spPr/>
      <dgm:t>
        <a:bodyPr/>
        <a:lstStyle/>
        <a:p>
          <a:endParaRPr lang="en-US"/>
        </a:p>
      </dgm:t>
    </dgm:pt>
    <dgm:pt modelId="{5023CE51-5803-4392-B152-A1FFEE233676}" type="pres">
      <dgm:prSet presAssocID="{AC4B20C9-6DD2-446A-8CBD-0760B0CAF883}" presName="theList" presStyleCnt="0">
        <dgm:presLayoutVars>
          <dgm:dir/>
          <dgm:animLvl val="lvl"/>
          <dgm:resizeHandles val="exact"/>
        </dgm:presLayoutVars>
      </dgm:prSet>
      <dgm:spPr/>
    </dgm:pt>
    <dgm:pt modelId="{9EEEAFB1-4F68-490D-84FD-4A6AD1799E71}" type="pres">
      <dgm:prSet presAssocID="{D735C448-6756-414B-A230-282A44FEFE57}" presName="compNode" presStyleCnt="0"/>
      <dgm:spPr/>
    </dgm:pt>
    <dgm:pt modelId="{D1BF65B1-5DDF-4B79-93D7-B3308723A11E}" type="pres">
      <dgm:prSet presAssocID="{D735C448-6756-414B-A230-282A44FEFE57}" presName="aNode" presStyleLbl="bgShp" presStyleIdx="0" presStyleCnt="4"/>
      <dgm:spPr/>
    </dgm:pt>
    <dgm:pt modelId="{E84BB005-346B-4336-BE4A-AC3944944DAD}" type="pres">
      <dgm:prSet presAssocID="{D735C448-6756-414B-A230-282A44FEFE57}" presName="textNode" presStyleLbl="bgShp" presStyleIdx="0" presStyleCnt="4"/>
      <dgm:spPr/>
    </dgm:pt>
    <dgm:pt modelId="{6880074D-C31C-4C79-9E96-AD13A8D69556}" type="pres">
      <dgm:prSet presAssocID="{D735C448-6756-414B-A230-282A44FEFE57}" presName="compChildNode" presStyleCnt="0"/>
      <dgm:spPr/>
    </dgm:pt>
    <dgm:pt modelId="{05358212-70B2-425B-861B-5A7FE13C9C42}" type="pres">
      <dgm:prSet presAssocID="{D735C448-6756-414B-A230-282A44FEFE57}" presName="theInnerList" presStyleCnt="0"/>
      <dgm:spPr/>
    </dgm:pt>
    <dgm:pt modelId="{17449C13-BFB2-4620-B9BD-212F61DEBE91}" type="pres">
      <dgm:prSet presAssocID="{F3F961EA-5B30-46A1-B3FD-93C67BE0FAC7}" presName="childNode" presStyleLbl="node1" presStyleIdx="0" presStyleCnt="8">
        <dgm:presLayoutVars>
          <dgm:bulletEnabled val="1"/>
        </dgm:presLayoutVars>
      </dgm:prSet>
      <dgm:spPr/>
    </dgm:pt>
    <dgm:pt modelId="{366594CE-60FD-4209-A055-C0FA195868F4}" type="pres">
      <dgm:prSet presAssocID="{F3F961EA-5B30-46A1-B3FD-93C67BE0FAC7}" presName="aSpace2" presStyleCnt="0"/>
      <dgm:spPr/>
    </dgm:pt>
    <dgm:pt modelId="{08BEAB5D-EBFD-4E60-8A69-EF8F3E6B0DA9}" type="pres">
      <dgm:prSet presAssocID="{46AFE5AA-AA6B-4F19-9B88-0D5131388582}" presName="childNode" presStyleLbl="node1" presStyleIdx="1" presStyleCnt="8">
        <dgm:presLayoutVars>
          <dgm:bulletEnabled val="1"/>
        </dgm:presLayoutVars>
      </dgm:prSet>
      <dgm:spPr/>
    </dgm:pt>
    <dgm:pt modelId="{74EB5ED9-F1E3-47DE-869C-4ED321A0C0F9}" type="pres">
      <dgm:prSet presAssocID="{D735C448-6756-414B-A230-282A44FEFE57}" presName="aSpace" presStyleCnt="0"/>
      <dgm:spPr/>
    </dgm:pt>
    <dgm:pt modelId="{AEA7C0B1-87D5-4E6D-8F7B-EA96D495CFFE}" type="pres">
      <dgm:prSet presAssocID="{604FF9B5-61D6-40CF-91EE-DBDC84AE9DED}" presName="compNode" presStyleCnt="0"/>
      <dgm:spPr/>
    </dgm:pt>
    <dgm:pt modelId="{53B84A85-A124-4E18-8D54-F0508E87D9DC}" type="pres">
      <dgm:prSet presAssocID="{604FF9B5-61D6-40CF-91EE-DBDC84AE9DED}" presName="aNode" presStyleLbl="bgShp" presStyleIdx="1" presStyleCnt="4" custLinFactNeighborY="-241"/>
      <dgm:spPr/>
    </dgm:pt>
    <dgm:pt modelId="{2B9874DC-4A62-479D-804F-0450D997130E}" type="pres">
      <dgm:prSet presAssocID="{604FF9B5-61D6-40CF-91EE-DBDC84AE9DED}" presName="textNode" presStyleLbl="bgShp" presStyleIdx="1" presStyleCnt="4"/>
      <dgm:spPr/>
    </dgm:pt>
    <dgm:pt modelId="{72CA486B-094A-4646-8049-11432D12FC98}" type="pres">
      <dgm:prSet presAssocID="{604FF9B5-61D6-40CF-91EE-DBDC84AE9DED}" presName="compChildNode" presStyleCnt="0"/>
      <dgm:spPr/>
    </dgm:pt>
    <dgm:pt modelId="{4B3E836C-4EF9-4ABE-954B-76A14EAAC86F}" type="pres">
      <dgm:prSet presAssocID="{604FF9B5-61D6-40CF-91EE-DBDC84AE9DED}" presName="theInnerList" presStyleCnt="0"/>
      <dgm:spPr/>
    </dgm:pt>
    <dgm:pt modelId="{476A6AF1-FBE8-41A7-B5EA-C9EF629573F7}" type="pres">
      <dgm:prSet presAssocID="{FE5A089A-C3EB-46A7-97DD-DE9BBC60D0B1}" presName="childNode" presStyleLbl="node1" presStyleIdx="2" presStyleCnt="8">
        <dgm:presLayoutVars>
          <dgm:bulletEnabled val="1"/>
        </dgm:presLayoutVars>
      </dgm:prSet>
      <dgm:spPr/>
    </dgm:pt>
    <dgm:pt modelId="{C19640AE-8852-4FC3-A8D6-A770BB31B212}" type="pres">
      <dgm:prSet presAssocID="{FE5A089A-C3EB-46A7-97DD-DE9BBC60D0B1}" presName="aSpace2" presStyleCnt="0"/>
      <dgm:spPr/>
    </dgm:pt>
    <dgm:pt modelId="{BA135082-D12E-40EA-A23D-BE18A8D49DF7}" type="pres">
      <dgm:prSet presAssocID="{7CC0BBD2-5D49-4EF7-B4AE-385640EEC0CE}" presName="childNode" presStyleLbl="node1" presStyleIdx="3" presStyleCnt="8">
        <dgm:presLayoutVars>
          <dgm:bulletEnabled val="1"/>
        </dgm:presLayoutVars>
      </dgm:prSet>
      <dgm:spPr/>
    </dgm:pt>
    <dgm:pt modelId="{575FF45A-469D-44DA-B07E-0BB626400DCE}" type="pres">
      <dgm:prSet presAssocID="{604FF9B5-61D6-40CF-91EE-DBDC84AE9DED}" presName="aSpace" presStyleCnt="0"/>
      <dgm:spPr/>
    </dgm:pt>
    <dgm:pt modelId="{603BF12A-DB30-4027-9683-A42898C53126}" type="pres">
      <dgm:prSet presAssocID="{1F3B63A6-02F9-4A1E-B3C5-42C17A4EADFD}" presName="compNode" presStyleCnt="0"/>
      <dgm:spPr/>
    </dgm:pt>
    <dgm:pt modelId="{11C16B0A-7CFF-42A7-9F2F-5A9C8297F6A1}" type="pres">
      <dgm:prSet presAssocID="{1F3B63A6-02F9-4A1E-B3C5-42C17A4EADFD}" presName="aNode" presStyleLbl="bgShp" presStyleIdx="2" presStyleCnt="4"/>
      <dgm:spPr/>
    </dgm:pt>
    <dgm:pt modelId="{9EE54D94-2EFD-41B6-879F-ED03208F98B8}" type="pres">
      <dgm:prSet presAssocID="{1F3B63A6-02F9-4A1E-B3C5-42C17A4EADFD}" presName="textNode" presStyleLbl="bgShp" presStyleIdx="2" presStyleCnt="4"/>
      <dgm:spPr/>
    </dgm:pt>
    <dgm:pt modelId="{4C1F93D8-687A-4E17-8DBF-9EEDB2205944}" type="pres">
      <dgm:prSet presAssocID="{1F3B63A6-02F9-4A1E-B3C5-42C17A4EADFD}" presName="compChildNode" presStyleCnt="0"/>
      <dgm:spPr/>
    </dgm:pt>
    <dgm:pt modelId="{249D3118-6074-496B-817F-B3EC97260238}" type="pres">
      <dgm:prSet presAssocID="{1F3B63A6-02F9-4A1E-B3C5-42C17A4EADFD}" presName="theInnerList" presStyleCnt="0"/>
      <dgm:spPr/>
    </dgm:pt>
    <dgm:pt modelId="{54FE9A4B-D5A5-4F44-B7BE-D4E52F0EFC5D}" type="pres">
      <dgm:prSet presAssocID="{B62A635F-C900-47D2-AC12-9AF173741A94}" presName="childNode" presStyleLbl="node1" presStyleIdx="4" presStyleCnt="8">
        <dgm:presLayoutVars>
          <dgm:bulletEnabled val="1"/>
        </dgm:presLayoutVars>
      </dgm:prSet>
      <dgm:spPr/>
    </dgm:pt>
    <dgm:pt modelId="{190A1484-4E66-44C2-99E0-5EDB8F47328E}" type="pres">
      <dgm:prSet presAssocID="{B62A635F-C900-47D2-AC12-9AF173741A94}" presName="aSpace2" presStyleCnt="0"/>
      <dgm:spPr/>
    </dgm:pt>
    <dgm:pt modelId="{FF36F4E3-753C-49F4-B6D3-414F1277B87D}" type="pres">
      <dgm:prSet presAssocID="{E8AD0681-37DA-4915-B73D-92AF2B41A8EB}" presName="childNode" presStyleLbl="node1" presStyleIdx="5" presStyleCnt="8">
        <dgm:presLayoutVars>
          <dgm:bulletEnabled val="1"/>
        </dgm:presLayoutVars>
      </dgm:prSet>
      <dgm:spPr/>
    </dgm:pt>
    <dgm:pt modelId="{E576CA5C-C40A-49B4-BA3A-A75DF44A7E2D}" type="pres">
      <dgm:prSet presAssocID="{1F3B63A6-02F9-4A1E-B3C5-42C17A4EADFD}" presName="aSpace" presStyleCnt="0"/>
      <dgm:spPr/>
    </dgm:pt>
    <dgm:pt modelId="{7AA8A38E-3CFA-4E3C-8CB1-1C589823219A}" type="pres">
      <dgm:prSet presAssocID="{1109B120-17D8-4E20-99DE-ADF3178EC7F3}" presName="compNode" presStyleCnt="0"/>
      <dgm:spPr/>
    </dgm:pt>
    <dgm:pt modelId="{43443608-E2B5-411A-A455-85784225D3A2}" type="pres">
      <dgm:prSet presAssocID="{1109B120-17D8-4E20-99DE-ADF3178EC7F3}" presName="aNode" presStyleLbl="bgShp" presStyleIdx="3" presStyleCnt="4"/>
      <dgm:spPr/>
    </dgm:pt>
    <dgm:pt modelId="{177E85CF-1739-41F6-B935-111D81C63958}" type="pres">
      <dgm:prSet presAssocID="{1109B120-17D8-4E20-99DE-ADF3178EC7F3}" presName="textNode" presStyleLbl="bgShp" presStyleIdx="3" presStyleCnt="4"/>
      <dgm:spPr/>
    </dgm:pt>
    <dgm:pt modelId="{710EC19F-9CBD-42F1-BE04-B65F30F0D082}" type="pres">
      <dgm:prSet presAssocID="{1109B120-17D8-4E20-99DE-ADF3178EC7F3}" presName="compChildNode" presStyleCnt="0"/>
      <dgm:spPr/>
    </dgm:pt>
    <dgm:pt modelId="{A5677CAE-FA47-4357-BE57-FC31D8C72B60}" type="pres">
      <dgm:prSet presAssocID="{1109B120-17D8-4E20-99DE-ADF3178EC7F3}" presName="theInnerList" presStyleCnt="0"/>
      <dgm:spPr/>
    </dgm:pt>
    <dgm:pt modelId="{A9485FD9-EE65-4DC7-A603-AA354C83C662}" type="pres">
      <dgm:prSet presAssocID="{14F9CB7C-1BBE-41B7-86BD-33A45E43F047}" presName="childNode" presStyleLbl="node1" presStyleIdx="6" presStyleCnt="8">
        <dgm:presLayoutVars>
          <dgm:bulletEnabled val="1"/>
        </dgm:presLayoutVars>
      </dgm:prSet>
      <dgm:spPr/>
    </dgm:pt>
    <dgm:pt modelId="{88AF4C78-2674-4CC7-B7B6-9CFE5E31094C}" type="pres">
      <dgm:prSet presAssocID="{14F9CB7C-1BBE-41B7-86BD-33A45E43F047}" presName="aSpace2" presStyleCnt="0"/>
      <dgm:spPr/>
    </dgm:pt>
    <dgm:pt modelId="{E0A548CE-614D-49A2-937A-BAD621E00F0D}" type="pres">
      <dgm:prSet presAssocID="{B8D5D1BC-933D-409C-8E5D-ED1EA2886390}" presName="childNode" presStyleLbl="node1" presStyleIdx="7" presStyleCnt="8">
        <dgm:presLayoutVars>
          <dgm:bulletEnabled val="1"/>
        </dgm:presLayoutVars>
      </dgm:prSet>
      <dgm:spPr/>
    </dgm:pt>
  </dgm:ptLst>
  <dgm:cxnLst>
    <dgm:cxn modelId="{08DEEB04-859E-49E5-B2E9-74F4B86C27A4}" type="presOf" srcId="{46AFE5AA-AA6B-4F19-9B88-0D5131388582}" destId="{08BEAB5D-EBFD-4E60-8A69-EF8F3E6B0DA9}" srcOrd="0" destOrd="0" presId="urn:microsoft.com/office/officeart/2005/8/layout/lProcess2"/>
    <dgm:cxn modelId="{2EA7870E-E853-4909-976A-9026C7CFC984}" type="presOf" srcId="{604FF9B5-61D6-40CF-91EE-DBDC84AE9DED}" destId="{53B84A85-A124-4E18-8D54-F0508E87D9DC}" srcOrd="0" destOrd="0" presId="urn:microsoft.com/office/officeart/2005/8/layout/lProcess2"/>
    <dgm:cxn modelId="{DF747114-3DBC-45E5-926C-BD56577A26AB}" srcId="{604FF9B5-61D6-40CF-91EE-DBDC84AE9DED}" destId="{7CC0BBD2-5D49-4EF7-B4AE-385640EEC0CE}" srcOrd="1" destOrd="0" parTransId="{BFF3A2F2-69D0-459D-8C12-C0F8CF118D0B}" sibTransId="{4C631CFF-B0EE-46D4-8A5A-19B8B480A2B3}"/>
    <dgm:cxn modelId="{353CB71F-9050-4010-8BAB-B1689B7B7FF7}" srcId="{AC4B20C9-6DD2-446A-8CBD-0760B0CAF883}" destId="{1F3B63A6-02F9-4A1E-B3C5-42C17A4EADFD}" srcOrd="2" destOrd="0" parTransId="{39B94A97-A15D-4761-AB78-D7AF2D7C45AC}" sibTransId="{816D7A02-DE93-455F-9357-A81C83955FA3}"/>
    <dgm:cxn modelId="{A05C4F22-AE3F-4621-9B6B-CFE9BED31603}" type="presOf" srcId="{B62A635F-C900-47D2-AC12-9AF173741A94}" destId="{54FE9A4B-D5A5-4F44-B7BE-D4E52F0EFC5D}" srcOrd="0" destOrd="0" presId="urn:microsoft.com/office/officeart/2005/8/layout/lProcess2"/>
    <dgm:cxn modelId="{788AEA27-592F-4C5D-933F-434A22FC5364}" srcId="{D735C448-6756-414B-A230-282A44FEFE57}" destId="{F3F961EA-5B30-46A1-B3FD-93C67BE0FAC7}" srcOrd="0" destOrd="0" parTransId="{16FB8C9B-6CDA-4E0C-8D98-FE4D0A156F3E}" sibTransId="{ED76ADC8-BE71-4CE6-B65C-001C5F0783A4}"/>
    <dgm:cxn modelId="{06B83E2C-7EE3-48CD-B752-3185BEDCF955}" type="presOf" srcId="{AC4B20C9-6DD2-446A-8CBD-0760B0CAF883}" destId="{5023CE51-5803-4392-B152-A1FFEE233676}" srcOrd="0" destOrd="0" presId="urn:microsoft.com/office/officeart/2005/8/layout/lProcess2"/>
    <dgm:cxn modelId="{88548B2E-8CEB-42C0-85C3-420C373E445B}" type="presOf" srcId="{7CC0BBD2-5D49-4EF7-B4AE-385640EEC0CE}" destId="{BA135082-D12E-40EA-A23D-BE18A8D49DF7}" srcOrd="0" destOrd="0" presId="urn:microsoft.com/office/officeart/2005/8/layout/lProcess2"/>
    <dgm:cxn modelId="{19F45C3D-C7C9-40EA-9AEC-DE963EFC7FA9}" type="presOf" srcId="{1109B120-17D8-4E20-99DE-ADF3178EC7F3}" destId="{43443608-E2B5-411A-A455-85784225D3A2}" srcOrd="0" destOrd="0" presId="urn:microsoft.com/office/officeart/2005/8/layout/lProcess2"/>
    <dgm:cxn modelId="{7AE0E53D-62EA-4635-B405-3A99030D7B91}" type="presOf" srcId="{14F9CB7C-1BBE-41B7-86BD-33A45E43F047}" destId="{A9485FD9-EE65-4DC7-A603-AA354C83C662}" srcOrd="0" destOrd="0" presId="urn:microsoft.com/office/officeart/2005/8/layout/lProcess2"/>
    <dgm:cxn modelId="{6CA96D44-F19F-4EB3-9AFF-20E68F792A74}" srcId="{D735C448-6756-414B-A230-282A44FEFE57}" destId="{46AFE5AA-AA6B-4F19-9B88-0D5131388582}" srcOrd="1" destOrd="0" parTransId="{05CE8D49-20B1-45EA-B07D-E96BDA44DB69}" sibTransId="{B14DC7C2-EC44-48CB-AC40-3D69CDD9E912}"/>
    <dgm:cxn modelId="{73DAF170-E160-48E0-A33E-91DDAC84757C}" type="presOf" srcId="{B8D5D1BC-933D-409C-8E5D-ED1EA2886390}" destId="{E0A548CE-614D-49A2-937A-BAD621E00F0D}" srcOrd="0" destOrd="0" presId="urn:microsoft.com/office/officeart/2005/8/layout/lProcess2"/>
    <dgm:cxn modelId="{01178E51-D20F-4B5E-BF34-59D615891354}" srcId="{1109B120-17D8-4E20-99DE-ADF3178EC7F3}" destId="{14F9CB7C-1BBE-41B7-86BD-33A45E43F047}" srcOrd="0" destOrd="0" parTransId="{E7CBCA19-0E92-41CD-8990-7B717CE88AD5}" sibTransId="{B5021F23-BDBD-4CBB-A6EC-A318338DF6AF}"/>
    <dgm:cxn modelId="{76BBF574-8D57-418C-805A-BE27E6BF5DD1}" type="presOf" srcId="{1109B120-17D8-4E20-99DE-ADF3178EC7F3}" destId="{177E85CF-1739-41F6-B935-111D81C63958}" srcOrd="1" destOrd="0" presId="urn:microsoft.com/office/officeart/2005/8/layout/lProcess2"/>
    <dgm:cxn modelId="{D58E2080-42BF-48B1-B855-5E94A2FC349F}" type="presOf" srcId="{F3F961EA-5B30-46A1-B3FD-93C67BE0FAC7}" destId="{17449C13-BFB2-4620-B9BD-212F61DEBE91}" srcOrd="0" destOrd="0" presId="urn:microsoft.com/office/officeart/2005/8/layout/lProcess2"/>
    <dgm:cxn modelId="{FC168AA3-43F8-4638-A2A3-A94BCA44917D}" srcId="{AC4B20C9-6DD2-446A-8CBD-0760B0CAF883}" destId="{D735C448-6756-414B-A230-282A44FEFE57}" srcOrd="0" destOrd="0" parTransId="{A9A0D92D-C2CD-4FA4-A1B9-5330A19DEE70}" sibTransId="{E15EC1C2-E5B7-4211-A682-460974F543AA}"/>
    <dgm:cxn modelId="{9DF3B8AF-C579-4F41-B5AD-43D871AF9202}" srcId="{AC4B20C9-6DD2-446A-8CBD-0760B0CAF883}" destId="{604FF9B5-61D6-40CF-91EE-DBDC84AE9DED}" srcOrd="1" destOrd="0" parTransId="{77CBDACF-C7B5-42B6-931F-FB42D2E6A79B}" sibTransId="{70B2955E-2A6B-4576-AB91-71D88D459731}"/>
    <dgm:cxn modelId="{B7494CC0-9520-44AC-93B3-82E05642AF22}" srcId="{AC4B20C9-6DD2-446A-8CBD-0760B0CAF883}" destId="{1109B120-17D8-4E20-99DE-ADF3178EC7F3}" srcOrd="3" destOrd="0" parTransId="{1EEDA4F0-5998-4D9B-9823-894D5C9F534E}" sibTransId="{2AF4228E-7FA6-4882-9AFD-82E4FF120BFA}"/>
    <dgm:cxn modelId="{298BCEC1-3C27-46AD-BA9C-6BE978F6DA7D}" srcId="{604FF9B5-61D6-40CF-91EE-DBDC84AE9DED}" destId="{FE5A089A-C3EB-46A7-97DD-DE9BBC60D0B1}" srcOrd="0" destOrd="0" parTransId="{94164CC9-4A6E-4336-95DF-BBF2453AE4CC}" sibTransId="{1D839BA4-D973-46A8-8B3F-4F3D91AC8B27}"/>
    <dgm:cxn modelId="{FED33CC2-0070-4BB3-869D-79B9C9DA0AFE}" type="presOf" srcId="{FE5A089A-C3EB-46A7-97DD-DE9BBC60D0B1}" destId="{476A6AF1-FBE8-41A7-B5EA-C9EF629573F7}" srcOrd="0" destOrd="0" presId="urn:microsoft.com/office/officeart/2005/8/layout/lProcess2"/>
    <dgm:cxn modelId="{FB0706C7-A722-4BF8-9E78-58BEFA31154A}" type="presOf" srcId="{E8AD0681-37DA-4915-B73D-92AF2B41A8EB}" destId="{FF36F4E3-753C-49F4-B6D3-414F1277B87D}" srcOrd="0" destOrd="0" presId="urn:microsoft.com/office/officeart/2005/8/layout/lProcess2"/>
    <dgm:cxn modelId="{8CB45CCB-7C48-4035-9325-AB77A43BF272}" type="presOf" srcId="{D735C448-6756-414B-A230-282A44FEFE57}" destId="{E84BB005-346B-4336-BE4A-AC3944944DAD}" srcOrd="1" destOrd="0" presId="urn:microsoft.com/office/officeart/2005/8/layout/lProcess2"/>
    <dgm:cxn modelId="{98EF34CC-0441-4E97-9E9D-46D50F4CF556}" srcId="{1109B120-17D8-4E20-99DE-ADF3178EC7F3}" destId="{B8D5D1BC-933D-409C-8E5D-ED1EA2886390}" srcOrd="1" destOrd="0" parTransId="{84E42A6E-44A8-4663-B3B9-FD1BD3A426B2}" sibTransId="{4EAB1E58-9989-4A69-9C2F-95CB866A4A30}"/>
    <dgm:cxn modelId="{B860F2D0-EE7F-47C2-9AD0-AF4EBE77D106}" type="presOf" srcId="{604FF9B5-61D6-40CF-91EE-DBDC84AE9DED}" destId="{2B9874DC-4A62-479D-804F-0450D997130E}" srcOrd="1" destOrd="0" presId="urn:microsoft.com/office/officeart/2005/8/layout/lProcess2"/>
    <dgm:cxn modelId="{87F611DC-BFD0-4379-97A5-55CD6B0F3507}" type="presOf" srcId="{D735C448-6756-414B-A230-282A44FEFE57}" destId="{D1BF65B1-5DDF-4B79-93D7-B3308723A11E}" srcOrd="0" destOrd="0" presId="urn:microsoft.com/office/officeart/2005/8/layout/lProcess2"/>
    <dgm:cxn modelId="{12DABAE5-CAFD-4DB2-A580-72B213B3D6FD}" type="presOf" srcId="{1F3B63A6-02F9-4A1E-B3C5-42C17A4EADFD}" destId="{9EE54D94-2EFD-41B6-879F-ED03208F98B8}" srcOrd="1" destOrd="0" presId="urn:microsoft.com/office/officeart/2005/8/layout/lProcess2"/>
    <dgm:cxn modelId="{6F05DBE7-437E-47F0-9F34-E8D83766A76C}" type="presOf" srcId="{1F3B63A6-02F9-4A1E-B3C5-42C17A4EADFD}" destId="{11C16B0A-7CFF-42A7-9F2F-5A9C8297F6A1}" srcOrd="0" destOrd="0" presId="urn:microsoft.com/office/officeart/2005/8/layout/lProcess2"/>
    <dgm:cxn modelId="{82FD6CF1-A699-4A43-B1DE-9A2237BC9A5F}" srcId="{1F3B63A6-02F9-4A1E-B3C5-42C17A4EADFD}" destId="{B62A635F-C900-47D2-AC12-9AF173741A94}" srcOrd="0" destOrd="0" parTransId="{762AD286-0987-4373-93DA-5A9F66731789}" sibTransId="{CBEC1858-B6AC-4733-B7FF-8574D9E62E45}"/>
    <dgm:cxn modelId="{F4984EF4-9892-48C2-A1FA-7DF0289D1FBA}" srcId="{1F3B63A6-02F9-4A1E-B3C5-42C17A4EADFD}" destId="{E8AD0681-37DA-4915-B73D-92AF2B41A8EB}" srcOrd="1" destOrd="0" parTransId="{F22A560B-01F7-464A-AC85-EF0A4223A952}" sibTransId="{D337E678-2CFB-4300-9F7E-AECC70A82443}"/>
    <dgm:cxn modelId="{B0C19010-2FF8-4C47-B405-1F968F9DA0A5}" type="presParOf" srcId="{5023CE51-5803-4392-B152-A1FFEE233676}" destId="{9EEEAFB1-4F68-490D-84FD-4A6AD1799E71}" srcOrd="0" destOrd="0" presId="urn:microsoft.com/office/officeart/2005/8/layout/lProcess2"/>
    <dgm:cxn modelId="{1E08D9F5-3E68-47CD-989E-578158429660}" type="presParOf" srcId="{9EEEAFB1-4F68-490D-84FD-4A6AD1799E71}" destId="{D1BF65B1-5DDF-4B79-93D7-B3308723A11E}" srcOrd="0" destOrd="0" presId="urn:microsoft.com/office/officeart/2005/8/layout/lProcess2"/>
    <dgm:cxn modelId="{E37AAB4D-D2C9-46B1-9BA1-A16C088AEE81}" type="presParOf" srcId="{9EEEAFB1-4F68-490D-84FD-4A6AD1799E71}" destId="{E84BB005-346B-4336-BE4A-AC3944944DAD}" srcOrd="1" destOrd="0" presId="urn:microsoft.com/office/officeart/2005/8/layout/lProcess2"/>
    <dgm:cxn modelId="{AECB5717-1AF7-48C0-96DB-D7BBFBC35209}" type="presParOf" srcId="{9EEEAFB1-4F68-490D-84FD-4A6AD1799E71}" destId="{6880074D-C31C-4C79-9E96-AD13A8D69556}" srcOrd="2" destOrd="0" presId="urn:microsoft.com/office/officeart/2005/8/layout/lProcess2"/>
    <dgm:cxn modelId="{A543AC78-C887-4E33-BF3B-C03DD3D95384}" type="presParOf" srcId="{6880074D-C31C-4C79-9E96-AD13A8D69556}" destId="{05358212-70B2-425B-861B-5A7FE13C9C42}" srcOrd="0" destOrd="0" presId="urn:microsoft.com/office/officeart/2005/8/layout/lProcess2"/>
    <dgm:cxn modelId="{B6CB24C6-013A-4F19-B16C-1C0CF21DD4DF}" type="presParOf" srcId="{05358212-70B2-425B-861B-5A7FE13C9C42}" destId="{17449C13-BFB2-4620-B9BD-212F61DEBE91}" srcOrd="0" destOrd="0" presId="urn:microsoft.com/office/officeart/2005/8/layout/lProcess2"/>
    <dgm:cxn modelId="{F03789A2-A68F-4192-B0AF-A217915B72E9}" type="presParOf" srcId="{05358212-70B2-425B-861B-5A7FE13C9C42}" destId="{366594CE-60FD-4209-A055-C0FA195868F4}" srcOrd="1" destOrd="0" presId="urn:microsoft.com/office/officeart/2005/8/layout/lProcess2"/>
    <dgm:cxn modelId="{B6D3B6EF-2E3E-490E-89CD-3661C3B80A21}" type="presParOf" srcId="{05358212-70B2-425B-861B-5A7FE13C9C42}" destId="{08BEAB5D-EBFD-4E60-8A69-EF8F3E6B0DA9}" srcOrd="2" destOrd="0" presId="urn:microsoft.com/office/officeart/2005/8/layout/lProcess2"/>
    <dgm:cxn modelId="{283F30DF-55BA-48B9-A516-E6FF7B7300BB}" type="presParOf" srcId="{5023CE51-5803-4392-B152-A1FFEE233676}" destId="{74EB5ED9-F1E3-47DE-869C-4ED321A0C0F9}" srcOrd="1" destOrd="0" presId="urn:microsoft.com/office/officeart/2005/8/layout/lProcess2"/>
    <dgm:cxn modelId="{B130AF06-DE03-488B-A480-E95D85AC77BE}" type="presParOf" srcId="{5023CE51-5803-4392-B152-A1FFEE233676}" destId="{AEA7C0B1-87D5-4E6D-8F7B-EA96D495CFFE}" srcOrd="2" destOrd="0" presId="urn:microsoft.com/office/officeart/2005/8/layout/lProcess2"/>
    <dgm:cxn modelId="{E000D504-2EA7-4691-A046-E103114007C0}" type="presParOf" srcId="{AEA7C0B1-87D5-4E6D-8F7B-EA96D495CFFE}" destId="{53B84A85-A124-4E18-8D54-F0508E87D9DC}" srcOrd="0" destOrd="0" presId="urn:microsoft.com/office/officeart/2005/8/layout/lProcess2"/>
    <dgm:cxn modelId="{600AA01F-06F2-4204-A4FB-F6A90968AE27}" type="presParOf" srcId="{AEA7C0B1-87D5-4E6D-8F7B-EA96D495CFFE}" destId="{2B9874DC-4A62-479D-804F-0450D997130E}" srcOrd="1" destOrd="0" presId="urn:microsoft.com/office/officeart/2005/8/layout/lProcess2"/>
    <dgm:cxn modelId="{2EF51601-3AC6-4071-8E8F-CD8F7ED334DA}" type="presParOf" srcId="{AEA7C0B1-87D5-4E6D-8F7B-EA96D495CFFE}" destId="{72CA486B-094A-4646-8049-11432D12FC98}" srcOrd="2" destOrd="0" presId="urn:microsoft.com/office/officeart/2005/8/layout/lProcess2"/>
    <dgm:cxn modelId="{39A2B7E1-E4EF-43E8-9DE4-52A5146B910E}" type="presParOf" srcId="{72CA486B-094A-4646-8049-11432D12FC98}" destId="{4B3E836C-4EF9-4ABE-954B-76A14EAAC86F}" srcOrd="0" destOrd="0" presId="urn:microsoft.com/office/officeart/2005/8/layout/lProcess2"/>
    <dgm:cxn modelId="{6A8EA368-AE78-4BB3-8666-42BC16009DB9}" type="presParOf" srcId="{4B3E836C-4EF9-4ABE-954B-76A14EAAC86F}" destId="{476A6AF1-FBE8-41A7-B5EA-C9EF629573F7}" srcOrd="0" destOrd="0" presId="urn:microsoft.com/office/officeart/2005/8/layout/lProcess2"/>
    <dgm:cxn modelId="{2CDE80A1-9FE5-43DF-8AA8-BE46A6A48FE9}" type="presParOf" srcId="{4B3E836C-4EF9-4ABE-954B-76A14EAAC86F}" destId="{C19640AE-8852-4FC3-A8D6-A770BB31B212}" srcOrd="1" destOrd="0" presId="urn:microsoft.com/office/officeart/2005/8/layout/lProcess2"/>
    <dgm:cxn modelId="{900E75AE-AA70-4DB2-85B4-AA616918BC00}" type="presParOf" srcId="{4B3E836C-4EF9-4ABE-954B-76A14EAAC86F}" destId="{BA135082-D12E-40EA-A23D-BE18A8D49DF7}" srcOrd="2" destOrd="0" presId="urn:microsoft.com/office/officeart/2005/8/layout/lProcess2"/>
    <dgm:cxn modelId="{088B9E68-20E5-4D51-9F88-0541719C07A7}" type="presParOf" srcId="{5023CE51-5803-4392-B152-A1FFEE233676}" destId="{575FF45A-469D-44DA-B07E-0BB626400DCE}" srcOrd="3" destOrd="0" presId="urn:microsoft.com/office/officeart/2005/8/layout/lProcess2"/>
    <dgm:cxn modelId="{01659507-78F9-42A2-9815-7FFBFB47251A}" type="presParOf" srcId="{5023CE51-5803-4392-B152-A1FFEE233676}" destId="{603BF12A-DB30-4027-9683-A42898C53126}" srcOrd="4" destOrd="0" presId="urn:microsoft.com/office/officeart/2005/8/layout/lProcess2"/>
    <dgm:cxn modelId="{77BEE16C-3758-428D-9BB6-DA3051B0ABD2}" type="presParOf" srcId="{603BF12A-DB30-4027-9683-A42898C53126}" destId="{11C16B0A-7CFF-42A7-9F2F-5A9C8297F6A1}" srcOrd="0" destOrd="0" presId="urn:microsoft.com/office/officeart/2005/8/layout/lProcess2"/>
    <dgm:cxn modelId="{9157ED3F-8728-4352-8150-CE09FD48CE5B}" type="presParOf" srcId="{603BF12A-DB30-4027-9683-A42898C53126}" destId="{9EE54D94-2EFD-41B6-879F-ED03208F98B8}" srcOrd="1" destOrd="0" presId="urn:microsoft.com/office/officeart/2005/8/layout/lProcess2"/>
    <dgm:cxn modelId="{D5B16CCC-B30A-439B-ACFD-8EB1E3AB6E36}" type="presParOf" srcId="{603BF12A-DB30-4027-9683-A42898C53126}" destId="{4C1F93D8-687A-4E17-8DBF-9EEDB2205944}" srcOrd="2" destOrd="0" presId="urn:microsoft.com/office/officeart/2005/8/layout/lProcess2"/>
    <dgm:cxn modelId="{CC102CBD-EC7C-47C6-AD62-8816DE3BED0F}" type="presParOf" srcId="{4C1F93D8-687A-4E17-8DBF-9EEDB2205944}" destId="{249D3118-6074-496B-817F-B3EC97260238}" srcOrd="0" destOrd="0" presId="urn:microsoft.com/office/officeart/2005/8/layout/lProcess2"/>
    <dgm:cxn modelId="{DB5D2674-4D7A-4AB1-A8DE-7FE98AD96B3A}" type="presParOf" srcId="{249D3118-6074-496B-817F-B3EC97260238}" destId="{54FE9A4B-D5A5-4F44-B7BE-D4E52F0EFC5D}" srcOrd="0" destOrd="0" presId="urn:microsoft.com/office/officeart/2005/8/layout/lProcess2"/>
    <dgm:cxn modelId="{72FAA8C5-D073-454B-B58C-12C525D87B3D}" type="presParOf" srcId="{249D3118-6074-496B-817F-B3EC97260238}" destId="{190A1484-4E66-44C2-99E0-5EDB8F47328E}" srcOrd="1" destOrd="0" presId="urn:microsoft.com/office/officeart/2005/8/layout/lProcess2"/>
    <dgm:cxn modelId="{AC9AC2BA-8601-4E38-BAC0-D25C16D8A681}" type="presParOf" srcId="{249D3118-6074-496B-817F-B3EC97260238}" destId="{FF36F4E3-753C-49F4-B6D3-414F1277B87D}" srcOrd="2" destOrd="0" presId="urn:microsoft.com/office/officeart/2005/8/layout/lProcess2"/>
    <dgm:cxn modelId="{6A18B2D1-9D06-495C-9990-1E1A6460BE35}" type="presParOf" srcId="{5023CE51-5803-4392-B152-A1FFEE233676}" destId="{E576CA5C-C40A-49B4-BA3A-A75DF44A7E2D}" srcOrd="5" destOrd="0" presId="urn:microsoft.com/office/officeart/2005/8/layout/lProcess2"/>
    <dgm:cxn modelId="{F6E40A61-E7DA-4DE0-A396-76B5EE6CFE69}" type="presParOf" srcId="{5023CE51-5803-4392-B152-A1FFEE233676}" destId="{7AA8A38E-3CFA-4E3C-8CB1-1C589823219A}" srcOrd="6" destOrd="0" presId="urn:microsoft.com/office/officeart/2005/8/layout/lProcess2"/>
    <dgm:cxn modelId="{2207C791-A0B1-45E0-BD12-EE78BDB46FCC}" type="presParOf" srcId="{7AA8A38E-3CFA-4E3C-8CB1-1C589823219A}" destId="{43443608-E2B5-411A-A455-85784225D3A2}" srcOrd="0" destOrd="0" presId="urn:microsoft.com/office/officeart/2005/8/layout/lProcess2"/>
    <dgm:cxn modelId="{30C1B8DB-556E-4BF2-BF85-395D3CD5F95A}" type="presParOf" srcId="{7AA8A38E-3CFA-4E3C-8CB1-1C589823219A}" destId="{177E85CF-1739-41F6-B935-111D81C63958}" srcOrd="1" destOrd="0" presId="urn:microsoft.com/office/officeart/2005/8/layout/lProcess2"/>
    <dgm:cxn modelId="{713451A6-AB51-40A4-A669-0337634CA97B}" type="presParOf" srcId="{7AA8A38E-3CFA-4E3C-8CB1-1C589823219A}" destId="{710EC19F-9CBD-42F1-BE04-B65F30F0D082}" srcOrd="2" destOrd="0" presId="urn:microsoft.com/office/officeart/2005/8/layout/lProcess2"/>
    <dgm:cxn modelId="{54CF29C4-3CDD-4B48-AB84-A23721C46C63}" type="presParOf" srcId="{710EC19F-9CBD-42F1-BE04-B65F30F0D082}" destId="{A5677CAE-FA47-4357-BE57-FC31D8C72B60}" srcOrd="0" destOrd="0" presId="urn:microsoft.com/office/officeart/2005/8/layout/lProcess2"/>
    <dgm:cxn modelId="{5100A6A0-165A-4488-A251-0EDDBA7195BA}" type="presParOf" srcId="{A5677CAE-FA47-4357-BE57-FC31D8C72B60}" destId="{A9485FD9-EE65-4DC7-A603-AA354C83C662}" srcOrd="0" destOrd="0" presId="urn:microsoft.com/office/officeart/2005/8/layout/lProcess2"/>
    <dgm:cxn modelId="{B10FA92B-AD12-4CA2-B263-2AD4F85602E3}" type="presParOf" srcId="{A5677CAE-FA47-4357-BE57-FC31D8C72B60}" destId="{88AF4C78-2674-4CC7-B7B6-9CFE5E31094C}" srcOrd="1" destOrd="0" presId="urn:microsoft.com/office/officeart/2005/8/layout/lProcess2"/>
    <dgm:cxn modelId="{FDEAC730-8686-4621-9F62-9735CD2AD9E5}" type="presParOf" srcId="{A5677CAE-FA47-4357-BE57-FC31D8C72B60}" destId="{E0A548CE-614D-49A2-937A-BAD621E00F0D}"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6F9106C-59FE-4955-8A61-25EA8D6CB362}"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F2B880CC-CCB9-42B2-A1AD-06FEC589847F}">
      <dgm:prSet phldrT="[Text]" custT="1"/>
      <dgm:spPr>
        <a:solidFill>
          <a:srgbClr val="0097A7"/>
        </a:solidFill>
      </dgm:spPr>
      <dgm:t>
        <a:bodyPr/>
        <a:lstStyle/>
        <a:p>
          <a:r>
            <a:rPr lang="en-US" sz="2800" dirty="0"/>
            <a:t>Hub</a:t>
          </a:r>
        </a:p>
      </dgm:t>
    </dgm:pt>
    <dgm:pt modelId="{1134566F-0A76-4075-8A5A-0D353044D8A5}" type="parTrans" cxnId="{B5534E64-8D8E-4FCA-8150-314E9ACA64A0}">
      <dgm:prSet/>
      <dgm:spPr/>
      <dgm:t>
        <a:bodyPr/>
        <a:lstStyle/>
        <a:p>
          <a:endParaRPr lang="en-US" sz="2800"/>
        </a:p>
      </dgm:t>
    </dgm:pt>
    <dgm:pt modelId="{6BC5AA5F-BC59-4CEF-A7AA-1905AEE73A37}" type="sibTrans" cxnId="{B5534E64-8D8E-4FCA-8150-314E9ACA64A0}">
      <dgm:prSet/>
      <dgm:spPr/>
      <dgm:t>
        <a:bodyPr/>
        <a:lstStyle/>
        <a:p>
          <a:endParaRPr lang="en-US" sz="2800"/>
        </a:p>
      </dgm:t>
    </dgm:pt>
    <dgm:pt modelId="{76251ACD-1009-48E2-A9C2-F45FC14BF9E2}">
      <dgm:prSet phldrT="[Text]" custT="1"/>
      <dgm:spPr>
        <a:solidFill>
          <a:srgbClr val="007377"/>
        </a:solidFill>
      </dgm:spPr>
      <dgm:t>
        <a:bodyPr/>
        <a:lstStyle/>
        <a:p>
          <a:r>
            <a:rPr lang="en-US" sz="2800" dirty="0"/>
            <a:t>Switch</a:t>
          </a:r>
        </a:p>
      </dgm:t>
    </dgm:pt>
    <dgm:pt modelId="{84B0BD35-CBDE-4182-A3DD-22DF89CAF833}" type="parTrans" cxnId="{D89F4F85-9878-4EA8-8127-90EB89D95FF2}">
      <dgm:prSet/>
      <dgm:spPr/>
      <dgm:t>
        <a:bodyPr/>
        <a:lstStyle/>
        <a:p>
          <a:endParaRPr lang="en-US" sz="2800"/>
        </a:p>
      </dgm:t>
    </dgm:pt>
    <dgm:pt modelId="{14B9271C-5193-4EBA-AFC1-901C5377040C}" type="sibTrans" cxnId="{D89F4F85-9878-4EA8-8127-90EB89D95FF2}">
      <dgm:prSet/>
      <dgm:spPr/>
      <dgm:t>
        <a:bodyPr/>
        <a:lstStyle/>
        <a:p>
          <a:endParaRPr lang="en-US" sz="2800"/>
        </a:p>
      </dgm:t>
    </dgm:pt>
    <dgm:pt modelId="{2E4A6A05-6659-4E78-B81A-3B8B2E884AD3}">
      <dgm:prSet phldrT="[Text]" custT="1"/>
      <dgm:spPr>
        <a:solidFill>
          <a:srgbClr val="004F71"/>
        </a:solidFill>
      </dgm:spPr>
      <dgm:t>
        <a:bodyPr/>
        <a:lstStyle/>
        <a:p>
          <a:r>
            <a:rPr lang="en-US" sz="2800" dirty="0"/>
            <a:t>Bridge</a:t>
          </a:r>
        </a:p>
      </dgm:t>
    </dgm:pt>
    <dgm:pt modelId="{BCDB6BE8-AAEE-447C-8FAF-E7E53EEE2051}" type="parTrans" cxnId="{973990C6-3387-41E4-9F6A-AFD1CE0E6E1D}">
      <dgm:prSet/>
      <dgm:spPr/>
      <dgm:t>
        <a:bodyPr/>
        <a:lstStyle/>
        <a:p>
          <a:endParaRPr lang="en-US" sz="2800"/>
        </a:p>
      </dgm:t>
    </dgm:pt>
    <dgm:pt modelId="{5D44FFA5-D248-4BA0-86C3-ECF23C305FAE}" type="sibTrans" cxnId="{973990C6-3387-41E4-9F6A-AFD1CE0E6E1D}">
      <dgm:prSet/>
      <dgm:spPr/>
      <dgm:t>
        <a:bodyPr/>
        <a:lstStyle/>
        <a:p>
          <a:endParaRPr lang="en-US" sz="2800"/>
        </a:p>
      </dgm:t>
    </dgm:pt>
    <dgm:pt modelId="{320C4F5C-BE37-4955-B2FB-5D690C0A1A2A}" type="pres">
      <dgm:prSet presAssocID="{06F9106C-59FE-4955-8A61-25EA8D6CB362}" presName="diagram" presStyleCnt="0">
        <dgm:presLayoutVars>
          <dgm:dir/>
          <dgm:resizeHandles val="exact"/>
        </dgm:presLayoutVars>
      </dgm:prSet>
      <dgm:spPr/>
    </dgm:pt>
    <dgm:pt modelId="{5CA31026-1008-4EFD-BB57-76AF60228F79}" type="pres">
      <dgm:prSet presAssocID="{F2B880CC-CCB9-42B2-A1AD-06FEC589847F}" presName="node" presStyleLbl="node1" presStyleIdx="0" presStyleCnt="3">
        <dgm:presLayoutVars>
          <dgm:bulletEnabled val="1"/>
        </dgm:presLayoutVars>
      </dgm:prSet>
      <dgm:spPr/>
    </dgm:pt>
    <dgm:pt modelId="{10BCF2BE-5EA9-4191-903D-D41DB5DE19CD}" type="pres">
      <dgm:prSet presAssocID="{6BC5AA5F-BC59-4CEF-A7AA-1905AEE73A37}" presName="sibTrans" presStyleCnt="0"/>
      <dgm:spPr/>
    </dgm:pt>
    <dgm:pt modelId="{B4392506-8532-4080-AFE2-DEDBFE9D46E5}" type="pres">
      <dgm:prSet presAssocID="{76251ACD-1009-48E2-A9C2-F45FC14BF9E2}" presName="node" presStyleLbl="node1" presStyleIdx="1" presStyleCnt="3">
        <dgm:presLayoutVars>
          <dgm:bulletEnabled val="1"/>
        </dgm:presLayoutVars>
      </dgm:prSet>
      <dgm:spPr/>
    </dgm:pt>
    <dgm:pt modelId="{8B9B8394-912A-4BDD-AA78-F4EDA16C0662}" type="pres">
      <dgm:prSet presAssocID="{14B9271C-5193-4EBA-AFC1-901C5377040C}" presName="sibTrans" presStyleCnt="0"/>
      <dgm:spPr/>
    </dgm:pt>
    <dgm:pt modelId="{3740E366-5C42-46C0-95AB-7B0DDE8AA1F7}" type="pres">
      <dgm:prSet presAssocID="{2E4A6A05-6659-4E78-B81A-3B8B2E884AD3}" presName="node" presStyleLbl="node1" presStyleIdx="2" presStyleCnt="3">
        <dgm:presLayoutVars>
          <dgm:bulletEnabled val="1"/>
        </dgm:presLayoutVars>
      </dgm:prSet>
      <dgm:spPr/>
    </dgm:pt>
  </dgm:ptLst>
  <dgm:cxnLst>
    <dgm:cxn modelId="{299F310A-5242-428D-B879-5055679AD74B}" type="presOf" srcId="{F2B880CC-CCB9-42B2-A1AD-06FEC589847F}" destId="{5CA31026-1008-4EFD-BB57-76AF60228F79}" srcOrd="0" destOrd="0" presId="urn:microsoft.com/office/officeart/2005/8/layout/default"/>
    <dgm:cxn modelId="{19276B1F-4FB1-4025-9DB3-E42DDD3058B6}" type="presOf" srcId="{2E4A6A05-6659-4E78-B81A-3B8B2E884AD3}" destId="{3740E366-5C42-46C0-95AB-7B0DDE8AA1F7}" srcOrd="0" destOrd="0" presId="urn:microsoft.com/office/officeart/2005/8/layout/default"/>
    <dgm:cxn modelId="{B5534E64-8D8E-4FCA-8150-314E9ACA64A0}" srcId="{06F9106C-59FE-4955-8A61-25EA8D6CB362}" destId="{F2B880CC-CCB9-42B2-A1AD-06FEC589847F}" srcOrd="0" destOrd="0" parTransId="{1134566F-0A76-4075-8A5A-0D353044D8A5}" sibTransId="{6BC5AA5F-BC59-4CEF-A7AA-1905AEE73A37}"/>
    <dgm:cxn modelId="{C34D9765-F7FC-42B0-9ADA-54BB7FD581EB}" type="presOf" srcId="{06F9106C-59FE-4955-8A61-25EA8D6CB362}" destId="{320C4F5C-BE37-4955-B2FB-5D690C0A1A2A}" srcOrd="0" destOrd="0" presId="urn:microsoft.com/office/officeart/2005/8/layout/default"/>
    <dgm:cxn modelId="{35002966-96F0-4EC2-83C0-95FC724254F2}" type="presOf" srcId="{76251ACD-1009-48E2-A9C2-F45FC14BF9E2}" destId="{B4392506-8532-4080-AFE2-DEDBFE9D46E5}" srcOrd="0" destOrd="0" presId="urn:microsoft.com/office/officeart/2005/8/layout/default"/>
    <dgm:cxn modelId="{D89F4F85-9878-4EA8-8127-90EB89D95FF2}" srcId="{06F9106C-59FE-4955-8A61-25EA8D6CB362}" destId="{76251ACD-1009-48E2-A9C2-F45FC14BF9E2}" srcOrd="1" destOrd="0" parTransId="{84B0BD35-CBDE-4182-A3DD-22DF89CAF833}" sibTransId="{14B9271C-5193-4EBA-AFC1-901C5377040C}"/>
    <dgm:cxn modelId="{973990C6-3387-41E4-9F6A-AFD1CE0E6E1D}" srcId="{06F9106C-59FE-4955-8A61-25EA8D6CB362}" destId="{2E4A6A05-6659-4E78-B81A-3B8B2E884AD3}" srcOrd="2" destOrd="0" parTransId="{BCDB6BE8-AAEE-447C-8FAF-E7E53EEE2051}" sibTransId="{5D44FFA5-D248-4BA0-86C3-ECF23C305FAE}"/>
    <dgm:cxn modelId="{E072D4B6-7FD6-42B4-B1B2-6D83D743D86E}" type="presParOf" srcId="{320C4F5C-BE37-4955-B2FB-5D690C0A1A2A}" destId="{5CA31026-1008-4EFD-BB57-76AF60228F79}" srcOrd="0" destOrd="0" presId="urn:microsoft.com/office/officeart/2005/8/layout/default"/>
    <dgm:cxn modelId="{1A374E65-C22E-4CBD-AF15-93A3202CEC03}" type="presParOf" srcId="{320C4F5C-BE37-4955-B2FB-5D690C0A1A2A}" destId="{10BCF2BE-5EA9-4191-903D-D41DB5DE19CD}" srcOrd="1" destOrd="0" presId="urn:microsoft.com/office/officeart/2005/8/layout/default"/>
    <dgm:cxn modelId="{F5801F75-2957-4D75-B561-28483749C01A}" type="presParOf" srcId="{320C4F5C-BE37-4955-B2FB-5D690C0A1A2A}" destId="{B4392506-8532-4080-AFE2-DEDBFE9D46E5}" srcOrd="2" destOrd="0" presId="urn:microsoft.com/office/officeart/2005/8/layout/default"/>
    <dgm:cxn modelId="{F16E88E6-44B5-4746-A10C-3B3D0F979A54}" type="presParOf" srcId="{320C4F5C-BE37-4955-B2FB-5D690C0A1A2A}" destId="{8B9B8394-912A-4BDD-AA78-F4EDA16C0662}" srcOrd="3" destOrd="0" presId="urn:microsoft.com/office/officeart/2005/8/layout/default"/>
    <dgm:cxn modelId="{740E7D7D-F360-4B67-8AC3-E3EE65EF8153}" type="presParOf" srcId="{320C4F5C-BE37-4955-B2FB-5D690C0A1A2A}" destId="{3740E366-5C42-46C0-95AB-7B0DDE8AA1F7}"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6F9106C-59FE-4955-8A61-25EA8D6CB362}"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F2B880CC-CCB9-42B2-A1AD-06FEC589847F}">
      <dgm:prSet phldrT="[Text]" custT="1"/>
      <dgm:spPr>
        <a:solidFill>
          <a:srgbClr val="0097A7"/>
        </a:solidFill>
      </dgm:spPr>
      <dgm:t>
        <a:bodyPr/>
        <a:lstStyle/>
        <a:p>
          <a:r>
            <a:rPr lang="en-US" sz="2800" dirty="0"/>
            <a:t>Hub</a:t>
          </a:r>
        </a:p>
      </dgm:t>
    </dgm:pt>
    <dgm:pt modelId="{1134566F-0A76-4075-8A5A-0D353044D8A5}" type="parTrans" cxnId="{B5534E64-8D8E-4FCA-8150-314E9ACA64A0}">
      <dgm:prSet/>
      <dgm:spPr/>
      <dgm:t>
        <a:bodyPr/>
        <a:lstStyle/>
        <a:p>
          <a:endParaRPr lang="en-US" sz="2800"/>
        </a:p>
      </dgm:t>
    </dgm:pt>
    <dgm:pt modelId="{6BC5AA5F-BC59-4CEF-A7AA-1905AEE73A37}" type="sibTrans" cxnId="{B5534E64-8D8E-4FCA-8150-314E9ACA64A0}">
      <dgm:prSet/>
      <dgm:spPr/>
      <dgm:t>
        <a:bodyPr/>
        <a:lstStyle/>
        <a:p>
          <a:endParaRPr lang="en-US" sz="2800"/>
        </a:p>
      </dgm:t>
    </dgm:pt>
    <dgm:pt modelId="{76251ACD-1009-48E2-A9C2-F45FC14BF9E2}">
      <dgm:prSet phldrT="[Text]" custT="1"/>
      <dgm:spPr>
        <a:solidFill>
          <a:srgbClr val="007377"/>
        </a:solidFill>
      </dgm:spPr>
      <dgm:t>
        <a:bodyPr/>
        <a:lstStyle/>
        <a:p>
          <a:r>
            <a:rPr lang="en-US" sz="2800" dirty="0"/>
            <a:t>Switch</a:t>
          </a:r>
        </a:p>
      </dgm:t>
    </dgm:pt>
    <dgm:pt modelId="{84B0BD35-CBDE-4182-A3DD-22DF89CAF833}" type="parTrans" cxnId="{D89F4F85-9878-4EA8-8127-90EB89D95FF2}">
      <dgm:prSet/>
      <dgm:spPr/>
      <dgm:t>
        <a:bodyPr/>
        <a:lstStyle/>
        <a:p>
          <a:endParaRPr lang="en-US" sz="2800"/>
        </a:p>
      </dgm:t>
    </dgm:pt>
    <dgm:pt modelId="{14B9271C-5193-4EBA-AFC1-901C5377040C}" type="sibTrans" cxnId="{D89F4F85-9878-4EA8-8127-90EB89D95FF2}">
      <dgm:prSet/>
      <dgm:spPr/>
      <dgm:t>
        <a:bodyPr/>
        <a:lstStyle/>
        <a:p>
          <a:endParaRPr lang="en-US" sz="2800"/>
        </a:p>
      </dgm:t>
    </dgm:pt>
    <dgm:pt modelId="{2E4A6A05-6659-4E78-B81A-3B8B2E884AD3}">
      <dgm:prSet phldrT="[Text]" custT="1"/>
      <dgm:spPr>
        <a:solidFill>
          <a:srgbClr val="004F71"/>
        </a:solidFill>
      </dgm:spPr>
      <dgm:t>
        <a:bodyPr/>
        <a:lstStyle/>
        <a:p>
          <a:r>
            <a:rPr lang="en-US" sz="2800" dirty="0"/>
            <a:t>Bridge</a:t>
          </a:r>
        </a:p>
      </dgm:t>
    </dgm:pt>
    <dgm:pt modelId="{BCDB6BE8-AAEE-447C-8FAF-E7E53EEE2051}" type="parTrans" cxnId="{973990C6-3387-41E4-9F6A-AFD1CE0E6E1D}">
      <dgm:prSet/>
      <dgm:spPr/>
      <dgm:t>
        <a:bodyPr/>
        <a:lstStyle/>
        <a:p>
          <a:endParaRPr lang="en-US" sz="2800"/>
        </a:p>
      </dgm:t>
    </dgm:pt>
    <dgm:pt modelId="{5D44FFA5-D248-4BA0-86C3-ECF23C305FAE}" type="sibTrans" cxnId="{973990C6-3387-41E4-9F6A-AFD1CE0E6E1D}">
      <dgm:prSet/>
      <dgm:spPr/>
      <dgm:t>
        <a:bodyPr/>
        <a:lstStyle/>
        <a:p>
          <a:endParaRPr lang="en-US" sz="2800"/>
        </a:p>
      </dgm:t>
    </dgm:pt>
    <dgm:pt modelId="{320C4F5C-BE37-4955-B2FB-5D690C0A1A2A}" type="pres">
      <dgm:prSet presAssocID="{06F9106C-59FE-4955-8A61-25EA8D6CB362}" presName="diagram" presStyleCnt="0">
        <dgm:presLayoutVars>
          <dgm:dir/>
          <dgm:resizeHandles val="exact"/>
        </dgm:presLayoutVars>
      </dgm:prSet>
      <dgm:spPr/>
    </dgm:pt>
    <dgm:pt modelId="{5CA31026-1008-4EFD-BB57-76AF60228F79}" type="pres">
      <dgm:prSet presAssocID="{F2B880CC-CCB9-42B2-A1AD-06FEC589847F}" presName="node" presStyleLbl="node1" presStyleIdx="0" presStyleCnt="3">
        <dgm:presLayoutVars>
          <dgm:bulletEnabled val="1"/>
        </dgm:presLayoutVars>
      </dgm:prSet>
      <dgm:spPr/>
    </dgm:pt>
    <dgm:pt modelId="{10BCF2BE-5EA9-4191-903D-D41DB5DE19CD}" type="pres">
      <dgm:prSet presAssocID="{6BC5AA5F-BC59-4CEF-A7AA-1905AEE73A37}" presName="sibTrans" presStyleCnt="0"/>
      <dgm:spPr/>
    </dgm:pt>
    <dgm:pt modelId="{B4392506-8532-4080-AFE2-DEDBFE9D46E5}" type="pres">
      <dgm:prSet presAssocID="{76251ACD-1009-48E2-A9C2-F45FC14BF9E2}" presName="node" presStyleLbl="node1" presStyleIdx="1" presStyleCnt="3">
        <dgm:presLayoutVars>
          <dgm:bulletEnabled val="1"/>
        </dgm:presLayoutVars>
      </dgm:prSet>
      <dgm:spPr/>
    </dgm:pt>
    <dgm:pt modelId="{8B9B8394-912A-4BDD-AA78-F4EDA16C0662}" type="pres">
      <dgm:prSet presAssocID="{14B9271C-5193-4EBA-AFC1-901C5377040C}" presName="sibTrans" presStyleCnt="0"/>
      <dgm:spPr/>
    </dgm:pt>
    <dgm:pt modelId="{3740E366-5C42-46C0-95AB-7B0DDE8AA1F7}" type="pres">
      <dgm:prSet presAssocID="{2E4A6A05-6659-4E78-B81A-3B8B2E884AD3}" presName="node" presStyleLbl="node1" presStyleIdx="2" presStyleCnt="3">
        <dgm:presLayoutVars>
          <dgm:bulletEnabled val="1"/>
        </dgm:presLayoutVars>
      </dgm:prSet>
      <dgm:spPr/>
    </dgm:pt>
  </dgm:ptLst>
  <dgm:cxnLst>
    <dgm:cxn modelId="{299F310A-5242-428D-B879-5055679AD74B}" type="presOf" srcId="{F2B880CC-CCB9-42B2-A1AD-06FEC589847F}" destId="{5CA31026-1008-4EFD-BB57-76AF60228F79}" srcOrd="0" destOrd="0" presId="urn:microsoft.com/office/officeart/2005/8/layout/default"/>
    <dgm:cxn modelId="{19276B1F-4FB1-4025-9DB3-E42DDD3058B6}" type="presOf" srcId="{2E4A6A05-6659-4E78-B81A-3B8B2E884AD3}" destId="{3740E366-5C42-46C0-95AB-7B0DDE8AA1F7}" srcOrd="0" destOrd="0" presId="urn:microsoft.com/office/officeart/2005/8/layout/default"/>
    <dgm:cxn modelId="{B5534E64-8D8E-4FCA-8150-314E9ACA64A0}" srcId="{06F9106C-59FE-4955-8A61-25EA8D6CB362}" destId="{F2B880CC-CCB9-42B2-A1AD-06FEC589847F}" srcOrd="0" destOrd="0" parTransId="{1134566F-0A76-4075-8A5A-0D353044D8A5}" sibTransId="{6BC5AA5F-BC59-4CEF-A7AA-1905AEE73A37}"/>
    <dgm:cxn modelId="{C34D9765-F7FC-42B0-9ADA-54BB7FD581EB}" type="presOf" srcId="{06F9106C-59FE-4955-8A61-25EA8D6CB362}" destId="{320C4F5C-BE37-4955-B2FB-5D690C0A1A2A}" srcOrd="0" destOrd="0" presId="urn:microsoft.com/office/officeart/2005/8/layout/default"/>
    <dgm:cxn modelId="{35002966-96F0-4EC2-83C0-95FC724254F2}" type="presOf" srcId="{76251ACD-1009-48E2-A9C2-F45FC14BF9E2}" destId="{B4392506-8532-4080-AFE2-DEDBFE9D46E5}" srcOrd="0" destOrd="0" presId="urn:microsoft.com/office/officeart/2005/8/layout/default"/>
    <dgm:cxn modelId="{D89F4F85-9878-4EA8-8127-90EB89D95FF2}" srcId="{06F9106C-59FE-4955-8A61-25EA8D6CB362}" destId="{76251ACD-1009-48E2-A9C2-F45FC14BF9E2}" srcOrd="1" destOrd="0" parTransId="{84B0BD35-CBDE-4182-A3DD-22DF89CAF833}" sibTransId="{14B9271C-5193-4EBA-AFC1-901C5377040C}"/>
    <dgm:cxn modelId="{973990C6-3387-41E4-9F6A-AFD1CE0E6E1D}" srcId="{06F9106C-59FE-4955-8A61-25EA8D6CB362}" destId="{2E4A6A05-6659-4E78-B81A-3B8B2E884AD3}" srcOrd="2" destOrd="0" parTransId="{BCDB6BE8-AAEE-447C-8FAF-E7E53EEE2051}" sibTransId="{5D44FFA5-D248-4BA0-86C3-ECF23C305FAE}"/>
    <dgm:cxn modelId="{E072D4B6-7FD6-42B4-B1B2-6D83D743D86E}" type="presParOf" srcId="{320C4F5C-BE37-4955-B2FB-5D690C0A1A2A}" destId="{5CA31026-1008-4EFD-BB57-76AF60228F79}" srcOrd="0" destOrd="0" presId="urn:microsoft.com/office/officeart/2005/8/layout/default"/>
    <dgm:cxn modelId="{1A374E65-C22E-4CBD-AF15-93A3202CEC03}" type="presParOf" srcId="{320C4F5C-BE37-4955-B2FB-5D690C0A1A2A}" destId="{10BCF2BE-5EA9-4191-903D-D41DB5DE19CD}" srcOrd="1" destOrd="0" presId="urn:microsoft.com/office/officeart/2005/8/layout/default"/>
    <dgm:cxn modelId="{F5801F75-2957-4D75-B561-28483749C01A}" type="presParOf" srcId="{320C4F5C-BE37-4955-B2FB-5D690C0A1A2A}" destId="{B4392506-8532-4080-AFE2-DEDBFE9D46E5}" srcOrd="2" destOrd="0" presId="urn:microsoft.com/office/officeart/2005/8/layout/default"/>
    <dgm:cxn modelId="{F16E88E6-44B5-4746-A10C-3B3D0F979A54}" type="presParOf" srcId="{320C4F5C-BE37-4955-B2FB-5D690C0A1A2A}" destId="{8B9B8394-912A-4BDD-AA78-F4EDA16C0662}" srcOrd="3" destOrd="0" presId="urn:microsoft.com/office/officeart/2005/8/layout/default"/>
    <dgm:cxn modelId="{740E7D7D-F360-4B67-8AC3-E3EE65EF8153}" type="presParOf" srcId="{320C4F5C-BE37-4955-B2FB-5D690C0A1A2A}" destId="{3740E366-5C42-46C0-95AB-7B0DDE8AA1F7}"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6F9106C-59FE-4955-8A61-25EA8D6CB362}"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F2B880CC-CCB9-42B2-A1AD-06FEC589847F}">
      <dgm:prSet phldrT="[Text]" custT="1"/>
      <dgm:spPr>
        <a:solidFill>
          <a:srgbClr val="0097A7"/>
        </a:solidFill>
      </dgm:spPr>
      <dgm:t>
        <a:bodyPr/>
        <a:lstStyle/>
        <a:p>
          <a:r>
            <a:rPr lang="en-US" sz="2800" dirty="0"/>
            <a:t>Hub</a:t>
          </a:r>
        </a:p>
      </dgm:t>
    </dgm:pt>
    <dgm:pt modelId="{1134566F-0A76-4075-8A5A-0D353044D8A5}" type="parTrans" cxnId="{B5534E64-8D8E-4FCA-8150-314E9ACA64A0}">
      <dgm:prSet/>
      <dgm:spPr/>
      <dgm:t>
        <a:bodyPr/>
        <a:lstStyle/>
        <a:p>
          <a:endParaRPr lang="en-US" sz="2800"/>
        </a:p>
      </dgm:t>
    </dgm:pt>
    <dgm:pt modelId="{6BC5AA5F-BC59-4CEF-A7AA-1905AEE73A37}" type="sibTrans" cxnId="{B5534E64-8D8E-4FCA-8150-314E9ACA64A0}">
      <dgm:prSet/>
      <dgm:spPr/>
      <dgm:t>
        <a:bodyPr/>
        <a:lstStyle/>
        <a:p>
          <a:endParaRPr lang="en-US" sz="2800"/>
        </a:p>
      </dgm:t>
    </dgm:pt>
    <dgm:pt modelId="{76251ACD-1009-48E2-A9C2-F45FC14BF9E2}">
      <dgm:prSet phldrT="[Text]" custT="1"/>
      <dgm:spPr>
        <a:solidFill>
          <a:srgbClr val="007377"/>
        </a:solidFill>
      </dgm:spPr>
      <dgm:t>
        <a:bodyPr/>
        <a:lstStyle/>
        <a:p>
          <a:r>
            <a:rPr lang="en-US" sz="2800" dirty="0"/>
            <a:t>Switch</a:t>
          </a:r>
        </a:p>
      </dgm:t>
    </dgm:pt>
    <dgm:pt modelId="{84B0BD35-CBDE-4182-A3DD-22DF89CAF833}" type="parTrans" cxnId="{D89F4F85-9878-4EA8-8127-90EB89D95FF2}">
      <dgm:prSet/>
      <dgm:spPr/>
      <dgm:t>
        <a:bodyPr/>
        <a:lstStyle/>
        <a:p>
          <a:endParaRPr lang="en-US" sz="2800"/>
        </a:p>
      </dgm:t>
    </dgm:pt>
    <dgm:pt modelId="{14B9271C-5193-4EBA-AFC1-901C5377040C}" type="sibTrans" cxnId="{D89F4F85-9878-4EA8-8127-90EB89D95FF2}">
      <dgm:prSet/>
      <dgm:spPr/>
      <dgm:t>
        <a:bodyPr/>
        <a:lstStyle/>
        <a:p>
          <a:endParaRPr lang="en-US" sz="2800"/>
        </a:p>
      </dgm:t>
    </dgm:pt>
    <dgm:pt modelId="{2E4A6A05-6659-4E78-B81A-3B8B2E884AD3}">
      <dgm:prSet phldrT="[Text]" custT="1"/>
      <dgm:spPr>
        <a:solidFill>
          <a:srgbClr val="004F71"/>
        </a:solidFill>
      </dgm:spPr>
      <dgm:t>
        <a:bodyPr/>
        <a:lstStyle/>
        <a:p>
          <a:r>
            <a:rPr lang="en-US" sz="2800" dirty="0"/>
            <a:t>Bridge</a:t>
          </a:r>
        </a:p>
      </dgm:t>
    </dgm:pt>
    <dgm:pt modelId="{BCDB6BE8-AAEE-447C-8FAF-E7E53EEE2051}" type="parTrans" cxnId="{973990C6-3387-41E4-9F6A-AFD1CE0E6E1D}">
      <dgm:prSet/>
      <dgm:spPr/>
      <dgm:t>
        <a:bodyPr/>
        <a:lstStyle/>
        <a:p>
          <a:endParaRPr lang="en-US" sz="2800"/>
        </a:p>
      </dgm:t>
    </dgm:pt>
    <dgm:pt modelId="{5D44FFA5-D248-4BA0-86C3-ECF23C305FAE}" type="sibTrans" cxnId="{973990C6-3387-41E4-9F6A-AFD1CE0E6E1D}">
      <dgm:prSet/>
      <dgm:spPr/>
      <dgm:t>
        <a:bodyPr/>
        <a:lstStyle/>
        <a:p>
          <a:endParaRPr lang="en-US" sz="2800"/>
        </a:p>
      </dgm:t>
    </dgm:pt>
    <dgm:pt modelId="{320C4F5C-BE37-4955-B2FB-5D690C0A1A2A}" type="pres">
      <dgm:prSet presAssocID="{06F9106C-59FE-4955-8A61-25EA8D6CB362}" presName="diagram" presStyleCnt="0">
        <dgm:presLayoutVars>
          <dgm:dir/>
          <dgm:resizeHandles val="exact"/>
        </dgm:presLayoutVars>
      </dgm:prSet>
      <dgm:spPr/>
    </dgm:pt>
    <dgm:pt modelId="{5CA31026-1008-4EFD-BB57-76AF60228F79}" type="pres">
      <dgm:prSet presAssocID="{F2B880CC-CCB9-42B2-A1AD-06FEC589847F}" presName="node" presStyleLbl="node1" presStyleIdx="0" presStyleCnt="3">
        <dgm:presLayoutVars>
          <dgm:bulletEnabled val="1"/>
        </dgm:presLayoutVars>
      </dgm:prSet>
      <dgm:spPr/>
    </dgm:pt>
    <dgm:pt modelId="{10BCF2BE-5EA9-4191-903D-D41DB5DE19CD}" type="pres">
      <dgm:prSet presAssocID="{6BC5AA5F-BC59-4CEF-A7AA-1905AEE73A37}" presName="sibTrans" presStyleCnt="0"/>
      <dgm:spPr/>
    </dgm:pt>
    <dgm:pt modelId="{B4392506-8532-4080-AFE2-DEDBFE9D46E5}" type="pres">
      <dgm:prSet presAssocID="{76251ACD-1009-48E2-A9C2-F45FC14BF9E2}" presName="node" presStyleLbl="node1" presStyleIdx="1" presStyleCnt="3">
        <dgm:presLayoutVars>
          <dgm:bulletEnabled val="1"/>
        </dgm:presLayoutVars>
      </dgm:prSet>
      <dgm:spPr/>
    </dgm:pt>
    <dgm:pt modelId="{8B9B8394-912A-4BDD-AA78-F4EDA16C0662}" type="pres">
      <dgm:prSet presAssocID="{14B9271C-5193-4EBA-AFC1-901C5377040C}" presName="sibTrans" presStyleCnt="0"/>
      <dgm:spPr/>
    </dgm:pt>
    <dgm:pt modelId="{3740E366-5C42-46C0-95AB-7B0DDE8AA1F7}" type="pres">
      <dgm:prSet presAssocID="{2E4A6A05-6659-4E78-B81A-3B8B2E884AD3}" presName="node" presStyleLbl="node1" presStyleIdx="2" presStyleCnt="3">
        <dgm:presLayoutVars>
          <dgm:bulletEnabled val="1"/>
        </dgm:presLayoutVars>
      </dgm:prSet>
      <dgm:spPr/>
    </dgm:pt>
  </dgm:ptLst>
  <dgm:cxnLst>
    <dgm:cxn modelId="{299F310A-5242-428D-B879-5055679AD74B}" type="presOf" srcId="{F2B880CC-CCB9-42B2-A1AD-06FEC589847F}" destId="{5CA31026-1008-4EFD-BB57-76AF60228F79}" srcOrd="0" destOrd="0" presId="urn:microsoft.com/office/officeart/2005/8/layout/default"/>
    <dgm:cxn modelId="{19276B1F-4FB1-4025-9DB3-E42DDD3058B6}" type="presOf" srcId="{2E4A6A05-6659-4E78-B81A-3B8B2E884AD3}" destId="{3740E366-5C42-46C0-95AB-7B0DDE8AA1F7}" srcOrd="0" destOrd="0" presId="urn:microsoft.com/office/officeart/2005/8/layout/default"/>
    <dgm:cxn modelId="{B5534E64-8D8E-4FCA-8150-314E9ACA64A0}" srcId="{06F9106C-59FE-4955-8A61-25EA8D6CB362}" destId="{F2B880CC-CCB9-42B2-A1AD-06FEC589847F}" srcOrd="0" destOrd="0" parTransId="{1134566F-0A76-4075-8A5A-0D353044D8A5}" sibTransId="{6BC5AA5F-BC59-4CEF-A7AA-1905AEE73A37}"/>
    <dgm:cxn modelId="{C34D9765-F7FC-42B0-9ADA-54BB7FD581EB}" type="presOf" srcId="{06F9106C-59FE-4955-8A61-25EA8D6CB362}" destId="{320C4F5C-BE37-4955-B2FB-5D690C0A1A2A}" srcOrd="0" destOrd="0" presId="urn:microsoft.com/office/officeart/2005/8/layout/default"/>
    <dgm:cxn modelId="{35002966-96F0-4EC2-83C0-95FC724254F2}" type="presOf" srcId="{76251ACD-1009-48E2-A9C2-F45FC14BF9E2}" destId="{B4392506-8532-4080-AFE2-DEDBFE9D46E5}" srcOrd="0" destOrd="0" presId="urn:microsoft.com/office/officeart/2005/8/layout/default"/>
    <dgm:cxn modelId="{D89F4F85-9878-4EA8-8127-90EB89D95FF2}" srcId="{06F9106C-59FE-4955-8A61-25EA8D6CB362}" destId="{76251ACD-1009-48E2-A9C2-F45FC14BF9E2}" srcOrd="1" destOrd="0" parTransId="{84B0BD35-CBDE-4182-A3DD-22DF89CAF833}" sibTransId="{14B9271C-5193-4EBA-AFC1-901C5377040C}"/>
    <dgm:cxn modelId="{973990C6-3387-41E4-9F6A-AFD1CE0E6E1D}" srcId="{06F9106C-59FE-4955-8A61-25EA8D6CB362}" destId="{2E4A6A05-6659-4E78-B81A-3B8B2E884AD3}" srcOrd="2" destOrd="0" parTransId="{BCDB6BE8-AAEE-447C-8FAF-E7E53EEE2051}" sibTransId="{5D44FFA5-D248-4BA0-86C3-ECF23C305FAE}"/>
    <dgm:cxn modelId="{E072D4B6-7FD6-42B4-B1B2-6D83D743D86E}" type="presParOf" srcId="{320C4F5C-BE37-4955-B2FB-5D690C0A1A2A}" destId="{5CA31026-1008-4EFD-BB57-76AF60228F79}" srcOrd="0" destOrd="0" presId="urn:microsoft.com/office/officeart/2005/8/layout/default"/>
    <dgm:cxn modelId="{1A374E65-C22E-4CBD-AF15-93A3202CEC03}" type="presParOf" srcId="{320C4F5C-BE37-4955-B2FB-5D690C0A1A2A}" destId="{10BCF2BE-5EA9-4191-903D-D41DB5DE19CD}" srcOrd="1" destOrd="0" presId="urn:microsoft.com/office/officeart/2005/8/layout/default"/>
    <dgm:cxn modelId="{F5801F75-2957-4D75-B561-28483749C01A}" type="presParOf" srcId="{320C4F5C-BE37-4955-B2FB-5D690C0A1A2A}" destId="{B4392506-8532-4080-AFE2-DEDBFE9D46E5}" srcOrd="2" destOrd="0" presId="urn:microsoft.com/office/officeart/2005/8/layout/default"/>
    <dgm:cxn modelId="{F16E88E6-44B5-4746-A10C-3B3D0F979A54}" type="presParOf" srcId="{320C4F5C-BE37-4955-B2FB-5D690C0A1A2A}" destId="{8B9B8394-912A-4BDD-AA78-F4EDA16C0662}" srcOrd="3" destOrd="0" presId="urn:microsoft.com/office/officeart/2005/8/layout/default"/>
    <dgm:cxn modelId="{740E7D7D-F360-4B67-8AC3-E3EE65EF8153}" type="presParOf" srcId="{320C4F5C-BE37-4955-B2FB-5D690C0A1A2A}" destId="{3740E366-5C42-46C0-95AB-7B0DDE8AA1F7}"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6F9106C-59FE-4955-8A61-25EA8D6CB362}"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F2B880CC-CCB9-42B2-A1AD-06FEC589847F}">
      <dgm:prSet phldrT="[Text]" custT="1"/>
      <dgm:spPr>
        <a:solidFill>
          <a:srgbClr val="0097A7"/>
        </a:solidFill>
      </dgm:spPr>
      <dgm:t>
        <a:bodyPr/>
        <a:lstStyle/>
        <a:p>
          <a:r>
            <a:rPr lang="en-US" sz="2800" dirty="0"/>
            <a:t>Hub</a:t>
          </a:r>
        </a:p>
      </dgm:t>
    </dgm:pt>
    <dgm:pt modelId="{1134566F-0A76-4075-8A5A-0D353044D8A5}" type="parTrans" cxnId="{B5534E64-8D8E-4FCA-8150-314E9ACA64A0}">
      <dgm:prSet/>
      <dgm:spPr/>
      <dgm:t>
        <a:bodyPr/>
        <a:lstStyle/>
        <a:p>
          <a:endParaRPr lang="en-US" sz="2800"/>
        </a:p>
      </dgm:t>
    </dgm:pt>
    <dgm:pt modelId="{6BC5AA5F-BC59-4CEF-A7AA-1905AEE73A37}" type="sibTrans" cxnId="{B5534E64-8D8E-4FCA-8150-314E9ACA64A0}">
      <dgm:prSet/>
      <dgm:spPr/>
      <dgm:t>
        <a:bodyPr/>
        <a:lstStyle/>
        <a:p>
          <a:endParaRPr lang="en-US" sz="2800"/>
        </a:p>
      </dgm:t>
    </dgm:pt>
    <dgm:pt modelId="{76251ACD-1009-48E2-A9C2-F45FC14BF9E2}">
      <dgm:prSet phldrT="[Text]" custT="1"/>
      <dgm:spPr>
        <a:solidFill>
          <a:srgbClr val="007377"/>
        </a:solidFill>
      </dgm:spPr>
      <dgm:t>
        <a:bodyPr/>
        <a:lstStyle/>
        <a:p>
          <a:r>
            <a:rPr lang="en-US" sz="2800" dirty="0"/>
            <a:t>Switch</a:t>
          </a:r>
        </a:p>
      </dgm:t>
    </dgm:pt>
    <dgm:pt modelId="{84B0BD35-CBDE-4182-A3DD-22DF89CAF833}" type="parTrans" cxnId="{D89F4F85-9878-4EA8-8127-90EB89D95FF2}">
      <dgm:prSet/>
      <dgm:spPr/>
      <dgm:t>
        <a:bodyPr/>
        <a:lstStyle/>
        <a:p>
          <a:endParaRPr lang="en-US" sz="2800"/>
        </a:p>
      </dgm:t>
    </dgm:pt>
    <dgm:pt modelId="{14B9271C-5193-4EBA-AFC1-901C5377040C}" type="sibTrans" cxnId="{D89F4F85-9878-4EA8-8127-90EB89D95FF2}">
      <dgm:prSet/>
      <dgm:spPr/>
      <dgm:t>
        <a:bodyPr/>
        <a:lstStyle/>
        <a:p>
          <a:endParaRPr lang="en-US" sz="2800"/>
        </a:p>
      </dgm:t>
    </dgm:pt>
    <dgm:pt modelId="{2E4A6A05-6659-4E78-B81A-3B8B2E884AD3}">
      <dgm:prSet phldrT="[Text]" custT="1"/>
      <dgm:spPr>
        <a:solidFill>
          <a:srgbClr val="004F71"/>
        </a:solidFill>
      </dgm:spPr>
      <dgm:t>
        <a:bodyPr/>
        <a:lstStyle/>
        <a:p>
          <a:r>
            <a:rPr lang="en-US" sz="2800" dirty="0"/>
            <a:t>Bridge</a:t>
          </a:r>
        </a:p>
      </dgm:t>
    </dgm:pt>
    <dgm:pt modelId="{BCDB6BE8-AAEE-447C-8FAF-E7E53EEE2051}" type="parTrans" cxnId="{973990C6-3387-41E4-9F6A-AFD1CE0E6E1D}">
      <dgm:prSet/>
      <dgm:spPr/>
      <dgm:t>
        <a:bodyPr/>
        <a:lstStyle/>
        <a:p>
          <a:endParaRPr lang="en-US" sz="2800"/>
        </a:p>
      </dgm:t>
    </dgm:pt>
    <dgm:pt modelId="{5D44FFA5-D248-4BA0-86C3-ECF23C305FAE}" type="sibTrans" cxnId="{973990C6-3387-41E4-9F6A-AFD1CE0E6E1D}">
      <dgm:prSet/>
      <dgm:spPr/>
      <dgm:t>
        <a:bodyPr/>
        <a:lstStyle/>
        <a:p>
          <a:endParaRPr lang="en-US" sz="2800"/>
        </a:p>
      </dgm:t>
    </dgm:pt>
    <dgm:pt modelId="{320C4F5C-BE37-4955-B2FB-5D690C0A1A2A}" type="pres">
      <dgm:prSet presAssocID="{06F9106C-59FE-4955-8A61-25EA8D6CB362}" presName="diagram" presStyleCnt="0">
        <dgm:presLayoutVars>
          <dgm:dir/>
          <dgm:resizeHandles val="exact"/>
        </dgm:presLayoutVars>
      </dgm:prSet>
      <dgm:spPr/>
    </dgm:pt>
    <dgm:pt modelId="{5CA31026-1008-4EFD-BB57-76AF60228F79}" type="pres">
      <dgm:prSet presAssocID="{F2B880CC-CCB9-42B2-A1AD-06FEC589847F}" presName="node" presStyleLbl="node1" presStyleIdx="0" presStyleCnt="3">
        <dgm:presLayoutVars>
          <dgm:bulletEnabled val="1"/>
        </dgm:presLayoutVars>
      </dgm:prSet>
      <dgm:spPr/>
    </dgm:pt>
    <dgm:pt modelId="{10BCF2BE-5EA9-4191-903D-D41DB5DE19CD}" type="pres">
      <dgm:prSet presAssocID="{6BC5AA5F-BC59-4CEF-A7AA-1905AEE73A37}" presName="sibTrans" presStyleCnt="0"/>
      <dgm:spPr/>
    </dgm:pt>
    <dgm:pt modelId="{B4392506-8532-4080-AFE2-DEDBFE9D46E5}" type="pres">
      <dgm:prSet presAssocID="{76251ACD-1009-48E2-A9C2-F45FC14BF9E2}" presName="node" presStyleLbl="node1" presStyleIdx="1" presStyleCnt="3">
        <dgm:presLayoutVars>
          <dgm:bulletEnabled val="1"/>
        </dgm:presLayoutVars>
      </dgm:prSet>
      <dgm:spPr/>
    </dgm:pt>
    <dgm:pt modelId="{8B9B8394-912A-4BDD-AA78-F4EDA16C0662}" type="pres">
      <dgm:prSet presAssocID="{14B9271C-5193-4EBA-AFC1-901C5377040C}" presName="sibTrans" presStyleCnt="0"/>
      <dgm:spPr/>
    </dgm:pt>
    <dgm:pt modelId="{3740E366-5C42-46C0-95AB-7B0DDE8AA1F7}" type="pres">
      <dgm:prSet presAssocID="{2E4A6A05-6659-4E78-B81A-3B8B2E884AD3}" presName="node" presStyleLbl="node1" presStyleIdx="2" presStyleCnt="3">
        <dgm:presLayoutVars>
          <dgm:bulletEnabled val="1"/>
        </dgm:presLayoutVars>
      </dgm:prSet>
      <dgm:spPr/>
    </dgm:pt>
  </dgm:ptLst>
  <dgm:cxnLst>
    <dgm:cxn modelId="{299F310A-5242-428D-B879-5055679AD74B}" type="presOf" srcId="{F2B880CC-CCB9-42B2-A1AD-06FEC589847F}" destId="{5CA31026-1008-4EFD-BB57-76AF60228F79}" srcOrd="0" destOrd="0" presId="urn:microsoft.com/office/officeart/2005/8/layout/default"/>
    <dgm:cxn modelId="{19276B1F-4FB1-4025-9DB3-E42DDD3058B6}" type="presOf" srcId="{2E4A6A05-6659-4E78-B81A-3B8B2E884AD3}" destId="{3740E366-5C42-46C0-95AB-7B0DDE8AA1F7}" srcOrd="0" destOrd="0" presId="urn:microsoft.com/office/officeart/2005/8/layout/default"/>
    <dgm:cxn modelId="{B5534E64-8D8E-4FCA-8150-314E9ACA64A0}" srcId="{06F9106C-59FE-4955-8A61-25EA8D6CB362}" destId="{F2B880CC-CCB9-42B2-A1AD-06FEC589847F}" srcOrd="0" destOrd="0" parTransId="{1134566F-0A76-4075-8A5A-0D353044D8A5}" sibTransId="{6BC5AA5F-BC59-4CEF-A7AA-1905AEE73A37}"/>
    <dgm:cxn modelId="{C34D9765-F7FC-42B0-9ADA-54BB7FD581EB}" type="presOf" srcId="{06F9106C-59FE-4955-8A61-25EA8D6CB362}" destId="{320C4F5C-BE37-4955-B2FB-5D690C0A1A2A}" srcOrd="0" destOrd="0" presId="urn:microsoft.com/office/officeart/2005/8/layout/default"/>
    <dgm:cxn modelId="{35002966-96F0-4EC2-83C0-95FC724254F2}" type="presOf" srcId="{76251ACD-1009-48E2-A9C2-F45FC14BF9E2}" destId="{B4392506-8532-4080-AFE2-DEDBFE9D46E5}" srcOrd="0" destOrd="0" presId="urn:microsoft.com/office/officeart/2005/8/layout/default"/>
    <dgm:cxn modelId="{D89F4F85-9878-4EA8-8127-90EB89D95FF2}" srcId="{06F9106C-59FE-4955-8A61-25EA8D6CB362}" destId="{76251ACD-1009-48E2-A9C2-F45FC14BF9E2}" srcOrd="1" destOrd="0" parTransId="{84B0BD35-CBDE-4182-A3DD-22DF89CAF833}" sibTransId="{14B9271C-5193-4EBA-AFC1-901C5377040C}"/>
    <dgm:cxn modelId="{973990C6-3387-41E4-9F6A-AFD1CE0E6E1D}" srcId="{06F9106C-59FE-4955-8A61-25EA8D6CB362}" destId="{2E4A6A05-6659-4E78-B81A-3B8B2E884AD3}" srcOrd="2" destOrd="0" parTransId="{BCDB6BE8-AAEE-447C-8FAF-E7E53EEE2051}" sibTransId="{5D44FFA5-D248-4BA0-86C3-ECF23C305FAE}"/>
    <dgm:cxn modelId="{E072D4B6-7FD6-42B4-B1B2-6D83D743D86E}" type="presParOf" srcId="{320C4F5C-BE37-4955-B2FB-5D690C0A1A2A}" destId="{5CA31026-1008-4EFD-BB57-76AF60228F79}" srcOrd="0" destOrd="0" presId="urn:microsoft.com/office/officeart/2005/8/layout/default"/>
    <dgm:cxn modelId="{1A374E65-C22E-4CBD-AF15-93A3202CEC03}" type="presParOf" srcId="{320C4F5C-BE37-4955-B2FB-5D690C0A1A2A}" destId="{10BCF2BE-5EA9-4191-903D-D41DB5DE19CD}" srcOrd="1" destOrd="0" presId="urn:microsoft.com/office/officeart/2005/8/layout/default"/>
    <dgm:cxn modelId="{F5801F75-2957-4D75-B561-28483749C01A}" type="presParOf" srcId="{320C4F5C-BE37-4955-B2FB-5D690C0A1A2A}" destId="{B4392506-8532-4080-AFE2-DEDBFE9D46E5}" srcOrd="2" destOrd="0" presId="urn:microsoft.com/office/officeart/2005/8/layout/default"/>
    <dgm:cxn modelId="{F16E88E6-44B5-4746-A10C-3B3D0F979A54}" type="presParOf" srcId="{320C4F5C-BE37-4955-B2FB-5D690C0A1A2A}" destId="{8B9B8394-912A-4BDD-AA78-F4EDA16C0662}" srcOrd="3" destOrd="0" presId="urn:microsoft.com/office/officeart/2005/8/layout/default"/>
    <dgm:cxn modelId="{740E7D7D-F360-4B67-8AC3-E3EE65EF8153}" type="presParOf" srcId="{320C4F5C-BE37-4955-B2FB-5D690C0A1A2A}" destId="{3740E366-5C42-46C0-95AB-7B0DDE8AA1F7}"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6F9106C-59FE-4955-8A61-25EA8D6CB362}"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F2B880CC-CCB9-42B2-A1AD-06FEC589847F}">
      <dgm:prSet phldrT="[Text]" custT="1"/>
      <dgm:spPr>
        <a:solidFill>
          <a:srgbClr val="0097A7"/>
        </a:solidFill>
      </dgm:spPr>
      <dgm:t>
        <a:bodyPr/>
        <a:lstStyle/>
        <a:p>
          <a:r>
            <a:rPr lang="en-US" sz="2800" dirty="0"/>
            <a:t>Hub</a:t>
          </a:r>
        </a:p>
      </dgm:t>
    </dgm:pt>
    <dgm:pt modelId="{1134566F-0A76-4075-8A5A-0D353044D8A5}" type="parTrans" cxnId="{B5534E64-8D8E-4FCA-8150-314E9ACA64A0}">
      <dgm:prSet/>
      <dgm:spPr/>
      <dgm:t>
        <a:bodyPr/>
        <a:lstStyle/>
        <a:p>
          <a:endParaRPr lang="en-US" sz="2800"/>
        </a:p>
      </dgm:t>
    </dgm:pt>
    <dgm:pt modelId="{6BC5AA5F-BC59-4CEF-A7AA-1905AEE73A37}" type="sibTrans" cxnId="{B5534E64-8D8E-4FCA-8150-314E9ACA64A0}">
      <dgm:prSet/>
      <dgm:spPr/>
      <dgm:t>
        <a:bodyPr/>
        <a:lstStyle/>
        <a:p>
          <a:endParaRPr lang="en-US" sz="2800"/>
        </a:p>
      </dgm:t>
    </dgm:pt>
    <dgm:pt modelId="{76251ACD-1009-48E2-A9C2-F45FC14BF9E2}">
      <dgm:prSet phldrT="[Text]" custT="1"/>
      <dgm:spPr>
        <a:solidFill>
          <a:srgbClr val="007377"/>
        </a:solidFill>
      </dgm:spPr>
      <dgm:t>
        <a:bodyPr/>
        <a:lstStyle/>
        <a:p>
          <a:r>
            <a:rPr lang="en-US" sz="2800" dirty="0"/>
            <a:t>Switch</a:t>
          </a:r>
        </a:p>
      </dgm:t>
    </dgm:pt>
    <dgm:pt modelId="{84B0BD35-CBDE-4182-A3DD-22DF89CAF833}" type="parTrans" cxnId="{D89F4F85-9878-4EA8-8127-90EB89D95FF2}">
      <dgm:prSet/>
      <dgm:spPr/>
      <dgm:t>
        <a:bodyPr/>
        <a:lstStyle/>
        <a:p>
          <a:endParaRPr lang="en-US" sz="2800"/>
        </a:p>
      </dgm:t>
    </dgm:pt>
    <dgm:pt modelId="{14B9271C-5193-4EBA-AFC1-901C5377040C}" type="sibTrans" cxnId="{D89F4F85-9878-4EA8-8127-90EB89D95FF2}">
      <dgm:prSet/>
      <dgm:spPr/>
      <dgm:t>
        <a:bodyPr/>
        <a:lstStyle/>
        <a:p>
          <a:endParaRPr lang="en-US" sz="2800"/>
        </a:p>
      </dgm:t>
    </dgm:pt>
    <dgm:pt modelId="{2E4A6A05-6659-4E78-B81A-3B8B2E884AD3}">
      <dgm:prSet phldrT="[Text]" custT="1"/>
      <dgm:spPr>
        <a:solidFill>
          <a:srgbClr val="004F71"/>
        </a:solidFill>
      </dgm:spPr>
      <dgm:t>
        <a:bodyPr/>
        <a:lstStyle/>
        <a:p>
          <a:r>
            <a:rPr lang="en-US" sz="2800" dirty="0"/>
            <a:t>Bridge</a:t>
          </a:r>
        </a:p>
      </dgm:t>
    </dgm:pt>
    <dgm:pt modelId="{BCDB6BE8-AAEE-447C-8FAF-E7E53EEE2051}" type="parTrans" cxnId="{973990C6-3387-41E4-9F6A-AFD1CE0E6E1D}">
      <dgm:prSet/>
      <dgm:spPr/>
      <dgm:t>
        <a:bodyPr/>
        <a:lstStyle/>
        <a:p>
          <a:endParaRPr lang="en-US" sz="2800"/>
        </a:p>
      </dgm:t>
    </dgm:pt>
    <dgm:pt modelId="{5D44FFA5-D248-4BA0-86C3-ECF23C305FAE}" type="sibTrans" cxnId="{973990C6-3387-41E4-9F6A-AFD1CE0E6E1D}">
      <dgm:prSet/>
      <dgm:spPr/>
      <dgm:t>
        <a:bodyPr/>
        <a:lstStyle/>
        <a:p>
          <a:endParaRPr lang="en-US" sz="2800"/>
        </a:p>
      </dgm:t>
    </dgm:pt>
    <dgm:pt modelId="{320C4F5C-BE37-4955-B2FB-5D690C0A1A2A}" type="pres">
      <dgm:prSet presAssocID="{06F9106C-59FE-4955-8A61-25EA8D6CB362}" presName="diagram" presStyleCnt="0">
        <dgm:presLayoutVars>
          <dgm:dir/>
          <dgm:resizeHandles val="exact"/>
        </dgm:presLayoutVars>
      </dgm:prSet>
      <dgm:spPr/>
    </dgm:pt>
    <dgm:pt modelId="{5CA31026-1008-4EFD-BB57-76AF60228F79}" type="pres">
      <dgm:prSet presAssocID="{F2B880CC-CCB9-42B2-A1AD-06FEC589847F}" presName="node" presStyleLbl="node1" presStyleIdx="0" presStyleCnt="3">
        <dgm:presLayoutVars>
          <dgm:bulletEnabled val="1"/>
        </dgm:presLayoutVars>
      </dgm:prSet>
      <dgm:spPr/>
    </dgm:pt>
    <dgm:pt modelId="{10BCF2BE-5EA9-4191-903D-D41DB5DE19CD}" type="pres">
      <dgm:prSet presAssocID="{6BC5AA5F-BC59-4CEF-A7AA-1905AEE73A37}" presName="sibTrans" presStyleCnt="0"/>
      <dgm:spPr/>
    </dgm:pt>
    <dgm:pt modelId="{B4392506-8532-4080-AFE2-DEDBFE9D46E5}" type="pres">
      <dgm:prSet presAssocID="{76251ACD-1009-48E2-A9C2-F45FC14BF9E2}" presName="node" presStyleLbl="node1" presStyleIdx="1" presStyleCnt="3">
        <dgm:presLayoutVars>
          <dgm:bulletEnabled val="1"/>
        </dgm:presLayoutVars>
      </dgm:prSet>
      <dgm:spPr/>
    </dgm:pt>
    <dgm:pt modelId="{8B9B8394-912A-4BDD-AA78-F4EDA16C0662}" type="pres">
      <dgm:prSet presAssocID="{14B9271C-5193-4EBA-AFC1-901C5377040C}" presName="sibTrans" presStyleCnt="0"/>
      <dgm:spPr/>
    </dgm:pt>
    <dgm:pt modelId="{3740E366-5C42-46C0-95AB-7B0DDE8AA1F7}" type="pres">
      <dgm:prSet presAssocID="{2E4A6A05-6659-4E78-B81A-3B8B2E884AD3}" presName="node" presStyleLbl="node1" presStyleIdx="2" presStyleCnt="3">
        <dgm:presLayoutVars>
          <dgm:bulletEnabled val="1"/>
        </dgm:presLayoutVars>
      </dgm:prSet>
      <dgm:spPr/>
    </dgm:pt>
  </dgm:ptLst>
  <dgm:cxnLst>
    <dgm:cxn modelId="{299F310A-5242-428D-B879-5055679AD74B}" type="presOf" srcId="{F2B880CC-CCB9-42B2-A1AD-06FEC589847F}" destId="{5CA31026-1008-4EFD-BB57-76AF60228F79}" srcOrd="0" destOrd="0" presId="urn:microsoft.com/office/officeart/2005/8/layout/default"/>
    <dgm:cxn modelId="{19276B1F-4FB1-4025-9DB3-E42DDD3058B6}" type="presOf" srcId="{2E4A6A05-6659-4E78-B81A-3B8B2E884AD3}" destId="{3740E366-5C42-46C0-95AB-7B0DDE8AA1F7}" srcOrd="0" destOrd="0" presId="urn:microsoft.com/office/officeart/2005/8/layout/default"/>
    <dgm:cxn modelId="{B5534E64-8D8E-4FCA-8150-314E9ACA64A0}" srcId="{06F9106C-59FE-4955-8A61-25EA8D6CB362}" destId="{F2B880CC-CCB9-42B2-A1AD-06FEC589847F}" srcOrd="0" destOrd="0" parTransId="{1134566F-0A76-4075-8A5A-0D353044D8A5}" sibTransId="{6BC5AA5F-BC59-4CEF-A7AA-1905AEE73A37}"/>
    <dgm:cxn modelId="{C34D9765-F7FC-42B0-9ADA-54BB7FD581EB}" type="presOf" srcId="{06F9106C-59FE-4955-8A61-25EA8D6CB362}" destId="{320C4F5C-BE37-4955-B2FB-5D690C0A1A2A}" srcOrd="0" destOrd="0" presId="urn:microsoft.com/office/officeart/2005/8/layout/default"/>
    <dgm:cxn modelId="{35002966-96F0-4EC2-83C0-95FC724254F2}" type="presOf" srcId="{76251ACD-1009-48E2-A9C2-F45FC14BF9E2}" destId="{B4392506-8532-4080-AFE2-DEDBFE9D46E5}" srcOrd="0" destOrd="0" presId="urn:microsoft.com/office/officeart/2005/8/layout/default"/>
    <dgm:cxn modelId="{D89F4F85-9878-4EA8-8127-90EB89D95FF2}" srcId="{06F9106C-59FE-4955-8A61-25EA8D6CB362}" destId="{76251ACD-1009-48E2-A9C2-F45FC14BF9E2}" srcOrd="1" destOrd="0" parTransId="{84B0BD35-CBDE-4182-A3DD-22DF89CAF833}" sibTransId="{14B9271C-5193-4EBA-AFC1-901C5377040C}"/>
    <dgm:cxn modelId="{973990C6-3387-41E4-9F6A-AFD1CE0E6E1D}" srcId="{06F9106C-59FE-4955-8A61-25EA8D6CB362}" destId="{2E4A6A05-6659-4E78-B81A-3B8B2E884AD3}" srcOrd="2" destOrd="0" parTransId="{BCDB6BE8-AAEE-447C-8FAF-E7E53EEE2051}" sibTransId="{5D44FFA5-D248-4BA0-86C3-ECF23C305FAE}"/>
    <dgm:cxn modelId="{E072D4B6-7FD6-42B4-B1B2-6D83D743D86E}" type="presParOf" srcId="{320C4F5C-BE37-4955-B2FB-5D690C0A1A2A}" destId="{5CA31026-1008-4EFD-BB57-76AF60228F79}" srcOrd="0" destOrd="0" presId="urn:microsoft.com/office/officeart/2005/8/layout/default"/>
    <dgm:cxn modelId="{1A374E65-C22E-4CBD-AF15-93A3202CEC03}" type="presParOf" srcId="{320C4F5C-BE37-4955-B2FB-5D690C0A1A2A}" destId="{10BCF2BE-5EA9-4191-903D-D41DB5DE19CD}" srcOrd="1" destOrd="0" presId="urn:microsoft.com/office/officeart/2005/8/layout/default"/>
    <dgm:cxn modelId="{F5801F75-2957-4D75-B561-28483749C01A}" type="presParOf" srcId="{320C4F5C-BE37-4955-B2FB-5D690C0A1A2A}" destId="{B4392506-8532-4080-AFE2-DEDBFE9D46E5}" srcOrd="2" destOrd="0" presId="urn:microsoft.com/office/officeart/2005/8/layout/default"/>
    <dgm:cxn modelId="{F16E88E6-44B5-4746-A10C-3B3D0F979A54}" type="presParOf" srcId="{320C4F5C-BE37-4955-B2FB-5D690C0A1A2A}" destId="{8B9B8394-912A-4BDD-AA78-F4EDA16C0662}" srcOrd="3" destOrd="0" presId="urn:microsoft.com/office/officeart/2005/8/layout/default"/>
    <dgm:cxn modelId="{740E7D7D-F360-4B67-8AC3-E3EE65EF8153}" type="presParOf" srcId="{320C4F5C-BE37-4955-B2FB-5D690C0A1A2A}" destId="{3740E366-5C42-46C0-95AB-7B0DDE8AA1F7}"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6F9106C-59FE-4955-8A61-25EA8D6CB362}"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F2B880CC-CCB9-42B2-A1AD-06FEC589847F}">
      <dgm:prSet phldrT="[Text]" custT="1"/>
      <dgm:spPr>
        <a:solidFill>
          <a:srgbClr val="0097A7"/>
        </a:solidFill>
      </dgm:spPr>
      <dgm:t>
        <a:bodyPr/>
        <a:lstStyle/>
        <a:p>
          <a:r>
            <a:rPr lang="en-US" sz="2800" dirty="0"/>
            <a:t>Hub</a:t>
          </a:r>
        </a:p>
      </dgm:t>
    </dgm:pt>
    <dgm:pt modelId="{1134566F-0A76-4075-8A5A-0D353044D8A5}" type="parTrans" cxnId="{B5534E64-8D8E-4FCA-8150-314E9ACA64A0}">
      <dgm:prSet/>
      <dgm:spPr/>
      <dgm:t>
        <a:bodyPr/>
        <a:lstStyle/>
        <a:p>
          <a:endParaRPr lang="en-US" sz="2800"/>
        </a:p>
      </dgm:t>
    </dgm:pt>
    <dgm:pt modelId="{6BC5AA5F-BC59-4CEF-A7AA-1905AEE73A37}" type="sibTrans" cxnId="{B5534E64-8D8E-4FCA-8150-314E9ACA64A0}">
      <dgm:prSet/>
      <dgm:spPr/>
      <dgm:t>
        <a:bodyPr/>
        <a:lstStyle/>
        <a:p>
          <a:endParaRPr lang="en-US" sz="2800"/>
        </a:p>
      </dgm:t>
    </dgm:pt>
    <dgm:pt modelId="{76251ACD-1009-48E2-A9C2-F45FC14BF9E2}">
      <dgm:prSet phldrT="[Text]" custT="1"/>
      <dgm:spPr>
        <a:solidFill>
          <a:srgbClr val="007377"/>
        </a:solidFill>
      </dgm:spPr>
      <dgm:t>
        <a:bodyPr/>
        <a:lstStyle/>
        <a:p>
          <a:r>
            <a:rPr lang="en-US" sz="2800" dirty="0"/>
            <a:t>Switch</a:t>
          </a:r>
        </a:p>
      </dgm:t>
    </dgm:pt>
    <dgm:pt modelId="{84B0BD35-CBDE-4182-A3DD-22DF89CAF833}" type="parTrans" cxnId="{D89F4F85-9878-4EA8-8127-90EB89D95FF2}">
      <dgm:prSet/>
      <dgm:spPr/>
      <dgm:t>
        <a:bodyPr/>
        <a:lstStyle/>
        <a:p>
          <a:endParaRPr lang="en-US" sz="2800"/>
        </a:p>
      </dgm:t>
    </dgm:pt>
    <dgm:pt modelId="{14B9271C-5193-4EBA-AFC1-901C5377040C}" type="sibTrans" cxnId="{D89F4F85-9878-4EA8-8127-90EB89D95FF2}">
      <dgm:prSet/>
      <dgm:spPr/>
      <dgm:t>
        <a:bodyPr/>
        <a:lstStyle/>
        <a:p>
          <a:endParaRPr lang="en-US" sz="2800"/>
        </a:p>
      </dgm:t>
    </dgm:pt>
    <dgm:pt modelId="{2E4A6A05-6659-4E78-B81A-3B8B2E884AD3}">
      <dgm:prSet phldrT="[Text]" custT="1"/>
      <dgm:spPr>
        <a:solidFill>
          <a:srgbClr val="004F71"/>
        </a:solidFill>
      </dgm:spPr>
      <dgm:t>
        <a:bodyPr/>
        <a:lstStyle/>
        <a:p>
          <a:r>
            <a:rPr lang="en-US" sz="2800" dirty="0"/>
            <a:t>Bridge</a:t>
          </a:r>
        </a:p>
      </dgm:t>
    </dgm:pt>
    <dgm:pt modelId="{BCDB6BE8-AAEE-447C-8FAF-E7E53EEE2051}" type="parTrans" cxnId="{973990C6-3387-41E4-9F6A-AFD1CE0E6E1D}">
      <dgm:prSet/>
      <dgm:spPr/>
      <dgm:t>
        <a:bodyPr/>
        <a:lstStyle/>
        <a:p>
          <a:endParaRPr lang="en-US" sz="2800"/>
        </a:p>
      </dgm:t>
    </dgm:pt>
    <dgm:pt modelId="{5D44FFA5-D248-4BA0-86C3-ECF23C305FAE}" type="sibTrans" cxnId="{973990C6-3387-41E4-9F6A-AFD1CE0E6E1D}">
      <dgm:prSet/>
      <dgm:spPr/>
      <dgm:t>
        <a:bodyPr/>
        <a:lstStyle/>
        <a:p>
          <a:endParaRPr lang="en-US" sz="2800"/>
        </a:p>
      </dgm:t>
    </dgm:pt>
    <dgm:pt modelId="{320C4F5C-BE37-4955-B2FB-5D690C0A1A2A}" type="pres">
      <dgm:prSet presAssocID="{06F9106C-59FE-4955-8A61-25EA8D6CB362}" presName="diagram" presStyleCnt="0">
        <dgm:presLayoutVars>
          <dgm:dir/>
          <dgm:resizeHandles val="exact"/>
        </dgm:presLayoutVars>
      </dgm:prSet>
      <dgm:spPr/>
    </dgm:pt>
    <dgm:pt modelId="{5CA31026-1008-4EFD-BB57-76AF60228F79}" type="pres">
      <dgm:prSet presAssocID="{F2B880CC-CCB9-42B2-A1AD-06FEC589847F}" presName="node" presStyleLbl="node1" presStyleIdx="0" presStyleCnt="3">
        <dgm:presLayoutVars>
          <dgm:bulletEnabled val="1"/>
        </dgm:presLayoutVars>
      </dgm:prSet>
      <dgm:spPr/>
    </dgm:pt>
    <dgm:pt modelId="{10BCF2BE-5EA9-4191-903D-D41DB5DE19CD}" type="pres">
      <dgm:prSet presAssocID="{6BC5AA5F-BC59-4CEF-A7AA-1905AEE73A37}" presName="sibTrans" presStyleCnt="0"/>
      <dgm:spPr/>
    </dgm:pt>
    <dgm:pt modelId="{B4392506-8532-4080-AFE2-DEDBFE9D46E5}" type="pres">
      <dgm:prSet presAssocID="{76251ACD-1009-48E2-A9C2-F45FC14BF9E2}" presName="node" presStyleLbl="node1" presStyleIdx="1" presStyleCnt="3">
        <dgm:presLayoutVars>
          <dgm:bulletEnabled val="1"/>
        </dgm:presLayoutVars>
      </dgm:prSet>
      <dgm:spPr/>
    </dgm:pt>
    <dgm:pt modelId="{8B9B8394-912A-4BDD-AA78-F4EDA16C0662}" type="pres">
      <dgm:prSet presAssocID="{14B9271C-5193-4EBA-AFC1-901C5377040C}" presName="sibTrans" presStyleCnt="0"/>
      <dgm:spPr/>
    </dgm:pt>
    <dgm:pt modelId="{3740E366-5C42-46C0-95AB-7B0DDE8AA1F7}" type="pres">
      <dgm:prSet presAssocID="{2E4A6A05-6659-4E78-B81A-3B8B2E884AD3}" presName="node" presStyleLbl="node1" presStyleIdx="2" presStyleCnt="3">
        <dgm:presLayoutVars>
          <dgm:bulletEnabled val="1"/>
        </dgm:presLayoutVars>
      </dgm:prSet>
      <dgm:spPr/>
    </dgm:pt>
  </dgm:ptLst>
  <dgm:cxnLst>
    <dgm:cxn modelId="{299F310A-5242-428D-B879-5055679AD74B}" type="presOf" srcId="{F2B880CC-CCB9-42B2-A1AD-06FEC589847F}" destId="{5CA31026-1008-4EFD-BB57-76AF60228F79}" srcOrd="0" destOrd="0" presId="urn:microsoft.com/office/officeart/2005/8/layout/default"/>
    <dgm:cxn modelId="{19276B1F-4FB1-4025-9DB3-E42DDD3058B6}" type="presOf" srcId="{2E4A6A05-6659-4E78-B81A-3B8B2E884AD3}" destId="{3740E366-5C42-46C0-95AB-7B0DDE8AA1F7}" srcOrd="0" destOrd="0" presId="urn:microsoft.com/office/officeart/2005/8/layout/default"/>
    <dgm:cxn modelId="{B5534E64-8D8E-4FCA-8150-314E9ACA64A0}" srcId="{06F9106C-59FE-4955-8A61-25EA8D6CB362}" destId="{F2B880CC-CCB9-42B2-A1AD-06FEC589847F}" srcOrd="0" destOrd="0" parTransId="{1134566F-0A76-4075-8A5A-0D353044D8A5}" sibTransId="{6BC5AA5F-BC59-4CEF-A7AA-1905AEE73A37}"/>
    <dgm:cxn modelId="{C34D9765-F7FC-42B0-9ADA-54BB7FD581EB}" type="presOf" srcId="{06F9106C-59FE-4955-8A61-25EA8D6CB362}" destId="{320C4F5C-BE37-4955-B2FB-5D690C0A1A2A}" srcOrd="0" destOrd="0" presId="urn:microsoft.com/office/officeart/2005/8/layout/default"/>
    <dgm:cxn modelId="{35002966-96F0-4EC2-83C0-95FC724254F2}" type="presOf" srcId="{76251ACD-1009-48E2-A9C2-F45FC14BF9E2}" destId="{B4392506-8532-4080-AFE2-DEDBFE9D46E5}" srcOrd="0" destOrd="0" presId="urn:microsoft.com/office/officeart/2005/8/layout/default"/>
    <dgm:cxn modelId="{D89F4F85-9878-4EA8-8127-90EB89D95FF2}" srcId="{06F9106C-59FE-4955-8A61-25EA8D6CB362}" destId="{76251ACD-1009-48E2-A9C2-F45FC14BF9E2}" srcOrd="1" destOrd="0" parTransId="{84B0BD35-CBDE-4182-A3DD-22DF89CAF833}" sibTransId="{14B9271C-5193-4EBA-AFC1-901C5377040C}"/>
    <dgm:cxn modelId="{973990C6-3387-41E4-9F6A-AFD1CE0E6E1D}" srcId="{06F9106C-59FE-4955-8A61-25EA8D6CB362}" destId="{2E4A6A05-6659-4E78-B81A-3B8B2E884AD3}" srcOrd="2" destOrd="0" parTransId="{BCDB6BE8-AAEE-447C-8FAF-E7E53EEE2051}" sibTransId="{5D44FFA5-D248-4BA0-86C3-ECF23C305FAE}"/>
    <dgm:cxn modelId="{E072D4B6-7FD6-42B4-B1B2-6D83D743D86E}" type="presParOf" srcId="{320C4F5C-BE37-4955-B2FB-5D690C0A1A2A}" destId="{5CA31026-1008-4EFD-BB57-76AF60228F79}" srcOrd="0" destOrd="0" presId="urn:microsoft.com/office/officeart/2005/8/layout/default"/>
    <dgm:cxn modelId="{1A374E65-C22E-4CBD-AF15-93A3202CEC03}" type="presParOf" srcId="{320C4F5C-BE37-4955-B2FB-5D690C0A1A2A}" destId="{10BCF2BE-5EA9-4191-903D-D41DB5DE19CD}" srcOrd="1" destOrd="0" presId="urn:microsoft.com/office/officeart/2005/8/layout/default"/>
    <dgm:cxn modelId="{F5801F75-2957-4D75-B561-28483749C01A}" type="presParOf" srcId="{320C4F5C-BE37-4955-B2FB-5D690C0A1A2A}" destId="{B4392506-8532-4080-AFE2-DEDBFE9D46E5}" srcOrd="2" destOrd="0" presId="urn:microsoft.com/office/officeart/2005/8/layout/default"/>
    <dgm:cxn modelId="{F16E88E6-44B5-4746-A10C-3B3D0F979A54}" type="presParOf" srcId="{320C4F5C-BE37-4955-B2FB-5D690C0A1A2A}" destId="{8B9B8394-912A-4BDD-AA78-F4EDA16C0662}" srcOrd="3" destOrd="0" presId="urn:microsoft.com/office/officeart/2005/8/layout/default"/>
    <dgm:cxn modelId="{740E7D7D-F360-4B67-8AC3-E3EE65EF8153}" type="presParOf" srcId="{320C4F5C-BE37-4955-B2FB-5D690C0A1A2A}" destId="{3740E366-5C42-46C0-95AB-7B0DDE8AA1F7}"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6F9106C-59FE-4955-8A61-25EA8D6CB362}"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F2B880CC-CCB9-42B2-A1AD-06FEC589847F}">
      <dgm:prSet phldrT="[Text]" custT="1"/>
      <dgm:spPr>
        <a:solidFill>
          <a:srgbClr val="0097A7"/>
        </a:solidFill>
      </dgm:spPr>
      <dgm:t>
        <a:bodyPr/>
        <a:lstStyle/>
        <a:p>
          <a:r>
            <a:rPr lang="en-US" sz="2800" dirty="0"/>
            <a:t>Hub</a:t>
          </a:r>
        </a:p>
      </dgm:t>
    </dgm:pt>
    <dgm:pt modelId="{1134566F-0A76-4075-8A5A-0D353044D8A5}" type="parTrans" cxnId="{B5534E64-8D8E-4FCA-8150-314E9ACA64A0}">
      <dgm:prSet/>
      <dgm:spPr/>
      <dgm:t>
        <a:bodyPr/>
        <a:lstStyle/>
        <a:p>
          <a:endParaRPr lang="en-US" sz="2800"/>
        </a:p>
      </dgm:t>
    </dgm:pt>
    <dgm:pt modelId="{6BC5AA5F-BC59-4CEF-A7AA-1905AEE73A37}" type="sibTrans" cxnId="{B5534E64-8D8E-4FCA-8150-314E9ACA64A0}">
      <dgm:prSet/>
      <dgm:spPr/>
      <dgm:t>
        <a:bodyPr/>
        <a:lstStyle/>
        <a:p>
          <a:endParaRPr lang="en-US" sz="2800"/>
        </a:p>
      </dgm:t>
    </dgm:pt>
    <dgm:pt modelId="{76251ACD-1009-48E2-A9C2-F45FC14BF9E2}">
      <dgm:prSet phldrT="[Text]" custT="1"/>
      <dgm:spPr>
        <a:solidFill>
          <a:srgbClr val="007377"/>
        </a:solidFill>
      </dgm:spPr>
      <dgm:t>
        <a:bodyPr/>
        <a:lstStyle/>
        <a:p>
          <a:r>
            <a:rPr lang="en-US" sz="2800" dirty="0"/>
            <a:t>Switch</a:t>
          </a:r>
        </a:p>
      </dgm:t>
    </dgm:pt>
    <dgm:pt modelId="{84B0BD35-CBDE-4182-A3DD-22DF89CAF833}" type="parTrans" cxnId="{D89F4F85-9878-4EA8-8127-90EB89D95FF2}">
      <dgm:prSet/>
      <dgm:spPr/>
      <dgm:t>
        <a:bodyPr/>
        <a:lstStyle/>
        <a:p>
          <a:endParaRPr lang="en-US" sz="2800"/>
        </a:p>
      </dgm:t>
    </dgm:pt>
    <dgm:pt modelId="{14B9271C-5193-4EBA-AFC1-901C5377040C}" type="sibTrans" cxnId="{D89F4F85-9878-4EA8-8127-90EB89D95FF2}">
      <dgm:prSet/>
      <dgm:spPr/>
      <dgm:t>
        <a:bodyPr/>
        <a:lstStyle/>
        <a:p>
          <a:endParaRPr lang="en-US" sz="2800"/>
        </a:p>
      </dgm:t>
    </dgm:pt>
    <dgm:pt modelId="{2E4A6A05-6659-4E78-B81A-3B8B2E884AD3}">
      <dgm:prSet phldrT="[Text]" custT="1"/>
      <dgm:spPr>
        <a:solidFill>
          <a:srgbClr val="004F71"/>
        </a:solidFill>
      </dgm:spPr>
      <dgm:t>
        <a:bodyPr/>
        <a:lstStyle/>
        <a:p>
          <a:r>
            <a:rPr lang="en-US" sz="2800" dirty="0"/>
            <a:t>Bridge</a:t>
          </a:r>
        </a:p>
      </dgm:t>
    </dgm:pt>
    <dgm:pt modelId="{BCDB6BE8-AAEE-447C-8FAF-E7E53EEE2051}" type="parTrans" cxnId="{973990C6-3387-41E4-9F6A-AFD1CE0E6E1D}">
      <dgm:prSet/>
      <dgm:spPr/>
      <dgm:t>
        <a:bodyPr/>
        <a:lstStyle/>
        <a:p>
          <a:endParaRPr lang="en-US" sz="2800"/>
        </a:p>
      </dgm:t>
    </dgm:pt>
    <dgm:pt modelId="{5D44FFA5-D248-4BA0-86C3-ECF23C305FAE}" type="sibTrans" cxnId="{973990C6-3387-41E4-9F6A-AFD1CE0E6E1D}">
      <dgm:prSet/>
      <dgm:spPr/>
      <dgm:t>
        <a:bodyPr/>
        <a:lstStyle/>
        <a:p>
          <a:endParaRPr lang="en-US" sz="2800"/>
        </a:p>
      </dgm:t>
    </dgm:pt>
    <dgm:pt modelId="{320C4F5C-BE37-4955-B2FB-5D690C0A1A2A}" type="pres">
      <dgm:prSet presAssocID="{06F9106C-59FE-4955-8A61-25EA8D6CB362}" presName="diagram" presStyleCnt="0">
        <dgm:presLayoutVars>
          <dgm:dir/>
          <dgm:resizeHandles val="exact"/>
        </dgm:presLayoutVars>
      </dgm:prSet>
      <dgm:spPr/>
    </dgm:pt>
    <dgm:pt modelId="{5CA31026-1008-4EFD-BB57-76AF60228F79}" type="pres">
      <dgm:prSet presAssocID="{F2B880CC-CCB9-42B2-A1AD-06FEC589847F}" presName="node" presStyleLbl="node1" presStyleIdx="0" presStyleCnt="3">
        <dgm:presLayoutVars>
          <dgm:bulletEnabled val="1"/>
        </dgm:presLayoutVars>
      </dgm:prSet>
      <dgm:spPr/>
    </dgm:pt>
    <dgm:pt modelId="{10BCF2BE-5EA9-4191-903D-D41DB5DE19CD}" type="pres">
      <dgm:prSet presAssocID="{6BC5AA5F-BC59-4CEF-A7AA-1905AEE73A37}" presName="sibTrans" presStyleCnt="0"/>
      <dgm:spPr/>
    </dgm:pt>
    <dgm:pt modelId="{B4392506-8532-4080-AFE2-DEDBFE9D46E5}" type="pres">
      <dgm:prSet presAssocID="{76251ACD-1009-48E2-A9C2-F45FC14BF9E2}" presName="node" presStyleLbl="node1" presStyleIdx="1" presStyleCnt="3">
        <dgm:presLayoutVars>
          <dgm:bulletEnabled val="1"/>
        </dgm:presLayoutVars>
      </dgm:prSet>
      <dgm:spPr/>
    </dgm:pt>
    <dgm:pt modelId="{8B9B8394-912A-4BDD-AA78-F4EDA16C0662}" type="pres">
      <dgm:prSet presAssocID="{14B9271C-5193-4EBA-AFC1-901C5377040C}" presName="sibTrans" presStyleCnt="0"/>
      <dgm:spPr/>
    </dgm:pt>
    <dgm:pt modelId="{3740E366-5C42-46C0-95AB-7B0DDE8AA1F7}" type="pres">
      <dgm:prSet presAssocID="{2E4A6A05-6659-4E78-B81A-3B8B2E884AD3}" presName="node" presStyleLbl="node1" presStyleIdx="2" presStyleCnt="3">
        <dgm:presLayoutVars>
          <dgm:bulletEnabled val="1"/>
        </dgm:presLayoutVars>
      </dgm:prSet>
      <dgm:spPr/>
    </dgm:pt>
  </dgm:ptLst>
  <dgm:cxnLst>
    <dgm:cxn modelId="{299F310A-5242-428D-B879-5055679AD74B}" type="presOf" srcId="{F2B880CC-CCB9-42B2-A1AD-06FEC589847F}" destId="{5CA31026-1008-4EFD-BB57-76AF60228F79}" srcOrd="0" destOrd="0" presId="urn:microsoft.com/office/officeart/2005/8/layout/default"/>
    <dgm:cxn modelId="{19276B1F-4FB1-4025-9DB3-E42DDD3058B6}" type="presOf" srcId="{2E4A6A05-6659-4E78-B81A-3B8B2E884AD3}" destId="{3740E366-5C42-46C0-95AB-7B0DDE8AA1F7}" srcOrd="0" destOrd="0" presId="urn:microsoft.com/office/officeart/2005/8/layout/default"/>
    <dgm:cxn modelId="{B5534E64-8D8E-4FCA-8150-314E9ACA64A0}" srcId="{06F9106C-59FE-4955-8A61-25EA8D6CB362}" destId="{F2B880CC-CCB9-42B2-A1AD-06FEC589847F}" srcOrd="0" destOrd="0" parTransId="{1134566F-0A76-4075-8A5A-0D353044D8A5}" sibTransId="{6BC5AA5F-BC59-4CEF-A7AA-1905AEE73A37}"/>
    <dgm:cxn modelId="{C34D9765-F7FC-42B0-9ADA-54BB7FD581EB}" type="presOf" srcId="{06F9106C-59FE-4955-8A61-25EA8D6CB362}" destId="{320C4F5C-BE37-4955-B2FB-5D690C0A1A2A}" srcOrd="0" destOrd="0" presId="urn:microsoft.com/office/officeart/2005/8/layout/default"/>
    <dgm:cxn modelId="{35002966-96F0-4EC2-83C0-95FC724254F2}" type="presOf" srcId="{76251ACD-1009-48E2-A9C2-F45FC14BF9E2}" destId="{B4392506-8532-4080-AFE2-DEDBFE9D46E5}" srcOrd="0" destOrd="0" presId="urn:microsoft.com/office/officeart/2005/8/layout/default"/>
    <dgm:cxn modelId="{D89F4F85-9878-4EA8-8127-90EB89D95FF2}" srcId="{06F9106C-59FE-4955-8A61-25EA8D6CB362}" destId="{76251ACD-1009-48E2-A9C2-F45FC14BF9E2}" srcOrd="1" destOrd="0" parTransId="{84B0BD35-CBDE-4182-A3DD-22DF89CAF833}" sibTransId="{14B9271C-5193-4EBA-AFC1-901C5377040C}"/>
    <dgm:cxn modelId="{973990C6-3387-41E4-9F6A-AFD1CE0E6E1D}" srcId="{06F9106C-59FE-4955-8A61-25EA8D6CB362}" destId="{2E4A6A05-6659-4E78-B81A-3B8B2E884AD3}" srcOrd="2" destOrd="0" parTransId="{BCDB6BE8-AAEE-447C-8FAF-E7E53EEE2051}" sibTransId="{5D44FFA5-D248-4BA0-86C3-ECF23C305FAE}"/>
    <dgm:cxn modelId="{E072D4B6-7FD6-42B4-B1B2-6D83D743D86E}" type="presParOf" srcId="{320C4F5C-BE37-4955-B2FB-5D690C0A1A2A}" destId="{5CA31026-1008-4EFD-BB57-76AF60228F79}" srcOrd="0" destOrd="0" presId="urn:microsoft.com/office/officeart/2005/8/layout/default"/>
    <dgm:cxn modelId="{1A374E65-C22E-4CBD-AF15-93A3202CEC03}" type="presParOf" srcId="{320C4F5C-BE37-4955-B2FB-5D690C0A1A2A}" destId="{10BCF2BE-5EA9-4191-903D-D41DB5DE19CD}" srcOrd="1" destOrd="0" presId="urn:microsoft.com/office/officeart/2005/8/layout/default"/>
    <dgm:cxn modelId="{F5801F75-2957-4D75-B561-28483749C01A}" type="presParOf" srcId="{320C4F5C-BE37-4955-B2FB-5D690C0A1A2A}" destId="{B4392506-8532-4080-AFE2-DEDBFE9D46E5}" srcOrd="2" destOrd="0" presId="urn:microsoft.com/office/officeart/2005/8/layout/default"/>
    <dgm:cxn modelId="{F16E88E6-44B5-4746-A10C-3B3D0F979A54}" type="presParOf" srcId="{320C4F5C-BE37-4955-B2FB-5D690C0A1A2A}" destId="{8B9B8394-912A-4BDD-AA78-F4EDA16C0662}" srcOrd="3" destOrd="0" presId="urn:microsoft.com/office/officeart/2005/8/layout/default"/>
    <dgm:cxn modelId="{740E7D7D-F360-4B67-8AC3-E3EE65EF8153}" type="presParOf" srcId="{320C4F5C-BE37-4955-B2FB-5D690C0A1A2A}" destId="{3740E366-5C42-46C0-95AB-7B0DDE8AA1F7}"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6F9106C-59FE-4955-8A61-25EA8D6CB362}"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F2B880CC-CCB9-42B2-A1AD-06FEC589847F}">
      <dgm:prSet phldrT="[Text]" custT="1"/>
      <dgm:spPr>
        <a:solidFill>
          <a:srgbClr val="0097A7"/>
        </a:solidFill>
      </dgm:spPr>
      <dgm:t>
        <a:bodyPr/>
        <a:lstStyle/>
        <a:p>
          <a:r>
            <a:rPr lang="en-US" sz="2800" dirty="0"/>
            <a:t>Hub</a:t>
          </a:r>
        </a:p>
      </dgm:t>
    </dgm:pt>
    <dgm:pt modelId="{1134566F-0A76-4075-8A5A-0D353044D8A5}" type="parTrans" cxnId="{B5534E64-8D8E-4FCA-8150-314E9ACA64A0}">
      <dgm:prSet/>
      <dgm:spPr/>
      <dgm:t>
        <a:bodyPr/>
        <a:lstStyle/>
        <a:p>
          <a:endParaRPr lang="en-US" sz="2800"/>
        </a:p>
      </dgm:t>
    </dgm:pt>
    <dgm:pt modelId="{6BC5AA5F-BC59-4CEF-A7AA-1905AEE73A37}" type="sibTrans" cxnId="{B5534E64-8D8E-4FCA-8150-314E9ACA64A0}">
      <dgm:prSet/>
      <dgm:spPr/>
      <dgm:t>
        <a:bodyPr/>
        <a:lstStyle/>
        <a:p>
          <a:endParaRPr lang="en-US" sz="2800"/>
        </a:p>
      </dgm:t>
    </dgm:pt>
    <dgm:pt modelId="{76251ACD-1009-48E2-A9C2-F45FC14BF9E2}">
      <dgm:prSet phldrT="[Text]" custT="1"/>
      <dgm:spPr>
        <a:solidFill>
          <a:srgbClr val="007377"/>
        </a:solidFill>
      </dgm:spPr>
      <dgm:t>
        <a:bodyPr/>
        <a:lstStyle/>
        <a:p>
          <a:r>
            <a:rPr lang="en-US" sz="2800" dirty="0"/>
            <a:t>Switch</a:t>
          </a:r>
        </a:p>
      </dgm:t>
    </dgm:pt>
    <dgm:pt modelId="{84B0BD35-CBDE-4182-A3DD-22DF89CAF833}" type="parTrans" cxnId="{D89F4F85-9878-4EA8-8127-90EB89D95FF2}">
      <dgm:prSet/>
      <dgm:spPr/>
      <dgm:t>
        <a:bodyPr/>
        <a:lstStyle/>
        <a:p>
          <a:endParaRPr lang="en-US" sz="2800"/>
        </a:p>
      </dgm:t>
    </dgm:pt>
    <dgm:pt modelId="{14B9271C-5193-4EBA-AFC1-901C5377040C}" type="sibTrans" cxnId="{D89F4F85-9878-4EA8-8127-90EB89D95FF2}">
      <dgm:prSet/>
      <dgm:spPr/>
      <dgm:t>
        <a:bodyPr/>
        <a:lstStyle/>
        <a:p>
          <a:endParaRPr lang="en-US" sz="2800"/>
        </a:p>
      </dgm:t>
    </dgm:pt>
    <dgm:pt modelId="{2E4A6A05-6659-4E78-B81A-3B8B2E884AD3}">
      <dgm:prSet phldrT="[Text]" custT="1"/>
      <dgm:spPr>
        <a:solidFill>
          <a:srgbClr val="004F71"/>
        </a:solidFill>
      </dgm:spPr>
      <dgm:t>
        <a:bodyPr/>
        <a:lstStyle/>
        <a:p>
          <a:r>
            <a:rPr lang="en-US" sz="2800" dirty="0"/>
            <a:t>Bridge</a:t>
          </a:r>
        </a:p>
      </dgm:t>
    </dgm:pt>
    <dgm:pt modelId="{BCDB6BE8-AAEE-447C-8FAF-E7E53EEE2051}" type="parTrans" cxnId="{973990C6-3387-41E4-9F6A-AFD1CE0E6E1D}">
      <dgm:prSet/>
      <dgm:spPr/>
      <dgm:t>
        <a:bodyPr/>
        <a:lstStyle/>
        <a:p>
          <a:endParaRPr lang="en-US" sz="2800"/>
        </a:p>
      </dgm:t>
    </dgm:pt>
    <dgm:pt modelId="{5D44FFA5-D248-4BA0-86C3-ECF23C305FAE}" type="sibTrans" cxnId="{973990C6-3387-41E4-9F6A-AFD1CE0E6E1D}">
      <dgm:prSet/>
      <dgm:spPr/>
      <dgm:t>
        <a:bodyPr/>
        <a:lstStyle/>
        <a:p>
          <a:endParaRPr lang="en-US" sz="2800"/>
        </a:p>
      </dgm:t>
    </dgm:pt>
    <dgm:pt modelId="{320C4F5C-BE37-4955-B2FB-5D690C0A1A2A}" type="pres">
      <dgm:prSet presAssocID="{06F9106C-59FE-4955-8A61-25EA8D6CB362}" presName="diagram" presStyleCnt="0">
        <dgm:presLayoutVars>
          <dgm:dir/>
          <dgm:resizeHandles val="exact"/>
        </dgm:presLayoutVars>
      </dgm:prSet>
      <dgm:spPr/>
    </dgm:pt>
    <dgm:pt modelId="{5CA31026-1008-4EFD-BB57-76AF60228F79}" type="pres">
      <dgm:prSet presAssocID="{F2B880CC-CCB9-42B2-A1AD-06FEC589847F}" presName="node" presStyleLbl="node1" presStyleIdx="0" presStyleCnt="3">
        <dgm:presLayoutVars>
          <dgm:bulletEnabled val="1"/>
        </dgm:presLayoutVars>
      </dgm:prSet>
      <dgm:spPr/>
    </dgm:pt>
    <dgm:pt modelId="{10BCF2BE-5EA9-4191-903D-D41DB5DE19CD}" type="pres">
      <dgm:prSet presAssocID="{6BC5AA5F-BC59-4CEF-A7AA-1905AEE73A37}" presName="sibTrans" presStyleCnt="0"/>
      <dgm:spPr/>
    </dgm:pt>
    <dgm:pt modelId="{B4392506-8532-4080-AFE2-DEDBFE9D46E5}" type="pres">
      <dgm:prSet presAssocID="{76251ACD-1009-48E2-A9C2-F45FC14BF9E2}" presName="node" presStyleLbl="node1" presStyleIdx="1" presStyleCnt="3">
        <dgm:presLayoutVars>
          <dgm:bulletEnabled val="1"/>
        </dgm:presLayoutVars>
      </dgm:prSet>
      <dgm:spPr/>
    </dgm:pt>
    <dgm:pt modelId="{8B9B8394-912A-4BDD-AA78-F4EDA16C0662}" type="pres">
      <dgm:prSet presAssocID="{14B9271C-5193-4EBA-AFC1-901C5377040C}" presName="sibTrans" presStyleCnt="0"/>
      <dgm:spPr/>
    </dgm:pt>
    <dgm:pt modelId="{3740E366-5C42-46C0-95AB-7B0DDE8AA1F7}" type="pres">
      <dgm:prSet presAssocID="{2E4A6A05-6659-4E78-B81A-3B8B2E884AD3}" presName="node" presStyleLbl="node1" presStyleIdx="2" presStyleCnt="3">
        <dgm:presLayoutVars>
          <dgm:bulletEnabled val="1"/>
        </dgm:presLayoutVars>
      </dgm:prSet>
      <dgm:spPr/>
    </dgm:pt>
  </dgm:ptLst>
  <dgm:cxnLst>
    <dgm:cxn modelId="{299F310A-5242-428D-B879-5055679AD74B}" type="presOf" srcId="{F2B880CC-CCB9-42B2-A1AD-06FEC589847F}" destId="{5CA31026-1008-4EFD-BB57-76AF60228F79}" srcOrd="0" destOrd="0" presId="urn:microsoft.com/office/officeart/2005/8/layout/default"/>
    <dgm:cxn modelId="{19276B1F-4FB1-4025-9DB3-E42DDD3058B6}" type="presOf" srcId="{2E4A6A05-6659-4E78-B81A-3B8B2E884AD3}" destId="{3740E366-5C42-46C0-95AB-7B0DDE8AA1F7}" srcOrd="0" destOrd="0" presId="urn:microsoft.com/office/officeart/2005/8/layout/default"/>
    <dgm:cxn modelId="{B5534E64-8D8E-4FCA-8150-314E9ACA64A0}" srcId="{06F9106C-59FE-4955-8A61-25EA8D6CB362}" destId="{F2B880CC-CCB9-42B2-A1AD-06FEC589847F}" srcOrd="0" destOrd="0" parTransId="{1134566F-0A76-4075-8A5A-0D353044D8A5}" sibTransId="{6BC5AA5F-BC59-4CEF-A7AA-1905AEE73A37}"/>
    <dgm:cxn modelId="{C34D9765-F7FC-42B0-9ADA-54BB7FD581EB}" type="presOf" srcId="{06F9106C-59FE-4955-8A61-25EA8D6CB362}" destId="{320C4F5C-BE37-4955-B2FB-5D690C0A1A2A}" srcOrd="0" destOrd="0" presId="urn:microsoft.com/office/officeart/2005/8/layout/default"/>
    <dgm:cxn modelId="{35002966-96F0-4EC2-83C0-95FC724254F2}" type="presOf" srcId="{76251ACD-1009-48E2-A9C2-F45FC14BF9E2}" destId="{B4392506-8532-4080-AFE2-DEDBFE9D46E5}" srcOrd="0" destOrd="0" presId="urn:microsoft.com/office/officeart/2005/8/layout/default"/>
    <dgm:cxn modelId="{D89F4F85-9878-4EA8-8127-90EB89D95FF2}" srcId="{06F9106C-59FE-4955-8A61-25EA8D6CB362}" destId="{76251ACD-1009-48E2-A9C2-F45FC14BF9E2}" srcOrd="1" destOrd="0" parTransId="{84B0BD35-CBDE-4182-A3DD-22DF89CAF833}" sibTransId="{14B9271C-5193-4EBA-AFC1-901C5377040C}"/>
    <dgm:cxn modelId="{973990C6-3387-41E4-9F6A-AFD1CE0E6E1D}" srcId="{06F9106C-59FE-4955-8A61-25EA8D6CB362}" destId="{2E4A6A05-6659-4E78-B81A-3B8B2E884AD3}" srcOrd="2" destOrd="0" parTransId="{BCDB6BE8-AAEE-447C-8FAF-E7E53EEE2051}" sibTransId="{5D44FFA5-D248-4BA0-86C3-ECF23C305FAE}"/>
    <dgm:cxn modelId="{E072D4B6-7FD6-42B4-B1B2-6D83D743D86E}" type="presParOf" srcId="{320C4F5C-BE37-4955-B2FB-5D690C0A1A2A}" destId="{5CA31026-1008-4EFD-BB57-76AF60228F79}" srcOrd="0" destOrd="0" presId="urn:microsoft.com/office/officeart/2005/8/layout/default"/>
    <dgm:cxn modelId="{1A374E65-C22E-4CBD-AF15-93A3202CEC03}" type="presParOf" srcId="{320C4F5C-BE37-4955-B2FB-5D690C0A1A2A}" destId="{10BCF2BE-5EA9-4191-903D-D41DB5DE19CD}" srcOrd="1" destOrd="0" presId="urn:microsoft.com/office/officeart/2005/8/layout/default"/>
    <dgm:cxn modelId="{F5801F75-2957-4D75-B561-28483749C01A}" type="presParOf" srcId="{320C4F5C-BE37-4955-B2FB-5D690C0A1A2A}" destId="{B4392506-8532-4080-AFE2-DEDBFE9D46E5}" srcOrd="2" destOrd="0" presId="urn:microsoft.com/office/officeart/2005/8/layout/default"/>
    <dgm:cxn modelId="{F16E88E6-44B5-4746-A10C-3B3D0F979A54}" type="presParOf" srcId="{320C4F5C-BE37-4955-B2FB-5D690C0A1A2A}" destId="{8B9B8394-912A-4BDD-AA78-F4EDA16C0662}" srcOrd="3" destOrd="0" presId="urn:microsoft.com/office/officeart/2005/8/layout/default"/>
    <dgm:cxn modelId="{740E7D7D-F360-4B67-8AC3-E3EE65EF8153}" type="presParOf" srcId="{320C4F5C-BE37-4955-B2FB-5D690C0A1A2A}" destId="{3740E366-5C42-46C0-95AB-7B0DDE8AA1F7}"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6F9106C-59FE-4955-8A61-25EA8D6CB362}"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F2B880CC-CCB9-42B2-A1AD-06FEC589847F}">
      <dgm:prSet phldrT="[Text]" custT="1"/>
      <dgm:spPr>
        <a:solidFill>
          <a:srgbClr val="0097A7"/>
        </a:solidFill>
      </dgm:spPr>
      <dgm:t>
        <a:bodyPr/>
        <a:lstStyle/>
        <a:p>
          <a:r>
            <a:rPr lang="en-US" sz="2800" dirty="0"/>
            <a:t>Hub</a:t>
          </a:r>
        </a:p>
      </dgm:t>
    </dgm:pt>
    <dgm:pt modelId="{1134566F-0A76-4075-8A5A-0D353044D8A5}" type="parTrans" cxnId="{B5534E64-8D8E-4FCA-8150-314E9ACA64A0}">
      <dgm:prSet/>
      <dgm:spPr/>
      <dgm:t>
        <a:bodyPr/>
        <a:lstStyle/>
        <a:p>
          <a:endParaRPr lang="en-US" sz="2800"/>
        </a:p>
      </dgm:t>
    </dgm:pt>
    <dgm:pt modelId="{6BC5AA5F-BC59-4CEF-A7AA-1905AEE73A37}" type="sibTrans" cxnId="{B5534E64-8D8E-4FCA-8150-314E9ACA64A0}">
      <dgm:prSet/>
      <dgm:spPr/>
      <dgm:t>
        <a:bodyPr/>
        <a:lstStyle/>
        <a:p>
          <a:endParaRPr lang="en-US" sz="2800"/>
        </a:p>
      </dgm:t>
    </dgm:pt>
    <dgm:pt modelId="{76251ACD-1009-48E2-A9C2-F45FC14BF9E2}">
      <dgm:prSet phldrT="[Text]" custT="1"/>
      <dgm:spPr>
        <a:solidFill>
          <a:srgbClr val="007377"/>
        </a:solidFill>
      </dgm:spPr>
      <dgm:t>
        <a:bodyPr/>
        <a:lstStyle/>
        <a:p>
          <a:r>
            <a:rPr lang="en-US" sz="2800" dirty="0"/>
            <a:t>Switch</a:t>
          </a:r>
        </a:p>
      </dgm:t>
    </dgm:pt>
    <dgm:pt modelId="{84B0BD35-CBDE-4182-A3DD-22DF89CAF833}" type="parTrans" cxnId="{D89F4F85-9878-4EA8-8127-90EB89D95FF2}">
      <dgm:prSet/>
      <dgm:spPr/>
      <dgm:t>
        <a:bodyPr/>
        <a:lstStyle/>
        <a:p>
          <a:endParaRPr lang="en-US" sz="2800"/>
        </a:p>
      </dgm:t>
    </dgm:pt>
    <dgm:pt modelId="{14B9271C-5193-4EBA-AFC1-901C5377040C}" type="sibTrans" cxnId="{D89F4F85-9878-4EA8-8127-90EB89D95FF2}">
      <dgm:prSet/>
      <dgm:spPr/>
      <dgm:t>
        <a:bodyPr/>
        <a:lstStyle/>
        <a:p>
          <a:endParaRPr lang="en-US" sz="2800"/>
        </a:p>
      </dgm:t>
    </dgm:pt>
    <dgm:pt modelId="{2E4A6A05-6659-4E78-B81A-3B8B2E884AD3}">
      <dgm:prSet phldrT="[Text]" custT="1"/>
      <dgm:spPr>
        <a:solidFill>
          <a:srgbClr val="004F71"/>
        </a:solidFill>
      </dgm:spPr>
      <dgm:t>
        <a:bodyPr/>
        <a:lstStyle/>
        <a:p>
          <a:r>
            <a:rPr lang="en-US" sz="2800" dirty="0"/>
            <a:t>Bridge</a:t>
          </a:r>
        </a:p>
      </dgm:t>
    </dgm:pt>
    <dgm:pt modelId="{BCDB6BE8-AAEE-447C-8FAF-E7E53EEE2051}" type="parTrans" cxnId="{973990C6-3387-41E4-9F6A-AFD1CE0E6E1D}">
      <dgm:prSet/>
      <dgm:spPr/>
      <dgm:t>
        <a:bodyPr/>
        <a:lstStyle/>
        <a:p>
          <a:endParaRPr lang="en-US" sz="2800"/>
        </a:p>
      </dgm:t>
    </dgm:pt>
    <dgm:pt modelId="{5D44FFA5-D248-4BA0-86C3-ECF23C305FAE}" type="sibTrans" cxnId="{973990C6-3387-41E4-9F6A-AFD1CE0E6E1D}">
      <dgm:prSet/>
      <dgm:spPr/>
      <dgm:t>
        <a:bodyPr/>
        <a:lstStyle/>
        <a:p>
          <a:endParaRPr lang="en-US" sz="2800"/>
        </a:p>
      </dgm:t>
    </dgm:pt>
    <dgm:pt modelId="{320C4F5C-BE37-4955-B2FB-5D690C0A1A2A}" type="pres">
      <dgm:prSet presAssocID="{06F9106C-59FE-4955-8A61-25EA8D6CB362}" presName="diagram" presStyleCnt="0">
        <dgm:presLayoutVars>
          <dgm:dir/>
          <dgm:resizeHandles val="exact"/>
        </dgm:presLayoutVars>
      </dgm:prSet>
      <dgm:spPr/>
    </dgm:pt>
    <dgm:pt modelId="{5CA31026-1008-4EFD-BB57-76AF60228F79}" type="pres">
      <dgm:prSet presAssocID="{F2B880CC-CCB9-42B2-A1AD-06FEC589847F}" presName="node" presStyleLbl="node1" presStyleIdx="0" presStyleCnt="3">
        <dgm:presLayoutVars>
          <dgm:bulletEnabled val="1"/>
        </dgm:presLayoutVars>
      </dgm:prSet>
      <dgm:spPr/>
    </dgm:pt>
    <dgm:pt modelId="{10BCF2BE-5EA9-4191-903D-D41DB5DE19CD}" type="pres">
      <dgm:prSet presAssocID="{6BC5AA5F-BC59-4CEF-A7AA-1905AEE73A37}" presName="sibTrans" presStyleCnt="0"/>
      <dgm:spPr/>
    </dgm:pt>
    <dgm:pt modelId="{B4392506-8532-4080-AFE2-DEDBFE9D46E5}" type="pres">
      <dgm:prSet presAssocID="{76251ACD-1009-48E2-A9C2-F45FC14BF9E2}" presName="node" presStyleLbl="node1" presStyleIdx="1" presStyleCnt="3">
        <dgm:presLayoutVars>
          <dgm:bulletEnabled val="1"/>
        </dgm:presLayoutVars>
      </dgm:prSet>
      <dgm:spPr/>
    </dgm:pt>
    <dgm:pt modelId="{8B9B8394-912A-4BDD-AA78-F4EDA16C0662}" type="pres">
      <dgm:prSet presAssocID="{14B9271C-5193-4EBA-AFC1-901C5377040C}" presName="sibTrans" presStyleCnt="0"/>
      <dgm:spPr/>
    </dgm:pt>
    <dgm:pt modelId="{3740E366-5C42-46C0-95AB-7B0DDE8AA1F7}" type="pres">
      <dgm:prSet presAssocID="{2E4A6A05-6659-4E78-B81A-3B8B2E884AD3}" presName="node" presStyleLbl="node1" presStyleIdx="2" presStyleCnt="3">
        <dgm:presLayoutVars>
          <dgm:bulletEnabled val="1"/>
        </dgm:presLayoutVars>
      </dgm:prSet>
      <dgm:spPr/>
    </dgm:pt>
  </dgm:ptLst>
  <dgm:cxnLst>
    <dgm:cxn modelId="{299F310A-5242-428D-B879-5055679AD74B}" type="presOf" srcId="{F2B880CC-CCB9-42B2-A1AD-06FEC589847F}" destId="{5CA31026-1008-4EFD-BB57-76AF60228F79}" srcOrd="0" destOrd="0" presId="urn:microsoft.com/office/officeart/2005/8/layout/default"/>
    <dgm:cxn modelId="{19276B1F-4FB1-4025-9DB3-E42DDD3058B6}" type="presOf" srcId="{2E4A6A05-6659-4E78-B81A-3B8B2E884AD3}" destId="{3740E366-5C42-46C0-95AB-7B0DDE8AA1F7}" srcOrd="0" destOrd="0" presId="urn:microsoft.com/office/officeart/2005/8/layout/default"/>
    <dgm:cxn modelId="{B5534E64-8D8E-4FCA-8150-314E9ACA64A0}" srcId="{06F9106C-59FE-4955-8A61-25EA8D6CB362}" destId="{F2B880CC-CCB9-42B2-A1AD-06FEC589847F}" srcOrd="0" destOrd="0" parTransId="{1134566F-0A76-4075-8A5A-0D353044D8A5}" sibTransId="{6BC5AA5F-BC59-4CEF-A7AA-1905AEE73A37}"/>
    <dgm:cxn modelId="{C34D9765-F7FC-42B0-9ADA-54BB7FD581EB}" type="presOf" srcId="{06F9106C-59FE-4955-8A61-25EA8D6CB362}" destId="{320C4F5C-BE37-4955-B2FB-5D690C0A1A2A}" srcOrd="0" destOrd="0" presId="urn:microsoft.com/office/officeart/2005/8/layout/default"/>
    <dgm:cxn modelId="{35002966-96F0-4EC2-83C0-95FC724254F2}" type="presOf" srcId="{76251ACD-1009-48E2-A9C2-F45FC14BF9E2}" destId="{B4392506-8532-4080-AFE2-DEDBFE9D46E5}" srcOrd="0" destOrd="0" presId="urn:microsoft.com/office/officeart/2005/8/layout/default"/>
    <dgm:cxn modelId="{D89F4F85-9878-4EA8-8127-90EB89D95FF2}" srcId="{06F9106C-59FE-4955-8A61-25EA8D6CB362}" destId="{76251ACD-1009-48E2-A9C2-F45FC14BF9E2}" srcOrd="1" destOrd="0" parTransId="{84B0BD35-CBDE-4182-A3DD-22DF89CAF833}" sibTransId="{14B9271C-5193-4EBA-AFC1-901C5377040C}"/>
    <dgm:cxn modelId="{973990C6-3387-41E4-9F6A-AFD1CE0E6E1D}" srcId="{06F9106C-59FE-4955-8A61-25EA8D6CB362}" destId="{2E4A6A05-6659-4E78-B81A-3B8B2E884AD3}" srcOrd="2" destOrd="0" parTransId="{BCDB6BE8-AAEE-447C-8FAF-E7E53EEE2051}" sibTransId="{5D44FFA5-D248-4BA0-86C3-ECF23C305FAE}"/>
    <dgm:cxn modelId="{E072D4B6-7FD6-42B4-B1B2-6D83D743D86E}" type="presParOf" srcId="{320C4F5C-BE37-4955-B2FB-5D690C0A1A2A}" destId="{5CA31026-1008-4EFD-BB57-76AF60228F79}" srcOrd="0" destOrd="0" presId="urn:microsoft.com/office/officeart/2005/8/layout/default"/>
    <dgm:cxn modelId="{1A374E65-C22E-4CBD-AF15-93A3202CEC03}" type="presParOf" srcId="{320C4F5C-BE37-4955-B2FB-5D690C0A1A2A}" destId="{10BCF2BE-5EA9-4191-903D-D41DB5DE19CD}" srcOrd="1" destOrd="0" presId="urn:microsoft.com/office/officeart/2005/8/layout/default"/>
    <dgm:cxn modelId="{F5801F75-2957-4D75-B561-28483749C01A}" type="presParOf" srcId="{320C4F5C-BE37-4955-B2FB-5D690C0A1A2A}" destId="{B4392506-8532-4080-AFE2-DEDBFE9D46E5}" srcOrd="2" destOrd="0" presId="urn:microsoft.com/office/officeart/2005/8/layout/default"/>
    <dgm:cxn modelId="{F16E88E6-44B5-4746-A10C-3B3D0F979A54}" type="presParOf" srcId="{320C4F5C-BE37-4955-B2FB-5D690C0A1A2A}" destId="{8B9B8394-912A-4BDD-AA78-F4EDA16C0662}" srcOrd="3" destOrd="0" presId="urn:microsoft.com/office/officeart/2005/8/layout/default"/>
    <dgm:cxn modelId="{740E7D7D-F360-4B67-8AC3-E3EE65EF8153}" type="presParOf" srcId="{320C4F5C-BE37-4955-B2FB-5D690C0A1A2A}" destId="{3740E366-5C42-46C0-95AB-7B0DDE8AA1F7}"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06F9106C-59FE-4955-8A61-25EA8D6CB362}"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F2B880CC-CCB9-42B2-A1AD-06FEC589847F}">
      <dgm:prSet phldrT="[Text]" custT="1"/>
      <dgm:spPr>
        <a:solidFill>
          <a:srgbClr val="0097A7"/>
        </a:solidFill>
      </dgm:spPr>
      <dgm:t>
        <a:bodyPr/>
        <a:lstStyle/>
        <a:p>
          <a:r>
            <a:rPr lang="en-US" sz="2800" dirty="0"/>
            <a:t>Hub</a:t>
          </a:r>
        </a:p>
      </dgm:t>
    </dgm:pt>
    <dgm:pt modelId="{1134566F-0A76-4075-8A5A-0D353044D8A5}" type="parTrans" cxnId="{B5534E64-8D8E-4FCA-8150-314E9ACA64A0}">
      <dgm:prSet/>
      <dgm:spPr/>
      <dgm:t>
        <a:bodyPr/>
        <a:lstStyle/>
        <a:p>
          <a:endParaRPr lang="en-US" sz="2800"/>
        </a:p>
      </dgm:t>
    </dgm:pt>
    <dgm:pt modelId="{6BC5AA5F-BC59-4CEF-A7AA-1905AEE73A37}" type="sibTrans" cxnId="{B5534E64-8D8E-4FCA-8150-314E9ACA64A0}">
      <dgm:prSet/>
      <dgm:spPr/>
      <dgm:t>
        <a:bodyPr/>
        <a:lstStyle/>
        <a:p>
          <a:endParaRPr lang="en-US" sz="2800"/>
        </a:p>
      </dgm:t>
    </dgm:pt>
    <dgm:pt modelId="{76251ACD-1009-48E2-A9C2-F45FC14BF9E2}">
      <dgm:prSet phldrT="[Text]" custT="1"/>
      <dgm:spPr>
        <a:solidFill>
          <a:srgbClr val="007377"/>
        </a:solidFill>
      </dgm:spPr>
      <dgm:t>
        <a:bodyPr/>
        <a:lstStyle/>
        <a:p>
          <a:r>
            <a:rPr lang="en-US" sz="2800" dirty="0"/>
            <a:t>Switch</a:t>
          </a:r>
        </a:p>
      </dgm:t>
    </dgm:pt>
    <dgm:pt modelId="{84B0BD35-CBDE-4182-A3DD-22DF89CAF833}" type="parTrans" cxnId="{D89F4F85-9878-4EA8-8127-90EB89D95FF2}">
      <dgm:prSet/>
      <dgm:spPr/>
      <dgm:t>
        <a:bodyPr/>
        <a:lstStyle/>
        <a:p>
          <a:endParaRPr lang="en-US" sz="2800"/>
        </a:p>
      </dgm:t>
    </dgm:pt>
    <dgm:pt modelId="{14B9271C-5193-4EBA-AFC1-901C5377040C}" type="sibTrans" cxnId="{D89F4F85-9878-4EA8-8127-90EB89D95FF2}">
      <dgm:prSet/>
      <dgm:spPr/>
      <dgm:t>
        <a:bodyPr/>
        <a:lstStyle/>
        <a:p>
          <a:endParaRPr lang="en-US" sz="2800"/>
        </a:p>
      </dgm:t>
    </dgm:pt>
    <dgm:pt modelId="{2E4A6A05-6659-4E78-B81A-3B8B2E884AD3}">
      <dgm:prSet phldrT="[Text]" custT="1"/>
      <dgm:spPr>
        <a:solidFill>
          <a:srgbClr val="004F71"/>
        </a:solidFill>
      </dgm:spPr>
      <dgm:t>
        <a:bodyPr/>
        <a:lstStyle/>
        <a:p>
          <a:r>
            <a:rPr lang="en-US" sz="2800" dirty="0"/>
            <a:t>Bridge</a:t>
          </a:r>
        </a:p>
      </dgm:t>
    </dgm:pt>
    <dgm:pt modelId="{BCDB6BE8-AAEE-447C-8FAF-E7E53EEE2051}" type="parTrans" cxnId="{973990C6-3387-41E4-9F6A-AFD1CE0E6E1D}">
      <dgm:prSet/>
      <dgm:spPr/>
      <dgm:t>
        <a:bodyPr/>
        <a:lstStyle/>
        <a:p>
          <a:endParaRPr lang="en-US" sz="2800"/>
        </a:p>
      </dgm:t>
    </dgm:pt>
    <dgm:pt modelId="{5D44FFA5-D248-4BA0-86C3-ECF23C305FAE}" type="sibTrans" cxnId="{973990C6-3387-41E4-9F6A-AFD1CE0E6E1D}">
      <dgm:prSet/>
      <dgm:spPr/>
      <dgm:t>
        <a:bodyPr/>
        <a:lstStyle/>
        <a:p>
          <a:endParaRPr lang="en-US" sz="2800"/>
        </a:p>
      </dgm:t>
    </dgm:pt>
    <dgm:pt modelId="{320C4F5C-BE37-4955-B2FB-5D690C0A1A2A}" type="pres">
      <dgm:prSet presAssocID="{06F9106C-59FE-4955-8A61-25EA8D6CB362}" presName="diagram" presStyleCnt="0">
        <dgm:presLayoutVars>
          <dgm:dir/>
          <dgm:resizeHandles val="exact"/>
        </dgm:presLayoutVars>
      </dgm:prSet>
      <dgm:spPr/>
    </dgm:pt>
    <dgm:pt modelId="{5CA31026-1008-4EFD-BB57-76AF60228F79}" type="pres">
      <dgm:prSet presAssocID="{F2B880CC-CCB9-42B2-A1AD-06FEC589847F}" presName="node" presStyleLbl="node1" presStyleIdx="0" presStyleCnt="3">
        <dgm:presLayoutVars>
          <dgm:bulletEnabled val="1"/>
        </dgm:presLayoutVars>
      </dgm:prSet>
      <dgm:spPr/>
    </dgm:pt>
    <dgm:pt modelId="{10BCF2BE-5EA9-4191-903D-D41DB5DE19CD}" type="pres">
      <dgm:prSet presAssocID="{6BC5AA5F-BC59-4CEF-A7AA-1905AEE73A37}" presName="sibTrans" presStyleCnt="0"/>
      <dgm:spPr/>
    </dgm:pt>
    <dgm:pt modelId="{B4392506-8532-4080-AFE2-DEDBFE9D46E5}" type="pres">
      <dgm:prSet presAssocID="{76251ACD-1009-48E2-A9C2-F45FC14BF9E2}" presName="node" presStyleLbl="node1" presStyleIdx="1" presStyleCnt="3">
        <dgm:presLayoutVars>
          <dgm:bulletEnabled val="1"/>
        </dgm:presLayoutVars>
      </dgm:prSet>
      <dgm:spPr/>
    </dgm:pt>
    <dgm:pt modelId="{8B9B8394-912A-4BDD-AA78-F4EDA16C0662}" type="pres">
      <dgm:prSet presAssocID="{14B9271C-5193-4EBA-AFC1-901C5377040C}" presName="sibTrans" presStyleCnt="0"/>
      <dgm:spPr/>
    </dgm:pt>
    <dgm:pt modelId="{3740E366-5C42-46C0-95AB-7B0DDE8AA1F7}" type="pres">
      <dgm:prSet presAssocID="{2E4A6A05-6659-4E78-B81A-3B8B2E884AD3}" presName="node" presStyleLbl="node1" presStyleIdx="2" presStyleCnt="3">
        <dgm:presLayoutVars>
          <dgm:bulletEnabled val="1"/>
        </dgm:presLayoutVars>
      </dgm:prSet>
      <dgm:spPr/>
    </dgm:pt>
  </dgm:ptLst>
  <dgm:cxnLst>
    <dgm:cxn modelId="{299F310A-5242-428D-B879-5055679AD74B}" type="presOf" srcId="{F2B880CC-CCB9-42B2-A1AD-06FEC589847F}" destId="{5CA31026-1008-4EFD-BB57-76AF60228F79}" srcOrd="0" destOrd="0" presId="urn:microsoft.com/office/officeart/2005/8/layout/default"/>
    <dgm:cxn modelId="{19276B1F-4FB1-4025-9DB3-E42DDD3058B6}" type="presOf" srcId="{2E4A6A05-6659-4E78-B81A-3B8B2E884AD3}" destId="{3740E366-5C42-46C0-95AB-7B0DDE8AA1F7}" srcOrd="0" destOrd="0" presId="urn:microsoft.com/office/officeart/2005/8/layout/default"/>
    <dgm:cxn modelId="{B5534E64-8D8E-4FCA-8150-314E9ACA64A0}" srcId="{06F9106C-59FE-4955-8A61-25EA8D6CB362}" destId="{F2B880CC-CCB9-42B2-A1AD-06FEC589847F}" srcOrd="0" destOrd="0" parTransId="{1134566F-0A76-4075-8A5A-0D353044D8A5}" sibTransId="{6BC5AA5F-BC59-4CEF-A7AA-1905AEE73A37}"/>
    <dgm:cxn modelId="{C34D9765-F7FC-42B0-9ADA-54BB7FD581EB}" type="presOf" srcId="{06F9106C-59FE-4955-8A61-25EA8D6CB362}" destId="{320C4F5C-BE37-4955-B2FB-5D690C0A1A2A}" srcOrd="0" destOrd="0" presId="urn:microsoft.com/office/officeart/2005/8/layout/default"/>
    <dgm:cxn modelId="{35002966-96F0-4EC2-83C0-95FC724254F2}" type="presOf" srcId="{76251ACD-1009-48E2-A9C2-F45FC14BF9E2}" destId="{B4392506-8532-4080-AFE2-DEDBFE9D46E5}" srcOrd="0" destOrd="0" presId="urn:microsoft.com/office/officeart/2005/8/layout/default"/>
    <dgm:cxn modelId="{D89F4F85-9878-4EA8-8127-90EB89D95FF2}" srcId="{06F9106C-59FE-4955-8A61-25EA8D6CB362}" destId="{76251ACD-1009-48E2-A9C2-F45FC14BF9E2}" srcOrd="1" destOrd="0" parTransId="{84B0BD35-CBDE-4182-A3DD-22DF89CAF833}" sibTransId="{14B9271C-5193-4EBA-AFC1-901C5377040C}"/>
    <dgm:cxn modelId="{973990C6-3387-41E4-9F6A-AFD1CE0E6E1D}" srcId="{06F9106C-59FE-4955-8A61-25EA8D6CB362}" destId="{2E4A6A05-6659-4E78-B81A-3B8B2E884AD3}" srcOrd="2" destOrd="0" parTransId="{BCDB6BE8-AAEE-447C-8FAF-E7E53EEE2051}" sibTransId="{5D44FFA5-D248-4BA0-86C3-ECF23C305FAE}"/>
    <dgm:cxn modelId="{E072D4B6-7FD6-42B4-B1B2-6D83D743D86E}" type="presParOf" srcId="{320C4F5C-BE37-4955-B2FB-5D690C0A1A2A}" destId="{5CA31026-1008-4EFD-BB57-76AF60228F79}" srcOrd="0" destOrd="0" presId="urn:microsoft.com/office/officeart/2005/8/layout/default"/>
    <dgm:cxn modelId="{1A374E65-C22E-4CBD-AF15-93A3202CEC03}" type="presParOf" srcId="{320C4F5C-BE37-4955-B2FB-5D690C0A1A2A}" destId="{10BCF2BE-5EA9-4191-903D-D41DB5DE19CD}" srcOrd="1" destOrd="0" presId="urn:microsoft.com/office/officeart/2005/8/layout/default"/>
    <dgm:cxn modelId="{F5801F75-2957-4D75-B561-28483749C01A}" type="presParOf" srcId="{320C4F5C-BE37-4955-B2FB-5D690C0A1A2A}" destId="{B4392506-8532-4080-AFE2-DEDBFE9D46E5}" srcOrd="2" destOrd="0" presId="urn:microsoft.com/office/officeart/2005/8/layout/default"/>
    <dgm:cxn modelId="{F16E88E6-44B5-4746-A10C-3B3D0F979A54}" type="presParOf" srcId="{320C4F5C-BE37-4955-B2FB-5D690C0A1A2A}" destId="{8B9B8394-912A-4BDD-AA78-F4EDA16C0662}" srcOrd="3" destOrd="0" presId="urn:microsoft.com/office/officeart/2005/8/layout/default"/>
    <dgm:cxn modelId="{740E7D7D-F360-4B67-8AC3-E3EE65EF8153}" type="presParOf" srcId="{320C4F5C-BE37-4955-B2FB-5D690C0A1A2A}" destId="{3740E366-5C42-46C0-95AB-7B0DDE8AA1F7}"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2FC0AC07-3C9F-4490-B6F0-E1727A89A0DF}"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C9FA8917-9726-4065-8483-C0A4E1044C5B}">
      <dgm:prSet phldrT="[Text]"/>
      <dgm:spPr/>
      <dgm:t>
        <a:bodyPr/>
        <a:lstStyle/>
        <a:p>
          <a:r>
            <a:rPr lang="en-US" dirty="0"/>
            <a:t>Link aggregation</a:t>
          </a:r>
        </a:p>
      </dgm:t>
    </dgm:pt>
    <dgm:pt modelId="{6044ED60-4959-4A3F-9939-14C0E2B53FC9}" type="parTrans" cxnId="{F78BAF62-A5A1-43DF-8C2B-4A206E36DF95}">
      <dgm:prSet/>
      <dgm:spPr/>
      <dgm:t>
        <a:bodyPr/>
        <a:lstStyle/>
        <a:p>
          <a:endParaRPr lang="en-US"/>
        </a:p>
      </dgm:t>
    </dgm:pt>
    <dgm:pt modelId="{9BF4CFC9-B7DA-4EAA-8E3C-368E797BE0AC}" type="sibTrans" cxnId="{F78BAF62-A5A1-43DF-8C2B-4A206E36DF95}">
      <dgm:prSet/>
      <dgm:spPr/>
      <dgm:t>
        <a:bodyPr/>
        <a:lstStyle/>
        <a:p>
          <a:endParaRPr lang="en-US"/>
        </a:p>
      </dgm:t>
    </dgm:pt>
    <dgm:pt modelId="{CE26579B-8968-4AED-AA66-51F24CACC0C1}">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Combining </a:t>
          </a:r>
          <a:br>
            <a:rPr lang="en-US" dirty="0">
              <a:solidFill>
                <a:srgbClr val="20282F"/>
              </a:solidFill>
            </a:rPr>
          </a:br>
          <a:r>
            <a:rPr lang="en-US" dirty="0">
              <a:solidFill>
                <a:srgbClr val="20282F"/>
              </a:solidFill>
            </a:rPr>
            <a:t>2+ separate </a:t>
          </a:r>
          <a:br>
            <a:rPr lang="en-US" dirty="0">
              <a:solidFill>
                <a:srgbClr val="20282F"/>
              </a:solidFill>
            </a:rPr>
          </a:br>
          <a:r>
            <a:rPr lang="en-US" dirty="0">
              <a:solidFill>
                <a:srgbClr val="20282F"/>
              </a:solidFill>
            </a:rPr>
            <a:t>cabled links into a </a:t>
          </a:r>
          <a:br>
            <a:rPr lang="en-US" dirty="0">
              <a:solidFill>
                <a:srgbClr val="20282F"/>
              </a:solidFill>
            </a:rPr>
          </a:br>
          <a:r>
            <a:rPr lang="en-US" dirty="0">
              <a:solidFill>
                <a:srgbClr val="20282F"/>
              </a:solidFill>
            </a:rPr>
            <a:t>single logical channel</a:t>
          </a:r>
        </a:p>
      </dgm:t>
    </dgm:pt>
    <dgm:pt modelId="{E4B7C53C-24F8-4073-9217-02044C8EA1DD}" type="parTrans" cxnId="{01987DEC-792B-4F30-9882-8BA35A6194FF}">
      <dgm:prSet/>
      <dgm:spPr/>
      <dgm:t>
        <a:bodyPr/>
        <a:lstStyle/>
        <a:p>
          <a:endParaRPr lang="en-US"/>
        </a:p>
      </dgm:t>
    </dgm:pt>
    <dgm:pt modelId="{544077ED-7E0A-4049-A385-396228EB2F58}" type="sibTrans" cxnId="{01987DEC-792B-4F30-9882-8BA35A6194FF}">
      <dgm:prSet/>
      <dgm:spPr/>
      <dgm:t>
        <a:bodyPr/>
        <a:lstStyle/>
        <a:p>
          <a:endParaRPr lang="en-US"/>
        </a:p>
      </dgm:t>
    </dgm:pt>
    <dgm:pt modelId="{E76EECB1-87EA-4AF9-9A28-A62E69C70AFF}">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Provides redundancy</a:t>
          </a:r>
        </a:p>
      </dgm:t>
    </dgm:pt>
    <dgm:pt modelId="{2CD568C6-D298-43A0-9891-D48529FA67D7}" type="parTrans" cxnId="{E4FB3A22-4891-4809-B21E-A9E20D36D6F6}">
      <dgm:prSet/>
      <dgm:spPr/>
      <dgm:t>
        <a:bodyPr/>
        <a:lstStyle/>
        <a:p>
          <a:endParaRPr lang="en-US"/>
        </a:p>
      </dgm:t>
    </dgm:pt>
    <dgm:pt modelId="{9C3FD26C-3785-459E-A70F-D3B433C97016}" type="sibTrans" cxnId="{E4FB3A22-4891-4809-B21E-A9E20D36D6F6}">
      <dgm:prSet/>
      <dgm:spPr/>
      <dgm:t>
        <a:bodyPr/>
        <a:lstStyle/>
        <a:p>
          <a:endParaRPr lang="en-US"/>
        </a:p>
      </dgm:t>
    </dgm:pt>
    <dgm:pt modelId="{5FA8718C-5895-4BB4-9E8D-2A5ADF3309C2}">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Cost effective</a:t>
          </a:r>
        </a:p>
      </dgm:t>
    </dgm:pt>
    <dgm:pt modelId="{5693E5A8-F1C8-4805-A177-17DDC727F503}" type="parTrans" cxnId="{9A641F90-C7C5-45DC-ACC9-F9A256148421}">
      <dgm:prSet/>
      <dgm:spPr/>
      <dgm:t>
        <a:bodyPr/>
        <a:lstStyle/>
        <a:p>
          <a:endParaRPr lang="en-US"/>
        </a:p>
      </dgm:t>
    </dgm:pt>
    <dgm:pt modelId="{96CF1B23-B2B3-491A-8F28-3940282C6F02}" type="sibTrans" cxnId="{9A641F90-C7C5-45DC-ACC9-F9A256148421}">
      <dgm:prSet/>
      <dgm:spPr/>
      <dgm:t>
        <a:bodyPr/>
        <a:lstStyle/>
        <a:p>
          <a:endParaRPr lang="en-US"/>
        </a:p>
      </dgm:t>
    </dgm:pt>
    <dgm:pt modelId="{BDF039EF-194F-C740-A905-D0698C93039F}">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Increases bandwidth</a:t>
          </a:r>
        </a:p>
      </dgm:t>
    </dgm:pt>
    <dgm:pt modelId="{4EC3AAEA-B6F0-1E42-AA39-FFB7022E80B1}" type="parTrans" cxnId="{79A745DA-1B25-EA4B-9CED-DD3B39C10612}">
      <dgm:prSet/>
      <dgm:spPr/>
      <dgm:t>
        <a:bodyPr/>
        <a:lstStyle/>
        <a:p>
          <a:endParaRPr lang="en-US"/>
        </a:p>
      </dgm:t>
    </dgm:pt>
    <dgm:pt modelId="{6C45A74C-B57B-E648-97CC-A2EF6CE2AC3E}" type="sibTrans" cxnId="{79A745DA-1B25-EA4B-9CED-DD3B39C10612}">
      <dgm:prSet/>
      <dgm:spPr/>
      <dgm:t>
        <a:bodyPr/>
        <a:lstStyle/>
        <a:p>
          <a:endParaRPr lang="en-US"/>
        </a:p>
      </dgm:t>
    </dgm:pt>
    <dgm:pt modelId="{AC8F9BF5-5388-40F3-9095-6E85FA1E79A8}" type="pres">
      <dgm:prSet presAssocID="{2FC0AC07-3C9F-4490-B6F0-E1727A89A0DF}" presName="linear" presStyleCnt="0">
        <dgm:presLayoutVars>
          <dgm:dir/>
          <dgm:animLvl val="lvl"/>
          <dgm:resizeHandles val="exact"/>
        </dgm:presLayoutVars>
      </dgm:prSet>
      <dgm:spPr/>
    </dgm:pt>
    <dgm:pt modelId="{CDEEE00D-72A5-4ACF-A6B7-6087BB26DDBA}" type="pres">
      <dgm:prSet presAssocID="{C9FA8917-9726-4065-8483-C0A4E1044C5B}" presName="parentLin" presStyleCnt="0"/>
      <dgm:spPr/>
    </dgm:pt>
    <dgm:pt modelId="{5CF6155B-DB4F-4E9A-97F2-CA49C1713935}" type="pres">
      <dgm:prSet presAssocID="{C9FA8917-9726-4065-8483-C0A4E1044C5B}" presName="parentLeftMargin" presStyleLbl="node1" presStyleIdx="0" presStyleCnt="1"/>
      <dgm:spPr/>
    </dgm:pt>
    <dgm:pt modelId="{23A6020C-9B53-41DB-9CDA-C0211871CF4C}" type="pres">
      <dgm:prSet presAssocID="{C9FA8917-9726-4065-8483-C0A4E1044C5B}" presName="parentText" presStyleLbl="node1" presStyleIdx="0" presStyleCnt="1">
        <dgm:presLayoutVars>
          <dgm:chMax val="0"/>
          <dgm:bulletEnabled val="1"/>
        </dgm:presLayoutVars>
      </dgm:prSet>
      <dgm:spPr/>
    </dgm:pt>
    <dgm:pt modelId="{697CA693-47BE-41F6-AA1C-6DFE7E7CF186}" type="pres">
      <dgm:prSet presAssocID="{C9FA8917-9726-4065-8483-C0A4E1044C5B}" presName="negativeSpace" presStyleCnt="0"/>
      <dgm:spPr/>
    </dgm:pt>
    <dgm:pt modelId="{C1875A82-5143-45DD-97BA-7F17F15BBA1A}" type="pres">
      <dgm:prSet presAssocID="{C9FA8917-9726-4065-8483-C0A4E1044C5B}" presName="childText" presStyleLbl="conFgAcc1" presStyleIdx="0" presStyleCnt="1">
        <dgm:presLayoutVars>
          <dgm:bulletEnabled val="1"/>
        </dgm:presLayoutVars>
      </dgm:prSet>
      <dgm:spPr/>
    </dgm:pt>
  </dgm:ptLst>
  <dgm:cxnLst>
    <dgm:cxn modelId="{D64E5A08-A52C-4A17-A6C9-4A982A81B4D9}" type="presOf" srcId="{CE26579B-8968-4AED-AA66-51F24CACC0C1}" destId="{C1875A82-5143-45DD-97BA-7F17F15BBA1A}" srcOrd="0" destOrd="0" presId="urn:microsoft.com/office/officeart/2005/8/layout/list1"/>
    <dgm:cxn modelId="{E4FB3A22-4891-4809-B21E-A9E20D36D6F6}" srcId="{C9FA8917-9726-4065-8483-C0A4E1044C5B}" destId="{E76EECB1-87EA-4AF9-9A28-A62E69C70AFF}" srcOrd="1" destOrd="0" parTransId="{2CD568C6-D298-43A0-9891-D48529FA67D7}" sibTransId="{9C3FD26C-3785-459E-A70F-D3B433C97016}"/>
    <dgm:cxn modelId="{07F1A625-550B-4C7A-A9D9-1465B821ACD2}" type="presOf" srcId="{2FC0AC07-3C9F-4490-B6F0-E1727A89A0DF}" destId="{AC8F9BF5-5388-40F3-9095-6E85FA1E79A8}" srcOrd="0" destOrd="0" presId="urn:microsoft.com/office/officeart/2005/8/layout/list1"/>
    <dgm:cxn modelId="{F78BAF62-A5A1-43DF-8C2B-4A206E36DF95}" srcId="{2FC0AC07-3C9F-4490-B6F0-E1727A89A0DF}" destId="{C9FA8917-9726-4065-8483-C0A4E1044C5B}" srcOrd="0" destOrd="0" parTransId="{6044ED60-4959-4A3F-9939-14C0E2B53FC9}" sibTransId="{9BF4CFC9-B7DA-4EAA-8E3C-368E797BE0AC}"/>
    <dgm:cxn modelId="{A23FF582-2F72-4A17-8293-C2B7F4580DAD}" type="presOf" srcId="{E76EECB1-87EA-4AF9-9A28-A62E69C70AFF}" destId="{C1875A82-5143-45DD-97BA-7F17F15BBA1A}" srcOrd="0" destOrd="1" presId="urn:microsoft.com/office/officeart/2005/8/layout/list1"/>
    <dgm:cxn modelId="{9A641F90-C7C5-45DC-ACC9-F9A256148421}" srcId="{C9FA8917-9726-4065-8483-C0A4E1044C5B}" destId="{5FA8718C-5895-4BB4-9E8D-2A5ADF3309C2}" srcOrd="2" destOrd="0" parTransId="{5693E5A8-F1C8-4805-A177-17DDC727F503}" sibTransId="{96CF1B23-B2B3-491A-8F28-3940282C6F02}"/>
    <dgm:cxn modelId="{A7E5E5A0-EFFF-404F-A185-9031D6322521}" type="presOf" srcId="{BDF039EF-194F-C740-A905-D0698C93039F}" destId="{C1875A82-5143-45DD-97BA-7F17F15BBA1A}" srcOrd="0" destOrd="3" presId="urn:microsoft.com/office/officeart/2005/8/layout/list1"/>
    <dgm:cxn modelId="{79A745DA-1B25-EA4B-9CED-DD3B39C10612}" srcId="{C9FA8917-9726-4065-8483-C0A4E1044C5B}" destId="{BDF039EF-194F-C740-A905-D0698C93039F}" srcOrd="3" destOrd="0" parTransId="{4EC3AAEA-B6F0-1E42-AA39-FFB7022E80B1}" sibTransId="{6C45A74C-B57B-E648-97CC-A2EF6CE2AC3E}"/>
    <dgm:cxn modelId="{A37D74DF-D8BB-4A0B-BCEB-6D823610833F}" type="presOf" srcId="{C9FA8917-9726-4065-8483-C0A4E1044C5B}" destId="{5CF6155B-DB4F-4E9A-97F2-CA49C1713935}" srcOrd="0" destOrd="0" presId="urn:microsoft.com/office/officeart/2005/8/layout/list1"/>
    <dgm:cxn modelId="{8989D9E7-C2D7-45E7-BEA9-474563515E69}" type="presOf" srcId="{C9FA8917-9726-4065-8483-C0A4E1044C5B}" destId="{23A6020C-9B53-41DB-9CDA-C0211871CF4C}" srcOrd="1" destOrd="0" presId="urn:microsoft.com/office/officeart/2005/8/layout/list1"/>
    <dgm:cxn modelId="{04348DEB-4F4C-4959-97F2-1A350202A3CC}" type="presOf" srcId="{5FA8718C-5895-4BB4-9E8D-2A5ADF3309C2}" destId="{C1875A82-5143-45DD-97BA-7F17F15BBA1A}" srcOrd="0" destOrd="2" presId="urn:microsoft.com/office/officeart/2005/8/layout/list1"/>
    <dgm:cxn modelId="{01987DEC-792B-4F30-9882-8BA35A6194FF}" srcId="{C9FA8917-9726-4065-8483-C0A4E1044C5B}" destId="{CE26579B-8968-4AED-AA66-51F24CACC0C1}" srcOrd="0" destOrd="0" parTransId="{E4B7C53C-24F8-4073-9217-02044C8EA1DD}" sibTransId="{544077ED-7E0A-4049-A385-396228EB2F58}"/>
    <dgm:cxn modelId="{AA5CC5D1-6059-4E2C-83B1-E48174FD8AF0}" type="presParOf" srcId="{AC8F9BF5-5388-40F3-9095-6E85FA1E79A8}" destId="{CDEEE00D-72A5-4ACF-A6B7-6087BB26DDBA}" srcOrd="0" destOrd="0" presId="urn:microsoft.com/office/officeart/2005/8/layout/list1"/>
    <dgm:cxn modelId="{462880CB-8B8C-4FD7-A0E1-25B8B271C001}" type="presParOf" srcId="{CDEEE00D-72A5-4ACF-A6B7-6087BB26DDBA}" destId="{5CF6155B-DB4F-4E9A-97F2-CA49C1713935}" srcOrd="0" destOrd="0" presId="urn:microsoft.com/office/officeart/2005/8/layout/list1"/>
    <dgm:cxn modelId="{4F841CF3-D6A4-40BA-BF12-18721D22680A}" type="presParOf" srcId="{CDEEE00D-72A5-4ACF-A6B7-6087BB26DDBA}" destId="{23A6020C-9B53-41DB-9CDA-C0211871CF4C}" srcOrd="1" destOrd="0" presId="urn:microsoft.com/office/officeart/2005/8/layout/list1"/>
    <dgm:cxn modelId="{38431B98-1AAB-4D52-AE70-DEFE4C67D270}" type="presParOf" srcId="{AC8F9BF5-5388-40F3-9095-6E85FA1E79A8}" destId="{697CA693-47BE-41F6-AA1C-6DFE7E7CF186}" srcOrd="1" destOrd="0" presId="urn:microsoft.com/office/officeart/2005/8/layout/list1"/>
    <dgm:cxn modelId="{D9CFFB64-81CD-4122-85EB-CCA1895354BA}" type="presParOf" srcId="{AC8F9BF5-5388-40F3-9095-6E85FA1E79A8}" destId="{C1875A82-5143-45DD-97BA-7F17F15BBA1A}"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2FC0AC07-3C9F-4490-B6F0-E1727A89A0DF}"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C9FA8917-9726-4065-8483-C0A4E1044C5B}">
      <dgm:prSet phldrT="[Text]"/>
      <dgm:spPr/>
      <dgm:t>
        <a:bodyPr/>
        <a:lstStyle/>
        <a:p>
          <a:r>
            <a:rPr lang="en-US" dirty="0"/>
            <a:t>Standard Ethernet frame</a:t>
          </a:r>
        </a:p>
      </dgm:t>
    </dgm:pt>
    <dgm:pt modelId="{6044ED60-4959-4A3F-9939-14C0E2B53FC9}" type="parTrans" cxnId="{F78BAF62-A5A1-43DF-8C2B-4A206E36DF95}">
      <dgm:prSet/>
      <dgm:spPr/>
      <dgm:t>
        <a:bodyPr/>
        <a:lstStyle/>
        <a:p>
          <a:endParaRPr lang="en-US"/>
        </a:p>
      </dgm:t>
    </dgm:pt>
    <dgm:pt modelId="{9BF4CFC9-B7DA-4EAA-8E3C-368E797BE0AC}" type="sibTrans" cxnId="{F78BAF62-A5A1-43DF-8C2B-4A206E36DF95}">
      <dgm:prSet/>
      <dgm:spPr/>
      <dgm:t>
        <a:bodyPr/>
        <a:lstStyle/>
        <a:p>
          <a:endParaRPr lang="en-US"/>
        </a:p>
      </dgm:t>
    </dgm:pt>
    <dgm:pt modelId="{CE26579B-8968-4AED-AA66-51F24CACC0C1}">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Maximum transmission unit (MTU) is 1,500 bytes</a:t>
          </a:r>
        </a:p>
      </dgm:t>
    </dgm:pt>
    <dgm:pt modelId="{E4B7C53C-24F8-4073-9217-02044C8EA1DD}" type="parTrans" cxnId="{01987DEC-792B-4F30-9882-8BA35A6194FF}">
      <dgm:prSet/>
      <dgm:spPr/>
      <dgm:t>
        <a:bodyPr/>
        <a:lstStyle/>
        <a:p>
          <a:endParaRPr lang="en-US"/>
        </a:p>
      </dgm:t>
    </dgm:pt>
    <dgm:pt modelId="{544077ED-7E0A-4049-A385-396228EB2F58}" type="sibTrans" cxnId="{01987DEC-792B-4F30-9882-8BA35A6194FF}">
      <dgm:prSet/>
      <dgm:spPr/>
      <dgm:t>
        <a:bodyPr/>
        <a:lstStyle/>
        <a:p>
          <a:endParaRPr lang="en-US"/>
        </a:p>
      </dgm:t>
    </dgm:pt>
    <dgm:pt modelId="{A4BED7C3-355F-48F9-8B39-BCCF57A3DBF3}">
      <dgm:prSet phldrT="[Text]"/>
      <dgm:spPr/>
      <dgm:t>
        <a:bodyPr/>
        <a:lstStyle/>
        <a:p>
          <a:r>
            <a:rPr lang="en-US" dirty="0"/>
            <a:t>Jumbo frame</a:t>
          </a:r>
        </a:p>
      </dgm:t>
    </dgm:pt>
    <dgm:pt modelId="{7C7FF1D1-D7A3-477A-9626-B4386BBB9BD8}" type="parTrans" cxnId="{05B0D671-0DD3-4B88-A94E-19E29F4D93BE}">
      <dgm:prSet/>
      <dgm:spPr/>
      <dgm:t>
        <a:bodyPr/>
        <a:lstStyle/>
        <a:p>
          <a:endParaRPr lang="en-US"/>
        </a:p>
      </dgm:t>
    </dgm:pt>
    <dgm:pt modelId="{89E91873-0EAD-4675-92DE-011C2DE93F3D}" type="sibTrans" cxnId="{05B0D671-0DD3-4B88-A94E-19E29F4D93BE}">
      <dgm:prSet/>
      <dgm:spPr/>
      <dgm:t>
        <a:bodyPr/>
        <a:lstStyle/>
        <a:p>
          <a:endParaRPr lang="en-US"/>
        </a:p>
      </dgm:t>
    </dgm:pt>
    <dgm:pt modelId="{9AF0CCCA-E939-4220-ABE3-87008CB82371}">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Supports payload up to 9,216 bytes</a:t>
          </a:r>
        </a:p>
      </dgm:t>
    </dgm:pt>
    <dgm:pt modelId="{4EEE4F1A-6AE6-4459-8FA9-929EE29142D9}" type="parTrans" cxnId="{7914B42A-50F1-40FF-B506-5458332C1BDF}">
      <dgm:prSet/>
      <dgm:spPr/>
      <dgm:t>
        <a:bodyPr/>
        <a:lstStyle/>
        <a:p>
          <a:endParaRPr lang="en-US"/>
        </a:p>
      </dgm:t>
    </dgm:pt>
    <dgm:pt modelId="{9BA96142-1A41-450A-B598-5B750CCBB60E}" type="sibTrans" cxnId="{7914B42A-50F1-40FF-B506-5458332C1BDF}">
      <dgm:prSet/>
      <dgm:spPr/>
      <dgm:t>
        <a:bodyPr/>
        <a:lstStyle/>
        <a:p>
          <a:endParaRPr lang="en-US"/>
        </a:p>
      </dgm:t>
    </dgm:pt>
    <dgm:pt modelId="{08F7C4A3-86F8-47C4-BA48-5CB01B9B22CC}">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Limited because they break Ethernet standards</a:t>
          </a:r>
        </a:p>
      </dgm:t>
    </dgm:pt>
    <dgm:pt modelId="{CD8425BD-81C1-4051-BE65-EB57A8CA0D82}" type="parTrans" cxnId="{C91F785F-3FE4-4733-BF61-4D2C05F0D8B2}">
      <dgm:prSet/>
      <dgm:spPr/>
      <dgm:t>
        <a:bodyPr/>
        <a:lstStyle/>
        <a:p>
          <a:endParaRPr lang="en-US"/>
        </a:p>
      </dgm:t>
    </dgm:pt>
    <dgm:pt modelId="{09DB23CD-64ED-4037-9D2C-208270FAC5CB}" type="sibTrans" cxnId="{C91F785F-3FE4-4733-BF61-4D2C05F0D8B2}">
      <dgm:prSet/>
      <dgm:spPr/>
      <dgm:t>
        <a:bodyPr/>
        <a:lstStyle/>
        <a:p>
          <a:endParaRPr lang="en-US"/>
        </a:p>
      </dgm:t>
    </dgm:pt>
    <dgm:pt modelId="{C75849E3-F208-44E4-9961-25CB351EE0C2}">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Reduces the number of frames transmitted</a:t>
          </a:r>
        </a:p>
      </dgm:t>
    </dgm:pt>
    <dgm:pt modelId="{49CB3AEB-9F63-4B92-93D5-0D8849E91EA7}" type="parTrans" cxnId="{7CB370F2-C1D7-4A22-8DCF-0768759DD7CB}">
      <dgm:prSet/>
      <dgm:spPr/>
      <dgm:t>
        <a:bodyPr/>
        <a:lstStyle/>
        <a:p>
          <a:endParaRPr lang="en-US"/>
        </a:p>
      </dgm:t>
    </dgm:pt>
    <dgm:pt modelId="{3C90F091-9B3B-40D4-88D6-4E459D58CC66}" type="sibTrans" cxnId="{7CB370F2-C1D7-4A22-8DCF-0768759DD7CB}">
      <dgm:prSet/>
      <dgm:spPr/>
      <dgm:t>
        <a:bodyPr/>
        <a:lstStyle/>
        <a:p>
          <a:endParaRPr lang="en-US"/>
        </a:p>
      </dgm:t>
    </dgm:pt>
    <dgm:pt modelId="{AC8F9BF5-5388-40F3-9095-6E85FA1E79A8}" type="pres">
      <dgm:prSet presAssocID="{2FC0AC07-3C9F-4490-B6F0-E1727A89A0DF}" presName="linear" presStyleCnt="0">
        <dgm:presLayoutVars>
          <dgm:dir/>
          <dgm:animLvl val="lvl"/>
          <dgm:resizeHandles val="exact"/>
        </dgm:presLayoutVars>
      </dgm:prSet>
      <dgm:spPr/>
    </dgm:pt>
    <dgm:pt modelId="{CDEEE00D-72A5-4ACF-A6B7-6087BB26DDBA}" type="pres">
      <dgm:prSet presAssocID="{C9FA8917-9726-4065-8483-C0A4E1044C5B}" presName="parentLin" presStyleCnt="0"/>
      <dgm:spPr/>
    </dgm:pt>
    <dgm:pt modelId="{5CF6155B-DB4F-4E9A-97F2-CA49C1713935}" type="pres">
      <dgm:prSet presAssocID="{C9FA8917-9726-4065-8483-C0A4E1044C5B}" presName="parentLeftMargin" presStyleLbl="node1" presStyleIdx="0" presStyleCnt="2"/>
      <dgm:spPr/>
    </dgm:pt>
    <dgm:pt modelId="{23A6020C-9B53-41DB-9CDA-C0211871CF4C}" type="pres">
      <dgm:prSet presAssocID="{C9FA8917-9726-4065-8483-C0A4E1044C5B}" presName="parentText" presStyleLbl="node1" presStyleIdx="0" presStyleCnt="2">
        <dgm:presLayoutVars>
          <dgm:chMax val="0"/>
          <dgm:bulletEnabled val="1"/>
        </dgm:presLayoutVars>
      </dgm:prSet>
      <dgm:spPr/>
    </dgm:pt>
    <dgm:pt modelId="{697CA693-47BE-41F6-AA1C-6DFE7E7CF186}" type="pres">
      <dgm:prSet presAssocID="{C9FA8917-9726-4065-8483-C0A4E1044C5B}" presName="negativeSpace" presStyleCnt="0"/>
      <dgm:spPr/>
    </dgm:pt>
    <dgm:pt modelId="{C1875A82-5143-45DD-97BA-7F17F15BBA1A}" type="pres">
      <dgm:prSet presAssocID="{C9FA8917-9726-4065-8483-C0A4E1044C5B}" presName="childText" presStyleLbl="conFgAcc1" presStyleIdx="0" presStyleCnt="2">
        <dgm:presLayoutVars>
          <dgm:bulletEnabled val="1"/>
        </dgm:presLayoutVars>
      </dgm:prSet>
      <dgm:spPr/>
    </dgm:pt>
    <dgm:pt modelId="{61DD5EA0-70B0-417C-8B3F-7E05B920AE3E}" type="pres">
      <dgm:prSet presAssocID="{9BF4CFC9-B7DA-4EAA-8E3C-368E797BE0AC}" presName="spaceBetweenRectangles" presStyleCnt="0"/>
      <dgm:spPr/>
    </dgm:pt>
    <dgm:pt modelId="{E1CCFFC3-221B-4517-A8EA-1AFF49465EB8}" type="pres">
      <dgm:prSet presAssocID="{A4BED7C3-355F-48F9-8B39-BCCF57A3DBF3}" presName="parentLin" presStyleCnt="0"/>
      <dgm:spPr/>
    </dgm:pt>
    <dgm:pt modelId="{26444B43-DB52-4ECD-BB1E-2B59D88BB3BF}" type="pres">
      <dgm:prSet presAssocID="{A4BED7C3-355F-48F9-8B39-BCCF57A3DBF3}" presName="parentLeftMargin" presStyleLbl="node1" presStyleIdx="0" presStyleCnt="2"/>
      <dgm:spPr/>
    </dgm:pt>
    <dgm:pt modelId="{3F32FB91-5BE8-48F5-A372-8F5CDC533F52}" type="pres">
      <dgm:prSet presAssocID="{A4BED7C3-355F-48F9-8B39-BCCF57A3DBF3}" presName="parentText" presStyleLbl="node1" presStyleIdx="1" presStyleCnt="2">
        <dgm:presLayoutVars>
          <dgm:chMax val="0"/>
          <dgm:bulletEnabled val="1"/>
        </dgm:presLayoutVars>
      </dgm:prSet>
      <dgm:spPr/>
    </dgm:pt>
    <dgm:pt modelId="{BA85F0B5-918A-44C8-BB4D-31BBB307F851}" type="pres">
      <dgm:prSet presAssocID="{A4BED7C3-355F-48F9-8B39-BCCF57A3DBF3}" presName="negativeSpace" presStyleCnt="0"/>
      <dgm:spPr/>
    </dgm:pt>
    <dgm:pt modelId="{CDB1FB98-0CA2-4A75-9147-47F577F6EED6}" type="pres">
      <dgm:prSet presAssocID="{A4BED7C3-355F-48F9-8B39-BCCF57A3DBF3}" presName="childText" presStyleLbl="conFgAcc1" presStyleIdx="1" presStyleCnt="2">
        <dgm:presLayoutVars>
          <dgm:bulletEnabled val="1"/>
        </dgm:presLayoutVars>
      </dgm:prSet>
      <dgm:spPr/>
    </dgm:pt>
  </dgm:ptLst>
  <dgm:cxnLst>
    <dgm:cxn modelId="{D64E5A08-A52C-4A17-A6C9-4A982A81B4D9}" type="presOf" srcId="{CE26579B-8968-4AED-AA66-51F24CACC0C1}" destId="{C1875A82-5143-45DD-97BA-7F17F15BBA1A}" srcOrd="0" destOrd="0" presId="urn:microsoft.com/office/officeart/2005/8/layout/list1"/>
    <dgm:cxn modelId="{07F1A625-550B-4C7A-A9D9-1465B821ACD2}" type="presOf" srcId="{2FC0AC07-3C9F-4490-B6F0-E1727A89A0DF}" destId="{AC8F9BF5-5388-40F3-9095-6E85FA1E79A8}" srcOrd="0" destOrd="0" presId="urn:microsoft.com/office/officeart/2005/8/layout/list1"/>
    <dgm:cxn modelId="{7914B42A-50F1-40FF-B506-5458332C1BDF}" srcId="{A4BED7C3-355F-48F9-8B39-BCCF57A3DBF3}" destId="{9AF0CCCA-E939-4220-ABE3-87008CB82371}" srcOrd="0" destOrd="0" parTransId="{4EEE4F1A-6AE6-4459-8FA9-929EE29142D9}" sibTransId="{9BA96142-1A41-450A-B598-5B750CCBB60E}"/>
    <dgm:cxn modelId="{02FBE22D-157F-4648-A8E1-CD29AA03CF3C}" type="presOf" srcId="{A4BED7C3-355F-48F9-8B39-BCCF57A3DBF3}" destId="{3F32FB91-5BE8-48F5-A372-8F5CDC533F52}" srcOrd="1" destOrd="0" presId="urn:microsoft.com/office/officeart/2005/8/layout/list1"/>
    <dgm:cxn modelId="{6051F13B-E28E-463D-8F09-8505BA7B3278}" type="presOf" srcId="{A4BED7C3-355F-48F9-8B39-BCCF57A3DBF3}" destId="{26444B43-DB52-4ECD-BB1E-2B59D88BB3BF}" srcOrd="0" destOrd="0" presId="urn:microsoft.com/office/officeart/2005/8/layout/list1"/>
    <dgm:cxn modelId="{C91F785F-3FE4-4733-BF61-4D2C05F0D8B2}" srcId="{A4BED7C3-355F-48F9-8B39-BCCF57A3DBF3}" destId="{08F7C4A3-86F8-47C4-BA48-5CB01B9B22CC}" srcOrd="2" destOrd="0" parTransId="{CD8425BD-81C1-4051-BE65-EB57A8CA0D82}" sibTransId="{09DB23CD-64ED-4037-9D2C-208270FAC5CB}"/>
    <dgm:cxn modelId="{F78BAF62-A5A1-43DF-8C2B-4A206E36DF95}" srcId="{2FC0AC07-3C9F-4490-B6F0-E1727A89A0DF}" destId="{C9FA8917-9726-4065-8483-C0A4E1044C5B}" srcOrd="0" destOrd="0" parTransId="{6044ED60-4959-4A3F-9939-14C0E2B53FC9}" sibTransId="{9BF4CFC9-B7DA-4EAA-8E3C-368E797BE0AC}"/>
    <dgm:cxn modelId="{05B0D671-0DD3-4B88-A94E-19E29F4D93BE}" srcId="{2FC0AC07-3C9F-4490-B6F0-E1727A89A0DF}" destId="{A4BED7C3-355F-48F9-8B39-BCCF57A3DBF3}" srcOrd="1" destOrd="0" parTransId="{7C7FF1D1-D7A3-477A-9626-B4386BBB9BD8}" sibTransId="{89E91873-0EAD-4675-92DE-011C2DE93F3D}"/>
    <dgm:cxn modelId="{EEFDBC9F-0EF9-4E02-BEEA-DAC730BFEF29}" type="presOf" srcId="{9AF0CCCA-E939-4220-ABE3-87008CB82371}" destId="{CDB1FB98-0CA2-4A75-9147-47F577F6EED6}" srcOrd="0" destOrd="0" presId="urn:microsoft.com/office/officeart/2005/8/layout/list1"/>
    <dgm:cxn modelId="{A37D74DF-D8BB-4A0B-BCEB-6D823610833F}" type="presOf" srcId="{C9FA8917-9726-4065-8483-C0A4E1044C5B}" destId="{5CF6155B-DB4F-4E9A-97F2-CA49C1713935}" srcOrd="0" destOrd="0" presId="urn:microsoft.com/office/officeart/2005/8/layout/list1"/>
    <dgm:cxn modelId="{8989D9E7-C2D7-45E7-BEA9-474563515E69}" type="presOf" srcId="{C9FA8917-9726-4065-8483-C0A4E1044C5B}" destId="{23A6020C-9B53-41DB-9CDA-C0211871CF4C}" srcOrd="1" destOrd="0" presId="urn:microsoft.com/office/officeart/2005/8/layout/list1"/>
    <dgm:cxn modelId="{01987DEC-792B-4F30-9882-8BA35A6194FF}" srcId="{C9FA8917-9726-4065-8483-C0A4E1044C5B}" destId="{CE26579B-8968-4AED-AA66-51F24CACC0C1}" srcOrd="0" destOrd="0" parTransId="{E4B7C53C-24F8-4073-9217-02044C8EA1DD}" sibTransId="{544077ED-7E0A-4049-A385-396228EB2F58}"/>
    <dgm:cxn modelId="{40F67DEF-8A08-4466-97B8-31EDD8196F69}" type="presOf" srcId="{08F7C4A3-86F8-47C4-BA48-5CB01B9B22CC}" destId="{CDB1FB98-0CA2-4A75-9147-47F577F6EED6}" srcOrd="0" destOrd="2" presId="urn:microsoft.com/office/officeart/2005/8/layout/list1"/>
    <dgm:cxn modelId="{7CB370F2-C1D7-4A22-8DCF-0768759DD7CB}" srcId="{A4BED7C3-355F-48F9-8B39-BCCF57A3DBF3}" destId="{C75849E3-F208-44E4-9961-25CB351EE0C2}" srcOrd="1" destOrd="0" parTransId="{49CB3AEB-9F63-4B92-93D5-0D8849E91EA7}" sibTransId="{3C90F091-9B3B-40D4-88D6-4E459D58CC66}"/>
    <dgm:cxn modelId="{6E2956F6-D779-4A29-B7C9-B44C1265C126}" type="presOf" srcId="{C75849E3-F208-44E4-9961-25CB351EE0C2}" destId="{CDB1FB98-0CA2-4A75-9147-47F577F6EED6}" srcOrd="0" destOrd="1" presId="urn:microsoft.com/office/officeart/2005/8/layout/list1"/>
    <dgm:cxn modelId="{AA5CC5D1-6059-4E2C-83B1-E48174FD8AF0}" type="presParOf" srcId="{AC8F9BF5-5388-40F3-9095-6E85FA1E79A8}" destId="{CDEEE00D-72A5-4ACF-A6B7-6087BB26DDBA}" srcOrd="0" destOrd="0" presId="urn:microsoft.com/office/officeart/2005/8/layout/list1"/>
    <dgm:cxn modelId="{462880CB-8B8C-4FD7-A0E1-25B8B271C001}" type="presParOf" srcId="{CDEEE00D-72A5-4ACF-A6B7-6087BB26DDBA}" destId="{5CF6155B-DB4F-4E9A-97F2-CA49C1713935}" srcOrd="0" destOrd="0" presId="urn:microsoft.com/office/officeart/2005/8/layout/list1"/>
    <dgm:cxn modelId="{4F841CF3-D6A4-40BA-BF12-18721D22680A}" type="presParOf" srcId="{CDEEE00D-72A5-4ACF-A6B7-6087BB26DDBA}" destId="{23A6020C-9B53-41DB-9CDA-C0211871CF4C}" srcOrd="1" destOrd="0" presId="urn:microsoft.com/office/officeart/2005/8/layout/list1"/>
    <dgm:cxn modelId="{38431B98-1AAB-4D52-AE70-DEFE4C67D270}" type="presParOf" srcId="{AC8F9BF5-5388-40F3-9095-6E85FA1E79A8}" destId="{697CA693-47BE-41F6-AA1C-6DFE7E7CF186}" srcOrd="1" destOrd="0" presId="urn:microsoft.com/office/officeart/2005/8/layout/list1"/>
    <dgm:cxn modelId="{D9CFFB64-81CD-4122-85EB-CCA1895354BA}" type="presParOf" srcId="{AC8F9BF5-5388-40F3-9095-6E85FA1E79A8}" destId="{C1875A82-5143-45DD-97BA-7F17F15BBA1A}" srcOrd="2" destOrd="0" presId="urn:microsoft.com/office/officeart/2005/8/layout/list1"/>
    <dgm:cxn modelId="{CB200D50-0A0C-445A-9F99-51701B192558}" type="presParOf" srcId="{AC8F9BF5-5388-40F3-9095-6E85FA1E79A8}" destId="{61DD5EA0-70B0-417C-8B3F-7E05B920AE3E}" srcOrd="3" destOrd="0" presId="urn:microsoft.com/office/officeart/2005/8/layout/list1"/>
    <dgm:cxn modelId="{2ED0C91C-4704-4F4E-BD1B-FFB25B337404}" type="presParOf" srcId="{AC8F9BF5-5388-40F3-9095-6E85FA1E79A8}" destId="{E1CCFFC3-221B-4517-A8EA-1AFF49465EB8}" srcOrd="4" destOrd="0" presId="urn:microsoft.com/office/officeart/2005/8/layout/list1"/>
    <dgm:cxn modelId="{7C29138C-4796-464A-8A52-E1E482691A3B}" type="presParOf" srcId="{E1CCFFC3-221B-4517-A8EA-1AFF49465EB8}" destId="{26444B43-DB52-4ECD-BB1E-2B59D88BB3BF}" srcOrd="0" destOrd="0" presId="urn:microsoft.com/office/officeart/2005/8/layout/list1"/>
    <dgm:cxn modelId="{F2DBF02E-C9C4-4474-81A7-D6B0C3926837}" type="presParOf" srcId="{E1CCFFC3-221B-4517-A8EA-1AFF49465EB8}" destId="{3F32FB91-5BE8-48F5-A372-8F5CDC533F52}" srcOrd="1" destOrd="0" presId="urn:microsoft.com/office/officeart/2005/8/layout/list1"/>
    <dgm:cxn modelId="{65F0A501-716A-4D3C-9AE9-78BA2091D23B}" type="presParOf" srcId="{AC8F9BF5-5388-40F3-9095-6E85FA1E79A8}" destId="{BA85F0B5-918A-44C8-BB4D-31BBB307F851}" srcOrd="5" destOrd="0" presId="urn:microsoft.com/office/officeart/2005/8/layout/list1"/>
    <dgm:cxn modelId="{A667AC9D-F354-443A-BC28-B825236937B2}" type="presParOf" srcId="{AC8F9BF5-5388-40F3-9095-6E85FA1E79A8}" destId="{CDB1FB98-0CA2-4A75-9147-47F577F6EED6}"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50CD3AE6-C736-4F41-93D4-B07B96A16CE3}"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DBC2A5DD-67BF-491B-8F03-FB5411A49028}">
      <dgm:prSet phldrT="[Text]" custT="1"/>
      <dgm:spPr/>
      <dgm:t>
        <a:bodyPr/>
        <a:lstStyle/>
        <a:p>
          <a:r>
            <a:rPr lang="en-US" sz="1600" dirty="0"/>
            <a:t>Spanning Tree Protocol (STP)</a:t>
          </a:r>
        </a:p>
      </dgm:t>
    </dgm:pt>
    <dgm:pt modelId="{FCB51B13-4EAC-455C-B9A0-ACAE70C1E3FC}" type="parTrans" cxnId="{217EA10D-1C7E-42BF-971D-497C33BF2CD5}">
      <dgm:prSet/>
      <dgm:spPr/>
      <dgm:t>
        <a:bodyPr/>
        <a:lstStyle/>
        <a:p>
          <a:endParaRPr lang="en-US" sz="1600"/>
        </a:p>
      </dgm:t>
    </dgm:pt>
    <dgm:pt modelId="{A6F628E9-53D0-4895-8284-5645587FA87D}" type="sibTrans" cxnId="{217EA10D-1C7E-42BF-971D-497C33BF2CD5}">
      <dgm:prSet/>
      <dgm:spPr/>
      <dgm:t>
        <a:bodyPr/>
        <a:lstStyle/>
        <a:p>
          <a:endParaRPr lang="en-US" sz="1600"/>
        </a:p>
      </dgm:t>
    </dgm:pt>
    <dgm:pt modelId="{1BBDBB95-E205-4001-A2D8-5882BC0DF3ED}">
      <dgm:prSet phldrT="[Text]" custT="1"/>
      <dgm:spPr>
        <a:solidFill>
          <a:schemeClr val="bg1">
            <a:lumMod val="95000"/>
            <a:alpha val="90000"/>
          </a:schemeClr>
        </a:solidFill>
        <a:ln w="9525">
          <a:solidFill>
            <a:schemeClr val="bg1">
              <a:lumMod val="85000"/>
            </a:schemeClr>
          </a:solidFill>
        </a:ln>
      </dgm:spPr>
      <dgm:t>
        <a:bodyPr/>
        <a:lstStyle/>
        <a:p>
          <a:r>
            <a:rPr lang="en-US" sz="1600" dirty="0">
              <a:solidFill>
                <a:srgbClr val="20282F"/>
              </a:solidFill>
            </a:rPr>
            <a:t>Prevents bridge/switch loops</a:t>
          </a:r>
        </a:p>
      </dgm:t>
    </dgm:pt>
    <dgm:pt modelId="{380E6D54-3055-43D5-AC4F-6FC08254157E}" type="parTrans" cxnId="{E537B015-00E5-4706-A481-22F808000264}">
      <dgm:prSet/>
      <dgm:spPr/>
      <dgm:t>
        <a:bodyPr/>
        <a:lstStyle/>
        <a:p>
          <a:endParaRPr lang="en-US" sz="1600"/>
        </a:p>
      </dgm:t>
    </dgm:pt>
    <dgm:pt modelId="{DE72879C-6939-4DFC-B764-842EDEF09B6C}" type="sibTrans" cxnId="{E537B015-00E5-4706-A481-22F808000264}">
      <dgm:prSet/>
      <dgm:spPr/>
      <dgm:t>
        <a:bodyPr/>
        <a:lstStyle/>
        <a:p>
          <a:endParaRPr lang="en-US" sz="1600"/>
        </a:p>
      </dgm:t>
    </dgm:pt>
    <dgm:pt modelId="{A88D102B-EC75-40E5-97A4-C3264DD8D275}">
      <dgm:prSet phldrT="[Text]" custT="1"/>
      <dgm:spPr>
        <a:solidFill>
          <a:schemeClr val="bg1">
            <a:lumMod val="95000"/>
            <a:alpha val="90000"/>
          </a:schemeClr>
        </a:solidFill>
        <a:ln w="9525">
          <a:solidFill>
            <a:schemeClr val="bg1">
              <a:lumMod val="85000"/>
            </a:schemeClr>
          </a:solidFill>
        </a:ln>
      </dgm:spPr>
      <dgm:t>
        <a:bodyPr/>
        <a:lstStyle/>
        <a:p>
          <a:r>
            <a:rPr lang="en-US" sz="1600" dirty="0">
              <a:solidFill>
                <a:srgbClr val="20282F"/>
              </a:solidFill>
            </a:rPr>
            <a:t>Layer 2 protocol</a:t>
          </a:r>
        </a:p>
      </dgm:t>
    </dgm:pt>
    <dgm:pt modelId="{7439F1B5-C009-4BA1-AEC0-042F2A43E8B0}" type="parTrans" cxnId="{50E5EAAE-868D-4030-B945-FC450DC70528}">
      <dgm:prSet/>
      <dgm:spPr/>
      <dgm:t>
        <a:bodyPr/>
        <a:lstStyle/>
        <a:p>
          <a:endParaRPr lang="en-US" sz="1600"/>
        </a:p>
      </dgm:t>
    </dgm:pt>
    <dgm:pt modelId="{7DD45D42-48B1-4169-AE63-BC751ADD17A5}" type="sibTrans" cxnId="{50E5EAAE-868D-4030-B945-FC450DC70528}">
      <dgm:prSet/>
      <dgm:spPr/>
      <dgm:t>
        <a:bodyPr/>
        <a:lstStyle/>
        <a:p>
          <a:endParaRPr lang="en-US" sz="1600"/>
        </a:p>
      </dgm:t>
    </dgm:pt>
    <dgm:pt modelId="{1FB687FE-1EBE-4F99-9F1E-6136E609470A}">
      <dgm:prSet phldrT="[Text]" custT="1"/>
      <dgm:spPr>
        <a:solidFill>
          <a:schemeClr val="bg1">
            <a:lumMod val="95000"/>
            <a:alpha val="90000"/>
          </a:schemeClr>
        </a:solidFill>
        <a:ln w="9525">
          <a:solidFill>
            <a:schemeClr val="bg1">
              <a:lumMod val="85000"/>
            </a:schemeClr>
          </a:solidFill>
        </a:ln>
      </dgm:spPr>
      <dgm:t>
        <a:bodyPr/>
        <a:lstStyle/>
        <a:p>
          <a:r>
            <a:rPr lang="en-US" sz="1600" dirty="0">
              <a:solidFill>
                <a:srgbClr val="20282F"/>
              </a:solidFill>
            </a:rPr>
            <a:t>Provides fault tolerance </a:t>
          </a:r>
        </a:p>
      </dgm:t>
    </dgm:pt>
    <dgm:pt modelId="{47DFAF48-BAF6-4330-A5D6-6189E05BE59C}" type="parTrans" cxnId="{15EB373A-5AD3-42E0-AC7A-84D1E9C0588C}">
      <dgm:prSet/>
      <dgm:spPr/>
      <dgm:t>
        <a:bodyPr/>
        <a:lstStyle/>
        <a:p>
          <a:endParaRPr lang="en-US" sz="1600"/>
        </a:p>
      </dgm:t>
    </dgm:pt>
    <dgm:pt modelId="{012F0AA1-290E-4911-8C15-EC14C84E370E}" type="sibTrans" cxnId="{15EB373A-5AD3-42E0-AC7A-84D1E9C0588C}">
      <dgm:prSet/>
      <dgm:spPr/>
      <dgm:t>
        <a:bodyPr/>
        <a:lstStyle/>
        <a:p>
          <a:endParaRPr lang="en-US" sz="1600"/>
        </a:p>
      </dgm:t>
    </dgm:pt>
    <dgm:pt modelId="{081BA0B1-E10A-4180-ABDD-88C192107FB3}" type="pres">
      <dgm:prSet presAssocID="{50CD3AE6-C736-4F41-93D4-B07B96A16CE3}" presName="linear" presStyleCnt="0">
        <dgm:presLayoutVars>
          <dgm:dir/>
          <dgm:animLvl val="lvl"/>
          <dgm:resizeHandles val="exact"/>
        </dgm:presLayoutVars>
      </dgm:prSet>
      <dgm:spPr/>
    </dgm:pt>
    <dgm:pt modelId="{DA74DAA6-8B2C-47F5-B05D-9AB8A1799C27}" type="pres">
      <dgm:prSet presAssocID="{DBC2A5DD-67BF-491B-8F03-FB5411A49028}" presName="parentLin" presStyleCnt="0"/>
      <dgm:spPr/>
    </dgm:pt>
    <dgm:pt modelId="{B666AEB6-F430-4FAA-9593-0F342D3BC991}" type="pres">
      <dgm:prSet presAssocID="{DBC2A5DD-67BF-491B-8F03-FB5411A49028}" presName="parentLeftMargin" presStyleLbl="node1" presStyleIdx="0" presStyleCnt="1"/>
      <dgm:spPr/>
    </dgm:pt>
    <dgm:pt modelId="{F95C05BD-0ACE-4CBF-B4BB-A2F7F5B9110D}" type="pres">
      <dgm:prSet presAssocID="{DBC2A5DD-67BF-491B-8F03-FB5411A49028}" presName="parentText" presStyleLbl="node1" presStyleIdx="0" presStyleCnt="1">
        <dgm:presLayoutVars>
          <dgm:chMax val="0"/>
          <dgm:bulletEnabled val="1"/>
        </dgm:presLayoutVars>
      </dgm:prSet>
      <dgm:spPr/>
    </dgm:pt>
    <dgm:pt modelId="{23124AE1-A124-4837-A96E-EBE38AEF83CC}" type="pres">
      <dgm:prSet presAssocID="{DBC2A5DD-67BF-491B-8F03-FB5411A49028}" presName="negativeSpace" presStyleCnt="0"/>
      <dgm:spPr/>
    </dgm:pt>
    <dgm:pt modelId="{FF37D3F0-82C1-43D1-955F-9064942A6912}" type="pres">
      <dgm:prSet presAssocID="{DBC2A5DD-67BF-491B-8F03-FB5411A49028}" presName="childText" presStyleLbl="conFgAcc1" presStyleIdx="0" presStyleCnt="1">
        <dgm:presLayoutVars>
          <dgm:bulletEnabled val="1"/>
        </dgm:presLayoutVars>
      </dgm:prSet>
      <dgm:spPr/>
    </dgm:pt>
  </dgm:ptLst>
  <dgm:cxnLst>
    <dgm:cxn modelId="{217EA10D-1C7E-42BF-971D-497C33BF2CD5}" srcId="{50CD3AE6-C736-4F41-93D4-B07B96A16CE3}" destId="{DBC2A5DD-67BF-491B-8F03-FB5411A49028}" srcOrd="0" destOrd="0" parTransId="{FCB51B13-4EAC-455C-B9A0-ACAE70C1E3FC}" sibTransId="{A6F628E9-53D0-4895-8284-5645587FA87D}"/>
    <dgm:cxn modelId="{E537B015-00E5-4706-A481-22F808000264}" srcId="{DBC2A5DD-67BF-491B-8F03-FB5411A49028}" destId="{1BBDBB95-E205-4001-A2D8-5882BC0DF3ED}" srcOrd="1" destOrd="0" parTransId="{380E6D54-3055-43D5-AC4F-6FC08254157E}" sibTransId="{DE72879C-6939-4DFC-B764-842EDEF09B6C}"/>
    <dgm:cxn modelId="{15EB373A-5AD3-42E0-AC7A-84D1E9C0588C}" srcId="{DBC2A5DD-67BF-491B-8F03-FB5411A49028}" destId="{1FB687FE-1EBE-4F99-9F1E-6136E609470A}" srcOrd="2" destOrd="0" parTransId="{47DFAF48-BAF6-4330-A5D6-6189E05BE59C}" sibTransId="{012F0AA1-290E-4911-8C15-EC14C84E370E}"/>
    <dgm:cxn modelId="{A0EFF26A-FCFB-437A-8DD6-839DC81C3C59}" type="presOf" srcId="{DBC2A5DD-67BF-491B-8F03-FB5411A49028}" destId="{B666AEB6-F430-4FAA-9593-0F342D3BC991}" srcOrd="0" destOrd="0" presId="urn:microsoft.com/office/officeart/2005/8/layout/list1"/>
    <dgm:cxn modelId="{00B77C7E-D757-404B-824B-EAB1B6631D4F}" type="presOf" srcId="{1BBDBB95-E205-4001-A2D8-5882BC0DF3ED}" destId="{FF37D3F0-82C1-43D1-955F-9064942A6912}" srcOrd="0" destOrd="1" presId="urn:microsoft.com/office/officeart/2005/8/layout/list1"/>
    <dgm:cxn modelId="{4D050B8F-F0A2-4555-B109-2E0854910007}" type="presOf" srcId="{1FB687FE-1EBE-4F99-9F1E-6136E609470A}" destId="{FF37D3F0-82C1-43D1-955F-9064942A6912}" srcOrd="0" destOrd="2" presId="urn:microsoft.com/office/officeart/2005/8/layout/list1"/>
    <dgm:cxn modelId="{F8D4419D-C867-4F6F-830D-C140F05A8D69}" type="presOf" srcId="{DBC2A5DD-67BF-491B-8F03-FB5411A49028}" destId="{F95C05BD-0ACE-4CBF-B4BB-A2F7F5B9110D}" srcOrd="1" destOrd="0" presId="urn:microsoft.com/office/officeart/2005/8/layout/list1"/>
    <dgm:cxn modelId="{50E5EAAE-868D-4030-B945-FC450DC70528}" srcId="{DBC2A5DD-67BF-491B-8F03-FB5411A49028}" destId="{A88D102B-EC75-40E5-97A4-C3264DD8D275}" srcOrd="0" destOrd="0" parTransId="{7439F1B5-C009-4BA1-AEC0-042F2A43E8B0}" sibTransId="{7DD45D42-48B1-4169-AE63-BC751ADD17A5}"/>
    <dgm:cxn modelId="{EB3F3CB7-E20C-4707-AF4A-2DCB023C3364}" type="presOf" srcId="{A88D102B-EC75-40E5-97A4-C3264DD8D275}" destId="{FF37D3F0-82C1-43D1-955F-9064942A6912}" srcOrd="0" destOrd="0" presId="urn:microsoft.com/office/officeart/2005/8/layout/list1"/>
    <dgm:cxn modelId="{60C61CD7-BE62-44EB-893B-811E1F75BDE2}" type="presOf" srcId="{50CD3AE6-C736-4F41-93D4-B07B96A16CE3}" destId="{081BA0B1-E10A-4180-ABDD-88C192107FB3}" srcOrd="0" destOrd="0" presId="urn:microsoft.com/office/officeart/2005/8/layout/list1"/>
    <dgm:cxn modelId="{CB934A7F-D748-4945-A3BA-731B6EE12081}" type="presParOf" srcId="{081BA0B1-E10A-4180-ABDD-88C192107FB3}" destId="{DA74DAA6-8B2C-47F5-B05D-9AB8A1799C27}" srcOrd="0" destOrd="0" presId="urn:microsoft.com/office/officeart/2005/8/layout/list1"/>
    <dgm:cxn modelId="{97E21A0D-A915-44A3-B432-6F542266CD82}" type="presParOf" srcId="{DA74DAA6-8B2C-47F5-B05D-9AB8A1799C27}" destId="{B666AEB6-F430-4FAA-9593-0F342D3BC991}" srcOrd="0" destOrd="0" presId="urn:microsoft.com/office/officeart/2005/8/layout/list1"/>
    <dgm:cxn modelId="{DB49966E-E36B-473F-990F-7EE4EE7DE0C2}" type="presParOf" srcId="{DA74DAA6-8B2C-47F5-B05D-9AB8A1799C27}" destId="{F95C05BD-0ACE-4CBF-B4BB-A2F7F5B9110D}" srcOrd="1" destOrd="0" presId="urn:microsoft.com/office/officeart/2005/8/layout/list1"/>
    <dgm:cxn modelId="{F52BC115-F7A2-4CF0-817F-57962C16CCB9}" type="presParOf" srcId="{081BA0B1-E10A-4180-ABDD-88C192107FB3}" destId="{23124AE1-A124-4837-A96E-EBE38AEF83CC}" srcOrd="1" destOrd="0" presId="urn:microsoft.com/office/officeart/2005/8/layout/list1"/>
    <dgm:cxn modelId="{5E5F578C-0B71-485C-A4E2-44D426240380}" type="presParOf" srcId="{081BA0B1-E10A-4180-ABDD-88C192107FB3}" destId="{FF37D3F0-82C1-43D1-955F-9064942A6912}" srcOrd="2"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50CD3AE6-C736-4F41-93D4-B07B96A16CE3}"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DBC2A5DD-67BF-491B-8F03-FB5411A49028}">
      <dgm:prSet phldrT="[Text]" custT="1"/>
      <dgm:spPr/>
      <dgm:t>
        <a:bodyPr/>
        <a:lstStyle/>
        <a:p>
          <a:r>
            <a:rPr lang="en-US" sz="1800" dirty="0"/>
            <a:t>Power over Ethernet (PoE)</a:t>
          </a:r>
        </a:p>
      </dgm:t>
    </dgm:pt>
    <dgm:pt modelId="{FCB51B13-4EAC-455C-B9A0-ACAE70C1E3FC}" type="parTrans" cxnId="{217EA10D-1C7E-42BF-971D-497C33BF2CD5}">
      <dgm:prSet/>
      <dgm:spPr/>
      <dgm:t>
        <a:bodyPr/>
        <a:lstStyle/>
        <a:p>
          <a:endParaRPr lang="en-US"/>
        </a:p>
      </dgm:t>
    </dgm:pt>
    <dgm:pt modelId="{A6F628E9-53D0-4895-8284-5645587FA87D}" type="sibTrans" cxnId="{217EA10D-1C7E-42BF-971D-497C33BF2CD5}">
      <dgm:prSet/>
      <dgm:spPr/>
      <dgm:t>
        <a:bodyPr/>
        <a:lstStyle/>
        <a:p>
          <a:endParaRPr lang="en-US"/>
        </a:p>
      </dgm:t>
    </dgm:pt>
    <dgm:pt modelId="{1FB687FE-1EBE-4F99-9F1E-6136E609470A}">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Allows 1 cable to transmit both data and power to networked devices</a:t>
          </a:r>
        </a:p>
      </dgm:t>
    </dgm:pt>
    <dgm:pt modelId="{47DFAF48-BAF6-4330-A5D6-6189E05BE59C}" type="parTrans" cxnId="{15EB373A-5AD3-42E0-AC7A-84D1E9C0588C}">
      <dgm:prSet/>
      <dgm:spPr/>
      <dgm:t>
        <a:bodyPr/>
        <a:lstStyle/>
        <a:p>
          <a:endParaRPr lang="en-US"/>
        </a:p>
      </dgm:t>
    </dgm:pt>
    <dgm:pt modelId="{012F0AA1-290E-4911-8C15-EC14C84E370E}" type="sibTrans" cxnId="{15EB373A-5AD3-42E0-AC7A-84D1E9C0588C}">
      <dgm:prSet/>
      <dgm:spPr/>
      <dgm:t>
        <a:bodyPr/>
        <a:lstStyle/>
        <a:p>
          <a:endParaRPr lang="en-US"/>
        </a:p>
      </dgm:t>
    </dgm:pt>
    <dgm:pt modelId="{3D9FA684-C887-4865-8990-A99E0BFF1B25}">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Simplifies network installation </a:t>
          </a:r>
          <a:br>
            <a:rPr lang="en-US" sz="1800" dirty="0">
              <a:solidFill>
                <a:srgbClr val="20282F"/>
              </a:solidFill>
            </a:rPr>
          </a:br>
          <a:r>
            <a:rPr lang="en-US" sz="1800" dirty="0">
              <a:solidFill>
                <a:srgbClr val="20282F"/>
              </a:solidFill>
            </a:rPr>
            <a:t>and expansion</a:t>
          </a:r>
        </a:p>
      </dgm:t>
    </dgm:pt>
    <dgm:pt modelId="{83FD8421-F859-4A1B-9059-85894F992DCC}" type="parTrans" cxnId="{CC053636-8020-4DF0-AE8B-F97DAD75E62D}">
      <dgm:prSet/>
      <dgm:spPr/>
      <dgm:t>
        <a:bodyPr/>
        <a:lstStyle/>
        <a:p>
          <a:endParaRPr lang="en-US"/>
        </a:p>
      </dgm:t>
    </dgm:pt>
    <dgm:pt modelId="{A3DA38A9-8A47-4671-B28B-658E8C55E43F}" type="sibTrans" cxnId="{CC053636-8020-4DF0-AE8B-F97DAD75E62D}">
      <dgm:prSet/>
      <dgm:spPr/>
      <dgm:t>
        <a:bodyPr/>
        <a:lstStyle/>
        <a:p>
          <a:endParaRPr lang="en-US"/>
        </a:p>
      </dgm:t>
    </dgm:pt>
    <dgm:pt modelId="{081BA0B1-E10A-4180-ABDD-88C192107FB3}" type="pres">
      <dgm:prSet presAssocID="{50CD3AE6-C736-4F41-93D4-B07B96A16CE3}" presName="linear" presStyleCnt="0">
        <dgm:presLayoutVars>
          <dgm:dir/>
          <dgm:animLvl val="lvl"/>
          <dgm:resizeHandles val="exact"/>
        </dgm:presLayoutVars>
      </dgm:prSet>
      <dgm:spPr/>
    </dgm:pt>
    <dgm:pt modelId="{DA74DAA6-8B2C-47F5-B05D-9AB8A1799C27}" type="pres">
      <dgm:prSet presAssocID="{DBC2A5DD-67BF-491B-8F03-FB5411A49028}" presName="parentLin" presStyleCnt="0"/>
      <dgm:spPr/>
    </dgm:pt>
    <dgm:pt modelId="{B666AEB6-F430-4FAA-9593-0F342D3BC991}" type="pres">
      <dgm:prSet presAssocID="{DBC2A5DD-67BF-491B-8F03-FB5411A49028}" presName="parentLeftMargin" presStyleLbl="node1" presStyleIdx="0" presStyleCnt="1"/>
      <dgm:spPr/>
    </dgm:pt>
    <dgm:pt modelId="{F95C05BD-0ACE-4CBF-B4BB-A2F7F5B9110D}" type="pres">
      <dgm:prSet presAssocID="{DBC2A5DD-67BF-491B-8F03-FB5411A49028}" presName="parentText" presStyleLbl="node1" presStyleIdx="0" presStyleCnt="1">
        <dgm:presLayoutVars>
          <dgm:chMax val="0"/>
          <dgm:bulletEnabled val="1"/>
        </dgm:presLayoutVars>
      </dgm:prSet>
      <dgm:spPr/>
    </dgm:pt>
    <dgm:pt modelId="{23124AE1-A124-4837-A96E-EBE38AEF83CC}" type="pres">
      <dgm:prSet presAssocID="{DBC2A5DD-67BF-491B-8F03-FB5411A49028}" presName="negativeSpace" presStyleCnt="0"/>
      <dgm:spPr/>
    </dgm:pt>
    <dgm:pt modelId="{FF37D3F0-82C1-43D1-955F-9064942A6912}" type="pres">
      <dgm:prSet presAssocID="{DBC2A5DD-67BF-491B-8F03-FB5411A49028}" presName="childText" presStyleLbl="conFgAcc1" presStyleIdx="0" presStyleCnt="1">
        <dgm:presLayoutVars>
          <dgm:bulletEnabled val="1"/>
        </dgm:presLayoutVars>
      </dgm:prSet>
      <dgm:spPr/>
    </dgm:pt>
  </dgm:ptLst>
  <dgm:cxnLst>
    <dgm:cxn modelId="{217EA10D-1C7E-42BF-971D-497C33BF2CD5}" srcId="{50CD3AE6-C736-4F41-93D4-B07B96A16CE3}" destId="{DBC2A5DD-67BF-491B-8F03-FB5411A49028}" srcOrd="0" destOrd="0" parTransId="{FCB51B13-4EAC-455C-B9A0-ACAE70C1E3FC}" sibTransId="{A6F628E9-53D0-4895-8284-5645587FA87D}"/>
    <dgm:cxn modelId="{CC053636-8020-4DF0-AE8B-F97DAD75E62D}" srcId="{DBC2A5DD-67BF-491B-8F03-FB5411A49028}" destId="{3D9FA684-C887-4865-8990-A99E0BFF1B25}" srcOrd="1" destOrd="0" parTransId="{83FD8421-F859-4A1B-9059-85894F992DCC}" sibTransId="{A3DA38A9-8A47-4671-B28B-658E8C55E43F}"/>
    <dgm:cxn modelId="{15EB373A-5AD3-42E0-AC7A-84D1E9C0588C}" srcId="{DBC2A5DD-67BF-491B-8F03-FB5411A49028}" destId="{1FB687FE-1EBE-4F99-9F1E-6136E609470A}" srcOrd="0" destOrd="0" parTransId="{47DFAF48-BAF6-4330-A5D6-6189E05BE59C}" sibTransId="{012F0AA1-290E-4911-8C15-EC14C84E370E}"/>
    <dgm:cxn modelId="{A0EFF26A-FCFB-437A-8DD6-839DC81C3C59}" type="presOf" srcId="{DBC2A5DD-67BF-491B-8F03-FB5411A49028}" destId="{B666AEB6-F430-4FAA-9593-0F342D3BC991}" srcOrd="0" destOrd="0" presId="urn:microsoft.com/office/officeart/2005/8/layout/list1"/>
    <dgm:cxn modelId="{4D050B8F-F0A2-4555-B109-2E0854910007}" type="presOf" srcId="{1FB687FE-1EBE-4F99-9F1E-6136E609470A}" destId="{FF37D3F0-82C1-43D1-955F-9064942A6912}" srcOrd="0" destOrd="0" presId="urn:microsoft.com/office/officeart/2005/8/layout/list1"/>
    <dgm:cxn modelId="{F8D4419D-C867-4F6F-830D-C140F05A8D69}" type="presOf" srcId="{DBC2A5DD-67BF-491B-8F03-FB5411A49028}" destId="{F95C05BD-0ACE-4CBF-B4BB-A2F7F5B9110D}" srcOrd="1" destOrd="0" presId="urn:microsoft.com/office/officeart/2005/8/layout/list1"/>
    <dgm:cxn modelId="{051738C0-1F48-4CF0-A9C0-AFBE74B05F13}" type="presOf" srcId="{3D9FA684-C887-4865-8990-A99E0BFF1B25}" destId="{FF37D3F0-82C1-43D1-955F-9064942A6912}" srcOrd="0" destOrd="1" presId="urn:microsoft.com/office/officeart/2005/8/layout/list1"/>
    <dgm:cxn modelId="{60C61CD7-BE62-44EB-893B-811E1F75BDE2}" type="presOf" srcId="{50CD3AE6-C736-4F41-93D4-B07B96A16CE3}" destId="{081BA0B1-E10A-4180-ABDD-88C192107FB3}" srcOrd="0" destOrd="0" presId="urn:microsoft.com/office/officeart/2005/8/layout/list1"/>
    <dgm:cxn modelId="{CB934A7F-D748-4945-A3BA-731B6EE12081}" type="presParOf" srcId="{081BA0B1-E10A-4180-ABDD-88C192107FB3}" destId="{DA74DAA6-8B2C-47F5-B05D-9AB8A1799C27}" srcOrd="0" destOrd="0" presId="urn:microsoft.com/office/officeart/2005/8/layout/list1"/>
    <dgm:cxn modelId="{97E21A0D-A915-44A3-B432-6F542266CD82}" type="presParOf" srcId="{DA74DAA6-8B2C-47F5-B05D-9AB8A1799C27}" destId="{B666AEB6-F430-4FAA-9593-0F342D3BC991}" srcOrd="0" destOrd="0" presId="urn:microsoft.com/office/officeart/2005/8/layout/list1"/>
    <dgm:cxn modelId="{DB49966E-E36B-473F-990F-7EE4EE7DE0C2}" type="presParOf" srcId="{DA74DAA6-8B2C-47F5-B05D-9AB8A1799C27}" destId="{F95C05BD-0ACE-4CBF-B4BB-A2F7F5B9110D}" srcOrd="1" destOrd="0" presId="urn:microsoft.com/office/officeart/2005/8/layout/list1"/>
    <dgm:cxn modelId="{F52BC115-F7A2-4CF0-817F-57962C16CCB9}" type="presParOf" srcId="{081BA0B1-E10A-4180-ABDD-88C192107FB3}" destId="{23124AE1-A124-4837-A96E-EBE38AEF83CC}" srcOrd="1" destOrd="0" presId="urn:microsoft.com/office/officeart/2005/8/layout/list1"/>
    <dgm:cxn modelId="{5E5F578C-0B71-485C-A4E2-44D426240380}" type="presParOf" srcId="{081BA0B1-E10A-4180-ABDD-88C192107FB3}" destId="{FF37D3F0-82C1-43D1-955F-9064942A6912}" srcOrd="2"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BD7C8FC9-9F2D-42C5-867C-A40B09254E99}"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749A8F97-EF49-46AB-AE75-740A7EFFA1F3}">
      <dgm:prSet phldrT="[Text]" custT="1"/>
      <dgm:spPr>
        <a:solidFill>
          <a:srgbClr val="004F71"/>
        </a:solidFill>
      </dgm:spPr>
      <dgm:t>
        <a:bodyPr/>
        <a:lstStyle/>
        <a:p>
          <a:r>
            <a:rPr lang="en-US" sz="2000" dirty="0"/>
            <a:t>show config</a:t>
          </a:r>
        </a:p>
      </dgm:t>
    </dgm:pt>
    <dgm:pt modelId="{89590567-B2AD-406D-975C-3EC05E71C7BF}" type="parTrans" cxnId="{9EE2E324-4DAC-4FC1-88F6-65E0EA5C7F55}">
      <dgm:prSet/>
      <dgm:spPr/>
      <dgm:t>
        <a:bodyPr/>
        <a:lstStyle/>
        <a:p>
          <a:endParaRPr lang="en-US"/>
        </a:p>
      </dgm:t>
    </dgm:pt>
    <dgm:pt modelId="{364AC33F-E57A-4ECD-AFB5-89BB148EAD69}" type="sibTrans" cxnId="{9EE2E324-4DAC-4FC1-88F6-65E0EA5C7F55}">
      <dgm:prSet/>
      <dgm:spPr/>
      <dgm:t>
        <a:bodyPr/>
        <a:lstStyle/>
        <a:p>
          <a:endParaRPr lang="en-US"/>
        </a:p>
      </dgm:t>
    </dgm:pt>
    <dgm:pt modelId="{9688776E-A28F-4823-8E62-6FC700275B01}">
      <dgm:prSet phldrT="[Text]" custT="1"/>
      <dgm:spPr>
        <a:solidFill>
          <a:srgbClr val="004F71"/>
        </a:solidFill>
      </dgm:spPr>
      <dgm:t>
        <a:bodyPr/>
        <a:lstStyle/>
        <a:p>
          <a:r>
            <a:rPr lang="en-US" sz="2000" dirty="0"/>
            <a:t>show startup-config</a:t>
          </a:r>
        </a:p>
      </dgm:t>
    </dgm:pt>
    <dgm:pt modelId="{4D6454C6-C5EE-4863-A263-10294F8100E4}" type="parTrans" cxnId="{62422599-EE28-4CD0-A894-1A4E8500E9F8}">
      <dgm:prSet/>
      <dgm:spPr/>
      <dgm:t>
        <a:bodyPr/>
        <a:lstStyle/>
        <a:p>
          <a:endParaRPr lang="en-US"/>
        </a:p>
      </dgm:t>
    </dgm:pt>
    <dgm:pt modelId="{C53CD5B5-8DDF-4BF1-B8D2-92E5E22CC05D}" type="sibTrans" cxnId="{62422599-EE28-4CD0-A894-1A4E8500E9F8}">
      <dgm:prSet/>
      <dgm:spPr/>
      <dgm:t>
        <a:bodyPr/>
        <a:lstStyle/>
        <a:p>
          <a:endParaRPr lang="en-US"/>
        </a:p>
      </dgm:t>
    </dgm:pt>
    <dgm:pt modelId="{A5EBD093-1892-460E-82CD-D8097A49C9E2}">
      <dgm:prSet phldrT="[Text]" custT="1"/>
      <dgm:spPr>
        <a:solidFill>
          <a:srgbClr val="004F71"/>
        </a:solidFill>
      </dgm:spPr>
      <dgm:t>
        <a:bodyPr/>
        <a:lstStyle/>
        <a:p>
          <a:r>
            <a:rPr lang="en-US" sz="2000" dirty="0"/>
            <a:t>show running-config</a:t>
          </a:r>
        </a:p>
      </dgm:t>
    </dgm:pt>
    <dgm:pt modelId="{7847D67D-94DA-46BC-B302-6942EF1B5ABE}" type="parTrans" cxnId="{A6D46DB4-9D15-4837-9BB0-068CAD8D9FCC}">
      <dgm:prSet/>
      <dgm:spPr/>
      <dgm:t>
        <a:bodyPr/>
        <a:lstStyle/>
        <a:p>
          <a:endParaRPr lang="en-US"/>
        </a:p>
      </dgm:t>
    </dgm:pt>
    <dgm:pt modelId="{A42BCB12-DB21-4C6D-8AFA-CF801EA697DD}" type="sibTrans" cxnId="{A6D46DB4-9D15-4837-9BB0-068CAD8D9FCC}">
      <dgm:prSet/>
      <dgm:spPr/>
      <dgm:t>
        <a:bodyPr/>
        <a:lstStyle/>
        <a:p>
          <a:endParaRPr lang="en-US"/>
        </a:p>
      </dgm:t>
    </dgm:pt>
    <dgm:pt modelId="{EBE04288-2B24-440C-A90E-003AFF60CA25}">
      <dgm:prSet phldrT="[Text]" custT="1"/>
      <dgm:spPr>
        <a:solidFill>
          <a:srgbClr val="004F71"/>
        </a:solidFill>
      </dgm:spPr>
      <dgm:t>
        <a:bodyPr/>
        <a:lstStyle/>
        <a:p>
          <a:r>
            <a:rPr lang="en-US" sz="2000" dirty="0"/>
            <a:t>show interface</a:t>
          </a:r>
        </a:p>
      </dgm:t>
    </dgm:pt>
    <dgm:pt modelId="{479AFE91-5E07-4E03-A2C3-FC1BAAED54B0}" type="parTrans" cxnId="{B53F858C-11CD-48F5-8006-183B5ABC5C49}">
      <dgm:prSet/>
      <dgm:spPr/>
      <dgm:t>
        <a:bodyPr/>
        <a:lstStyle/>
        <a:p>
          <a:endParaRPr lang="en-US"/>
        </a:p>
      </dgm:t>
    </dgm:pt>
    <dgm:pt modelId="{0A0BCDBF-F0C3-4B24-9C63-09DF3613B812}" type="sibTrans" cxnId="{B53F858C-11CD-48F5-8006-183B5ABC5C49}">
      <dgm:prSet/>
      <dgm:spPr/>
      <dgm:t>
        <a:bodyPr/>
        <a:lstStyle/>
        <a:p>
          <a:endParaRPr lang="en-US"/>
        </a:p>
      </dgm:t>
    </dgm:pt>
    <dgm:pt modelId="{C0BC3C3C-1D3D-4490-B495-90A683A045F6}">
      <dgm:prSet phldrT="[Text]"/>
      <dgm:spPr>
        <a:solidFill>
          <a:schemeClr val="bg1">
            <a:lumMod val="95000"/>
            <a:alpha val="90000"/>
          </a:schemeClr>
        </a:solidFill>
        <a:ln w="9525">
          <a:solidFill>
            <a:schemeClr val="bg1">
              <a:lumMod val="85000"/>
              <a:alpha val="90000"/>
            </a:schemeClr>
          </a:solidFill>
        </a:ln>
      </dgm:spPr>
      <dgm:t>
        <a:bodyPr anchor="ctr" anchorCtr="0"/>
        <a:lstStyle/>
        <a:p>
          <a:pPr marL="122238" indent="0">
            <a:buNone/>
            <a:tabLst/>
          </a:pPr>
          <a:r>
            <a:rPr lang="en-US" dirty="0">
              <a:solidFill>
                <a:srgbClr val="20282F"/>
              </a:solidFill>
            </a:rPr>
            <a:t>Device's current configuration</a:t>
          </a:r>
        </a:p>
      </dgm:t>
    </dgm:pt>
    <dgm:pt modelId="{1A9E994F-6839-4003-86EB-04301DD197E0}" type="parTrans" cxnId="{AA1EE742-98B1-4ACD-8C40-01B21409616A}">
      <dgm:prSet/>
      <dgm:spPr/>
      <dgm:t>
        <a:bodyPr/>
        <a:lstStyle/>
        <a:p>
          <a:endParaRPr lang="en-US"/>
        </a:p>
      </dgm:t>
    </dgm:pt>
    <dgm:pt modelId="{E16395F9-4140-40F2-B4AA-A5287076D805}" type="sibTrans" cxnId="{AA1EE742-98B1-4ACD-8C40-01B21409616A}">
      <dgm:prSet/>
      <dgm:spPr/>
      <dgm:t>
        <a:bodyPr/>
        <a:lstStyle/>
        <a:p>
          <a:endParaRPr lang="en-US"/>
        </a:p>
      </dgm:t>
    </dgm:pt>
    <dgm:pt modelId="{A3D785A6-F0C3-4985-8B56-6C1D4C4F1A43}">
      <dgm:prSet phldrT="[Text]"/>
      <dgm:spPr>
        <a:solidFill>
          <a:schemeClr val="bg1">
            <a:lumMod val="95000"/>
            <a:alpha val="90000"/>
          </a:schemeClr>
        </a:solidFill>
        <a:ln w="9525">
          <a:solidFill>
            <a:schemeClr val="bg1">
              <a:lumMod val="85000"/>
              <a:alpha val="90000"/>
            </a:schemeClr>
          </a:solidFill>
        </a:ln>
      </dgm:spPr>
      <dgm:t>
        <a:bodyPr/>
        <a:lstStyle/>
        <a:p>
          <a:pPr marL="122238" indent="0">
            <a:buNone/>
            <a:tabLst/>
          </a:pPr>
          <a:r>
            <a:rPr lang="en-US" dirty="0">
              <a:solidFill>
                <a:srgbClr val="20282F"/>
              </a:solidFill>
            </a:rPr>
            <a:t>Configuration device will </a:t>
          </a:r>
          <a:br>
            <a:rPr lang="en-US" dirty="0">
              <a:solidFill>
                <a:srgbClr val="20282F"/>
              </a:solidFill>
            </a:rPr>
          </a:br>
          <a:r>
            <a:rPr lang="en-US" dirty="0">
              <a:solidFill>
                <a:srgbClr val="20282F"/>
              </a:solidFill>
            </a:rPr>
            <a:t>use upon the next restart</a:t>
          </a:r>
        </a:p>
      </dgm:t>
    </dgm:pt>
    <dgm:pt modelId="{13489773-56DA-4078-8824-DC0E0D02487E}" type="parTrans" cxnId="{CAFAFBDA-537F-4D89-8287-FD2037F9F4BD}">
      <dgm:prSet/>
      <dgm:spPr/>
      <dgm:t>
        <a:bodyPr/>
        <a:lstStyle/>
        <a:p>
          <a:endParaRPr lang="en-US"/>
        </a:p>
      </dgm:t>
    </dgm:pt>
    <dgm:pt modelId="{59032584-D5AB-4A5C-8528-4078E090DAD1}" type="sibTrans" cxnId="{CAFAFBDA-537F-4D89-8287-FD2037F9F4BD}">
      <dgm:prSet/>
      <dgm:spPr/>
      <dgm:t>
        <a:bodyPr/>
        <a:lstStyle/>
        <a:p>
          <a:endParaRPr lang="en-US"/>
        </a:p>
      </dgm:t>
    </dgm:pt>
    <dgm:pt modelId="{E4ECDD2B-3311-4391-B94B-CE71EA732586}">
      <dgm:prSet phldrT="[Text]"/>
      <dgm:spPr>
        <a:solidFill>
          <a:schemeClr val="bg1">
            <a:lumMod val="95000"/>
            <a:alpha val="90000"/>
          </a:schemeClr>
        </a:solidFill>
        <a:ln w="9525">
          <a:solidFill>
            <a:schemeClr val="bg1">
              <a:lumMod val="85000"/>
              <a:alpha val="90000"/>
            </a:schemeClr>
          </a:solidFill>
        </a:ln>
      </dgm:spPr>
      <dgm:t>
        <a:bodyPr/>
        <a:lstStyle/>
        <a:p>
          <a:pPr marL="122238" indent="0">
            <a:buNone/>
            <a:tabLst/>
          </a:pPr>
          <a:r>
            <a:rPr lang="en-US" dirty="0">
              <a:solidFill>
                <a:srgbClr val="20282F"/>
              </a:solidFill>
            </a:rPr>
            <a:t>Active configuration currently </a:t>
          </a:r>
          <a:br>
            <a:rPr lang="en-US" dirty="0">
              <a:solidFill>
                <a:srgbClr val="20282F"/>
              </a:solidFill>
            </a:rPr>
          </a:br>
          <a:r>
            <a:rPr lang="en-US" dirty="0">
              <a:solidFill>
                <a:srgbClr val="20282F"/>
              </a:solidFill>
            </a:rPr>
            <a:t>used by the device</a:t>
          </a:r>
        </a:p>
      </dgm:t>
    </dgm:pt>
    <dgm:pt modelId="{8ED0B323-48BC-487C-8238-1422ADDFFEBE}" type="parTrans" cxnId="{EFC1530A-BA6E-4D6C-A990-5CAC27CF821C}">
      <dgm:prSet/>
      <dgm:spPr/>
      <dgm:t>
        <a:bodyPr/>
        <a:lstStyle/>
        <a:p>
          <a:endParaRPr lang="en-US"/>
        </a:p>
      </dgm:t>
    </dgm:pt>
    <dgm:pt modelId="{1F1269D9-EC19-4156-972C-8D15F8BB129E}" type="sibTrans" cxnId="{EFC1530A-BA6E-4D6C-A990-5CAC27CF821C}">
      <dgm:prSet/>
      <dgm:spPr/>
      <dgm:t>
        <a:bodyPr/>
        <a:lstStyle/>
        <a:p>
          <a:endParaRPr lang="en-US"/>
        </a:p>
      </dgm:t>
    </dgm:pt>
    <dgm:pt modelId="{3EE8F30B-9AAA-42C4-AF9C-AA8582F2CCAA}">
      <dgm:prSet phldrT="[Text]"/>
      <dgm:spPr>
        <a:solidFill>
          <a:schemeClr val="bg1">
            <a:lumMod val="95000"/>
            <a:alpha val="90000"/>
          </a:schemeClr>
        </a:solidFill>
        <a:ln w="9525">
          <a:solidFill>
            <a:schemeClr val="bg1">
              <a:lumMod val="85000"/>
              <a:alpha val="90000"/>
            </a:schemeClr>
          </a:solidFill>
        </a:ln>
      </dgm:spPr>
      <dgm:t>
        <a:bodyPr/>
        <a:lstStyle/>
        <a:p>
          <a:pPr marL="122238" indent="0">
            <a:buNone/>
            <a:tabLst/>
          </a:pPr>
          <a:r>
            <a:rPr lang="en-US" dirty="0">
              <a:solidFill>
                <a:srgbClr val="20282F"/>
              </a:solidFill>
            </a:rPr>
            <a:t>Detailed information about </a:t>
          </a:r>
          <a:br>
            <a:rPr lang="en-US" dirty="0">
              <a:solidFill>
                <a:srgbClr val="20282F"/>
              </a:solidFill>
            </a:rPr>
          </a:br>
          <a:r>
            <a:rPr lang="en-US" dirty="0">
              <a:solidFill>
                <a:srgbClr val="20282F"/>
              </a:solidFill>
            </a:rPr>
            <a:t>the device's network interfaces</a:t>
          </a:r>
        </a:p>
      </dgm:t>
    </dgm:pt>
    <dgm:pt modelId="{E7588A52-D53E-4271-9360-67F36D565909}" type="parTrans" cxnId="{6CBACEF7-1FF3-4C99-93AC-AB7A2442F430}">
      <dgm:prSet/>
      <dgm:spPr/>
      <dgm:t>
        <a:bodyPr/>
        <a:lstStyle/>
        <a:p>
          <a:endParaRPr lang="en-US"/>
        </a:p>
      </dgm:t>
    </dgm:pt>
    <dgm:pt modelId="{FEA96D1D-9504-4ACF-A8A7-D79E94DCF964}" type="sibTrans" cxnId="{6CBACEF7-1FF3-4C99-93AC-AB7A2442F430}">
      <dgm:prSet/>
      <dgm:spPr/>
      <dgm:t>
        <a:bodyPr/>
        <a:lstStyle/>
        <a:p>
          <a:endParaRPr lang="en-US"/>
        </a:p>
      </dgm:t>
    </dgm:pt>
    <dgm:pt modelId="{6FC0D7C6-E65C-437F-A82B-13BB15A49F38}" type="pres">
      <dgm:prSet presAssocID="{BD7C8FC9-9F2D-42C5-867C-A40B09254E99}" presName="Name0" presStyleCnt="0">
        <dgm:presLayoutVars>
          <dgm:dir/>
          <dgm:animLvl val="lvl"/>
          <dgm:resizeHandles/>
        </dgm:presLayoutVars>
      </dgm:prSet>
      <dgm:spPr/>
    </dgm:pt>
    <dgm:pt modelId="{023A4147-0C4C-4B9A-8E06-EAD77EAF28A3}" type="pres">
      <dgm:prSet presAssocID="{749A8F97-EF49-46AB-AE75-740A7EFFA1F3}" presName="linNode" presStyleCnt="0"/>
      <dgm:spPr/>
    </dgm:pt>
    <dgm:pt modelId="{9F1931E6-4AE8-4780-9E3D-13C97269C952}" type="pres">
      <dgm:prSet presAssocID="{749A8F97-EF49-46AB-AE75-740A7EFFA1F3}" presName="parentShp" presStyleLbl="node1" presStyleIdx="0" presStyleCnt="4" custScaleX="89081">
        <dgm:presLayoutVars>
          <dgm:bulletEnabled val="1"/>
        </dgm:presLayoutVars>
      </dgm:prSet>
      <dgm:spPr/>
    </dgm:pt>
    <dgm:pt modelId="{412257D5-BCA4-48A2-BF73-6CD57A94E09A}" type="pres">
      <dgm:prSet presAssocID="{749A8F97-EF49-46AB-AE75-740A7EFFA1F3}" presName="childShp" presStyleLbl="bgAccFollowNode1" presStyleIdx="0" presStyleCnt="4" custScaleX="107279">
        <dgm:presLayoutVars>
          <dgm:bulletEnabled val="1"/>
        </dgm:presLayoutVars>
      </dgm:prSet>
      <dgm:spPr/>
    </dgm:pt>
    <dgm:pt modelId="{F95338FA-F2EE-4BC6-BFD8-A2758C3DBC29}" type="pres">
      <dgm:prSet presAssocID="{364AC33F-E57A-4ECD-AFB5-89BB148EAD69}" presName="spacing" presStyleCnt="0"/>
      <dgm:spPr/>
    </dgm:pt>
    <dgm:pt modelId="{04E0543E-CA4D-4719-93B7-7F0617976F60}" type="pres">
      <dgm:prSet presAssocID="{9688776E-A28F-4823-8E62-6FC700275B01}" presName="linNode" presStyleCnt="0"/>
      <dgm:spPr/>
    </dgm:pt>
    <dgm:pt modelId="{35270266-E003-4289-B52F-3249E7404B1A}" type="pres">
      <dgm:prSet presAssocID="{9688776E-A28F-4823-8E62-6FC700275B01}" presName="parentShp" presStyleLbl="node1" presStyleIdx="1" presStyleCnt="4" custScaleX="89081">
        <dgm:presLayoutVars>
          <dgm:bulletEnabled val="1"/>
        </dgm:presLayoutVars>
      </dgm:prSet>
      <dgm:spPr/>
    </dgm:pt>
    <dgm:pt modelId="{1BAEBF03-D8D8-41F2-8D22-AF9C5F52BF9F}" type="pres">
      <dgm:prSet presAssocID="{9688776E-A28F-4823-8E62-6FC700275B01}" presName="childShp" presStyleLbl="bgAccFollowNode1" presStyleIdx="1" presStyleCnt="4" custScaleX="107279">
        <dgm:presLayoutVars>
          <dgm:bulletEnabled val="1"/>
        </dgm:presLayoutVars>
      </dgm:prSet>
      <dgm:spPr/>
    </dgm:pt>
    <dgm:pt modelId="{F035F470-0ACB-4ADA-894E-E9C882AD1FFD}" type="pres">
      <dgm:prSet presAssocID="{C53CD5B5-8DDF-4BF1-B8D2-92E5E22CC05D}" presName="spacing" presStyleCnt="0"/>
      <dgm:spPr/>
    </dgm:pt>
    <dgm:pt modelId="{B6E33222-0AB4-49F9-A551-DA9FE0B05A56}" type="pres">
      <dgm:prSet presAssocID="{A5EBD093-1892-460E-82CD-D8097A49C9E2}" presName="linNode" presStyleCnt="0"/>
      <dgm:spPr/>
    </dgm:pt>
    <dgm:pt modelId="{5A8AE3AE-20D1-4030-B722-FE7ACF5D4140}" type="pres">
      <dgm:prSet presAssocID="{A5EBD093-1892-460E-82CD-D8097A49C9E2}" presName="parentShp" presStyleLbl="node1" presStyleIdx="2" presStyleCnt="4" custScaleX="89081">
        <dgm:presLayoutVars>
          <dgm:bulletEnabled val="1"/>
        </dgm:presLayoutVars>
      </dgm:prSet>
      <dgm:spPr/>
    </dgm:pt>
    <dgm:pt modelId="{8991D813-E2B3-4C47-990E-E379F5640375}" type="pres">
      <dgm:prSet presAssocID="{A5EBD093-1892-460E-82CD-D8097A49C9E2}" presName="childShp" presStyleLbl="bgAccFollowNode1" presStyleIdx="2" presStyleCnt="4" custScaleX="107279">
        <dgm:presLayoutVars>
          <dgm:bulletEnabled val="1"/>
        </dgm:presLayoutVars>
      </dgm:prSet>
      <dgm:spPr/>
    </dgm:pt>
    <dgm:pt modelId="{8CB857B2-0DA0-490E-90CB-6D4056802A7C}" type="pres">
      <dgm:prSet presAssocID="{A42BCB12-DB21-4C6D-8AFA-CF801EA697DD}" presName="spacing" presStyleCnt="0"/>
      <dgm:spPr/>
    </dgm:pt>
    <dgm:pt modelId="{DE111F3D-B181-4724-8DB0-9ECFA12E7AEB}" type="pres">
      <dgm:prSet presAssocID="{EBE04288-2B24-440C-A90E-003AFF60CA25}" presName="linNode" presStyleCnt="0"/>
      <dgm:spPr/>
    </dgm:pt>
    <dgm:pt modelId="{E2A2DD22-123A-46B5-9849-FADEB95EA4F4}" type="pres">
      <dgm:prSet presAssocID="{EBE04288-2B24-440C-A90E-003AFF60CA25}" presName="parentShp" presStyleLbl="node1" presStyleIdx="3" presStyleCnt="4" custScaleX="89081">
        <dgm:presLayoutVars>
          <dgm:bulletEnabled val="1"/>
        </dgm:presLayoutVars>
      </dgm:prSet>
      <dgm:spPr/>
    </dgm:pt>
    <dgm:pt modelId="{525F3AAE-6F27-451B-BD03-5F7A5547D31C}" type="pres">
      <dgm:prSet presAssocID="{EBE04288-2B24-440C-A90E-003AFF60CA25}" presName="childShp" presStyleLbl="bgAccFollowNode1" presStyleIdx="3" presStyleCnt="4" custScaleX="107279">
        <dgm:presLayoutVars>
          <dgm:bulletEnabled val="1"/>
        </dgm:presLayoutVars>
      </dgm:prSet>
      <dgm:spPr/>
    </dgm:pt>
  </dgm:ptLst>
  <dgm:cxnLst>
    <dgm:cxn modelId="{EFC1530A-BA6E-4D6C-A990-5CAC27CF821C}" srcId="{A5EBD093-1892-460E-82CD-D8097A49C9E2}" destId="{E4ECDD2B-3311-4391-B94B-CE71EA732586}" srcOrd="0" destOrd="0" parTransId="{8ED0B323-48BC-487C-8238-1422ADDFFEBE}" sibTransId="{1F1269D9-EC19-4156-972C-8D15F8BB129E}"/>
    <dgm:cxn modelId="{06F4910A-837C-4569-B606-2F66E910F1BA}" type="presOf" srcId="{A5EBD093-1892-460E-82CD-D8097A49C9E2}" destId="{5A8AE3AE-20D1-4030-B722-FE7ACF5D4140}" srcOrd="0" destOrd="0" presId="urn:microsoft.com/office/officeart/2005/8/layout/vList6"/>
    <dgm:cxn modelId="{E569F121-1EC4-4DE0-A656-1BA080F041F4}" type="presOf" srcId="{EBE04288-2B24-440C-A90E-003AFF60CA25}" destId="{E2A2DD22-123A-46B5-9849-FADEB95EA4F4}" srcOrd="0" destOrd="0" presId="urn:microsoft.com/office/officeart/2005/8/layout/vList6"/>
    <dgm:cxn modelId="{9EE2E324-4DAC-4FC1-88F6-65E0EA5C7F55}" srcId="{BD7C8FC9-9F2D-42C5-867C-A40B09254E99}" destId="{749A8F97-EF49-46AB-AE75-740A7EFFA1F3}" srcOrd="0" destOrd="0" parTransId="{89590567-B2AD-406D-975C-3EC05E71C7BF}" sibTransId="{364AC33F-E57A-4ECD-AFB5-89BB148EAD69}"/>
    <dgm:cxn modelId="{42273132-6C90-472F-B84F-133A78C71E1A}" type="presOf" srcId="{749A8F97-EF49-46AB-AE75-740A7EFFA1F3}" destId="{9F1931E6-4AE8-4780-9E3D-13C97269C952}" srcOrd="0" destOrd="0" presId="urn:microsoft.com/office/officeart/2005/8/layout/vList6"/>
    <dgm:cxn modelId="{AA1EE742-98B1-4ACD-8C40-01B21409616A}" srcId="{749A8F97-EF49-46AB-AE75-740A7EFFA1F3}" destId="{C0BC3C3C-1D3D-4490-B495-90A683A045F6}" srcOrd="0" destOrd="0" parTransId="{1A9E994F-6839-4003-86EB-04301DD197E0}" sibTransId="{E16395F9-4140-40F2-B4AA-A5287076D805}"/>
    <dgm:cxn modelId="{30B6926B-4136-4939-81C0-F6202110B820}" type="presOf" srcId="{A3D785A6-F0C3-4985-8B56-6C1D4C4F1A43}" destId="{1BAEBF03-D8D8-41F2-8D22-AF9C5F52BF9F}" srcOrd="0" destOrd="0" presId="urn:microsoft.com/office/officeart/2005/8/layout/vList6"/>
    <dgm:cxn modelId="{8C94634C-C44E-47DC-A3C9-F66AA5913A3A}" type="presOf" srcId="{E4ECDD2B-3311-4391-B94B-CE71EA732586}" destId="{8991D813-E2B3-4C47-990E-E379F5640375}" srcOrd="0" destOrd="0" presId="urn:microsoft.com/office/officeart/2005/8/layout/vList6"/>
    <dgm:cxn modelId="{DAC34B56-A6B7-4D19-A441-AE0644BF843B}" type="presOf" srcId="{BD7C8FC9-9F2D-42C5-867C-A40B09254E99}" destId="{6FC0D7C6-E65C-437F-A82B-13BB15A49F38}" srcOrd="0" destOrd="0" presId="urn:microsoft.com/office/officeart/2005/8/layout/vList6"/>
    <dgm:cxn modelId="{38E6D07A-E29D-4055-BBF9-7A0F19D5EC37}" type="presOf" srcId="{3EE8F30B-9AAA-42C4-AF9C-AA8582F2CCAA}" destId="{525F3AAE-6F27-451B-BD03-5F7A5547D31C}" srcOrd="0" destOrd="0" presId="urn:microsoft.com/office/officeart/2005/8/layout/vList6"/>
    <dgm:cxn modelId="{236C737D-E577-462D-B2BD-97D46212867F}" type="presOf" srcId="{9688776E-A28F-4823-8E62-6FC700275B01}" destId="{35270266-E003-4289-B52F-3249E7404B1A}" srcOrd="0" destOrd="0" presId="urn:microsoft.com/office/officeart/2005/8/layout/vList6"/>
    <dgm:cxn modelId="{B53F858C-11CD-48F5-8006-183B5ABC5C49}" srcId="{BD7C8FC9-9F2D-42C5-867C-A40B09254E99}" destId="{EBE04288-2B24-440C-A90E-003AFF60CA25}" srcOrd="3" destOrd="0" parTransId="{479AFE91-5E07-4E03-A2C3-FC1BAAED54B0}" sibTransId="{0A0BCDBF-F0C3-4B24-9C63-09DF3613B812}"/>
    <dgm:cxn modelId="{46891C99-AC66-4706-9591-AE43EEC5D557}" type="presOf" srcId="{C0BC3C3C-1D3D-4490-B495-90A683A045F6}" destId="{412257D5-BCA4-48A2-BF73-6CD57A94E09A}" srcOrd="0" destOrd="0" presId="urn:microsoft.com/office/officeart/2005/8/layout/vList6"/>
    <dgm:cxn modelId="{62422599-EE28-4CD0-A894-1A4E8500E9F8}" srcId="{BD7C8FC9-9F2D-42C5-867C-A40B09254E99}" destId="{9688776E-A28F-4823-8E62-6FC700275B01}" srcOrd="1" destOrd="0" parTransId="{4D6454C6-C5EE-4863-A263-10294F8100E4}" sibTransId="{C53CD5B5-8DDF-4BF1-B8D2-92E5E22CC05D}"/>
    <dgm:cxn modelId="{A6D46DB4-9D15-4837-9BB0-068CAD8D9FCC}" srcId="{BD7C8FC9-9F2D-42C5-867C-A40B09254E99}" destId="{A5EBD093-1892-460E-82CD-D8097A49C9E2}" srcOrd="2" destOrd="0" parTransId="{7847D67D-94DA-46BC-B302-6942EF1B5ABE}" sibTransId="{A42BCB12-DB21-4C6D-8AFA-CF801EA697DD}"/>
    <dgm:cxn modelId="{CAFAFBDA-537F-4D89-8287-FD2037F9F4BD}" srcId="{9688776E-A28F-4823-8E62-6FC700275B01}" destId="{A3D785A6-F0C3-4985-8B56-6C1D4C4F1A43}" srcOrd="0" destOrd="0" parTransId="{13489773-56DA-4078-8824-DC0E0D02487E}" sibTransId="{59032584-D5AB-4A5C-8528-4078E090DAD1}"/>
    <dgm:cxn modelId="{6CBACEF7-1FF3-4C99-93AC-AB7A2442F430}" srcId="{EBE04288-2B24-440C-A90E-003AFF60CA25}" destId="{3EE8F30B-9AAA-42C4-AF9C-AA8582F2CCAA}" srcOrd="0" destOrd="0" parTransId="{E7588A52-D53E-4271-9360-67F36D565909}" sibTransId="{FEA96D1D-9504-4ACF-A8A7-D79E94DCF964}"/>
    <dgm:cxn modelId="{A33E96D5-19A1-4B52-A667-78EB91F7ECF6}" type="presParOf" srcId="{6FC0D7C6-E65C-437F-A82B-13BB15A49F38}" destId="{023A4147-0C4C-4B9A-8E06-EAD77EAF28A3}" srcOrd="0" destOrd="0" presId="urn:microsoft.com/office/officeart/2005/8/layout/vList6"/>
    <dgm:cxn modelId="{7E58C083-27BD-4DE5-8970-C6BCC8078F6D}" type="presParOf" srcId="{023A4147-0C4C-4B9A-8E06-EAD77EAF28A3}" destId="{9F1931E6-4AE8-4780-9E3D-13C97269C952}" srcOrd="0" destOrd="0" presId="urn:microsoft.com/office/officeart/2005/8/layout/vList6"/>
    <dgm:cxn modelId="{05C3DCAF-DD95-4BDA-82DD-A0D7042030E2}" type="presParOf" srcId="{023A4147-0C4C-4B9A-8E06-EAD77EAF28A3}" destId="{412257D5-BCA4-48A2-BF73-6CD57A94E09A}" srcOrd="1" destOrd="0" presId="urn:microsoft.com/office/officeart/2005/8/layout/vList6"/>
    <dgm:cxn modelId="{C7310235-0A8D-4E0C-BB11-0EE99E2831E8}" type="presParOf" srcId="{6FC0D7C6-E65C-437F-A82B-13BB15A49F38}" destId="{F95338FA-F2EE-4BC6-BFD8-A2758C3DBC29}" srcOrd="1" destOrd="0" presId="urn:microsoft.com/office/officeart/2005/8/layout/vList6"/>
    <dgm:cxn modelId="{5C2C74F3-59B6-4785-B4B1-AD9B673894A8}" type="presParOf" srcId="{6FC0D7C6-E65C-437F-A82B-13BB15A49F38}" destId="{04E0543E-CA4D-4719-93B7-7F0617976F60}" srcOrd="2" destOrd="0" presId="urn:microsoft.com/office/officeart/2005/8/layout/vList6"/>
    <dgm:cxn modelId="{354F0234-E490-4C41-81BC-16E4CF9C2792}" type="presParOf" srcId="{04E0543E-CA4D-4719-93B7-7F0617976F60}" destId="{35270266-E003-4289-B52F-3249E7404B1A}" srcOrd="0" destOrd="0" presId="urn:microsoft.com/office/officeart/2005/8/layout/vList6"/>
    <dgm:cxn modelId="{D8EC4ECA-9A5F-4EDB-8D83-273B2EB09182}" type="presParOf" srcId="{04E0543E-CA4D-4719-93B7-7F0617976F60}" destId="{1BAEBF03-D8D8-41F2-8D22-AF9C5F52BF9F}" srcOrd="1" destOrd="0" presId="urn:microsoft.com/office/officeart/2005/8/layout/vList6"/>
    <dgm:cxn modelId="{F33A8686-822D-4E6C-B177-FC1EC657AD77}" type="presParOf" srcId="{6FC0D7C6-E65C-437F-A82B-13BB15A49F38}" destId="{F035F470-0ACB-4ADA-894E-E9C882AD1FFD}" srcOrd="3" destOrd="0" presId="urn:microsoft.com/office/officeart/2005/8/layout/vList6"/>
    <dgm:cxn modelId="{2F4B6188-4A89-4963-B352-1A12F86BF334}" type="presParOf" srcId="{6FC0D7C6-E65C-437F-A82B-13BB15A49F38}" destId="{B6E33222-0AB4-49F9-A551-DA9FE0B05A56}" srcOrd="4" destOrd="0" presId="urn:microsoft.com/office/officeart/2005/8/layout/vList6"/>
    <dgm:cxn modelId="{BE901911-F78D-4E40-8F42-4C6F1B204C61}" type="presParOf" srcId="{B6E33222-0AB4-49F9-A551-DA9FE0B05A56}" destId="{5A8AE3AE-20D1-4030-B722-FE7ACF5D4140}" srcOrd="0" destOrd="0" presId="urn:microsoft.com/office/officeart/2005/8/layout/vList6"/>
    <dgm:cxn modelId="{E38AE84F-C1FE-4DFE-AAC9-DEEAB3E821BB}" type="presParOf" srcId="{B6E33222-0AB4-49F9-A551-DA9FE0B05A56}" destId="{8991D813-E2B3-4C47-990E-E379F5640375}" srcOrd="1" destOrd="0" presId="urn:microsoft.com/office/officeart/2005/8/layout/vList6"/>
    <dgm:cxn modelId="{0FEC3381-54A0-4567-AC64-6B724C9A8875}" type="presParOf" srcId="{6FC0D7C6-E65C-437F-A82B-13BB15A49F38}" destId="{8CB857B2-0DA0-490E-90CB-6D4056802A7C}" srcOrd="5" destOrd="0" presId="urn:microsoft.com/office/officeart/2005/8/layout/vList6"/>
    <dgm:cxn modelId="{8329D9E2-BE3D-4575-A9E0-21CF6B096662}" type="presParOf" srcId="{6FC0D7C6-E65C-437F-A82B-13BB15A49F38}" destId="{DE111F3D-B181-4724-8DB0-9ECFA12E7AEB}" srcOrd="6" destOrd="0" presId="urn:microsoft.com/office/officeart/2005/8/layout/vList6"/>
    <dgm:cxn modelId="{ADBF918C-2EBA-41F7-B156-587399930862}" type="presParOf" srcId="{DE111F3D-B181-4724-8DB0-9ECFA12E7AEB}" destId="{E2A2DD22-123A-46B5-9849-FADEB95EA4F4}" srcOrd="0" destOrd="0" presId="urn:microsoft.com/office/officeart/2005/8/layout/vList6"/>
    <dgm:cxn modelId="{F1A74B3E-E09B-49AD-A34F-B8FFC6A9D260}" type="presParOf" srcId="{DE111F3D-B181-4724-8DB0-9ECFA12E7AEB}" destId="{525F3AAE-6F27-451B-BD03-5F7A5547D31C}"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30BE02B6-AF23-4763-A1B2-A171139E4C43}"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D02ED28D-9BA9-4D5D-977F-C9CBA7D6D5D2}">
      <dgm:prSet phldrT="[Text]" custT="1"/>
      <dgm:spPr>
        <a:solidFill>
          <a:srgbClr val="004F71"/>
        </a:solidFill>
      </dgm:spPr>
      <dgm:t>
        <a:bodyPr/>
        <a:lstStyle/>
        <a:p>
          <a:r>
            <a:rPr lang="en-US" sz="1500" dirty="0"/>
            <a:t>Link state</a:t>
          </a:r>
        </a:p>
      </dgm:t>
    </dgm:pt>
    <dgm:pt modelId="{4C122D7D-F92D-4F31-A8EB-D32BF70ECCE3}" type="parTrans" cxnId="{E93F3486-E2F2-409B-B99F-3CF96E3FD35F}">
      <dgm:prSet/>
      <dgm:spPr/>
      <dgm:t>
        <a:bodyPr/>
        <a:lstStyle/>
        <a:p>
          <a:endParaRPr lang="en-US" sz="1500"/>
        </a:p>
      </dgm:t>
    </dgm:pt>
    <dgm:pt modelId="{9BD33678-E150-42BC-8F83-B7C0D2F68481}" type="sibTrans" cxnId="{E93F3486-E2F2-409B-B99F-3CF96E3FD35F}">
      <dgm:prSet/>
      <dgm:spPr/>
      <dgm:t>
        <a:bodyPr/>
        <a:lstStyle/>
        <a:p>
          <a:endParaRPr lang="en-US" sz="1500"/>
        </a:p>
      </dgm:t>
    </dgm:pt>
    <dgm:pt modelId="{346324FD-D26D-4E07-86ED-0919547B029A}">
      <dgm:prSet phldrT="[Text]" custT="1"/>
      <dgm:spPr>
        <a:solidFill>
          <a:srgbClr val="004F71"/>
        </a:solidFill>
      </dgm:spPr>
      <dgm:t>
        <a:bodyPr/>
        <a:lstStyle/>
        <a:p>
          <a:r>
            <a:rPr lang="en-US" sz="1500" dirty="0"/>
            <a:t>Resets</a:t>
          </a:r>
        </a:p>
      </dgm:t>
    </dgm:pt>
    <dgm:pt modelId="{8555AA07-9CB4-4939-AF77-8A542DA26EB5}" type="parTrans" cxnId="{251DB13C-A010-428F-9279-90D9FD557E86}">
      <dgm:prSet/>
      <dgm:spPr/>
      <dgm:t>
        <a:bodyPr/>
        <a:lstStyle/>
        <a:p>
          <a:endParaRPr lang="en-US" sz="1500"/>
        </a:p>
      </dgm:t>
    </dgm:pt>
    <dgm:pt modelId="{F3C2E9C9-8C5D-4DED-BDB0-F384FA2C9FFD}" type="sibTrans" cxnId="{251DB13C-A010-428F-9279-90D9FD557E86}">
      <dgm:prSet/>
      <dgm:spPr/>
      <dgm:t>
        <a:bodyPr/>
        <a:lstStyle/>
        <a:p>
          <a:endParaRPr lang="en-US" sz="1500"/>
        </a:p>
      </dgm:t>
    </dgm:pt>
    <dgm:pt modelId="{A88410BE-3DC6-4E36-9531-E0E5A585FCBF}">
      <dgm:prSet phldrT="[Text]" custT="1"/>
      <dgm:spPr>
        <a:solidFill>
          <a:srgbClr val="004F71"/>
        </a:solidFill>
      </dgm:spPr>
      <dgm:t>
        <a:bodyPr/>
        <a:lstStyle/>
        <a:p>
          <a:r>
            <a:rPr lang="en-US" sz="1500" dirty="0"/>
            <a:t>Discards/drops</a:t>
          </a:r>
        </a:p>
      </dgm:t>
    </dgm:pt>
    <dgm:pt modelId="{7CDBD5C6-A58E-42B9-8474-151635DABE54}" type="parTrans" cxnId="{56CBA7D1-91A0-4FB0-92D4-C02467A374DF}">
      <dgm:prSet/>
      <dgm:spPr/>
      <dgm:t>
        <a:bodyPr/>
        <a:lstStyle/>
        <a:p>
          <a:endParaRPr lang="en-US" sz="1500"/>
        </a:p>
      </dgm:t>
    </dgm:pt>
    <dgm:pt modelId="{918AB4CD-45F3-40F6-ABFF-5CB28E8EB1F1}" type="sibTrans" cxnId="{56CBA7D1-91A0-4FB0-92D4-C02467A374DF}">
      <dgm:prSet/>
      <dgm:spPr/>
      <dgm:t>
        <a:bodyPr/>
        <a:lstStyle/>
        <a:p>
          <a:endParaRPr lang="en-US" sz="1500"/>
        </a:p>
      </dgm:t>
    </dgm:pt>
    <dgm:pt modelId="{CD0814AB-3F6E-4669-9EB7-4D7F7131ABEA}">
      <dgm:prSet phldrT="[Text]" custT="1"/>
      <dgm:spPr>
        <a:solidFill>
          <a:schemeClr val="bg1">
            <a:lumMod val="95000"/>
            <a:alpha val="90000"/>
          </a:schemeClr>
        </a:solidFill>
        <a:ln w="9525">
          <a:solidFill>
            <a:schemeClr val="bg1">
              <a:lumMod val="85000"/>
            </a:schemeClr>
          </a:solidFill>
        </a:ln>
      </dgm:spPr>
      <dgm:t>
        <a:bodyPr/>
        <a:lstStyle/>
        <a:p>
          <a:r>
            <a:rPr lang="en-US" sz="1500" dirty="0">
              <a:solidFill>
                <a:srgbClr val="20282F"/>
              </a:solidFill>
            </a:rPr>
            <a:t>Checks if interface is up or down</a:t>
          </a:r>
        </a:p>
      </dgm:t>
    </dgm:pt>
    <dgm:pt modelId="{69F4565F-9FC1-4D95-AE96-717403640001}" type="parTrans" cxnId="{6E19F0BA-B909-4737-ABCC-B84D224DCF27}">
      <dgm:prSet/>
      <dgm:spPr/>
      <dgm:t>
        <a:bodyPr/>
        <a:lstStyle/>
        <a:p>
          <a:endParaRPr lang="en-US" sz="1500"/>
        </a:p>
      </dgm:t>
    </dgm:pt>
    <dgm:pt modelId="{56999E35-BE47-4D4C-BF3C-90D02BE7EB48}" type="sibTrans" cxnId="{6E19F0BA-B909-4737-ABCC-B84D224DCF27}">
      <dgm:prSet/>
      <dgm:spPr/>
      <dgm:t>
        <a:bodyPr/>
        <a:lstStyle/>
        <a:p>
          <a:endParaRPr lang="en-US" sz="1500"/>
        </a:p>
      </dgm:t>
    </dgm:pt>
    <dgm:pt modelId="{2E0317AB-3CA7-4423-9879-ECA9C1C79540}">
      <dgm:prSet phldrT="[Text]" custT="1"/>
      <dgm:spPr>
        <a:solidFill>
          <a:schemeClr val="bg1">
            <a:lumMod val="95000"/>
            <a:alpha val="90000"/>
          </a:schemeClr>
        </a:solidFill>
        <a:ln w="9525">
          <a:solidFill>
            <a:schemeClr val="bg1">
              <a:lumMod val="85000"/>
            </a:schemeClr>
          </a:solidFill>
        </a:ln>
      </dgm:spPr>
      <dgm:t>
        <a:bodyPr/>
        <a:lstStyle/>
        <a:p>
          <a:r>
            <a:rPr lang="en-US" sz="1500" dirty="0">
              <a:solidFill>
                <a:srgbClr val="20282F"/>
              </a:solidFill>
            </a:rPr>
            <a:t>Immediate alert for downtime</a:t>
          </a:r>
        </a:p>
      </dgm:t>
    </dgm:pt>
    <dgm:pt modelId="{79AF3C2A-7E92-4693-AAF5-A7AD2AD0B982}" type="parTrans" cxnId="{542F3C18-7459-4888-A9F3-F9AAFB87CE6C}">
      <dgm:prSet/>
      <dgm:spPr/>
      <dgm:t>
        <a:bodyPr/>
        <a:lstStyle/>
        <a:p>
          <a:endParaRPr lang="en-US" sz="1500"/>
        </a:p>
      </dgm:t>
    </dgm:pt>
    <dgm:pt modelId="{7C0C348E-4C77-4E87-BAFD-8F28CC8C5EC9}" type="sibTrans" cxnId="{542F3C18-7459-4888-A9F3-F9AAFB87CE6C}">
      <dgm:prSet/>
      <dgm:spPr/>
      <dgm:t>
        <a:bodyPr/>
        <a:lstStyle/>
        <a:p>
          <a:endParaRPr lang="en-US" sz="1500"/>
        </a:p>
      </dgm:t>
    </dgm:pt>
    <dgm:pt modelId="{61C13D88-A330-4675-BF51-8CE4409F91E2}">
      <dgm:prSet phldrT="[Text]" custT="1"/>
      <dgm:spPr>
        <a:solidFill>
          <a:schemeClr val="bg1">
            <a:lumMod val="95000"/>
            <a:alpha val="90000"/>
          </a:schemeClr>
        </a:solidFill>
        <a:ln w="9525">
          <a:solidFill>
            <a:schemeClr val="bg1">
              <a:lumMod val="85000"/>
            </a:schemeClr>
          </a:solidFill>
        </a:ln>
      </dgm:spPr>
      <dgm:t>
        <a:bodyPr/>
        <a:lstStyle/>
        <a:p>
          <a:r>
            <a:rPr lang="en-US" sz="1500" dirty="0">
              <a:solidFill>
                <a:srgbClr val="20282F"/>
              </a:solidFill>
            </a:rPr>
            <a:t>Count of manual and automatic restarts</a:t>
          </a:r>
        </a:p>
      </dgm:t>
    </dgm:pt>
    <dgm:pt modelId="{0987A652-B5BC-4225-844C-3456C5D8CC2D}" type="parTrans" cxnId="{73D30D1A-9E73-48E6-924C-139FE314D7DB}">
      <dgm:prSet/>
      <dgm:spPr/>
      <dgm:t>
        <a:bodyPr/>
        <a:lstStyle/>
        <a:p>
          <a:endParaRPr lang="en-US" sz="1500"/>
        </a:p>
      </dgm:t>
    </dgm:pt>
    <dgm:pt modelId="{1713280E-AD39-4A79-98A1-DC649253D4FD}" type="sibTrans" cxnId="{73D30D1A-9E73-48E6-924C-139FE314D7DB}">
      <dgm:prSet/>
      <dgm:spPr/>
      <dgm:t>
        <a:bodyPr/>
        <a:lstStyle/>
        <a:p>
          <a:endParaRPr lang="en-US" sz="1500"/>
        </a:p>
      </dgm:t>
    </dgm:pt>
    <dgm:pt modelId="{613D7375-741F-482F-9F48-9384E49EFC2E}">
      <dgm:prSet phldrT="[Text]" custT="1"/>
      <dgm:spPr>
        <a:solidFill>
          <a:schemeClr val="bg1">
            <a:lumMod val="95000"/>
            <a:alpha val="90000"/>
          </a:schemeClr>
        </a:solidFill>
        <a:ln w="9525">
          <a:solidFill>
            <a:schemeClr val="bg1">
              <a:lumMod val="85000"/>
            </a:schemeClr>
          </a:solidFill>
        </a:ln>
      </dgm:spPr>
      <dgm:t>
        <a:bodyPr/>
        <a:lstStyle/>
        <a:p>
          <a:r>
            <a:rPr lang="en-US" sz="1500" dirty="0">
              <a:solidFill>
                <a:srgbClr val="20282F"/>
              </a:solidFill>
            </a:rPr>
            <a:t>High frequency of resets should be monitored </a:t>
          </a:r>
        </a:p>
      </dgm:t>
    </dgm:pt>
    <dgm:pt modelId="{306116B8-198E-49B1-8F93-0F24EF8925F3}" type="parTrans" cxnId="{58C25424-F2C9-4C46-93A3-C217321BCDF1}">
      <dgm:prSet/>
      <dgm:spPr/>
      <dgm:t>
        <a:bodyPr/>
        <a:lstStyle/>
        <a:p>
          <a:endParaRPr lang="en-US" sz="1500"/>
        </a:p>
      </dgm:t>
    </dgm:pt>
    <dgm:pt modelId="{90462B04-6BF6-4FB7-923C-CF3EFF1382FE}" type="sibTrans" cxnId="{58C25424-F2C9-4C46-93A3-C217321BCDF1}">
      <dgm:prSet/>
      <dgm:spPr/>
      <dgm:t>
        <a:bodyPr/>
        <a:lstStyle/>
        <a:p>
          <a:endParaRPr lang="en-US" sz="1500"/>
        </a:p>
      </dgm:t>
    </dgm:pt>
    <dgm:pt modelId="{BDACCF9E-D249-48FA-A81E-5A063F3173D0}">
      <dgm:prSet phldrT="[Text]" custT="1"/>
      <dgm:spPr>
        <a:solidFill>
          <a:schemeClr val="bg1">
            <a:lumMod val="95000"/>
            <a:alpha val="90000"/>
          </a:schemeClr>
        </a:solidFill>
        <a:ln w="9525">
          <a:solidFill>
            <a:schemeClr val="bg1">
              <a:lumMod val="85000"/>
            </a:schemeClr>
          </a:solidFill>
        </a:ln>
      </dgm:spPr>
      <dgm:t>
        <a:bodyPr/>
        <a:lstStyle/>
        <a:p>
          <a:r>
            <a:rPr lang="en-US" sz="1500" dirty="0">
              <a:solidFill>
                <a:srgbClr val="20282F"/>
              </a:solidFill>
            </a:rPr>
            <a:t>Causes by checksum errors, mismatched </a:t>
          </a:r>
          <a:br>
            <a:rPr lang="en-US" sz="1500" dirty="0">
              <a:solidFill>
                <a:srgbClr val="20282F"/>
              </a:solidFill>
            </a:rPr>
          </a:br>
          <a:r>
            <a:rPr lang="en-US" sz="1500" dirty="0">
              <a:solidFill>
                <a:srgbClr val="20282F"/>
              </a:solidFill>
            </a:rPr>
            <a:t>MTUs, size anomalies, high load, ACL or </a:t>
          </a:r>
          <a:br>
            <a:rPr lang="en-US" sz="1500" dirty="0">
              <a:solidFill>
                <a:srgbClr val="20282F"/>
              </a:solidFill>
            </a:rPr>
          </a:br>
          <a:r>
            <a:rPr lang="en-US" sz="1500" dirty="0">
              <a:solidFill>
                <a:srgbClr val="20282F"/>
              </a:solidFill>
            </a:rPr>
            <a:t>VLAN configuration errors</a:t>
          </a:r>
        </a:p>
      </dgm:t>
    </dgm:pt>
    <dgm:pt modelId="{3F362910-FF80-4639-9059-1A4EE55CDE79}" type="parTrans" cxnId="{012FF4B9-0E99-4A97-8AA6-C0B2633CCFC6}">
      <dgm:prSet/>
      <dgm:spPr/>
      <dgm:t>
        <a:bodyPr/>
        <a:lstStyle/>
        <a:p>
          <a:endParaRPr lang="en-US" sz="1500"/>
        </a:p>
      </dgm:t>
    </dgm:pt>
    <dgm:pt modelId="{BA7DE398-5C9E-443C-9E1E-276B7D77D7C4}" type="sibTrans" cxnId="{012FF4B9-0E99-4A97-8AA6-C0B2633CCFC6}">
      <dgm:prSet/>
      <dgm:spPr/>
      <dgm:t>
        <a:bodyPr/>
        <a:lstStyle/>
        <a:p>
          <a:endParaRPr lang="en-US" sz="1500"/>
        </a:p>
      </dgm:t>
    </dgm:pt>
    <dgm:pt modelId="{C872BAEA-EEB5-499F-9F62-71919D6914B7}">
      <dgm:prSet phldrT="[Text]" custT="1"/>
      <dgm:spPr>
        <a:solidFill>
          <a:schemeClr val="bg1">
            <a:lumMod val="95000"/>
            <a:alpha val="90000"/>
          </a:schemeClr>
        </a:solidFill>
        <a:ln w="9525">
          <a:solidFill>
            <a:schemeClr val="bg1">
              <a:lumMod val="85000"/>
            </a:schemeClr>
          </a:solidFill>
        </a:ln>
      </dgm:spPr>
      <dgm:t>
        <a:bodyPr/>
        <a:lstStyle/>
        <a:p>
          <a:r>
            <a:rPr lang="en-US" sz="1500" dirty="0">
              <a:solidFill>
                <a:srgbClr val="20282F"/>
              </a:solidFill>
            </a:rPr>
            <a:t>Used for troubleshooting  </a:t>
          </a:r>
        </a:p>
      </dgm:t>
    </dgm:pt>
    <dgm:pt modelId="{01D64E93-0FF3-44C6-B37C-8DB6105CBDAA}" type="parTrans" cxnId="{87A3BCA7-B441-4EFB-BDD5-0A91E09E3FDA}">
      <dgm:prSet/>
      <dgm:spPr/>
      <dgm:t>
        <a:bodyPr/>
        <a:lstStyle/>
        <a:p>
          <a:endParaRPr lang="en-US" sz="1500"/>
        </a:p>
      </dgm:t>
    </dgm:pt>
    <dgm:pt modelId="{77A25115-2A95-4202-83D5-1D3AD71C684E}" type="sibTrans" cxnId="{87A3BCA7-B441-4EFB-BDD5-0A91E09E3FDA}">
      <dgm:prSet/>
      <dgm:spPr/>
      <dgm:t>
        <a:bodyPr/>
        <a:lstStyle/>
        <a:p>
          <a:endParaRPr lang="en-US" sz="1500"/>
        </a:p>
      </dgm:t>
    </dgm:pt>
    <dgm:pt modelId="{5816D61A-4F14-4B79-92C5-A1FFB46424D8}" type="pres">
      <dgm:prSet presAssocID="{30BE02B6-AF23-4763-A1B2-A171139E4C43}" presName="linear" presStyleCnt="0">
        <dgm:presLayoutVars>
          <dgm:dir/>
          <dgm:animLvl val="lvl"/>
          <dgm:resizeHandles val="exact"/>
        </dgm:presLayoutVars>
      </dgm:prSet>
      <dgm:spPr/>
    </dgm:pt>
    <dgm:pt modelId="{99DB9B05-A6FF-42F4-BCF9-4B70F16073EF}" type="pres">
      <dgm:prSet presAssocID="{D02ED28D-9BA9-4D5D-977F-C9CBA7D6D5D2}" presName="parentLin" presStyleCnt="0"/>
      <dgm:spPr/>
    </dgm:pt>
    <dgm:pt modelId="{35F272C6-8539-4B20-8D31-A6344BFE6455}" type="pres">
      <dgm:prSet presAssocID="{D02ED28D-9BA9-4D5D-977F-C9CBA7D6D5D2}" presName="parentLeftMargin" presStyleLbl="node1" presStyleIdx="0" presStyleCnt="3"/>
      <dgm:spPr/>
    </dgm:pt>
    <dgm:pt modelId="{881614F4-F325-41D1-9C2B-59FC666AC025}" type="pres">
      <dgm:prSet presAssocID="{D02ED28D-9BA9-4D5D-977F-C9CBA7D6D5D2}" presName="parentText" presStyleLbl="node1" presStyleIdx="0" presStyleCnt="3">
        <dgm:presLayoutVars>
          <dgm:chMax val="0"/>
          <dgm:bulletEnabled val="1"/>
        </dgm:presLayoutVars>
      </dgm:prSet>
      <dgm:spPr/>
    </dgm:pt>
    <dgm:pt modelId="{ED0E33D8-EA8C-4B79-9BFD-DF33BC5606BA}" type="pres">
      <dgm:prSet presAssocID="{D02ED28D-9BA9-4D5D-977F-C9CBA7D6D5D2}" presName="negativeSpace" presStyleCnt="0"/>
      <dgm:spPr/>
    </dgm:pt>
    <dgm:pt modelId="{7BCFBBB6-A7A6-47BD-AD56-E774D523177B}" type="pres">
      <dgm:prSet presAssocID="{D02ED28D-9BA9-4D5D-977F-C9CBA7D6D5D2}" presName="childText" presStyleLbl="conFgAcc1" presStyleIdx="0" presStyleCnt="3">
        <dgm:presLayoutVars>
          <dgm:bulletEnabled val="1"/>
        </dgm:presLayoutVars>
      </dgm:prSet>
      <dgm:spPr/>
    </dgm:pt>
    <dgm:pt modelId="{F372048D-85A1-4581-8F5B-9B85F3015D7A}" type="pres">
      <dgm:prSet presAssocID="{9BD33678-E150-42BC-8F83-B7C0D2F68481}" presName="spaceBetweenRectangles" presStyleCnt="0"/>
      <dgm:spPr/>
    </dgm:pt>
    <dgm:pt modelId="{90E8CB94-64E5-4E5F-B9F0-7BC83AF9D7CE}" type="pres">
      <dgm:prSet presAssocID="{346324FD-D26D-4E07-86ED-0919547B029A}" presName="parentLin" presStyleCnt="0"/>
      <dgm:spPr/>
    </dgm:pt>
    <dgm:pt modelId="{4407ACB0-D27D-4B20-80DA-E14C58200A41}" type="pres">
      <dgm:prSet presAssocID="{346324FD-D26D-4E07-86ED-0919547B029A}" presName="parentLeftMargin" presStyleLbl="node1" presStyleIdx="0" presStyleCnt="3"/>
      <dgm:spPr/>
    </dgm:pt>
    <dgm:pt modelId="{613067A5-A63E-46A5-810D-50503D21DF36}" type="pres">
      <dgm:prSet presAssocID="{346324FD-D26D-4E07-86ED-0919547B029A}" presName="parentText" presStyleLbl="node1" presStyleIdx="1" presStyleCnt="3">
        <dgm:presLayoutVars>
          <dgm:chMax val="0"/>
          <dgm:bulletEnabled val="1"/>
        </dgm:presLayoutVars>
      </dgm:prSet>
      <dgm:spPr/>
    </dgm:pt>
    <dgm:pt modelId="{7402397E-A8B8-438A-9A5B-F21ECD6F905A}" type="pres">
      <dgm:prSet presAssocID="{346324FD-D26D-4E07-86ED-0919547B029A}" presName="negativeSpace" presStyleCnt="0"/>
      <dgm:spPr/>
    </dgm:pt>
    <dgm:pt modelId="{04DE32A5-DF50-42BA-9859-DC474BB724E2}" type="pres">
      <dgm:prSet presAssocID="{346324FD-D26D-4E07-86ED-0919547B029A}" presName="childText" presStyleLbl="conFgAcc1" presStyleIdx="1" presStyleCnt="3">
        <dgm:presLayoutVars>
          <dgm:bulletEnabled val="1"/>
        </dgm:presLayoutVars>
      </dgm:prSet>
      <dgm:spPr/>
    </dgm:pt>
    <dgm:pt modelId="{6775048F-0832-4624-BA83-F71B2B713C5F}" type="pres">
      <dgm:prSet presAssocID="{F3C2E9C9-8C5D-4DED-BDB0-F384FA2C9FFD}" presName="spaceBetweenRectangles" presStyleCnt="0"/>
      <dgm:spPr/>
    </dgm:pt>
    <dgm:pt modelId="{472C1882-5555-4CE0-9CD1-3AF914C4204A}" type="pres">
      <dgm:prSet presAssocID="{A88410BE-3DC6-4E36-9531-E0E5A585FCBF}" presName="parentLin" presStyleCnt="0"/>
      <dgm:spPr/>
    </dgm:pt>
    <dgm:pt modelId="{8D765B09-9D59-4A6F-81C2-40571AFE05B8}" type="pres">
      <dgm:prSet presAssocID="{A88410BE-3DC6-4E36-9531-E0E5A585FCBF}" presName="parentLeftMargin" presStyleLbl="node1" presStyleIdx="1" presStyleCnt="3"/>
      <dgm:spPr/>
    </dgm:pt>
    <dgm:pt modelId="{6414DBA0-5582-4A95-AFF7-458A6B735EA1}" type="pres">
      <dgm:prSet presAssocID="{A88410BE-3DC6-4E36-9531-E0E5A585FCBF}" presName="parentText" presStyleLbl="node1" presStyleIdx="2" presStyleCnt="3">
        <dgm:presLayoutVars>
          <dgm:chMax val="0"/>
          <dgm:bulletEnabled val="1"/>
        </dgm:presLayoutVars>
      </dgm:prSet>
      <dgm:spPr/>
    </dgm:pt>
    <dgm:pt modelId="{DBE655C1-5E83-455F-8C9C-82E2128793AC}" type="pres">
      <dgm:prSet presAssocID="{A88410BE-3DC6-4E36-9531-E0E5A585FCBF}" presName="negativeSpace" presStyleCnt="0"/>
      <dgm:spPr/>
    </dgm:pt>
    <dgm:pt modelId="{EC6423C9-7FC9-4EDB-A02A-EC77F9642C1B}" type="pres">
      <dgm:prSet presAssocID="{A88410BE-3DC6-4E36-9531-E0E5A585FCBF}" presName="childText" presStyleLbl="conFgAcc1" presStyleIdx="2" presStyleCnt="3">
        <dgm:presLayoutVars>
          <dgm:bulletEnabled val="1"/>
        </dgm:presLayoutVars>
      </dgm:prSet>
      <dgm:spPr/>
    </dgm:pt>
  </dgm:ptLst>
  <dgm:cxnLst>
    <dgm:cxn modelId="{02E55202-10D5-40AA-A4D7-72A51975E880}" type="presOf" srcId="{CD0814AB-3F6E-4669-9EB7-4D7F7131ABEA}" destId="{7BCFBBB6-A7A6-47BD-AD56-E774D523177B}" srcOrd="0" destOrd="0" presId="urn:microsoft.com/office/officeart/2005/8/layout/list1"/>
    <dgm:cxn modelId="{542F3C18-7459-4888-A9F3-F9AAFB87CE6C}" srcId="{D02ED28D-9BA9-4D5D-977F-C9CBA7D6D5D2}" destId="{2E0317AB-3CA7-4423-9879-ECA9C1C79540}" srcOrd="1" destOrd="0" parTransId="{79AF3C2A-7E92-4693-AAF5-A7AD2AD0B982}" sibTransId="{7C0C348E-4C77-4E87-BAFD-8F28CC8C5EC9}"/>
    <dgm:cxn modelId="{73D30D1A-9E73-48E6-924C-139FE314D7DB}" srcId="{346324FD-D26D-4E07-86ED-0919547B029A}" destId="{61C13D88-A330-4675-BF51-8CE4409F91E2}" srcOrd="0" destOrd="0" parTransId="{0987A652-B5BC-4225-844C-3456C5D8CC2D}" sibTransId="{1713280E-AD39-4A79-98A1-DC649253D4FD}"/>
    <dgm:cxn modelId="{58C25424-F2C9-4C46-93A3-C217321BCDF1}" srcId="{346324FD-D26D-4E07-86ED-0919547B029A}" destId="{613D7375-741F-482F-9F48-9384E49EFC2E}" srcOrd="1" destOrd="0" parTransId="{306116B8-198E-49B1-8F93-0F24EF8925F3}" sibTransId="{90462B04-6BF6-4FB7-923C-CF3EFF1382FE}"/>
    <dgm:cxn modelId="{251DB13C-A010-428F-9279-90D9FD557E86}" srcId="{30BE02B6-AF23-4763-A1B2-A171139E4C43}" destId="{346324FD-D26D-4E07-86ED-0919547B029A}" srcOrd="1" destOrd="0" parTransId="{8555AA07-9CB4-4939-AF77-8A542DA26EB5}" sibTransId="{F3C2E9C9-8C5D-4DED-BDB0-F384FA2C9FFD}"/>
    <dgm:cxn modelId="{DA7CF368-D7B0-4216-8095-5A53AC5E5363}" type="presOf" srcId="{D02ED28D-9BA9-4D5D-977F-C9CBA7D6D5D2}" destId="{35F272C6-8539-4B20-8D31-A6344BFE6455}" srcOrd="0" destOrd="0" presId="urn:microsoft.com/office/officeart/2005/8/layout/list1"/>
    <dgm:cxn modelId="{B406B34A-7079-407C-BC59-FF61914CBFBD}" type="presOf" srcId="{346324FD-D26D-4E07-86ED-0919547B029A}" destId="{613067A5-A63E-46A5-810D-50503D21DF36}" srcOrd="1" destOrd="0" presId="urn:microsoft.com/office/officeart/2005/8/layout/list1"/>
    <dgm:cxn modelId="{DCB3A278-90A8-42C6-8B3B-4C7EAA64FC18}" type="presOf" srcId="{2E0317AB-3CA7-4423-9879-ECA9C1C79540}" destId="{7BCFBBB6-A7A6-47BD-AD56-E774D523177B}" srcOrd="0" destOrd="1" presId="urn:microsoft.com/office/officeart/2005/8/layout/list1"/>
    <dgm:cxn modelId="{E93F3486-E2F2-409B-B99F-3CF96E3FD35F}" srcId="{30BE02B6-AF23-4763-A1B2-A171139E4C43}" destId="{D02ED28D-9BA9-4D5D-977F-C9CBA7D6D5D2}" srcOrd="0" destOrd="0" parTransId="{4C122D7D-F92D-4F31-A8EB-D32BF70ECCE3}" sibTransId="{9BD33678-E150-42BC-8F83-B7C0D2F68481}"/>
    <dgm:cxn modelId="{E2A38698-DA15-44BD-AA84-F4D9A6D92A26}" type="presOf" srcId="{30BE02B6-AF23-4763-A1B2-A171139E4C43}" destId="{5816D61A-4F14-4B79-92C5-A1FFB46424D8}" srcOrd="0" destOrd="0" presId="urn:microsoft.com/office/officeart/2005/8/layout/list1"/>
    <dgm:cxn modelId="{87A3BCA7-B441-4EFB-BDD5-0A91E09E3FDA}" srcId="{A88410BE-3DC6-4E36-9531-E0E5A585FCBF}" destId="{C872BAEA-EEB5-499F-9F62-71919D6914B7}" srcOrd="1" destOrd="0" parTransId="{01D64E93-0FF3-44C6-B37C-8DB6105CBDAA}" sibTransId="{77A25115-2A95-4202-83D5-1D3AD71C684E}"/>
    <dgm:cxn modelId="{AC4155B4-6E7C-40DD-85C6-A772A82F5B99}" type="presOf" srcId="{A88410BE-3DC6-4E36-9531-E0E5A585FCBF}" destId="{8D765B09-9D59-4A6F-81C2-40571AFE05B8}" srcOrd="0" destOrd="0" presId="urn:microsoft.com/office/officeart/2005/8/layout/list1"/>
    <dgm:cxn modelId="{A99F08B9-A638-4985-854A-C819E94E87A5}" type="presOf" srcId="{C872BAEA-EEB5-499F-9F62-71919D6914B7}" destId="{EC6423C9-7FC9-4EDB-A02A-EC77F9642C1B}" srcOrd="0" destOrd="1" presId="urn:microsoft.com/office/officeart/2005/8/layout/list1"/>
    <dgm:cxn modelId="{012FF4B9-0E99-4A97-8AA6-C0B2633CCFC6}" srcId="{A88410BE-3DC6-4E36-9531-E0E5A585FCBF}" destId="{BDACCF9E-D249-48FA-A81E-5A063F3173D0}" srcOrd="0" destOrd="0" parTransId="{3F362910-FF80-4639-9059-1A4EE55CDE79}" sibTransId="{BA7DE398-5C9E-443C-9E1E-276B7D77D7C4}"/>
    <dgm:cxn modelId="{6E19F0BA-B909-4737-ABCC-B84D224DCF27}" srcId="{D02ED28D-9BA9-4D5D-977F-C9CBA7D6D5D2}" destId="{CD0814AB-3F6E-4669-9EB7-4D7F7131ABEA}" srcOrd="0" destOrd="0" parTransId="{69F4565F-9FC1-4D95-AE96-717403640001}" sibTransId="{56999E35-BE47-4D4C-BF3C-90D02BE7EB48}"/>
    <dgm:cxn modelId="{98BD84BD-07A1-4833-A6FB-DB7F39A32F24}" type="presOf" srcId="{A88410BE-3DC6-4E36-9531-E0E5A585FCBF}" destId="{6414DBA0-5582-4A95-AFF7-458A6B735EA1}" srcOrd="1" destOrd="0" presId="urn:microsoft.com/office/officeart/2005/8/layout/list1"/>
    <dgm:cxn modelId="{56CBA7D1-91A0-4FB0-92D4-C02467A374DF}" srcId="{30BE02B6-AF23-4763-A1B2-A171139E4C43}" destId="{A88410BE-3DC6-4E36-9531-E0E5A585FCBF}" srcOrd="2" destOrd="0" parTransId="{7CDBD5C6-A58E-42B9-8474-151635DABE54}" sibTransId="{918AB4CD-45F3-40F6-ABFF-5CB28E8EB1F1}"/>
    <dgm:cxn modelId="{BB779DD4-7FF7-4E59-B336-2A8DB33C7CBC}" type="presOf" srcId="{BDACCF9E-D249-48FA-A81E-5A063F3173D0}" destId="{EC6423C9-7FC9-4EDB-A02A-EC77F9642C1B}" srcOrd="0" destOrd="0" presId="urn:microsoft.com/office/officeart/2005/8/layout/list1"/>
    <dgm:cxn modelId="{F7895FD5-37EC-4217-B755-DFBE3C8AFE52}" type="presOf" srcId="{61C13D88-A330-4675-BF51-8CE4409F91E2}" destId="{04DE32A5-DF50-42BA-9859-DC474BB724E2}" srcOrd="0" destOrd="0" presId="urn:microsoft.com/office/officeart/2005/8/layout/list1"/>
    <dgm:cxn modelId="{681698D7-6C4D-4861-84DB-581BDC046C29}" type="presOf" srcId="{346324FD-D26D-4E07-86ED-0919547B029A}" destId="{4407ACB0-D27D-4B20-80DA-E14C58200A41}" srcOrd="0" destOrd="0" presId="urn:microsoft.com/office/officeart/2005/8/layout/list1"/>
    <dgm:cxn modelId="{5C15D5E1-1F9F-4918-98A0-70049BEF3030}" type="presOf" srcId="{613D7375-741F-482F-9F48-9384E49EFC2E}" destId="{04DE32A5-DF50-42BA-9859-DC474BB724E2}" srcOrd="0" destOrd="1" presId="urn:microsoft.com/office/officeart/2005/8/layout/list1"/>
    <dgm:cxn modelId="{14C9BCF9-A694-4733-A463-2810C22F80C2}" type="presOf" srcId="{D02ED28D-9BA9-4D5D-977F-C9CBA7D6D5D2}" destId="{881614F4-F325-41D1-9C2B-59FC666AC025}" srcOrd="1" destOrd="0" presId="urn:microsoft.com/office/officeart/2005/8/layout/list1"/>
    <dgm:cxn modelId="{1D0CD14E-F9D6-4B19-8FE5-6B5C34E6C74B}" type="presParOf" srcId="{5816D61A-4F14-4B79-92C5-A1FFB46424D8}" destId="{99DB9B05-A6FF-42F4-BCF9-4B70F16073EF}" srcOrd="0" destOrd="0" presId="urn:microsoft.com/office/officeart/2005/8/layout/list1"/>
    <dgm:cxn modelId="{C9E06FD5-5EB9-40B0-B325-F347774A1670}" type="presParOf" srcId="{99DB9B05-A6FF-42F4-BCF9-4B70F16073EF}" destId="{35F272C6-8539-4B20-8D31-A6344BFE6455}" srcOrd="0" destOrd="0" presId="urn:microsoft.com/office/officeart/2005/8/layout/list1"/>
    <dgm:cxn modelId="{23FAF550-F672-4281-AF78-A88405EC4455}" type="presParOf" srcId="{99DB9B05-A6FF-42F4-BCF9-4B70F16073EF}" destId="{881614F4-F325-41D1-9C2B-59FC666AC025}" srcOrd="1" destOrd="0" presId="urn:microsoft.com/office/officeart/2005/8/layout/list1"/>
    <dgm:cxn modelId="{B260F03A-7E9D-4C2F-9982-705F6502CDCC}" type="presParOf" srcId="{5816D61A-4F14-4B79-92C5-A1FFB46424D8}" destId="{ED0E33D8-EA8C-4B79-9BFD-DF33BC5606BA}" srcOrd="1" destOrd="0" presId="urn:microsoft.com/office/officeart/2005/8/layout/list1"/>
    <dgm:cxn modelId="{EE613540-43DE-40B2-8D06-33B3F2D76DAE}" type="presParOf" srcId="{5816D61A-4F14-4B79-92C5-A1FFB46424D8}" destId="{7BCFBBB6-A7A6-47BD-AD56-E774D523177B}" srcOrd="2" destOrd="0" presId="urn:microsoft.com/office/officeart/2005/8/layout/list1"/>
    <dgm:cxn modelId="{B05C4B66-852F-457E-B701-4719876DB4B5}" type="presParOf" srcId="{5816D61A-4F14-4B79-92C5-A1FFB46424D8}" destId="{F372048D-85A1-4581-8F5B-9B85F3015D7A}" srcOrd="3" destOrd="0" presId="urn:microsoft.com/office/officeart/2005/8/layout/list1"/>
    <dgm:cxn modelId="{305E49BB-0277-4F9C-8B50-D26EE721D881}" type="presParOf" srcId="{5816D61A-4F14-4B79-92C5-A1FFB46424D8}" destId="{90E8CB94-64E5-4E5F-B9F0-7BC83AF9D7CE}" srcOrd="4" destOrd="0" presId="urn:microsoft.com/office/officeart/2005/8/layout/list1"/>
    <dgm:cxn modelId="{6A46AB1A-6CDB-44D9-8BB1-1007FAEEE7AF}" type="presParOf" srcId="{90E8CB94-64E5-4E5F-B9F0-7BC83AF9D7CE}" destId="{4407ACB0-D27D-4B20-80DA-E14C58200A41}" srcOrd="0" destOrd="0" presId="urn:microsoft.com/office/officeart/2005/8/layout/list1"/>
    <dgm:cxn modelId="{75A165D3-A06C-4309-8811-CDAF1D5A3E91}" type="presParOf" srcId="{90E8CB94-64E5-4E5F-B9F0-7BC83AF9D7CE}" destId="{613067A5-A63E-46A5-810D-50503D21DF36}" srcOrd="1" destOrd="0" presId="urn:microsoft.com/office/officeart/2005/8/layout/list1"/>
    <dgm:cxn modelId="{10F55410-EF3C-4EE9-82FB-48ACB45F5D00}" type="presParOf" srcId="{5816D61A-4F14-4B79-92C5-A1FFB46424D8}" destId="{7402397E-A8B8-438A-9A5B-F21ECD6F905A}" srcOrd="5" destOrd="0" presId="urn:microsoft.com/office/officeart/2005/8/layout/list1"/>
    <dgm:cxn modelId="{53135114-F7C8-4765-8772-78112D6F4F28}" type="presParOf" srcId="{5816D61A-4F14-4B79-92C5-A1FFB46424D8}" destId="{04DE32A5-DF50-42BA-9859-DC474BB724E2}" srcOrd="6" destOrd="0" presId="urn:microsoft.com/office/officeart/2005/8/layout/list1"/>
    <dgm:cxn modelId="{20C868C8-0DD1-47BF-A8A1-91F5ABB4FD8F}" type="presParOf" srcId="{5816D61A-4F14-4B79-92C5-A1FFB46424D8}" destId="{6775048F-0832-4624-BA83-F71B2B713C5F}" srcOrd="7" destOrd="0" presId="urn:microsoft.com/office/officeart/2005/8/layout/list1"/>
    <dgm:cxn modelId="{8689816F-568C-4487-8C58-A531D42E3C1D}" type="presParOf" srcId="{5816D61A-4F14-4B79-92C5-A1FFB46424D8}" destId="{472C1882-5555-4CE0-9CD1-3AF914C4204A}" srcOrd="8" destOrd="0" presId="urn:microsoft.com/office/officeart/2005/8/layout/list1"/>
    <dgm:cxn modelId="{27E103EE-421C-48F1-8326-BADBCB1743CF}" type="presParOf" srcId="{472C1882-5555-4CE0-9CD1-3AF914C4204A}" destId="{8D765B09-9D59-4A6F-81C2-40571AFE05B8}" srcOrd="0" destOrd="0" presId="urn:microsoft.com/office/officeart/2005/8/layout/list1"/>
    <dgm:cxn modelId="{73F8A410-5D61-4AD1-A812-905926E14FB1}" type="presParOf" srcId="{472C1882-5555-4CE0-9CD1-3AF914C4204A}" destId="{6414DBA0-5582-4A95-AFF7-458A6B735EA1}" srcOrd="1" destOrd="0" presId="urn:microsoft.com/office/officeart/2005/8/layout/list1"/>
    <dgm:cxn modelId="{4D87050F-2F34-4914-9B4D-53688CB3B3C3}" type="presParOf" srcId="{5816D61A-4F14-4B79-92C5-A1FFB46424D8}" destId="{DBE655C1-5E83-455F-8C9C-82E2128793AC}" srcOrd="9" destOrd="0" presId="urn:microsoft.com/office/officeart/2005/8/layout/list1"/>
    <dgm:cxn modelId="{0C862117-0475-47AD-9B5D-9808FA0FB71A}" type="presParOf" srcId="{5816D61A-4F14-4B79-92C5-A1FFB46424D8}" destId="{EC6423C9-7FC9-4EDB-A02A-EC77F9642C1B}"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9F9D849C-0EBE-46CA-B996-E1E831F5D9AE}"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US"/>
        </a:p>
      </dgm:t>
    </dgm:pt>
    <dgm:pt modelId="{EE13B099-DBF7-4D9C-A503-3B301A092A85}">
      <dgm:prSet phldrT="[Text]"/>
      <dgm:spPr>
        <a:solidFill>
          <a:schemeClr val="bg1">
            <a:lumMod val="95000"/>
          </a:schemeClr>
        </a:solidFill>
        <a:ln>
          <a:solidFill>
            <a:schemeClr val="bg1">
              <a:lumMod val="85000"/>
            </a:schemeClr>
          </a:solidFill>
        </a:ln>
      </dgm:spPr>
      <dgm:t>
        <a:bodyPr/>
        <a:lstStyle/>
        <a:p>
          <a:r>
            <a:rPr lang="en-US" dirty="0">
              <a:solidFill>
                <a:srgbClr val="20282F"/>
              </a:solidFill>
            </a:rPr>
            <a:t>Cyclic Redundancy Check (CRC) Errors</a:t>
          </a:r>
        </a:p>
      </dgm:t>
    </dgm:pt>
    <dgm:pt modelId="{6F214F7F-438C-4CA9-9F2A-4AA87D145C61}" type="parTrans" cxnId="{C5B8808F-79FD-4E17-A2A7-73A8AB0E521E}">
      <dgm:prSet/>
      <dgm:spPr/>
      <dgm:t>
        <a:bodyPr/>
        <a:lstStyle/>
        <a:p>
          <a:endParaRPr lang="en-US"/>
        </a:p>
      </dgm:t>
    </dgm:pt>
    <dgm:pt modelId="{19FD6C78-6944-45F0-BF6D-DBFF9C6D1937}" type="sibTrans" cxnId="{C5B8808F-79FD-4E17-A2A7-73A8AB0E521E}">
      <dgm:prSet/>
      <dgm:spPr/>
      <dgm:t>
        <a:bodyPr/>
        <a:lstStyle/>
        <a:p>
          <a:endParaRPr lang="en-US"/>
        </a:p>
      </dgm:t>
    </dgm:pt>
    <dgm:pt modelId="{BEF01AEC-80D6-44E4-B33C-83962BA997AC}">
      <dgm:prSet/>
      <dgm:spPr/>
      <dgm:t>
        <a:bodyPr/>
        <a:lstStyle/>
        <a:p>
          <a:r>
            <a:rPr lang="en-US" dirty="0"/>
            <a:t>Indicative of noise, interference, or equipment malfunctions </a:t>
          </a:r>
        </a:p>
      </dgm:t>
    </dgm:pt>
    <dgm:pt modelId="{DFC274EF-DA3E-43D4-963A-88683B7908FC}" type="parTrans" cxnId="{56880891-F524-49CD-B0AC-5EF0925AD0CF}">
      <dgm:prSet/>
      <dgm:spPr/>
      <dgm:t>
        <a:bodyPr/>
        <a:lstStyle/>
        <a:p>
          <a:endParaRPr lang="en-US"/>
        </a:p>
      </dgm:t>
    </dgm:pt>
    <dgm:pt modelId="{371F6E26-512B-4613-A2F0-AD3E12272661}" type="sibTrans" cxnId="{56880891-F524-49CD-B0AC-5EF0925AD0CF}">
      <dgm:prSet/>
      <dgm:spPr/>
      <dgm:t>
        <a:bodyPr/>
        <a:lstStyle/>
        <a:p>
          <a:endParaRPr lang="en-US"/>
        </a:p>
      </dgm:t>
    </dgm:pt>
    <dgm:pt modelId="{34CF3831-5C74-4F14-8B1A-E9D7E432E0D9}">
      <dgm:prSet/>
      <dgm:spPr>
        <a:solidFill>
          <a:schemeClr val="bg1">
            <a:lumMod val="95000"/>
          </a:schemeClr>
        </a:solidFill>
        <a:ln>
          <a:solidFill>
            <a:schemeClr val="bg1">
              <a:lumMod val="85000"/>
            </a:schemeClr>
          </a:solidFill>
        </a:ln>
      </dgm:spPr>
      <dgm:t>
        <a:bodyPr/>
        <a:lstStyle/>
        <a:p>
          <a:r>
            <a:rPr lang="en-US" dirty="0">
              <a:solidFill>
                <a:srgbClr val="20282F"/>
              </a:solidFill>
            </a:rPr>
            <a:t>Runt Frame Errors</a:t>
          </a:r>
        </a:p>
      </dgm:t>
    </dgm:pt>
    <dgm:pt modelId="{AB4DB0AF-9B59-465B-85FA-7BE1DEF3A9CB}" type="parTrans" cxnId="{382A31A4-DA0C-4D19-B8CC-7AEC54106D46}">
      <dgm:prSet/>
      <dgm:spPr/>
      <dgm:t>
        <a:bodyPr/>
        <a:lstStyle/>
        <a:p>
          <a:endParaRPr lang="en-US"/>
        </a:p>
      </dgm:t>
    </dgm:pt>
    <dgm:pt modelId="{D7DC91FB-C262-470C-BC45-62139DD6C973}" type="sibTrans" cxnId="{382A31A4-DA0C-4D19-B8CC-7AEC54106D46}">
      <dgm:prSet/>
      <dgm:spPr/>
      <dgm:t>
        <a:bodyPr/>
        <a:lstStyle/>
        <a:p>
          <a:endParaRPr lang="en-US"/>
        </a:p>
      </dgm:t>
    </dgm:pt>
    <dgm:pt modelId="{2F963C6F-C540-4205-8E66-1D9DB6A4A688}">
      <dgm:prSet/>
      <dgm:spPr/>
      <dgm:t>
        <a:bodyPr/>
        <a:lstStyle/>
        <a:p>
          <a:r>
            <a:rPr lang="en-US" dirty="0"/>
            <a:t>Frames are smaller than the minimum frame size.</a:t>
          </a:r>
        </a:p>
      </dgm:t>
    </dgm:pt>
    <dgm:pt modelId="{00DE153A-0746-4CDA-ABD6-1E74ECBE0B16}" type="parTrans" cxnId="{A37322D0-B335-4E05-9D2A-9855E8178576}">
      <dgm:prSet/>
      <dgm:spPr/>
      <dgm:t>
        <a:bodyPr/>
        <a:lstStyle/>
        <a:p>
          <a:endParaRPr lang="en-US"/>
        </a:p>
      </dgm:t>
    </dgm:pt>
    <dgm:pt modelId="{28FD6B4F-9642-4073-B136-85C211B6F114}" type="sibTrans" cxnId="{A37322D0-B335-4E05-9D2A-9855E8178576}">
      <dgm:prSet/>
      <dgm:spPr/>
      <dgm:t>
        <a:bodyPr/>
        <a:lstStyle/>
        <a:p>
          <a:endParaRPr lang="en-US"/>
        </a:p>
      </dgm:t>
    </dgm:pt>
    <dgm:pt modelId="{986AF0B8-7CB0-4446-9BE0-E98A766DAB48}">
      <dgm:prSet/>
      <dgm:spPr/>
      <dgm:t>
        <a:bodyPr/>
        <a:lstStyle/>
        <a:p>
          <a:r>
            <a:rPr lang="en-US" dirty="0"/>
            <a:t>Results from collisions or damaged hardware.</a:t>
          </a:r>
        </a:p>
      </dgm:t>
    </dgm:pt>
    <dgm:pt modelId="{2C52D4B1-A372-4439-8DCE-C2367961677A}" type="parTrans" cxnId="{437260F1-E245-41D4-AD5F-8E9119D99F08}">
      <dgm:prSet/>
      <dgm:spPr/>
      <dgm:t>
        <a:bodyPr/>
        <a:lstStyle/>
        <a:p>
          <a:endParaRPr lang="en-US"/>
        </a:p>
      </dgm:t>
    </dgm:pt>
    <dgm:pt modelId="{0A70FB50-21D9-4D3C-B63F-4DDE7C96974B}" type="sibTrans" cxnId="{437260F1-E245-41D4-AD5F-8E9119D99F08}">
      <dgm:prSet/>
      <dgm:spPr/>
      <dgm:t>
        <a:bodyPr/>
        <a:lstStyle/>
        <a:p>
          <a:endParaRPr lang="en-US"/>
        </a:p>
      </dgm:t>
    </dgm:pt>
    <dgm:pt modelId="{276D3EC3-6E69-4788-BB47-36168FF18CE1}">
      <dgm:prSet/>
      <dgm:spPr>
        <a:solidFill>
          <a:schemeClr val="bg1">
            <a:lumMod val="95000"/>
          </a:schemeClr>
        </a:solidFill>
        <a:ln>
          <a:solidFill>
            <a:schemeClr val="bg1">
              <a:lumMod val="85000"/>
            </a:schemeClr>
          </a:solidFill>
        </a:ln>
      </dgm:spPr>
      <dgm:t>
        <a:bodyPr/>
        <a:lstStyle/>
        <a:p>
          <a:r>
            <a:rPr lang="en-US" dirty="0">
              <a:solidFill>
                <a:srgbClr val="20282F"/>
              </a:solidFill>
            </a:rPr>
            <a:t>Giant Frame Errors</a:t>
          </a:r>
        </a:p>
      </dgm:t>
    </dgm:pt>
    <dgm:pt modelId="{CA37D4C0-CB3D-4827-9358-568F01B82CEE}" type="parTrans" cxnId="{707272A5-3F5E-4D0C-839D-39A25ECD4150}">
      <dgm:prSet/>
      <dgm:spPr/>
      <dgm:t>
        <a:bodyPr/>
        <a:lstStyle/>
        <a:p>
          <a:endParaRPr lang="en-US"/>
        </a:p>
      </dgm:t>
    </dgm:pt>
    <dgm:pt modelId="{FEAC5F07-4FAB-4184-869B-927FD84CFDE7}" type="sibTrans" cxnId="{707272A5-3F5E-4D0C-839D-39A25ECD4150}">
      <dgm:prSet/>
      <dgm:spPr/>
      <dgm:t>
        <a:bodyPr/>
        <a:lstStyle/>
        <a:p>
          <a:endParaRPr lang="en-US"/>
        </a:p>
      </dgm:t>
    </dgm:pt>
    <dgm:pt modelId="{332AB69C-0C30-4D90-AD36-02B31A3A1F47}">
      <dgm:prSet/>
      <dgm:spPr/>
      <dgm:t>
        <a:bodyPr/>
        <a:lstStyle/>
        <a:p>
          <a:r>
            <a:rPr lang="en-US" dirty="0"/>
            <a:t>Frames exceed the maximum allowed size.</a:t>
          </a:r>
        </a:p>
      </dgm:t>
    </dgm:pt>
    <dgm:pt modelId="{610E129A-9F34-463F-83F9-575BA678DCC4}" type="parTrans" cxnId="{A58A5277-03DA-4133-BA78-AA92D04E4C54}">
      <dgm:prSet/>
      <dgm:spPr/>
      <dgm:t>
        <a:bodyPr/>
        <a:lstStyle/>
        <a:p>
          <a:endParaRPr lang="en-US"/>
        </a:p>
      </dgm:t>
    </dgm:pt>
    <dgm:pt modelId="{08CD6F66-B52E-4C19-8738-F2F9F8CD425D}" type="sibTrans" cxnId="{A58A5277-03DA-4133-BA78-AA92D04E4C54}">
      <dgm:prSet/>
      <dgm:spPr/>
      <dgm:t>
        <a:bodyPr/>
        <a:lstStyle/>
        <a:p>
          <a:endParaRPr lang="en-US"/>
        </a:p>
      </dgm:t>
    </dgm:pt>
    <dgm:pt modelId="{0DF6D33D-22ED-4497-AAF7-4236D32BB147}">
      <dgm:prSet/>
      <dgm:spPr/>
      <dgm:t>
        <a:bodyPr/>
        <a:lstStyle/>
        <a:p>
          <a:r>
            <a:rPr lang="en-US" dirty="0"/>
            <a:t>Caused by misconfiguration or malfunctioning network devices</a:t>
          </a:r>
        </a:p>
      </dgm:t>
    </dgm:pt>
    <dgm:pt modelId="{B1C70E54-EC91-45D6-ACB5-C946F8B2DEF4}" type="parTrans" cxnId="{E41A2C74-1EC6-4ED7-89AD-35076FC0F595}">
      <dgm:prSet/>
      <dgm:spPr/>
      <dgm:t>
        <a:bodyPr/>
        <a:lstStyle/>
        <a:p>
          <a:endParaRPr lang="en-US"/>
        </a:p>
      </dgm:t>
    </dgm:pt>
    <dgm:pt modelId="{0ACCC274-5304-4E43-B945-668C21CA4C15}" type="sibTrans" cxnId="{E41A2C74-1EC6-4ED7-89AD-35076FC0F595}">
      <dgm:prSet/>
      <dgm:spPr/>
      <dgm:t>
        <a:bodyPr/>
        <a:lstStyle/>
        <a:p>
          <a:endParaRPr lang="en-US"/>
        </a:p>
      </dgm:t>
    </dgm:pt>
    <dgm:pt modelId="{3204BD3A-0FCE-4CA0-951F-D5AE125B8EE2}">
      <dgm:prSet phldrT="[Text]"/>
      <dgm:spPr/>
      <dgm:t>
        <a:bodyPr/>
        <a:lstStyle/>
        <a:p>
          <a:r>
            <a:rPr lang="en-US" dirty="0"/>
            <a:t>Frame's calculated checksum does not match the transmitted checksum</a:t>
          </a:r>
        </a:p>
      </dgm:t>
    </dgm:pt>
    <dgm:pt modelId="{16D8BDEB-2426-4149-9E06-9CF8E69767B0}" type="parTrans" cxnId="{10113419-F1D8-4B3C-8AF9-0771F81BCC67}">
      <dgm:prSet/>
      <dgm:spPr/>
      <dgm:t>
        <a:bodyPr/>
        <a:lstStyle/>
        <a:p>
          <a:endParaRPr lang="en-US"/>
        </a:p>
      </dgm:t>
    </dgm:pt>
    <dgm:pt modelId="{1BB59B4B-A246-4E9C-ADC7-C5BCF5423183}" type="sibTrans" cxnId="{10113419-F1D8-4B3C-8AF9-0771F81BCC67}">
      <dgm:prSet/>
      <dgm:spPr/>
      <dgm:t>
        <a:bodyPr/>
        <a:lstStyle/>
        <a:p>
          <a:endParaRPr lang="en-US"/>
        </a:p>
      </dgm:t>
    </dgm:pt>
    <dgm:pt modelId="{7576DDEB-9255-4774-8C0D-2BD81EBF0785}" type="pres">
      <dgm:prSet presAssocID="{9F9D849C-0EBE-46CA-B996-E1E831F5D9AE}" presName="theList" presStyleCnt="0">
        <dgm:presLayoutVars>
          <dgm:dir/>
          <dgm:animLvl val="lvl"/>
          <dgm:resizeHandles val="exact"/>
        </dgm:presLayoutVars>
      </dgm:prSet>
      <dgm:spPr/>
    </dgm:pt>
    <dgm:pt modelId="{6A32EA01-778F-467A-9347-7F430873D1FA}" type="pres">
      <dgm:prSet presAssocID="{EE13B099-DBF7-4D9C-A503-3B301A092A85}" presName="compNode" presStyleCnt="0"/>
      <dgm:spPr/>
    </dgm:pt>
    <dgm:pt modelId="{492C671A-4603-4282-871A-C4CA45C29205}" type="pres">
      <dgm:prSet presAssocID="{EE13B099-DBF7-4D9C-A503-3B301A092A85}" presName="aNode" presStyleLbl="bgShp" presStyleIdx="0" presStyleCnt="3"/>
      <dgm:spPr/>
    </dgm:pt>
    <dgm:pt modelId="{7F78140F-C362-418D-8F6B-96CDFB16ACC4}" type="pres">
      <dgm:prSet presAssocID="{EE13B099-DBF7-4D9C-A503-3B301A092A85}" presName="textNode" presStyleLbl="bgShp" presStyleIdx="0" presStyleCnt="3"/>
      <dgm:spPr/>
    </dgm:pt>
    <dgm:pt modelId="{D205D3F2-28E3-40B2-AFE0-3970F97DDE60}" type="pres">
      <dgm:prSet presAssocID="{EE13B099-DBF7-4D9C-A503-3B301A092A85}" presName="compChildNode" presStyleCnt="0"/>
      <dgm:spPr/>
    </dgm:pt>
    <dgm:pt modelId="{405BA4DE-5942-4233-8707-F1AA9B0202A4}" type="pres">
      <dgm:prSet presAssocID="{EE13B099-DBF7-4D9C-A503-3B301A092A85}" presName="theInnerList" presStyleCnt="0"/>
      <dgm:spPr/>
    </dgm:pt>
    <dgm:pt modelId="{E6E333F1-7C18-41E8-AE57-498ADE9679D1}" type="pres">
      <dgm:prSet presAssocID="{3204BD3A-0FCE-4CA0-951F-D5AE125B8EE2}" presName="childNode" presStyleLbl="node1" presStyleIdx="0" presStyleCnt="6">
        <dgm:presLayoutVars>
          <dgm:bulletEnabled val="1"/>
        </dgm:presLayoutVars>
      </dgm:prSet>
      <dgm:spPr/>
    </dgm:pt>
    <dgm:pt modelId="{F4984B92-9C0B-4397-B281-A3A83311DE63}" type="pres">
      <dgm:prSet presAssocID="{3204BD3A-0FCE-4CA0-951F-D5AE125B8EE2}" presName="aSpace2" presStyleCnt="0"/>
      <dgm:spPr/>
    </dgm:pt>
    <dgm:pt modelId="{71F72453-5D25-474E-8BC8-11CBC25AB268}" type="pres">
      <dgm:prSet presAssocID="{BEF01AEC-80D6-44E4-B33C-83962BA997AC}" presName="childNode" presStyleLbl="node1" presStyleIdx="1" presStyleCnt="6">
        <dgm:presLayoutVars>
          <dgm:bulletEnabled val="1"/>
        </dgm:presLayoutVars>
      </dgm:prSet>
      <dgm:spPr/>
    </dgm:pt>
    <dgm:pt modelId="{49864072-2265-47B9-9D4B-591B91A4C8A0}" type="pres">
      <dgm:prSet presAssocID="{EE13B099-DBF7-4D9C-A503-3B301A092A85}" presName="aSpace" presStyleCnt="0"/>
      <dgm:spPr/>
    </dgm:pt>
    <dgm:pt modelId="{6FE93184-3D7B-41D3-9542-2E0049AB638C}" type="pres">
      <dgm:prSet presAssocID="{34CF3831-5C74-4F14-8B1A-E9D7E432E0D9}" presName="compNode" presStyleCnt="0"/>
      <dgm:spPr/>
    </dgm:pt>
    <dgm:pt modelId="{A478E300-E966-48DD-AAA7-19F81FE9544F}" type="pres">
      <dgm:prSet presAssocID="{34CF3831-5C74-4F14-8B1A-E9D7E432E0D9}" presName="aNode" presStyleLbl="bgShp" presStyleIdx="1" presStyleCnt="3"/>
      <dgm:spPr/>
    </dgm:pt>
    <dgm:pt modelId="{8D1EC38C-EA21-4E31-B27C-3E370AB23D5C}" type="pres">
      <dgm:prSet presAssocID="{34CF3831-5C74-4F14-8B1A-E9D7E432E0D9}" presName="textNode" presStyleLbl="bgShp" presStyleIdx="1" presStyleCnt="3"/>
      <dgm:spPr/>
    </dgm:pt>
    <dgm:pt modelId="{6F9780E2-80E4-4916-8729-BA9A61EA4544}" type="pres">
      <dgm:prSet presAssocID="{34CF3831-5C74-4F14-8B1A-E9D7E432E0D9}" presName="compChildNode" presStyleCnt="0"/>
      <dgm:spPr/>
    </dgm:pt>
    <dgm:pt modelId="{49BCFA72-09C7-491A-99DA-C222CEA3095A}" type="pres">
      <dgm:prSet presAssocID="{34CF3831-5C74-4F14-8B1A-E9D7E432E0D9}" presName="theInnerList" presStyleCnt="0"/>
      <dgm:spPr/>
    </dgm:pt>
    <dgm:pt modelId="{B36906FC-C7CB-4472-A509-94E618AEA8F5}" type="pres">
      <dgm:prSet presAssocID="{2F963C6F-C540-4205-8E66-1D9DB6A4A688}" presName="childNode" presStyleLbl="node1" presStyleIdx="2" presStyleCnt="6">
        <dgm:presLayoutVars>
          <dgm:bulletEnabled val="1"/>
        </dgm:presLayoutVars>
      </dgm:prSet>
      <dgm:spPr/>
    </dgm:pt>
    <dgm:pt modelId="{4DA3A522-D606-4878-A9B7-7003A60714FC}" type="pres">
      <dgm:prSet presAssocID="{2F963C6F-C540-4205-8E66-1D9DB6A4A688}" presName="aSpace2" presStyleCnt="0"/>
      <dgm:spPr/>
    </dgm:pt>
    <dgm:pt modelId="{D551D061-2E67-4EFF-9318-D18CC1E36181}" type="pres">
      <dgm:prSet presAssocID="{986AF0B8-7CB0-4446-9BE0-E98A766DAB48}" presName="childNode" presStyleLbl="node1" presStyleIdx="3" presStyleCnt="6">
        <dgm:presLayoutVars>
          <dgm:bulletEnabled val="1"/>
        </dgm:presLayoutVars>
      </dgm:prSet>
      <dgm:spPr/>
    </dgm:pt>
    <dgm:pt modelId="{BA013433-CAF9-426F-808A-C715A387D742}" type="pres">
      <dgm:prSet presAssocID="{34CF3831-5C74-4F14-8B1A-E9D7E432E0D9}" presName="aSpace" presStyleCnt="0"/>
      <dgm:spPr/>
    </dgm:pt>
    <dgm:pt modelId="{1B1AE0C6-4A66-42B7-B3D0-CEF64FB48853}" type="pres">
      <dgm:prSet presAssocID="{276D3EC3-6E69-4788-BB47-36168FF18CE1}" presName="compNode" presStyleCnt="0"/>
      <dgm:spPr/>
    </dgm:pt>
    <dgm:pt modelId="{FD18F13B-3938-4EBE-A569-BBCBFE25AD57}" type="pres">
      <dgm:prSet presAssocID="{276D3EC3-6E69-4788-BB47-36168FF18CE1}" presName="aNode" presStyleLbl="bgShp" presStyleIdx="2" presStyleCnt="3"/>
      <dgm:spPr/>
    </dgm:pt>
    <dgm:pt modelId="{BFBC12C9-68AA-4266-A4FB-20B3A63E15DF}" type="pres">
      <dgm:prSet presAssocID="{276D3EC3-6E69-4788-BB47-36168FF18CE1}" presName="textNode" presStyleLbl="bgShp" presStyleIdx="2" presStyleCnt="3"/>
      <dgm:spPr/>
    </dgm:pt>
    <dgm:pt modelId="{69E3B240-5162-493F-9121-7BBAE52AD7ED}" type="pres">
      <dgm:prSet presAssocID="{276D3EC3-6E69-4788-BB47-36168FF18CE1}" presName="compChildNode" presStyleCnt="0"/>
      <dgm:spPr/>
    </dgm:pt>
    <dgm:pt modelId="{48C21291-7D27-45E1-B709-8888E135B210}" type="pres">
      <dgm:prSet presAssocID="{276D3EC3-6E69-4788-BB47-36168FF18CE1}" presName="theInnerList" presStyleCnt="0"/>
      <dgm:spPr/>
    </dgm:pt>
    <dgm:pt modelId="{F698373A-0390-46A4-A171-AA5382A29AF9}" type="pres">
      <dgm:prSet presAssocID="{332AB69C-0C30-4D90-AD36-02B31A3A1F47}" presName="childNode" presStyleLbl="node1" presStyleIdx="4" presStyleCnt="6">
        <dgm:presLayoutVars>
          <dgm:bulletEnabled val="1"/>
        </dgm:presLayoutVars>
      </dgm:prSet>
      <dgm:spPr/>
    </dgm:pt>
    <dgm:pt modelId="{8D763713-6778-46F2-93A0-6DEB33C88CC5}" type="pres">
      <dgm:prSet presAssocID="{332AB69C-0C30-4D90-AD36-02B31A3A1F47}" presName="aSpace2" presStyleCnt="0"/>
      <dgm:spPr/>
    </dgm:pt>
    <dgm:pt modelId="{7563F43A-4DFD-4E77-BF18-F6A14E7AF287}" type="pres">
      <dgm:prSet presAssocID="{0DF6D33D-22ED-4497-AAF7-4236D32BB147}" presName="childNode" presStyleLbl="node1" presStyleIdx="5" presStyleCnt="6">
        <dgm:presLayoutVars>
          <dgm:bulletEnabled val="1"/>
        </dgm:presLayoutVars>
      </dgm:prSet>
      <dgm:spPr/>
    </dgm:pt>
  </dgm:ptLst>
  <dgm:cxnLst>
    <dgm:cxn modelId="{02E36B01-9D82-45F0-B889-BE524CEEFED7}" type="presOf" srcId="{276D3EC3-6E69-4788-BB47-36168FF18CE1}" destId="{FD18F13B-3938-4EBE-A569-BBCBFE25AD57}" srcOrd="0" destOrd="0" presId="urn:microsoft.com/office/officeart/2005/8/layout/lProcess2"/>
    <dgm:cxn modelId="{10113419-F1D8-4B3C-8AF9-0771F81BCC67}" srcId="{EE13B099-DBF7-4D9C-A503-3B301A092A85}" destId="{3204BD3A-0FCE-4CA0-951F-D5AE125B8EE2}" srcOrd="0" destOrd="0" parTransId="{16D8BDEB-2426-4149-9E06-9CF8E69767B0}" sibTransId="{1BB59B4B-A246-4E9C-ADC7-C5BCF5423183}"/>
    <dgm:cxn modelId="{F9FF512A-6C9C-4A50-AAE1-C03965BEB343}" type="presOf" srcId="{34CF3831-5C74-4F14-8B1A-E9D7E432E0D9}" destId="{8D1EC38C-EA21-4E31-B27C-3E370AB23D5C}" srcOrd="1" destOrd="0" presId="urn:microsoft.com/office/officeart/2005/8/layout/lProcess2"/>
    <dgm:cxn modelId="{B3008B61-A918-4BEE-8D18-DC32547B46E4}" type="presOf" srcId="{EE13B099-DBF7-4D9C-A503-3B301A092A85}" destId="{492C671A-4603-4282-871A-C4CA45C29205}" srcOrd="0" destOrd="0" presId="urn:microsoft.com/office/officeart/2005/8/layout/lProcess2"/>
    <dgm:cxn modelId="{8252DD6E-6E11-40BC-AFD0-AD0A231863E8}" type="presOf" srcId="{0DF6D33D-22ED-4497-AAF7-4236D32BB147}" destId="{7563F43A-4DFD-4E77-BF18-F6A14E7AF287}" srcOrd="0" destOrd="0" presId="urn:microsoft.com/office/officeart/2005/8/layout/lProcess2"/>
    <dgm:cxn modelId="{E41A2C74-1EC6-4ED7-89AD-35076FC0F595}" srcId="{276D3EC3-6E69-4788-BB47-36168FF18CE1}" destId="{0DF6D33D-22ED-4497-AAF7-4236D32BB147}" srcOrd="1" destOrd="0" parTransId="{B1C70E54-EC91-45D6-ACB5-C946F8B2DEF4}" sibTransId="{0ACCC274-5304-4E43-B945-668C21CA4C15}"/>
    <dgm:cxn modelId="{A58A5277-03DA-4133-BA78-AA92D04E4C54}" srcId="{276D3EC3-6E69-4788-BB47-36168FF18CE1}" destId="{332AB69C-0C30-4D90-AD36-02B31A3A1F47}" srcOrd="0" destOrd="0" parTransId="{610E129A-9F34-463F-83F9-575BA678DCC4}" sibTransId="{08CD6F66-B52E-4C19-8738-F2F9F8CD425D}"/>
    <dgm:cxn modelId="{EB12A48E-774D-47C9-8C82-831D6E9699CF}" type="presOf" srcId="{EE13B099-DBF7-4D9C-A503-3B301A092A85}" destId="{7F78140F-C362-418D-8F6B-96CDFB16ACC4}" srcOrd="1" destOrd="0" presId="urn:microsoft.com/office/officeart/2005/8/layout/lProcess2"/>
    <dgm:cxn modelId="{C5B8808F-79FD-4E17-A2A7-73A8AB0E521E}" srcId="{9F9D849C-0EBE-46CA-B996-E1E831F5D9AE}" destId="{EE13B099-DBF7-4D9C-A503-3B301A092A85}" srcOrd="0" destOrd="0" parTransId="{6F214F7F-438C-4CA9-9F2A-4AA87D145C61}" sibTransId="{19FD6C78-6944-45F0-BF6D-DBFF9C6D1937}"/>
    <dgm:cxn modelId="{56880891-F524-49CD-B0AC-5EF0925AD0CF}" srcId="{EE13B099-DBF7-4D9C-A503-3B301A092A85}" destId="{BEF01AEC-80D6-44E4-B33C-83962BA997AC}" srcOrd="1" destOrd="0" parTransId="{DFC274EF-DA3E-43D4-963A-88683B7908FC}" sibTransId="{371F6E26-512B-4613-A2F0-AD3E12272661}"/>
    <dgm:cxn modelId="{382A31A4-DA0C-4D19-B8CC-7AEC54106D46}" srcId="{9F9D849C-0EBE-46CA-B996-E1E831F5D9AE}" destId="{34CF3831-5C74-4F14-8B1A-E9D7E432E0D9}" srcOrd="1" destOrd="0" parTransId="{AB4DB0AF-9B59-465B-85FA-7BE1DEF3A9CB}" sibTransId="{D7DC91FB-C262-470C-BC45-62139DD6C973}"/>
    <dgm:cxn modelId="{707272A5-3F5E-4D0C-839D-39A25ECD4150}" srcId="{9F9D849C-0EBE-46CA-B996-E1E831F5D9AE}" destId="{276D3EC3-6E69-4788-BB47-36168FF18CE1}" srcOrd="2" destOrd="0" parTransId="{CA37D4C0-CB3D-4827-9358-568F01B82CEE}" sibTransId="{FEAC5F07-4FAB-4184-869B-927FD84CFDE7}"/>
    <dgm:cxn modelId="{27B836AD-EB38-4845-8124-096E024394CE}" type="presOf" srcId="{34CF3831-5C74-4F14-8B1A-E9D7E432E0D9}" destId="{A478E300-E966-48DD-AAA7-19F81FE9544F}" srcOrd="0" destOrd="0" presId="urn:microsoft.com/office/officeart/2005/8/layout/lProcess2"/>
    <dgm:cxn modelId="{BF6CA6B3-5DBA-4BAA-85D0-6644185608FE}" type="presOf" srcId="{2F963C6F-C540-4205-8E66-1D9DB6A4A688}" destId="{B36906FC-C7CB-4472-A509-94E618AEA8F5}" srcOrd="0" destOrd="0" presId="urn:microsoft.com/office/officeart/2005/8/layout/lProcess2"/>
    <dgm:cxn modelId="{4C4EBEC6-A056-4220-B57E-CE3B544C5818}" type="presOf" srcId="{276D3EC3-6E69-4788-BB47-36168FF18CE1}" destId="{BFBC12C9-68AA-4266-A4FB-20B3A63E15DF}" srcOrd="1" destOrd="0" presId="urn:microsoft.com/office/officeart/2005/8/layout/lProcess2"/>
    <dgm:cxn modelId="{447450C9-BC23-46A3-8370-1350B5A3351F}" type="presOf" srcId="{9F9D849C-0EBE-46CA-B996-E1E831F5D9AE}" destId="{7576DDEB-9255-4774-8C0D-2BD81EBF0785}" srcOrd="0" destOrd="0" presId="urn:microsoft.com/office/officeart/2005/8/layout/lProcess2"/>
    <dgm:cxn modelId="{03070ECF-59DC-411B-B33A-9F623AD3D5F8}" type="presOf" srcId="{3204BD3A-0FCE-4CA0-951F-D5AE125B8EE2}" destId="{E6E333F1-7C18-41E8-AE57-498ADE9679D1}" srcOrd="0" destOrd="0" presId="urn:microsoft.com/office/officeart/2005/8/layout/lProcess2"/>
    <dgm:cxn modelId="{A37322D0-B335-4E05-9D2A-9855E8178576}" srcId="{34CF3831-5C74-4F14-8B1A-E9D7E432E0D9}" destId="{2F963C6F-C540-4205-8E66-1D9DB6A4A688}" srcOrd="0" destOrd="0" parTransId="{00DE153A-0746-4CDA-ABD6-1E74ECBE0B16}" sibTransId="{28FD6B4F-9642-4073-B136-85C211B6F114}"/>
    <dgm:cxn modelId="{4F7474D3-3C05-47BB-B3BE-3A92592E85F5}" type="presOf" srcId="{BEF01AEC-80D6-44E4-B33C-83962BA997AC}" destId="{71F72453-5D25-474E-8BC8-11CBC25AB268}" srcOrd="0" destOrd="0" presId="urn:microsoft.com/office/officeart/2005/8/layout/lProcess2"/>
    <dgm:cxn modelId="{5CFCD2EE-8EDE-41F7-AD55-C6B6398FBCA6}" type="presOf" srcId="{986AF0B8-7CB0-4446-9BE0-E98A766DAB48}" destId="{D551D061-2E67-4EFF-9318-D18CC1E36181}" srcOrd="0" destOrd="0" presId="urn:microsoft.com/office/officeart/2005/8/layout/lProcess2"/>
    <dgm:cxn modelId="{437260F1-E245-41D4-AD5F-8E9119D99F08}" srcId="{34CF3831-5C74-4F14-8B1A-E9D7E432E0D9}" destId="{986AF0B8-7CB0-4446-9BE0-E98A766DAB48}" srcOrd="1" destOrd="0" parTransId="{2C52D4B1-A372-4439-8DCE-C2367961677A}" sibTransId="{0A70FB50-21D9-4D3C-B63F-4DDE7C96974B}"/>
    <dgm:cxn modelId="{BCF204FF-E18C-4CA5-BBCA-FECCA9864D2D}" type="presOf" srcId="{332AB69C-0C30-4D90-AD36-02B31A3A1F47}" destId="{F698373A-0390-46A4-A171-AA5382A29AF9}" srcOrd="0" destOrd="0" presId="urn:microsoft.com/office/officeart/2005/8/layout/lProcess2"/>
    <dgm:cxn modelId="{021760AC-23D7-4671-B456-FE18E25E3394}" type="presParOf" srcId="{7576DDEB-9255-4774-8C0D-2BD81EBF0785}" destId="{6A32EA01-778F-467A-9347-7F430873D1FA}" srcOrd="0" destOrd="0" presId="urn:microsoft.com/office/officeart/2005/8/layout/lProcess2"/>
    <dgm:cxn modelId="{CD9A6F8B-2F12-4811-9AAF-E625DA749E71}" type="presParOf" srcId="{6A32EA01-778F-467A-9347-7F430873D1FA}" destId="{492C671A-4603-4282-871A-C4CA45C29205}" srcOrd="0" destOrd="0" presId="urn:microsoft.com/office/officeart/2005/8/layout/lProcess2"/>
    <dgm:cxn modelId="{96DB3FDC-40AD-4C59-92A7-052BC8103632}" type="presParOf" srcId="{6A32EA01-778F-467A-9347-7F430873D1FA}" destId="{7F78140F-C362-418D-8F6B-96CDFB16ACC4}" srcOrd="1" destOrd="0" presId="urn:microsoft.com/office/officeart/2005/8/layout/lProcess2"/>
    <dgm:cxn modelId="{FE28FD09-8685-4489-88FD-4A53F854E7D0}" type="presParOf" srcId="{6A32EA01-778F-467A-9347-7F430873D1FA}" destId="{D205D3F2-28E3-40B2-AFE0-3970F97DDE60}" srcOrd="2" destOrd="0" presId="urn:microsoft.com/office/officeart/2005/8/layout/lProcess2"/>
    <dgm:cxn modelId="{7539E779-F1B1-46B9-90FB-A523E3E7A7E6}" type="presParOf" srcId="{D205D3F2-28E3-40B2-AFE0-3970F97DDE60}" destId="{405BA4DE-5942-4233-8707-F1AA9B0202A4}" srcOrd="0" destOrd="0" presId="urn:microsoft.com/office/officeart/2005/8/layout/lProcess2"/>
    <dgm:cxn modelId="{10F8D64A-D78D-426A-90EE-04FC1191FEFD}" type="presParOf" srcId="{405BA4DE-5942-4233-8707-F1AA9B0202A4}" destId="{E6E333F1-7C18-41E8-AE57-498ADE9679D1}" srcOrd="0" destOrd="0" presId="urn:microsoft.com/office/officeart/2005/8/layout/lProcess2"/>
    <dgm:cxn modelId="{09999551-7E86-4C11-A7F2-B719A5D63ABE}" type="presParOf" srcId="{405BA4DE-5942-4233-8707-F1AA9B0202A4}" destId="{F4984B92-9C0B-4397-B281-A3A83311DE63}" srcOrd="1" destOrd="0" presId="urn:microsoft.com/office/officeart/2005/8/layout/lProcess2"/>
    <dgm:cxn modelId="{D86793CA-28F7-40E6-AD55-0A3E17060FBB}" type="presParOf" srcId="{405BA4DE-5942-4233-8707-F1AA9B0202A4}" destId="{71F72453-5D25-474E-8BC8-11CBC25AB268}" srcOrd="2" destOrd="0" presId="urn:microsoft.com/office/officeart/2005/8/layout/lProcess2"/>
    <dgm:cxn modelId="{171F3F84-EFB3-47D4-AE29-623AEE0EA06E}" type="presParOf" srcId="{7576DDEB-9255-4774-8C0D-2BD81EBF0785}" destId="{49864072-2265-47B9-9D4B-591B91A4C8A0}" srcOrd="1" destOrd="0" presId="urn:microsoft.com/office/officeart/2005/8/layout/lProcess2"/>
    <dgm:cxn modelId="{32E3C628-EE71-465A-97D6-BCB366C8EB28}" type="presParOf" srcId="{7576DDEB-9255-4774-8C0D-2BD81EBF0785}" destId="{6FE93184-3D7B-41D3-9542-2E0049AB638C}" srcOrd="2" destOrd="0" presId="urn:microsoft.com/office/officeart/2005/8/layout/lProcess2"/>
    <dgm:cxn modelId="{D89C5677-8C67-4B54-A39F-8D88F376E396}" type="presParOf" srcId="{6FE93184-3D7B-41D3-9542-2E0049AB638C}" destId="{A478E300-E966-48DD-AAA7-19F81FE9544F}" srcOrd="0" destOrd="0" presId="urn:microsoft.com/office/officeart/2005/8/layout/lProcess2"/>
    <dgm:cxn modelId="{059C25BC-A230-4FC7-B798-0CFED8C4FFC9}" type="presParOf" srcId="{6FE93184-3D7B-41D3-9542-2E0049AB638C}" destId="{8D1EC38C-EA21-4E31-B27C-3E370AB23D5C}" srcOrd="1" destOrd="0" presId="urn:microsoft.com/office/officeart/2005/8/layout/lProcess2"/>
    <dgm:cxn modelId="{CCE09894-396E-4444-9312-D9EE1F324CD8}" type="presParOf" srcId="{6FE93184-3D7B-41D3-9542-2E0049AB638C}" destId="{6F9780E2-80E4-4916-8729-BA9A61EA4544}" srcOrd="2" destOrd="0" presId="urn:microsoft.com/office/officeart/2005/8/layout/lProcess2"/>
    <dgm:cxn modelId="{3FA42C23-E745-40AA-B616-EE3793D49698}" type="presParOf" srcId="{6F9780E2-80E4-4916-8729-BA9A61EA4544}" destId="{49BCFA72-09C7-491A-99DA-C222CEA3095A}" srcOrd="0" destOrd="0" presId="urn:microsoft.com/office/officeart/2005/8/layout/lProcess2"/>
    <dgm:cxn modelId="{17DD2106-7090-4B26-87D2-62796663AD48}" type="presParOf" srcId="{49BCFA72-09C7-491A-99DA-C222CEA3095A}" destId="{B36906FC-C7CB-4472-A509-94E618AEA8F5}" srcOrd="0" destOrd="0" presId="urn:microsoft.com/office/officeart/2005/8/layout/lProcess2"/>
    <dgm:cxn modelId="{4924722C-1B5F-472D-92C5-252D55E38FEC}" type="presParOf" srcId="{49BCFA72-09C7-491A-99DA-C222CEA3095A}" destId="{4DA3A522-D606-4878-A9B7-7003A60714FC}" srcOrd="1" destOrd="0" presId="urn:microsoft.com/office/officeart/2005/8/layout/lProcess2"/>
    <dgm:cxn modelId="{4F71FA62-61C5-4169-88F1-2AE3B83B7645}" type="presParOf" srcId="{49BCFA72-09C7-491A-99DA-C222CEA3095A}" destId="{D551D061-2E67-4EFF-9318-D18CC1E36181}" srcOrd="2" destOrd="0" presId="urn:microsoft.com/office/officeart/2005/8/layout/lProcess2"/>
    <dgm:cxn modelId="{68AE8197-16D5-4594-9299-867ECF1927CF}" type="presParOf" srcId="{7576DDEB-9255-4774-8C0D-2BD81EBF0785}" destId="{BA013433-CAF9-426F-808A-C715A387D742}" srcOrd="3" destOrd="0" presId="urn:microsoft.com/office/officeart/2005/8/layout/lProcess2"/>
    <dgm:cxn modelId="{A7FBAF1E-D2BD-4609-A639-BF23B492039A}" type="presParOf" srcId="{7576DDEB-9255-4774-8C0D-2BD81EBF0785}" destId="{1B1AE0C6-4A66-42B7-B3D0-CEF64FB48853}" srcOrd="4" destOrd="0" presId="urn:microsoft.com/office/officeart/2005/8/layout/lProcess2"/>
    <dgm:cxn modelId="{B331A21D-6B27-4D61-9C1A-F8AF785A0ADF}" type="presParOf" srcId="{1B1AE0C6-4A66-42B7-B3D0-CEF64FB48853}" destId="{FD18F13B-3938-4EBE-A569-BBCBFE25AD57}" srcOrd="0" destOrd="0" presId="urn:microsoft.com/office/officeart/2005/8/layout/lProcess2"/>
    <dgm:cxn modelId="{0B47B9BF-C74A-4D2E-8F3C-CFD033A91542}" type="presParOf" srcId="{1B1AE0C6-4A66-42B7-B3D0-CEF64FB48853}" destId="{BFBC12C9-68AA-4266-A4FB-20B3A63E15DF}" srcOrd="1" destOrd="0" presId="urn:microsoft.com/office/officeart/2005/8/layout/lProcess2"/>
    <dgm:cxn modelId="{404FD7DA-CD08-41D8-AA87-CDF23C5047A6}" type="presParOf" srcId="{1B1AE0C6-4A66-42B7-B3D0-CEF64FB48853}" destId="{69E3B240-5162-493F-9121-7BBAE52AD7ED}" srcOrd="2" destOrd="0" presId="urn:microsoft.com/office/officeart/2005/8/layout/lProcess2"/>
    <dgm:cxn modelId="{1046ED27-25D3-4D43-8C1A-E77924E3E2F7}" type="presParOf" srcId="{69E3B240-5162-493F-9121-7BBAE52AD7ED}" destId="{48C21291-7D27-45E1-B709-8888E135B210}" srcOrd="0" destOrd="0" presId="urn:microsoft.com/office/officeart/2005/8/layout/lProcess2"/>
    <dgm:cxn modelId="{1C9C3C12-456A-45E6-A6D7-2BA91445CD34}" type="presParOf" srcId="{48C21291-7D27-45E1-B709-8888E135B210}" destId="{F698373A-0390-46A4-A171-AA5382A29AF9}" srcOrd="0" destOrd="0" presId="urn:microsoft.com/office/officeart/2005/8/layout/lProcess2"/>
    <dgm:cxn modelId="{77A3BE06-175E-4A70-89DC-5293CAD12C5E}" type="presParOf" srcId="{48C21291-7D27-45E1-B709-8888E135B210}" destId="{8D763713-6778-46F2-93A0-6DEB33C88CC5}" srcOrd="1" destOrd="0" presId="urn:microsoft.com/office/officeart/2005/8/layout/lProcess2"/>
    <dgm:cxn modelId="{3F51C116-162E-41B9-9641-0CAC34BB026C}" type="presParOf" srcId="{48C21291-7D27-45E1-B709-8888E135B210}" destId="{7563F43A-4DFD-4E77-BF18-F6A14E7AF287}"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D5113386-65A8-41D5-96F1-C029E16BD6C4}"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1E0C8A6D-A67B-4C26-9348-58A4CD6C6A39}">
      <dgm:prSet phldrT="[Text]"/>
      <dgm:spPr>
        <a:solidFill>
          <a:srgbClr val="004F71"/>
        </a:solidFill>
      </dgm:spPr>
      <dgm:t>
        <a:bodyPr/>
        <a:lstStyle/>
        <a:p>
          <a:r>
            <a:rPr lang="en-US" dirty="0"/>
            <a:t>Network Loops: Causes</a:t>
          </a:r>
        </a:p>
      </dgm:t>
    </dgm:pt>
    <dgm:pt modelId="{99A15E5B-FBA5-4345-9261-4A47CBE90E98}" type="parTrans" cxnId="{5AC82B7F-7105-496E-B73A-501574D2B5AA}">
      <dgm:prSet/>
      <dgm:spPr/>
      <dgm:t>
        <a:bodyPr/>
        <a:lstStyle/>
        <a:p>
          <a:endParaRPr lang="en-US"/>
        </a:p>
      </dgm:t>
    </dgm:pt>
    <dgm:pt modelId="{CF8A4A99-D6C5-441A-B3E0-D341628ACC4F}" type="sibTrans" cxnId="{5AC82B7F-7105-496E-B73A-501574D2B5AA}">
      <dgm:prSet/>
      <dgm:spPr/>
      <dgm:t>
        <a:bodyPr/>
        <a:lstStyle/>
        <a:p>
          <a:endParaRPr lang="en-US"/>
        </a:p>
      </dgm:t>
    </dgm:pt>
    <dgm:pt modelId="{2FD901C7-62F0-44D2-8A8C-AE70EC1C627F}">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Redundant connections</a:t>
          </a:r>
        </a:p>
      </dgm:t>
    </dgm:pt>
    <dgm:pt modelId="{8836E355-97B4-4933-982E-C10C2D6910A6}" type="parTrans" cxnId="{BDC28D3F-00E9-451C-8BB7-70803C27406B}">
      <dgm:prSet/>
      <dgm:spPr/>
      <dgm:t>
        <a:bodyPr/>
        <a:lstStyle/>
        <a:p>
          <a:endParaRPr lang="en-US"/>
        </a:p>
      </dgm:t>
    </dgm:pt>
    <dgm:pt modelId="{E69E8B37-D785-4AAE-92F2-68E133D8A8F0}" type="sibTrans" cxnId="{BDC28D3F-00E9-451C-8BB7-70803C27406B}">
      <dgm:prSet/>
      <dgm:spPr/>
      <dgm:t>
        <a:bodyPr/>
        <a:lstStyle/>
        <a:p>
          <a:endParaRPr lang="en-US"/>
        </a:p>
      </dgm:t>
    </dgm:pt>
    <dgm:pt modelId="{8AEB5E40-879B-4095-BF8F-9C0E8FDDFFBA}">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End-device side</a:t>
          </a:r>
        </a:p>
      </dgm:t>
    </dgm:pt>
    <dgm:pt modelId="{C6EFFA59-5376-4439-8CB7-A9ABFA65B3A6}" type="parTrans" cxnId="{FFFF7569-A62D-4770-9B55-A34BE0D9EE7A}">
      <dgm:prSet/>
      <dgm:spPr/>
      <dgm:t>
        <a:bodyPr/>
        <a:lstStyle/>
        <a:p>
          <a:endParaRPr lang="en-US"/>
        </a:p>
      </dgm:t>
    </dgm:pt>
    <dgm:pt modelId="{4EAD49F4-63FE-4076-8826-6C89ABDCED7A}" type="sibTrans" cxnId="{FFFF7569-A62D-4770-9B55-A34BE0D9EE7A}">
      <dgm:prSet/>
      <dgm:spPr/>
      <dgm:t>
        <a:bodyPr/>
        <a:lstStyle/>
        <a:p>
          <a:endParaRPr lang="en-US"/>
        </a:p>
      </dgm:t>
    </dgm:pt>
    <dgm:pt modelId="{89784FFD-48B3-42D5-8B62-B27F7BC0791B}">
      <dgm:prSet phldrT="[Text]"/>
      <dgm:spPr>
        <a:solidFill>
          <a:srgbClr val="004F71"/>
        </a:solidFill>
      </dgm:spPr>
      <dgm:t>
        <a:bodyPr/>
        <a:lstStyle/>
        <a:p>
          <a:r>
            <a:rPr lang="en-US" dirty="0"/>
            <a:t>Network Loops: Solutions</a:t>
          </a:r>
        </a:p>
      </dgm:t>
    </dgm:pt>
    <dgm:pt modelId="{371E2EAF-D212-4FFD-98C5-705D74CA89A2}" type="parTrans" cxnId="{8E66B482-401B-4582-BDBF-71F218809A22}">
      <dgm:prSet/>
      <dgm:spPr/>
      <dgm:t>
        <a:bodyPr/>
        <a:lstStyle/>
        <a:p>
          <a:endParaRPr lang="en-US"/>
        </a:p>
      </dgm:t>
    </dgm:pt>
    <dgm:pt modelId="{E1CBE0DD-89D0-49DD-BC9E-900027A2787D}" type="sibTrans" cxnId="{8E66B482-401B-4582-BDBF-71F218809A22}">
      <dgm:prSet/>
      <dgm:spPr/>
      <dgm:t>
        <a:bodyPr/>
        <a:lstStyle/>
        <a:p>
          <a:endParaRPr lang="en-US"/>
        </a:p>
      </dgm:t>
    </dgm:pt>
    <dgm:pt modelId="{00B0B7B0-D7CE-45AE-B05F-07A12814E804}">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Proper redundant connection configuration </a:t>
          </a:r>
        </a:p>
      </dgm:t>
    </dgm:pt>
    <dgm:pt modelId="{0C844526-F2BE-4DC9-B224-6E5F087705E9}" type="parTrans" cxnId="{2367C648-5F01-4302-8B96-73B5B62640D1}">
      <dgm:prSet/>
      <dgm:spPr/>
      <dgm:t>
        <a:bodyPr/>
        <a:lstStyle/>
        <a:p>
          <a:endParaRPr lang="en-US"/>
        </a:p>
      </dgm:t>
    </dgm:pt>
    <dgm:pt modelId="{D1E99D1C-2A10-4126-B603-592EDB578845}" type="sibTrans" cxnId="{2367C648-5F01-4302-8B96-73B5B62640D1}">
      <dgm:prSet/>
      <dgm:spPr/>
      <dgm:t>
        <a:bodyPr/>
        <a:lstStyle/>
        <a:p>
          <a:endParaRPr lang="en-US"/>
        </a:p>
      </dgm:t>
    </dgm:pt>
    <dgm:pt modelId="{55C03FA3-7F85-4C2F-9572-6374178ECB6E}">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Implement spanning tree protocol (STP)</a:t>
          </a:r>
        </a:p>
      </dgm:t>
    </dgm:pt>
    <dgm:pt modelId="{F9162BDF-00C3-4549-BEFF-15E0C9ACD0C9}" type="parTrans" cxnId="{07A13475-D8DA-44E3-B1E0-4079ED2B49E7}">
      <dgm:prSet/>
      <dgm:spPr/>
      <dgm:t>
        <a:bodyPr/>
        <a:lstStyle/>
        <a:p>
          <a:endParaRPr lang="en-US"/>
        </a:p>
      </dgm:t>
    </dgm:pt>
    <dgm:pt modelId="{1B8F6370-1452-4061-9E54-AF0A1EFB1C6B}" type="sibTrans" cxnId="{07A13475-D8DA-44E3-B1E0-4079ED2B49E7}">
      <dgm:prSet/>
      <dgm:spPr/>
      <dgm:t>
        <a:bodyPr/>
        <a:lstStyle/>
        <a:p>
          <a:endParaRPr lang="en-US"/>
        </a:p>
      </dgm:t>
    </dgm:pt>
    <dgm:pt modelId="{B8201A9B-0F82-4E28-B639-C74407D6DA4D}">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Educate users</a:t>
          </a:r>
        </a:p>
      </dgm:t>
    </dgm:pt>
    <dgm:pt modelId="{B87D0EAF-A7AE-4A52-8770-E3154C4CFCFD}" type="parTrans" cxnId="{39A65BC5-8810-4FBE-916A-5C13CBB1AB80}">
      <dgm:prSet/>
      <dgm:spPr/>
      <dgm:t>
        <a:bodyPr/>
        <a:lstStyle/>
        <a:p>
          <a:endParaRPr lang="en-US"/>
        </a:p>
      </dgm:t>
    </dgm:pt>
    <dgm:pt modelId="{EA12BA90-A991-4E77-A2A7-B6692BE1B34F}" type="sibTrans" cxnId="{39A65BC5-8810-4FBE-916A-5C13CBB1AB80}">
      <dgm:prSet/>
      <dgm:spPr/>
      <dgm:t>
        <a:bodyPr/>
        <a:lstStyle/>
        <a:p>
          <a:endParaRPr lang="en-US"/>
        </a:p>
      </dgm:t>
    </dgm:pt>
    <dgm:pt modelId="{D44E0C8F-2B32-4921-BEA6-4ABB3BC8A96F}">
      <dgm:prSet phldrT="[Text]"/>
      <dgm:spPr>
        <a:solidFill>
          <a:srgbClr val="004F71"/>
        </a:solidFill>
      </dgm:spPr>
      <dgm:t>
        <a:bodyPr/>
        <a:lstStyle/>
        <a:p>
          <a:r>
            <a:rPr lang="en-US" dirty="0"/>
            <a:t>Broadcast Storms: Causes</a:t>
          </a:r>
        </a:p>
      </dgm:t>
    </dgm:pt>
    <dgm:pt modelId="{09CE685A-4B1C-4721-A295-3A1A60A14E6B}" type="parTrans" cxnId="{74312C9B-2F9F-45F6-A64E-B1BD58AF1EA8}">
      <dgm:prSet/>
      <dgm:spPr/>
      <dgm:t>
        <a:bodyPr/>
        <a:lstStyle/>
        <a:p>
          <a:endParaRPr lang="en-US"/>
        </a:p>
      </dgm:t>
    </dgm:pt>
    <dgm:pt modelId="{258CDAB3-D90A-4196-8842-E793D1A803CC}" type="sibTrans" cxnId="{74312C9B-2F9F-45F6-A64E-B1BD58AF1EA8}">
      <dgm:prSet/>
      <dgm:spPr/>
      <dgm:t>
        <a:bodyPr/>
        <a:lstStyle/>
        <a:p>
          <a:endParaRPr lang="en-US"/>
        </a:p>
      </dgm:t>
    </dgm:pt>
    <dgm:pt modelId="{8C1E228C-40E8-4AB0-AF6C-FB13C3E1EDE3}">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DHCP issues </a:t>
          </a:r>
        </a:p>
      </dgm:t>
    </dgm:pt>
    <dgm:pt modelId="{E8080B50-C7E5-4942-B8CD-8EE9EC54BE45}" type="parTrans" cxnId="{075574E3-1CF2-4117-B256-582B46595B12}">
      <dgm:prSet/>
      <dgm:spPr/>
      <dgm:t>
        <a:bodyPr/>
        <a:lstStyle/>
        <a:p>
          <a:endParaRPr lang="en-US"/>
        </a:p>
      </dgm:t>
    </dgm:pt>
    <dgm:pt modelId="{F8FEBAF9-53D5-47C6-99BF-9A6E231FEACE}" type="sibTrans" cxnId="{075574E3-1CF2-4117-B256-582B46595B12}">
      <dgm:prSet/>
      <dgm:spPr/>
      <dgm:t>
        <a:bodyPr/>
        <a:lstStyle/>
        <a:p>
          <a:endParaRPr lang="en-US"/>
        </a:p>
      </dgm:t>
    </dgm:pt>
    <dgm:pt modelId="{31086E97-4957-4981-952D-6E2E2992686A}">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Very large broadcast domains</a:t>
          </a:r>
        </a:p>
      </dgm:t>
    </dgm:pt>
    <dgm:pt modelId="{D140F08C-3AFB-48BA-ABDD-41B4E4B9EA90}" type="parTrans" cxnId="{E11839AD-9DE5-448B-AE19-EFAF9927BCA7}">
      <dgm:prSet/>
      <dgm:spPr/>
      <dgm:t>
        <a:bodyPr/>
        <a:lstStyle/>
        <a:p>
          <a:endParaRPr lang="en-US"/>
        </a:p>
      </dgm:t>
    </dgm:pt>
    <dgm:pt modelId="{0F0D1D6C-FB1C-4916-AFF1-EFD02D5B223A}" type="sibTrans" cxnId="{E11839AD-9DE5-448B-AE19-EFAF9927BCA7}">
      <dgm:prSet/>
      <dgm:spPr/>
      <dgm:t>
        <a:bodyPr/>
        <a:lstStyle/>
        <a:p>
          <a:endParaRPr lang="en-US"/>
        </a:p>
      </dgm:t>
    </dgm:pt>
    <dgm:pt modelId="{7B5320C1-3EEB-4680-A989-C89F4B8DEE5D}">
      <dgm:prSet phldrT="[Text]"/>
      <dgm:spPr>
        <a:solidFill>
          <a:srgbClr val="004F71"/>
        </a:solidFill>
      </dgm:spPr>
      <dgm:t>
        <a:bodyPr/>
        <a:lstStyle/>
        <a:p>
          <a:r>
            <a:rPr lang="en-US" dirty="0"/>
            <a:t>Broadcast Storms: Solutions</a:t>
          </a:r>
        </a:p>
      </dgm:t>
    </dgm:pt>
    <dgm:pt modelId="{ABDA44F3-F695-464F-9CB3-DCF8A344A10B}" type="parTrans" cxnId="{CFD38721-A249-44FC-9463-C142FBADE062}">
      <dgm:prSet/>
      <dgm:spPr/>
      <dgm:t>
        <a:bodyPr/>
        <a:lstStyle/>
        <a:p>
          <a:endParaRPr lang="en-US"/>
        </a:p>
      </dgm:t>
    </dgm:pt>
    <dgm:pt modelId="{AA2CC8C9-A47B-44B2-A482-2B5BFBD7F810}" type="sibTrans" cxnId="{CFD38721-A249-44FC-9463-C142FBADE062}">
      <dgm:prSet/>
      <dgm:spPr/>
      <dgm:t>
        <a:bodyPr/>
        <a:lstStyle/>
        <a:p>
          <a:endParaRPr lang="en-US"/>
        </a:p>
      </dgm:t>
    </dgm:pt>
    <dgm:pt modelId="{621C1274-CD70-4256-8FA7-36E81514F271}">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Monitor DHCP traffic</a:t>
          </a:r>
        </a:p>
      </dgm:t>
    </dgm:pt>
    <dgm:pt modelId="{03F055A2-2808-4CFE-9E39-19251664786F}" type="parTrans" cxnId="{7BC8E0A4-7DE0-41E4-A5BA-56C87DE4FCF2}">
      <dgm:prSet/>
      <dgm:spPr/>
      <dgm:t>
        <a:bodyPr/>
        <a:lstStyle/>
        <a:p>
          <a:endParaRPr lang="en-US"/>
        </a:p>
      </dgm:t>
    </dgm:pt>
    <dgm:pt modelId="{4283839D-BAB5-4CCC-B7A8-899D0E83D752}" type="sibTrans" cxnId="{7BC8E0A4-7DE0-41E4-A5BA-56C87DE4FCF2}">
      <dgm:prSet/>
      <dgm:spPr/>
      <dgm:t>
        <a:bodyPr/>
        <a:lstStyle/>
        <a:p>
          <a:endParaRPr lang="en-US"/>
        </a:p>
      </dgm:t>
    </dgm:pt>
    <dgm:pt modelId="{DBC01550-A4C2-4E50-B43F-EEDD523BAFAC}">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Segment the network</a:t>
          </a:r>
        </a:p>
      </dgm:t>
    </dgm:pt>
    <dgm:pt modelId="{F441AB72-03BC-4EBA-9FD6-52EB3F462F81}" type="parTrans" cxnId="{7516D93C-9DFC-498E-A414-C92CB98DFE06}">
      <dgm:prSet/>
      <dgm:spPr/>
      <dgm:t>
        <a:bodyPr/>
        <a:lstStyle/>
        <a:p>
          <a:endParaRPr lang="en-US"/>
        </a:p>
      </dgm:t>
    </dgm:pt>
    <dgm:pt modelId="{8BE3C2E8-1E67-4434-A724-A38733AF159F}" type="sibTrans" cxnId="{7516D93C-9DFC-498E-A414-C92CB98DFE06}">
      <dgm:prSet/>
      <dgm:spPr/>
      <dgm:t>
        <a:bodyPr/>
        <a:lstStyle/>
        <a:p>
          <a:endParaRPr lang="en-US"/>
        </a:p>
      </dgm:t>
    </dgm:pt>
    <dgm:pt modelId="{A18FE572-D360-0E44-95A2-8E1A4EA3A2B2}" type="pres">
      <dgm:prSet presAssocID="{D5113386-65A8-41D5-96F1-C029E16BD6C4}" presName="Name0" presStyleCnt="0">
        <dgm:presLayoutVars>
          <dgm:dir/>
          <dgm:animLvl val="lvl"/>
          <dgm:resizeHandles val="exact"/>
        </dgm:presLayoutVars>
      </dgm:prSet>
      <dgm:spPr/>
    </dgm:pt>
    <dgm:pt modelId="{E5A81747-C624-4443-B9B4-4B4E0E219A59}" type="pres">
      <dgm:prSet presAssocID="{1E0C8A6D-A67B-4C26-9348-58A4CD6C6A39}" presName="composite" presStyleCnt="0"/>
      <dgm:spPr/>
    </dgm:pt>
    <dgm:pt modelId="{51B9281A-EC32-D148-852A-7C64AC0617D4}" type="pres">
      <dgm:prSet presAssocID="{1E0C8A6D-A67B-4C26-9348-58A4CD6C6A39}" presName="parTx" presStyleLbl="alignNode1" presStyleIdx="0" presStyleCnt="4">
        <dgm:presLayoutVars>
          <dgm:chMax val="0"/>
          <dgm:chPref val="0"/>
          <dgm:bulletEnabled val="1"/>
        </dgm:presLayoutVars>
      </dgm:prSet>
      <dgm:spPr/>
    </dgm:pt>
    <dgm:pt modelId="{24CC5D90-44E1-C341-A87D-EB438F00E4EF}" type="pres">
      <dgm:prSet presAssocID="{1E0C8A6D-A67B-4C26-9348-58A4CD6C6A39}" presName="desTx" presStyleLbl="alignAccFollowNode1" presStyleIdx="0" presStyleCnt="4">
        <dgm:presLayoutVars>
          <dgm:bulletEnabled val="1"/>
        </dgm:presLayoutVars>
      </dgm:prSet>
      <dgm:spPr/>
    </dgm:pt>
    <dgm:pt modelId="{89B1FC7E-0B49-514F-9A63-2281DE0F3EFD}" type="pres">
      <dgm:prSet presAssocID="{CF8A4A99-D6C5-441A-B3E0-D341628ACC4F}" presName="space" presStyleCnt="0"/>
      <dgm:spPr/>
    </dgm:pt>
    <dgm:pt modelId="{8919E2F4-A813-D34A-ADBD-4108CACF6599}" type="pres">
      <dgm:prSet presAssocID="{89784FFD-48B3-42D5-8B62-B27F7BC0791B}" presName="composite" presStyleCnt="0"/>
      <dgm:spPr/>
    </dgm:pt>
    <dgm:pt modelId="{0955CD86-D048-B04E-B414-02EC1856838F}" type="pres">
      <dgm:prSet presAssocID="{89784FFD-48B3-42D5-8B62-B27F7BC0791B}" presName="parTx" presStyleLbl="alignNode1" presStyleIdx="1" presStyleCnt="4">
        <dgm:presLayoutVars>
          <dgm:chMax val="0"/>
          <dgm:chPref val="0"/>
          <dgm:bulletEnabled val="1"/>
        </dgm:presLayoutVars>
      </dgm:prSet>
      <dgm:spPr/>
    </dgm:pt>
    <dgm:pt modelId="{C84750F9-12DD-DB4B-B15F-21AB998D6898}" type="pres">
      <dgm:prSet presAssocID="{89784FFD-48B3-42D5-8B62-B27F7BC0791B}" presName="desTx" presStyleLbl="alignAccFollowNode1" presStyleIdx="1" presStyleCnt="4">
        <dgm:presLayoutVars>
          <dgm:bulletEnabled val="1"/>
        </dgm:presLayoutVars>
      </dgm:prSet>
      <dgm:spPr/>
    </dgm:pt>
    <dgm:pt modelId="{56D41DBE-34B2-9541-AF8E-F7431219B5F5}" type="pres">
      <dgm:prSet presAssocID="{E1CBE0DD-89D0-49DD-BC9E-900027A2787D}" presName="space" presStyleCnt="0"/>
      <dgm:spPr/>
    </dgm:pt>
    <dgm:pt modelId="{A18BC2DA-B823-1D45-B37E-AF3C0C2E93E6}" type="pres">
      <dgm:prSet presAssocID="{D44E0C8F-2B32-4921-BEA6-4ABB3BC8A96F}" presName="composite" presStyleCnt="0"/>
      <dgm:spPr/>
    </dgm:pt>
    <dgm:pt modelId="{39EA45A4-1CEE-8743-837B-2A7334C1D5ED}" type="pres">
      <dgm:prSet presAssocID="{D44E0C8F-2B32-4921-BEA6-4ABB3BC8A96F}" presName="parTx" presStyleLbl="alignNode1" presStyleIdx="2" presStyleCnt="4">
        <dgm:presLayoutVars>
          <dgm:chMax val="0"/>
          <dgm:chPref val="0"/>
          <dgm:bulletEnabled val="1"/>
        </dgm:presLayoutVars>
      </dgm:prSet>
      <dgm:spPr/>
    </dgm:pt>
    <dgm:pt modelId="{7A2915D9-7032-D94C-987E-4F11AC5B97AB}" type="pres">
      <dgm:prSet presAssocID="{D44E0C8F-2B32-4921-BEA6-4ABB3BC8A96F}" presName="desTx" presStyleLbl="alignAccFollowNode1" presStyleIdx="2" presStyleCnt="4">
        <dgm:presLayoutVars>
          <dgm:bulletEnabled val="1"/>
        </dgm:presLayoutVars>
      </dgm:prSet>
      <dgm:spPr/>
    </dgm:pt>
    <dgm:pt modelId="{7C0999AF-DDDA-7E49-A310-9696060B6A12}" type="pres">
      <dgm:prSet presAssocID="{258CDAB3-D90A-4196-8842-E793D1A803CC}" presName="space" presStyleCnt="0"/>
      <dgm:spPr/>
    </dgm:pt>
    <dgm:pt modelId="{7B6C52F6-3D17-E848-A12F-8BE0C204A162}" type="pres">
      <dgm:prSet presAssocID="{7B5320C1-3EEB-4680-A989-C89F4B8DEE5D}" presName="composite" presStyleCnt="0"/>
      <dgm:spPr/>
    </dgm:pt>
    <dgm:pt modelId="{B974A0CB-63BD-B242-8FEE-266EA627ADFA}" type="pres">
      <dgm:prSet presAssocID="{7B5320C1-3EEB-4680-A989-C89F4B8DEE5D}" presName="parTx" presStyleLbl="alignNode1" presStyleIdx="3" presStyleCnt="4">
        <dgm:presLayoutVars>
          <dgm:chMax val="0"/>
          <dgm:chPref val="0"/>
          <dgm:bulletEnabled val="1"/>
        </dgm:presLayoutVars>
      </dgm:prSet>
      <dgm:spPr/>
    </dgm:pt>
    <dgm:pt modelId="{2CCAF9BB-7AC4-CB44-9F77-71B69A509FF5}" type="pres">
      <dgm:prSet presAssocID="{7B5320C1-3EEB-4680-A989-C89F4B8DEE5D}" presName="desTx" presStyleLbl="alignAccFollowNode1" presStyleIdx="3" presStyleCnt="4">
        <dgm:presLayoutVars>
          <dgm:bulletEnabled val="1"/>
        </dgm:presLayoutVars>
      </dgm:prSet>
      <dgm:spPr/>
    </dgm:pt>
  </dgm:ptLst>
  <dgm:cxnLst>
    <dgm:cxn modelId="{C4D62202-A28A-CB4E-9F6C-982BD4A42C27}" type="presOf" srcId="{55C03FA3-7F85-4C2F-9572-6374178ECB6E}" destId="{C84750F9-12DD-DB4B-B15F-21AB998D6898}" srcOrd="0" destOrd="1" presId="urn:microsoft.com/office/officeart/2005/8/layout/hList1"/>
    <dgm:cxn modelId="{BE059609-CE94-AB45-8670-DE26603A955B}" type="presOf" srcId="{D44E0C8F-2B32-4921-BEA6-4ABB3BC8A96F}" destId="{39EA45A4-1CEE-8743-837B-2A7334C1D5ED}" srcOrd="0" destOrd="0" presId="urn:microsoft.com/office/officeart/2005/8/layout/hList1"/>
    <dgm:cxn modelId="{0951B91F-F2E5-8643-AEE0-5A76C7EC322C}" type="presOf" srcId="{8C1E228C-40E8-4AB0-AF6C-FB13C3E1EDE3}" destId="{7A2915D9-7032-D94C-987E-4F11AC5B97AB}" srcOrd="0" destOrd="0" presId="urn:microsoft.com/office/officeart/2005/8/layout/hList1"/>
    <dgm:cxn modelId="{CFD38721-A249-44FC-9463-C142FBADE062}" srcId="{D5113386-65A8-41D5-96F1-C029E16BD6C4}" destId="{7B5320C1-3EEB-4680-A989-C89F4B8DEE5D}" srcOrd="3" destOrd="0" parTransId="{ABDA44F3-F695-464F-9CB3-DCF8A344A10B}" sibTransId="{AA2CC8C9-A47B-44B2-A482-2B5BFBD7F810}"/>
    <dgm:cxn modelId="{48E5B427-4A34-9548-AA0D-141C2F063ECF}" type="presOf" srcId="{D5113386-65A8-41D5-96F1-C029E16BD6C4}" destId="{A18FE572-D360-0E44-95A2-8E1A4EA3A2B2}" srcOrd="0" destOrd="0" presId="urn:microsoft.com/office/officeart/2005/8/layout/hList1"/>
    <dgm:cxn modelId="{18BBB52F-9D55-DE47-BD20-D72881ADEF2E}" type="presOf" srcId="{89784FFD-48B3-42D5-8B62-B27F7BC0791B}" destId="{0955CD86-D048-B04E-B414-02EC1856838F}" srcOrd="0" destOrd="0" presId="urn:microsoft.com/office/officeart/2005/8/layout/hList1"/>
    <dgm:cxn modelId="{7516D93C-9DFC-498E-A414-C92CB98DFE06}" srcId="{7B5320C1-3EEB-4680-A989-C89F4B8DEE5D}" destId="{DBC01550-A4C2-4E50-B43F-EEDD523BAFAC}" srcOrd="1" destOrd="0" parTransId="{F441AB72-03BC-4EBA-9FD6-52EB3F462F81}" sibTransId="{8BE3C2E8-1E67-4434-A724-A38733AF159F}"/>
    <dgm:cxn modelId="{BDC28D3F-00E9-451C-8BB7-70803C27406B}" srcId="{1E0C8A6D-A67B-4C26-9348-58A4CD6C6A39}" destId="{2FD901C7-62F0-44D2-8A8C-AE70EC1C627F}" srcOrd="0" destOrd="0" parTransId="{8836E355-97B4-4933-982E-C10C2D6910A6}" sibTransId="{E69E8B37-D785-4AAE-92F2-68E133D8A8F0}"/>
    <dgm:cxn modelId="{2367C648-5F01-4302-8B96-73B5B62640D1}" srcId="{89784FFD-48B3-42D5-8B62-B27F7BC0791B}" destId="{00B0B7B0-D7CE-45AE-B05F-07A12814E804}" srcOrd="0" destOrd="0" parTransId="{0C844526-F2BE-4DC9-B224-6E5F087705E9}" sibTransId="{D1E99D1C-2A10-4126-B603-592EDB578845}"/>
    <dgm:cxn modelId="{FFFF7569-A62D-4770-9B55-A34BE0D9EE7A}" srcId="{1E0C8A6D-A67B-4C26-9348-58A4CD6C6A39}" destId="{8AEB5E40-879B-4095-BF8F-9C0E8FDDFFBA}" srcOrd="1" destOrd="0" parTransId="{C6EFFA59-5376-4439-8CB7-A9ABFA65B3A6}" sibTransId="{4EAD49F4-63FE-4076-8826-6C89ABDCED7A}"/>
    <dgm:cxn modelId="{9CEF0A75-D5FA-6643-B3D5-49099C835EAC}" type="presOf" srcId="{B8201A9B-0F82-4E28-B639-C74407D6DA4D}" destId="{C84750F9-12DD-DB4B-B15F-21AB998D6898}" srcOrd="0" destOrd="2" presId="urn:microsoft.com/office/officeart/2005/8/layout/hList1"/>
    <dgm:cxn modelId="{07A13475-D8DA-44E3-B1E0-4079ED2B49E7}" srcId="{89784FFD-48B3-42D5-8B62-B27F7BC0791B}" destId="{55C03FA3-7F85-4C2F-9572-6374178ECB6E}" srcOrd="1" destOrd="0" parTransId="{F9162BDF-00C3-4549-BEFF-15E0C9ACD0C9}" sibTransId="{1B8F6370-1452-4061-9E54-AF0A1EFB1C6B}"/>
    <dgm:cxn modelId="{1061A079-F689-E140-BE97-DE1D17CEAB2F}" type="presOf" srcId="{1E0C8A6D-A67B-4C26-9348-58A4CD6C6A39}" destId="{51B9281A-EC32-D148-852A-7C64AC0617D4}" srcOrd="0" destOrd="0" presId="urn:microsoft.com/office/officeart/2005/8/layout/hList1"/>
    <dgm:cxn modelId="{2055CC7B-E7C3-E34E-BC88-CE1446E1FBFD}" type="presOf" srcId="{7B5320C1-3EEB-4680-A989-C89F4B8DEE5D}" destId="{B974A0CB-63BD-B242-8FEE-266EA627ADFA}" srcOrd="0" destOrd="0" presId="urn:microsoft.com/office/officeart/2005/8/layout/hList1"/>
    <dgm:cxn modelId="{5AC82B7F-7105-496E-B73A-501574D2B5AA}" srcId="{D5113386-65A8-41D5-96F1-C029E16BD6C4}" destId="{1E0C8A6D-A67B-4C26-9348-58A4CD6C6A39}" srcOrd="0" destOrd="0" parTransId="{99A15E5B-FBA5-4345-9261-4A47CBE90E98}" sibTransId="{CF8A4A99-D6C5-441A-B3E0-D341628ACC4F}"/>
    <dgm:cxn modelId="{8E66B482-401B-4582-BDBF-71F218809A22}" srcId="{D5113386-65A8-41D5-96F1-C029E16BD6C4}" destId="{89784FFD-48B3-42D5-8B62-B27F7BC0791B}" srcOrd="1" destOrd="0" parTransId="{371E2EAF-D212-4FFD-98C5-705D74CA89A2}" sibTransId="{E1CBE0DD-89D0-49DD-BC9E-900027A2787D}"/>
    <dgm:cxn modelId="{74312C9B-2F9F-45F6-A64E-B1BD58AF1EA8}" srcId="{D5113386-65A8-41D5-96F1-C029E16BD6C4}" destId="{D44E0C8F-2B32-4921-BEA6-4ABB3BC8A96F}" srcOrd="2" destOrd="0" parTransId="{09CE685A-4B1C-4721-A295-3A1A60A14E6B}" sibTransId="{258CDAB3-D90A-4196-8842-E793D1A803CC}"/>
    <dgm:cxn modelId="{7BC8E0A4-7DE0-41E4-A5BA-56C87DE4FCF2}" srcId="{7B5320C1-3EEB-4680-A989-C89F4B8DEE5D}" destId="{621C1274-CD70-4256-8FA7-36E81514F271}" srcOrd="0" destOrd="0" parTransId="{03F055A2-2808-4CFE-9E39-19251664786F}" sibTransId="{4283839D-BAB5-4CCC-B7A8-899D0E83D752}"/>
    <dgm:cxn modelId="{EC5232A5-49A2-BA49-922B-4407AB5E2971}" type="presOf" srcId="{621C1274-CD70-4256-8FA7-36E81514F271}" destId="{2CCAF9BB-7AC4-CB44-9F77-71B69A509FF5}" srcOrd="0" destOrd="0" presId="urn:microsoft.com/office/officeart/2005/8/layout/hList1"/>
    <dgm:cxn modelId="{E11839AD-9DE5-448B-AE19-EFAF9927BCA7}" srcId="{D44E0C8F-2B32-4921-BEA6-4ABB3BC8A96F}" destId="{31086E97-4957-4981-952D-6E2E2992686A}" srcOrd="1" destOrd="0" parTransId="{D140F08C-3AFB-48BA-ABDD-41B4E4B9EA90}" sibTransId="{0F0D1D6C-FB1C-4916-AFF1-EFD02D5B223A}"/>
    <dgm:cxn modelId="{0FCB47AF-708D-634F-87F5-181199496683}" type="presOf" srcId="{DBC01550-A4C2-4E50-B43F-EEDD523BAFAC}" destId="{2CCAF9BB-7AC4-CB44-9F77-71B69A509FF5}" srcOrd="0" destOrd="1" presId="urn:microsoft.com/office/officeart/2005/8/layout/hList1"/>
    <dgm:cxn modelId="{39A65BC5-8810-4FBE-916A-5C13CBB1AB80}" srcId="{89784FFD-48B3-42D5-8B62-B27F7BC0791B}" destId="{B8201A9B-0F82-4E28-B639-C74407D6DA4D}" srcOrd="2" destOrd="0" parTransId="{B87D0EAF-A7AE-4A52-8770-E3154C4CFCFD}" sibTransId="{EA12BA90-A991-4E77-A2A7-B6692BE1B34F}"/>
    <dgm:cxn modelId="{BFC15CC6-5147-9B49-BC23-13CBDBE7E220}" type="presOf" srcId="{2FD901C7-62F0-44D2-8A8C-AE70EC1C627F}" destId="{24CC5D90-44E1-C341-A87D-EB438F00E4EF}" srcOrd="0" destOrd="0" presId="urn:microsoft.com/office/officeart/2005/8/layout/hList1"/>
    <dgm:cxn modelId="{075574E3-1CF2-4117-B256-582B46595B12}" srcId="{D44E0C8F-2B32-4921-BEA6-4ABB3BC8A96F}" destId="{8C1E228C-40E8-4AB0-AF6C-FB13C3E1EDE3}" srcOrd="0" destOrd="0" parTransId="{E8080B50-C7E5-4942-B8CD-8EE9EC54BE45}" sibTransId="{F8FEBAF9-53D5-47C6-99BF-9A6E231FEACE}"/>
    <dgm:cxn modelId="{0A46E0E8-B011-C741-925C-140F38A87420}" type="presOf" srcId="{8AEB5E40-879B-4095-BF8F-9C0E8FDDFFBA}" destId="{24CC5D90-44E1-C341-A87D-EB438F00E4EF}" srcOrd="0" destOrd="1" presId="urn:microsoft.com/office/officeart/2005/8/layout/hList1"/>
    <dgm:cxn modelId="{97E6FBE9-F456-FC45-BC44-AD7C1D6A5C98}" type="presOf" srcId="{31086E97-4957-4981-952D-6E2E2992686A}" destId="{7A2915D9-7032-D94C-987E-4F11AC5B97AB}" srcOrd="0" destOrd="1" presId="urn:microsoft.com/office/officeart/2005/8/layout/hList1"/>
    <dgm:cxn modelId="{87B2A3FB-27E3-224F-8426-ABA55B2FAF94}" type="presOf" srcId="{00B0B7B0-D7CE-45AE-B05F-07A12814E804}" destId="{C84750F9-12DD-DB4B-B15F-21AB998D6898}" srcOrd="0" destOrd="0" presId="urn:microsoft.com/office/officeart/2005/8/layout/hList1"/>
    <dgm:cxn modelId="{70ED9607-4F26-0649-9E10-8AE8E1AC2D66}" type="presParOf" srcId="{A18FE572-D360-0E44-95A2-8E1A4EA3A2B2}" destId="{E5A81747-C624-4443-B9B4-4B4E0E219A59}" srcOrd="0" destOrd="0" presId="urn:microsoft.com/office/officeart/2005/8/layout/hList1"/>
    <dgm:cxn modelId="{14BA0A27-615E-8447-9E23-535CD225BE3A}" type="presParOf" srcId="{E5A81747-C624-4443-B9B4-4B4E0E219A59}" destId="{51B9281A-EC32-D148-852A-7C64AC0617D4}" srcOrd="0" destOrd="0" presId="urn:microsoft.com/office/officeart/2005/8/layout/hList1"/>
    <dgm:cxn modelId="{30C37C00-408D-B340-A626-133AC9CC2CFD}" type="presParOf" srcId="{E5A81747-C624-4443-B9B4-4B4E0E219A59}" destId="{24CC5D90-44E1-C341-A87D-EB438F00E4EF}" srcOrd="1" destOrd="0" presId="urn:microsoft.com/office/officeart/2005/8/layout/hList1"/>
    <dgm:cxn modelId="{B18EC5D3-E001-7A4A-8AFB-F9E94DCEDCA6}" type="presParOf" srcId="{A18FE572-D360-0E44-95A2-8E1A4EA3A2B2}" destId="{89B1FC7E-0B49-514F-9A63-2281DE0F3EFD}" srcOrd="1" destOrd="0" presId="urn:microsoft.com/office/officeart/2005/8/layout/hList1"/>
    <dgm:cxn modelId="{403E4E60-0F09-5C49-A3F6-8BD9C7FDBE48}" type="presParOf" srcId="{A18FE572-D360-0E44-95A2-8E1A4EA3A2B2}" destId="{8919E2F4-A813-D34A-ADBD-4108CACF6599}" srcOrd="2" destOrd="0" presId="urn:microsoft.com/office/officeart/2005/8/layout/hList1"/>
    <dgm:cxn modelId="{8879285E-D5C9-354C-BDCC-825F5A82322E}" type="presParOf" srcId="{8919E2F4-A813-D34A-ADBD-4108CACF6599}" destId="{0955CD86-D048-B04E-B414-02EC1856838F}" srcOrd="0" destOrd="0" presId="urn:microsoft.com/office/officeart/2005/8/layout/hList1"/>
    <dgm:cxn modelId="{0373B61D-CCD1-6548-9CBA-D0B9DADFFCF5}" type="presParOf" srcId="{8919E2F4-A813-D34A-ADBD-4108CACF6599}" destId="{C84750F9-12DD-DB4B-B15F-21AB998D6898}" srcOrd="1" destOrd="0" presId="urn:microsoft.com/office/officeart/2005/8/layout/hList1"/>
    <dgm:cxn modelId="{092E16B2-3476-0E44-AA24-5A4782C099C3}" type="presParOf" srcId="{A18FE572-D360-0E44-95A2-8E1A4EA3A2B2}" destId="{56D41DBE-34B2-9541-AF8E-F7431219B5F5}" srcOrd="3" destOrd="0" presId="urn:microsoft.com/office/officeart/2005/8/layout/hList1"/>
    <dgm:cxn modelId="{261AC374-7399-5E41-8CD3-4452AC75CF78}" type="presParOf" srcId="{A18FE572-D360-0E44-95A2-8E1A4EA3A2B2}" destId="{A18BC2DA-B823-1D45-B37E-AF3C0C2E93E6}" srcOrd="4" destOrd="0" presId="urn:microsoft.com/office/officeart/2005/8/layout/hList1"/>
    <dgm:cxn modelId="{AA863B6F-E7EE-3E4E-B60B-FA35096CDB1A}" type="presParOf" srcId="{A18BC2DA-B823-1D45-B37E-AF3C0C2E93E6}" destId="{39EA45A4-1CEE-8743-837B-2A7334C1D5ED}" srcOrd="0" destOrd="0" presId="urn:microsoft.com/office/officeart/2005/8/layout/hList1"/>
    <dgm:cxn modelId="{446EB35F-C199-0445-B549-6C342C28715C}" type="presParOf" srcId="{A18BC2DA-B823-1D45-B37E-AF3C0C2E93E6}" destId="{7A2915D9-7032-D94C-987E-4F11AC5B97AB}" srcOrd="1" destOrd="0" presId="urn:microsoft.com/office/officeart/2005/8/layout/hList1"/>
    <dgm:cxn modelId="{CFDA1160-66E4-1746-A94D-39A7D3B470F7}" type="presParOf" srcId="{A18FE572-D360-0E44-95A2-8E1A4EA3A2B2}" destId="{7C0999AF-DDDA-7E49-A310-9696060B6A12}" srcOrd="5" destOrd="0" presId="urn:microsoft.com/office/officeart/2005/8/layout/hList1"/>
    <dgm:cxn modelId="{EF999639-4F1A-8B4F-9B1B-619716C41236}" type="presParOf" srcId="{A18FE572-D360-0E44-95A2-8E1A4EA3A2B2}" destId="{7B6C52F6-3D17-E848-A12F-8BE0C204A162}" srcOrd="6" destOrd="0" presId="urn:microsoft.com/office/officeart/2005/8/layout/hList1"/>
    <dgm:cxn modelId="{6796967A-AC31-5246-84E1-03BB65A89C7C}" type="presParOf" srcId="{7B6C52F6-3D17-E848-A12F-8BE0C204A162}" destId="{B974A0CB-63BD-B242-8FEE-266EA627ADFA}" srcOrd="0" destOrd="0" presId="urn:microsoft.com/office/officeart/2005/8/layout/hList1"/>
    <dgm:cxn modelId="{168AC2DD-37D6-1F41-9EE3-03FCEF77AD37}" type="presParOf" srcId="{7B6C52F6-3D17-E848-A12F-8BE0C204A162}" destId="{2CCAF9BB-7AC4-CB44-9F77-71B69A509FF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06446146-52E6-462D-A8A2-65999EA1E4E0}"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F0253916-CAC0-4D55-AC8B-A61E25397E06}">
      <dgm:prSet phldrT="[Text]"/>
      <dgm:spPr>
        <a:solidFill>
          <a:srgbClr val="004F71"/>
        </a:solidFill>
      </dgm:spPr>
      <dgm:t>
        <a:bodyPr/>
        <a:lstStyle/>
        <a:p>
          <a:pPr>
            <a:spcBef>
              <a:spcPts val="600"/>
            </a:spcBef>
            <a:spcAft>
              <a:spcPts val="600"/>
            </a:spcAft>
            <a:buFont typeface="Arial" panose="020B0604020202020204" pitchFamily="34" charset="0"/>
            <a:buChar char="•"/>
          </a:pPr>
          <a:r>
            <a:rPr lang="en-US" b="0" dirty="0"/>
            <a:t>Cabling Considerations</a:t>
          </a:r>
        </a:p>
      </dgm:t>
    </dgm:pt>
    <dgm:pt modelId="{96B7868A-416A-4195-8925-E67EBF73E87E}" type="parTrans" cxnId="{1769E095-052E-4877-A55C-0E583E9575D2}">
      <dgm:prSet/>
      <dgm:spPr/>
      <dgm:t>
        <a:bodyPr/>
        <a:lstStyle/>
        <a:p>
          <a:pPr>
            <a:spcBef>
              <a:spcPts val="600"/>
            </a:spcBef>
            <a:spcAft>
              <a:spcPts val="600"/>
            </a:spcAft>
          </a:pPr>
          <a:endParaRPr lang="en-US"/>
        </a:p>
      </dgm:t>
    </dgm:pt>
    <dgm:pt modelId="{BA18D4F9-DD66-4C46-82CD-86C54FC21779}" type="sibTrans" cxnId="{1769E095-052E-4877-A55C-0E583E9575D2}">
      <dgm:prSet/>
      <dgm:spPr/>
      <dgm:t>
        <a:bodyPr/>
        <a:lstStyle/>
        <a:p>
          <a:pPr>
            <a:spcBef>
              <a:spcPts val="600"/>
            </a:spcBef>
            <a:spcAft>
              <a:spcPts val="600"/>
            </a:spcAft>
          </a:pPr>
          <a:endParaRPr lang="en-US"/>
        </a:p>
      </dgm:t>
    </dgm:pt>
    <dgm:pt modelId="{16EF68D4-4C4E-4692-A16E-6C732BBB3443}">
      <dgm:prSe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buFont typeface="Arial" panose="020B0604020202020204" pitchFamily="34" charset="0"/>
            <a:buChar char="•"/>
          </a:pPr>
          <a:r>
            <a:rPr lang="en-US" dirty="0">
              <a:solidFill>
                <a:srgbClr val="20282F"/>
              </a:solidFill>
            </a:rPr>
            <a:t>Must use Cat 5e or better, recommend </a:t>
          </a:r>
          <a:br>
            <a:rPr lang="en-US" dirty="0">
              <a:solidFill>
                <a:srgbClr val="20282F"/>
              </a:solidFill>
            </a:rPr>
          </a:br>
          <a:r>
            <a:rPr lang="en-US" dirty="0">
              <a:solidFill>
                <a:srgbClr val="20282F"/>
              </a:solidFill>
            </a:rPr>
            <a:t>Cat 6A</a:t>
          </a:r>
        </a:p>
      </dgm:t>
    </dgm:pt>
    <dgm:pt modelId="{B41701E0-E63F-473C-86C3-3326DC57B37C}" type="parTrans" cxnId="{B33185E8-5747-4258-851C-36F5FCEE9727}">
      <dgm:prSet/>
      <dgm:spPr/>
      <dgm:t>
        <a:bodyPr/>
        <a:lstStyle/>
        <a:p>
          <a:pPr>
            <a:spcBef>
              <a:spcPts val="600"/>
            </a:spcBef>
            <a:spcAft>
              <a:spcPts val="600"/>
            </a:spcAft>
          </a:pPr>
          <a:endParaRPr lang="en-US"/>
        </a:p>
      </dgm:t>
    </dgm:pt>
    <dgm:pt modelId="{494FB7DB-B8EB-4BAB-BD62-A17E1BDF8496}" type="sibTrans" cxnId="{B33185E8-5747-4258-851C-36F5FCEE9727}">
      <dgm:prSet/>
      <dgm:spPr/>
      <dgm:t>
        <a:bodyPr/>
        <a:lstStyle/>
        <a:p>
          <a:pPr>
            <a:spcBef>
              <a:spcPts val="600"/>
            </a:spcBef>
            <a:spcAft>
              <a:spcPts val="600"/>
            </a:spcAft>
          </a:pPr>
          <a:endParaRPr lang="en-US"/>
        </a:p>
      </dgm:t>
    </dgm:pt>
    <dgm:pt modelId="{44231B3F-EAD1-4A54-B233-4A0DB5AC7C0C}">
      <dgm:prSe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buFont typeface="Arial" panose="020B0604020202020204" pitchFamily="34" charset="0"/>
            <a:buChar char="•"/>
          </a:pPr>
          <a:r>
            <a:rPr lang="en-US" dirty="0">
              <a:solidFill>
                <a:srgbClr val="20282F"/>
              </a:solidFill>
            </a:rPr>
            <a:t>Importance of conductor thickness (23 AWG &gt; 24 AWG for better performance)</a:t>
          </a:r>
        </a:p>
      </dgm:t>
    </dgm:pt>
    <dgm:pt modelId="{63D778D3-236B-4C48-B1B5-8EEF0DEFE34E}" type="parTrans" cxnId="{B149B333-71F7-443C-85BB-8CAD77139519}">
      <dgm:prSet/>
      <dgm:spPr/>
      <dgm:t>
        <a:bodyPr/>
        <a:lstStyle/>
        <a:p>
          <a:pPr>
            <a:spcBef>
              <a:spcPts val="600"/>
            </a:spcBef>
            <a:spcAft>
              <a:spcPts val="600"/>
            </a:spcAft>
          </a:pPr>
          <a:endParaRPr lang="en-US"/>
        </a:p>
      </dgm:t>
    </dgm:pt>
    <dgm:pt modelId="{80F8F510-127D-4518-A220-EBFC6BB1A975}" type="sibTrans" cxnId="{B149B333-71F7-443C-85BB-8CAD77139519}">
      <dgm:prSet/>
      <dgm:spPr/>
      <dgm:t>
        <a:bodyPr/>
        <a:lstStyle/>
        <a:p>
          <a:pPr>
            <a:spcBef>
              <a:spcPts val="600"/>
            </a:spcBef>
            <a:spcAft>
              <a:spcPts val="600"/>
            </a:spcAft>
          </a:pPr>
          <a:endParaRPr lang="en-US"/>
        </a:p>
      </dgm:t>
    </dgm:pt>
    <dgm:pt modelId="{FB80C958-2D3A-48C2-AD75-1BEDE7033597}">
      <dgm:prSe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buFont typeface="Arial" panose="020B0604020202020204" pitchFamily="34" charset="0"/>
            <a:buChar char="•"/>
          </a:pPr>
          <a:r>
            <a:rPr lang="en-US" dirty="0">
              <a:solidFill>
                <a:srgbClr val="20282F"/>
              </a:solidFill>
            </a:rPr>
            <a:t>Shielded cabling </a:t>
          </a:r>
          <a:br>
            <a:rPr lang="en-US" dirty="0">
              <a:solidFill>
                <a:srgbClr val="20282F"/>
              </a:solidFill>
            </a:rPr>
          </a:br>
          <a:r>
            <a:rPr lang="en-US" dirty="0">
              <a:solidFill>
                <a:srgbClr val="20282F"/>
              </a:solidFill>
            </a:rPr>
            <a:t>helps disperse </a:t>
          </a:r>
          <a:br>
            <a:rPr lang="en-US" dirty="0">
              <a:solidFill>
                <a:srgbClr val="20282F"/>
              </a:solidFill>
            </a:rPr>
          </a:br>
          <a:r>
            <a:rPr lang="en-US" dirty="0">
              <a:solidFill>
                <a:srgbClr val="20282F"/>
              </a:solidFill>
            </a:rPr>
            <a:t>heat efficiently</a:t>
          </a:r>
        </a:p>
      </dgm:t>
    </dgm:pt>
    <dgm:pt modelId="{1BDA7B59-822F-43F7-8CA1-7E61688FF806}" type="parTrans" cxnId="{1AA47067-4725-4B41-BD75-B46B312AD055}">
      <dgm:prSet/>
      <dgm:spPr/>
      <dgm:t>
        <a:bodyPr/>
        <a:lstStyle/>
        <a:p>
          <a:pPr>
            <a:spcBef>
              <a:spcPts val="600"/>
            </a:spcBef>
            <a:spcAft>
              <a:spcPts val="600"/>
            </a:spcAft>
          </a:pPr>
          <a:endParaRPr lang="en-US"/>
        </a:p>
      </dgm:t>
    </dgm:pt>
    <dgm:pt modelId="{AE276A5E-5C66-4FA5-B16C-77029A19ACA9}" type="sibTrans" cxnId="{1AA47067-4725-4B41-BD75-B46B312AD055}">
      <dgm:prSet/>
      <dgm:spPr/>
      <dgm:t>
        <a:bodyPr/>
        <a:lstStyle/>
        <a:p>
          <a:pPr>
            <a:spcBef>
              <a:spcPts val="600"/>
            </a:spcBef>
            <a:spcAft>
              <a:spcPts val="600"/>
            </a:spcAft>
          </a:pPr>
          <a:endParaRPr lang="en-US"/>
        </a:p>
      </dgm:t>
    </dgm:pt>
    <dgm:pt modelId="{3A923024-E19B-440C-854A-E68A90A46C3A}">
      <dgm:prSet/>
      <dgm:spPr>
        <a:solidFill>
          <a:srgbClr val="004F71"/>
        </a:solidFill>
      </dgm:spPr>
      <dgm:t>
        <a:bodyPr/>
        <a:lstStyle/>
        <a:p>
          <a:pPr>
            <a:spcBef>
              <a:spcPts val="600"/>
            </a:spcBef>
            <a:spcAft>
              <a:spcPts val="600"/>
            </a:spcAft>
            <a:buFont typeface="Arial" panose="020B0604020202020204" pitchFamily="34" charset="0"/>
            <a:buChar char="•"/>
          </a:pPr>
          <a:r>
            <a:rPr lang="en-US" b="0" dirty="0"/>
            <a:t>Standard Compatibility</a:t>
          </a:r>
        </a:p>
      </dgm:t>
    </dgm:pt>
    <dgm:pt modelId="{544DA820-EDB5-47E0-B04E-014C156BCC1B}" type="parTrans" cxnId="{96BB8EB6-CB1C-46F4-8EEB-15DDE4F646D0}">
      <dgm:prSet/>
      <dgm:spPr/>
      <dgm:t>
        <a:bodyPr/>
        <a:lstStyle/>
        <a:p>
          <a:pPr>
            <a:spcBef>
              <a:spcPts val="600"/>
            </a:spcBef>
            <a:spcAft>
              <a:spcPts val="600"/>
            </a:spcAft>
          </a:pPr>
          <a:endParaRPr lang="en-US"/>
        </a:p>
      </dgm:t>
    </dgm:pt>
    <dgm:pt modelId="{4EDFB3CB-0D71-4944-B750-F76062D67B35}" type="sibTrans" cxnId="{96BB8EB6-CB1C-46F4-8EEB-15DDE4F646D0}">
      <dgm:prSet/>
      <dgm:spPr/>
      <dgm:t>
        <a:bodyPr/>
        <a:lstStyle/>
        <a:p>
          <a:pPr>
            <a:spcBef>
              <a:spcPts val="600"/>
            </a:spcBef>
            <a:spcAft>
              <a:spcPts val="600"/>
            </a:spcAft>
          </a:pPr>
          <a:endParaRPr lang="en-US"/>
        </a:p>
      </dgm:t>
    </dgm:pt>
    <dgm:pt modelId="{12BDF1B8-9F19-4CD0-91F0-7368CE55A7A6}">
      <dgm:prSe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buFont typeface="Arial" panose="020B0604020202020204" pitchFamily="34" charset="0"/>
            <a:buChar char="•"/>
          </a:pPr>
          <a:r>
            <a:rPr lang="en-US" dirty="0">
              <a:solidFill>
                <a:srgbClr val="20282F"/>
              </a:solidFill>
            </a:rPr>
            <a:t>Devices must negotiate the correct PoE mode (Alternative A, B, or Four-pair)</a:t>
          </a:r>
        </a:p>
      </dgm:t>
    </dgm:pt>
    <dgm:pt modelId="{34349A69-0223-48EF-86D7-07F5E8073371}" type="parTrans" cxnId="{3B5C2BCC-EF77-4A9D-AC9B-6B34616C9B2E}">
      <dgm:prSet/>
      <dgm:spPr/>
      <dgm:t>
        <a:bodyPr/>
        <a:lstStyle/>
        <a:p>
          <a:pPr>
            <a:spcBef>
              <a:spcPts val="600"/>
            </a:spcBef>
            <a:spcAft>
              <a:spcPts val="600"/>
            </a:spcAft>
          </a:pPr>
          <a:endParaRPr lang="en-US"/>
        </a:p>
      </dgm:t>
    </dgm:pt>
    <dgm:pt modelId="{64F659EC-2857-47D2-8E50-7D5336858266}" type="sibTrans" cxnId="{3B5C2BCC-EF77-4A9D-AC9B-6B34616C9B2E}">
      <dgm:prSet/>
      <dgm:spPr/>
      <dgm:t>
        <a:bodyPr/>
        <a:lstStyle/>
        <a:p>
          <a:pPr>
            <a:spcBef>
              <a:spcPts val="600"/>
            </a:spcBef>
            <a:spcAft>
              <a:spcPts val="600"/>
            </a:spcAft>
          </a:pPr>
          <a:endParaRPr lang="en-US"/>
        </a:p>
      </dgm:t>
    </dgm:pt>
    <dgm:pt modelId="{ACA23B0C-AD30-44B0-8C8E-D8E9CE6104AE}">
      <dgm:prSe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buFont typeface="Arial" panose="020B0604020202020204" pitchFamily="34" charset="0"/>
            <a:buChar char="•"/>
          </a:pPr>
          <a:r>
            <a:rPr lang="en-US" dirty="0">
              <a:solidFill>
                <a:srgbClr val="20282F"/>
              </a:solidFill>
            </a:rPr>
            <a:t>Challenges with devices only supporting the first PoE standard</a:t>
          </a:r>
        </a:p>
      </dgm:t>
    </dgm:pt>
    <dgm:pt modelId="{C6B84B4A-E713-490F-A981-342859F8A801}" type="parTrans" cxnId="{DD682DA7-D361-4019-A7BF-65C60A2626A1}">
      <dgm:prSet/>
      <dgm:spPr/>
      <dgm:t>
        <a:bodyPr/>
        <a:lstStyle/>
        <a:p>
          <a:pPr>
            <a:spcBef>
              <a:spcPts val="600"/>
            </a:spcBef>
            <a:spcAft>
              <a:spcPts val="600"/>
            </a:spcAft>
          </a:pPr>
          <a:endParaRPr lang="en-US"/>
        </a:p>
      </dgm:t>
    </dgm:pt>
    <dgm:pt modelId="{AC7087A0-804F-49D0-A867-72535F0A33EF}" type="sibTrans" cxnId="{DD682DA7-D361-4019-A7BF-65C60A2626A1}">
      <dgm:prSet/>
      <dgm:spPr/>
      <dgm:t>
        <a:bodyPr/>
        <a:lstStyle/>
        <a:p>
          <a:pPr>
            <a:spcBef>
              <a:spcPts val="600"/>
            </a:spcBef>
            <a:spcAft>
              <a:spcPts val="600"/>
            </a:spcAft>
          </a:pPr>
          <a:endParaRPr lang="en-US"/>
        </a:p>
      </dgm:t>
    </dgm:pt>
    <dgm:pt modelId="{4551FB27-2B8A-4E05-AC65-910DEDFBA663}">
      <dgm:prSet/>
      <dgm:spPr>
        <a:solidFill>
          <a:srgbClr val="004F71"/>
        </a:solidFill>
      </dgm:spPr>
      <dgm:t>
        <a:bodyPr/>
        <a:lstStyle/>
        <a:p>
          <a:pPr>
            <a:spcBef>
              <a:spcPts val="600"/>
            </a:spcBef>
            <a:spcAft>
              <a:spcPts val="600"/>
            </a:spcAft>
            <a:buFont typeface="Arial" panose="020B0604020202020204" pitchFamily="34" charset="0"/>
            <a:buChar char="•"/>
          </a:pPr>
          <a:r>
            <a:rPr lang="en-US" b="0" dirty="0"/>
            <a:t>Power Budget Management</a:t>
          </a:r>
        </a:p>
      </dgm:t>
    </dgm:pt>
    <dgm:pt modelId="{1255E924-8587-4E45-BCCE-8983C43C67A7}" type="parTrans" cxnId="{8A688E35-25B6-4660-939F-F0342C51867D}">
      <dgm:prSet/>
      <dgm:spPr/>
      <dgm:t>
        <a:bodyPr/>
        <a:lstStyle/>
        <a:p>
          <a:pPr>
            <a:spcBef>
              <a:spcPts val="600"/>
            </a:spcBef>
            <a:spcAft>
              <a:spcPts val="600"/>
            </a:spcAft>
          </a:pPr>
          <a:endParaRPr lang="en-US"/>
        </a:p>
      </dgm:t>
    </dgm:pt>
    <dgm:pt modelId="{C4935160-4534-4361-A085-B61A1A3A86CE}" type="sibTrans" cxnId="{8A688E35-25B6-4660-939F-F0342C51867D}">
      <dgm:prSet/>
      <dgm:spPr/>
      <dgm:t>
        <a:bodyPr/>
        <a:lstStyle/>
        <a:p>
          <a:pPr>
            <a:spcBef>
              <a:spcPts val="600"/>
            </a:spcBef>
            <a:spcAft>
              <a:spcPts val="600"/>
            </a:spcAft>
          </a:pPr>
          <a:endParaRPr lang="en-US"/>
        </a:p>
      </dgm:t>
    </dgm:pt>
    <dgm:pt modelId="{CF1DDA42-7119-446D-BABA-B140FD82DA5D}">
      <dgm:prSe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buFont typeface="Arial" panose="020B0604020202020204" pitchFamily="34" charset="0"/>
            <a:buChar char="•"/>
          </a:pPr>
          <a:r>
            <a:rPr lang="en-US" dirty="0">
              <a:solidFill>
                <a:srgbClr val="20282F"/>
              </a:solidFill>
            </a:rPr>
            <a:t>Switches have a limited power budget </a:t>
          </a:r>
          <a:br>
            <a:rPr lang="en-US" dirty="0">
              <a:solidFill>
                <a:srgbClr val="20282F"/>
              </a:solidFill>
            </a:rPr>
          </a:br>
          <a:r>
            <a:rPr lang="en-US" dirty="0">
              <a:solidFill>
                <a:srgbClr val="20282F"/>
              </a:solidFill>
            </a:rPr>
            <a:t>(300–400W)</a:t>
          </a:r>
        </a:p>
      </dgm:t>
    </dgm:pt>
    <dgm:pt modelId="{81491FFC-46DB-4DB3-8A6B-A3E28FF8F9C5}" type="parTrans" cxnId="{E4C650A6-D985-4AE8-8C9A-24EB22446CD5}">
      <dgm:prSet/>
      <dgm:spPr/>
      <dgm:t>
        <a:bodyPr/>
        <a:lstStyle/>
        <a:p>
          <a:pPr>
            <a:spcBef>
              <a:spcPts val="600"/>
            </a:spcBef>
            <a:spcAft>
              <a:spcPts val="600"/>
            </a:spcAft>
          </a:pPr>
          <a:endParaRPr lang="en-US"/>
        </a:p>
      </dgm:t>
    </dgm:pt>
    <dgm:pt modelId="{FBF46B01-718E-47F4-999E-CC387117C52A}" type="sibTrans" cxnId="{E4C650A6-D985-4AE8-8C9A-24EB22446CD5}">
      <dgm:prSet/>
      <dgm:spPr/>
      <dgm:t>
        <a:bodyPr/>
        <a:lstStyle/>
        <a:p>
          <a:pPr>
            <a:spcBef>
              <a:spcPts val="600"/>
            </a:spcBef>
            <a:spcAft>
              <a:spcPts val="600"/>
            </a:spcAft>
          </a:pPr>
          <a:endParaRPr lang="en-US"/>
        </a:p>
      </dgm:t>
    </dgm:pt>
    <dgm:pt modelId="{383DFA7B-16BB-4FEE-8AC3-1F178C4B0961}">
      <dgm:prSe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buFont typeface="Arial" panose="020B0604020202020204" pitchFamily="34" charset="0"/>
            <a:buChar char="•"/>
          </a:pPr>
          <a:r>
            <a:rPr lang="en-US" dirty="0">
              <a:solidFill>
                <a:srgbClr val="20282F"/>
              </a:solidFill>
            </a:rPr>
            <a:t>Use "show power inline" command </a:t>
          </a:r>
          <a:br>
            <a:rPr lang="en-US" dirty="0">
              <a:solidFill>
                <a:srgbClr val="20282F"/>
              </a:solidFill>
            </a:rPr>
          </a:br>
          <a:r>
            <a:rPr lang="en-US" dirty="0">
              <a:solidFill>
                <a:srgbClr val="20282F"/>
              </a:solidFill>
            </a:rPr>
            <a:t>for monitoring</a:t>
          </a:r>
        </a:p>
      </dgm:t>
    </dgm:pt>
    <dgm:pt modelId="{79D5D45A-15E1-402C-8138-FF6624D2D91E}" type="parTrans" cxnId="{665989C1-B570-4F61-BD40-DAF451F73953}">
      <dgm:prSet/>
      <dgm:spPr/>
      <dgm:t>
        <a:bodyPr/>
        <a:lstStyle/>
        <a:p>
          <a:pPr>
            <a:spcBef>
              <a:spcPts val="600"/>
            </a:spcBef>
            <a:spcAft>
              <a:spcPts val="600"/>
            </a:spcAft>
          </a:pPr>
          <a:endParaRPr lang="en-US"/>
        </a:p>
      </dgm:t>
    </dgm:pt>
    <dgm:pt modelId="{E8B6029F-9823-4ACD-9E6F-3C8BD9B97A72}" type="sibTrans" cxnId="{665989C1-B570-4F61-BD40-DAF451F73953}">
      <dgm:prSet/>
      <dgm:spPr/>
      <dgm:t>
        <a:bodyPr/>
        <a:lstStyle/>
        <a:p>
          <a:pPr>
            <a:spcBef>
              <a:spcPts val="600"/>
            </a:spcBef>
            <a:spcAft>
              <a:spcPts val="600"/>
            </a:spcAft>
          </a:pPr>
          <a:endParaRPr lang="en-US"/>
        </a:p>
      </dgm:t>
    </dgm:pt>
    <dgm:pt modelId="{372B494A-A41F-49FE-9434-578D93D70767}" type="pres">
      <dgm:prSet presAssocID="{06446146-52E6-462D-A8A2-65999EA1E4E0}" presName="Name0" presStyleCnt="0">
        <dgm:presLayoutVars>
          <dgm:dir/>
          <dgm:animLvl val="lvl"/>
          <dgm:resizeHandles val="exact"/>
        </dgm:presLayoutVars>
      </dgm:prSet>
      <dgm:spPr/>
    </dgm:pt>
    <dgm:pt modelId="{1F7528A2-C7A9-4234-9195-CCA215A85BA3}" type="pres">
      <dgm:prSet presAssocID="{F0253916-CAC0-4D55-AC8B-A61E25397E06}" presName="composite" presStyleCnt="0"/>
      <dgm:spPr/>
    </dgm:pt>
    <dgm:pt modelId="{40FB409C-BE5D-4E7B-8FF9-1F415B5D3607}" type="pres">
      <dgm:prSet presAssocID="{F0253916-CAC0-4D55-AC8B-A61E25397E06}" presName="parTx" presStyleLbl="alignNode1" presStyleIdx="0" presStyleCnt="3">
        <dgm:presLayoutVars>
          <dgm:chMax val="0"/>
          <dgm:chPref val="0"/>
          <dgm:bulletEnabled val="1"/>
        </dgm:presLayoutVars>
      </dgm:prSet>
      <dgm:spPr/>
    </dgm:pt>
    <dgm:pt modelId="{54895AFB-DB1E-4EE1-BE42-9B24B43343EF}" type="pres">
      <dgm:prSet presAssocID="{F0253916-CAC0-4D55-AC8B-A61E25397E06}" presName="desTx" presStyleLbl="alignAccFollowNode1" presStyleIdx="0" presStyleCnt="3">
        <dgm:presLayoutVars>
          <dgm:bulletEnabled val="1"/>
        </dgm:presLayoutVars>
      </dgm:prSet>
      <dgm:spPr/>
    </dgm:pt>
    <dgm:pt modelId="{A7BFFAA5-8DD2-4B3D-AEE2-715862DEB613}" type="pres">
      <dgm:prSet presAssocID="{BA18D4F9-DD66-4C46-82CD-86C54FC21779}" presName="space" presStyleCnt="0"/>
      <dgm:spPr/>
    </dgm:pt>
    <dgm:pt modelId="{98F72B0B-AB21-4AAC-A40A-0CC2B786EE93}" type="pres">
      <dgm:prSet presAssocID="{3A923024-E19B-440C-854A-E68A90A46C3A}" presName="composite" presStyleCnt="0"/>
      <dgm:spPr/>
    </dgm:pt>
    <dgm:pt modelId="{44D8FD3C-EF5E-4B8F-8F0D-8F9D154404C4}" type="pres">
      <dgm:prSet presAssocID="{3A923024-E19B-440C-854A-E68A90A46C3A}" presName="parTx" presStyleLbl="alignNode1" presStyleIdx="1" presStyleCnt="3">
        <dgm:presLayoutVars>
          <dgm:chMax val="0"/>
          <dgm:chPref val="0"/>
          <dgm:bulletEnabled val="1"/>
        </dgm:presLayoutVars>
      </dgm:prSet>
      <dgm:spPr/>
    </dgm:pt>
    <dgm:pt modelId="{D8871102-97FE-4BAB-BEAE-9D70E8BA2FAF}" type="pres">
      <dgm:prSet presAssocID="{3A923024-E19B-440C-854A-E68A90A46C3A}" presName="desTx" presStyleLbl="alignAccFollowNode1" presStyleIdx="1" presStyleCnt="3">
        <dgm:presLayoutVars>
          <dgm:bulletEnabled val="1"/>
        </dgm:presLayoutVars>
      </dgm:prSet>
      <dgm:spPr/>
    </dgm:pt>
    <dgm:pt modelId="{D9ED68CD-71D5-4FF3-A737-B5A248F2B2E9}" type="pres">
      <dgm:prSet presAssocID="{4EDFB3CB-0D71-4944-B750-F76062D67B35}" presName="space" presStyleCnt="0"/>
      <dgm:spPr/>
    </dgm:pt>
    <dgm:pt modelId="{53D2E2F7-370D-495F-9D9A-C55204A4D574}" type="pres">
      <dgm:prSet presAssocID="{4551FB27-2B8A-4E05-AC65-910DEDFBA663}" presName="composite" presStyleCnt="0"/>
      <dgm:spPr/>
    </dgm:pt>
    <dgm:pt modelId="{F8EE6CC9-5A19-4BBE-89E2-C31586A1AF5C}" type="pres">
      <dgm:prSet presAssocID="{4551FB27-2B8A-4E05-AC65-910DEDFBA663}" presName="parTx" presStyleLbl="alignNode1" presStyleIdx="2" presStyleCnt="3">
        <dgm:presLayoutVars>
          <dgm:chMax val="0"/>
          <dgm:chPref val="0"/>
          <dgm:bulletEnabled val="1"/>
        </dgm:presLayoutVars>
      </dgm:prSet>
      <dgm:spPr/>
    </dgm:pt>
    <dgm:pt modelId="{1ADC1506-241D-456A-9356-55DA2BE58AF3}" type="pres">
      <dgm:prSet presAssocID="{4551FB27-2B8A-4E05-AC65-910DEDFBA663}" presName="desTx" presStyleLbl="alignAccFollowNode1" presStyleIdx="2" presStyleCnt="3">
        <dgm:presLayoutVars>
          <dgm:bulletEnabled val="1"/>
        </dgm:presLayoutVars>
      </dgm:prSet>
      <dgm:spPr/>
    </dgm:pt>
  </dgm:ptLst>
  <dgm:cxnLst>
    <dgm:cxn modelId="{6EE94420-49B8-453C-9DC8-919DB6832461}" type="presOf" srcId="{3A923024-E19B-440C-854A-E68A90A46C3A}" destId="{44D8FD3C-EF5E-4B8F-8F0D-8F9D154404C4}" srcOrd="0" destOrd="0" presId="urn:microsoft.com/office/officeart/2005/8/layout/hList1"/>
    <dgm:cxn modelId="{63A11C22-6731-4A1A-BB9F-BF05A8D22B9F}" type="presOf" srcId="{383DFA7B-16BB-4FEE-8AC3-1F178C4B0961}" destId="{1ADC1506-241D-456A-9356-55DA2BE58AF3}" srcOrd="0" destOrd="1" presId="urn:microsoft.com/office/officeart/2005/8/layout/hList1"/>
    <dgm:cxn modelId="{F374DC22-B3BD-4B0D-B4EB-1680C1A87460}" type="presOf" srcId="{CF1DDA42-7119-446D-BABA-B140FD82DA5D}" destId="{1ADC1506-241D-456A-9356-55DA2BE58AF3}" srcOrd="0" destOrd="0" presId="urn:microsoft.com/office/officeart/2005/8/layout/hList1"/>
    <dgm:cxn modelId="{B149B333-71F7-443C-85BB-8CAD77139519}" srcId="{F0253916-CAC0-4D55-AC8B-A61E25397E06}" destId="{44231B3F-EAD1-4A54-B233-4A0DB5AC7C0C}" srcOrd="1" destOrd="0" parTransId="{63D778D3-236B-4C48-B1B5-8EEF0DEFE34E}" sibTransId="{80F8F510-127D-4518-A220-EBFC6BB1A975}"/>
    <dgm:cxn modelId="{5A973534-6BFE-42B1-89F9-EDA34C82CE49}" type="presOf" srcId="{06446146-52E6-462D-A8A2-65999EA1E4E0}" destId="{372B494A-A41F-49FE-9434-578D93D70767}" srcOrd="0" destOrd="0" presId="urn:microsoft.com/office/officeart/2005/8/layout/hList1"/>
    <dgm:cxn modelId="{8A688E35-25B6-4660-939F-F0342C51867D}" srcId="{06446146-52E6-462D-A8A2-65999EA1E4E0}" destId="{4551FB27-2B8A-4E05-AC65-910DEDFBA663}" srcOrd="2" destOrd="0" parTransId="{1255E924-8587-4E45-BCCE-8983C43C67A7}" sibTransId="{C4935160-4534-4361-A085-B61A1A3A86CE}"/>
    <dgm:cxn modelId="{1AA47067-4725-4B41-BD75-B46B312AD055}" srcId="{F0253916-CAC0-4D55-AC8B-A61E25397E06}" destId="{FB80C958-2D3A-48C2-AD75-1BEDE7033597}" srcOrd="2" destOrd="0" parTransId="{1BDA7B59-822F-43F7-8CA1-7E61688FF806}" sibTransId="{AE276A5E-5C66-4FA5-B16C-77029A19ACA9}"/>
    <dgm:cxn modelId="{A8F0604D-5F02-4C4C-8B78-090726C90CC3}" type="presOf" srcId="{12BDF1B8-9F19-4CD0-91F0-7368CE55A7A6}" destId="{D8871102-97FE-4BAB-BEAE-9D70E8BA2FAF}" srcOrd="0" destOrd="0" presId="urn:microsoft.com/office/officeart/2005/8/layout/hList1"/>
    <dgm:cxn modelId="{81CBC751-603B-4495-991F-345D2CB43D3D}" type="presOf" srcId="{FB80C958-2D3A-48C2-AD75-1BEDE7033597}" destId="{54895AFB-DB1E-4EE1-BE42-9B24B43343EF}" srcOrd="0" destOrd="2" presId="urn:microsoft.com/office/officeart/2005/8/layout/hList1"/>
    <dgm:cxn modelId="{6F8F0483-BD2E-4C0F-AE98-9E46721AE3E5}" type="presOf" srcId="{ACA23B0C-AD30-44B0-8C8E-D8E9CE6104AE}" destId="{D8871102-97FE-4BAB-BEAE-9D70E8BA2FAF}" srcOrd="0" destOrd="1" presId="urn:microsoft.com/office/officeart/2005/8/layout/hList1"/>
    <dgm:cxn modelId="{0BD53F89-3B1C-4608-B105-B922F35F91CB}" type="presOf" srcId="{F0253916-CAC0-4D55-AC8B-A61E25397E06}" destId="{40FB409C-BE5D-4E7B-8FF9-1F415B5D3607}" srcOrd="0" destOrd="0" presId="urn:microsoft.com/office/officeart/2005/8/layout/hList1"/>
    <dgm:cxn modelId="{F5C71195-AF19-452D-8067-8DB7B05AC80A}" type="presOf" srcId="{16EF68D4-4C4E-4692-A16E-6C732BBB3443}" destId="{54895AFB-DB1E-4EE1-BE42-9B24B43343EF}" srcOrd="0" destOrd="0" presId="urn:microsoft.com/office/officeart/2005/8/layout/hList1"/>
    <dgm:cxn modelId="{9C7A2E95-F8F7-4BF6-8387-D83EC925EFB2}" type="presOf" srcId="{4551FB27-2B8A-4E05-AC65-910DEDFBA663}" destId="{F8EE6CC9-5A19-4BBE-89E2-C31586A1AF5C}" srcOrd="0" destOrd="0" presId="urn:microsoft.com/office/officeart/2005/8/layout/hList1"/>
    <dgm:cxn modelId="{1769E095-052E-4877-A55C-0E583E9575D2}" srcId="{06446146-52E6-462D-A8A2-65999EA1E4E0}" destId="{F0253916-CAC0-4D55-AC8B-A61E25397E06}" srcOrd="0" destOrd="0" parTransId="{96B7868A-416A-4195-8925-E67EBF73E87E}" sibTransId="{BA18D4F9-DD66-4C46-82CD-86C54FC21779}"/>
    <dgm:cxn modelId="{E4C650A6-D985-4AE8-8C9A-24EB22446CD5}" srcId="{4551FB27-2B8A-4E05-AC65-910DEDFBA663}" destId="{CF1DDA42-7119-446D-BABA-B140FD82DA5D}" srcOrd="0" destOrd="0" parTransId="{81491FFC-46DB-4DB3-8A6B-A3E28FF8F9C5}" sibTransId="{FBF46B01-718E-47F4-999E-CC387117C52A}"/>
    <dgm:cxn modelId="{DD682DA7-D361-4019-A7BF-65C60A2626A1}" srcId="{3A923024-E19B-440C-854A-E68A90A46C3A}" destId="{ACA23B0C-AD30-44B0-8C8E-D8E9CE6104AE}" srcOrd="1" destOrd="0" parTransId="{C6B84B4A-E713-490F-A981-342859F8A801}" sibTransId="{AC7087A0-804F-49D0-A867-72535F0A33EF}"/>
    <dgm:cxn modelId="{96BB8EB6-CB1C-46F4-8EEB-15DDE4F646D0}" srcId="{06446146-52E6-462D-A8A2-65999EA1E4E0}" destId="{3A923024-E19B-440C-854A-E68A90A46C3A}" srcOrd="1" destOrd="0" parTransId="{544DA820-EDB5-47E0-B04E-014C156BCC1B}" sibTransId="{4EDFB3CB-0D71-4944-B750-F76062D67B35}"/>
    <dgm:cxn modelId="{665989C1-B570-4F61-BD40-DAF451F73953}" srcId="{4551FB27-2B8A-4E05-AC65-910DEDFBA663}" destId="{383DFA7B-16BB-4FEE-8AC3-1F178C4B0961}" srcOrd="1" destOrd="0" parTransId="{79D5D45A-15E1-402C-8138-FF6624D2D91E}" sibTransId="{E8B6029F-9823-4ACD-9E6F-3C8BD9B97A72}"/>
    <dgm:cxn modelId="{3B5C2BCC-EF77-4A9D-AC9B-6B34616C9B2E}" srcId="{3A923024-E19B-440C-854A-E68A90A46C3A}" destId="{12BDF1B8-9F19-4CD0-91F0-7368CE55A7A6}" srcOrd="0" destOrd="0" parTransId="{34349A69-0223-48EF-86D7-07F5E8073371}" sibTransId="{64F659EC-2857-47D2-8E50-7D5336858266}"/>
    <dgm:cxn modelId="{9F3DD4CF-DCFD-43B9-A27E-D1B755B04788}" type="presOf" srcId="{44231B3F-EAD1-4A54-B233-4A0DB5AC7C0C}" destId="{54895AFB-DB1E-4EE1-BE42-9B24B43343EF}" srcOrd="0" destOrd="1" presId="urn:microsoft.com/office/officeart/2005/8/layout/hList1"/>
    <dgm:cxn modelId="{B33185E8-5747-4258-851C-36F5FCEE9727}" srcId="{F0253916-CAC0-4D55-AC8B-A61E25397E06}" destId="{16EF68D4-4C4E-4692-A16E-6C732BBB3443}" srcOrd="0" destOrd="0" parTransId="{B41701E0-E63F-473C-86C3-3326DC57B37C}" sibTransId="{494FB7DB-B8EB-4BAB-BD62-A17E1BDF8496}"/>
    <dgm:cxn modelId="{8473BB09-E60C-4BD8-94BA-CA581BBF96B5}" type="presParOf" srcId="{372B494A-A41F-49FE-9434-578D93D70767}" destId="{1F7528A2-C7A9-4234-9195-CCA215A85BA3}" srcOrd="0" destOrd="0" presId="urn:microsoft.com/office/officeart/2005/8/layout/hList1"/>
    <dgm:cxn modelId="{A6FECEB3-FFE1-4E70-9F6E-998061EAC88D}" type="presParOf" srcId="{1F7528A2-C7A9-4234-9195-CCA215A85BA3}" destId="{40FB409C-BE5D-4E7B-8FF9-1F415B5D3607}" srcOrd="0" destOrd="0" presId="urn:microsoft.com/office/officeart/2005/8/layout/hList1"/>
    <dgm:cxn modelId="{B30D1E13-FEE2-4953-948C-05DC8CB6FB21}" type="presParOf" srcId="{1F7528A2-C7A9-4234-9195-CCA215A85BA3}" destId="{54895AFB-DB1E-4EE1-BE42-9B24B43343EF}" srcOrd="1" destOrd="0" presId="urn:microsoft.com/office/officeart/2005/8/layout/hList1"/>
    <dgm:cxn modelId="{53D7595C-C438-43A1-BB9B-7B1E2DD02FE0}" type="presParOf" srcId="{372B494A-A41F-49FE-9434-578D93D70767}" destId="{A7BFFAA5-8DD2-4B3D-AEE2-715862DEB613}" srcOrd="1" destOrd="0" presId="urn:microsoft.com/office/officeart/2005/8/layout/hList1"/>
    <dgm:cxn modelId="{D90FDD62-3ACA-4353-88A5-6F4948242CCF}" type="presParOf" srcId="{372B494A-A41F-49FE-9434-578D93D70767}" destId="{98F72B0B-AB21-4AAC-A40A-0CC2B786EE93}" srcOrd="2" destOrd="0" presId="urn:microsoft.com/office/officeart/2005/8/layout/hList1"/>
    <dgm:cxn modelId="{2B579D20-E8F5-46D3-A0EC-D11B35393648}" type="presParOf" srcId="{98F72B0B-AB21-4AAC-A40A-0CC2B786EE93}" destId="{44D8FD3C-EF5E-4B8F-8F0D-8F9D154404C4}" srcOrd="0" destOrd="0" presId="urn:microsoft.com/office/officeart/2005/8/layout/hList1"/>
    <dgm:cxn modelId="{130C11AA-FD39-45AD-8292-3929682257E4}" type="presParOf" srcId="{98F72B0B-AB21-4AAC-A40A-0CC2B786EE93}" destId="{D8871102-97FE-4BAB-BEAE-9D70E8BA2FAF}" srcOrd="1" destOrd="0" presId="urn:microsoft.com/office/officeart/2005/8/layout/hList1"/>
    <dgm:cxn modelId="{4057F924-AF27-4B7D-8C78-F116F0C2D38D}" type="presParOf" srcId="{372B494A-A41F-49FE-9434-578D93D70767}" destId="{D9ED68CD-71D5-4FF3-A737-B5A248F2B2E9}" srcOrd="3" destOrd="0" presId="urn:microsoft.com/office/officeart/2005/8/layout/hList1"/>
    <dgm:cxn modelId="{A849058B-DE4D-4BFF-B35F-DD6712EFF44E}" type="presParOf" srcId="{372B494A-A41F-49FE-9434-578D93D70767}" destId="{53D2E2F7-370D-495F-9D9A-C55204A4D574}" srcOrd="4" destOrd="0" presId="urn:microsoft.com/office/officeart/2005/8/layout/hList1"/>
    <dgm:cxn modelId="{7B476747-6E14-4CEB-926A-E07101F4BC31}" type="presParOf" srcId="{53D2E2F7-370D-495F-9D9A-C55204A4D574}" destId="{F8EE6CC9-5A19-4BBE-89E2-C31586A1AF5C}" srcOrd="0" destOrd="0" presId="urn:microsoft.com/office/officeart/2005/8/layout/hList1"/>
    <dgm:cxn modelId="{3F8531F2-055E-499A-B8AF-02A7444FD3BA}" type="presParOf" srcId="{53D2E2F7-370D-495F-9D9A-C55204A4D574}" destId="{1ADC1506-241D-456A-9356-55DA2BE58AF3}"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AD9105-4394-46FB-8199-71F949137A81}">
      <dsp:nvSpPr>
        <dsp:cNvPr id="0" name=""/>
        <dsp:cNvSpPr/>
      </dsp:nvSpPr>
      <dsp:spPr>
        <a:xfrm>
          <a:off x="0" y="241819"/>
          <a:ext cx="6623523" cy="27216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14059" tIns="499872" rIns="514059"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20282F"/>
              </a:solidFill>
            </a:rPr>
            <a:t>Transceiver component </a:t>
          </a:r>
        </a:p>
        <a:p>
          <a:pPr marL="228600" lvl="1" indent="-228600" algn="l" defTabSz="889000">
            <a:lnSpc>
              <a:spcPct val="90000"/>
            </a:lnSpc>
            <a:spcBef>
              <a:spcPct val="0"/>
            </a:spcBef>
            <a:spcAft>
              <a:spcPct val="15000"/>
            </a:spcAft>
            <a:buChar char="•"/>
          </a:pPr>
          <a:r>
            <a:rPr lang="en-US" sz="2000" kern="1200" dirty="0">
              <a:solidFill>
                <a:srgbClr val="20282F"/>
              </a:solidFill>
            </a:rPr>
            <a:t>Connects the host to a transmission               medium (wired or wireless)</a:t>
          </a:r>
        </a:p>
        <a:p>
          <a:pPr marL="228600" lvl="1" indent="-228600" algn="l" defTabSz="889000">
            <a:lnSpc>
              <a:spcPct val="90000"/>
            </a:lnSpc>
            <a:spcBef>
              <a:spcPct val="0"/>
            </a:spcBef>
            <a:spcAft>
              <a:spcPct val="15000"/>
            </a:spcAft>
            <a:buChar char="•"/>
          </a:pPr>
          <a:r>
            <a:rPr lang="en-US" sz="2000" kern="1200" dirty="0">
              <a:solidFill>
                <a:srgbClr val="20282F"/>
              </a:solidFill>
            </a:rPr>
            <a:t>Can have multiple ports on the same card </a:t>
          </a:r>
        </a:p>
        <a:p>
          <a:pPr marL="228600" lvl="1" indent="-228600" algn="l" defTabSz="889000">
            <a:lnSpc>
              <a:spcPct val="90000"/>
            </a:lnSpc>
            <a:spcBef>
              <a:spcPct val="0"/>
            </a:spcBef>
            <a:spcAft>
              <a:spcPct val="15000"/>
            </a:spcAft>
            <a:buChar char="•"/>
          </a:pPr>
          <a:r>
            <a:rPr lang="en-US" sz="2000" kern="1200" dirty="0">
              <a:solidFill>
                <a:srgbClr val="20282F"/>
              </a:solidFill>
            </a:rPr>
            <a:t>Has a unique MAC address </a:t>
          </a:r>
        </a:p>
        <a:p>
          <a:pPr marL="228600" lvl="1" indent="-228600" algn="l" defTabSz="889000">
            <a:lnSpc>
              <a:spcPct val="90000"/>
            </a:lnSpc>
            <a:spcBef>
              <a:spcPct val="0"/>
            </a:spcBef>
            <a:spcAft>
              <a:spcPct val="15000"/>
            </a:spcAft>
            <a:buChar char="•"/>
          </a:pPr>
          <a:r>
            <a:rPr lang="en-US" sz="2000" kern="1200" dirty="0">
              <a:solidFill>
                <a:srgbClr val="20282F"/>
              </a:solidFill>
            </a:rPr>
            <a:t>Operates at the Data Link layer </a:t>
          </a:r>
        </a:p>
      </dsp:txBody>
      <dsp:txXfrm>
        <a:off x="0" y="241819"/>
        <a:ext cx="6623523" cy="2721600"/>
      </dsp:txXfrm>
    </dsp:sp>
    <dsp:sp modelId="{D752CBAD-F939-46F1-A172-D26518F20EAA}">
      <dsp:nvSpPr>
        <dsp:cNvPr id="0" name=""/>
        <dsp:cNvSpPr/>
      </dsp:nvSpPr>
      <dsp:spPr>
        <a:xfrm>
          <a:off x="331176" y="8743"/>
          <a:ext cx="4636466" cy="587315"/>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5247" tIns="0" rIns="175247" bIns="0" numCol="1" spcCol="1270" anchor="ctr" anchorCtr="0">
          <a:noAutofit/>
        </a:bodyPr>
        <a:lstStyle/>
        <a:p>
          <a:pPr marL="0" lvl="0" indent="0" algn="l" defTabSz="889000">
            <a:lnSpc>
              <a:spcPct val="90000"/>
            </a:lnSpc>
            <a:spcBef>
              <a:spcPct val="0"/>
            </a:spcBef>
            <a:spcAft>
              <a:spcPct val="35000"/>
            </a:spcAft>
            <a:buFont typeface="Arial" panose="020B0604020202020204" pitchFamily="34" charset="0"/>
            <a:buNone/>
          </a:pPr>
          <a:r>
            <a:rPr lang="en-US" sz="2000" kern="1200" dirty="0"/>
            <a:t>A network interface card (NIC):</a:t>
          </a:r>
        </a:p>
      </dsp:txBody>
      <dsp:txXfrm>
        <a:off x="359846" y="37413"/>
        <a:ext cx="4579126" cy="5299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EB0574-B40A-476A-9F1E-4D2149C71B3E}">
      <dsp:nvSpPr>
        <dsp:cNvPr id="0" name=""/>
        <dsp:cNvSpPr/>
      </dsp:nvSpPr>
      <dsp:spPr>
        <a:xfrm>
          <a:off x="0" y="697107"/>
          <a:ext cx="6659923" cy="2331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416560" rIns="612096"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20282F"/>
              </a:solidFill>
            </a:rPr>
            <a:t>Network connectivity failure</a:t>
          </a:r>
        </a:p>
        <a:p>
          <a:pPr marL="228600" lvl="1" indent="-228600" algn="l" defTabSz="889000">
            <a:lnSpc>
              <a:spcPct val="90000"/>
            </a:lnSpc>
            <a:spcBef>
              <a:spcPct val="0"/>
            </a:spcBef>
            <a:spcAft>
              <a:spcPct val="15000"/>
            </a:spcAft>
            <a:buChar char="•"/>
          </a:pPr>
          <a:r>
            <a:rPr lang="en-US" sz="2000" kern="1200" dirty="0">
              <a:solidFill>
                <a:srgbClr val="20282F"/>
              </a:solidFill>
            </a:rPr>
            <a:t>Slow network speeds</a:t>
          </a:r>
        </a:p>
        <a:p>
          <a:pPr marL="228600" lvl="1" indent="-228600" algn="l" defTabSz="889000">
            <a:lnSpc>
              <a:spcPct val="90000"/>
            </a:lnSpc>
            <a:spcBef>
              <a:spcPct val="0"/>
            </a:spcBef>
            <a:spcAft>
              <a:spcPct val="15000"/>
            </a:spcAft>
            <a:buChar char="•"/>
          </a:pPr>
          <a:r>
            <a:rPr lang="en-US" sz="2000" kern="1200" dirty="0">
              <a:solidFill>
                <a:srgbClr val="20282F"/>
              </a:solidFill>
            </a:rPr>
            <a:t>Intermittent connectivity</a:t>
          </a:r>
        </a:p>
        <a:p>
          <a:pPr marL="228600" lvl="1" indent="-228600" algn="l" defTabSz="889000">
            <a:lnSpc>
              <a:spcPct val="90000"/>
            </a:lnSpc>
            <a:spcBef>
              <a:spcPct val="0"/>
            </a:spcBef>
            <a:spcAft>
              <a:spcPct val="15000"/>
            </a:spcAft>
            <a:buChar char="•"/>
          </a:pPr>
          <a:r>
            <a:rPr lang="en-US" sz="2000" kern="1200" dirty="0">
              <a:solidFill>
                <a:srgbClr val="20282F"/>
              </a:solidFill>
            </a:rPr>
            <a:t>Device manager error messages </a:t>
          </a:r>
        </a:p>
        <a:p>
          <a:pPr marL="228600" lvl="1" indent="-228600" algn="l" defTabSz="889000">
            <a:lnSpc>
              <a:spcPct val="90000"/>
            </a:lnSpc>
            <a:spcBef>
              <a:spcPct val="0"/>
            </a:spcBef>
            <a:spcAft>
              <a:spcPct val="15000"/>
            </a:spcAft>
            <a:buChar char="•"/>
          </a:pPr>
          <a:r>
            <a:rPr lang="en-US" sz="2000" kern="1200" dirty="0">
              <a:solidFill>
                <a:srgbClr val="20282F"/>
              </a:solidFill>
            </a:rPr>
            <a:t>Network setting error messages </a:t>
          </a:r>
        </a:p>
      </dsp:txBody>
      <dsp:txXfrm>
        <a:off x="0" y="697107"/>
        <a:ext cx="6659923" cy="2331000"/>
      </dsp:txXfrm>
    </dsp:sp>
    <dsp:sp modelId="{095EF171-20AD-4A1F-8829-9EF504485F03}">
      <dsp:nvSpPr>
        <dsp:cNvPr id="0" name=""/>
        <dsp:cNvSpPr/>
      </dsp:nvSpPr>
      <dsp:spPr>
        <a:xfrm>
          <a:off x="394335" y="401907"/>
          <a:ext cx="5520690" cy="59040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889000">
            <a:lnSpc>
              <a:spcPct val="90000"/>
            </a:lnSpc>
            <a:spcBef>
              <a:spcPct val="0"/>
            </a:spcBef>
            <a:spcAft>
              <a:spcPct val="35000"/>
            </a:spcAft>
            <a:buNone/>
          </a:pPr>
          <a:r>
            <a:rPr lang="en-US" sz="2000" kern="1200" dirty="0"/>
            <a:t>Common symptoms of NIC issues include:</a:t>
          </a:r>
        </a:p>
      </dsp:txBody>
      <dsp:txXfrm>
        <a:off x="423156" y="430728"/>
        <a:ext cx="5463048" cy="53275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878F41-DF1E-3344-8587-E96CBA5FB0FE}">
      <dsp:nvSpPr>
        <dsp:cNvPr id="0" name=""/>
        <dsp:cNvSpPr/>
      </dsp:nvSpPr>
      <dsp:spPr>
        <a:xfrm>
          <a:off x="0" y="232375"/>
          <a:ext cx="6589239" cy="165375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11398" tIns="520700" rIns="511398"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20282F"/>
              </a:solidFill>
            </a:rPr>
            <a:t>Terminate multiple types of                            cable and connector types</a:t>
          </a:r>
        </a:p>
        <a:p>
          <a:pPr marL="228600" lvl="1" indent="-228600" algn="l" defTabSz="889000">
            <a:lnSpc>
              <a:spcPct val="90000"/>
            </a:lnSpc>
            <a:spcBef>
              <a:spcPct val="0"/>
            </a:spcBef>
            <a:spcAft>
              <a:spcPct val="15000"/>
            </a:spcAft>
            <a:buChar char="•"/>
          </a:pPr>
          <a:r>
            <a:rPr lang="en-US" sz="2000" kern="1200" dirty="0">
              <a:solidFill>
                <a:srgbClr val="20282F"/>
              </a:solidFill>
            </a:rPr>
            <a:t>Operate at the Data Link layer </a:t>
          </a:r>
        </a:p>
      </dsp:txBody>
      <dsp:txXfrm>
        <a:off x="0" y="232375"/>
        <a:ext cx="6589239" cy="1653750"/>
      </dsp:txXfrm>
    </dsp:sp>
    <dsp:sp modelId="{03598125-C22F-7F43-BAF4-DA4521C68676}">
      <dsp:nvSpPr>
        <dsp:cNvPr id="0" name=""/>
        <dsp:cNvSpPr/>
      </dsp:nvSpPr>
      <dsp:spPr>
        <a:xfrm>
          <a:off x="329461" y="8133"/>
          <a:ext cx="4612467" cy="58510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4340" tIns="0" rIns="174340" bIns="0" numCol="1" spcCol="1270" anchor="ctr" anchorCtr="0">
          <a:noAutofit/>
        </a:bodyPr>
        <a:lstStyle/>
        <a:p>
          <a:pPr marL="0" lvl="0" indent="0" algn="l" defTabSz="889000">
            <a:lnSpc>
              <a:spcPct val="90000"/>
            </a:lnSpc>
            <a:spcBef>
              <a:spcPct val="0"/>
            </a:spcBef>
            <a:spcAft>
              <a:spcPct val="35000"/>
            </a:spcAft>
            <a:buNone/>
          </a:pPr>
          <a:r>
            <a:rPr lang="en-US" sz="2000" kern="1200" dirty="0"/>
            <a:t>Modular transceivers</a:t>
          </a:r>
        </a:p>
      </dsp:txBody>
      <dsp:txXfrm>
        <a:off x="358024" y="36696"/>
        <a:ext cx="4555341" cy="52798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5D66C4-A592-4C49-B72B-7102E74F01A8}">
      <dsp:nvSpPr>
        <dsp:cNvPr id="0" name=""/>
        <dsp:cNvSpPr/>
      </dsp:nvSpPr>
      <dsp:spPr>
        <a:xfrm>
          <a:off x="39" y="2651"/>
          <a:ext cx="3739542" cy="72000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dirty="0"/>
            <a:t>Mismatched ports</a:t>
          </a:r>
        </a:p>
      </dsp:txBody>
      <dsp:txXfrm>
        <a:off x="39" y="2651"/>
        <a:ext cx="3739542" cy="720000"/>
      </dsp:txXfrm>
    </dsp:sp>
    <dsp:sp modelId="{472DF239-5587-D64C-B746-7AE943A839D4}">
      <dsp:nvSpPr>
        <dsp:cNvPr id="0" name=""/>
        <dsp:cNvSpPr/>
      </dsp:nvSpPr>
      <dsp:spPr>
        <a:xfrm>
          <a:off x="39" y="722651"/>
          <a:ext cx="3739542" cy="1309236"/>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20282F"/>
              </a:solidFill>
            </a:rPr>
            <a:t>No link</a:t>
          </a:r>
        </a:p>
        <a:p>
          <a:pPr marL="228600" lvl="1" indent="-228600" algn="l" defTabSz="889000">
            <a:lnSpc>
              <a:spcPct val="90000"/>
            </a:lnSpc>
            <a:spcBef>
              <a:spcPct val="0"/>
            </a:spcBef>
            <a:spcAft>
              <a:spcPct val="15000"/>
            </a:spcAft>
            <a:buChar char="•"/>
          </a:pPr>
          <a:r>
            <a:rPr lang="en-US" sz="2000" kern="1200" dirty="0">
              <a:solidFill>
                <a:srgbClr val="20282F"/>
              </a:solidFill>
            </a:rPr>
            <a:t>Intermittent connection loss</a:t>
          </a:r>
        </a:p>
      </dsp:txBody>
      <dsp:txXfrm>
        <a:off x="39" y="722651"/>
        <a:ext cx="3739542" cy="1309236"/>
      </dsp:txXfrm>
    </dsp:sp>
    <dsp:sp modelId="{35BB73CF-583D-BC49-88B3-1BF157843F83}">
      <dsp:nvSpPr>
        <dsp:cNvPr id="0" name=""/>
        <dsp:cNvSpPr/>
      </dsp:nvSpPr>
      <dsp:spPr>
        <a:xfrm>
          <a:off x="4263118" y="2651"/>
          <a:ext cx="3739542" cy="72000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dirty="0"/>
            <a:t>Signal strength </a:t>
          </a:r>
        </a:p>
      </dsp:txBody>
      <dsp:txXfrm>
        <a:off x="4263118" y="2651"/>
        <a:ext cx="3739542" cy="720000"/>
      </dsp:txXfrm>
    </dsp:sp>
    <dsp:sp modelId="{53E1A1B6-C1D4-1249-9D92-BDC3754A56A5}">
      <dsp:nvSpPr>
        <dsp:cNvPr id="0" name=""/>
        <dsp:cNvSpPr/>
      </dsp:nvSpPr>
      <dsp:spPr>
        <a:xfrm>
          <a:off x="4263118" y="722651"/>
          <a:ext cx="3739542" cy="1309236"/>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20282F"/>
              </a:solidFill>
            </a:rPr>
            <a:t>Intermittent connections </a:t>
          </a:r>
        </a:p>
        <a:p>
          <a:pPr marL="228600" lvl="1" indent="-228600" algn="l" defTabSz="889000">
            <a:lnSpc>
              <a:spcPct val="90000"/>
            </a:lnSpc>
            <a:spcBef>
              <a:spcPct val="0"/>
            </a:spcBef>
            <a:spcAft>
              <a:spcPct val="15000"/>
            </a:spcAft>
            <a:buChar char="•"/>
          </a:pPr>
          <a:r>
            <a:rPr lang="en-US" sz="2000" kern="1200" dirty="0">
              <a:solidFill>
                <a:srgbClr val="20282F"/>
              </a:solidFill>
            </a:rPr>
            <a:t>Packet loss </a:t>
          </a:r>
        </a:p>
        <a:p>
          <a:pPr marL="228600" lvl="1" indent="-228600" algn="l" defTabSz="889000">
            <a:lnSpc>
              <a:spcPct val="90000"/>
            </a:lnSpc>
            <a:spcBef>
              <a:spcPct val="0"/>
            </a:spcBef>
            <a:spcAft>
              <a:spcPct val="15000"/>
            </a:spcAft>
            <a:buChar char="•"/>
          </a:pPr>
          <a:r>
            <a:rPr lang="en-US" sz="2000" kern="1200" dirty="0">
              <a:solidFill>
                <a:srgbClr val="20282F"/>
              </a:solidFill>
            </a:rPr>
            <a:t>Poor network performance</a:t>
          </a:r>
        </a:p>
      </dsp:txBody>
      <dsp:txXfrm>
        <a:off x="4263118" y="722651"/>
        <a:ext cx="3739542" cy="130923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BF65B1-5DDF-4B79-93D7-B3308723A11E}">
      <dsp:nvSpPr>
        <dsp:cNvPr id="0" name=""/>
        <dsp:cNvSpPr/>
      </dsp:nvSpPr>
      <dsp:spPr>
        <a:xfrm>
          <a:off x="1901" y="0"/>
          <a:ext cx="1865774" cy="3325813"/>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rgbClr val="20282F"/>
              </a:solidFill>
            </a:rPr>
            <a:t>Unmanaged vs. Managed </a:t>
          </a:r>
        </a:p>
      </dsp:txBody>
      <dsp:txXfrm>
        <a:off x="1901" y="0"/>
        <a:ext cx="1865774" cy="997743"/>
      </dsp:txXfrm>
    </dsp:sp>
    <dsp:sp modelId="{17449C13-BFB2-4620-B9BD-212F61DEBE91}">
      <dsp:nvSpPr>
        <dsp:cNvPr id="0" name=""/>
        <dsp:cNvSpPr/>
      </dsp:nvSpPr>
      <dsp:spPr>
        <a:xfrm>
          <a:off x="188478" y="998718"/>
          <a:ext cx="1492619" cy="1002778"/>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a:t>Managed switches can be configured </a:t>
          </a:r>
        </a:p>
      </dsp:txBody>
      <dsp:txXfrm>
        <a:off x="217848" y="1028088"/>
        <a:ext cx="1433879" cy="944038"/>
      </dsp:txXfrm>
    </dsp:sp>
    <dsp:sp modelId="{08BEAB5D-EBFD-4E60-8A69-EF8F3E6B0DA9}">
      <dsp:nvSpPr>
        <dsp:cNvPr id="0" name=""/>
        <dsp:cNvSpPr/>
      </dsp:nvSpPr>
      <dsp:spPr>
        <a:xfrm>
          <a:off x="188478" y="2155769"/>
          <a:ext cx="1492619" cy="1002778"/>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a:t>Unmanaged switches have no configuration options</a:t>
          </a:r>
        </a:p>
      </dsp:txBody>
      <dsp:txXfrm>
        <a:off x="217848" y="2185139"/>
        <a:ext cx="1433879" cy="944038"/>
      </dsp:txXfrm>
    </dsp:sp>
    <dsp:sp modelId="{53B84A85-A124-4E18-8D54-F0508E87D9DC}">
      <dsp:nvSpPr>
        <dsp:cNvPr id="0" name=""/>
        <dsp:cNvSpPr/>
      </dsp:nvSpPr>
      <dsp:spPr>
        <a:xfrm>
          <a:off x="2007608" y="0"/>
          <a:ext cx="1865774" cy="3325813"/>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rgbClr val="20282F"/>
              </a:solidFill>
            </a:rPr>
            <a:t>Modular vs. Fixed</a:t>
          </a:r>
        </a:p>
      </dsp:txBody>
      <dsp:txXfrm>
        <a:off x="2007608" y="0"/>
        <a:ext cx="1865774" cy="997743"/>
      </dsp:txXfrm>
    </dsp:sp>
    <dsp:sp modelId="{476A6AF1-FBE8-41A7-B5EA-C9EF629573F7}">
      <dsp:nvSpPr>
        <dsp:cNvPr id="0" name=""/>
        <dsp:cNvSpPr/>
      </dsp:nvSpPr>
      <dsp:spPr>
        <a:xfrm>
          <a:off x="2194186" y="998718"/>
          <a:ext cx="1492619" cy="1002778"/>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a:t>Modular can be configured with different numbers and types of ports  </a:t>
          </a:r>
        </a:p>
      </dsp:txBody>
      <dsp:txXfrm>
        <a:off x="2223556" y="1028088"/>
        <a:ext cx="1433879" cy="944038"/>
      </dsp:txXfrm>
    </dsp:sp>
    <dsp:sp modelId="{BA135082-D12E-40EA-A23D-BE18A8D49DF7}">
      <dsp:nvSpPr>
        <dsp:cNvPr id="0" name=""/>
        <dsp:cNvSpPr/>
      </dsp:nvSpPr>
      <dsp:spPr>
        <a:xfrm>
          <a:off x="2194186" y="2155769"/>
          <a:ext cx="1492619" cy="1002778"/>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a:t>Fixed come with a set number of ports</a:t>
          </a:r>
        </a:p>
      </dsp:txBody>
      <dsp:txXfrm>
        <a:off x="2223556" y="2185139"/>
        <a:ext cx="1433879" cy="944038"/>
      </dsp:txXfrm>
    </dsp:sp>
    <dsp:sp modelId="{11C16B0A-7CFF-42A7-9F2F-5A9C8297F6A1}">
      <dsp:nvSpPr>
        <dsp:cNvPr id="0" name=""/>
        <dsp:cNvSpPr/>
      </dsp:nvSpPr>
      <dsp:spPr>
        <a:xfrm>
          <a:off x="4013316" y="0"/>
          <a:ext cx="1865774" cy="3325813"/>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rgbClr val="20282F"/>
              </a:solidFill>
            </a:rPr>
            <a:t>Desktop vs. Rack</a:t>
          </a:r>
        </a:p>
      </dsp:txBody>
      <dsp:txXfrm>
        <a:off x="4013316" y="0"/>
        <a:ext cx="1865774" cy="997743"/>
      </dsp:txXfrm>
    </dsp:sp>
    <dsp:sp modelId="{54FE9A4B-D5A5-4F44-B7BE-D4E52F0EFC5D}">
      <dsp:nvSpPr>
        <dsp:cNvPr id="0" name=""/>
        <dsp:cNvSpPr/>
      </dsp:nvSpPr>
      <dsp:spPr>
        <a:xfrm>
          <a:off x="4199893" y="998718"/>
          <a:ext cx="1492619" cy="1002778"/>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a:t>Desktop switches are free standing </a:t>
          </a:r>
        </a:p>
      </dsp:txBody>
      <dsp:txXfrm>
        <a:off x="4229263" y="1028088"/>
        <a:ext cx="1433879" cy="944038"/>
      </dsp:txXfrm>
    </dsp:sp>
    <dsp:sp modelId="{FF36F4E3-753C-49F4-B6D3-414F1277B87D}">
      <dsp:nvSpPr>
        <dsp:cNvPr id="0" name=""/>
        <dsp:cNvSpPr/>
      </dsp:nvSpPr>
      <dsp:spPr>
        <a:xfrm>
          <a:off x="4199893" y="2155769"/>
          <a:ext cx="1492619" cy="1002778"/>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a:t>Rack-mounted switches are designed fit into networking racks</a:t>
          </a:r>
        </a:p>
      </dsp:txBody>
      <dsp:txXfrm>
        <a:off x="4229263" y="2185139"/>
        <a:ext cx="1433879" cy="944038"/>
      </dsp:txXfrm>
    </dsp:sp>
    <dsp:sp modelId="{43443608-E2B5-411A-A455-85784225D3A2}">
      <dsp:nvSpPr>
        <dsp:cNvPr id="0" name=""/>
        <dsp:cNvSpPr/>
      </dsp:nvSpPr>
      <dsp:spPr>
        <a:xfrm>
          <a:off x="6019024" y="0"/>
          <a:ext cx="1865774" cy="3325813"/>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rgbClr val="20282F"/>
              </a:solidFill>
            </a:rPr>
            <a:t>Stackable</a:t>
          </a:r>
        </a:p>
      </dsp:txBody>
      <dsp:txXfrm>
        <a:off x="6019024" y="0"/>
        <a:ext cx="1865774" cy="997743"/>
      </dsp:txXfrm>
    </dsp:sp>
    <dsp:sp modelId="{A9485FD9-EE65-4DC7-A603-AA354C83C662}">
      <dsp:nvSpPr>
        <dsp:cNvPr id="0" name=""/>
        <dsp:cNvSpPr/>
      </dsp:nvSpPr>
      <dsp:spPr>
        <a:xfrm>
          <a:off x="6205601" y="998718"/>
          <a:ext cx="1492619" cy="1002778"/>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a:t>Can be connected together</a:t>
          </a:r>
        </a:p>
      </dsp:txBody>
      <dsp:txXfrm>
        <a:off x="6234971" y="1028088"/>
        <a:ext cx="1433879" cy="944038"/>
      </dsp:txXfrm>
    </dsp:sp>
    <dsp:sp modelId="{E0A548CE-614D-49A2-937A-BAD621E00F0D}">
      <dsp:nvSpPr>
        <dsp:cNvPr id="0" name=""/>
        <dsp:cNvSpPr/>
      </dsp:nvSpPr>
      <dsp:spPr>
        <a:xfrm>
          <a:off x="6205601" y="2155769"/>
          <a:ext cx="1492619" cy="1002778"/>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kern="1200" dirty="0"/>
            <a:t>Can be managed as a single unit </a:t>
          </a:r>
        </a:p>
      </dsp:txBody>
      <dsp:txXfrm>
        <a:off x="6234971" y="2185139"/>
        <a:ext cx="1433879" cy="94403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A31026-1008-4EFD-BB57-76AF60228F79}">
      <dsp:nvSpPr>
        <dsp:cNvPr id="0" name=""/>
        <dsp:cNvSpPr/>
      </dsp:nvSpPr>
      <dsp:spPr>
        <a:xfrm>
          <a:off x="1334396" y="178"/>
          <a:ext cx="1757063" cy="1054238"/>
        </a:xfrm>
        <a:prstGeom prst="rect">
          <a:avLst/>
        </a:prstGeom>
        <a:solidFill>
          <a:srgbClr val="0097A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Hub</a:t>
          </a:r>
        </a:p>
      </dsp:txBody>
      <dsp:txXfrm>
        <a:off x="1334396" y="178"/>
        <a:ext cx="1757063" cy="1054238"/>
      </dsp:txXfrm>
    </dsp:sp>
    <dsp:sp modelId="{B4392506-8532-4080-AFE2-DEDBFE9D46E5}">
      <dsp:nvSpPr>
        <dsp:cNvPr id="0" name=""/>
        <dsp:cNvSpPr/>
      </dsp:nvSpPr>
      <dsp:spPr>
        <a:xfrm>
          <a:off x="3267166" y="178"/>
          <a:ext cx="1757063" cy="1054238"/>
        </a:xfrm>
        <a:prstGeom prst="rect">
          <a:avLst/>
        </a:prstGeom>
        <a:solidFill>
          <a:srgbClr val="00737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Switch</a:t>
          </a:r>
        </a:p>
      </dsp:txBody>
      <dsp:txXfrm>
        <a:off x="3267166" y="178"/>
        <a:ext cx="1757063" cy="1054238"/>
      </dsp:txXfrm>
    </dsp:sp>
    <dsp:sp modelId="{3740E366-5C42-46C0-95AB-7B0DDE8AA1F7}">
      <dsp:nvSpPr>
        <dsp:cNvPr id="0" name=""/>
        <dsp:cNvSpPr/>
      </dsp:nvSpPr>
      <dsp:spPr>
        <a:xfrm>
          <a:off x="5199936" y="178"/>
          <a:ext cx="1757063" cy="1054238"/>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Bridge</a:t>
          </a:r>
        </a:p>
      </dsp:txBody>
      <dsp:txXfrm>
        <a:off x="5199936" y="178"/>
        <a:ext cx="1757063" cy="105423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A31026-1008-4EFD-BB57-76AF60228F79}">
      <dsp:nvSpPr>
        <dsp:cNvPr id="0" name=""/>
        <dsp:cNvSpPr/>
      </dsp:nvSpPr>
      <dsp:spPr>
        <a:xfrm>
          <a:off x="1334396" y="178"/>
          <a:ext cx="1757063" cy="1054238"/>
        </a:xfrm>
        <a:prstGeom prst="rect">
          <a:avLst/>
        </a:prstGeom>
        <a:solidFill>
          <a:srgbClr val="0097A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Hub</a:t>
          </a:r>
        </a:p>
      </dsp:txBody>
      <dsp:txXfrm>
        <a:off x="1334396" y="178"/>
        <a:ext cx="1757063" cy="1054238"/>
      </dsp:txXfrm>
    </dsp:sp>
    <dsp:sp modelId="{B4392506-8532-4080-AFE2-DEDBFE9D46E5}">
      <dsp:nvSpPr>
        <dsp:cNvPr id="0" name=""/>
        <dsp:cNvSpPr/>
      </dsp:nvSpPr>
      <dsp:spPr>
        <a:xfrm>
          <a:off x="3267166" y="178"/>
          <a:ext cx="1757063" cy="1054238"/>
        </a:xfrm>
        <a:prstGeom prst="rect">
          <a:avLst/>
        </a:prstGeom>
        <a:solidFill>
          <a:srgbClr val="00737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Switch</a:t>
          </a:r>
        </a:p>
      </dsp:txBody>
      <dsp:txXfrm>
        <a:off x="3267166" y="178"/>
        <a:ext cx="1757063" cy="1054238"/>
      </dsp:txXfrm>
    </dsp:sp>
    <dsp:sp modelId="{3740E366-5C42-46C0-95AB-7B0DDE8AA1F7}">
      <dsp:nvSpPr>
        <dsp:cNvPr id="0" name=""/>
        <dsp:cNvSpPr/>
      </dsp:nvSpPr>
      <dsp:spPr>
        <a:xfrm>
          <a:off x="5199936" y="178"/>
          <a:ext cx="1757063" cy="1054238"/>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Bridge</a:t>
          </a:r>
        </a:p>
      </dsp:txBody>
      <dsp:txXfrm>
        <a:off x="5199936" y="178"/>
        <a:ext cx="1757063" cy="105423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A31026-1008-4EFD-BB57-76AF60228F79}">
      <dsp:nvSpPr>
        <dsp:cNvPr id="0" name=""/>
        <dsp:cNvSpPr/>
      </dsp:nvSpPr>
      <dsp:spPr>
        <a:xfrm>
          <a:off x="1334396" y="178"/>
          <a:ext cx="1757063" cy="1054238"/>
        </a:xfrm>
        <a:prstGeom prst="rect">
          <a:avLst/>
        </a:prstGeom>
        <a:solidFill>
          <a:srgbClr val="0097A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Hub</a:t>
          </a:r>
        </a:p>
      </dsp:txBody>
      <dsp:txXfrm>
        <a:off x="1334396" y="178"/>
        <a:ext cx="1757063" cy="1054238"/>
      </dsp:txXfrm>
    </dsp:sp>
    <dsp:sp modelId="{B4392506-8532-4080-AFE2-DEDBFE9D46E5}">
      <dsp:nvSpPr>
        <dsp:cNvPr id="0" name=""/>
        <dsp:cNvSpPr/>
      </dsp:nvSpPr>
      <dsp:spPr>
        <a:xfrm>
          <a:off x="3267166" y="178"/>
          <a:ext cx="1757063" cy="1054238"/>
        </a:xfrm>
        <a:prstGeom prst="rect">
          <a:avLst/>
        </a:prstGeom>
        <a:solidFill>
          <a:srgbClr val="00737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Switch</a:t>
          </a:r>
        </a:p>
      </dsp:txBody>
      <dsp:txXfrm>
        <a:off x="3267166" y="178"/>
        <a:ext cx="1757063" cy="1054238"/>
      </dsp:txXfrm>
    </dsp:sp>
    <dsp:sp modelId="{3740E366-5C42-46C0-95AB-7B0DDE8AA1F7}">
      <dsp:nvSpPr>
        <dsp:cNvPr id="0" name=""/>
        <dsp:cNvSpPr/>
      </dsp:nvSpPr>
      <dsp:spPr>
        <a:xfrm>
          <a:off x="5199936" y="178"/>
          <a:ext cx="1757063" cy="1054238"/>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Bridge</a:t>
          </a:r>
        </a:p>
      </dsp:txBody>
      <dsp:txXfrm>
        <a:off x="5199936" y="178"/>
        <a:ext cx="1757063" cy="105423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A31026-1008-4EFD-BB57-76AF60228F79}">
      <dsp:nvSpPr>
        <dsp:cNvPr id="0" name=""/>
        <dsp:cNvSpPr/>
      </dsp:nvSpPr>
      <dsp:spPr>
        <a:xfrm>
          <a:off x="1334396" y="178"/>
          <a:ext cx="1757063" cy="1054238"/>
        </a:xfrm>
        <a:prstGeom prst="rect">
          <a:avLst/>
        </a:prstGeom>
        <a:solidFill>
          <a:srgbClr val="0097A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Hub</a:t>
          </a:r>
        </a:p>
      </dsp:txBody>
      <dsp:txXfrm>
        <a:off x="1334396" y="178"/>
        <a:ext cx="1757063" cy="1054238"/>
      </dsp:txXfrm>
    </dsp:sp>
    <dsp:sp modelId="{B4392506-8532-4080-AFE2-DEDBFE9D46E5}">
      <dsp:nvSpPr>
        <dsp:cNvPr id="0" name=""/>
        <dsp:cNvSpPr/>
      </dsp:nvSpPr>
      <dsp:spPr>
        <a:xfrm>
          <a:off x="3267166" y="178"/>
          <a:ext cx="1757063" cy="1054238"/>
        </a:xfrm>
        <a:prstGeom prst="rect">
          <a:avLst/>
        </a:prstGeom>
        <a:solidFill>
          <a:srgbClr val="00737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Switch</a:t>
          </a:r>
        </a:p>
      </dsp:txBody>
      <dsp:txXfrm>
        <a:off x="3267166" y="178"/>
        <a:ext cx="1757063" cy="1054238"/>
      </dsp:txXfrm>
    </dsp:sp>
    <dsp:sp modelId="{3740E366-5C42-46C0-95AB-7B0DDE8AA1F7}">
      <dsp:nvSpPr>
        <dsp:cNvPr id="0" name=""/>
        <dsp:cNvSpPr/>
      </dsp:nvSpPr>
      <dsp:spPr>
        <a:xfrm>
          <a:off x="5199936" y="178"/>
          <a:ext cx="1757063" cy="1054238"/>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Bridge</a:t>
          </a:r>
        </a:p>
      </dsp:txBody>
      <dsp:txXfrm>
        <a:off x="5199936" y="178"/>
        <a:ext cx="1757063" cy="105423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A31026-1008-4EFD-BB57-76AF60228F79}">
      <dsp:nvSpPr>
        <dsp:cNvPr id="0" name=""/>
        <dsp:cNvSpPr/>
      </dsp:nvSpPr>
      <dsp:spPr>
        <a:xfrm>
          <a:off x="1334396" y="178"/>
          <a:ext cx="1757063" cy="1054238"/>
        </a:xfrm>
        <a:prstGeom prst="rect">
          <a:avLst/>
        </a:prstGeom>
        <a:solidFill>
          <a:srgbClr val="0097A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Hub</a:t>
          </a:r>
        </a:p>
      </dsp:txBody>
      <dsp:txXfrm>
        <a:off x="1334396" y="178"/>
        <a:ext cx="1757063" cy="1054238"/>
      </dsp:txXfrm>
    </dsp:sp>
    <dsp:sp modelId="{B4392506-8532-4080-AFE2-DEDBFE9D46E5}">
      <dsp:nvSpPr>
        <dsp:cNvPr id="0" name=""/>
        <dsp:cNvSpPr/>
      </dsp:nvSpPr>
      <dsp:spPr>
        <a:xfrm>
          <a:off x="3267166" y="178"/>
          <a:ext cx="1757063" cy="1054238"/>
        </a:xfrm>
        <a:prstGeom prst="rect">
          <a:avLst/>
        </a:prstGeom>
        <a:solidFill>
          <a:srgbClr val="00737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Switch</a:t>
          </a:r>
        </a:p>
      </dsp:txBody>
      <dsp:txXfrm>
        <a:off x="3267166" y="178"/>
        <a:ext cx="1757063" cy="1054238"/>
      </dsp:txXfrm>
    </dsp:sp>
    <dsp:sp modelId="{3740E366-5C42-46C0-95AB-7B0DDE8AA1F7}">
      <dsp:nvSpPr>
        <dsp:cNvPr id="0" name=""/>
        <dsp:cNvSpPr/>
      </dsp:nvSpPr>
      <dsp:spPr>
        <a:xfrm>
          <a:off x="5199936" y="178"/>
          <a:ext cx="1757063" cy="1054238"/>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Bridge</a:t>
          </a:r>
        </a:p>
      </dsp:txBody>
      <dsp:txXfrm>
        <a:off x="5199936" y="178"/>
        <a:ext cx="1757063" cy="105423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A31026-1008-4EFD-BB57-76AF60228F79}">
      <dsp:nvSpPr>
        <dsp:cNvPr id="0" name=""/>
        <dsp:cNvSpPr/>
      </dsp:nvSpPr>
      <dsp:spPr>
        <a:xfrm>
          <a:off x="1334396" y="178"/>
          <a:ext cx="1757063" cy="1054238"/>
        </a:xfrm>
        <a:prstGeom prst="rect">
          <a:avLst/>
        </a:prstGeom>
        <a:solidFill>
          <a:srgbClr val="0097A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Hub</a:t>
          </a:r>
        </a:p>
      </dsp:txBody>
      <dsp:txXfrm>
        <a:off x="1334396" y="178"/>
        <a:ext cx="1757063" cy="1054238"/>
      </dsp:txXfrm>
    </dsp:sp>
    <dsp:sp modelId="{B4392506-8532-4080-AFE2-DEDBFE9D46E5}">
      <dsp:nvSpPr>
        <dsp:cNvPr id="0" name=""/>
        <dsp:cNvSpPr/>
      </dsp:nvSpPr>
      <dsp:spPr>
        <a:xfrm>
          <a:off x="3267166" y="178"/>
          <a:ext cx="1757063" cy="1054238"/>
        </a:xfrm>
        <a:prstGeom prst="rect">
          <a:avLst/>
        </a:prstGeom>
        <a:solidFill>
          <a:srgbClr val="00737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Switch</a:t>
          </a:r>
        </a:p>
      </dsp:txBody>
      <dsp:txXfrm>
        <a:off x="3267166" y="178"/>
        <a:ext cx="1757063" cy="1054238"/>
      </dsp:txXfrm>
    </dsp:sp>
    <dsp:sp modelId="{3740E366-5C42-46C0-95AB-7B0DDE8AA1F7}">
      <dsp:nvSpPr>
        <dsp:cNvPr id="0" name=""/>
        <dsp:cNvSpPr/>
      </dsp:nvSpPr>
      <dsp:spPr>
        <a:xfrm>
          <a:off x="5199936" y="178"/>
          <a:ext cx="1757063" cy="1054238"/>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Bridge</a:t>
          </a:r>
        </a:p>
      </dsp:txBody>
      <dsp:txXfrm>
        <a:off x="5199936" y="178"/>
        <a:ext cx="1757063" cy="105423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A31026-1008-4EFD-BB57-76AF60228F79}">
      <dsp:nvSpPr>
        <dsp:cNvPr id="0" name=""/>
        <dsp:cNvSpPr/>
      </dsp:nvSpPr>
      <dsp:spPr>
        <a:xfrm>
          <a:off x="1334396" y="178"/>
          <a:ext cx="1757063" cy="1054238"/>
        </a:xfrm>
        <a:prstGeom prst="rect">
          <a:avLst/>
        </a:prstGeom>
        <a:solidFill>
          <a:srgbClr val="0097A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Hub</a:t>
          </a:r>
        </a:p>
      </dsp:txBody>
      <dsp:txXfrm>
        <a:off x="1334396" y="178"/>
        <a:ext cx="1757063" cy="1054238"/>
      </dsp:txXfrm>
    </dsp:sp>
    <dsp:sp modelId="{B4392506-8532-4080-AFE2-DEDBFE9D46E5}">
      <dsp:nvSpPr>
        <dsp:cNvPr id="0" name=""/>
        <dsp:cNvSpPr/>
      </dsp:nvSpPr>
      <dsp:spPr>
        <a:xfrm>
          <a:off x="3267166" y="178"/>
          <a:ext cx="1757063" cy="1054238"/>
        </a:xfrm>
        <a:prstGeom prst="rect">
          <a:avLst/>
        </a:prstGeom>
        <a:solidFill>
          <a:srgbClr val="00737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Switch</a:t>
          </a:r>
        </a:p>
      </dsp:txBody>
      <dsp:txXfrm>
        <a:off x="3267166" y="178"/>
        <a:ext cx="1757063" cy="1054238"/>
      </dsp:txXfrm>
    </dsp:sp>
    <dsp:sp modelId="{3740E366-5C42-46C0-95AB-7B0DDE8AA1F7}">
      <dsp:nvSpPr>
        <dsp:cNvPr id="0" name=""/>
        <dsp:cNvSpPr/>
      </dsp:nvSpPr>
      <dsp:spPr>
        <a:xfrm>
          <a:off x="5199936" y="178"/>
          <a:ext cx="1757063" cy="1054238"/>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Bridge</a:t>
          </a:r>
        </a:p>
      </dsp:txBody>
      <dsp:txXfrm>
        <a:off x="5199936" y="178"/>
        <a:ext cx="1757063" cy="105423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A31026-1008-4EFD-BB57-76AF60228F79}">
      <dsp:nvSpPr>
        <dsp:cNvPr id="0" name=""/>
        <dsp:cNvSpPr/>
      </dsp:nvSpPr>
      <dsp:spPr>
        <a:xfrm>
          <a:off x="1334396" y="178"/>
          <a:ext cx="1757063" cy="1054238"/>
        </a:xfrm>
        <a:prstGeom prst="rect">
          <a:avLst/>
        </a:prstGeom>
        <a:solidFill>
          <a:srgbClr val="0097A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Hub</a:t>
          </a:r>
        </a:p>
      </dsp:txBody>
      <dsp:txXfrm>
        <a:off x="1334396" y="178"/>
        <a:ext cx="1757063" cy="1054238"/>
      </dsp:txXfrm>
    </dsp:sp>
    <dsp:sp modelId="{B4392506-8532-4080-AFE2-DEDBFE9D46E5}">
      <dsp:nvSpPr>
        <dsp:cNvPr id="0" name=""/>
        <dsp:cNvSpPr/>
      </dsp:nvSpPr>
      <dsp:spPr>
        <a:xfrm>
          <a:off x="3267166" y="178"/>
          <a:ext cx="1757063" cy="1054238"/>
        </a:xfrm>
        <a:prstGeom prst="rect">
          <a:avLst/>
        </a:prstGeom>
        <a:solidFill>
          <a:srgbClr val="00737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Switch</a:t>
          </a:r>
        </a:p>
      </dsp:txBody>
      <dsp:txXfrm>
        <a:off x="3267166" y="178"/>
        <a:ext cx="1757063" cy="1054238"/>
      </dsp:txXfrm>
    </dsp:sp>
    <dsp:sp modelId="{3740E366-5C42-46C0-95AB-7B0DDE8AA1F7}">
      <dsp:nvSpPr>
        <dsp:cNvPr id="0" name=""/>
        <dsp:cNvSpPr/>
      </dsp:nvSpPr>
      <dsp:spPr>
        <a:xfrm>
          <a:off x="5199936" y="178"/>
          <a:ext cx="1757063" cy="1054238"/>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Bridge</a:t>
          </a:r>
        </a:p>
      </dsp:txBody>
      <dsp:txXfrm>
        <a:off x="5199936" y="178"/>
        <a:ext cx="1757063" cy="105423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A31026-1008-4EFD-BB57-76AF60228F79}">
      <dsp:nvSpPr>
        <dsp:cNvPr id="0" name=""/>
        <dsp:cNvSpPr/>
      </dsp:nvSpPr>
      <dsp:spPr>
        <a:xfrm>
          <a:off x="1334396" y="178"/>
          <a:ext cx="1757063" cy="1054238"/>
        </a:xfrm>
        <a:prstGeom prst="rect">
          <a:avLst/>
        </a:prstGeom>
        <a:solidFill>
          <a:srgbClr val="0097A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Hub</a:t>
          </a:r>
        </a:p>
      </dsp:txBody>
      <dsp:txXfrm>
        <a:off x="1334396" y="178"/>
        <a:ext cx="1757063" cy="1054238"/>
      </dsp:txXfrm>
    </dsp:sp>
    <dsp:sp modelId="{B4392506-8532-4080-AFE2-DEDBFE9D46E5}">
      <dsp:nvSpPr>
        <dsp:cNvPr id="0" name=""/>
        <dsp:cNvSpPr/>
      </dsp:nvSpPr>
      <dsp:spPr>
        <a:xfrm>
          <a:off x="3267166" y="178"/>
          <a:ext cx="1757063" cy="1054238"/>
        </a:xfrm>
        <a:prstGeom prst="rect">
          <a:avLst/>
        </a:prstGeom>
        <a:solidFill>
          <a:srgbClr val="00737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Switch</a:t>
          </a:r>
        </a:p>
      </dsp:txBody>
      <dsp:txXfrm>
        <a:off x="3267166" y="178"/>
        <a:ext cx="1757063" cy="1054238"/>
      </dsp:txXfrm>
    </dsp:sp>
    <dsp:sp modelId="{3740E366-5C42-46C0-95AB-7B0DDE8AA1F7}">
      <dsp:nvSpPr>
        <dsp:cNvPr id="0" name=""/>
        <dsp:cNvSpPr/>
      </dsp:nvSpPr>
      <dsp:spPr>
        <a:xfrm>
          <a:off x="5199936" y="178"/>
          <a:ext cx="1757063" cy="1054238"/>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Bridge</a:t>
          </a:r>
        </a:p>
      </dsp:txBody>
      <dsp:txXfrm>
        <a:off x="5199936" y="178"/>
        <a:ext cx="1757063" cy="105423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A31026-1008-4EFD-BB57-76AF60228F79}">
      <dsp:nvSpPr>
        <dsp:cNvPr id="0" name=""/>
        <dsp:cNvSpPr/>
      </dsp:nvSpPr>
      <dsp:spPr>
        <a:xfrm>
          <a:off x="1334396" y="178"/>
          <a:ext cx="1757063" cy="1054238"/>
        </a:xfrm>
        <a:prstGeom prst="rect">
          <a:avLst/>
        </a:prstGeom>
        <a:solidFill>
          <a:srgbClr val="0097A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Hub</a:t>
          </a:r>
        </a:p>
      </dsp:txBody>
      <dsp:txXfrm>
        <a:off x="1334396" y="178"/>
        <a:ext cx="1757063" cy="1054238"/>
      </dsp:txXfrm>
    </dsp:sp>
    <dsp:sp modelId="{B4392506-8532-4080-AFE2-DEDBFE9D46E5}">
      <dsp:nvSpPr>
        <dsp:cNvPr id="0" name=""/>
        <dsp:cNvSpPr/>
      </dsp:nvSpPr>
      <dsp:spPr>
        <a:xfrm>
          <a:off x="3267166" y="178"/>
          <a:ext cx="1757063" cy="1054238"/>
        </a:xfrm>
        <a:prstGeom prst="rect">
          <a:avLst/>
        </a:prstGeom>
        <a:solidFill>
          <a:srgbClr val="00737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Switch</a:t>
          </a:r>
        </a:p>
      </dsp:txBody>
      <dsp:txXfrm>
        <a:off x="3267166" y="178"/>
        <a:ext cx="1757063" cy="1054238"/>
      </dsp:txXfrm>
    </dsp:sp>
    <dsp:sp modelId="{3740E366-5C42-46C0-95AB-7B0DDE8AA1F7}">
      <dsp:nvSpPr>
        <dsp:cNvPr id="0" name=""/>
        <dsp:cNvSpPr/>
      </dsp:nvSpPr>
      <dsp:spPr>
        <a:xfrm>
          <a:off x="5199936" y="178"/>
          <a:ext cx="1757063" cy="1054238"/>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Bridge</a:t>
          </a:r>
        </a:p>
      </dsp:txBody>
      <dsp:txXfrm>
        <a:off x="5199936" y="178"/>
        <a:ext cx="1757063" cy="105423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875A82-5143-45DD-97BA-7F17F15BBA1A}">
      <dsp:nvSpPr>
        <dsp:cNvPr id="0" name=""/>
        <dsp:cNvSpPr/>
      </dsp:nvSpPr>
      <dsp:spPr>
        <a:xfrm>
          <a:off x="0" y="446419"/>
          <a:ext cx="3245926" cy="27531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1920" tIns="395732" rIns="251920" bIns="135128" numCol="1" spcCol="1270" anchor="t" anchorCtr="0">
          <a:noAutofit/>
        </a:bodyPr>
        <a:lstStyle/>
        <a:p>
          <a:pPr marL="171450" lvl="1" indent="-171450" algn="l" defTabSz="844550">
            <a:lnSpc>
              <a:spcPct val="90000"/>
            </a:lnSpc>
            <a:spcBef>
              <a:spcPct val="0"/>
            </a:spcBef>
            <a:spcAft>
              <a:spcPct val="15000"/>
            </a:spcAft>
            <a:buChar char="•"/>
          </a:pPr>
          <a:r>
            <a:rPr lang="en-US" sz="1900" kern="1200" dirty="0">
              <a:solidFill>
                <a:srgbClr val="20282F"/>
              </a:solidFill>
            </a:rPr>
            <a:t>Combining </a:t>
          </a:r>
          <a:br>
            <a:rPr lang="en-US" sz="1900" kern="1200" dirty="0">
              <a:solidFill>
                <a:srgbClr val="20282F"/>
              </a:solidFill>
            </a:rPr>
          </a:br>
          <a:r>
            <a:rPr lang="en-US" sz="1900" kern="1200" dirty="0">
              <a:solidFill>
                <a:srgbClr val="20282F"/>
              </a:solidFill>
            </a:rPr>
            <a:t>2+ separate </a:t>
          </a:r>
          <a:br>
            <a:rPr lang="en-US" sz="1900" kern="1200" dirty="0">
              <a:solidFill>
                <a:srgbClr val="20282F"/>
              </a:solidFill>
            </a:rPr>
          </a:br>
          <a:r>
            <a:rPr lang="en-US" sz="1900" kern="1200" dirty="0">
              <a:solidFill>
                <a:srgbClr val="20282F"/>
              </a:solidFill>
            </a:rPr>
            <a:t>cabled links into a </a:t>
          </a:r>
          <a:br>
            <a:rPr lang="en-US" sz="1900" kern="1200" dirty="0">
              <a:solidFill>
                <a:srgbClr val="20282F"/>
              </a:solidFill>
            </a:rPr>
          </a:br>
          <a:r>
            <a:rPr lang="en-US" sz="1900" kern="1200" dirty="0">
              <a:solidFill>
                <a:srgbClr val="20282F"/>
              </a:solidFill>
            </a:rPr>
            <a:t>single logical channel</a:t>
          </a:r>
        </a:p>
        <a:p>
          <a:pPr marL="171450" lvl="1" indent="-171450" algn="l" defTabSz="844550">
            <a:lnSpc>
              <a:spcPct val="90000"/>
            </a:lnSpc>
            <a:spcBef>
              <a:spcPct val="0"/>
            </a:spcBef>
            <a:spcAft>
              <a:spcPct val="15000"/>
            </a:spcAft>
            <a:buChar char="•"/>
          </a:pPr>
          <a:r>
            <a:rPr lang="en-US" sz="1900" kern="1200" dirty="0">
              <a:solidFill>
                <a:srgbClr val="20282F"/>
              </a:solidFill>
            </a:rPr>
            <a:t>Provides redundancy</a:t>
          </a:r>
        </a:p>
        <a:p>
          <a:pPr marL="171450" lvl="1" indent="-171450" algn="l" defTabSz="844550">
            <a:lnSpc>
              <a:spcPct val="90000"/>
            </a:lnSpc>
            <a:spcBef>
              <a:spcPct val="0"/>
            </a:spcBef>
            <a:spcAft>
              <a:spcPct val="15000"/>
            </a:spcAft>
            <a:buChar char="•"/>
          </a:pPr>
          <a:r>
            <a:rPr lang="en-US" sz="1900" kern="1200" dirty="0">
              <a:solidFill>
                <a:srgbClr val="20282F"/>
              </a:solidFill>
            </a:rPr>
            <a:t>Cost effective</a:t>
          </a:r>
        </a:p>
        <a:p>
          <a:pPr marL="171450" lvl="1" indent="-171450" algn="l" defTabSz="844550">
            <a:lnSpc>
              <a:spcPct val="90000"/>
            </a:lnSpc>
            <a:spcBef>
              <a:spcPct val="0"/>
            </a:spcBef>
            <a:spcAft>
              <a:spcPct val="15000"/>
            </a:spcAft>
            <a:buChar char="•"/>
          </a:pPr>
          <a:r>
            <a:rPr lang="en-US" sz="1900" kern="1200" dirty="0">
              <a:solidFill>
                <a:srgbClr val="20282F"/>
              </a:solidFill>
            </a:rPr>
            <a:t>Increases bandwidth</a:t>
          </a:r>
        </a:p>
      </dsp:txBody>
      <dsp:txXfrm>
        <a:off x="0" y="446419"/>
        <a:ext cx="3245926" cy="2753100"/>
      </dsp:txXfrm>
    </dsp:sp>
    <dsp:sp modelId="{23A6020C-9B53-41DB-9CDA-C0211871CF4C}">
      <dsp:nvSpPr>
        <dsp:cNvPr id="0" name=""/>
        <dsp:cNvSpPr/>
      </dsp:nvSpPr>
      <dsp:spPr>
        <a:xfrm>
          <a:off x="162296" y="165979"/>
          <a:ext cx="2272148" cy="560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882" tIns="0" rIns="85882" bIns="0" numCol="1" spcCol="1270" anchor="ctr" anchorCtr="0">
          <a:noAutofit/>
        </a:bodyPr>
        <a:lstStyle/>
        <a:p>
          <a:pPr marL="0" lvl="0" indent="0" algn="l" defTabSz="844550">
            <a:lnSpc>
              <a:spcPct val="90000"/>
            </a:lnSpc>
            <a:spcBef>
              <a:spcPct val="0"/>
            </a:spcBef>
            <a:spcAft>
              <a:spcPct val="35000"/>
            </a:spcAft>
            <a:buNone/>
          </a:pPr>
          <a:r>
            <a:rPr lang="en-US" sz="1900" kern="1200" dirty="0"/>
            <a:t>Link aggregation</a:t>
          </a:r>
        </a:p>
      </dsp:txBody>
      <dsp:txXfrm>
        <a:off x="189676" y="193359"/>
        <a:ext cx="2217388" cy="50612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875A82-5143-45DD-97BA-7F17F15BBA1A}">
      <dsp:nvSpPr>
        <dsp:cNvPr id="0" name=""/>
        <dsp:cNvSpPr/>
      </dsp:nvSpPr>
      <dsp:spPr>
        <a:xfrm>
          <a:off x="0" y="364656"/>
          <a:ext cx="7886700" cy="882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416560" rIns="612096"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20282F"/>
              </a:solidFill>
            </a:rPr>
            <a:t>Maximum transmission unit (MTU) is 1,500 bytes</a:t>
          </a:r>
        </a:p>
      </dsp:txBody>
      <dsp:txXfrm>
        <a:off x="0" y="364656"/>
        <a:ext cx="7886700" cy="882000"/>
      </dsp:txXfrm>
    </dsp:sp>
    <dsp:sp modelId="{23A6020C-9B53-41DB-9CDA-C0211871CF4C}">
      <dsp:nvSpPr>
        <dsp:cNvPr id="0" name=""/>
        <dsp:cNvSpPr/>
      </dsp:nvSpPr>
      <dsp:spPr>
        <a:xfrm>
          <a:off x="394335" y="69456"/>
          <a:ext cx="5520690" cy="590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889000">
            <a:lnSpc>
              <a:spcPct val="90000"/>
            </a:lnSpc>
            <a:spcBef>
              <a:spcPct val="0"/>
            </a:spcBef>
            <a:spcAft>
              <a:spcPct val="35000"/>
            </a:spcAft>
            <a:buNone/>
          </a:pPr>
          <a:r>
            <a:rPr lang="en-US" sz="2000" kern="1200" dirty="0"/>
            <a:t>Standard Ethernet frame</a:t>
          </a:r>
        </a:p>
      </dsp:txBody>
      <dsp:txXfrm>
        <a:off x="423156" y="98277"/>
        <a:ext cx="5463048" cy="532758"/>
      </dsp:txXfrm>
    </dsp:sp>
    <dsp:sp modelId="{CDB1FB98-0CA2-4A75-9147-47F577F6EED6}">
      <dsp:nvSpPr>
        <dsp:cNvPr id="0" name=""/>
        <dsp:cNvSpPr/>
      </dsp:nvSpPr>
      <dsp:spPr>
        <a:xfrm>
          <a:off x="0" y="1649856"/>
          <a:ext cx="7886700" cy="16065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416560" rIns="612096"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20282F"/>
              </a:solidFill>
            </a:rPr>
            <a:t>Supports payload up to 9,216 bytes</a:t>
          </a:r>
        </a:p>
        <a:p>
          <a:pPr marL="228600" lvl="1" indent="-228600" algn="l" defTabSz="889000">
            <a:lnSpc>
              <a:spcPct val="90000"/>
            </a:lnSpc>
            <a:spcBef>
              <a:spcPct val="0"/>
            </a:spcBef>
            <a:spcAft>
              <a:spcPct val="15000"/>
            </a:spcAft>
            <a:buChar char="•"/>
          </a:pPr>
          <a:r>
            <a:rPr lang="en-US" sz="2000" kern="1200" dirty="0">
              <a:solidFill>
                <a:srgbClr val="20282F"/>
              </a:solidFill>
            </a:rPr>
            <a:t>Reduces the number of frames transmitted</a:t>
          </a:r>
        </a:p>
        <a:p>
          <a:pPr marL="228600" lvl="1" indent="-228600" algn="l" defTabSz="889000">
            <a:lnSpc>
              <a:spcPct val="90000"/>
            </a:lnSpc>
            <a:spcBef>
              <a:spcPct val="0"/>
            </a:spcBef>
            <a:spcAft>
              <a:spcPct val="15000"/>
            </a:spcAft>
            <a:buChar char="•"/>
          </a:pPr>
          <a:r>
            <a:rPr lang="en-US" sz="2000" kern="1200" dirty="0">
              <a:solidFill>
                <a:srgbClr val="20282F"/>
              </a:solidFill>
            </a:rPr>
            <a:t>Limited because they break Ethernet standards</a:t>
          </a:r>
        </a:p>
      </dsp:txBody>
      <dsp:txXfrm>
        <a:off x="0" y="1649856"/>
        <a:ext cx="7886700" cy="1606500"/>
      </dsp:txXfrm>
    </dsp:sp>
    <dsp:sp modelId="{3F32FB91-5BE8-48F5-A372-8F5CDC533F52}">
      <dsp:nvSpPr>
        <dsp:cNvPr id="0" name=""/>
        <dsp:cNvSpPr/>
      </dsp:nvSpPr>
      <dsp:spPr>
        <a:xfrm>
          <a:off x="394335" y="1354656"/>
          <a:ext cx="5520690" cy="590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889000">
            <a:lnSpc>
              <a:spcPct val="90000"/>
            </a:lnSpc>
            <a:spcBef>
              <a:spcPct val="0"/>
            </a:spcBef>
            <a:spcAft>
              <a:spcPct val="35000"/>
            </a:spcAft>
            <a:buNone/>
          </a:pPr>
          <a:r>
            <a:rPr lang="en-US" sz="2000" kern="1200" dirty="0"/>
            <a:t>Jumbo frame</a:t>
          </a:r>
        </a:p>
      </dsp:txBody>
      <dsp:txXfrm>
        <a:off x="423156" y="1383477"/>
        <a:ext cx="5463048" cy="53275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37D3F0-82C1-43D1-955F-9064942A6912}">
      <dsp:nvSpPr>
        <dsp:cNvPr id="0" name=""/>
        <dsp:cNvSpPr/>
      </dsp:nvSpPr>
      <dsp:spPr>
        <a:xfrm>
          <a:off x="0" y="254141"/>
          <a:ext cx="4339590" cy="1311975"/>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36800" tIns="354076" rIns="3368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solidFill>
                <a:srgbClr val="20282F"/>
              </a:solidFill>
            </a:rPr>
            <a:t>Layer 2 protocol</a:t>
          </a:r>
        </a:p>
        <a:p>
          <a:pPr marL="171450" lvl="1" indent="-171450" algn="l" defTabSz="711200">
            <a:lnSpc>
              <a:spcPct val="90000"/>
            </a:lnSpc>
            <a:spcBef>
              <a:spcPct val="0"/>
            </a:spcBef>
            <a:spcAft>
              <a:spcPct val="15000"/>
            </a:spcAft>
            <a:buChar char="•"/>
          </a:pPr>
          <a:r>
            <a:rPr lang="en-US" sz="1600" kern="1200" dirty="0">
              <a:solidFill>
                <a:srgbClr val="20282F"/>
              </a:solidFill>
            </a:rPr>
            <a:t>Prevents bridge/switch loops</a:t>
          </a:r>
        </a:p>
        <a:p>
          <a:pPr marL="171450" lvl="1" indent="-171450" algn="l" defTabSz="711200">
            <a:lnSpc>
              <a:spcPct val="90000"/>
            </a:lnSpc>
            <a:spcBef>
              <a:spcPct val="0"/>
            </a:spcBef>
            <a:spcAft>
              <a:spcPct val="15000"/>
            </a:spcAft>
            <a:buChar char="•"/>
          </a:pPr>
          <a:r>
            <a:rPr lang="en-US" sz="1600" kern="1200" dirty="0">
              <a:solidFill>
                <a:srgbClr val="20282F"/>
              </a:solidFill>
            </a:rPr>
            <a:t>Provides fault tolerance </a:t>
          </a:r>
        </a:p>
      </dsp:txBody>
      <dsp:txXfrm>
        <a:off x="0" y="254141"/>
        <a:ext cx="4339590" cy="1311975"/>
      </dsp:txXfrm>
    </dsp:sp>
    <dsp:sp modelId="{F95C05BD-0ACE-4CBF-B4BB-A2F7F5B9110D}">
      <dsp:nvSpPr>
        <dsp:cNvPr id="0" name=""/>
        <dsp:cNvSpPr/>
      </dsp:nvSpPr>
      <dsp:spPr>
        <a:xfrm>
          <a:off x="216979" y="3221"/>
          <a:ext cx="3037713"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818" tIns="0" rIns="114818" bIns="0" numCol="1" spcCol="1270" anchor="ctr" anchorCtr="0">
          <a:noAutofit/>
        </a:bodyPr>
        <a:lstStyle/>
        <a:p>
          <a:pPr marL="0" lvl="0" indent="0" algn="l" defTabSz="711200">
            <a:lnSpc>
              <a:spcPct val="90000"/>
            </a:lnSpc>
            <a:spcBef>
              <a:spcPct val="0"/>
            </a:spcBef>
            <a:spcAft>
              <a:spcPct val="35000"/>
            </a:spcAft>
            <a:buNone/>
          </a:pPr>
          <a:r>
            <a:rPr lang="en-US" sz="1600" kern="1200" dirty="0"/>
            <a:t>Spanning Tree Protocol (STP)</a:t>
          </a:r>
        </a:p>
      </dsp:txBody>
      <dsp:txXfrm>
        <a:off x="241477" y="27719"/>
        <a:ext cx="2988717" cy="452844"/>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37D3F0-82C1-43D1-955F-9064942A6912}">
      <dsp:nvSpPr>
        <dsp:cNvPr id="0" name=""/>
        <dsp:cNvSpPr/>
      </dsp:nvSpPr>
      <dsp:spPr>
        <a:xfrm>
          <a:off x="0" y="364267"/>
          <a:ext cx="5330191" cy="1775025"/>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3682" tIns="479044" rIns="413682"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Allows 1 cable to transmit both data and power to networked devices</a:t>
          </a:r>
        </a:p>
        <a:p>
          <a:pPr marL="171450" lvl="1" indent="-171450" algn="l" defTabSz="800100">
            <a:lnSpc>
              <a:spcPct val="90000"/>
            </a:lnSpc>
            <a:spcBef>
              <a:spcPct val="0"/>
            </a:spcBef>
            <a:spcAft>
              <a:spcPct val="15000"/>
            </a:spcAft>
            <a:buChar char="•"/>
          </a:pPr>
          <a:r>
            <a:rPr lang="en-US" sz="1800" kern="1200" dirty="0">
              <a:solidFill>
                <a:srgbClr val="20282F"/>
              </a:solidFill>
            </a:rPr>
            <a:t>Simplifies network installation </a:t>
          </a:r>
          <a:br>
            <a:rPr lang="en-US" sz="1800" kern="1200" dirty="0">
              <a:solidFill>
                <a:srgbClr val="20282F"/>
              </a:solidFill>
            </a:rPr>
          </a:br>
          <a:r>
            <a:rPr lang="en-US" sz="1800" kern="1200" dirty="0">
              <a:solidFill>
                <a:srgbClr val="20282F"/>
              </a:solidFill>
            </a:rPr>
            <a:t>and expansion</a:t>
          </a:r>
        </a:p>
      </dsp:txBody>
      <dsp:txXfrm>
        <a:off x="0" y="364267"/>
        <a:ext cx="5330191" cy="1775025"/>
      </dsp:txXfrm>
    </dsp:sp>
    <dsp:sp modelId="{F95C05BD-0ACE-4CBF-B4BB-A2F7F5B9110D}">
      <dsp:nvSpPr>
        <dsp:cNvPr id="0" name=""/>
        <dsp:cNvSpPr/>
      </dsp:nvSpPr>
      <dsp:spPr>
        <a:xfrm>
          <a:off x="266509" y="24787"/>
          <a:ext cx="3731133" cy="6789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1028" tIns="0" rIns="141028" bIns="0" numCol="1" spcCol="1270" anchor="ctr" anchorCtr="0">
          <a:noAutofit/>
        </a:bodyPr>
        <a:lstStyle/>
        <a:p>
          <a:pPr marL="0" lvl="0" indent="0" algn="l" defTabSz="800100">
            <a:lnSpc>
              <a:spcPct val="90000"/>
            </a:lnSpc>
            <a:spcBef>
              <a:spcPct val="0"/>
            </a:spcBef>
            <a:spcAft>
              <a:spcPct val="35000"/>
            </a:spcAft>
            <a:buNone/>
          </a:pPr>
          <a:r>
            <a:rPr lang="en-US" sz="1800" kern="1200" dirty="0"/>
            <a:t>Power over Ethernet (PoE)</a:t>
          </a:r>
        </a:p>
      </dsp:txBody>
      <dsp:txXfrm>
        <a:off x="299653" y="57931"/>
        <a:ext cx="3664845" cy="61267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2257D5-BCA4-48A2-BF73-6CD57A94E09A}">
      <dsp:nvSpPr>
        <dsp:cNvPr id="0" name=""/>
        <dsp:cNvSpPr/>
      </dsp:nvSpPr>
      <dsp:spPr>
        <a:xfrm>
          <a:off x="2810228" y="974"/>
          <a:ext cx="5076463" cy="772991"/>
        </a:xfrm>
        <a:prstGeom prst="rightArrow">
          <a:avLst>
            <a:gd name="adj1" fmla="val 75000"/>
            <a:gd name="adj2" fmla="val 50000"/>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795" tIns="10795" rIns="10795" bIns="10795" numCol="1" spcCol="1270" anchor="ctr" anchorCtr="0">
          <a:noAutofit/>
        </a:bodyPr>
        <a:lstStyle/>
        <a:p>
          <a:pPr marL="122238" lvl="1" indent="0" algn="l" defTabSz="755650">
            <a:lnSpc>
              <a:spcPct val="90000"/>
            </a:lnSpc>
            <a:spcBef>
              <a:spcPct val="0"/>
            </a:spcBef>
            <a:spcAft>
              <a:spcPct val="15000"/>
            </a:spcAft>
            <a:buNone/>
            <a:tabLst/>
          </a:pPr>
          <a:r>
            <a:rPr lang="en-US" sz="1700" kern="1200" dirty="0">
              <a:solidFill>
                <a:srgbClr val="20282F"/>
              </a:solidFill>
            </a:rPr>
            <a:t>Device's current configuration</a:t>
          </a:r>
        </a:p>
      </dsp:txBody>
      <dsp:txXfrm>
        <a:off x="2810228" y="97598"/>
        <a:ext cx="4786591" cy="579743"/>
      </dsp:txXfrm>
    </dsp:sp>
    <dsp:sp modelId="{9F1931E6-4AE8-4780-9E3D-13C97269C952}">
      <dsp:nvSpPr>
        <dsp:cNvPr id="0" name=""/>
        <dsp:cNvSpPr/>
      </dsp:nvSpPr>
      <dsp:spPr>
        <a:xfrm>
          <a:off x="7" y="974"/>
          <a:ext cx="2810220" cy="772991"/>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show config</a:t>
          </a:r>
        </a:p>
      </dsp:txBody>
      <dsp:txXfrm>
        <a:off x="37741" y="38708"/>
        <a:ext cx="2734752" cy="697523"/>
      </dsp:txXfrm>
    </dsp:sp>
    <dsp:sp modelId="{1BAEBF03-D8D8-41F2-8D22-AF9C5F52BF9F}">
      <dsp:nvSpPr>
        <dsp:cNvPr id="0" name=""/>
        <dsp:cNvSpPr/>
      </dsp:nvSpPr>
      <dsp:spPr>
        <a:xfrm>
          <a:off x="2810228" y="851265"/>
          <a:ext cx="5076463" cy="772991"/>
        </a:xfrm>
        <a:prstGeom prst="rightArrow">
          <a:avLst>
            <a:gd name="adj1" fmla="val 75000"/>
            <a:gd name="adj2" fmla="val 50000"/>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795" tIns="10795" rIns="10795" bIns="10795" numCol="1" spcCol="1270" anchor="t" anchorCtr="0">
          <a:noAutofit/>
        </a:bodyPr>
        <a:lstStyle/>
        <a:p>
          <a:pPr marL="122238" lvl="1" indent="0" algn="l" defTabSz="755650">
            <a:lnSpc>
              <a:spcPct val="90000"/>
            </a:lnSpc>
            <a:spcBef>
              <a:spcPct val="0"/>
            </a:spcBef>
            <a:spcAft>
              <a:spcPct val="15000"/>
            </a:spcAft>
            <a:buNone/>
            <a:tabLst/>
          </a:pPr>
          <a:r>
            <a:rPr lang="en-US" sz="1700" kern="1200" dirty="0">
              <a:solidFill>
                <a:srgbClr val="20282F"/>
              </a:solidFill>
            </a:rPr>
            <a:t>Configuration device will </a:t>
          </a:r>
          <a:br>
            <a:rPr lang="en-US" sz="1700" kern="1200" dirty="0">
              <a:solidFill>
                <a:srgbClr val="20282F"/>
              </a:solidFill>
            </a:rPr>
          </a:br>
          <a:r>
            <a:rPr lang="en-US" sz="1700" kern="1200" dirty="0">
              <a:solidFill>
                <a:srgbClr val="20282F"/>
              </a:solidFill>
            </a:rPr>
            <a:t>use upon the next restart</a:t>
          </a:r>
        </a:p>
      </dsp:txBody>
      <dsp:txXfrm>
        <a:off x="2810228" y="947889"/>
        <a:ext cx="4786591" cy="579743"/>
      </dsp:txXfrm>
    </dsp:sp>
    <dsp:sp modelId="{35270266-E003-4289-B52F-3249E7404B1A}">
      <dsp:nvSpPr>
        <dsp:cNvPr id="0" name=""/>
        <dsp:cNvSpPr/>
      </dsp:nvSpPr>
      <dsp:spPr>
        <a:xfrm>
          <a:off x="7" y="851265"/>
          <a:ext cx="2810220" cy="772991"/>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show startup-config</a:t>
          </a:r>
        </a:p>
      </dsp:txBody>
      <dsp:txXfrm>
        <a:off x="37741" y="888999"/>
        <a:ext cx="2734752" cy="697523"/>
      </dsp:txXfrm>
    </dsp:sp>
    <dsp:sp modelId="{8991D813-E2B3-4C47-990E-E379F5640375}">
      <dsp:nvSpPr>
        <dsp:cNvPr id="0" name=""/>
        <dsp:cNvSpPr/>
      </dsp:nvSpPr>
      <dsp:spPr>
        <a:xfrm>
          <a:off x="2810228" y="1701556"/>
          <a:ext cx="5076463" cy="772991"/>
        </a:xfrm>
        <a:prstGeom prst="rightArrow">
          <a:avLst>
            <a:gd name="adj1" fmla="val 75000"/>
            <a:gd name="adj2" fmla="val 50000"/>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795" tIns="10795" rIns="10795" bIns="10795" numCol="1" spcCol="1270" anchor="t" anchorCtr="0">
          <a:noAutofit/>
        </a:bodyPr>
        <a:lstStyle/>
        <a:p>
          <a:pPr marL="122238" lvl="1" indent="0" algn="l" defTabSz="755650">
            <a:lnSpc>
              <a:spcPct val="90000"/>
            </a:lnSpc>
            <a:spcBef>
              <a:spcPct val="0"/>
            </a:spcBef>
            <a:spcAft>
              <a:spcPct val="15000"/>
            </a:spcAft>
            <a:buNone/>
            <a:tabLst/>
          </a:pPr>
          <a:r>
            <a:rPr lang="en-US" sz="1700" kern="1200" dirty="0">
              <a:solidFill>
                <a:srgbClr val="20282F"/>
              </a:solidFill>
            </a:rPr>
            <a:t>Active configuration currently </a:t>
          </a:r>
          <a:br>
            <a:rPr lang="en-US" sz="1700" kern="1200" dirty="0">
              <a:solidFill>
                <a:srgbClr val="20282F"/>
              </a:solidFill>
            </a:rPr>
          </a:br>
          <a:r>
            <a:rPr lang="en-US" sz="1700" kern="1200" dirty="0">
              <a:solidFill>
                <a:srgbClr val="20282F"/>
              </a:solidFill>
            </a:rPr>
            <a:t>used by the device</a:t>
          </a:r>
        </a:p>
      </dsp:txBody>
      <dsp:txXfrm>
        <a:off x="2810228" y="1798180"/>
        <a:ext cx="4786591" cy="579743"/>
      </dsp:txXfrm>
    </dsp:sp>
    <dsp:sp modelId="{5A8AE3AE-20D1-4030-B722-FE7ACF5D4140}">
      <dsp:nvSpPr>
        <dsp:cNvPr id="0" name=""/>
        <dsp:cNvSpPr/>
      </dsp:nvSpPr>
      <dsp:spPr>
        <a:xfrm>
          <a:off x="7" y="1701556"/>
          <a:ext cx="2810220" cy="772991"/>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show running-config</a:t>
          </a:r>
        </a:p>
      </dsp:txBody>
      <dsp:txXfrm>
        <a:off x="37741" y="1739290"/>
        <a:ext cx="2734752" cy="697523"/>
      </dsp:txXfrm>
    </dsp:sp>
    <dsp:sp modelId="{525F3AAE-6F27-451B-BD03-5F7A5547D31C}">
      <dsp:nvSpPr>
        <dsp:cNvPr id="0" name=""/>
        <dsp:cNvSpPr/>
      </dsp:nvSpPr>
      <dsp:spPr>
        <a:xfrm>
          <a:off x="2810228" y="2551846"/>
          <a:ext cx="5076463" cy="772991"/>
        </a:xfrm>
        <a:prstGeom prst="rightArrow">
          <a:avLst>
            <a:gd name="adj1" fmla="val 75000"/>
            <a:gd name="adj2" fmla="val 50000"/>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795" tIns="10795" rIns="10795" bIns="10795" numCol="1" spcCol="1270" anchor="t" anchorCtr="0">
          <a:noAutofit/>
        </a:bodyPr>
        <a:lstStyle/>
        <a:p>
          <a:pPr marL="122238" lvl="1" indent="0" algn="l" defTabSz="755650">
            <a:lnSpc>
              <a:spcPct val="90000"/>
            </a:lnSpc>
            <a:spcBef>
              <a:spcPct val="0"/>
            </a:spcBef>
            <a:spcAft>
              <a:spcPct val="15000"/>
            </a:spcAft>
            <a:buNone/>
            <a:tabLst/>
          </a:pPr>
          <a:r>
            <a:rPr lang="en-US" sz="1700" kern="1200" dirty="0">
              <a:solidFill>
                <a:srgbClr val="20282F"/>
              </a:solidFill>
            </a:rPr>
            <a:t>Detailed information about </a:t>
          </a:r>
          <a:br>
            <a:rPr lang="en-US" sz="1700" kern="1200" dirty="0">
              <a:solidFill>
                <a:srgbClr val="20282F"/>
              </a:solidFill>
            </a:rPr>
          </a:br>
          <a:r>
            <a:rPr lang="en-US" sz="1700" kern="1200" dirty="0">
              <a:solidFill>
                <a:srgbClr val="20282F"/>
              </a:solidFill>
            </a:rPr>
            <a:t>the device's network interfaces</a:t>
          </a:r>
        </a:p>
      </dsp:txBody>
      <dsp:txXfrm>
        <a:off x="2810228" y="2648470"/>
        <a:ext cx="4786591" cy="579743"/>
      </dsp:txXfrm>
    </dsp:sp>
    <dsp:sp modelId="{E2A2DD22-123A-46B5-9849-FADEB95EA4F4}">
      <dsp:nvSpPr>
        <dsp:cNvPr id="0" name=""/>
        <dsp:cNvSpPr/>
      </dsp:nvSpPr>
      <dsp:spPr>
        <a:xfrm>
          <a:off x="7" y="2551846"/>
          <a:ext cx="2810220" cy="772991"/>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show interface</a:t>
          </a:r>
        </a:p>
      </dsp:txBody>
      <dsp:txXfrm>
        <a:off x="37741" y="2589580"/>
        <a:ext cx="2734752" cy="697523"/>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CFBBB6-A7A6-47BD-AD56-E774D523177B}">
      <dsp:nvSpPr>
        <dsp:cNvPr id="0" name=""/>
        <dsp:cNvSpPr/>
      </dsp:nvSpPr>
      <dsp:spPr>
        <a:xfrm>
          <a:off x="0" y="160154"/>
          <a:ext cx="5293924" cy="807975"/>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0867" tIns="187452" rIns="410867"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Checks if interface is up or down</a:t>
          </a:r>
        </a:p>
        <a:p>
          <a:pPr marL="114300" lvl="1" indent="-114300" algn="l" defTabSz="666750">
            <a:lnSpc>
              <a:spcPct val="90000"/>
            </a:lnSpc>
            <a:spcBef>
              <a:spcPct val="0"/>
            </a:spcBef>
            <a:spcAft>
              <a:spcPct val="15000"/>
            </a:spcAft>
            <a:buChar char="•"/>
          </a:pPr>
          <a:r>
            <a:rPr lang="en-US" sz="1500" kern="1200" dirty="0">
              <a:solidFill>
                <a:srgbClr val="20282F"/>
              </a:solidFill>
            </a:rPr>
            <a:t>Immediate alert for downtime</a:t>
          </a:r>
        </a:p>
      </dsp:txBody>
      <dsp:txXfrm>
        <a:off x="0" y="160154"/>
        <a:ext cx="5293924" cy="807975"/>
      </dsp:txXfrm>
    </dsp:sp>
    <dsp:sp modelId="{881614F4-F325-41D1-9C2B-59FC666AC025}">
      <dsp:nvSpPr>
        <dsp:cNvPr id="0" name=""/>
        <dsp:cNvSpPr/>
      </dsp:nvSpPr>
      <dsp:spPr>
        <a:xfrm>
          <a:off x="264696" y="27314"/>
          <a:ext cx="3705747" cy="26568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68" tIns="0" rIns="140068" bIns="0" numCol="1" spcCol="1270" anchor="ctr" anchorCtr="0">
          <a:noAutofit/>
        </a:bodyPr>
        <a:lstStyle/>
        <a:p>
          <a:pPr marL="0" lvl="0" indent="0" algn="l" defTabSz="666750">
            <a:lnSpc>
              <a:spcPct val="90000"/>
            </a:lnSpc>
            <a:spcBef>
              <a:spcPct val="0"/>
            </a:spcBef>
            <a:spcAft>
              <a:spcPct val="35000"/>
            </a:spcAft>
            <a:buNone/>
          </a:pPr>
          <a:r>
            <a:rPr lang="en-US" sz="1500" kern="1200" dirty="0"/>
            <a:t>Link state</a:t>
          </a:r>
        </a:p>
      </dsp:txBody>
      <dsp:txXfrm>
        <a:off x="277665" y="40283"/>
        <a:ext cx="3679809" cy="239742"/>
      </dsp:txXfrm>
    </dsp:sp>
    <dsp:sp modelId="{04DE32A5-DF50-42BA-9859-DC474BB724E2}">
      <dsp:nvSpPr>
        <dsp:cNvPr id="0" name=""/>
        <dsp:cNvSpPr/>
      </dsp:nvSpPr>
      <dsp:spPr>
        <a:xfrm>
          <a:off x="0" y="1149569"/>
          <a:ext cx="5293924" cy="807975"/>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0867" tIns="187452" rIns="410867"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Count of manual and automatic restarts</a:t>
          </a:r>
        </a:p>
        <a:p>
          <a:pPr marL="114300" lvl="1" indent="-114300" algn="l" defTabSz="666750">
            <a:lnSpc>
              <a:spcPct val="90000"/>
            </a:lnSpc>
            <a:spcBef>
              <a:spcPct val="0"/>
            </a:spcBef>
            <a:spcAft>
              <a:spcPct val="15000"/>
            </a:spcAft>
            <a:buChar char="•"/>
          </a:pPr>
          <a:r>
            <a:rPr lang="en-US" sz="1500" kern="1200" dirty="0">
              <a:solidFill>
                <a:srgbClr val="20282F"/>
              </a:solidFill>
            </a:rPr>
            <a:t>High frequency of resets should be monitored </a:t>
          </a:r>
        </a:p>
      </dsp:txBody>
      <dsp:txXfrm>
        <a:off x="0" y="1149569"/>
        <a:ext cx="5293924" cy="807975"/>
      </dsp:txXfrm>
    </dsp:sp>
    <dsp:sp modelId="{613067A5-A63E-46A5-810D-50503D21DF36}">
      <dsp:nvSpPr>
        <dsp:cNvPr id="0" name=""/>
        <dsp:cNvSpPr/>
      </dsp:nvSpPr>
      <dsp:spPr>
        <a:xfrm>
          <a:off x="264696" y="1016729"/>
          <a:ext cx="3705747" cy="26568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68" tIns="0" rIns="140068" bIns="0" numCol="1" spcCol="1270" anchor="ctr" anchorCtr="0">
          <a:noAutofit/>
        </a:bodyPr>
        <a:lstStyle/>
        <a:p>
          <a:pPr marL="0" lvl="0" indent="0" algn="l" defTabSz="666750">
            <a:lnSpc>
              <a:spcPct val="90000"/>
            </a:lnSpc>
            <a:spcBef>
              <a:spcPct val="0"/>
            </a:spcBef>
            <a:spcAft>
              <a:spcPct val="35000"/>
            </a:spcAft>
            <a:buNone/>
          </a:pPr>
          <a:r>
            <a:rPr lang="en-US" sz="1500" kern="1200" dirty="0"/>
            <a:t>Resets</a:t>
          </a:r>
        </a:p>
      </dsp:txBody>
      <dsp:txXfrm>
        <a:off x="277665" y="1029698"/>
        <a:ext cx="3679809" cy="239742"/>
      </dsp:txXfrm>
    </dsp:sp>
    <dsp:sp modelId="{EC6423C9-7FC9-4EDB-A02A-EC77F9642C1B}">
      <dsp:nvSpPr>
        <dsp:cNvPr id="0" name=""/>
        <dsp:cNvSpPr/>
      </dsp:nvSpPr>
      <dsp:spPr>
        <a:xfrm>
          <a:off x="0" y="2138985"/>
          <a:ext cx="5293924" cy="127575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0867" tIns="187452" rIns="410867"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Causes by checksum errors, mismatched </a:t>
          </a:r>
          <a:br>
            <a:rPr lang="en-US" sz="1500" kern="1200" dirty="0">
              <a:solidFill>
                <a:srgbClr val="20282F"/>
              </a:solidFill>
            </a:rPr>
          </a:br>
          <a:r>
            <a:rPr lang="en-US" sz="1500" kern="1200" dirty="0">
              <a:solidFill>
                <a:srgbClr val="20282F"/>
              </a:solidFill>
            </a:rPr>
            <a:t>MTUs, size anomalies, high load, ACL or </a:t>
          </a:r>
          <a:br>
            <a:rPr lang="en-US" sz="1500" kern="1200" dirty="0">
              <a:solidFill>
                <a:srgbClr val="20282F"/>
              </a:solidFill>
            </a:rPr>
          </a:br>
          <a:r>
            <a:rPr lang="en-US" sz="1500" kern="1200" dirty="0">
              <a:solidFill>
                <a:srgbClr val="20282F"/>
              </a:solidFill>
            </a:rPr>
            <a:t>VLAN configuration errors</a:t>
          </a:r>
        </a:p>
        <a:p>
          <a:pPr marL="114300" lvl="1" indent="-114300" algn="l" defTabSz="666750">
            <a:lnSpc>
              <a:spcPct val="90000"/>
            </a:lnSpc>
            <a:spcBef>
              <a:spcPct val="0"/>
            </a:spcBef>
            <a:spcAft>
              <a:spcPct val="15000"/>
            </a:spcAft>
            <a:buChar char="•"/>
          </a:pPr>
          <a:r>
            <a:rPr lang="en-US" sz="1500" kern="1200" dirty="0">
              <a:solidFill>
                <a:srgbClr val="20282F"/>
              </a:solidFill>
            </a:rPr>
            <a:t>Used for troubleshooting  </a:t>
          </a:r>
        </a:p>
      </dsp:txBody>
      <dsp:txXfrm>
        <a:off x="0" y="2138985"/>
        <a:ext cx="5293924" cy="1275750"/>
      </dsp:txXfrm>
    </dsp:sp>
    <dsp:sp modelId="{6414DBA0-5582-4A95-AFF7-458A6B735EA1}">
      <dsp:nvSpPr>
        <dsp:cNvPr id="0" name=""/>
        <dsp:cNvSpPr/>
      </dsp:nvSpPr>
      <dsp:spPr>
        <a:xfrm>
          <a:off x="264696" y="2006144"/>
          <a:ext cx="3705747" cy="26568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68" tIns="0" rIns="140068" bIns="0" numCol="1" spcCol="1270" anchor="ctr" anchorCtr="0">
          <a:noAutofit/>
        </a:bodyPr>
        <a:lstStyle/>
        <a:p>
          <a:pPr marL="0" lvl="0" indent="0" algn="l" defTabSz="666750">
            <a:lnSpc>
              <a:spcPct val="90000"/>
            </a:lnSpc>
            <a:spcBef>
              <a:spcPct val="0"/>
            </a:spcBef>
            <a:spcAft>
              <a:spcPct val="35000"/>
            </a:spcAft>
            <a:buNone/>
          </a:pPr>
          <a:r>
            <a:rPr lang="en-US" sz="1500" kern="1200" dirty="0"/>
            <a:t>Discards/drops</a:t>
          </a:r>
        </a:p>
      </dsp:txBody>
      <dsp:txXfrm>
        <a:off x="277665" y="2019113"/>
        <a:ext cx="3679809" cy="239742"/>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2C671A-4603-4282-871A-C4CA45C29205}">
      <dsp:nvSpPr>
        <dsp:cNvPr id="0" name=""/>
        <dsp:cNvSpPr/>
      </dsp:nvSpPr>
      <dsp:spPr>
        <a:xfrm>
          <a:off x="962" y="0"/>
          <a:ext cx="2503103" cy="3325813"/>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rgbClr val="20282F"/>
              </a:solidFill>
            </a:rPr>
            <a:t>Cyclic Redundancy Check (CRC) Errors</a:t>
          </a:r>
        </a:p>
      </dsp:txBody>
      <dsp:txXfrm>
        <a:off x="962" y="0"/>
        <a:ext cx="2503103" cy="997743"/>
      </dsp:txXfrm>
    </dsp:sp>
    <dsp:sp modelId="{E6E333F1-7C18-41E8-AE57-498ADE9679D1}">
      <dsp:nvSpPr>
        <dsp:cNvPr id="0" name=""/>
        <dsp:cNvSpPr/>
      </dsp:nvSpPr>
      <dsp:spPr>
        <a:xfrm>
          <a:off x="251273" y="998718"/>
          <a:ext cx="2002482" cy="10027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sz="1400" kern="1200" dirty="0"/>
            <a:t>Frame's calculated checksum does not match the transmitted checksum</a:t>
          </a:r>
        </a:p>
      </dsp:txBody>
      <dsp:txXfrm>
        <a:off x="280643" y="1028088"/>
        <a:ext cx="1943742" cy="944038"/>
      </dsp:txXfrm>
    </dsp:sp>
    <dsp:sp modelId="{71F72453-5D25-474E-8BC8-11CBC25AB268}">
      <dsp:nvSpPr>
        <dsp:cNvPr id="0" name=""/>
        <dsp:cNvSpPr/>
      </dsp:nvSpPr>
      <dsp:spPr>
        <a:xfrm>
          <a:off x="251273" y="2155769"/>
          <a:ext cx="2002482" cy="10027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sz="1400" kern="1200" dirty="0"/>
            <a:t>Indicative of noise, interference, or equipment malfunctions </a:t>
          </a:r>
        </a:p>
      </dsp:txBody>
      <dsp:txXfrm>
        <a:off x="280643" y="2185139"/>
        <a:ext cx="1943742" cy="944038"/>
      </dsp:txXfrm>
    </dsp:sp>
    <dsp:sp modelId="{A478E300-E966-48DD-AAA7-19F81FE9544F}">
      <dsp:nvSpPr>
        <dsp:cNvPr id="0" name=""/>
        <dsp:cNvSpPr/>
      </dsp:nvSpPr>
      <dsp:spPr>
        <a:xfrm>
          <a:off x="2691798" y="0"/>
          <a:ext cx="2503103" cy="3325813"/>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rgbClr val="20282F"/>
              </a:solidFill>
            </a:rPr>
            <a:t>Runt Frame Errors</a:t>
          </a:r>
        </a:p>
      </dsp:txBody>
      <dsp:txXfrm>
        <a:off x="2691798" y="0"/>
        <a:ext cx="2503103" cy="997743"/>
      </dsp:txXfrm>
    </dsp:sp>
    <dsp:sp modelId="{B36906FC-C7CB-4472-A509-94E618AEA8F5}">
      <dsp:nvSpPr>
        <dsp:cNvPr id="0" name=""/>
        <dsp:cNvSpPr/>
      </dsp:nvSpPr>
      <dsp:spPr>
        <a:xfrm>
          <a:off x="2942108" y="998718"/>
          <a:ext cx="2002482" cy="10027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sz="1400" kern="1200" dirty="0"/>
            <a:t>Frames are smaller than the minimum frame size.</a:t>
          </a:r>
        </a:p>
      </dsp:txBody>
      <dsp:txXfrm>
        <a:off x="2971478" y="1028088"/>
        <a:ext cx="1943742" cy="944038"/>
      </dsp:txXfrm>
    </dsp:sp>
    <dsp:sp modelId="{D551D061-2E67-4EFF-9318-D18CC1E36181}">
      <dsp:nvSpPr>
        <dsp:cNvPr id="0" name=""/>
        <dsp:cNvSpPr/>
      </dsp:nvSpPr>
      <dsp:spPr>
        <a:xfrm>
          <a:off x="2942108" y="2155769"/>
          <a:ext cx="2002482" cy="10027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sz="1400" kern="1200" dirty="0"/>
            <a:t>Results from collisions or damaged hardware.</a:t>
          </a:r>
        </a:p>
      </dsp:txBody>
      <dsp:txXfrm>
        <a:off x="2971478" y="2185139"/>
        <a:ext cx="1943742" cy="944038"/>
      </dsp:txXfrm>
    </dsp:sp>
    <dsp:sp modelId="{FD18F13B-3938-4EBE-A569-BBCBFE25AD57}">
      <dsp:nvSpPr>
        <dsp:cNvPr id="0" name=""/>
        <dsp:cNvSpPr/>
      </dsp:nvSpPr>
      <dsp:spPr>
        <a:xfrm>
          <a:off x="5382634" y="0"/>
          <a:ext cx="2503103" cy="3325813"/>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rgbClr val="20282F"/>
              </a:solidFill>
            </a:rPr>
            <a:t>Giant Frame Errors</a:t>
          </a:r>
        </a:p>
      </dsp:txBody>
      <dsp:txXfrm>
        <a:off x="5382634" y="0"/>
        <a:ext cx="2503103" cy="997743"/>
      </dsp:txXfrm>
    </dsp:sp>
    <dsp:sp modelId="{F698373A-0390-46A4-A171-AA5382A29AF9}">
      <dsp:nvSpPr>
        <dsp:cNvPr id="0" name=""/>
        <dsp:cNvSpPr/>
      </dsp:nvSpPr>
      <dsp:spPr>
        <a:xfrm>
          <a:off x="5632944" y="998718"/>
          <a:ext cx="2002482" cy="10027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sz="1400" kern="1200" dirty="0"/>
            <a:t>Frames exceed the maximum allowed size.</a:t>
          </a:r>
        </a:p>
      </dsp:txBody>
      <dsp:txXfrm>
        <a:off x="5662314" y="1028088"/>
        <a:ext cx="1943742" cy="944038"/>
      </dsp:txXfrm>
    </dsp:sp>
    <dsp:sp modelId="{7563F43A-4DFD-4E77-BF18-F6A14E7AF287}">
      <dsp:nvSpPr>
        <dsp:cNvPr id="0" name=""/>
        <dsp:cNvSpPr/>
      </dsp:nvSpPr>
      <dsp:spPr>
        <a:xfrm>
          <a:off x="5632944" y="2155769"/>
          <a:ext cx="2002482" cy="10027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sz="1400" kern="1200" dirty="0"/>
            <a:t>Caused by misconfiguration or malfunctioning network devices</a:t>
          </a:r>
        </a:p>
      </dsp:txBody>
      <dsp:txXfrm>
        <a:off x="5662314" y="2185139"/>
        <a:ext cx="1943742" cy="944038"/>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B9281A-EC32-D148-852A-7C64AC0617D4}">
      <dsp:nvSpPr>
        <dsp:cNvPr id="0" name=""/>
        <dsp:cNvSpPr/>
      </dsp:nvSpPr>
      <dsp:spPr>
        <a:xfrm>
          <a:off x="2965" y="272823"/>
          <a:ext cx="1782979" cy="59017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dirty="0"/>
            <a:t>Network Loops: Causes</a:t>
          </a:r>
        </a:p>
      </dsp:txBody>
      <dsp:txXfrm>
        <a:off x="2965" y="272823"/>
        <a:ext cx="1782979" cy="590170"/>
      </dsp:txXfrm>
    </dsp:sp>
    <dsp:sp modelId="{24CC5D90-44E1-C341-A87D-EB438F00E4EF}">
      <dsp:nvSpPr>
        <dsp:cNvPr id="0" name=""/>
        <dsp:cNvSpPr/>
      </dsp:nvSpPr>
      <dsp:spPr>
        <a:xfrm>
          <a:off x="2965" y="862994"/>
          <a:ext cx="1782979" cy="2189995"/>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Redundant connections</a:t>
          </a:r>
        </a:p>
        <a:p>
          <a:pPr marL="114300" lvl="1" indent="-114300" algn="l" defTabSz="666750">
            <a:lnSpc>
              <a:spcPct val="90000"/>
            </a:lnSpc>
            <a:spcBef>
              <a:spcPct val="0"/>
            </a:spcBef>
            <a:spcAft>
              <a:spcPct val="15000"/>
            </a:spcAft>
            <a:buChar char="•"/>
          </a:pPr>
          <a:r>
            <a:rPr lang="en-US" sz="1500" kern="1200" dirty="0">
              <a:solidFill>
                <a:srgbClr val="20282F"/>
              </a:solidFill>
            </a:rPr>
            <a:t>End-device side</a:t>
          </a:r>
        </a:p>
      </dsp:txBody>
      <dsp:txXfrm>
        <a:off x="2965" y="862994"/>
        <a:ext cx="1782979" cy="2189995"/>
      </dsp:txXfrm>
    </dsp:sp>
    <dsp:sp modelId="{0955CD86-D048-B04E-B414-02EC1856838F}">
      <dsp:nvSpPr>
        <dsp:cNvPr id="0" name=""/>
        <dsp:cNvSpPr/>
      </dsp:nvSpPr>
      <dsp:spPr>
        <a:xfrm>
          <a:off x="2035561" y="272823"/>
          <a:ext cx="1782979" cy="59017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dirty="0"/>
            <a:t>Network Loops: Solutions</a:t>
          </a:r>
        </a:p>
      </dsp:txBody>
      <dsp:txXfrm>
        <a:off x="2035561" y="272823"/>
        <a:ext cx="1782979" cy="590170"/>
      </dsp:txXfrm>
    </dsp:sp>
    <dsp:sp modelId="{C84750F9-12DD-DB4B-B15F-21AB998D6898}">
      <dsp:nvSpPr>
        <dsp:cNvPr id="0" name=""/>
        <dsp:cNvSpPr/>
      </dsp:nvSpPr>
      <dsp:spPr>
        <a:xfrm>
          <a:off x="2035561" y="862994"/>
          <a:ext cx="1782979" cy="2189995"/>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Proper redundant connection configuration </a:t>
          </a:r>
        </a:p>
        <a:p>
          <a:pPr marL="114300" lvl="1" indent="-114300" algn="l" defTabSz="666750">
            <a:lnSpc>
              <a:spcPct val="90000"/>
            </a:lnSpc>
            <a:spcBef>
              <a:spcPct val="0"/>
            </a:spcBef>
            <a:spcAft>
              <a:spcPct val="15000"/>
            </a:spcAft>
            <a:buChar char="•"/>
          </a:pPr>
          <a:r>
            <a:rPr lang="en-US" sz="1500" kern="1200" dirty="0">
              <a:solidFill>
                <a:srgbClr val="20282F"/>
              </a:solidFill>
            </a:rPr>
            <a:t>Implement spanning tree protocol (STP)</a:t>
          </a:r>
        </a:p>
        <a:p>
          <a:pPr marL="114300" lvl="1" indent="-114300" algn="l" defTabSz="666750">
            <a:lnSpc>
              <a:spcPct val="90000"/>
            </a:lnSpc>
            <a:spcBef>
              <a:spcPct val="0"/>
            </a:spcBef>
            <a:spcAft>
              <a:spcPct val="15000"/>
            </a:spcAft>
            <a:buChar char="•"/>
          </a:pPr>
          <a:r>
            <a:rPr lang="en-US" sz="1500" kern="1200" dirty="0">
              <a:solidFill>
                <a:srgbClr val="20282F"/>
              </a:solidFill>
            </a:rPr>
            <a:t>Educate users</a:t>
          </a:r>
        </a:p>
      </dsp:txBody>
      <dsp:txXfrm>
        <a:off x="2035561" y="862994"/>
        <a:ext cx="1782979" cy="2189995"/>
      </dsp:txXfrm>
    </dsp:sp>
    <dsp:sp modelId="{39EA45A4-1CEE-8743-837B-2A7334C1D5ED}">
      <dsp:nvSpPr>
        <dsp:cNvPr id="0" name=""/>
        <dsp:cNvSpPr/>
      </dsp:nvSpPr>
      <dsp:spPr>
        <a:xfrm>
          <a:off x="4068158" y="272823"/>
          <a:ext cx="1782979" cy="59017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dirty="0"/>
            <a:t>Broadcast Storms: Causes</a:t>
          </a:r>
        </a:p>
      </dsp:txBody>
      <dsp:txXfrm>
        <a:off x="4068158" y="272823"/>
        <a:ext cx="1782979" cy="590170"/>
      </dsp:txXfrm>
    </dsp:sp>
    <dsp:sp modelId="{7A2915D9-7032-D94C-987E-4F11AC5B97AB}">
      <dsp:nvSpPr>
        <dsp:cNvPr id="0" name=""/>
        <dsp:cNvSpPr/>
      </dsp:nvSpPr>
      <dsp:spPr>
        <a:xfrm>
          <a:off x="4068158" y="862994"/>
          <a:ext cx="1782979" cy="2189995"/>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DHCP issues </a:t>
          </a:r>
        </a:p>
        <a:p>
          <a:pPr marL="114300" lvl="1" indent="-114300" algn="l" defTabSz="666750">
            <a:lnSpc>
              <a:spcPct val="90000"/>
            </a:lnSpc>
            <a:spcBef>
              <a:spcPct val="0"/>
            </a:spcBef>
            <a:spcAft>
              <a:spcPct val="15000"/>
            </a:spcAft>
            <a:buChar char="•"/>
          </a:pPr>
          <a:r>
            <a:rPr lang="en-US" sz="1500" kern="1200" dirty="0">
              <a:solidFill>
                <a:srgbClr val="20282F"/>
              </a:solidFill>
            </a:rPr>
            <a:t>Very large broadcast domains</a:t>
          </a:r>
        </a:p>
      </dsp:txBody>
      <dsp:txXfrm>
        <a:off x="4068158" y="862994"/>
        <a:ext cx="1782979" cy="2189995"/>
      </dsp:txXfrm>
    </dsp:sp>
    <dsp:sp modelId="{B974A0CB-63BD-B242-8FEE-266EA627ADFA}">
      <dsp:nvSpPr>
        <dsp:cNvPr id="0" name=""/>
        <dsp:cNvSpPr/>
      </dsp:nvSpPr>
      <dsp:spPr>
        <a:xfrm>
          <a:off x="6100755" y="272823"/>
          <a:ext cx="1782979" cy="59017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dirty="0"/>
            <a:t>Broadcast Storms: Solutions</a:t>
          </a:r>
        </a:p>
      </dsp:txBody>
      <dsp:txXfrm>
        <a:off x="6100755" y="272823"/>
        <a:ext cx="1782979" cy="590170"/>
      </dsp:txXfrm>
    </dsp:sp>
    <dsp:sp modelId="{2CCAF9BB-7AC4-CB44-9F77-71B69A509FF5}">
      <dsp:nvSpPr>
        <dsp:cNvPr id="0" name=""/>
        <dsp:cNvSpPr/>
      </dsp:nvSpPr>
      <dsp:spPr>
        <a:xfrm>
          <a:off x="6100755" y="862994"/>
          <a:ext cx="1782979" cy="2189995"/>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Monitor DHCP traffic</a:t>
          </a:r>
        </a:p>
        <a:p>
          <a:pPr marL="114300" lvl="1" indent="-114300" algn="l" defTabSz="666750">
            <a:lnSpc>
              <a:spcPct val="90000"/>
            </a:lnSpc>
            <a:spcBef>
              <a:spcPct val="0"/>
            </a:spcBef>
            <a:spcAft>
              <a:spcPct val="15000"/>
            </a:spcAft>
            <a:buChar char="•"/>
          </a:pPr>
          <a:r>
            <a:rPr lang="en-US" sz="1500" kern="1200" dirty="0">
              <a:solidFill>
                <a:srgbClr val="20282F"/>
              </a:solidFill>
            </a:rPr>
            <a:t>Segment the network</a:t>
          </a:r>
        </a:p>
      </dsp:txBody>
      <dsp:txXfrm>
        <a:off x="6100755" y="862994"/>
        <a:ext cx="1782979" cy="2189995"/>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FB409C-BE5D-4E7B-8FF9-1F415B5D3607}">
      <dsp:nvSpPr>
        <dsp:cNvPr id="0" name=""/>
        <dsp:cNvSpPr/>
      </dsp:nvSpPr>
      <dsp:spPr>
        <a:xfrm>
          <a:off x="2464" y="5445"/>
          <a:ext cx="2402978" cy="597372"/>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ts val="600"/>
            </a:spcBef>
            <a:spcAft>
              <a:spcPts val="600"/>
            </a:spcAft>
            <a:buFont typeface="Arial" panose="020B0604020202020204" pitchFamily="34" charset="0"/>
            <a:buNone/>
          </a:pPr>
          <a:r>
            <a:rPr lang="en-US" sz="1500" b="0" kern="1200" dirty="0"/>
            <a:t>Cabling Considerations</a:t>
          </a:r>
        </a:p>
      </dsp:txBody>
      <dsp:txXfrm>
        <a:off x="2464" y="5445"/>
        <a:ext cx="2402978" cy="597372"/>
      </dsp:txXfrm>
    </dsp:sp>
    <dsp:sp modelId="{54895AFB-DB1E-4EE1-BE42-9B24B43343EF}">
      <dsp:nvSpPr>
        <dsp:cNvPr id="0" name=""/>
        <dsp:cNvSpPr/>
      </dsp:nvSpPr>
      <dsp:spPr>
        <a:xfrm>
          <a:off x="2464" y="602817"/>
          <a:ext cx="2402978" cy="2717550"/>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ts val="600"/>
            </a:spcBef>
            <a:spcAft>
              <a:spcPts val="600"/>
            </a:spcAft>
            <a:buFont typeface="Arial" panose="020B0604020202020204" pitchFamily="34" charset="0"/>
            <a:buChar char="•"/>
          </a:pPr>
          <a:r>
            <a:rPr lang="en-US" sz="1500" kern="1200" dirty="0">
              <a:solidFill>
                <a:srgbClr val="20282F"/>
              </a:solidFill>
            </a:rPr>
            <a:t>Must use Cat 5e or better, recommend </a:t>
          </a:r>
          <a:br>
            <a:rPr lang="en-US" sz="1500" kern="1200" dirty="0">
              <a:solidFill>
                <a:srgbClr val="20282F"/>
              </a:solidFill>
            </a:rPr>
          </a:br>
          <a:r>
            <a:rPr lang="en-US" sz="1500" kern="1200" dirty="0">
              <a:solidFill>
                <a:srgbClr val="20282F"/>
              </a:solidFill>
            </a:rPr>
            <a:t>Cat 6A</a:t>
          </a:r>
        </a:p>
        <a:p>
          <a:pPr marL="114300" lvl="1" indent="-114300" algn="l" defTabSz="666750">
            <a:lnSpc>
              <a:spcPct val="90000"/>
            </a:lnSpc>
            <a:spcBef>
              <a:spcPts val="600"/>
            </a:spcBef>
            <a:spcAft>
              <a:spcPts val="600"/>
            </a:spcAft>
            <a:buFont typeface="Arial" panose="020B0604020202020204" pitchFamily="34" charset="0"/>
            <a:buChar char="•"/>
          </a:pPr>
          <a:r>
            <a:rPr lang="en-US" sz="1500" kern="1200" dirty="0">
              <a:solidFill>
                <a:srgbClr val="20282F"/>
              </a:solidFill>
            </a:rPr>
            <a:t>Importance of conductor thickness (23 AWG &gt; 24 AWG for better performance)</a:t>
          </a:r>
        </a:p>
        <a:p>
          <a:pPr marL="114300" lvl="1" indent="-114300" algn="l" defTabSz="666750">
            <a:lnSpc>
              <a:spcPct val="90000"/>
            </a:lnSpc>
            <a:spcBef>
              <a:spcPts val="600"/>
            </a:spcBef>
            <a:spcAft>
              <a:spcPts val="600"/>
            </a:spcAft>
            <a:buFont typeface="Arial" panose="020B0604020202020204" pitchFamily="34" charset="0"/>
            <a:buChar char="•"/>
          </a:pPr>
          <a:r>
            <a:rPr lang="en-US" sz="1500" kern="1200" dirty="0">
              <a:solidFill>
                <a:srgbClr val="20282F"/>
              </a:solidFill>
            </a:rPr>
            <a:t>Shielded cabling </a:t>
          </a:r>
          <a:br>
            <a:rPr lang="en-US" sz="1500" kern="1200" dirty="0">
              <a:solidFill>
                <a:srgbClr val="20282F"/>
              </a:solidFill>
            </a:rPr>
          </a:br>
          <a:r>
            <a:rPr lang="en-US" sz="1500" kern="1200" dirty="0">
              <a:solidFill>
                <a:srgbClr val="20282F"/>
              </a:solidFill>
            </a:rPr>
            <a:t>helps disperse </a:t>
          </a:r>
          <a:br>
            <a:rPr lang="en-US" sz="1500" kern="1200" dirty="0">
              <a:solidFill>
                <a:srgbClr val="20282F"/>
              </a:solidFill>
            </a:rPr>
          </a:br>
          <a:r>
            <a:rPr lang="en-US" sz="1500" kern="1200" dirty="0">
              <a:solidFill>
                <a:srgbClr val="20282F"/>
              </a:solidFill>
            </a:rPr>
            <a:t>heat efficiently</a:t>
          </a:r>
        </a:p>
      </dsp:txBody>
      <dsp:txXfrm>
        <a:off x="2464" y="602817"/>
        <a:ext cx="2402978" cy="2717550"/>
      </dsp:txXfrm>
    </dsp:sp>
    <dsp:sp modelId="{44D8FD3C-EF5E-4B8F-8F0D-8F9D154404C4}">
      <dsp:nvSpPr>
        <dsp:cNvPr id="0" name=""/>
        <dsp:cNvSpPr/>
      </dsp:nvSpPr>
      <dsp:spPr>
        <a:xfrm>
          <a:off x="2741860" y="5445"/>
          <a:ext cx="2402978" cy="597372"/>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ts val="600"/>
            </a:spcBef>
            <a:spcAft>
              <a:spcPts val="600"/>
            </a:spcAft>
            <a:buFont typeface="Arial" panose="020B0604020202020204" pitchFamily="34" charset="0"/>
            <a:buNone/>
          </a:pPr>
          <a:r>
            <a:rPr lang="en-US" sz="1500" b="0" kern="1200" dirty="0"/>
            <a:t>Standard Compatibility</a:t>
          </a:r>
        </a:p>
      </dsp:txBody>
      <dsp:txXfrm>
        <a:off x="2741860" y="5445"/>
        <a:ext cx="2402978" cy="597372"/>
      </dsp:txXfrm>
    </dsp:sp>
    <dsp:sp modelId="{D8871102-97FE-4BAB-BEAE-9D70E8BA2FAF}">
      <dsp:nvSpPr>
        <dsp:cNvPr id="0" name=""/>
        <dsp:cNvSpPr/>
      </dsp:nvSpPr>
      <dsp:spPr>
        <a:xfrm>
          <a:off x="2741860" y="602817"/>
          <a:ext cx="2402978" cy="2717550"/>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ts val="600"/>
            </a:spcBef>
            <a:spcAft>
              <a:spcPts val="600"/>
            </a:spcAft>
            <a:buFont typeface="Arial" panose="020B0604020202020204" pitchFamily="34" charset="0"/>
            <a:buChar char="•"/>
          </a:pPr>
          <a:r>
            <a:rPr lang="en-US" sz="1500" kern="1200" dirty="0">
              <a:solidFill>
                <a:srgbClr val="20282F"/>
              </a:solidFill>
            </a:rPr>
            <a:t>Devices must negotiate the correct PoE mode (Alternative A, B, or Four-pair)</a:t>
          </a:r>
        </a:p>
        <a:p>
          <a:pPr marL="114300" lvl="1" indent="-114300" algn="l" defTabSz="666750">
            <a:lnSpc>
              <a:spcPct val="90000"/>
            </a:lnSpc>
            <a:spcBef>
              <a:spcPts val="600"/>
            </a:spcBef>
            <a:spcAft>
              <a:spcPts val="600"/>
            </a:spcAft>
            <a:buFont typeface="Arial" panose="020B0604020202020204" pitchFamily="34" charset="0"/>
            <a:buChar char="•"/>
          </a:pPr>
          <a:r>
            <a:rPr lang="en-US" sz="1500" kern="1200" dirty="0">
              <a:solidFill>
                <a:srgbClr val="20282F"/>
              </a:solidFill>
            </a:rPr>
            <a:t>Challenges with devices only supporting the first PoE standard</a:t>
          </a:r>
        </a:p>
      </dsp:txBody>
      <dsp:txXfrm>
        <a:off x="2741860" y="602817"/>
        <a:ext cx="2402978" cy="2717550"/>
      </dsp:txXfrm>
    </dsp:sp>
    <dsp:sp modelId="{F8EE6CC9-5A19-4BBE-89E2-C31586A1AF5C}">
      <dsp:nvSpPr>
        <dsp:cNvPr id="0" name=""/>
        <dsp:cNvSpPr/>
      </dsp:nvSpPr>
      <dsp:spPr>
        <a:xfrm>
          <a:off x="5481256" y="5445"/>
          <a:ext cx="2402978" cy="597372"/>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ts val="600"/>
            </a:spcBef>
            <a:spcAft>
              <a:spcPts val="600"/>
            </a:spcAft>
            <a:buFont typeface="Arial" panose="020B0604020202020204" pitchFamily="34" charset="0"/>
            <a:buNone/>
          </a:pPr>
          <a:r>
            <a:rPr lang="en-US" sz="1500" b="0" kern="1200" dirty="0"/>
            <a:t>Power Budget Management</a:t>
          </a:r>
        </a:p>
      </dsp:txBody>
      <dsp:txXfrm>
        <a:off x="5481256" y="5445"/>
        <a:ext cx="2402978" cy="597372"/>
      </dsp:txXfrm>
    </dsp:sp>
    <dsp:sp modelId="{1ADC1506-241D-456A-9356-55DA2BE58AF3}">
      <dsp:nvSpPr>
        <dsp:cNvPr id="0" name=""/>
        <dsp:cNvSpPr/>
      </dsp:nvSpPr>
      <dsp:spPr>
        <a:xfrm>
          <a:off x="5481256" y="602817"/>
          <a:ext cx="2402978" cy="2717550"/>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ts val="600"/>
            </a:spcBef>
            <a:spcAft>
              <a:spcPts val="600"/>
            </a:spcAft>
            <a:buFont typeface="Arial" panose="020B0604020202020204" pitchFamily="34" charset="0"/>
            <a:buChar char="•"/>
          </a:pPr>
          <a:r>
            <a:rPr lang="en-US" sz="1500" kern="1200" dirty="0">
              <a:solidFill>
                <a:srgbClr val="20282F"/>
              </a:solidFill>
            </a:rPr>
            <a:t>Switches have a limited power budget </a:t>
          </a:r>
          <a:br>
            <a:rPr lang="en-US" sz="1500" kern="1200" dirty="0">
              <a:solidFill>
                <a:srgbClr val="20282F"/>
              </a:solidFill>
            </a:rPr>
          </a:br>
          <a:r>
            <a:rPr lang="en-US" sz="1500" kern="1200" dirty="0">
              <a:solidFill>
                <a:srgbClr val="20282F"/>
              </a:solidFill>
            </a:rPr>
            <a:t>(300–400W)</a:t>
          </a:r>
        </a:p>
        <a:p>
          <a:pPr marL="114300" lvl="1" indent="-114300" algn="l" defTabSz="666750">
            <a:lnSpc>
              <a:spcPct val="90000"/>
            </a:lnSpc>
            <a:spcBef>
              <a:spcPts val="600"/>
            </a:spcBef>
            <a:spcAft>
              <a:spcPts val="600"/>
            </a:spcAft>
            <a:buFont typeface="Arial" panose="020B0604020202020204" pitchFamily="34" charset="0"/>
            <a:buChar char="•"/>
          </a:pPr>
          <a:r>
            <a:rPr lang="en-US" sz="1500" kern="1200" dirty="0">
              <a:solidFill>
                <a:srgbClr val="20282F"/>
              </a:solidFill>
            </a:rPr>
            <a:t>Use "show power inline" command </a:t>
          </a:r>
          <a:br>
            <a:rPr lang="en-US" sz="1500" kern="1200" dirty="0">
              <a:solidFill>
                <a:srgbClr val="20282F"/>
              </a:solidFill>
            </a:rPr>
          </a:br>
          <a:r>
            <a:rPr lang="en-US" sz="1500" kern="1200" dirty="0">
              <a:solidFill>
                <a:srgbClr val="20282F"/>
              </a:solidFill>
            </a:rPr>
            <a:t>for monitoring</a:t>
          </a:r>
        </a:p>
      </dsp:txBody>
      <dsp:txXfrm>
        <a:off x="5481256" y="602817"/>
        <a:ext cx="2402978" cy="271755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B664CF5-B977-BFF1-9097-2EF5A48FFC0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1ED517A-6E36-8F40-7037-3E5D9E3E672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E6B64F8-5C2C-4F29-B303-F399887BD256}" type="datetimeFigureOut">
              <a:rPr lang="en-US" smtClean="0"/>
              <a:t>4/21/2025</a:t>
            </a:fld>
            <a:endParaRPr lang="en-US" dirty="0"/>
          </a:p>
        </p:txBody>
      </p:sp>
      <p:sp>
        <p:nvSpPr>
          <p:cNvPr id="4" name="Footer Placeholder 3">
            <a:extLst>
              <a:ext uri="{FF2B5EF4-FFF2-40B4-BE49-F238E27FC236}">
                <a16:creationId xmlns:a16="http://schemas.microsoft.com/office/drawing/2014/main" id="{1CC002D8-646B-9D97-D45F-99CE31C206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82E5F993-5C24-0B8C-258C-C9F01125DAE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417901-CBF2-4A23-AAFA-F8975FC9CF90}" type="slidenum">
              <a:rPr lang="en-US" smtClean="0"/>
              <a:t>‹#›</a:t>
            </a:fld>
            <a:endParaRPr lang="en-US" dirty="0"/>
          </a:p>
        </p:txBody>
      </p:sp>
    </p:spTree>
    <p:extLst>
      <p:ext uri="{BB962C8B-B14F-4D97-AF65-F5344CB8AC3E}">
        <p14:creationId xmlns:p14="http://schemas.microsoft.com/office/powerpoint/2010/main" val="168789828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E0AA9D-B8AA-4E3D-B10A-A871A76066C4}" type="datetimeFigureOut">
              <a:rPr lang="en-US" smtClean="0"/>
              <a:t>4/21/2025</a:t>
            </a:fld>
            <a:endParaRPr lang="en-US" dirty="0"/>
          </a:p>
        </p:txBody>
      </p:sp>
      <p:sp>
        <p:nvSpPr>
          <p:cNvPr id="4" name="Slide Image Placeholder 3"/>
          <p:cNvSpPr>
            <a:spLocks noGrp="1" noRot="1" noChangeAspect="1"/>
          </p:cNvSpPr>
          <p:nvPr>
            <p:ph type="sldImg" idx="2"/>
          </p:nvPr>
        </p:nvSpPr>
        <p:spPr>
          <a:xfrm>
            <a:off x="684213" y="1143000"/>
            <a:ext cx="548957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r>
              <a:rPr lang="en-US" dirty="0"/>
              <a:t>​Copyright © 2024 The Computing Technology Industry Association, Inc. All rights reserved.</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FC1154-15AF-4CEB-AEC9-7A3CFB195EFA}" type="slidenum">
              <a:rPr lang="en-US" smtClean="0"/>
              <a:t>‹#›</a:t>
            </a:fld>
            <a:endParaRPr lang="en-US" dirty="0"/>
          </a:p>
        </p:txBody>
      </p:sp>
    </p:spTree>
    <p:extLst>
      <p:ext uri="{BB962C8B-B14F-4D97-AF65-F5344CB8AC3E}">
        <p14:creationId xmlns:p14="http://schemas.microsoft.com/office/powerpoint/2010/main" val="1461633394"/>
      </p:ext>
    </p:extLst>
  </p:cSld>
  <p:clrMap bg1="lt1" tx1="dk1" bg2="lt2" tx2="dk2" accent1="accent1" accent2="accent2" accent3="accent3" accent4="accent4" accent5="accent5" accent6="accent6" hlink="hlink" folHlink="folHlink"/>
  <p:hf hdr="0" dt="0"/>
  <p:notesStyle>
    <a:lvl1pPr marL="0" algn="l" defTabSz="685526" rtl="0" eaLnBrk="1" latinLnBrk="0" hangingPunct="1">
      <a:defRPr sz="900" kern="1200">
        <a:solidFill>
          <a:schemeClr val="tx1"/>
        </a:solidFill>
        <a:latin typeface="+mn-lt"/>
        <a:ea typeface="+mn-ea"/>
        <a:cs typeface="+mn-cs"/>
      </a:defRPr>
    </a:lvl1pPr>
    <a:lvl2pPr marL="342763" algn="l" defTabSz="685526" rtl="0" eaLnBrk="1" latinLnBrk="0" hangingPunct="1">
      <a:defRPr sz="900" kern="1200">
        <a:solidFill>
          <a:schemeClr val="tx1"/>
        </a:solidFill>
        <a:latin typeface="+mn-lt"/>
        <a:ea typeface="+mn-ea"/>
        <a:cs typeface="+mn-cs"/>
      </a:defRPr>
    </a:lvl2pPr>
    <a:lvl3pPr marL="685526" algn="l" defTabSz="685526" rtl="0" eaLnBrk="1" latinLnBrk="0" hangingPunct="1">
      <a:defRPr sz="900" kern="1200">
        <a:solidFill>
          <a:schemeClr val="tx1"/>
        </a:solidFill>
        <a:latin typeface="+mn-lt"/>
        <a:ea typeface="+mn-ea"/>
        <a:cs typeface="+mn-cs"/>
      </a:defRPr>
    </a:lvl3pPr>
    <a:lvl4pPr marL="1028289" algn="l" defTabSz="685526" rtl="0" eaLnBrk="1" latinLnBrk="0" hangingPunct="1">
      <a:defRPr sz="900" kern="1200">
        <a:solidFill>
          <a:schemeClr val="tx1"/>
        </a:solidFill>
        <a:latin typeface="+mn-lt"/>
        <a:ea typeface="+mn-ea"/>
        <a:cs typeface="+mn-cs"/>
      </a:defRPr>
    </a:lvl4pPr>
    <a:lvl5pPr marL="1371051" algn="l" defTabSz="685526" rtl="0" eaLnBrk="1" latinLnBrk="0" hangingPunct="1">
      <a:defRPr sz="900" kern="1200">
        <a:solidFill>
          <a:schemeClr val="tx1"/>
        </a:solidFill>
        <a:latin typeface="+mn-lt"/>
        <a:ea typeface="+mn-ea"/>
        <a:cs typeface="+mn-cs"/>
      </a:defRPr>
    </a:lvl5pPr>
    <a:lvl6pPr marL="1713814" algn="l" defTabSz="685526" rtl="0" eaLnBrk="1" latinLnBrk="0" hangingPunct="1">
      <a:defRPr sz="900" kern="1200">
        <a:solidFill>
          <a:schemeClr val="tx1"/>
        </a:solidFill>
        <a:latin typeface="+mn-lt"/>
        <a:ea typeface="+mn-ea"/>
        <a:cs typeface="+mn-cs"/>
      </a:defRPr>
    </a:lvl6pPr>
    <a:lvl7pPr marL="2056577" algn="l" defTabSz="685526" rtl="0" eaLnBrk="1" latinLnBrk="0" hangingPunct="1">
      <a:defRPr sz="900" kern="1200">
        <a:solidFill>
          <a:schemeClr val="tx1"/>
        </a:solidFill>
        <a:latin typeface="+mn-lt"/>
        <a:ea typeface="+mn-ea"/>
        <a:cs typeface="+mn-cs"/>
      </a:defRPr>
    </a:lvl7pPr>
    <a:lvl8pPr marL="2399340" algn="l" defTabSz="685526" rtl="0" eaLnBrk="1" latinLnBrk="0" hangingPunct="1">
      <a:defRPr sz="900" kern="1200">
        <a:solidFill>
          <a:schemeClr val="tx1"/>
        </a:solidFill>
        <a:latin typeface="+mn-lt"/>
        <a:ea typeface="+mn-ea"/>
        <a:cs typeface="+mn-cs"/>
      </a:defRPr>
    </a:lvl8pPr>
    <a:lvl9pPr marL="2742103" algn="l" defTabSz="685526"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endParaRPr lang="en-US" b="0" i="0" dirty="0">
              <a:solidFill>
                <a:srgbClr val="FFFFFF"/>
              </a:solidFill>
              <a:effectLst/>
              <a:latin typeface="roboto" panose="02000000000000000000" pitchFamily="2" charset="0"/>
            </a:endParaRPr>
          </a:p>
          <a:p>
            <a:pPr marL="0" lvl="0" indent="0">
              <a:buFont typeface="Courier New" panose="02070309020205020404" pitchFamily="49" charset="0"/>
              <a:buNone/>
            </a:pPr>
            <a:endParaRPr lang="en-GB" dirty="0"/>
          </a:p>
        </p:txBody>
      </p:sp>
      <p:sp>
        <p:nvSpPr>
          <p:cNvPr id="5" name="Footer Placeholder 4">
            <a:extLst>
              <a:ext uri="{FF2B5EF4-FFF2-40B4-BE49-F238E27FC236}">
                <a16:creationId xmlns:a16="http://schemas.microsoft.com/office/drawing/2014/main" id="{419044AF-DA08-ABF6-3B9E-0512043F7231}"/>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537719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4213" y="1143000"/>
            <a:ext cx="5489575" cy="308610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Suggested Instructor Notes – Learning Objectives</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The learning objectives align with the following Exam Objectives for Module 3:</a:t>
            </a:r>
          </a:p>
          <a:p>
            <a:pPr marL="171450" indent="-171450">
              <a:buFont typeface="Arial" panose="020B0604020202020204" pitchFamily="34" charset="0"/>
              <a:buChar char="•"/>
            </a:pPr>
            <a:r>
              <a:rPr lang="en-US" dirty="0"/>
              <a:t>1.2 Compare and contrast networking appliances, applications, and functions.</a:t>
            </a:r>
          </a:p>
          <a:p>
            <a:pPr marL="171450" indent="-171450">
              <a:buFont typeface="Arial" panose="020B0604020202020204" pitchFamily="34" charset="0"/>
              <a:buChar char="•"/>
            </a:pPr>
            <a:r>
              <a:rPr lang="en-US" dirty="0"/>
              <a:t>1.5 Compare and contrast transmission media and transceivers.</a:t>
            </a:r>
          </a:p>
          <a:p>
            <a:pPr marL="171450" marR="0" lvl="0" indent="-171450" fontAlgn="auto">
              <a:lnSpc>
                <a:spcPct val="100000"/>
              </a:lnSpc>
              <a:spcBef>
                <a:spcPts val="0"/>
              </a:spcBef>
              <a:spcAft>
                <a:spcPts val="0"/>
              </a:spcAft>
              <a:buClr>
                <a:srgbClr val="000000"/>
              </a:buClr>
              <a:buSzPts val="1100"/>
              <a:buFont typeface="Arial" panose="020B0604020202020204" pitchFamily="34" charset="0"/>
              <a:buChar char="•"/>
              <a:tabLst/>
              <a:defRPr/>
            </a:pPr>
            <a:r>
              <a:rPr lang="en-US" dirty="0"/>
              <a:t>2.2 Given a scenario, configure switching technologies and features.</a:t>
            </a:r>
          </a:p>
          <a:p>
            <a:pPr marL="171450" indent="-171450">
              <a:buFont typeface="Arial" panose="020B0604020202020204" pitchFamily="34" charset="0"/>
              <a:buChar char="•"/>
            </a:pPr>
            <a:r>
              <a:rPr lang="en-US" dirty="0"/>
              <a:t>5.2 Given a scenario, troubleshoot common cabling and physical interface issues.</a:t>
            </a:r>
          </a:p>
          <a:p>
            <a:pPr marL="171450" indent="-171450">
              <a:buFont typeface="Arial" panose="020B0604020202020204" pitchFamily="34" charset="0"/>
              <a:buChar char="•"/>
            </a:pPr>
            <a:r>
              <a:rPr lang="en-US" dirty="0"/>
              <a:t>5.3 Given a scenario, troubleshoot common issues with network services.</a:t>
            </a:r>
          </a:p>
          <a:p>
            <a:pPr marL="171450" indent="-171450">
              <a:buFont typeface="Arial" panose="020B0604020202020204" pitchFamily="34" charset="0"/>
              <a:buChar char="•"/>
            </a:pPr>
            <a:r>
              <a:rPr lang="en-US" dirty="0"/>
              <a:t>5.5 Given a scenario, use the appropriate tool or protocol to solve networking issues.</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4D475287-3A7F-4B73-AE9A-3DD78FAB3CAE}" type="slidenum">
              <a:rPr lang="en-US" smtClean="0"/>
              <a:t>2</a:t>
            </a:fld>
            <a:endParaRPr lang="en-US" dirty="0"/>
          </a:p>
        </p:txBody>
      </p:sp>
      <p:sp>
        <p:nvSpPr>
          <p:cNvPr id="6" name="Footer Placeholder 5">
            <a:extLst>
              <a:ext uri="{FF2B5EF4-FFF2-40B4-BE49-F238E27FC236}">
                <a16:creationId xmlns:a16="http://schemas.microsoft.com/office/drawing/2014/main" id="{97AF4B6E-E23D-AC7A-AD4F-875D97FCB51C}"/>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4276030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r>
              <a:rPr lang="en-GB" b="1" dirty="0"/>
              <a:t>Exam Objectives Covered</a:t>
            </a:r>
          </a:p>
          <a:p>
            <a:pPr marL="171450" indent="-171450">
              <a:buFont typeface="Arial" panose="020B0604020202020204" pitchFamily="34" charset="0"/>
              <a:buChar char="•"/>
            </a:pPr>
            <a:r>
              <a:rPr lang="en-US" dirty="0"/>
              <a:t>1.5 Compare and contrast transmission media and transceivers.</a:t>
            </a:r>
          </a:p>
          <a:p>
            <a:pPr marL="171450" indent="-171450">
              <a:buFont typeface="Arial" panose="020B0604020202020204" pitchFamily="34" charset="0"/>
              <a:buChar char="•"/>
            </a:pPr>
            <a:r>
              <a:rPr lang="en-US" dirty="0"/>
              <a:t>5.2 Given a scenario, troubleshoot common cabling and physical interface issues.</a:t>
            </a:r>
          </a:p>
          <a:p>
            <a:endParaRPr lang="en-GB" dirty="0"/>
          </a:p>
        </p:txBody>
      </p:sp>
      <p:sp>
        <p:nvSpPr>
          <p:cNvPr id="5" name="Footer Placeholder 4">
            <a:extLst>
              <a:ext uri="{FF2B5EF4-FFF2-40B4-BE49-F238E27FC236}">
                <a16:creationId xmlns:a16="http://schemas.microsoft.com/office/drawing/2014/main" id="{ED2C3B95-FC47-55BB-52C4-563C1B675CCC}"/>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80100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4EBE1-C385-B588-7E3B-8F859487F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993F48-29E8-DC2E-DF34-09CB57382754}"/>
              </a:ext>
            </a:extLst>
          </p:cNvPr>
          <p:cNvSpPr>
            <a:spLocks noGrp="1" noRot="1" noChangeAspect="1"/>
          </p:cNvSpPr>
          <p:nvPr>
            <p:ph type="sldImg"/>
          </p:nvPr>
        </p:nvSpPr>
        <p:spPr>
          <a:xfrm>
            <a:off x="684213" y="1143000"/>
            <a:ext cx="5489575" cy="3086100"/>
          </a:xfrm>
        </p:spPr>
      </p:sp>
      <p:sp>
        <p:nvSpPr>
          <p:cNvPr id="3" name="Notes Placeholder 2">
            <a:extLst>
              <a:ext uri="{FF2B5EF4-FFF2-40B4-BE49-F238E27FC236}">
                <a16:creationId xmlns:a16="http://schemas.microsoft.com/office/drawing/2014/main" id="{BFE70D72-A6D1-6493-39D6-0227452B7046}"/>
              </a:ext>
            </a:extLst>
          </p:cNvPr>
          <p:cNvSpPr>
            <a:spLocks noGrp="1"/>
          </p:cNvSpPr>
          <p:nvPr>
            <p:ph type="body" idx="1"/>
          </p:nvPr>
        </p:nvSpPr>
        <p:spPr/>
        <p:txBody>
          <a:bodyPr/>
          <a:lstStyle/>
          <a:p>
            <a:pPr marL="0" indent="0">
              <a:buFont typeface="Arial" panose="020B0604020202020204" pitchFamily="34" charset="0"/>
              <a:buNone/>
            </a:pPr>
            <a:r>
              <a:rPr lang="en-US" b="1" dirty="0"/>
              <a:t>Suggested Instructor Notes – Think About It: Network Interfaces</a:t>
            </a:r>
            <a:endParaRPr lang="en-US" dirty="0"/>
          </a:p>
          <a:p>
            <a:pPr marL="0" indent="0">
              <a:buFont typeface="Arial" panose="020B0604020202020204" pitchFamily="34" charset="0"/>
              <a:buNone/>
            </a:pPr>
            <a:r>
              <a:rPr lang="en-US" dirty="0"/>
              <a:t>Definition: A network interface is the means by which a node is connected to the media and exchanges data with other network hosts. This involves both a physical connection to the network media and the use of a data link protocol such as Ethernet to perform addressing and framing. </a:t>
            </a:r>
          </a:p>
          <a:p>
            <a:pPr marL="0" indent="0">
              <a:buFont typeface="Arial" panose="020B0604020202020204" pitchFamily="34" charset="0"/>
              <a:buNone/>
            </a:pPr>
            <a:endParaRPr lang="en-US" dirty="0"/>
          </a:p>
          <a:p>
            <a:r>
              <a:rPr lang="en-US" dirty="0"/>
              <a:t>Explain to students that understanding the properties of these components is essential for selecting appropriate products and configuring them correctly.</a:t>
            </a:r>
          </a:p>
          <a:p>
            <a:pPr marL="0" indent="0">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47723CFC-AE0D-CC32-4B38-FDD078D5190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475287-3A7F-4B73-AE9A-3DD78FAB3CA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B161E832-4194-6D58-B829-972545E2F778}"/>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4076532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Network Interface Cards</a:t>
            </a:r>
          </a:p>
          <a:p>
            <a:pPr marL="0" marR="0" lvl="0" indent="0" algn="l" defTabSz="685526" rtl="0" eaLnBrk="1" fontAlgn="auto" latinLnBrk="0" hangingPunct="1">
              <a:lnSpc>
                <a:spcPct val="100000"/>
              </a:lnSpc>
              <a:spcBef>
                <a:spcPts val="0"/>
              </a:spcBef>
              <a:spcAft>
                <a:spcPts val="0"/>
              </a:spcAft>
              <a:buClrTx/>
              <a:buSzTx/>
              <a:buFontTx/>
              <a:buNone/>
              <a:tabLst/>
              <a:defRPr/>
            </a:pPr>
            <a:r>
              <a:rPr lang="en-US" dirty="0"/>
              <a:t>Encourage students to examine their devices or devices in the room to see what types of ports are on their network interface. If you have some “out of the device” cards that would be even better! Try to provide examples (either in person or online) for the students to compare and contrast (multiport cards, fiber optic ports, etc.) </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5</a:t>
            </a:fld>
            <a:endParaRPr lang="en-US" dirty="0"/>
          </a:p>
        </p:txBody>
      </p:sp>
      <p:sp>
        <p:nvSpPr>
          <p:cNvPr id="6" name="Footer Placeholder 5">
            <a:extLst>
              <a:ext uri="{FF2B5EF4-FFF2-40B4-BE49-F238E27FC236}">
                <a16:creationId xmlns:a16="http://schemas.microsoft.com/office/drawing/2014/main" id="{5AF8E7BA-5345-A7F5-FDE4-B96A9161AD9A}"/>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1587540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Troubleshooting Scenarios</a:t>
            </a:r>
          </a:p>
          <a:p>
            <a:pPr marL="0" marR="0" lvl="0" indent="0" algn="l" defTabSz="685526" rtl="0" eaLnBrk="1" fontAlgn="auto" latinLnBrk="0" hangingPunct="1">
              <a:lnSpc>
                <a:spcPct val="100000"/>
              </a:lnSpc>
              <a:spcBef>
                <a:spcPts val="0"/>
              </a:spcBef>
              <a:spcAft>
                <a:spcPts val="0"/>
              </a:spcAft>
              <a:buClrTx/>
              <a:buSzTx/>
              <a:buFontTx/>
              <a:buNone/>
              <a:tabLst/>
              <a:defRPr/>
            </a:pPr>
            <a:r>
              <a:rPr lang="en-US" b="0" dirty="0"/>
              <a:t>These </a:t>
            </a:r>
            <a:r>
              <a:rPr lang="en-US" dirty="0"/>
              <a:t>Scenarios highlight the frustrations caused by common NIC issues. They don't go into technical solutions, but leave the audience with a question to ponder, prompting them to consider the role of the NIC.</a:t>
            </a:r>
            <a:endParaRPr lang="en-US" b="1" dirty="0"/>
          </a:p>
          <a:p>
            <a:endParaRPr lang="en-US" dirty="0"/>
          </a:p>
          <a:p>
            <a:pPr marL="0" marR="0" lvl="0" indent="0" algn="l" defTabSz="685526" rtl="0" eaLnBrk="1" fontAlgn="auto" latinLnBrk="0" hangingPunct="1">
              <a:lnSpc>
                <a:spcPct val="100000"/>
              </a:lnSpc>
              <a:spcBef>
                <a:spcPts val="0"/>
              </a:spcBef>
              <a:spcAft>
                <a:spcPts val="0"/>
              </a:spcAft>
              <a:buClrTx/>
              <a:buSzTx/>
              <a:buFontTx/>
              <a:buNone/>
              <a:tabLst/>
              <a:defRPr/>
            </a:pPr>
            <a:r>
              <a:rPr lang="en-US" b="1" dirty="0"/>
              <a:t>Scenario 1: The Frustrated Gamer (Highlights Intermittent Connectivity and Slow Speeds)</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Mark was in the middle of an intense online game when his character suddenly froze. He tried moving his character, but nothing happened. Annoyed, he refreshed the game, but it wouldn't connect. He checked his internet connection - full bars! Confused, he ran a speed test. The results? Abysmal download and upload speeds. Mark sighed. This wasn't the first time this had happened. It seemed like his internet connection kept cutting in and out or was just painfully slow. Could it be a problem with his NIC?</a:t>
            </a:r>
          </a:p>
          <a:p>
            <a:endParaRPr lang="en-US" dirty="0"/>
          </a:p>
          <a:p>
            <a:pPr marL="0" marR="0" lvl="0" indent="0" algn="l" defTabSz="685526" rtl="0" eaLnBrk="1" fontAlgn="auto" latinLnBrk="0" hangingPunct="1">
              <a:lnSpc>
                <a:spcPct val="100000"/>
              </a:lnSpc>
              <a:spcBef>
                <a:spcPts val="0"/>
              </a:spcBef>
              <a:spcAft>
                <a:spcPts val="0"/>
              </a:spcAft>
              <a:buClrTx/>
              <a:buSzTx/>
              <a:buFontTx/>
              <a:buNone/>
              <a:tabLst/>
              <a:defRPr/>
            </a:pPr>
            <a:r>
              <a:rPr lang="en-US" b="1" dirty="0"/>
              <a:t>Scenario 2: The Puzzled Student (Highlights Device Manager Error Messages)</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Sarah was finishing up an important assignment when her laptop suddenly disconnected from the Wi-Fi.  She tried reconnecting, but her computer wouldn't detect any available networks.  Frantic, she opened her Device Manager and saw a yellow exclamation mark next to her network adapter. Clicking on it, she received an error message she didn't understand. Without internet access, Sarah couldn't submit her assignment. Was this a problem with her network card (NIC)?</a:t>
            </a:r>
          </a:p>
          <a:p>
            <a:pPr marL="0" marR="0" lvl="0" indent="0" algn="l" defTabSz="685526" rtl="0" eaLnBrk="1" fontAlgn="auto" latinLnBrk="0" hangingPunct="1">
              <a:lnSpc>
                <a:spcPct val="100000"/>
              </a:lnSpc>
              <a:spcBef>
                <a:spcPts val="0"/>
              </a:spcBef>
              <a:spcAft>
                <a:spcPts val="0"/>
              </a:spcAft>
              <a:buClrTx/>
              <a:buSzTx/>
              <a:buFontTx/>
              <a:buNone/>
              <a:tabLst/>
              <a:defRPr/>
            </a:pPr>
            <a:endParaRPr lang="en-US" b="0"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6</a:t>
            </a:fld>
            <a:endParaRPr lang="en-US" dirty="0"/>
          </a:p>
        </p:txBody>
      </p:sp>
      <p:sp>
        <p:nvSpPr>
          <p:cNvPr id="6" name="Footer Placeholder 5">
            <a:extLst>
              <a:ext uri="{FF2B5EF4-FFF2-40B4-BE49-F238E27FC236}">
                <a16:creationId xmlns:a16="http://schemas.microsoft.com/office/drawing/2014/main" id="{7FFB042F-0219-ADB4-98FE-6CB57B9CBFE3}"/>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9469374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Modular Transceivers</a:t>
            </a:r>
            <a:endParaRPr lang="en-US" dirty="0"/>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Explain </a:t>
            </a:r>
            <a:r>
              <a:rPr lang="en-US" i="0" dirty="0"/>
              <a:t>to learners that transceivers are designed for use when using multiple types of cabling. Enterprise servers, switches, and routers, are available with modular hot-swappable transceivers for different types of fiber optic and copper connections. </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dirty="0"/>
              <a:t>Explain that they operate at the data link layer which is responsible for putting the data onto the wire and pulling it off the wire (send/receive). </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dirty="0"/>
              <a:t>Show learners examples of various modular transceivers or have them do an online search to see what they can find. (Examples: SFP/SFP+, GSFP/QSFP+)</a:t>
            </a:r>
          </a:p>
          <a:p>
            <a:pPr marL="0" marR="0" lvl="0" indent="0" algn="l" defTabSz="685526"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685526" rtl="0" eaLnBrk="1" fontAlgn="auto" latinLnBrk="0" hangingPunct="1">
              <a:lnSpc>
                <a:spcPct val="100000"/>
              </a:lnSpc>
              <a:spcBef>
                <a:spcPts val="0"/>
              </a:spcBef>
              <a:spcAft>
                <a:spcPts val="0"/>
              </a:spcAft>
              <a:buClrTx/>
              <a:buSzTx/>
              <a:buFontTx/>
              <a:buNone/>
              <a:tabLst/>
              <a:defRPr/>
            </a:pPr>
            <a:r>
              <a:rPr lang="en-US" b="1" i="0" dirty="0"/>
              <a:t>Instructor Notes:</a:t>
            </a:r>
          </a:p>
          <a:p>
            <a:pPr marL="158750" indent="0">
              <a:buNone/>
            </a:pPr>
            <a:r>
              <a:rPr lang="en-US" b="1" i="0" dirty="0"/>
              <a:t>Scenario 1: The Upgrading Company (Highlights Adaptability)</a:t>
            </a:r>
            <a:endParaRPr lang="en-US" i="0" dirty="0"/>
          </a:p>
          <a:p>
            <a:pPr marL="457200" indent="-298450">
              <a:buFont typeface="Arial" panose="020B0604020202020204" pitchFamily="34" charset="0"/>
              <a:buChar char="•"/>
            </a:pPr>
            <a:r>
              <a:rPr lang="en-US" i="0" dirty="0"/>
              <a:t>A growing company needed to upgrade its network infrastructure to handle increased bandwidth demands. However, they had a mix of different fiber optic cable types across their various buildings.  Replacing all the cables would be expensive and time-consuming.  The solution? Modular transceivers! By utilizing transceivers compatible with their existing network switches but designed for the specific fiber they needed, the company could easily upgrade their network without ripping out all their existing cabling. The modularity of the transceivers saved them time and money.</a:t>
            </a:r>
          </a:p>
          <a:p>
            <a:pPr marL="158750" indent="0">
              <a:buNone/>
            </a:pPr>
            <a:endParaRPr lang="en-US" i="0" dirty="0"/>
          </a:p>
          <a:p>
            <a:pPr marL="158750" indent="0">
              <a:buNone/>
            </a:pPr>
            <a:r>
              <a:rPr lang="en-US" b="1" i="0" dirty="0"/>
              <a:t>Scenario 2: The Connected Conference Center (Highlights Distance and Compatibility)</a:t>
            </a:r>
          </a:p>
          <a:p>
            <a:pPr marL="457200" indent="-298450">
              <a:buFont typeface="Arial" panose="020B0604020202020204" pitchFamily="34" charset="0"/>
              <a:buChar char="•"/>
            </a:pPr>
            <a:r>
              <a:rPr lang="en-US" i="0" dirty="0"/>
              <a:t>A conference center was hosting a major event with international participants. They needed to ensure a reliable and high-speed network connection for all attendees,  However,  some of the conference rooms were located at a significant distance from the main network hub. Traditional copper cables wouldn't suffice for such long distances.  The solution? Modular transceivers designed for fiber optic cables.  By installing fiber optic cables and compatible transceivers in the remote conference rooms, the center could provide a strong and reliable network connection for all participants no matter their location.</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7</a:t>
            </a:fld>
            <a:endParaRPr lang="en-US" dirty="0"/>
          </a:p>
        </p:txBody>
      </p:sp>
      <p:sp>
        <p:nvSpPr>
          <p:cNvPr id="6" name="Footer Placeholder 5">
            <a:extLst>
              <a:ext uri="{FF2B5EF4-FFF2-40B4-BE49-F238E27FC236}">
                <a16:creationId xmlns:a16="http://schemas.microsoft.com/office/drawing/2014/main" id="{774A38F9-1275-1FF0-4C22-1C312DAC0CD3}"/>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2937961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lang="en-US" b="1" dirty="0"/>
              <a:t>Suggested Instructor Notes – Symptoms of Transceiver Issues</a:t>
            </a:r>
            <a:endParaRPr lang="en-US" dirty="0"/>
          </a:p>
          <a:p>
            <a:pPr marL="171450" indent="-171450">
              <a:buFont typeface="Arial" panose="020B0604020202020204" pitchFamily="34" charset="0"/>
              <a:buChar char="•"/>
            </a:pPr>
            <a:r>
              <a:rPr lang="en-US" dirty="0"/>
              <a:t>Mismatched ports common causes: </a:t>
            </a:r>
          </a:p>
          <a:p>
            <a:pPr marL="514213" lvl="1" indent="-171450">
              <a:buFont typeface="Courier New" panose="02070309020205020404" pitchFamily="49" charset="0"/>
              <a:buChar char="o"/>
            </a:pPr>
            <a:r>
              <a:rPr lang="en-US" dirty="0"/>
              <a:t>Mismatched duplex settings half-duplex (data can only flow in one direction at a time) and full duplex (data can flow in both directions at once)</a:t>
            </a:r>
          </a:p>
          <a:p>
            <a:pPr marL="514213" lvl="1" indent="-171450">
              <a:buFont typeface="Courier New" panose="02070309020205020404" pitchFamily="49" charset="0"/>
              <a:buChar char="o"/>
            </a:pPr>
            <a:r>
              <a:rPr lang="en-US" dirty="0"/>
              <a:t>Mismatched speeds – Two devices operate at different speeds</a:t>
            </a:r>
          </a:p>
          <a:p>
            <a:pPr marL="171450" lvl="0" indent="-171450">
              <a:buFont typeface="Arial" panose="020B0604020202020204" pitchFamily="34" charset="0"/>
              <a:buChar char="•"/>
            </a:pPr>
            <a:r>
              <a:rPr lang="en-US" dirty="0"/>
              <a:t>Signal strength common causes: </a:t>
            </a:r>
          </a:p>
          <a:p>
            <a:pPr marL="514213" lvl="1" indent="-171450">
              <a:buFont typeface="Courier New" panose="02070309020205020404" pitchFamily="49" charset="0"/>
              <a:buChar char="o"/>
            </a:pPr>
            <a:r>
              <a:rPr lang="en-US" dirty="0"/>
              <a:t>Physical obstacles </a:t>
            </a:r>
          </a:p>
          <a:p>
            <a:pPr marL="514213" lvl="1" indent="-171450">
              <a:buFont typeface="Courier New" panose="02070309020205020404" pitchFamily="49" charset="0"/>
              <a:buChar char="o"/>
            </a:pPr>
            <a:r>
              <a:rPr lang="en-US" dirty="0"/>
              <a:t>Radio wave interference </a:t>
            </a:r>
          </a:p>
          <a:p>
            <a:pPr marL="514213" lvl="1" indent="-171450">
              <a:buFont typeface="Courier New" panose="02070309020205020404" pitchFamily="49" charset="0"/>
              <a:buChar char="o"/>
            </a:pPr>
            <a:r>
              <a:rPr lang="en-US" dirty="0"/>
              <a:t>Power levels </a:t>
            </a:r>
          </a:p>
          <a:p>
            <a:pPr marL="514213" lvl="1" indent="-171450">
              <a:buFont typeface="Courier New" panose="02070309020205020404" pitchFamily="49" charset="0"/>
              <a:buChar char="o"/>
            </a:pPr>
            <a:r>
              <a:rPr lang="en-US" dirty="0"/>
              <a:t>Faulty devices </a:t>
            </a:r>
          </a:p>
          <a:p>
            <a:pPr marL="158750" lvl="0" indent="0">
              <a:buNone/>
            </a:pPr>
            <a:endParaRPr lang="en-US" dirty="0"/>
          </a:p>
          <a:p>
            <a:pPr marL="7938" lvl="0">
              <a:buNone/>
            </a:pPr>
            <a:r>
              <a:rPr lang="en-US" b="1" dirty="0"/>
              <a:t>Scenario 1: The Lost Connection (Mismatched Ports)</a:t>
            </a:r>
          </a:p>
          <a:p>
            <a:pPr marL="7938" lvl="0"/>
            <a:r>
              <a:rPr lang="en-US" dirty="0"/>
              <a:t>John, an IT technician, was troubleshooting a network outage in a recently renovated office space.  Everything seemed to be connected properly, but no devices in the new section could access the network.  John double-checked the cables and switch ports, but everything looked good.  Finally, he realized a crucial detail - the new network jacks were designed for a different type of fiber optic connector than the transceivers installed in the switch.  This mismatch in port types prevented any signal from passing through, causing the network outage.  John quickly replaced the transceivers with ones compatible with the new jacks, and voila! The network in the new office space sprang to life.</a:t>
            </a:r>
          </a:p>
          <a:p>
            <a:pPr marL="158750" lvl="0" indent="0">
              <a:buNone/>
            </a:pPr>
            <a:endParaRPr lang="en-US" dirty="0"/>
          </a:p>
          <a:p>
            <a:pPr marL="7938" lvl="0">
              <a:buNone/>
            </a:pPr>
            <a:r>
              <a:rPr lang="en-US" b="1" dirty="0"/>
              <a:t>Scenario 2: The Grainy Video Call (Signal Strength)</a:t>
            </a:r>
          </a:p>
          <a:p>
            <a:pPr marL="7938" lvl="0"/>
            <a:r>
              <a:rPr lang="en-US" dirty="0"/>
              <a:t>Sarah was video conferencing with a colleague located in a different country. The call started smoothly, but soon the video became choppy and pixelated, making communication difficult.  Sarah suspected a network issue.  She checked the network monitoring tools and noticed the signal strength coming from the transceiver connected to the video conferencing equipment was dropping significantly.  This weak signal resulted in poor video quality.  The problem could be due to a faulty transceiver, a damaged fiber optic cable, or even dust on the transceiver connector.  By diagnosing the cause of the weak signal and taking corrective action (replacing the transceiver, repairing the cable, or cleaning the connector), Sarah could ensure clear and uninterrupted video calls.</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8</a:t>
            </a:fld>
            <a:endParaRPr lang="en-US" dirty="0"/>
          </a:p>
        </p:txBody>
      </p:sp>
      <p:sp>
        <p:nvSpPr>
          <p:cNvPr id="6" name="Footer Placeholder 5">
            <a:extLst>
              <a:ext uri="{FF2B5EF4-FFF2-40B4-BE49-F238E27FC236}">
                <a16:creationId xmlns:a16="http://schemas.microsoft.com/office/drawing/2014/main" id="{C8DFAA84-CC0A-BF68-4928-BC2DAA7EE817}"/>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74543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MAC Address Format</a:t>
            </a:r>
            <a:endParaRPr lang="en-US" dirty="0"/>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Encourage students to check out their devices to see and compare different MAC addresses. </a:t>
            </a:r>
          </a:p>
          <a:p>
            <a:pPr marL="171450" indent="-171450">
              <a:buFont typeface="Arial" panose="020B0604020202020204" pitchFamily="34" charset="0"/>
              <a:buChar char="•"/>
            </a:pPr>
            <a:r>
              <a:rPr lang="en-US" dirty="0"/>
              <a:t>Remind students that each network port has a unique MAC address. A NIC with four ports has four MAC addresses.</a:t>
            </a:r>
          </a:p>
          <a:p>
            <a:pPr marL="171450" indent="-171450">
              <a:buFont typeface="Arial" panose="020B0604020202020204" pitchFamily="34" charset="0"/>
              <a:buChar char="•"/>
            </a:pPr>
            <a:r>
              <a:rPr lang="en-US" dirty="0"/>
              <a:t>Windows users open a command prompt and type: ipconfig /all</a:t>
            </a:r>
          </a:p>
          <a:p>
            <a:pPr marL="171450" indent="-171450">
              <a:buFont typeface="Arial" panose="020B0604020202020204" pitchFamily="34" charset="0"/>
              <a:buChar char="•"/>
            </a:pPr>
            <a:r>
              <a:rPr lang="en-US" dirty="0"/>
              <a:t>Windows calls the MAC address the "Physical Address"</a:t>
            </a:r>
          </a:p>
        </p:txBody>
      </p:sp>
      <p:sp>
        <p:nvSpPr>
          <p:cNvPr id="5" name="Slide Number Placeholder 4"/>
          <p:cNvSpPr>
            <a:spLocks noGrp="1"/>
          </p:cNvSpPr>
          <p:nvPr>
            <p:ph type="sldNum" sz="quarter" idx="5"/>
          </p:nvPr>
        </p:nvSpPr>
        <p:spPr/>
        <p:txBody>
          <a:bodyPr/>
          <a:lstStyle/>
          <a:p>
            <a:fld id="{64FC1154-15AF-4CEB-AEC9-7A3CFB195EFA}" type="slidenum">
              <a:rPr lang="en-US" smtClean="0"/>
              <a:t>9</a:t>
            </a:fld>
            <a:endParaRPr lang="en-US" dirty="0"/>
          </a:p>
        </p:txBody>
      </p:sp>
      <p:sp>
        <p:nvSpPr>
          <p:cNvPr id="6" name="Footer Placeholder 5">
            <a:extLst>
              <a:ext uri="{FF2B5EF4-FFF2-40B4-BE49-F238E27FC236}">
                <a16:creationId xmlns:a16="http://schemas.microsoft.com/office/drawing/2014/main" id="{3BF4B6D6-F74C-40A7-8CEF-49524258C4C1}"/>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7063991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Instructor Notes – MAC Broadcast Address</a:t>
            </a:r>
          </a:p>
          <a:p>
            <a:pPr marL="171450" indent="-171450">
              <a:buFont typeface="Arial" panose="020B0604020202020204" pitchFamily="34" charset="0"/>
              <a:buChar char="•"/>
            </a:pPr>
            <a:r>
              <a:rPr lang="en-US" dirty="0"/>
              <a:t>Imagine an apartment building with many tenants. A regular MAC address is like a personal mailbox – it delivers messages to a specific device. But a broadcast address is like a building-wide announcement. It sends a message to all devices in the building (all devices on the network segment) at once.</a:t>
            </a:r>
          </a:p>
          <a:p>
            <a:pPr marL="171450" indent="-171450">
              <a:buFont typeface="Arial" panose="020B0604020202020204" pitchFamily="34" charset="0"/>
              <a:buChar char="•"/>
            </a:pPr>
            <a:r>
              <a:rPr lang="en-US" dirty="0"/>
              <a:t>Explain when broadcast addresses are used. Examples include:</a:t>
            </a:r>
          </a:p>
          <a:p>
            <a:pPr marL="514213" lvl="1" indent="-171450">
              <a:buFont typeface="Courier New" panose="02070309020205020404" pitchFamily="49" charset="0"/>
              <a:buChar char="o"/>
            </a:pPr>
            <a:r>
              <a:rPr lang="en-US" dirty="0"/>
              <a:t>Sending ARP (Address Resolution Protocol) requests to find the MAC address of a device with a known IP address.</a:t>
            </a:r>
          </a:p>
          <a:p>
            <a:pPr marL="514213" lvl="1" indent="-171450">
              <a:buFont typeface="Courier New" panose="02070309020205020404" pitchFamily="49" charset="0"/>
              <a:buChar char="o"/>
            </a:pPr>
            <a:r>
              <a:rPr lang="en-US" dirty="0"/>
              <a:t>Sending network discovery messages to identify devices on the network.</a:t>
            </a:r>
          </a:p>
          <a:p>
            <a:pPr marL="514213" lvl="1" indent="-171450">
              <a:buFont typeface="Courier New" panose="02070309020205020404" pitchFamily="49" charset="0"/>
              <a:buChar char="o"/>
            </a:pPr>
            <a:r>
              <a:rPr lang="en-US" dirty="0"/>
              <a:t>Sending wake-on-LAN (WoL) packets to turn on devices remotely.</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Acknowledge that broadcast messages can slow down the network because all devices receive and need to process them. This is different from a unicast message (sent to a specific device) or multicast message (sent to a specific group of devices).</a:t>
            </a:r>
          </a:p>
          <a:p>
            <a:pPr marL="615950" lvl="1" indent="0">
              <a:buFont typeface="Arial" panose="020B0604020202020204" pitchFamily="34" charset="0"/>
              <a:buNone/>
            </a:pPr>
            <a:endParaRPr lang="en-US" b="0" i="0" dirty="0">
              <a:effectLst/>
              <a:highlight>
                <a:srgbClr val="FFFFFF"/>
              </a:highlight>
            </a:endParaRP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10</a:t>
            </a:fld>
            <a:endParaRPr lang="en-US" dirty="0"/>
          </a:p>
        </p:txBody>
      </p:sp>
      <p:sp>
        <p:nvSpPr>
          <p:cNvPr id="6" name="Footer Placeholder 5">
            <a:extLst>
              <a:ext uri="{FF2B5EF4-FFF2-40B4-BE49-F238E27FC236}">
                <a16:creationId xmlns:a16="http://schemas.microsoft.com/office/drawing/2014/main" id="{921A0218-99AB-27B8-8AE1-F86E70767A3C}"/>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4575073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r>
              <a:rPr lang="en-GB" b="1" dirty="0"/>
              <a:t>Exam Objectives Covered</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1.2 Compare and contrast networking appliances, applications, and functions.</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2.2 Given a scenario, configure switching technologies and features. </a:t>
            </a:r>
          </a:p>
          <a:p>
            <a:endParaRPr lang="en-GB" dirty="0"/>
          </a:p>
        </p:txBody>
      </p:sp>
      <p:sp>
        <p:nvSpPr>
          <p:cNvPr id="5" name="Footer Placeholder 4">
            <a:extLst>
              <a:ext uri="{FF2B5EF4-FFF2-40B4-BE49-F238E27FC236}">
                <a16:creationId xmlns:a16="http://schemas.microsoft.com/office/drawing/2014/main" id="{E1308174-F7B9-A416-F8A2-5C9C8AC13F5B}"/>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6037333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Instructor Notes – Hubs</a:t>
            </a:r>
            <a:endParaRPr lang="en-US" b="0" i="0" dirty="0">
              <a:effectLst/>
            </a:endParaRPr>
          </a:p>
          <a:p>
            <a:pPr algn="l"/>
            <a:r>
              <a:rPr lang="en-US" b="0" i="0" dirty="0">
                <a:effectLst/>
              </a:rPr>
              <a:t>Diagram:</a:t>
            </a:r>
          </a:p>
          <a:p>
            <a:pPr marL="171450" indent="-171450" algn="l">
              <a:buFont typeface="Arial" panose="020B0604020202020204" pitchFamily="34" charset="0"/>
              <a:buChar char="•"/>
            </a:pPr>
            <a:r>
              <a:rPr lang="en-US" b="0" i="0" dirty="0">
                <a:effectLst/>
              </a:rPr>
              <a:t>Operates at the physical layer</a:t>
            </a:r>
          </a:p>
          <a:p>
            <a:pPr marL="171450" indent="-171450" algn="l">
              <a:buFont typeface="Arial" panose="020B0604020202020204" pitchFamily="34" charset="0"/>
              <a:buChar char="•"/>
            </a:pPr>
            <a:r>
              <a:rPr lang="en-US" dirty="0"/>
              <a:t>With hubs, all interfaces receive all unicast and broadcast transmissions. Hosts are typically configured to ignore unicast transmissions that are not addressed to them. However, setting an interface to promiscuous mode allows a host to capture (or "sniff") all unicast transmissions sent via the hub. This is a major security weakness of hubs.</a:t>
            </a:r>
          </a:p>
          <a:p>
            <a:pPr algn="l"/>
            <a:endParaRPr lang="en-US" dirty="0"/>
          </a:p>
          <a:p>
            <a:pPr algn="l"/>
            <a:r>
              <a:rPr lang="en-US" dirty="0"/>
              <a:t>Process: </a:t>
            </a:r>
          </a:p>
          <a:p>
            <a:pPr marL="228600" indent="-228600">
              <a:buFont typeface="+mj-lt"/>
              <a:buAutoNum type="arabicPeriod"/>
            </a:pPr>
            <a:r>
              <a:rPr lang="en-US" dirty="0"/>
              <a:t>The A host sends a frame</a:t>
            </a:r>
          </a:p>
          <a:p>
            <a:pPr marL="228600" indent="-228600">
              <a:buFont typeface="+mj-lt"/>
              <a:buAutoNum type="arabicPeriod"/>
            </a:pPr>
            <a:r>
              <a:rPr lang="en-US" dirty="0"/>
              <a:t>The hub receives a weakened and distorted transmission </a:t>
            </a:r>
          </a:p>
          <a:p>
            <a:pPr marL="228600" indent="-228600">
              <a:buFont typeface="+mj-lt"/>
              <a:buAutoNum type="arabicPeriod"/>
            </a:pPr>
            <a:r>
              <a:rPr lang="en-US" dirty="0"/>
              <a:t>The hub regenerates the transmission, and floods the frame out of all its other ports </a:t>
            </a:r>
          </a:p>
          <a:p>
            <a:pPr marL="228600" indent="-228600">
              <a:buFont typeface="+mj-lt"/>
              <a:buAutoNum type="arabicPeriod"/>
            </a:pPr>
            <a:r>
              <a:rPr lang="en-US" dirty="0"/>
              <a:t>Hosts B and C receives the frame, but ignore it because it doesn’t match their addresses</a:t>
            </a:r>
          </a:p>
          <a:p>
            <a:pPr marL="228600" indent="-228600">
              <a:buFont typeface="+mj-lt"/>
              <a:buAutoNum type="arabicPeriod"/>
            </a:pPr>
            <a:r>
              <a:rPr lang="en-US" dirty="0"/>
              <a:t>Host D receives the frame and process it </a:t>
            </a:r>
          </a:p>
          <a:p>
            <a:endParaRPr lang="en-US" dirty="0"/>
          </a:p>
          <a:p>
            <a:r>
              <a:rPr lang="en-US" b="1" dirty="0"/>
              <a:t>Suggested Instructional Tips – Hubs</a:t>
            </a:r>
          </a:p>
          <a:p>
            <a:pPr marL="171450" indent="-171450">
              <a:buFont typeface="Arial" panose="020B0604020202020204" pitchFamily="34" charset="0"/>
              <a:buChar char="•"/>
            </a:pPr>
            <a:r>
              <a:rPr lang="en-US" b="0" i="0" dirty="0">
                <a:effectLst/>
              </a:rPr>
              <a:t>While hubs are pretty much obsolete, explain that it is important for students to grasp the principle of how they operate. </a:t>
            </a:r>
          </a:p>
          <a:p>
            <a:pPr marL="171450" indent="-171450">
              <a:buFont typeface="Arial" panose="020B0604020202020204" pitchFamily="34" charset="0"/>
              <a:buChar char="•"/>
            </a:pPr>
            <a:r>
              <a:rPr lang="en-US" b="0" i="0" dirty="0">
                <a:effectLst/>
              </a:rPr>
              <a:t>Optionally, note that there were 10/100 dual speed hubs that created two bridged segments.</a:t>
            </a:r>
          </a:p>
          <a:p>
            <a:endParaRPr lang="en-US" b="0" i="0" dirty="0">
              <a:effectLst/>
            </a:endParaRPr>
          </a:p>
          <a:p>
            <a:r>
              <a:rPr lang="en-US" b="0" i="0" dirty="0">
                <a:effectLst/>
              </a:rPr>
              <a:t>A broadcast transmission is sent to all hosts in the same logical network area. In  Ethernet, this is accomplished by using the broadcast MAC address ff:ff:ff:ff:ff:ff. A unicast transmission is addressed to a single host only, using its MAC address. With hubs, all interfaces receive all unicast and broadcast transmissions. Hosts are typically configured to ignore unicast transmissions that are not addressed to them. However, setting an interface to promiscuous mode allows a host to capture (or "sniff") all unicast transmissions sent via the hub. This is a major security weakness of hubs.</a:t>
            </a:r>
          </a:p>
          <a:p>
            <a:endParaRPr lang="en-US" dirty="0"/>
          </a:p>
          <a:p>
            <a:endParaRPr lang="en-US" dirty="0"/>
          </a:p>
          <a:p>
            <a:endParaRPr lang="en-US" dirty="0"/>
          </a:p>
          <a:p>
            <a:endParaRPr lang="en-US"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12</a:t>
            </a:fld>
            <a:endParaRPr lang="en-US" dirty="0"/>
          </a:p>
        </p:txBody>
      </p:sp>
      <p:sp>
        <p:nvSpPr>
          <p:cNvPr id="6" name="Footer Placeholder 5">
            <a:extLst>
              <a:ext uri="{FF2B5EF4-FFF2-40B4-BE49-F238E27FC236}">
                <a16:creationId xmlns:a16="http://schemas.microsoft.com/office/drawing/2014/main" id="{1E6FD824-14FD-191D-D98D-4EE85918A83C}"/>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356820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Instructor Notes – Bridges</a:t>
            </a:r>
            <a:endParaRPr lang="en-US" dirty="0"/>
          </a:p>
          <a:p>
            <a:pPr marL="171450" indent="-171450">
              <a:buFont typeface="Arial" panose="020B0604020202020204" pitchFamily="34" charset="0"/>
              <a:buChar char="•"/>
            </a:pPr>
            <a:r>
              <a:rPr lang="en-US" dirty="0"/>
              <a:t>Operates at the data link layer (2); bridges learn the MAC addresses of devices on each connected network segment and build a forwarding table.</a:t>
            </a:r>
          </a:p>
          <a:p>
            <a:pPr marL="171450" indent="-171450">
              <a:buFont typeface="Arial" panose="020B0604020202020204" pitchFamily="34" charset="0"/>
              <a:buChar char="•"/>
            </a:pPr>
            <a:r>
              <a:rPr lang="en-US" dirty="0"/>
              <a:t>Reduces the number of collisions caused by having too many nodes contending for access </a:t>
            </a:r>
          </a:p>
          <a:p>
            <a:endParaRPr lang="en-US" dirty="0"/>
          </a:p>
          <a:p>
            <a:r>
              <a:rPr lang="en-US" b="1" dirty="0"/>
              <a:t>Suggested Instructional Tips</a:t>
            </a:r>
          </a:p>
          <a:p>
            <a:r>
              <a:rPr lang="en-US" dirty="0"/>
              <a:t>Again, you would struggle today to buy an Ethernet bridge appliance (or find anywhere to put it), but it is important that students grasp the principle of how they operate. The bridging function is still widely used. Examples include bridging wireless networks or bridging adapters on a host computer. "Virtual wire" type firewalls also perform bridging. Emphasize the differences between broadcast domains and collision domains. Collision domains are about physically shared media, and collision domain borders are established by bridges and switches (the latter puts each port in its own collision domain, making the concept redundant). Broadcast domains are established by layer 3 logical network devices and protocols (routers), but point out that this requires the concept of a layer 2 broadcast address.</a:t>
            </a:r>
          </a:p>
          <a:p>
            <a:endParaRPr lang="en-US" b="1" dirty="0"/>
          </a:p>
          <a:p>
            <a:r>
              <a:rPr lang="en-US" b="1" dirty="0"/>
              <a:t>Analogies</a:t>
            </a:r>
          </a:p>
          <a:p>
            <a:pPr marL="171450" indent="-171450">
              <a:buFont typeface="Arial" panose="020B0604020202020204" pitchFamily="34" charset="0"/>
              <a:buChar char="•"/>
            </a:pPr>
            <a:r>
              <a:rPr lang="en-US" dirty="0"/>
              <a:t>Traffic Control: Imagine a busy intersection with multiple lanes of traffic. A bridge is like a traffic controller, separating incoming traffic onto specific lanes (network segments) based on their destination. It prevents unnecessary traffic (data packets) from flooding the entire network.</a:t>
            </a:r>
          </a:p>
          <a:p>
            <a:pPr marL="171450" indent="-171450">
              <a:buFont typeface="Arial" panose="020B0604020202020204" pitchFamily="34" charset="0"/>
              <a:buChar char="•"/>
            </a:pPr>
            <a:r>
              <a:rPr lang="en-US" dirty="0"/>
              <a:t>Apartment Building: Think of a large apartment building with multiple floors. Each floor represents a network segment. A bridge acts like a mail carrier who sorts incoming mail (data packets) based on the apartment number (destination MAC address) and delivers them to the correct floor (network segment).</a:t>
            </a:r>
          </a:p>
          <a:p>
            <a:pPr marL="0" indent="0">
              <a:buFont typeface="Arial" panose="020B0604020202020204" pitchFamily="34" charset="0"/>
              <a:buNone/>
            </a:pPr>
            <a:endParaRPr lang="en-US" b="1" dirty="0"/>
          </a:p>
          <a:p>
            <a:pPr marL="0" indent="0">
              <a:buFont typeface="Arial" panose="020B0604020202020204" pitchFamily="34" charset="0"/>
              <a:buNone/>
            </a:pPr>
            <a:r>
              <a:rPr lang="en-US" b="1" dirty="0"/>
              <a:t>Interactive Learning</a:t>
            </a:r>
          </a:p>
          <a:p>
            <a:pPr marL="171450" indent="-171450">
              <a:buFont typeface="Arial" panose="020B0604020202020204" pitchFamily="34" charset="0"/>
              <a:buChar char="•"/>
            </a:pPr>
            <a:r>
              <a:rPr lang="en-US" dirty="0"/>
              <a:t>If applicable to your audience, consider a simulation activity where participants act as bridges, receiving and forwarding data packets based on destination addresses.</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13</a:t>
            </a:fld>
            <a:endParaRPr lang="en-US" dirty="0"/>
          </a:p>
        </p:txBody>
      </p:sp>
      <p:sp>
        <p:nvSpPr>
          <p:cNvPr id="6" name="Footer Placeholder 5">
            <a:extLst>
              <a:ext uri="{FF2B5EF4-FFF2-40B4-BE49-F238E27FC236}">
                <a16:creationId xmlns:a16="http://schemas.microsoft.com/office/drawing/2014/main" id="{067A6B78-6BDB-E426-E167-C612F637BBA5}"/>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3668276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Instructor Notes – Switches</a:t>
            </a:r>
            <a:endParaRPr lang="en-US" b="0" dirty="0"/>
          </a:p>
          <a:p>
            <a:pPr marL="171450" indent="-171450">
              <a:buFont typeface="Arial" panose="020B0604020202020204" pitchFamily="34" charset="0"/>
              <a:buChar char="•"/>
            </a:pPr>
            <a:r>
              <a:rPr lang="en-US" dirty="0"/>
              <a:t>Data link layer </a:t>
            </a:r>
          </a:p>
          <a:p>
            <a:pPr marL="171450" indent="-171450">
              <a:buFont typeface="Arial" panose="020B0604020202020204" pitchFamily="34" charset="0"/>
              <a:buChar char="•"/>
            </a:pPr>
            <a:r>
              <a:rPr lang="en-US" dirty="0"/>
              <a:t>Process: </a:t>
            </a:r>
          </a:p>
          <a:p>
            <a:pPr marL="514213" lvl="1" indent="-171450">
              <a:buFont typeface="Courier New" panose="02070309020205020404" pitchFamily="49" charset="0"/>
              <a:buChar char="o"/>
            </a:pPr>
            <a:r>
              <a:rPr lang="en-US" dirty="0"/>
              <a:t>A sends frame to D</a:t>
            </a:r>
          </a:p>
          <a:p>
            <a:pPr marL="514213" lvl="1" indent="-171450">
              <a:buFont typeface="Courier New" panose="02070309020205020404" pitchFamily="49" charset="0"/>
              <a:buChar char="o"/>
            </a:pPr>
            <a:r>
              <a:rPr lang="en-US" dirty="0"/>
              <a:t>The switch receives the frame and reads the destination MAC address </a:t>
            </a:r>
          </a:p>
          <a:p>
            <a:pPr marL="514213" lvl="1" indent="-171450">
              <a:buFont typeface="Courier New" panose="02070309020205020404" pitchFamily="49" charset="0"/>
              <a:buChar char="o"/>
            </a:pPr>
            <a:r>
              <a:rPr lang="en-US" dirty="0"/>
              <a:t>The switch uses its MAC address table to find the port connected to the destination MAC address </a:t>
            </a:r>
          </a:p>
          <a:p>
            <a:pPr marL="514213" lvl="1" indent="-171450">
              <a:buFont typeface="Courier New" panose="02070309020205020404" pitchFamily="49" charset="0"/>
              <a:buChar char="o"/>
            </a:pPr>
            <a:r>
              <a:rPr lang="en-US" dirty="0"/>
              <a:t>The switch sends the frame out of port 4 for host D to receive</a:t>
            </a:r>
          </a:p>
          <a:p>
            <a:pPr marL="342763" lvl="1" indent="0">
              <a:buFontTx/>
              <a:buNone/>
            </a:pPr>
            <a:endParaRPr lang="en-US" b="1" i="0" dirty="0">
              <a:effectLst/>
              <a:highlight>
                <a:srgbClr val="FFFFFF"/>
              </a:highlight>
            </a:endParaRPr>
          </a:p>
          <a:p>
            <a:pPr algn="l"/>
            <a:r>
              <a:rPr lang="en-US" b="1" dirty="0"/>
              <a:t>Suggested Instructional Tips</a:t>
            </a:r>
            <a:endParaRPr lang="en-US" b="1" dirty="0">
              <a:ea typeface="Calibri"/>
              <a:cs typeface="Calibri"/>
            </a:endParaRPr>
          </a:p>
          <a:p>
            <a:pPr marL="171450" indent="-171450" algn="l">
              <a:buFont typeface="Arial" panose="020B0604020202020204" pitchFamily="34" charset="0"/>
              <a:buChar char="•"/>
            </a:pPr>
            <a:r>
              <a:rPr lang="en-US" dirty="0"/>
              <a:t>Emphasize how a switch establishes collision and broadcast domain boundaries. Collision domains are reduced to a single port. By default, all switch ports will be in the same broadcast domain unless VLANs have been configured.</a:t>
            </a:r>
          </a:p>
          <a:p>
            <a:pPr marL="171450" indent="-171450" algn="l">
              <a:buFont typeface="Arial" panose="020B0604020202020204" pitchFamily="34" charset="0"/>
              <a:buChar char="•"/>
            </a:pPr>
            <a:r>
              <a:rPr lang="en-US" dirty="0"/>
              <a:t>Emphasize that switches are like intelligent traffic directors on a network. They learn the MAC addresses of devices connected to each port and use that information to efficiently direct data packets to their intended destinations.</a:t>
            </a:r>
          </a:p>
          <a:p>
            <a:pPr marL="171450" indent="-171450" algn="l">
              <a:buFont typeface="Arial" panose="020B0604020202020204" pitchFamily="34" charset="0"/>
              <a:buChar char="•"/>
            </a:pPr>
            <a:r>
              <a:rPr lang="en-US" dirty="0"/>
              <a:t>Dedicated Connections: Unlike hubs that broadcast data to all connected devices, switches create dedicated communication channels between devices, improving network performance and reducing collisions.</a:t>
            </a:r>
          </a:p>
          <a:p>
            <a:pPr marL="171450" indent="-171450" algn="l">
              <a:buFont typeface="Arial" panose="020B0604020202020204" pitchFamily="34" charset="0"/>
              <a:buChar char="•"/>
            </a:pPr>
            <a:r>
              <a:rPr lang="en-US" dirty="0"/>
              <a:t>Analogy: Think of a waitress in a restaurant who takes orders (data packets) from tables (devices) and delivers them directly to the intended kitchen station (destination device) based on the table number (MAC address</a:t>
            </a:r>
          </a:p>
        </p:txBody>
      </p:sp>
      <p:sp>
        <p:nvSpPr>
          <p:cNvPr id="5" name="Slide Number Placeholder 4"/>
          <p:cNvSpPr>
            <a:spLocks noGrp="1"/>
          </p:cNvSpPr>
          <p:nvPr>
            <p:ph type="sldNum" sz="quarter" idx="5"/>
          </p:nvPr>
        </p:nvSpPr>
        <p:spPr/>
        <p:txBody>
          <a:bodyPr/>
          <a:lstStyle/>
          <a:p>
            <a:fld id="{64FC1154-15AF-4CEB-AEC9-7A3CFB195EFA}" type="slidenum">
              <a:rPr lang="en-US" smtClean="0"/>
              <a:t>14</a:t>
            </a:fld>
            <a:endParaRPr lang="en-US" dirty="0"/>
          </a:p>
        </p:txBody>
      </p:sp>
      <p:sp>
        <p:nvSpPr>
          <p:cNvPr id="6" name="Footer Placeholder 5">
            <a:extLst>
              <a:ext uri="{FF2B5EF4-FFF2-40B4-BE49-F238E27FC236}">
                <a16:creationId xmlns:a16="http://schemas.microsoft.com/office/drawing/2014/main" id="{0FACAE43-0A5E-A338-2286-75D09CA69F39}"/>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7142739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Instructor Notes – Ethernet Switch Types</a:t>
            </a:r>
            <a:endParaRPr lang="en-US" dirty="0"/>
          </a:p>
          <a:p>
            <a:pPr algn="l"/>
            <a:r>
              <a:rPr lang="en-US" dirty="0"/>
              <a:t>Unmanaged vs. Managed: Configuration of a managed switch can be performed at a command-line interface (CLI). Once you have established a connection to the switch's management interface, you can configure settings for each of the switch port interfaces. These settings control the network link configured for each client device attaching to the switch. </a:t>
            </a:r>
          </a:p>
          <a:p>
            <a:pPr marL="158750" indent="0" algn="l">
              <a:buNone/>
            </a:pPr>
            <a:endParaRPr lang="en-US" b="1" i="0" dirty="0">
              <a:effectLst/>
            </a:endParaRPr>
          </a:p>
          <a:p>
            <a:pPr algn="l"/>
            <a:r>
              <a:rPr lang="en-US" b="1" i="0" dirty="0">
                <a:effectLst/>
              </a:rPr>
              <a:t>Suggested Instructional Tip</a:t>
            </a:r>
          </a:p>
          <a:p>
            <a:pPr marL="171450" indent="-171450" algn="l">
              <a:buFont typeface="Arial" panose="020B0604020202020204" pitchFamily="34" charset="0"/>
              <a:buChar char="•"/>
            </a:pPr>
            <a:r>
              <a:rPr lang="en-US" b="0" i="0" dirty="0">
                <a:effectLst/>
              </a:rPr>
              <a:t>The term "switch" covers an incredibly wide range of devices and functionality.</a:t>
            </a:r>
          </a:p>
          <a:p>
            <a:pPr marL="171450" indent="-171450" algn="l">
              <a:buFont typeface="Arial" panose="020B0604020202020204" pitchFamily="34" charset="0"/>
              <a:buChar char="•"/>
            </a:pPr>
            <a:r>
              <a:rPr lang="en-US" dirty="0"/>
              <a:t>This content on switch types isn't specifically called out in the exam objectives, but it goes toward determining appropriate placement of switching devices. </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15</a:t>
            </a:fld>
            <a:endParaRPr lang="en-US" dirty="0"/>
          </a:p>
        </p:txBody>
      </p:sp>
      <p:sp>
        <p:nvSpPr>
          <p:cNvPr id="6" name="Footer Placeholder 5">
            <a:extLst>
              <a:ext uri="{FF2B5EF4-FFF2-40B4-BE49-F238E27FC236}">
                <a16:creationId xmlns:a16="http://schemas.microsoft.com/office/drawing/2014/main" id="{10649E27-BBE8-0E44-75A0-B203E3707F3C}"/>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5725743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Activity - Matching</a:t>
            </a:r>
            <a:endParaRPr lang="en-US" dirty="0"/>
          </a:p>
          <a:p>
            <a:r>
              <a:rPr lang="en-US" dirty="0"/>
              <a:t>Advance the slide to reveal the answer.</a:t>
            </a:r>
          </a:p>
        </p:txBody>
      </p:sp>
      <p:sp>
        <p:nvSpPr>
          <p:cNvPr id="5" name="Slide Number Placeholder 4"/>
          <p:cNvSpPr>
            <a:spLocks noGrp="1"/>
          </p:cNvSpPr>
          <p:nvPr>
            <p:ph type="sldNum" sz="quarter" idx="5"/>
          </p:nvPr>
        </p:nvSpPr>
        <p:spPr/>
        <p:txBody>
          <a:bodyPr/>
          <a:lstStyle/>
          <a:p>
            <a:fld id="{64FC1154-15AF-4CEB-AEC9-7A3CFB195EFA}" type="slidenum">
              <a:rPr lang="en-US" smtClean="0"/>
              <a:t>16</a:t>
            </a:fld>
            <a:endParaRPr lang="en-US" dirty="0"/>
          </a:p>
        </p:txBody>
      </p:sp>
      <p:sp>
        <p:nvSpPr>
          <p:cNvPr id="6" name="Footer Placeholder 5">
            <a:extLst>
              <a:ext uri="{FF2B5EF4-FFF2-40B4-BE49-F238E27FC236}">
                <a16:creationId xmlns:a16="http://schemas.microsoft.com/office/drawing/2014/main" id="{B1D89108-E79A-9DC1-4251-DF50DBC664B0}"/>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608336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Correct Answer</a:t>
            </a:r>
            <a:r>
              <a:rPr lang="en-US" dirty="0"/>
              <a:t>: Bridge</a:t>
            </a:r>
          </a:p>
        </p:txBody>
      </p:sp>
      <p:sp>
        <p:nvSpPr>
          <p:cNvPr id="5" name="Slide Number Placeholder 4"/>
          <p:cNvSpPr>
            <a:spLocks noGrp="1"/>
          </p:cNvSpPr>
          <p:nvPr>
            <p:ph type="sldNum" sz="quarter" idx="5"/>
          </p:nvPr>
        </p:nvSpPr>
        <p:spPr/>
        <p:txBody>
          <a:bodyPr/>
          <a:lstStyle/>
          <a:p>
            <a:fld id="{64FC1154-15AF-4CEB-AEC9-7A3CFB195EFA}" type="slidenum">
              <a:rPr lang="en-US" smtClean="0"/>
              <a:t>17</a:t>
            </a:fld>
            <a:endParaRPr lang="en-US" dirty="0"/>
          </a:p>
        </p:txBody>
      </p:sp>
      <p:sp>
        <p:nvSpPr>
          <p:cNvPr id="6" name="Footer Placeholder 5">
            <a:extLst>
              <a:ext uri="{FF2B5EF4-FFF2-40B4-BE49-F238E27FC236}">
                <a16:creationId xmlns:a16="http://schemas.microsoft.com/office/drawing/2014/main" id="{CCD6FAE5-4FC1-34DD-F494-649B866C857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7723987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lang="en-US" b="1" dirty="0"/>
              <a:t>Suggested Activity - Matching</a:t>
            </a:r>
            <a:endParaRPr lang="en-US" dirty="0"/>
          </a:p>
          <a:p>
            <a:pPr marL="0" marR="0" lvl="0" indent="0" algn="l" defTabSz="685526" rtl="0" eaLnBrk="1" fontAlgn="auto" latinLnBrk="0" hangingPunct="1">
              <a:lnSpc>
                <a:spcPct val="100000"/>
              </a:lnSpc>
              <a:spcBef>
                <a:spcPts val="0"/>
              </a:spcBef>
              <a:spcAft>
                <a:spcPts val="0"/>
              </a:spcAft>
              <a:buClrTx/>
              <a:buSzTx/>
              <a:buFontTx/>
              <a:buNone/>
              <a:tabLst/>
              <a:defRPr/>
            </a:pPr>
            <a:r>
              <a:rPr lang="en-US" dirty="0"/>
              <a:t>Advance the slide to reveal the answer.</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18</a:t>
            </a:fld>
            <a:endParaRPr lang="en-US" dirty="0"/>
          </a:p>
        </p:txBody>
      </p:sp>
      <p:sp>
        <p:nvSpPr>
          <p:cNvPr id="6" name="Footer Placeholder 5">
            <a:extLst>
              <a:ext uri="{FF2B5EF4-FFF2-40B4-BE49-F238E27FC236}">
                <a16:creationId xmlns:a16="http://schemas.microsoft.com/office/drawing/2014/main" id="{4F05337C-0473-E74E-D9B9-63022CD2E22F}"/>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192724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Correct Answer</a:t>
            </a:r>
            <a:r>
              <a:rPr lang="en-US" dirty="0"/>
              <a:t>: Hub</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19</a:t>
            </a:fld>
            <a:endParaRPr lang="en-US" dirty="0"/>
          </a:p>
        </p:txBody>
      </p:sp>
      <p:sp>
        <p:nvSpPr>
          <p:cNvPr id="6" name="Footer Placeholder 5">
            <a:extLst>
              <a:ext uri="{FF2B5EF4-FFF2-40B4-BE49-F238E27FC236}">
                <a16:creationId xmlns:a16="http://schemas.microsoft.com/office/drawing/2014/main" id="{CAA5C919-6A16-83BD-ACD8-75092B9EE59E}"/>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4881644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lang="en-US" b="1" dirty="0"/>
              <a:t>Suggested Activity - Matching</a:t>
            </a:r>
            <a:endParaRPr lang="en-US" dirty="0"/>
          </a:p>
          <a:p>
            <a:pPr marL="0" marR="0" lvl="0" indent="0" algn="l" defTabSz="685526" rtl="0" eaLnBrk="1" fontAlgn="auto" latinLnBrk="0" hangingPunct="1">
              <a:lnSpc>
                <a:spcPct val="100000"/>
              </a:lnSpc>
              <a:spcBef>
                <a:spcPts val="0"/>
              </a:spcBef>
              <a:spcAft>
                <a:spcPts val="0"/>
              </a:spcAft>
              <a:buClrTx/>
              <a:buSzTx/>
              <a:buFontTx/>
              <a:buNone/>
              <a:tabLst/>
              <a:defRPr/>
            </a:pPr>
            <a:r>
              <a:rPr lang="en-US" dirty="0"/>
              <a:t>Advance the slide to reveal the answer.</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20</a:t>
            </a:fld>
            <a:endParaRPr lang="en-US" dirty="0"/>
          </a:p>
        </p:txBody>
      </p:sp>
      <p:sp>
        <p:nvSpPr>
          <p:cNvPr id="6" name="Footer Placeholder 5">
            <a:extLst>
              <a:ext uri="{FF2B5EF4-FFF2-40B4-BE49-F238E27FC236}">
                <a16:creationId xmlns:a16="http://schemas.microsoft.com/office/drawing/2014/main" id="{2EEFE2A3-010E-EA81-F7C1-A789DAE3A970}"/>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3886131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Correct Answer</a:t>
            </a:r>
            <a:r>
              <a:rPr lang="en-US" dirty="0"/>
              <a:t>: Switch</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21</a:t>
            </a:fld>
            <a:endParaRPr lang="en-US" dirty="0"/>
          </a:p>
        </p:txBody>
      </p:sp>
      <p:sp>
        <p:nvSpPr>
          <p:cNvPr id="6" name="Footer Placeholder 5">
            <a:extLst>
              <a:ext uri="{FF2B5EF4-FFF2-40B4-BE49-F238E27FC236}">
                <a16:creationId xmlns:a16="http://schemas.microsoft.com/office/drawing/2014/main" id="{F39D85E3-78FF-E4E0-634C-1AE612E41485}"/>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41323715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lang="en-US" b="1" dirty="0"/>
              <a:t>Suggested Activity - Matching</a:t>
            </a:r>
          </a:p>
          <a:p>
            <a:pPr marL="0" marR="0" lvl="0" indent="0" algn="l" defTabSz="685526" rtl="0" eaLnBrk="1" fontAlgn="auto" latinLnBrk="0" hangingPunct="1">
              <a:lnSpc>
                <a:spcPct val="100000"/>
              </a:lnSpc>
              <a:spcBef>
                <a:spcPts val="0"/>
              </a:spcBef>
              <a:spcAft>
                <a:spcPts val="0"/>
              </a:spcAft>
              <a:buClrTx/>
              <a:buSzTx/>
              <a:buFontTx/>
              <a:buNone/>
              <a:tabLst/>
              <a:defRPr/>
            </a:pPr>
            <a:r>
              <a:rPr lang="en-US" dirty="0"/>
              <a:t>Advance the slide to reveal the answer.</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22</a:t>
            </a:fld>
            <a:endParaRPr lang="en-US" dirty="0"/>
          </a:p>
        </p:txBody>
      </p:sp>
      <p:sp>
        <p:nvSpPr>
          <p:cNvPr id="6" name="Footer Placeholder 5">
            <a:extLst>
              <a:ext uri="{FF2B5EF4-FFF2-40B4-BE49-F238E27FC236}">
                <a16:creationId xmlns:a16="http://schemas.microsoft.com/office/drawing/2014/main" id="{559F9DA1-0C1A-ACF1-CA9B-B88FAC3B5CCC}"/>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4569052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Correct Answer</a:t>
            </a:r>
            <a:r>
              <a:rPr lang="en-US" dirty="0"/>
              <a:t>: Hub</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23</a:t>
            </a:fld>
            <a:endParaRPr lang="en-US" dirty="0"/>
          </a:p>
        </p:txBody>
      </p:sp>
      <p:sp>
        <p:nvSpPr>
          <p:cNvPr id="6" name="Footer Placeholder 5">
            <a:extLst>
              <a:ext uri="{FF2B5EF4-FFF2-40B4-BE49-F238E27FC236}">
                <a16:creationId xmlns:a16="http://schemas.microsoft.com/office/drawing/2014/main" id="{AFF61D83-1B78-3B77-0383-34E084AC8F6F}"/>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3372337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lang="en-US" b="1" dirty="0"/>
              <a:t>Suggested Activity - Matching</a:t>
            </a:r>
            <a:endParaRPr lang="en-US" dirty="0"/>
          </a:p>
          <a:p>
            <a:pPr marL="0" marR="0" lvl="0" indent="0" algn="l" defTabSz="685526" rtl="0" eaLnBrk="1" fontAlgn="auto" latinLnBrk="0" hangingPunct="1">
              <a:lnSpc>
                <a:spcPct val="100000"/>
              </a:lnSpc>
              <a:spcBef>
                <a:spcPts val="0"/>
              </a:spcBef>
              <a:spcAft>
                <a:spcPts val="0"/>
              </a:spcAft>
              <a:buClrTx/>
              <a:buSzTx/>
              <a:buFontTx/>
              <a:buNone/>
              <a:tabLst/>
              <a:defRPr/>
            </a:pPr>
            <a:r>
              <a:rPr lang="en-US" dirty="0"/>
              <a:t>Advance the slide to reveal the answer.</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24</a:t>
            </a:fld>
            <a:endParaRPr lang="en-US" dirty="0"/>
          </a:p>
        </p:txBody>
      </p:sp>
      <p:sp>
        <p:nvSpPr>
          <p:cNvPr id="6" name="Footer Placeholder 5">
            <a:extLst>
              <a:ext uri="{FF2B5EF4-FFF2-40B4-BE49-F238E27FC236}">
                <a16:creationId xmlns:a16="http://schemas.microsoft.com/office/drawing/2014/main" id="{61161D85-C893-6F65-DF9E-C3497A87B8A3}"/>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9375921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Correct Answer</a:t>
            </a:r>
            <a:r>
              <a:rPr lang="en-US" dirty="0"/>
              <a:t>: Switch</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25</a:t>
            </a:fld>
            <a:endParaRPr lang="en-US" dirty="0"/>
          </a:p>
        </p:txBody>
      </p:sp>
      <p:sp>
        <p:nvSpPr>
          <p:cNvPr id="6" name="Footer Placeholder 5">
            <a:extLst>
              <a:ext uri="{FF2B5EF4-FFF2-40B4-BE49-F238E27FC236}">
                <a16:creationId xmlns:a16="http://schemas.microsoft.com/office/drawing/2014/main" id="{7DC367BE-8891-1876-E76E-ADDFF6FC98FF}"/>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9531787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r>
              <a:rPr lang="en-GB" b="1" dirty="0"/>
              <a:t>Exam Objectives Covered</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2.2 Given a scenario, configure switching technologies and features.</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5.3 Given a scenario, troubleshoot common issues with network services.</a:t>
            </a:r>
          </a:p>
          <a:p>
            <a:endParaRPr lang="en-GB" dirty="0"/>
          </a:p>
        </p:txBody>
      </p:sp>
      <p:sp>
        <p:nvSpPr>
          <p:cNvPr id="5" name="Footer Placeholder 4">
            <a:extLst>
              <a:ext uri="{FF2B5EF4-FFF2-40B4-BE49-F238E27FC236}">
                <a16:creationId xmlns:a16="http://schemas.microsoft.com/office/drawing/2014/main" id="{A6D7AE4D-ACB1-DD96-EA9A-8F3029C4F94A}"/>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574647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Instructor Notes – Link Aggregation/NIC Teaming</a:t>
            </a:r>
            <a:endParaRPr lang="en-US" dirty="0"/>
          </a:p>
          <a:p>
            <a:r>
              <a:rPr lang="en-US" i="0" dirty="0"/>
              <a:t>Link aggregation means comb</a:t>
            </a:r>
            <a:r>
              <a:rPr lang="en-US" dirty="0"/>
              <a:t>ining two or more separate cabled links into a single logical channel. From the host end, this can also be called NIC teaming; at the switch end, it can be called port aggregation and is referred to by Cisco as an EtherChannel. The term "bonding" is also widely substituted for "aggregation." </a:t>
            </a:r>
          </a:p>
          <a:p>
            <a:pPr marL="7938" marR="0" lvl="0" algn="l" defTabSz="914400" rtl="0" eaLnBrk="1" fontAlgn="auto" latinLnBrk="0" hangingPunct="1">
              <a:lnSpc>
                <a:spcPct val="100000"/>
              </a:lnSpc>
              <a:spcBef>
                <a:spcPts val="0"/>
              </a:spcBef>
              <a:spcAft>
                <a:spcPts val="0"/>
              </a:spcAft>
              <a:buClr>
                <a:srgbClr val="000000"/>
              </a:buClr>
              <a:buSzPts val="1100"/>
              <a:defRPr/>
            </a:pPr>
            <a:endParaRPr lang="en-US" dirty="0"/>
          </a:p>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r>
              <a:rPr lang="en-US" dirty="0"/>
              <a:t>Image Caption</a:t>
            </a:r>
          </a:p>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r>
              <a:rPr lang="en-US" dirty="0"/>
              <a:t>A server node uses NIC teaming to create a 4 Gbps channel link from four 1 Gbps ports to a workgroup switch, while the workgroup switch bonds its uplink transceivers to create a 20 Gbps channel to a router. </a:t>
            </a:r>
          </a:p>
          <a:p>
            <a:pPr marL="7938">
              <a:buNone/>
            </a:pPr>
            <a:endParaRPr lang="en-US" dirty="0"/>
          </a:p>
          <a:p>
            <a:pPr marL="7938">
              <a:buNone/>
            </a:pPr>
            <a:r>
              <a:rPr lang="en-US" dirty="0"/>
              <a:t>Image Description</a:t>
            </a:r>
          </a:p>
          <a:p>
            <a:pPr marL="7938">
              <a:buNone/>
            </a:pPr>
            <a:r>
              <a:rPr lang="en-US" dirty="0"/>
              <a:t>2-port 1 Gbps NICS connected to workgroup or access switch via 4 Gbpschannel. It is labeled link aggression group of four 1 Gbps ports. Router or layer 3 switch is connected to workgroup or access switch via 20 Gbps channel. It is labeled link aggregation group of two 10 Gbps ports. Text beside workgroup or access switch reads, 10 Gbps transceivers.</a:t>
            </a:r>
            <a:br>
              <a:rPr lang="en-US" dirty="0"/>
            </a:br>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27</a:t>
            </a:fld>
            <a:endParaRPr lang="en-US" dirty="0"/>
          </a:p>
        </p:txBody>
      </p:sp>
      <p:sp>
        <p:nvSpPr>
          <p:cNvPr id="6" name="Footer Placeholder 5">
            <a:extLst>
              <a:ext uri="{FF2B5EF4-FFF2-40B4-BE49-F238E27FC236}">
                <a16:creationId xmlns:a16="http://schemas.microsoft.com/office/drawing/2014/main" id="{489C8996-BED5-9338-FA2E-EE1C14BAC1C4}"/>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4885007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Instructor Notes – Maximum Transmission Unit</a:t>
            </a:r>
            <a:endParaRPr lang="en-US" dirty="0"/>
          </a:p>
          <a:p>
            <a:pPr marL="0" marR="0" lvl="0" indent="0" algn="l" defTabSz="685526" rtl="0" eaLnBrk="1" fontAlgn="auto" latinLnBrk="0" hangingPunct="1">
              <a:lnSpc>
                <a:spcPct val="100000"/>
              </a:lnSpc>
              <a:spcBef>
                <a:spcPts val="0"/>
              </a:spcBef>
              <a:spcAft>
                <a:spcPts val="0"/>
              </a:spcAft>
              <a:buClrTx/>
              <a:buSzTx/>
              <a:buFontTx/>
              <a:buNone/>
              <a:tabLst/>
              <a:defRPr/>
            </a:pPr>
            <a:r>
              <a:rPr lang="en-US" i="0" dirty="0"/>
              <a:t>WAN links have different MTUs. WAN technologies are covered later in the course.</a:t>
            </a:r>
          </a:p>
          <a:p>
            <a:pPr marL="0" marR="0" lvl="0" indent="0" algn="l" defTabSz="685526"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685526" rtl="0" eaLnBrk="1" fontAlgn="auto" latinLnBrk="0" hangingPunct="1">
              <a:lnSpc>
                <a:spcPct val="100000"/>
              </a:lnSpc>
              <a:spcBef>
                <a:spcPts val="0"/>
              </a:spcBef>
              <a:spcAft>
                <a:spcPts val="0"/>
              </a:spcAft>
              <a:buClrTx/>
              <a:buSzTx/>
              <a:buFontTx/>
              <a:buNone/>
              <a:tabLst/>
              <a:defRPr/>
            </a:pPr>
            <a:r>
              <a:rPr lang="en-US" i="0" dirty="0"/>
              <a:t>Analogy: Imagine sending packages (data) across a network. The MTU is like the maximum size of a box a delivery truck (switch port) can handle. If a package is too big (data exceeds MTU), it won't fit and needs to be broken down (fragmented) into smaller pieces for delivery, causing delays.</a:t>
            </a:r>
          </a:p>
          <a:p>
            <a:endParaRPr lang="en-US" dirty="0"/>
          </a:p>
          <a:p>
            <a:r>
              <a:rPr lang="en-US" b="1" dirty="0"/>
              <a:t>Suggested Teaching Tips</a:t>
            </a:r>
            <a:endParaRPr lang="en-US" dirty="0"/>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dirty="0"/>
              <a:t>Emphasize the concepts of an MTU and fragmentation and reassembly.</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dirty="0"/>
              <a:t>Discuss situations where adjusting MTU might be beneficial. For instance, transferring large files across the network might require a higher MTU to avoid excessive fragmentation.</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28</a:t>
            </a:fld>
            <a:endParaRPr lang="en-US" dirty="0"/>
          </a:p>
        </p:txBody>
      </p:sp>
      <p:sp>
        <p:nvSpPr>
          <p:cNvPr id="6" name="Footer Placeholder 5">
            <a:extLst>
              <a:ext uri="{FF2B5EF4-FFF2-40B4-BE49-F238E27FC236}">
                <a16:creationId xmlns:a16="http://schemas.microsoft.com/office/drawing/2014/main" id="{6861AEFC-F476-3F2C-1E0A-3D5778A4C684}"/>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2973336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4213" y="288925"/>
            <a:ext cx="5489575" cy="3086100"/>
          </a:xfrm>
        </p:spPr>
      </p:sp>
      <p:sp>
        <p:nvSpPr>
          <p:cNvPr id="3" name="Notes Placeholder 2"/>
          <p:cNvSpPr>
            <a:spLocks noGrp="1"/>
          </p:cNvSpPr>
          <p:nvPr>
            <p:ph type="body" idx="1"/>
          </p:nvPr>
        </p:nvSpPr>
        <p:spPr>
          <a:xfrm>
            <a:off x="685800" y="3575304"/>
            <a:ext cx="5486400" cy="4425696"/>
          </a:xfrm>
        </p:spPr>
        <p:txBody>
          <a:bodyPr/>
          <a:lstStyle/>
          <a:p>
            <a:pPr marL="7938" marR="0" lvl="0" algn="l" defTabSz="914400" rtl="0" eaLnBrk="1" fontAlgn="auto" latinLnBrk="0" hangingPunct="1">
              <a:lnSpc>
                <a:spcPct val="100000"/>
              </a:lnSpc>
              <a:spcBef>
                <a:spcPts val="0"/>
              </a:spcBef>
              <a:spcAft>
                <a:spcPts val="0"/>
              </a:spcAft>
              <a:buClr>
                <a:srgbClr val="000000"/>
              </a:buClr>
              <a:buSzPts val="1100"/>
              <a:defRPr/>
            </a:pPr>
            <a:r>
              <a:rPr lang="en-US" b="1" dirty="0"/>
              <a:t>Suggested Instructor Notes – Spanning Tree Protocol</a:t>
            </a:r>
          </a:p>
          <a:p>
            <a:pPr marL="7938" marR="0" lvl="0" algn="l" defTabSz="914400" rtl="0" eaLnBrk="1" fontAlgn="auto" latinLnBrk="0" hangingPunct="1">
              <a:lnSpc>
                <a:spcPct val="100000"/>
              </a:lnSpc>
              <a:spcBef>
                <a:spcPts val="0"/>
              </a:spcBef>
              <a:spcAft>
                <a:spcPts val="0"/>
              </a:spcAft>
              <a:buClr>
                <a:srgbClr val="000000"/>
              </a:buClr>
              <a:buSzPts val="1100"/>
              <a:defRPr/>
            </a:pPr>
            <a:r>
              <a:rPr lang="en-US" dirty="0"/>
              <a:t>Ethernet has no concept of a "time to live" value for frames, so layer 2 broadcast and flooded traffic could continue to loop through a network with multiple paths indefinitely.</a:t>
            </a:r>
            <a:br>
              <a:rPr lang="en-US" b="0" i="0" dirty="0">
                <a:effectLst/>
                <a:highlight>
                  <a:srgbClr val="FFFFFF"/>
                </a:highlight>
              </a:rPr>
            </a:br>
            <a:endParaRPr lang="en-US" dirty="0"/>
          </a:p>
          <a:p>
            <a:pPr marL="7938">
              <a:buNone/>
            </a:pPr>
            <a:r>
              <a:rPr lang="en-US" dirty="0"/>
              <a:t>Image Description: Minimum configuration needed to prevent loops in a network with 3 bridges or switches</a:t>
            </a:r>
          </a:p>
          <a:p>
            <a:pPr marL="179388" indent="-171450">
              <a:buFont typeface="Arial" panose="020B0604020202020204" pitchFamily="34" charset="0"/>
              <a:buChar char="•"/>
            </a:pPr>
            <a:r>
              <a:rPr lang="en-US" dirty="0"/>
              <a:t>The root bridge has two designated ports (DP) connected to Bridge A and Bridge B. </a:t>
            </a:r>
          </a:p>
          <a:p>
            <a:pPr marL="179388" lvl="1" indent="-171450">
              <a:buFont typeface="Arial" panose="020B0604020202020204" pitchFamily="34" charset="0"/>
              <a:buChar char="•"/>
            </a:pPr>
            <a:r>
              <a:rPr lang="en-US" dirty="0"/>
              <a:t>Bridges A and B both have root ports (RP) connected back to the interfaces on the root bridge. </a:t>
            </a:r>
          </a:p>
          <a:p>
            <a:pPr marL="179388" lvl="1" indent="-171450">
              <a:buFont typeface="Arial" panose="020B0604020202020204" pitchFamily="34" charset="0"/>
              <a:buChar char="•"/>
            </a:pPr>
            <a:r>
              <a:rPr lang="en-US" dirty="0"/>
              <a:t>Bridges A and B also have a connection directly to one another. </a:t>
            </a:r>
          </a:p>
          <a:p>
            <a:pPr marL="179388" lvl="1" indent="-171450">
              <a:buFont typeface="Arial" panose="020B0604020202020204" pitchFamily="34" charset="0"/>
              <a:buChar char="•"/>
            </a:pPr>
            <a:r>
              <a:rPr lang="en-US" dirty="0"/>
              <a:t>On Bridge A, this interface is active and traffic for Bridge B can be forwarded directly over it. </a:t>
            </a:r>
          </a:p>
          <a:p>
            <a:pPr marL="179388" lvl="1" indent="-171450">
              <a:buFont typeface="Arial" panose="020B0604020202020204" pitchFamily="34" charset="0"/>
              <a:buChar char="•"/>
            </a:pPr>
            <a:r>
              <a:rPr lang="en-US" dirty="0"/>
              <a:t>On Bridge B, the interface is blocked (BP) to prevent a loop, and traffic for Bridge A must be forwarded via the root bridge.</a:t>
            </a:r>
          </a:p>
          <a:p>
            <a:pPr marL="158750" lvl="0" indent="0">
              <a:buNone/>
            </a:pPr>
            <a:endParaRPr lang="en-US" dirty="0"/>
          </a:p>
          <a:p>
            <a:pPr marL="7938" lvl="0">
              <a:buNone/>
            </a:pPr>
            <a:r>
              <a:rPr lang="en-US" dirty="0"/>
              <a:t>Image Caption: Spanning tree configuration. (Images © 123RF.com.)</a:t>
            </a:r>
          </a:p>
          <a:p>
            <a:pPr marL="7938" lvl="0">
              <a:buNone/>
            </a:pPr>
            <a:endParaRPr lang="en-US" dirty="0"/>
          </a:p>
          <a:p>
            <a:pPr marL="7938" lvl="0">
              <a:buNone/>
            </a:pPr>
            <a:r>
              <a:rPr lang="en-US" b="1" i="0" dirty="0"/>
              <a:t>Suggested Instruction Notes</a:t>
            </a:r>
          </a:p>
          <a:p>
            <a:pPr marL="7938" lvl="0">
              <a:buNone/>
            </a:pPr>
            <a:r>
              <a:rPr lang="en-US" i="0" dirty="0"/>
              <a:t>The Problem: Bridge Loops and Network Chaos</a:t>
            </a:r>
          </a:p>
          <a:p>
            <a:pPr marL="179388" lvl="0" indent="-171450">
              <a:buFont typeface="Arial" panose="020B0604020202020204" pitchFamily="34" charset="0"/>
              <a:buChar char="•"/>
            </a:pPr>
            <a:r>
              <a:rPr lang="en-US" i="0" dirty="0"/>
              <a:t>Imagine a network of bridges connecting different segments. Bridges are great for controlling network traffic, but what happens if there's a loop created by connecting bridges together in a circle?</a:t>
            </a:r>
          </a:p>
          <a:p>
            <a:pPr marL="179388" lvl="0" indent="-171450">
              <a:buFont typeface="Arial" panose="020B0604020202020204" pitchFamily="34" charset="0"/>
              <a:buChar char="•"/>
            </a:pPr>
            <a:r>
              <a:rPr lang="en-US" i="0" dirty="0"/>
              <a:t>Data packets would endlessly loop around the circle, never reaching their intended destination. This can lead to network congestion, slowdowns, and even complete outages.</a:t>
            </a:r>
          </a:p>
          <a:p>
            <a:pPr marL="7938" lvl="0">
              <a:buNone/>
            </a:pPr>
            <a:endParaRPr lang="en-US" i="0" dirty="0"/>
          </a:p>
          <a:p>
            <a:pPr marL="7938" lvl="0">
              <a:buNone/>
            </a:pPr>
            <a:r>
              <a:rPr lang="en-US" i="0" dirty="0"/>
              <a:t>STP: The Loop-Busting Hero</a:t>
            </a:r>
          </a:p>
          <a:p>
            <a:pPr marL="179388" lvl="0" indent="-171450">
              <a:buFont typeface="Arial" panose="020B0604020202020204" pitchFamily="34" charset="0"/>
              <a:buChar char="•"/>
            </a:pPr>
            <a:r>
              <a:rPr lang="en-US" i="0" dirty="0"/>
              <a:t>STP (Spanning Tree Protocol) acts like a network traffic cop. It detects bridge loops and intelligently disables unnecessary bridge ports, creating a loop-free path for data to flow efficiently.</a:t>
            </a:r>
          </a:p>
          <a:p>
            <a:pPr marL="179388" lvl="0" indent="-171450">
              <a:buFont typeface="Arial" panose="020B0604020202020204" pitchFamily="34" charset="0"/>
              <a:buChar char="•"/>
            </a:pPr>
            <a:r>
              <a:rPr lang="en-US" i="0" dirty="0"/>
              <a:t>Think of it as automatically identifying a redundant path in the circular bridge connection and shutting it down. This ensures data takes a single, defined path, preventing the looping chaos.</a:t>
            </a:r>
          </a:p>
          <a:p>
            <a:pPr marL="7938" lvl="0">
              <a:buNone/>
            </a:pPr>
            <a:endParaRPr lang="en-US" i="0" dirty="0"/>
          </a:p>
          <a:p>
            <a:pPr marL="7938" lvl="0">
              <a:buNone/>
            </a:pPr>
            <a:r>
              <a:rPr lang="en-US" i="0" dirty="0"/>
              <a:t>Benefits of a Loop-Free Network:</a:t>
            </a:r>
          </a:p>
          <a:p>
            <a:pPr marL="179388" lvl="0" indent="-171450">
              <a:buFont typeface="Arial" panose="020B0604020202020204" pitchFamily="34" charset="0"/>
              <a:buChar char="•"/>
            </a:pPr>
            <a:r>
              <a:rPr lang="en-US" i="0" dirty="0"/>
              <a:t>Improved Performance: With STP, data packets reach their destination faster and more reliably, leading to a smoother network experience for everyone.</a:t>
            </a:r>
          </a:p>
          <a:p>
            <a:pPr marL="179388" lvl="0" indent="-171450">
              <a:buFont typeface="Arial" panose="020B0604020202020204" pitchFamily="34" charset="0"/>
              <a:buChar char="•"/>
            </a:pPr>
            <a:r>
              <a:rPr lang="en-US" i="0" dirty="0"/>
              <a:t>Reduced Congestion: By eliminating loops that cause endless retransmission of data, STP helps free up network resources and prevents unnecessary traffic jams.</a:t>
            </a:r>
          </a:p>
          <a:p>
            <a:pPr marL="179388" lvl="0" indent="-171450">
              <a:buFont typeface="Arial" panose="020B0604020202020204" pitchFamily="34" charset="0"/>
              <a:buChar char="•"/>
            </a:pPr>
            <a:r>
              <a:rPr lang="en-US" i="0" dirty="0"/>
              <a:t>Increased Stability: STP helps maintain a stable network environment by preventing the unpredictable behavior caused by bridge loops.</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29</a:t>
            </a:fld>
            <a:endParaRPr lang="en-US" dirty="0"/>
          </a:p>
        </p:txBody>
      </p:sp>
      <p:sp>
        <p:nvSpPr>
          <p:cNvPr id="6" name="Footer Placeholder 5">
            <a:extLst>
              <a:ext uri="{FF2B5EF4-FFF2-40B4-BE49-F238E27FC236}">
                <a16:creationId xmlns:a16="http://schemas.microsoft.com/office/drawing/2014/main" id="{BAE2889C-1744-14C6-06F4-910E03455429}"/>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1538433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Instructor Notes – Power Over Ethernet</a:t>
            </a:r>
            <a:endParaRPr lang="en-US" i="0" dirty="0"/>
          </a:p>
          <a:p>
            <a:endParaRPr lang="en-US" i="0" dirty="0"/>
          </a:p>
          <a:p>
            <a:r>
              <a:rPr lang="en-US" i="0" dirty="0"/>
              <a:t>Benefits of PoE:</a:t>
            </a:r>
          </a:p>
          <a:p>
            <a:pPr marL="171450" indent="-171450">
              <a:buFont typeface="Arial" panose="020B0604020202020204" pitchFamily="34" charset="0"/>
              <a:buChar char="•"/>
            </a:pPr>
            <a:r>
              <a:rPr lang="en-US" b="1" i="0" dirty="0"/>
              <a:t>Convenience and Cost Savings</a:t>
            </a:r>
            <a:r>
              <a:rPr lang="en-US" i="0" dirty="0"/>
              <a:t>: PoE simplifies network setup by reducing cable clutter and eliminating the need for additional power outlets. This can save time and money during installation.</a:t>
            </a:r>
          </a:p>
          <a:p>
            <a:pPr marL="171450" indent="-171450">
              <a:buFont typeface="Arial" panose="020B0604020202020204" pitchFamily="34" charset="0"/>
              <a:buChar char="•"/>
            </a:pPr>
            <a:r>
              <a:rPr lang="en-US" b="1" i="0" dirty="0"/>
              <a:t>Flexibility</a:t>
            </a:r>
            <a:r>
              <a:rPr lang="en-US" i="0" dirty="0"/>
              <a:t>: PoE allows for device placement in areas where power outlets might be limited, such as ceilings for access points or high walls for security cameras.</a:t>
            </a:r>
          </a:p>
          <a:p>
            <a:pPr marL="171450" indent="-171450">
              <a:buFont typeface="Arial" panose="020B0604020202020204" pitchFamily="34" charset="0"/>
              <a:buChar char="•"/>
            </a:pPr>
            <a:r>
              <a:rPr lang="en-US" b="1" i="0" dirty="0"/>
              <a:t>Centralized Power Management</a:t>
            </a:r>
            <a:r>
              <a:rPr lang="en-US" i="0" dirty="0"/>
              <a:t>: With PoE, power delivery can be managed and controlled centrally through the network switch, offering better control and easier troubleshooting.</a:t>
            </a:r>
          </a:p>
          <a:p>
            <a:endParaRPr lang="en-US" dirty="0"/>
          </a:p>
          <a:p>
            <a:r>
              <a:rPr lang="en-US" b="1" dirty="0"/>
              <a:t>Suggested Instructional Tip</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Emphasize what sort of devices can use PoE: access points (wireless access points, IP cameras, VoIP phones, etc.). You couldn't, for instance, run a laptop or laser printer off PoE.</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30</a:t>
            </a:fld>
            <a:endParaRPr lang="en-US" dirty="0"/>
          </a:p>
        </p:txBody>
      </p:sp>
      <p:sp>
        <p:nvSpPr>
          <p:cNvPr id="6" name="Footer Placeholder 5">
            <a:extLst>
              <a:ext uri="{FF2B5EF4-FFF2-40B4-BE49-F238E27FC236}">
                <a16:creationId xmlns:a16="http://schemas.microsoft.com/office/drawing/2014/main" id="{FBF8717D-F6A7-B326-E157-CC8F71408A4A}"/>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6829551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Activity – Scavenger Hunt</a:t>
            </a:r>
            <a:endParaRPr lang="en-US" dirty="0"/>
          </a:p>
          <a:p>
            <a:pPr marL="0" marR="0" lvl="0" indent="0" algn="l" defTabSz="685526" rtl="0" eaLnBrk="1" fontAlgn="auto" latinLnBrk="0" hangingPunct="1">
              <a:lnSpc>
                <a:spcPct val="100000"/>
              </a:lnSpc>
              <a:spcBef>
                <a:spcPts val="0"/>
              </a:spcBef>
              <a:spcAft>
                <a:spcPts val="0"/>
              </a:spcAft>
              <a:buClrTx/>
              <a:buSzTx/>
              <a:buFontTx/>
              <a:buNone/>
              <a:tabLst/>
              <a:defRPr/>
            </a:pPr>
            <a:r>
              <a:rPr lang="en-US" dirty="0"/>
              <a:t>Find devices that use Power over Ethernet (PoE).</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Explore to find any devices that might be powered through an Ethernet cable.</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Note the device type, device location, and how it benefits from PoE</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31</a:t>
            </a:fld>
            <a:endParaRPr lang="en-US" dirty="0"/>
          </a:p>
        </p:txBody>
      </p:sp>
      <p:sp>
        <p:nvSpPr>
          <p:cNvPr id="6" name="Footer Placeholder 5">
            <a:extLst>
              <a:ext uri="{FF2B5EF4-FFF2-40B4-BE49-F238E27FC236}">
                <a16:creationId xmlns:a16="http://schemas.microsoft.com/office/drawing/2014/main" id="{115E29B6-7288-1A7F-6906-7AE5B6B519D8}"/>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2823586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r>
              <a:rPr lang="en-GB" b="1" dirty="0"/>
              <a:t>Exam Objectives Covered</a:t>
            </a:r>
          </a:p>
          <a:p>
            <a:pPr marL="171450" indent="-171450">
              <a:buFont typeface="Arial" panose="020B0604020202020204" pitchFamily="34" charset="0"/>
              <a:buChar char="•"/>
            </a:pPr>
            <a:r>
              <a:rPr lang="en-US" dirty="0"/>
              <a:t>5.2 Given a scenario, troubleshoot common cabling and physical interface issues. </a:t>
            </a:r>
          </a:p>
          <a:p>
            <a:pPr marL="171450" indent="-171450">
              <a:buFont typeface="Arial" panose="020B0604020202020204" pitchFamily="34" charset="0"/>
              <a:buChar char="•"/>
            </a:pPr>
            <a:r>
              <a:rPr lang="en-US" dirty="0"/>
              <a:t>5.3 Given a scenario, troubleshoot common issues with network services.</a:t>
            </a:r>
          </a:p>
          <a:p>
            <a:pPr marL="171450" indent="-171450">
              <a:buFont typeface="Arial" panose="020B0604020202020204" pitchFamily="34" charset="0"/>
              <a:buChar char="•"/>
            </a:pPr>
            <a:r>
              <a:rPr lang="en-US" dirty="0"/>
              <a:t>5.5 Given a scenario, use the appropriate tool or protocol to solve networking issues.</a:t>
            </a:r>
          </a:p>
          <a:p>
            <a:endParaRPr lang="en-US" dirty="0"/>
          </a:p>
        </p:txBody>
      </p:sp>
      <p:sp>
        <p:nvSpPr>
          <p:cNvPr id="5" name="Footer Placeholder 4">
            <a:extLst>
              <a:ext uri="{FF2B5EF4-FFF2-40B4-BE49-F238E27FC236}">
                <a16:creationId xmlns:a16="http://schemas.microsoft.com/office/drawing/2014/main" id="{7F6D2893-1725-7994-1DDD-8DD919F7471F}"/>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2575288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 – Hardware Failure Issues</a:t>
            </a:r>
            <a:endParaRPr lang="en-US" dirty="0"/>
          </a:p>
          <a:p>
            <a:pPr marL="0" marR="0" lvl="0" indent="0" algn="l" defTabSz="685526" rtl="0" eaLnBrk="1" fontAlgn="auto" latinLnBrk="0" hangingPunct="1">
              <a:lnSpc>
                <a:spcPct val="100000"/>
              </a:lnSpc>
              <a:spcBef>
                <a:spcPts val="0"/>
              </a:spcBef>
              <a:spcAft>
                <a:spcPts val="0"/>
              </a:spcAft>
              <a:buClrTx/>
              <a:buSzTx/>
              <a:buFontTx/>
              <a:buNone/>
              <a:tabLst/>
              <a:defRPr/>
            </a:pPr>
            <a:r>
              <a:rPr lang="en-US" dirty="0"/>
              <a:t>Do be aware that restarting a switch, router, or server can be very disruptive to the rest of the network. Identify how to mitigate potential impacts and seek authorization for your plan before proceeding. Also, remember that a restart will apply the startup configuration. Any unsaved changes in the running configuration will be discarded. </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33</a:t>
            </a:fld>
            <a:endParaRPr lang="en-US" dirty="0"/>
          </a:p>
        </p:txBody>
      </p:sp>
      <p:sp>
        <p:nvSpPr>
          <p:cNvPr id="6" name="Footer Placeholder 5">
            <a:extLst>
              <a:ext uri="{FF2B5EF4-FFF2-40B4-BE49-F238E27FC236}">
                <a16:creationId xmlns:a16="http://schemas.microsoft.com/office/drawing/2014/main" id="{8EADD1E7-1E83-6BF2-6372-C597A6EF3E13}"/>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8513170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 - Port Status Indicators</a:t>
            </a:r>
            <a:endParaRPr lang="en-US" dirty="0"/>
          </a:p>
          <a:p>
            <a:pPr marL="0" marR="0" lvl="0" indent="0" algn="l" defTabSz="685526" rtl="0" eaLnBrk="1" fontAlgn="auto" latinLnBrk="0" hangingPunct="1">
              <a:lnSpc>
                <a:spcPct val="100000"/>
              </a:lnSpc>
              <a:spcBef>
                <a:spcPts val="0"/>
              </a:spcBef>
              <a:spcAft>
                <a:spcPts val="0"/>
              </a:spcAft>
              <a:buClrTx/>
              <a:buSzTx/>
              <a:buFontTx/>
              <a:buNone/>
              <a:tabLst/>
              <a:defRPr/>
            </a:pPr>
            <a:r>
              <a:rPr lang="en-US" dirty="0"/>
              <a:t>When you are troubleshooting a suspected layer 1 or layer 2 problem, check the LED status indicators on the NIC at one end and the switch/router port at the other. You will need the vendor documentation to interpret the LEDs. Note that this table represents typical configurations. Manufacturers specifications may differ.</a:t>
            </a:r>
            <a:r>
              <a:rPr lang="en-US" b="0" i="0" dirty="0">
                <a:effectLst/>
                <a:highlight>
                  <a:srgbClr val="FFFFFF"/>
                </a:highlight>
              </a:rPr>
              <a:t> </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34</a:t>
            </a:fld>
            <a:endParaRPr lang="en-US" dirty="0"/>
          </a:p>
        </p:txBody>
      </p:sp>
      <p:sp>
        <p:nvSpPr>
          <p:cNvPr id="6" name="Footer Placeholder 5">
            <a:extLst>
              <a:ext uri="{FF2B5EF4-FFF2-40B4-BE49-F238E27FC236}">
                <a16:creationId xmlns:a16="http://schemas.microsoft.com/office/drawing/2014/main" id="{F7CF680A-4DAE-A329-4CCB-499FCEDE06DE}"/>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7845242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Switch Show Commands </a:t>
            </a:r>
            <a:endParaRPr lang="en-US" dirty="0"/>
          </a:p>
          <a:p>
            <a:pPr marL="171450" indent="-171450">
              <a:buFont typeface="Arial" panose="020B0604020202020204" pitchFamily="34" charset="0"/>
              <a:buChar char="•"/>
            </a:pPr>
            <a:r>
              <a:rPr lang="en-US" b="1" dirty="0">
                <a:effectLst/>
              </a:rPr>
              <a:t>show config</a:t>
            </a:r>
            <a:r>
              <a:rPr lang="en-US" dirty="0">
                <a:effectLst/>
              </a:rPr>
              <a:t>: This command is your go-to for viewing the device's overall current setup. It pulls up the comprehensive settings and configurations that are applied and functioning at the moment.</a:t>
            </a:r>
            <a:endParaRPr lang="en-US" dirty="0"/>
          </a:p>
          <a:p>
            <a:pPr marL="171450" indent="-171450">
              <a:buFont typeface="Arial" panose="020B0604020202020204" pitchFamily="34" charset="0"/>
              <a:buChar char="•"/>
            </a:pPr>
            <a:r>
              <a:rPr lang="en-US" b="1" dirty="0">
                <a:effectLst/>
              </a:rPr>
              <a:t>show startup config</a:t>
            </a:r>
            <a:r>
              <a:rPr lang="en-US" dirty="0">
                <a:effectLst/>
              </a:rPr>
              <a:t>: When you're preparing for future operations or maintenance windows, this command is critical. It displays the configuration that has been saved and will be automatically applied the next time the device restarts. This is essential for verifying changes intended for future application.</a:t>
            </a:r>
            <a:endParaRPr lang="en-US" dirty="0"/>
          </a:p>
          <a:p>
            <a:pPr marL="171450" indent="-171450">
              <a:buFont typeface="Arial" panose="020B0604020202020204" pitchFamily="34" charset="0"/>
              <a:buChar char="•"/>
            </a:pPr>
            <a:r>
              <a:rPr lang="en-US" b="1" dirty="0">
                <a:effectLst/>
              </a:rPr>
              <a:t>show running config</a:t>
            </a:r>
            <a:r>
              <a:rPr lang="en-US" dirty="0">
                <a:effectLst/>
              </a:rPr>
              <a:t>: Use this command to see the configuration actively being used by the device in real-time. It's particularly useful for troubleshooting or verifying that recent changes have taken effect without needing a restart.</a:t>
            </a:r>
            <a:endParaRPr lang="en-US" dirty="0"/>
          </a:p>
          <a:p>
            <a:pPr marL="171450" indent="-171450">
              <a:buFont typeface="Arial" panose="020B0604020202020204" pitchFamily="34" charset="0"/>
              <a:buChar char="•"/>
            </a:pPr>
            <a:r>
              <a:rPr lang="en-US" b="1" dirty="0">
                <a:effectLst/>
              </a:rPr>
              <a:t>show interface</a:t>
            </a:r>
            <a:r>
              <a:rPr lang="en-US" dirty="0">
                <a:effectLst/>
              </a:rPr>
              <a:t>: This command offers a deep dive into each network interface on the device. It covers a variety of details including status (up/down), protocol status, speed, and packet statistics. This is helpful for diagnosing connectivity issues or for regular network health checks.</a:t>
            </a:r>
            <a:endParaRPr lang="en-US"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35</a:t>
            </a:fld>
            <a:endParaRPr lang="en-US" dirty="0"/>
          </a:p>
        </p:txBody>
      </p:sp>
      <p:sp>
        <p:nvSpPr>
          <p:cNvPr id="6" name="Footer Placeholder 5">
            <a:extLst>
              <a:ext uri="{FF2B5EF4-FFF2-40B4-BE49-F238E27FC236}">
                <a16:creationId xmlns:a16="http://schemas.microsoft.com/office/drawing/2014/main" id="{805A844D-CB1E-5446-F86B-8F39C00ABE05}"/>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7667555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 – Switch Show Command Status</a:t>
            </a:r>
            <a:endParaRPr lang="en-US" dirty="0"/>
          </a:p>
          <a:p>
            <a:endParaRPr lang="en-US" dirty="0"/>
          </a:p>
          <a:p>
            <a:r>
              <a:rPr lang="en-US" b="1" dirty="0"/>
              <a:t>Interpreting Status Messages</a:t>
            </a:r>
            <a:r>
              <a:rPr lang="en-US" dirty="0"/>
              <a:t>:</a:t>
            </a:r>
          </a:p>
          <a:p>
            <a:pPr marL="171450" indent="-171450">
              <a:buFont typeface="Arial" panose="020B0604020202020204" pitchFamily="34" charset="0"/>
              <a:buChar char="•"/>
            </a:pPr>
            <a:r>
              <a:rPr lang="en-US" b="1" dirty="0"/>
              <a:t>Down/down</a:t>
            </a:r>
            <a:r>
              <a:rPr lang="en-US" dirty="0"/>
              <a:t>: This indicates the port is currently inoperable and unable to transmit or receive data.</a:t>
            </a:r>
          </a:p>
          <a:p>
            <a:pPr marL="514213" lvl="1" indent="-171450">
              <a:buFont typeface="Courier New" panose="02070309020205020404" pitchFamily="49" charset="0"/>
              <a:buChar char="o"/>
            </a:pPr>
            <a:r>
              <a:rPr lang="en-US" dirty="0"/>
              <a:t>This could be due to a physical cable issue, disabled interface configuration, or a hardware problem on the switch or connected device.</a:t>
            </a:r>
          </a:p>
          <a:p>
            <a:pPr marL="171450" indent="-171450">
              <a:buFont typeface="Arial" panose="020B0604020202020204" pitchFamily="34" charset="0"/>
              <a:buChar char="•"/>
            </a:pPr>
            <a:r>
              <a:rPr lang="en-US" b="1" dirty="0"/>
              <a:t>Administratively down/down</a:t>
            </a:r>
            <a:r>
              <a:rPr lang="en-US" dirty="0"/>
              <a:t>: The port is intentionally disabled by the administrator, likely through configuration settings.</a:t>
            </a:r>
          </a:p>
          <a:p>
            <a:pPr marL="514213" lvl="1" indent="-171450">
              <a:buFont typeface="Courier New" panose="02070309020205020404" pitchFamily="49" charset="0"/>
              <a:buChar char="o"/>
            </a:pPr>
            <a:r>
              <a:rPr lang="en-US" dirty="0"/>
              <a:t>It remains inoperable even if a cable is connected.</a:t>
            </a:r>
          </a:p>
          <a:p>
            <a:pPr marL="171450" indent="-171450">
              <a:buFont typeface="Arial" panose="020B0604020202020204" pitchFamily="34" charset="0"/>
              <a:buChar char="•"/>
            </a:pPr>
            <a:r>
              <a:rPr lang="en-US" b="1" dirty="0"/>
              <a:t>Down/error-disabled</a:t>
            </a:r>
            <a:r>
              <a:rPr lang="en-US" dirty="0"/>
              <a:t>: The port has encountered an error and has been automatically disabled by the switch for protection.</a:t>
            </a:r>
          </a:p>
          <a:p>
            <a:pPr marL="514213" lvl="1" indent="-171450">
              <a:buFont typeface="Courier New" panose="02070309020205020404" pitchFamily="49" charset="0"/>
              <a:buChar char="o"/>
            </a:pPr>
            <a:r>
              <a:rPr lang="en-US" dirty="0"/>
              <a:t>This might be due to excessive link errors or detected hardware issues on the port.</a:t>
            </a:r>
          </a:p>
          <a:p>
            <a:pPr marL="171450" indent="-171450">
              <a:buFont typeface="Arial" panose="020B0604020202020204" pitchFamily="34" charset="0"/>
              <a:buChar char="•"/>
            </a:pPr>
            <a:r>
              <a:rPr lang="en-US" b="1" dirty="0"/>
              <a:t>Up/down (suspended)</a:t>
            </a:r>
            <a:r>
              <a:rPr lang="en-US" dirty="0"/>
              <a:t>: The port is currently up and able to transmit/receive data, but it has experienced prior issues and is in a suspended state.</a:t>
            </a:r>
          </a:p>
          <a:p>
            <a:pPr marL="514213" lvl="1" indent="-171450">
              <a:buFont typeface="Courier New" panose="02070309020205020404" pitchFamily="49" charset="0"/>
              <a:buChar char="o"/>
            </a:pPr>
            <a:r>
              <a:rPr lang="en-US" dirty="0"/>
              <a:t>This could be a temporary condition or might require further investigation depending on the switch model and specific details.</a:t>
            </a:r>
          </a:p>
          <a:p>
            <a:endParaRPr lang="en-US" dirty="0"/>
          </a:p>
          <a:p>
            <a:pPr marL="0" marR="0" lvl="0" indent="0" algn="l" defTabSz="685526" rtl="0" eaLnBrk="1" fontAlgn="auto" latinLnBrk="0" hangingPunct="1">
              <a:lnSpc>
                <a:spcPct val="100000"/>
              </a:lnSpc>
              <a:spcBef>
                <a:spcPts val="0"/>
              </a:spcBef>
              <a:spcAft>
                <a:spcPts val="0"/>
              </a:spcAft>
              <a:buClrTx/>
              <a:buSzTx/>
              <a:buFontTx/>
              <a:buNone/>
              <a:tabLst/>
              <a:defRPr/>
            </a:pPr>
            <a:r>
              <a:rPr lang="en-US" b="1" dirty="0"/>
              <a:t>Note</a:t>
            </a:r>
            <a:r>
              <a:rPr lang="en-US" dirty="0"/>
              <a:t>: Network appliance administration and management console settings are covered later in the course.</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36</a:t>
            </a:fld>
            <a:endParaRPr lang="en-US" dirty="0"/>
          </a:p>
        </p:txBody>
      </p:sp>
      <p:sp>
        <p:nvSpPr>
          <p:cNvPr id="6" name="Footer Placeholder 5">
            <a:extLst>
              <a:ext uri="{FF2B5EF4-FFF2-40B4-BE49-F238E27FC236}">
                <a16:creationId xmlns:a16="http://schemas.microsoft.com/office/drawing/2014/main" id="{5BAEEBED-E848-10A8-0FEF-163E3E8FD1EE}"/>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0984364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5489575" cy="3086100"/>
          </a:xfrm>
        </p:spPr>
      </p:sp>
      <p:sp>
        <p:nvSpPr>
          <p:cNvPr id="3" name="Notes Placeholder 2"/>
          <p:cNvSpPr>
            <a:spLocks noGrp="1"/>
          </p:cNvSpPr>
          <p:nvPr>
            <p:ph type="body" idx="1"/>
          </p:nvPr>
        </p:nvSpPr>
        <p:spPr>
          <a:xfrm>
            <a:off x="685800" y="3776472"/>
            <a:ext cx="5486400" cy="4224528"/>
          </a:xfrm>
        </p:spPr>
        <p:txBody>
          <a:bodyPr/>
          <a:lstStyle/>
          <a:p>
            <a:r>
              <a:rPr lang="en-US" b="1" dirty="0"/>
              <a:t>Instructor Notes – Interface Error Counters</a:t>
            </a:r>
            <a:endParaRPr lang="en-US" b="1" i="0" dirty="0">
              <a:effectLst/>
              <a:highlight>
                <a:srgbClr val="FFFFFF"/>
              </a:highlight>
            </a:endParaRPr>
          </a:p>
          <a:p>
            <a:r>
              <a:rPr lang="en-US" dirty="0"/>
              <a:t>An interface might change rapidly or "flap" between up and down states, making the problem harder to observe and diagnose. Interface counters record the number of events over time. This allows you to diagnose issues with an interface that is up but that is unreliable or performing poorly.</a:t>
            </a:r>
          </a:p>
          <a:p>
            <a:endParaRPr lang="en-US" b="0" i="0" dirty="0">
              <a:effectLst/>
              <a:highlight>
                <a:srgbClr val="FFFFFF"/>
              </a:highlight>
            </a:endParaRPr>
          </a:p>
          <a:p>
            <a:pPr marL="171450" indent="-171450">
              <a:buFont typeface="Arial" panose="020B0604020202020204" pitchFamily="34" charset="0"/>
              <a:buChar char="•"/>
            </a:pPr>
            <a:r>
              <a:rPr lang="en-US" b="1" dirty="0"/>
              <a:t>Beyond Basic Status</a:t>
            </a:r>
            <a:r>
              <a:rPr lang="en-US" dirty="0"/>
              <a:t>:</a:t>
            </a:r>
          </a:p>
          <a:p>
            <a:pPr marL="514213" lvl="1" indent="-171450">
              <a:buFont typeface="Courier New" panose="02070309020205020404" pitchFamily="49" charset="0"/>
              <a:buChar char="o"/>
            </a:pPr>
            <a:r>
              <a:rPr lang="en-US" dirty="0"/>
              <a:t>While basic port status messages (up/down) offer a starting point, the "show interface status" command provides valuable insights through Interface Error Counters.</a:t>
            </a:r>
          </a:p>
          <a:p>
            <a:pPr marL="171450" indent="-171450">
              <a:buFont typeface="Arial" panose="020B0604020202020204" pitchFamily="34" charset="0"/>
              <a:buChar char="•"/>
            </a:pPr>
            <a:r>
              <a:rPr lang="en-US" b="1" dirty="0"/>
              <a:t>Key Error Counters</a:t>
            </a:r>
            <a:r>
              <a:rPr lang="en-US" dirty="0"/>
              <a:t>:</a:t>
            </a:r>
          </a:p>
          <a:p>
            <a:pPr marL="514213" lvl="1" indent="-171450">
              <a:buFont typeface="Courier New" panose="02070309020205020404" pitchFamily="49" charset="0"/>
              <a:buChar char="o"/>
            </a:pPr>
            <a:r>
              <a:rPr lang="en-US" dirty="0"/>
              <a:t>Link State: This counter indicates the number of times the physical link between the switch port and the connected device has transitioned from up to down or vice versa.</a:t>
            </a:r>
          </a:p>
          <a:p>
            <a:pPr marL="856976" lvl="2" indent="-171450">
              <a:buFont typeface="Wingdings" pitchFamily="2" charset="2"/>
              <a:buChar char="§"/>
            </a:pPr>
            <a:r>
              <a:rPr lang="en-US" dirty="0"/>
              <a:t>Frequent link state changes suggest potential cabling issues, device instability, or errors on the connected device.</a:t>
            </a:r>
          </a:p>
          <a:p>
            <a:pPr marL="514213" lvl="1" indent="-171450">
              <a:buFont typeface="Courier New" panose="02070309020205020404" pitchFamily="49" charset="0"/>
              <a:buChar char="o"/>
            </a:pPr>
            <a:r>
              <a:rPr lang="en-US" dirty="0"/>
              <a:t>Resets: This counter reflects the number of times the switch has reset a specific port.</a:t>
            </a:r>
          </a:p>
          <a:p>
            <a:pPr marL="856976" lvl="2" indent="-171450">
              <a:buFont typeface="Wingdings" pitchFamily="2" charset="2"/>
              <a:buChar char="§"/>
            </a:pPr>
            <a:r>
              <a:rPr lang="en-US" dirty="0"/>
              <a:t>This can be triggered by various factors, including excessive errors, duplex mismatch, or negotiation issues with the connected device. High reset counts could indicate a faulty cable or hardware problem.</a:t>
            </a:r>
          </a:p>
          <a:p>
            <a:pPr marL="514213" lvl="1" indent="-171450">
              <a:buFont typeface="Courier New" panose="02070309020205020404" pitchFamily="49" charset="0"/>
              <a:buChar char="o"/>
            </a:pPr>
            <a:r>
              <a:rPr lang="en-US" dirty="0"/>
              <a:t>Discards/Drops: This counter represents the number of packets the switch has discarded or dropped due to errors.</a:t>
            </a:r>
          </a:p>
          <a:p>
            <a:pPr marL="856976" lvl="2" indent="-171450">
              <a:buFont typeface="Wingdings" pitchFamily="2" charset="2"/>
              <a:buChar char="§"/>
            </a:pPr>
            <a:r>
              <a:rPr lang="en-US" dirty="0"/>
              <a:t>Reasons for discards/drops can be diverse, such as buffer overflow, invalid packets, or errors detected during transmission. An abnormally high discard/drop rate warrants investigation.</a:t>
            </a:r>
          </a:p>
          <a:p>
            <a:pPr marL="171450" indent="-171450">
              <a:buFont typeface="Arial" panose="020B0604020202020204" pitchFamily="34" charset="0"/>
              <a:buChar char="•"/>
            </a:pPr>
            <a:r>
              <a:rPr lang="en-US" b="1" dirty="0"/>
              <a:t>Utilizing Error Counters</a:t>
            </a:r>
            <a:r>
              <a:rPr lang="en-US" dirty="0"/>
              <a:t>:</a:t>
            </a:r>
          </a:p>
          <a:p>
            <a:pPr marL="514213" lvl="1" indent="-171450">
              <a:buFont typeface="Courier New" panose="02070309020205020404" pitchFamily="49" charset="0"/>
              <a:buChar char="o"/>
            </a:pPr>
            <a:r>
              <a:rPr lang="en-US" dirty="0"/>
              <a:t>By analyzing these error counters in conjunction with the basic port status, network administrators can gain deeper insights into potential network connectivity problems.</a:t>
            </a:r>
          </a:p>
          <a:p>
            <a:pPr marL="171450" indent="-171450">
              <a:buFont typeface="Arial" panose="020B0604020202020204" pitchFamily="34" charset="0"/>
              <a:buChar char="•"/>
            </a:pPr>
            <a:r>
              <a:rPr lang="en-US" b="1" dirty="0"/>
              <a:t>Troubleshooting Strategies</a:t>
            </a:r>
            <a:r>
              <a:rPr lang="en-US" dirty="0"/>
              <a:t>:</a:t>
            </a:r>
          </a:p>
          <a:p>
            <a:pPr marL="514213" lvl="1" indent="-171450">
              <a:buFont typeface="Courier New" panose="02070309020205020404" pitchFamily="49" charset="0"/>
              <a:buChar char="o"/>
            </a:pPr>
            <a:r>
              <a:rPr lang="en-US" dirty="0"/>
              <a:t>A high Link State change count suggests verifying cable integrity and ensuring secure connections.</a:t>
            </a:r>
          </a:p>
          <a:p>
            <a:pPr marL="514213" lvl="1" indent="-171450">
              <a:buFont typeface="Courier New" panose="02070309020205020404" pitchFamily="49" charset="0"/>
              <a:buChar char="o"/>
            </a:pPr>
            <a:r>
              <a:rPr lang="en-US" dirty="0"/>
              <a:t>Frequent port resets might indicate a faulty cable, duplex mismatch, or hardware issues on the switch or connected device.</a:t>
            </a:r>
          </a:p>
          <a:p>
            <a:pPr marL="514213" lvl="1" indent="-171450">
              <a:buFont typeface="Courier New" panose="02070309020205020404" pitchFamily="49" charset="0"/>
              <a:buChar char="o"/>
            </a:pPr>
            <a:r>
              <a:rPr lang="en-US" dirty="0"/>
              <a:t>Abnormally high Discards/Drops could point towards switch buffer overload, invalid packet formats, or errors on the connected device.</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37</a:t>
            </a:fld>
            <a:endParaRPr lang="en-US" dirty="0"/>
          </a:p>
        </p:txBody>
      </p:sp>
      <p:sp>
        <p:nvSpPr>
          <p:cNvPr id="6" name="Footer Placeholder 5">
            <a:extLst>
              <a:ext uri="{FF2B5EF4-FFF2-40B4-BE49-F238E27FC236}">
                <a16:creationId xmlns:a16="http://schemas.microsoft.com/office/drawing/2014/main" id="{D5F240D1-0EBF-CF1E-3768-3AA1E297D71D}"/>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6304687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a:buNone/>
            </a:pPr>
            <a:r>
              <a:rPr lang="en-US" b="1" dirty="0"/>
              <a:t>Instructor Notes – Common Interface Errors</a:t>
            </a:r>
          </a:p>
          <a:p>
            <a:pPr marL="7938">
              <a:buNone/>
            </a:pPr>
            <a:endParaRPr lang="en-US" dirty="0"/>
          </a:p>
          <a:p>
            <a:pPr marL="7938">
              <a:buNone/>
            </a:pPr>
            <a:r>
              <a:rPr lang="en-US" b="1" dirty="0"/>
              <a:t>CRC (Cyclic Redundancy Check) Errors</a:t>
            </a:r>
            <a:r>
              <a:rPr lang="en-US" dirty="0"/>
              <a:t>:</a:t>
            </a:r>
          </a:p>
          <a:p>
            <a:pPr marL="171450" indent="-163513">
              <a:buFont typeface="Arial" panose="020B0604020202020204" pitchFamily="34" charset="0"/>
              <a:buChar char="•"/>
            </a:pPr>
            <a:r>
              <a:rPr lang="en-US" dirty="0"/>
              <a:t>Description: These errors occur when the calculated checksum of a received frame doesn't match the checksum transmitted with the frame.</a:t>
            </a:r>
          </a:p>
          <a:p>
            <a:pPr marL="171450" indent="-163513">
              <a:buFont typeface="Arial" panose="020B0604020202020204" pitchFamily="34" charset="0"/>
              <a:buChar char="•"/>
            </a:pPr>
            <a:r>
              <a:rPr lang="en-US" dirty="0"/>
              <a:t>Possible Causes: Noise, electromagnetic interference, or malfunctioning equipment on the network path can corrupt data during transmission, leading to CRC errors.</a:t>
            </a:r>
          </a:p>
          <a:p>
            <a:pPr marL="171450" indent="-163513">
              <a:buFont typeface="Arial" panose="020B0604020202020204" pitchFamily="34" charset="0"/>
              <a:buChar char="•"/>
            </a:pPr>
            <a:r>
              <a:rPr lang="en-US" dirty="0"/>
              <a:t>Troubleshooting Tips: Verify cable integrity, check for loose connections, and rule out potential sources of interference. Consider replacing malfunctioning devices if necessary.</a:t>
            </a:r>
          </a:p>
          <a:p>
            <a:pPr marL="7938">
              <a:buNone/>
            </a:pPr>
            <a:r>
              <a:rPr lang="en-US" b="1" dirty="0"/>
              <a:t>Runt Frame Errors</a:t>
            </a:r>
            <a:r>
              <a:rPr lang="en-US" dirty="0"/>
              <a:t>:</a:t>
            </a:r>
          </a:p>
          <a:p>
            <a:pPr marL="171450" indent="-163513">
              <a:buFont typeface="Arial" panose="020B0604020202020204" pitchFamily="34" charset="0"/>
              <a:buChar char="•"/>
            </a:pPr>
            <a:r>
              <a:rPr lang="en-US" dirty="0"/>
              <a:t>Description: These errors indicate receiving frames that are smaller than the minimum allowable frame size.</a:t>
            </a:r>
          </a:p>
          <a:p>
            <a:pPr marL="171450" indent="-163513">
              <a:buFont typeface="Arial" panose="020B0604020202020204" pitchFamily="34" charset="0"/>
              <a:buChar char="•"/>
            </a:pPr>
            <a:r>
              <a:rPr lang="en-US" dirty="0"/>
              <a:t>Possible Causes: Collisions during transmission or damaged network hardware can cause incomplete frames, resulting in runt errors.</a:t>
            </a:r>
          </a:p>
          <a:p>
            <a:pPr marL="171450" indent="-163513">
              <a:buFont typeface="Arial" panose="020B0604020202020204" pitchFamily="34" charset="0"/>
              <a:buChar char="•"/>
            </a:pPr>
            <a:r>
              <a:rPr lang="en-US" dirty="0"/>
              <a:t>Troubleshooting Tips: Investigate potential causes of collisions, such as excessive network traffic or misconfigured devices. Check for damaged cables or faulty network adapters on connected devices.</a:t>
            </a:r>
          </a:p>
          <a:p>
            <a:pPr marL="7938">
              <a:buNone/>
            </a:pPr>
            <a:r>
              <a:rPr lang="en-US" b="1" dirty="0"/>
              <a:t>Giant Frame Errors</a:t>
            </a:r>
            <a:r>
              <a:rPr lang="en-US" dirty="0"/>
              <a:t>:</a:t>
            </a:r>
          </a:p>
          <a:p>
            <a:pPr marL="171450" indent="-163513">
              <a:buFont typeface="Arial" panose="020B0604020202020204" pitchFamily="34" charset="0"/>
              <a:buChar char="•"/>
            </a:pPr>
            <a:r>
              <a:rPr lang="en-US" dirty="0"/>
              <a:t>Description: These errors occur when received frames exceed the maximum permitted size on the network.</a:t>
            </a:r>
          </a:p>
          <a:p>
            <a:pPr marL="171450" indent="-163513">
              <a:buFont typeface="Arial" panose="020B0604020202020204" pitchFamily="34" charset="0"/>
              <a:buChar char="•"/>
            </a:pPr>
            <a:r>
              <a:rPr lang="en-US" dirty="0"/>
              <a:t>Possible Causes: Misconfiguration of network devices or malfunctioning equipment can lead to giant frames being sent.</a:t>
            </a:r>
          </a:p>
          <a:p>
            <a:pPr marL="171450" indent="-163513">
              <a:buFont typeface="Arial" panose="020B0604020202020204" pitchFamily="34" charset="0"/>
              <a:buChar char="•"/>
            </a:pPr>
            <a:r>
              <a:rPr lang="en-US" dirty="0"/>
              <a:t>Troubleshooting Tips: Verify switch and device configuration settings for correct frame size. Consider replacing malfunctioning equipment identified as the source of giant frames.</a:t>
            </a:r>
          </a:p>
          <a:p>
            <a:pPr marL="7938">
              <a:buNone/>
            </a:pPr>
            <a:endParaRPr lang="en-US" dirty="0"/>
          </a:p>
          <a:p>
            <a:pPr marL="7938">
              <a:buNone/>
            </a:pPr>
            <a:r>
              <a:rPr lang="en-US" dirty="0"/>
              <a:t>Additional Points:</a:t>
            </a:r>
          </a:p>
          <a:p>
            <a:pPr marL="171450" indent="-163513">
              <a:buFont typeface="Arial" panose="020B0604020202020204" pitchFamily="34" charset="0"/>
              <a:buChar char="•"/>
            </a:pPr>
            <a:r>
              <a:rPr lang="en-US" dirty="0"/>
              <a:t>Network switches typically keep track of these errors and increment their respective counters within the "show interface status" output.</a:t>
            </a:r>
          </a:p>
          <a:p>
            <a:pPr marL="171450" indent="-163513">
              <a:buFont typeface="Arial" panose="020B0604020202020204" pitchFamily="34" charset="0"/>
              <a:buChar char="•"/>
            </a:pPr>
            <a:r>
              <a:rPr lang="en-US" dirty="0"/>
              <a:t>By monitoring these error counters alongside basic port status and link activity, network administrators can gain valuable insights into potential network performance issues.</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38</a:t>
            </a:fld>
            <a:endParaRPr lang="en-US" dirty="0"/>
          </a:p>
        </p:txBody>
      </p:sp>
      <p:sp>
        <p:nvSpPr>
          <p:cNvPr id="6" name="Footer Placeholder 5">
            <a:extLst>
              <a:ext uri="{FF2B5EF4-FFF2-40B4-BE49-F238E27FC236}">
                <a16:creationId xmlns:a16="http://schemas.microsoft.com/office/drawing/2014/main" id="{0B045F7C-9D11-3DD0-84A4-4395132ECB0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7015467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4213" y="433388"/>
            <a:ext cx="5489575" cy="3086100"/>
          </a:xfrm>
        </p:spPr>
      </p:sp>
      <p:sp>
        <p:nvSpPr>
          <p:cNvPr id="3" name="Notes Placeholder 2"/>
          <p:cNvSpPr>
            <a:spLocks noGrp="1"/>
          </p:cNvSpPr>
          <p:nvPr>
            <p:ph type="body" idx="1"/>
          </p:nvPr>
        </p:nvSpPr>
        <p:spPr>
          <a:xfrm>
            <a:off x="685800" y="3721608"/>
            <a:ext cx="5733288" cy="5102352"/>
          </a:xfrm>
        </p:spPr>
        <p:txBody>
          <a:bodyPr/>
          <a:lstStyle/>
          <a:p>
            <a:pPr marL="7938">
              <a:buNone/>
            </a:pPr>
            <a:r>
              <a:rPr lang="en-US" b="1" dirty="0"/>
              <a:t>Instructor Notes</a:t>
            </a:r>
          </a:p>
          <a:p>
            <a:pPr marL="7938">
              <a:buNone/>
            </a:pPr>
            <a:endParaRPr lang="en-US" dirty="0"/>
          </a:p>
          <a:p>
            <a:pPr marL="7938">
              <a:buNone/>
            </a:pPr>
            <a:r>
              <a:rPr lang="en-US" b="1" dirty="0"/>
              <a:t>Network Loops</a:t>
            </a:r>
            <a:r>
              <a:rPr lang="en-US" dirty="0"/>
              <a:t>: A network loop occurs when a single frame of data is endlessly replicated within a network segment due to redundant pathways. This can quickly consume network resources and bring communication to a halt.</a:t>
            </a:r>
          </a:p>
          <a:p>
            <a:pPr marL="7938">
              <a:buFontTx/>
              <a:buNone/>
            </a:pPr>
            <a:endParaRPr lang="en-US" dirty="0"/>
          </a:p>
          <a:p>
            <a:pPr marL="7938">
              <a:buFontTx/>
              <a:buNone/>
            </a:pPr>
            <a:r>
              <a:rPr lang="en-US" dirty="0"/>
              <a:t>Causes:</a:t>
            </a:r>
          </a:p>
          <a:p>
            <a:pPr marL="179388" lvl="1" indent="-171450">
              <a:buFont typeface="Arial" panose="020B0604020202020204" pitchFamily="34" charset="0"/>
              <a:buChar char="•"/>
            </a:pPr>
            <a:r>
              <a:rPr lang="en-US" dirty="0"/>
              <a:t>Redundant connections: Incorrectly configured redundant links between switches can create loops.</a:t>
            </a:r>
          </a:p>
          <a:p>
            <a:pPr marL="179388" lvl="1" indent="-171450">
              <a:buFont typeface="Arial" panose="020B0604020202020204" pitchFamily="34" charset="0"/>
              <a:buChar char="•"/>
            </a:pPr>
            <a:r>
              <a:rPr lang="en-US" dirty="0"/>
              <a:t>End-device side: Certain device configurations or bridging features can also introduce loops on the end-device side.</a:t>
            </a:r>
          </a:p>
          <a:p>
            <a:pPr marL="7938"/>
            <a:r>
              <a:rPr lang="en-US" dirty="0"/>
              <a:t>Solutions:</a:t>
            </a:r>
          </a:p>
          <a:p>
            <a:pPr marL="179388" lvl="1" indent="-171450">
              <a:buFont typeface="Arial" panose="020B0604020202020204" pitchFamily="34" charset="0"/>
              <a:buChar char="•"/>
            </a:pPr>
            <a:r>
              <a:rPr lang="en-US" dirty="0"/>
              <a:t>Proper redundant connection configuration: Ensure redundant links are configured correctly to avoid creating loops (e.g., using Spanning-Tree Protocol – STP).</a:t>
            </a:r>
          </a:p>
          <a:p>
            <a:pPr marL="179388" lvl="1" indent="-171450">
              <a:buFont typeface="Arial" panose="020B0604020202020204" pitchFamily="34" charset="0"/>
              <a:buChar char="•"/>
            </a:pPr>
            <a:r>
              <a:rPr lang="en-US" dirty="0"/>
              <a:t>Implement Spanning-Tree Protocol (STP): STP is a standard protocol that helps prevent loops by electing a single path for data flow while keeping redundant links available for failover.</a:t>
            </a:r>
          </a:p>
          <a:p>
            <a:pPr marL="179388" lvl="1" indent="-171450">
              <a:buFont typeface="Arial" panose="020B0604020202020204" pitchFamily="34" charset="0"/>
              <a:buChar char="•"/>
            </a:pPr>
            <a:r>
              <a:rPr lang="en-US" dirty="0"/>
              <a:t>Educate users: Educate users on potential loop-causing configurations, such as enabling bridging functions on devices that shouldn't act as bridges.</a:t>
            </a:r>
          </a:p>
          <a:p>
            <a:pPr marL="7938"/>
            <a:endParaRPr lang="en-US" dirty="0"/>
          </a:p>
          <a:p>
            <a:pPr marL="7938">
              <a:buNone/>
            </a:pPr>
            <a:r>
              <a:rPr lang="en-US" b="1" dirty="0"/>
              <a:t>Broadcast Storms</a:t>
            </a:r>
            <a:r>
              <a:rPr lang="en-US" dirty="0"/>
              <a:t>: A broadcast storm occurs when a broadcast frame (like a DHCP request) is endlessly replicated and flooded throughout the network, consuming bandwidth and degrading performance.</a:t>
            </a:r>
          </a:p>
          <a:p>
            <a:pPr marL="7938"/>
            <a:endParaRPr lang="en-US" dirty="0"/>
          </a:p>
          <a:p>
            <a:pPr marL="7938"/>
            <a:r>
              <a:rPr lang="en-US" dirty="0"/>
              <a:t>Causes:</a:t>
            </a:r>
          </a:p>
          <a:p>
            <a:pPr marL="179388" lvl="1" indent="-171450">
              <a:buFont typeface="Arial" panose="020B0604020202020204" pitchFamily="34" charset="0"/>
              <a:buChar char="•"/>
            </a:pPr>
            <a:r>
              <a:rPr lang="en-US" dirty="0"/>
              <a:t>DHCP issues: Malfunctioning DHCP servers or misconfigured clients can continuously broadcast DHCP requests, triggering a storm.</a:t>
            </a:r>
          </a:p>
          <a:p>
            <a:pPr marL="179388" lvl="1" indent="-171450">
              <a:buFont typeface="Arial" panose="020B0604020202020204" pitchFamily="34" charset="0"/>
              <a:buChar char="•"/>
            </a:pPr>
            <a:r>
              <a:rPr lang="en-US" dirty="0"/>
              <a:t>Very large broadcast domains: Large, unsegmented networks can exacerbate broadcast storms as the broadcast traffic reaches a wider range of devices.</a:t>
            </a:r>
          </a:p>
          <a:p>
            <a:pPr marL="7938" lvl="1"/>
            <a:r>
              <a:rPr lang="en-US" dirty="0"/>
              <a:t>Solutions:</a:t>
            </a:r>
          </a:p>
          <a:p>
            <a:pPr marL="179388" lvl="1" indent="-171450">
              <a:buFont typeface="Arial" panose="020B0604020202020204" pitchFamily="34" charset="0"/>
              <a:buChar char="•"/>
            </a:pPr>
            <a:r>
              <a:rPr lang="en-US" dirty="0"/>
              <a:t>Monitor DHCP traffic: Monitoring DHCP activity can help identify malfunctioning servers or rogue clients causing excessive broadcasts.</a:t>
            </a:r>
          </a:p>
          <a:p>
            <a:pPr marL="179388" lvl="1" indent="-171450">
              <a:buFont typeface="Arial" panose="020B0604020202020204" pitchFamily="34" charset="0"/>
              <a:buChar char="•"/>
            </a:pPr>
            <a:r>
              <a:rPr lang="en-US" dirty="0"/>
              <a:t>Segment the network: Segmenting the network into smaller broadcast domains using techniques like VLANs can limit the impact of broadcast storms, preventing them from flooding the entire network.</a:t>
            </a:r>
          </a:p>
          <a:p>
            <a:pPr marL="7938">
              <a:buNone/>
            </a:pPr>
            <a:endParaRPr lang="en-US" dirty="0"/>
          </a:p>
          <a:p>
            <a:pPr marL="7938">
              <a:buNone/>
            </a:pPr>
            <a:r>
              <a:rPr lang="en-US" dirty="0"/>
              <a:t>Additional Points:</a:t>
            </a:r>
          </a:p>
          <a:p>
            <a:pPr marL="179388" lvl="1" indent="-171450">
              <a:buFont typeface="Arial" panose="020B0604020202020204" pitchFamily="34" charset="0"/>
              <a:buChar char="•"/>
            </a:pPr>
            <a:r>
              <a:rPr lang="en-US" dirty="0"/>
              <a:t>Network loops and broadcast storms can have severe consequences, causing network outages and hindering communication.</a:t>
            </a:r>
          </a:p>
          <a:p>
            <a:pPr marL="179388" lvl="1" indent="-171450">
              <a:buFont typeface="Arial" panose="020B0604020202020204" pitchFamily="34" charset="0"/>
              <a:buChar char="•"/>
            </a:pPr>
            <a:r>
              <a:rPr lang="en-US" dirty="0"/>
              <a:t>Understanding their causes and implementing preventive measures is crucial for maintaining network stability and performance.</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39</a:t>
            </a:fld>
            <a:endParaRPr lang="en-US" dirty="0"/>
          </a:p>
        </p:txBody>
      </p:sp>
      <p:sp>
        <p:nvSpPr>
          <p:cNvPr id="6" name="Footer Placeholder 5">
            <a:extLst>
              <a:ext uri="{FF2B5EF4-FFF2-40B4-BE49-F238E27FC236}">
                <a16:creationId xmlns:a16="http://schemas.microsoft.com/office/drawing/2014/main" id="{A9FD8704-EC5B-E16E-97BE-4A70D87DACB7}"/>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4510121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 – Power Over Ethernet Issues</a:t>
            </a:r>
          </a:p>
          <a:p>
            <a:endParaRPr lang="en-US" dirty="0"/>
          </a:p>
          <a:p>
            <a:r>
              <a:rPr lang="en-US" b="1" dirty="0"/>
              <a:t>Cabling Considerations</a:t>
            </a:r>
          </a:p>
          <a:p>
            <a:pPr marL="171450" indent="-171450">
              <a:buFont typeface="Arial" panose="020B0604020202020204" pitchFamily="34" charset="0"/>
              <a:buChar char="•"/>
            </a:pPr>
            <a:r>
              <a:rPr lang="en-US" dirty="0"/>
              <a:t>Cat 5e or Better: While Cat 5e cables meet the minimum PoE standard, consider using Cat 6A for futureproofing and potentially better performance over longer distances.</a:t>
            </a:r>
          </a:p>
          <a:p>
            <a:pPr marL="171450" indent="-171450">
              <a:buFont typeface="Arial" panose="020B0604020202020204" pitchFamily="34" charset="0"/>
              <a:buChar char="•"/>
            </a:pPr>
            <a:r>
              <a:rPr lang="en-US" dirty="0"/>
              <a:t>Conductor Thickness: Opt for cables with thicker conductors (23 AWG gauge) compared to thinner ones (24 AWG). Thicker conductors offer less resistance, leading to lower power loss over longer cable runs.</a:t>
            </a:r>
          </a:p>
          <a:p>
            <a:pPr marL="171450" indent="-171450">
              <a:buFont typeface="Arial" panose="020B0604020202020204" pitchFamily="34" charset="0"/>
              <a:buChar char="•"/>
            </a:pPr>
            <a:r>
              <a:rPr lang="en-US" dirty="0"/>
              <a:t>Shielded Cabling: Shielded cabling can be beneficial, especially in environments with electromagnetic interference (EMI). Shielding helps disperse heat more efficiently, further enhancing performance.</a:t>
            </a:r>
          </a:p>
          <a:p>
            <a:endParaRPr lang="en-US" dirty="0"/>
          </a:p>
          <a:p>
            <a:r>
              <a:rPr lang="en-US" b="1" dirty="0"/>
              <a:t>Standard Compatibility</a:t>
            </a:r>
          </a:p>
          <a:p>
            <a:pPr marL="171450" indent="-171450">
              <a:buFont typeface="Arial" panose="020B0604020202020204" pitchFamily="34" charset="0"/>
              <a:buChar char="•"/>
            </a:pPr>
            <a:r>
              <a:rPr lang="en-US" dirty="0"/>
              <a:t>Negotiation is Key: PoE devices and switches need to negotiate the correct PoE mode (e.g., 802.3af Alternative A, 802.3at Type B, or Four-Pair PoE) to ensure proper power delivery.</a:t>
            </a:r>
          </a:p>
          <a:p>
            <a:pPr marL="171450" indent="-171450">
              <a:buFont typeface="Arial" panose="020B0604020202020204" pitchFamily="34" charset="0"/>
              <a:buChar char="•"/>
            </a:pPr>
            <a:r>
              <a:rPr lang="en-US" dirty="0"/>
              <a:t>Legacy Device Challenges: Devices that only support the first PoE standard (802.3af with a 15.4W maximum) might not function correctly with newer PoE switches that offer higher power options. Consider upgrading older devices or using PoE injectors to supplement power delivery if necessary.</a:t>
            </a:r>
          </a:p>
          <a:p>
            <a:endParaRPr lang="en-US" dirty="0"/>
          </a:p>
          <a:p>
            <a:r>
              <a:rPr lang="en-US" b="1" dirty="0"/>
              <a:t>Power Budget Management</a:t>
            </a:r>
          </a:p>
          <a:p>
            <a:pPr marL="171450" indent="-171450">
              <a:buFont typeface="Arial" panose="020B0604020202020204" pitchFamily="34" charset="0"/>
              <a:buChar char="•"/>
            </a:pPr>
            <a:r>
              <a:rPr lang="en-US" dirty="0"/>
              <a:t>Limited Switch Capacity: PoE switches have a limited overall power budget (typically ranging from 300W to 400W). This budget is shared across all PoE-powered devices connected to the switch.</a:t>
            </a:r>
          </a:p>
          <a:p>
            <a:pPr marL="171450" indent="-171450">
              <a:buFont typeface="Arial" panose="020B0604020202020204" pitchFamily="34" charset="0"/>
              <a:buChar char="•"/>
            </a:pPr>
            <a:r>
              <a:rPr lang="en-US" dirty="0"/>
              <a:t>Monitoring Power Levels: Utilize the "show power inline" command (or equivalent depending on the switch model) to monitor power levels delivered to connected devices. This helps identify potential power limitations or overloading scenarios.</a:t>
            </a:r>
          </a:p>
          <a:p>
            <a:pPr marL="171450" indent="-171450">
              <a:buFont typeface="Arial" panose="020B0604020202020204" pitchFamily="34" charset="0"/>
              <a:buChar char="•"/>
            </a:pPr>
            <a:r>
              <a:rPr lang="en-US" dirty="0"/>
              <a:t>Strategic Power Distribution: Plan your PoE device deployment strategically to ensure the total power draw doesn't exceed the switch's budget. Prioritize devices with higher power requirements (e.g., PTZ cameras) and consider using PoE injectors for specific devices if needed.</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40</a:t>
            </a:fld>
            <a:endParaRPr lang="en-US" dirty="0"/>
          </a:p>
        </p:txBody>
      </p:sp>
      <p:sp>
        <p:nvSpPr>
          <p:cNvPr id="6" name="Footer Placeholder 5">
            <a:extLst>
              <a:ext uri="{FF2B5EF4-FFF2-40B4-BE49-F238E27FC236}">
                <a16:creationId xmlns:a16="http://schemas.microsoft.com/office/drawing/2014/main" id="{FA64DD24-2837-FDDE-F20D-A9B267CCA2C0}"/>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3541864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Activity - What Would You Do?</a:t>
            </a:r>
          </a:p>
          <a:p>
            <a:endParaRPr lang="en-US" dirty="0"/>
          </a:p>
          <a:p>
            <a:pPr marL="228600" indent="-228600">
              <a:buFont typeface="+mj-lt"/>
              <a:buAutoNum type="arabicPeriod"/>
            </a:pPr>
            <a:r>
              <a:rPr lang="en-US" b="1" dirty="0">
                <a:effectLst/>
              </a:rPr>
              <a:t>Check the Power Source</a:t>
            </a:r>
            <a:r>
              <a:rPr lang="en-US" b="0" dirty="0">
                <a:effectLst/>
              </a:rPr>
              <a:t>: Ensure the switch is properly plugged into a working electrical outlet. Try plugging something else into the outlet to verify the outlet is functioning.</a:t>
            </a:r>
            <a:endParaRPr lang="en-US" b="0" dirty="0"/>
          </a:p>
          <a:p>
            <a:pPr marL="228600" indent="-228600">
              <a:buFont typeface="+mj-lt"/>
              <a:buAutoNum type="arabicPeriod"/>
            </a:pPr>
            <a:r>
              <a:rPr lang="en-US" b="1" dirty="0">
                <a:effectLst/>
              </a:rPr>
              <a:t>Inspect the Power Cord</a:t>
            </a:r>
            <a:r>
              <a:rPr lang="en-US" b="0" dirty="0">
                <a:effectLst/>
              </a:rPr>
              <a:t>: Look for any visible signs of damage or wear on the power cord. If damage is found, the power cord may need to be replaced.</a:t>
            </a:r>
            <a:endParaRPr lang="en-US" b="0" dirty="0"/>
          </a:p>
          <a:p>
            <a:pPr marL="228600" indent="-228600">
              <a:buFont typeface="+mj-lt"/>
              <a:buAutoNum type="arabicPeriod"/>
            </a:pPr>
            <a:r>
              <a:rPr lang="en-US" b="1" dirty="0">
                <a:effectLst/>
              </a:rPr>
              <a:t>Power Cycle the Device</a:t>
            </a:r>
            <a:r>
              <a:rPr lang="en-US" b="0" dirty="0">
                <a:effectLst/>
              </a:rPr>
              <a:t>: Unplug the switch from the power source for approximately one minute, then plug it back in to see if it powers on. This can resolve temporary issues that might be preventing it from turning on.</a:t>
            </a:r>
            <a:endParaRPr lang="en-US" b="0" dirty="0"/>
          </a:p>
          <a:p>
            <a:pPr marL="228600" indent="-228600">
              <a:buFont typeface="+mj-lt"/>
              <a:buAutoNum type="arabicPeriod"/>
            </a:pPr>
            <a:r>
              <a:rPr lang="en-US" b="1" dirty="0">
                <a:effectLst/>
              </a:rPr>
              <a:t>Test with a Different Power Supply (if applicable)</a:t>
            </a:r>
            <a:r>
              <a:rPr lang="en-US" b="0" dirty="0">
                <a:effectLst/>
              </a:rPr>
              <a:t>: If your switch model allows for the power supply to be detached or replaced, try using a different power supply that is known to be working.</a:t>
            </a:r>
            <a:endParaRPr lang="en-US" b="0" dirty="0"/>
          </a:p>
          <a:p>
            <a:pPr marL="228600" indent="-228600">
              <a:buFont typeface="+mj-lt"/>
              <a:buAutoNum type="arabicPeriod"/>
            </a:pPr>
            <a:r>
              <a:rPr lang="en-US" b="1" dirty="0">
                <a:effectLst/>
              </a:rPr>
              <a:t>Check for Overheating</a:t>
            </a:r>
            <a:r>
              <a:rPr lang="en-US" b="0" dirty="0">
                <a:effectLst/>
              </a:rPr>
              <a:t>: If the switch was recently powered on and used for an extended period before shutting off, allow it some time to cool down. Overheating can cause the device to shut down automatically as a safety measure.</a:t>
            </a:r>
            <a:endParaRPr lang="en-US" b="0"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41</a:t>
            </a:fld>
            <a:endParaRPr lang="en-US" dirty="0"/>
          </a:p>
        </p:txBody>
      </p:sp>
      <p:sp>
        <p:nvSpPr>
          <p:cNvPr id="6" name="Footer Placeholder 5">
            <a:extLst>
              <a:ext uri="{FF2B5EF4-FFF2-40B4-BE49-F238E27FC236}">
                <a16:creationId xmlns:a16="http://schemas.microsoft.com/office/drawing/2014/main" id="{BE46D574-DB19-20FA-1DA3-0A45699BF22E}"/>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2289541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Suggested Instructional Tips</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rPr>
              <a:t>Ask learners to summarize their key takeaways from this module</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rPr>
              <a:t>Conclude by going over main points on the next slide</a:t>
            </a:r>
          </a:p>
          <a:p>
            <a:endParaRPr lang="en-US" b="1" dirty="0"/>
          </a:p>
        </p:txBody>
      </p:sp>
      <p:sp>
        <p:nvSpPr>
          <p:cNvPr id="5" name="Slide Number Placeholder 4"/>
          <p:cNvSpPr>
            <a:spLocks noGrp="1"/>
          </p:cNvSpPr>
          <p:nvPr>
            <p:ph type="sldNum" sz="quarter" idx="5"/>
          </p:nvPr>
        </p:nvSpPr>
        <p:spPr/>
        <p:txBody>
          <a:bodyPr/>
          <a:lstStyle/>
          <a:p>
            <a:fld id="{64FC1154-15AF-4CEB-AEC9-7A3CFB195EFA}" type="slidenum">
              <a:rPr lang="en-US" smtClean="0"/>
              <a:t>42</a:t>
            </a:fld>
            <a:endParaRPr lang="en-US" dirty="0"/>
          </a:p>
        </p:txBody>
      </p:sp>
      <p:sp>
        <p:nvSpPr>
          <p:cNvPr id="6" name="Footer Placeholder 5">
            <a:extLst>
              <a:ext uri="{FF2B5EF4-FFF2-40B4-BE49-F238E27FC236}">
                <a16:creationId xmlns:a16="http://schemas.microsoft.com/office/drawing/2014/main" id="{B51DF06F-BEBA-9051-68A6-853883FDBB90}"/>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404383422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mn-lt"/>
              </a:rPr>
              <a:t>Reiterate the relevance of each point:</a:t>
            </a:r>
            <a:r>
              <a:rPr lang="en-US" b="0" i="0" dirty="0">
                <a:solidFill>
                  <a:srgbClr val="000000"/>
                </a:solidFill>
                <a:effectLst/>
                <a:latin typeface="+mn-lt"/>
              </a:rPr>
              <a:t>​</a:t>
            </a:r>
          </a:p>
          <a:p>
            <a:pPr marL="171450" indent="-171450">
              <a:buFont typeface="Arial" panose="020B0604020202020204" pitchFamily="34" charset="0"/>
              <a:buChar char="•"/>
            </a:pPr>
            <a:r>
              <a:rPr lang="en-US" b="0" dirty="0">
                <a:latin typeface="+mn-lt"/>
              </a:rPr>
              <a:t>Network interface cards (NICs) is used to connect a host to a transmission medium, while a transceiver is used to terminate multiple types of cable and connector types. </a:t>
            </a:r>
          </a:p>
          <a:p>
            <a:pPr marL="171450" indent="-171450">
              <a:buFont typeface="Arial" panose="020B0604020202020204" pitchFamily="34" charset="0"/>
              <a:buChar char="•"/>
            </a:pPr>
            <a:r>
              <a:rPr lang="en-US" b="0" dirty="0">
                <a:latin typeface="+mn-lt"/>
              </a:rPr>
              <a:t>Hubs send transmissions from one port to every other port; a switch sends transmissions from one port only to the destination port; bridges separate physical network segments while keeping all nodes in the same logical network.</a:t>
            </a:r>
          </a:p>
          <a:p>
            <a:pPr marL="171450" indent="-171450">
              <a:buFont typeface="Arial" panose="020B0604020202020204" pitchFamily="34" charset="0"/>
              <a:buChar char="•"/>
            </a:pPr>
            <a:r>
              <a:rPr lang="en-US" b="0" dirty="0">
                <a:latin typeface="+mn-lt"/>
              </a:rPr>
              <a:t>The Spanning Tree Protocol (STP) is a layer 2 protocol that prevents bridge loops and provides fault tolerance. </a:t>
            </a:r>
          </a:p>
        </p:txBody>
      </p:sp>
      <p:sp>
        <p:nvSpPr>
          <p:cNvPr id="5" name="Slide Number Placeholder 4"/>
          <p:cNvSpPr>
            <a:spLocks noGrp="1"/>
          </p:cNvSpPr>
          <p:nvPr>
            <p:ph type="sldNum" sz="quarter" idx="5"/>
          </p:nvPr>
        </p:nvSpPr>
        <p:spPr/>
        <p:txBody>
          <a:bodyPr/>
          <a:lstStyle/>
          <a:p>
            <a:pPr marL="0" marR="0" lvl="0" indent="0" algn="r" defTabSz="685526" rtl="0" eaLnBrk="1" fontAlgn="auto" latinLnBrk="0" hangingPunct="1">
              <a:lnSpc>
                <a:spcPct val="100000"/>
              </a:lnSpc>
              <a:spcBef>
                <a:spcPts val="0"/>
              </a:spcBef>
              <a:spcAft>
                <a:spcPts val="0"/>
              </a:spcAft>
              <a:buClrTx/>
              <a:buSzTx/>
              <a:buFontTx/>
              <a:buNone/>
              <a:tabLst/>
              <a:defRPr/>
            </a:pPr>
            <a:fld id="{64FC1154-15AF-4CEB-AEC9-7A3CFB195EF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BD15C76E-CD5D-A916-D779-90D12F5EB901}"/>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088449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FBD57-5C8B-4B5F-28AC-A9D9993C3633}"/>
              </a:ext>
            </a:extLst>
          </p:cNvPr>
          <p:cNvSpPr>
            <a:spLocks noGrp="1"/>
          </p:cNvSpPr>
          <p:nvPr>
            <p:ph type="ctrTitle"/>
          </p:nvPr>
        </p:nvSpPr>
        <p:spPr>
          <a:xfrm>
            <a:off x="682580" y="840993"/>
            <a:ext cx="7318420" cy="1397942"/>
          </a:xfrm>
        </p:spPr>
        <p:txBody>
          <a:bodyPr anchor="b">
            <a:normAutofit/>
          </a:bodyPr>
          <a:lstStyle>
            <a:lvl1pPr algn="l">
              <a:defRPr sz="4400"/>
            </a:lvl1pPr>
          </a:lstStyle>
          <a:p>
            <a:r>
              <a:rPr lang="en-US" dirty="0"/>
              <a:t>Click to edit Master title style</a:t>
            </a:r>
          </a:p>
        </p:txBody>
      </p:sp>
      <p:sp>
        <p:nvSpPr>
          <p:cNvPr id="3" name="Subtitle 2">
            <a:extLst>
              <a:ext uri="{FF2B5EF4-FFF2-40B4-BE49-F238E27FC236}">
                <a16:creationId xmlns:a16="http://schemas.microsoft.com/office/drawing/2014/main" id="{FE36F76B-7651-FDF8-344E-4DD8AB0A1A9C}"/>
              </a:ext>
            </a:extLst>
          </p:cNvPr>
          <p:cNvSpPr>
            <a:spLocks noGrp="1"/>
          </p:cNvSpPr>
          <p:nvPr>
            <p:ph type="subTitle" idx="1"/>
          </p:nvPr>
        </p:nvSpPr>
        <p:spPr>
          <a:xfrm>
            <a:off x="682580" y="2306171"/>
            <a:ext cx="7318420" cy="1633528"/>
          </a:xfrm>
        </p:spPr>
        <p:txBody>
          <a:bodyPr>
            <a:normAutofit/>
          </a:bodyPr>
          <a:lstStyle>
            <a:lvl1pPr marL="0" indent="0" algn="l">
              <a:buNone/>
              <a:defRPr sz="2800">
                <a:solidFill>
                  <a:srgbClr val="586169"/>
                </a:solidFill>
              </a:defRPr>
            </a:lvl1pPr>
            <a:lvl2pPr marL="342580" indent="0" algn="ctr">
              <a:buNone/>
              <a:defRPr sz="1499"/>
            </a:lvl2pPr>
            <a:lvl3pPr marL="685160" indent="0" algn="ctr">
              <a:buNone/>
              <a:defRPr sz="1349"/>
            </a:lvl3pPr>
            <a:lvl4pPr marL="1027740" indent="0" algn="ctr">
              <a:buNone/>
              <a:defRPr sz="1199"/>
            </a:lvl4pPr>
            <a:lvl5pPr marL="1370320" indent="0" algn="ctr">
              <a:buNone/>
              <a:defRPr sz="1199"/>
            </a:lvl5pPr>
            <a:lvl6pPr marL="1712900" indent="0" algn="ctr">
              <a:buNone/>
              <a:defRPr sz="1199"/>
            </a:lvl6pPr>
            <a:lvl7pPr marL="2055480" indent="0" algn="ctr">
              <a:buNone/>
              <a:defRPr sz="1199"/>
            </a:lvl7pPr>
            <a:lvl8pPr marL="2398060" indent="0" algn="ctr">
              <a:buNone/>
              <a:defRPr sz="1199"/>
            </a:lvl8pPr>
            <a:lvl9pPr marL="2740640" indent="0" algn="ctr">
              <a:buNone/>
              <a:defRPr sz="1199"/>
            </a:lvl9pPr>
          </a:lstStyle>
          <a:p>
            <a:r>
              <a:rPr lang="en-US" dirty="0"/>
              <a:t>Click to edit Master subtitle style</a:t>
            </a:r>
          </a:p>
        </p:txBody>
      </p:sp>
      <p:sp>
        <p:nvSpPr>
          <p:cNvPr id="6" name="Slide Number Placeholder 5">
            <a:extLst>
              <a:ext uri="{FF2B5EF4-FFF2-40B4-BE49-F238E27FC236}">
                <a16:creationId xmlns:a16="http://schemas.microsoft.com/office/drawing/2014/main" id="{B881CDD2-F96C-1334-02DA-CF6D908B1ADB}"/>
              </a:ext>
            </a:extLst>
          </p:cNvPr>
          <p:cNvSpPr>
            <a:spLocks noGrp="1"/>
          </p:cNvSpPr>
          <p:nvPr>
            <p:ph type="sldNum" sz="quarter" idx="12"/>
          </p:nvPr>
        </p:nvSpPr>
        <p:spPr/>
        <p:txBody>
          <a:bodyPr/>
          <a:lstStyle>
            <a:lvl1pPr>
              <a:defRPr>
                <a:solidFill>
                  <a:schemeClr val="bg1">
                    <a:lumMod val="85000"/>
                  </a:schemeClr>
                </a:solidFill>
                <a:latin typeface="+mn-lt"/>
              </a:defRPr>
            </a:lvl1p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prstClr val="white">
                  <a:lumMod val="85000"/>
                </a:prstClr>
              </a:solidFill>
              <a:effectLst/>
              <a:uLnTx/>
              <a:uFillTx/>
              <a:latin typeface="Noto Sans"/>
              <a:ea typeface="+mn-ea"/>
              <a:cs typeface="+mn-cs"/>
            </a:endParaRPr>
          </a:p>
        </p:txBody>
      </p:sp>
      <p:sp>
        <p:nvSpPr>
          <p:cNvPr id="8" name="Google Shape;230;p20">
            <a:extLst>
              <a:ext uri="{FF2B5EF4-FFF2-40B4-BE49-F238E27FC236}">
                <a16:creationId xmlns:a16="http://schemas.microsoft.com/office/drawing/2014/main" id="{D71797A5-02F7-5055-CA1F-75A9AF94B589}"/>
              </a:ext>
            </a:extLst>
          </p:cNvPr>
          <p:cNvSpPr/>
          <p:nvPr userDrawn="1"/>
        </p:nvSpPr>
        <p:spPr>
          <a:xfrm rot="5400000">
            <a:off x="279830" y="1750579"/>
            <a:ext cx="7602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defTabSz="685526"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Lato"/>
              <a:ea typeface="Lato"/>
              <a:cs typeface="Lato"/>
              <a:sym typeface="Lato"/>
            </a:endParaRPr>
          </a:p>
        </p:txBody>
      </p:sp>
      <p:sp>
        <p:nvSpPr>
          <p:cNvPr id="5" name="Footer Placeholder 6">
            <a:extLst>
              <a:ext uri="{FF2B5EF4-FFF2-40B4-BE49-F238E27FC236}">
                <a16:creationId xmlns:a16="http://schemas.microsoft.com/office/drawing/2014/main" id="{04428E15-5C5F-D7D8-73D1-15EC716FD308}"/>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2090043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EB498-E060-0735-18E5-DB0DB698EE31}"/>
              </a:ext>
            </a:extLst>
          </p:cNvPr>
          <p:cNvSpPr>
            <a:spLocks noGrp="1"/>
          </p:cNvSpPr>
          <p:nvPr>
            <p:ph type="title"/>
          </p:nvPr>
        </p:nvSpPr>
        <p:spPr>
          <a:xfrm>
            <a:off x="628649" y="584942"/>
            <a:ext cx="7886699" cy="57279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BDC45777-C83D-250B-69F6-100491C1BB6A}"/>
              </a:ext>
            </a:extLst>
          </p:cNvPr>
          <p:cNvSpPr>
            <a:spLocks noGrp="1"/>
          </p:cNvSpPr>
          <p:nvPr>
            <p:ph idx="1"/>
          </p:nvPr>
        </p:nvSpPr>
        <p:spPr>
          <a:xfrm>
            <a:off x="628650" y="1216369"/>
            <a:ext cx="7886700" cy="3325066"/>
          </a:xfrm>
        </p:spPr>
        <p:txBody>
          <a:bodyPr/>
          <a:lstStyle>
            <a:lvl2pPr marL="571500" indent="-22860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CCDBBB7A-14A3-FE2D-5516-E9543BAC81B0}"/>
              </a:ext>
            </a:extLst>
          </p:cNvPr>
          <p:cNvSpPr>
            <a:spLocks noGrp="1"/>
          </p:cNvSpPr>
          <p:nvPr>
            <p:ph type="sldNum" sz="quarter" idx="12"/>
          </p:nvPr>
        </p:nvSpPr>
        <p:spPr/>
        <p:txBody>
          <a:bodyPr/>
          <a:lstStyle>
            <a:lvl1pPr>
              <a:defRPr>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
        <p:nvSpPr>
          <p:cNvPr id="4" name="Google Shape;138;p9">
            <a:extLst>
              <a:ext uri="{FF2B5EF4-FFF2-40B4-BE49-F238E27FC236}">
                <a16:creationId xmlns:a16="http://schemas.microsoft.com/office/drawing/2014/main" id="{554BAC3A-6458-8EB9-8C2A-E21A36ED286A}"/>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defTabSz="685526"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Lato"/>
              <a:ea typeface="Lato"/>
              <a:cs typeface="Lato"/>
              <a:sym typeface="Lato"/>
            </a:endParaRPr>
          </a:p>
        </p:txBody>
      </p:sp>
      <p:sp>
        <p:nvSpPr>
          <p:cNvPr id="8" name="Footer Placeholder 6">
            <a:extLst>
              <a:ext uri="{FF2B5EF4-FFF2-40B4-BE49-F238E27FC236}">
                <a16:creationId xmlns:a16="http://schemas.microsoft.com/office/drawing/2014/main" id="{717CB0EC-ED7F-EC59-A549-E28B9C72F899}"/>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1303096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41F25-496E-8FB7-AC55-7F389601248E}"/>
              </a:ext>
            </a:extLst>
          </p:cNvPr>
          <p:cNvSpPr>
            <a:spLocks noGrp="1"/>
          </p:cNvSpPr>
          <p:nvPr>
            <p:ph type="title"/>
          </p:nvPr>
        </p:nvSpPr>
        <p:spPr>
          <a:xfrm>
            <a:off x="628650" y="591921"/>
            <a:ext cx="7921125" cy="49662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2E733F0E-E307-67CB-90D9-8C7E28E1C35D}"/>
              </a:ext>
            </a:extLst>
          </p:cNvPr>
          <p:cNvSpPr>
            <a:spLocks noGrp="1"/>
          </p:cNvSpPr>
          <p:nvPr>
            <p:ph sz="half" idx="1"/>
          </p:nvPr>
        </p:nvSpPr>
        <p:spPr>
          <a:xfrm>
            <a:off x="628650" y="1149214"/>
            <a:ext cx="3886200" cy="336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EBFBD7-C540-FEB6-389B-B746C232F921}"/>
              </a:ext>
            </a:extLst>
          </p:cNvPr>
          <p:cNvSpPr>
            <a:spLocks noGrp="1"/>
          </p:cNvSpPr>
          <p:nvPr>
            <p:ph sz="half" idx="2"/>
          </p:nvPr>
        </p:nvSpPr>
        <p:spPr>
          <a:xfrm>
            <a:off x="4629150" y="1149214"/>
            <a:ext cx="3886200" cy="336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FC7584C7-B9DD-DCA9-C73C-F41AFF8409DA}"/>
              </a:ext>
            </a:extLst>
          </p:cNvPr>
          <p:cNvSpPr>
            <a:spLocks noGrp="1"/>
          </p:cNvSpPr>
          <p:nvPr>
            <p:ph type="sldNum" sz="quarter" idx="12"/>
          </p:nvPr>
        </p:nvSpPr>
        <p:spPr/>
        <p:txBody>
          <a:bodyPr/>
          <a:lstStyle>
            <a:lvl1pPr>
              <a:defRPr>
                <a:solidFill>
                  <a:schemeClr val="bg1">
                    <a:lumMod val="85000"/>
                  </a:schemeClr>
                </a:solidFill>
                <a:latin typeface="+mn-lt"/>
              </a:defRPr>
            </a:lvl1p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prstClr val="white">
                  <a:lumMod val="85000"/>
                </a:prstClr>
              </a:solidFill>
              <a:effectLst/>
              <a:uLnTx/>
              <a:uFillTx/>
              <a:latin typeface="Noto Sans"/>
              <a:ea typeface="+mn-ea"/>
              <a:cs typeface="+mn-cs"/>
            </a:endParaRPr>
          </a:p>
        </p:txBody>
      </p:sp>
      <p:sp>
        <p:nvSpPr>
          <p:cNvPr id="5" name="Google Shape;138;p9">
            <a:extLst>
              <a:ext uri="{FF2B5EF4-FFF2-40B4-BE49-F238E27FC236}">
                <a16:creationId xmlns:a16="http://schemas.microsoft.com/office/drawing/2014/main" id="{CE2721F1-28D7-991F-5E6A-BF6EB798AE50}"/>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defTabSz="685526"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Lato"/>
              <a:ea typeface="Lato"/>
              <a:cs typeface="Lato"/>
              <a:sym typeface="Lato"/>
            </a:endParaRPr>
          </a:p>
        </p:txBody>
      </p:sp>
      <p:sp>
        <p:nvSpPr>
          <p:cNvPr id="6" name="Footer Placeholder 6">
            <a:extLst>
              <a:ext uri="{FF2B5EF4-FFF2-40B4-BE49-F238E27FC236}">
                <a16:creationId xmlns:a16="http://schemas.microsoft.com/office/drawing/2014/main" id="{A3BEE632-F49C-08B5-0252-FF6EB512F170}"/>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3647466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5E801-7CBF-19EF-2385-BDBDFDEB6793}"/>
              </a:ext>
            </a:extLst>
          </p:cNvPr>
          <p:cNvSpPr>
            <a:spLocks noGrp="1"/>
          </p:cNvSpPr>
          <p:nvPr>
            <p:ph type="title"/>
          </p:nvPr>
        </p:nvSpPr>
        <p:spPr>
          <a:xfrm>
            <a:off x="627460" y="589118"/>
            <a:ext cx="7922315" cy="496626"/>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06BAF-57F5-BDA6-72EB-972D8CC30708}"/>
              </a:ext>
            </a:extLst>
          </p:cNvPr>
          <p:cNvSpPr>
            <a:spLocks noGrp="1"/>
          </p:cNvSpPr>
          <p:nvPr>
            <p:ph type="body" idx="1"/>
          </p:nvPr>
        </p:nvSpPr>
        <p:spPr>
          <a:xfrm>
            <a:off x="627460" y="1146610"/>
            <a:ext cx="3868340" cy="617362"/>
          </a:xfrm>
        </p:spPr>
        <p:txBody>
          <a:bodyPr anchor="b">
            <a:noAutofit/>
          </a:bodyPr>
          <a:lstStyle>
            <a:lvl1pPr marL="0" indent="0" algn="ctr">
              <a:buNone/>
              <a:defRPr sz="2000" b="0">
                <a:solidFill>
                  <a:srgbClr val="586169"/>
                </a:solidFill>
                <a:latin typeface="+mj-lt"/>
                <a:ea typeface="Noto Sans Condensed" panose="020B0502040504020204" pitchFamily="34" charset="0"/>
                <a:cs typeface="Noto Sans Condensed" panose="020B0502040504020204" pitchFamily="34" charset="0"/>
              </a:defRPr>
            </a:lvl1pPr>
            <a:lvl2pPr marL="342580" indent="0">
              <a:buNone/>
              <a:defRPr sz="1499" b="1"/>
            </a:lvl2pPr>
            <a:lvl3pPr marL="685160" indent="0">
              <a:buNone/>
              <a:defRPr sz="1349" b="1"/>
            </a:lvl3pPr>
            <a:lvl4pPr marL="1027740" indent="0">
              <a:buNone/>
              <a:defRPr sz="1199" b="1"/>
            </a:lvl4pPr>
            <a:lvl5pPr marL="1370320" indent="0">
              <a:buNone/>
              <a:defRPr sz="1199" b="1"/>
            </a:lvl5pPr>
            <a:lvl6pPr marL="1712900" indent="0">
              <a:buNone/>
              <a:defRPr sz="1199" b="1"/>
            </a:lvl6pPr>
            <a:lvl7pPr marL="2055480" indent="0">
              <a:buNone/>
              <a:defRPr sz="1199" b="1"/>
            </a:lvl7pPr>
            <a:lvl8pPr marL="2398060" indent="0">
              <a:buNone/>
              <a:defRPr sz="1199" b="1"/>
            </a:lvl8pPr>
            <a:lvl9pPr marL="2740640" indent="0">
              <a:buNone/>
              <a:defRPr sz="1199"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FDD8B87-3F77-0AE4-2F64-80AD7EA7DC12}"/>
              </a:ext>
            </a:extLst>
          </p:cNvPr>
          <p:cNvSpPr>
            <a:spLocks noGrp="1"/>
          </p:cNvSpPr>
          <p:nvPr>
            <p:ph sz="half" idx="2"/>
          </p:nvPr>
        </p:nvSpPr>
        <p:spPr>
          <a:xfrm>
            <a:off x="627460" y="1763972"/>
            <a:ext cx="3868340" cy="2760883"/>
          </a:xfrm>
        </p:spPr>
        <p:txBody>
          <a:bodyPr/>
          <a:lstStyle>
            <a:lvl1pPr>
              <a:defRPr sz="1800"/>
            </a:lvl1pPr>
            <a:lvl2pPr>
              <a:defRPr sz="1600"/>
            </a:lvl2pPr>
            <a:lvl3pPr>
              <a:defRPr sz="1600"/>
            </a:lvl3pPr>
            <a:lvl4pPr>
              <a:defRPr sz="14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90C8C0E-F899-4D2C-660B-5FF26E5C2315}"/>
              </a:ext>
            </a:extLst>
          </p:cNvPr>
          <p:cNvSpPr>
            <a:spLocks noGrp="1"/>
          </p:cNvSpPr>
          <p:nvPr>
            <p:ph type="body" sz="quarter" idx="3"/>
          </p:nvPr>
        </p:nvSpPr>
        <p:spPr>
          <a:xfrm>
            <a:off x="4514255" y="1146610"/>
            <a:ext cx="3887391" cy="617362"/>
          </a:xfrm>
        </p:spPr>
        <p:txBody>
          <a:bodyPr anchor="b">
            <a:noAutofit/>
          </a:bodyPr>
          <a:lstStyle>
            <a:lvl1pPr marL="0" indent="0" algn="ctr">
              <a:buNone/>
              <a:defRPr sz="2000" b="0">
                <a:solidFill>
                  <a:srgbClr val="586169"/>
                </a:solidFill>
                <a:latin typeface="+mj-lt"/>
                <a:ea typeface="Noto Sans Condensed" panose="020B0502040504020204" pitchFamily="34" charset="0"/>
                <a:cs typeface="Noto Sans Condensed" panose="020B0502040504020204" pitchFamily="34" charset="0"/>
              </a:defRPr>
            </a:lvl1pPr>
            <a:lvl2pPr marL="342580" indent="0">
              <a:buNone/>
              <a:defRPr sz="1499" b="1"/>
            </a:lvl2pPr>
            <a:lvl3pPr marL="685160" indent="0">
              <a:buNone/>
              <a:defRPr sz="1349" b="1"/>
            </a:lvl3pPr>
            <a:lvl4pPr marL="1027740" indent="0">
              <a:buNone/>
              <a:defRPr sz="1199" b="1"/>
            </a:lvl4pPr>
            <a:lvl5pPr marL="1370320" indent="0">
              <a:buNone/>
              <a:defRPr sz="1199" b="1"/>
            </a:lvl5pPr>
            <a:lvl6pPr marL="1712900" indent="0">
              <a:buNone/>
              <a:defRPr sz="1199" b="1"/>
            </a:lvl6pPr>
            <a:lvl7pPr marL="2055480" indent="0">
              <a:buNone/>
              <a:defRPr sz="1199" b="1"/>
            </a:lvl7pPr>
            <a:lvl8pPr marL="2398060" indent="0">
              <a:buNone/>
              <a:defRPr sz="1199" b="1"/>
            </a:lvl8pPr>
            <a:lvl9pPr marL="2740640" indent="0">
              <a:buNone/>
              <a:defRPr sz="1199"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4CC6281D-0F62-7BB0-0D32-55593D34C5D9}"/>
              </a:ext>
            </a:extLst>
          </p:cNvPr>
          <p:cNvSpPr>
            <a:spLocks noGrp="1"/>
          </p:cNvSpPr>
          <p:nvPr>
            <p:ph sz="quarter" idx="4"/>
          </p:nvPr>
        </p:nvSpPr>
        <p:spPr>
          <a:xfrm>
            <a:off x="4514255" y="1763972"/>
            <a:ext cx="3887391" cy="2760883"/>
          </a:xfrm>
        </p:spPr>
        <p:txBody>
          <a:bodyPr/>
          <a:lstStyle>
            <a:lvl1pPr>
              <a:defRPr sz="1800"/>
            </a:lvl1pPr>
            <a:lvl2pPr>
              <a:defRPr sz="1600"/>
            </a:lvl2pPr>
            <a:lvl3pPr>
              <a:defRPr sz="1600"/>
            </a:lvl3pPr>
            <a:lvl4pPr>
              <a:defRPr sz="14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5FD9B665-E777-009A-52AA-49E8F565BB5B}"/>
              </a:ext>
            </a:extLst>
          </p:cNvPr>
          <p:cNvSpPr>
            <a:spLocks noGrp="1"/>
          </p:cNvSpPr>
          <p:nvPr>
            <p:ph type="sldNum" sz="quarter" idx="12"/>
          </p:nvPr>
        </p:nvSpPr>
        <p:spPr/>
        <p:txBody>
          <a:bodyPr/>
          <a:lstStyle>
            <a:lvl1pPr>
              <a:defRPr>
                <a:solidFill>
                  <a:schemeClr val="bg1">
                    <a:lumMod val="85000"/>
                  </a:schemeClr>
                </a:solidFill>
                <a:latin typeface="+mn-lt"/>
              </a:defRPr>
            </a:lvl1p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prstClr val="white">
                  <a:lumMod val="85000"/>
                </a:prstClr>
              </a:solidFill>
              <a:effectLst/>
              <a:uLnTx/>
              <a:uFillTx/>
              <a:latin typeface="Noto Sans"/>
              <a:ea typeface="+mn-ea"/>
              <a:cs typeface="+mn-cs"/>
            </a:endParaRPr>
          </a:p>
        </p:txBody>
      </p:sp>
      <p:sp>
        <p:nvSpPr>
          <p:cNvPr id="7" name="Google Shape;138;p9">
            <a:extLst>
              <a:ext uri="{FF2B5EF4-FFF2-40B4-BE49-F238E27FC236}">
                <a16:creationId xmlns:a16="http://schemas.microsoft.com/office/drawing/2014/main" id="{643C68CC-38BB-EC6D-3E62-41E88722DAEC}"/>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defTabSz="685526"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Lato"/>
              <a:ea typeface="Lato"/>
              <a:cs typeface="Lato"/>
              <a:sym typeface="Lato"/>
            </a:endParaRPr>
          </a:p>
        </p:txBody>
      </p:sp>
      <p:sp>
        <p:nvSpPr>
          <p:cNvPr id="8" name="Footer Placeholder 6">
            <a:extLst>
              <a:ext uri="{FF2B5EF4-FFF2-40B4-BE49-F238E27FC236}">
                <a16:creationId xmlns:a16="http://schemas.microsoft.com/office/drawing/2014/main" id="{08234280-C41C-DE8D-CE3F-D157ECAE66CF}"/>
              </a:ext>
            </a:extLst>
          </p:cNvPr>
          <p:cNvSpPr>
            <a:spLocks noGrp="1"/>
          </p:cNvSpPr>
          <p:nvPr>
            <p:ph type="ftr" sz="quarter" idx="1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2213591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0DC66-E0A2-7F55-EB53-533A8B6C83FE}"/>
              </a:ext>
            </a:extLst>
          </p:cNvPr>
          <p:cNvSpPr>
            <a:spLocks noGrp="1"/>
          </p:cNvSpPr>
          <p:nvPr>
            <p:ph type="title"/>
          </p:nvPr>
        </p:nvSpPr>
        <p:spPr>
          <a:xfrm>
            <a:off x="141194" y="0"/>
            <a:ext cx="7886700" cy="993252"/>
          </a:xfrm>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AEF202C2-7EFE-0924-CAE5-57059CA87430}"/>
              </a:ext>
            </a:extLst>
          </p:cNvPr>
          <p:cNvSpPr>
            <a:spLocks noGrp="1"/>
          </p:cNvSpPr>
          <p:nvPr>
            <p:ph type="sldNum" sz="quarter" idx="12"/>
          </p:nvPr>
        </p:nvSpPr>
        <p:spPr/>
        <p:txBody>
          <a:bodyPr/>
          <a:lstStyle>
            <a:lvl1pPr>
              <a:defRPr>
                <a:solidFill>
                  <a:schemeClr val="bg1">
                    <a:lumMod val="85000"/>
                  </a:schemeClr>
                </a:solidFill>
                <a:latin typeface="+mn-lt"/>
              </a:defRPr>
            </a:lvl1p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prstClr val="white">
                  <a:lumMod val="85000"/>
                </a:prstClr>
              </a:solidFill>
              <a:effectLst/>
              <a:uLnTx/>
              <a:uFillTx/>
              <a:latin typeface="Noto Sans"/>
              <a:ea typeface="+mn-ea"/>
              <a:cs typeface="+mn-cs"/>
            </a:endParaRPr>
          </a:p>
        </p:txBody>
      </p:sp>
      <p:sp>
        <p:nvSpPr>
          <p:cNvPr id="3" name="Footer Placeholder 6">
            <a:extLst>
              <a:ext uri="{FF2B5EF4-FFF2-40B4-BE49-F238E27FC236}">
                <a16:creationId xmlns:a16="http://schemas.microsoft.com/office/drawing/2014/main" id="{59783566-1CF9-C15E-0F0A-C21EF9BC2EF9}"/>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3531119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73C8B8-889F-7FFE-FDF7-F1FBA95C0D68}"/>
              </a:ext>
            </a:extLst>
          </p:cNvPr>
          <p:cNvSpPr>
            <a:spLocks noGrp="1"/>
          </p:cNvSpPr>
          <p:nvPr>
            <p:ph type="sldNum" sz="quarter" idx="12"/>
          </p:nvPr>
        </p:nvSpPr>
        <p:spPr/>
        <p:txBody>
          <a:bodyPr/>
          <a:lstStyle>
            <a:lvl1pPr>
              <a:defRPr>
                <a:solidFill>
                  <a:schemeClr val="bg1">
                    <a:lumMod val="85000"/>
                  </a:schemeClr>
                </a:solidFill>
              </a:defRPr>
            </a:lvl1p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prstClr val="white">
                  <a:lumMod val="85000"/>
                </a:prstClr>
              </a:solidFill>
              <a:effectLst/>
              <a:uLnTx/>
              <a:uFillTx/>
              <a:latin typeface="Noto Sans"/>
              <a:ea typeface="+mn-ea"/>
              <a:cs typeface="+mn-cs"/>
            </a:endParaRPr>
          </a:p>
        </p:txBody>
      </p:sp>
      <p:sp>
        <p:nvSpPr>
          <p:cNvPr id="2" name="Footer Placeholder 6">
            <a:extLst>
              <a:ext uri="{FF2B5EF4-FFF2-40B4-BE49-F238E27FC236}">
                <a16:creationId xmlns:a16="http://schemas.microsoft.com/office/drawing/2014/main" id="{A8B8CD61-C7BC-09FD-E1FF-F3950BF1584A}"/>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1764483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opic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6ABF4-8313-754B-E9F8-F5BC953386C7}"/>
              </a:ext>
            </a:extLst>
          </p:cNvPr>
          <p:cNvSpPr>
            <a:spLocks noGrp="1"/>
          </p:cNvSpPr>
          <p:nvPr>
            <p:ph type="title"/>
          </p:nvPr>
        </p:nvSpPr>
        <p:spPr>
          <a:xfrm>
            <a:off x="682580" y="1550954"/>
            <a:ext cx="7886700" cy="602375"/>
          </a:xfrm>
        </p:spPr>
        <p:txBody>
          <a:bodyPr>
            <a:noAutofit/>
          </a:bodyPr>
          <a:lstStyle>
            <a:lvl1pPr algn="l">
              <a:defRPr sz="4400">
                <a:solidFill>
                  <a:srgbClr val="586169"/>
                </a:solidFill>
                <a:latin typeface="+mj-lt"/>
              </a:defRPr>
            </a:lvl1pPr>
          </a:lstStyle>
          <a:p>
            <a:r>
              <a:rPr lang="en-US" dirty="0"/>
              <a:t>Click to edit Master title style</a:t>
            </a:r>
          </a:p>
        </p:txBody>
      </p:sp>
      <p:sp>
        <p:nvSpPr>
          <p:cNvPr id="4" name="Google Shape;230;p20">
            <a:extLst>
              <a:ext uri="{FF2B5EF4-FFF2-40B4-BE49-F238E27FC236}">
                <a16:creationId xmlns:a16="http://schemas.microsoft.com/office/drawing/2014/main" id="{757C5F44-22F2-7208-5BB0-E5F13581B3AF}"/>
              </a:ext>
            </a:extLst>
          </p:cNvPr>
          <p:cNvSpPr/>
          <p:nvPr userDrawn="1"/>
        </p:nvSpPr>
        <p:spPr>
          <a:xfrm rot="5400000">
            <a:off x="279830" y="1750579"/>
            <a:ext cx="7602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defTabSz="685526"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Lato"/>
              <a:ea typeface="Lato"/>
              <a:cs typeface="Lato"/>
              <a:sym typeface="Lato"/>
            </a:endParaRPr>
          </a:p>
        </p:txBody>
      </p:sp>
      <p:sp>
        <p:nvSpPr>
          <p:cNvPr id="5" name="Slide Number Placeholder 3">
            <a:extLst>
              <a:ext uri="{FF2B5EF4-FFF2-40B4-BE49-F238E27FC236}">
                <a16:creationId xmlns:a16="http://schemas.microsoft.com/office/drawing/2014/main" id="{57894FEE-28A4-FB53-A70B-FBB307673B19}"/>
              </a:ext>
            </a:extLst>
          </p:cNvPr>
          <p:cNvSpPr>
            <a:spLocks noGrp="1"/>
          </p:cNvSpPr>
          <p:nvPr>
            <p:ph type="sldNum" sz="quarter" idx="12"/>
          </p:nvPr>
        </p:nvSpPr>
        <p:spPr>
          <a:xfrm>
            <a:off x="6457950" y="4762849"/>
            <a:ext cx="2057400" cy="273590"/>
          </a:xfrm>
        </p:spPr>
        <p:txBody>
          <a:bodyPr/>
          <a:lstStyle>
            <a:lvl1pPr>
              <a:defRPr>
                <a:solidFill>
                  <a:schemeClr val="bg1">
                    <a:lumMod val="85000"/>
                  </a:schemeClr>
                </a:solidFill>
                <a:latin typeface="+mn-lt"/>
              </a:defRPr>
            </a:lvl1p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prstClr val="white">
                  <a:lumMod val="85000"/>
                </a:prstClr>
              </a:solidFill>
              <a:effectLst/>
              <a:uLnTx/>
              <a:uFillTx/>
              <a:latin typeface="Noto Sans"/>
              <a:ea typeface="+mn-ea"/>
              <a:cs typeface="+mn-cs"/>
            </a:endParaRPr>
          </a:p>
        </p:txBody>
      </p:sp>
      <p:sp>
        <p:nvSpPr>
          <p:cNvPr id="6" name="Footer Placeholder 6">
            <a:extLst>
              <a:ext uri="{FF2B5EF4-FFF2-40B4-BE49-F238E27FC236}">
                <a16:creationId xmlns:a16="http://schemas.microsoft.com/office/drawing/2014/main" id="{CE697EAA-7B89-F7BD-5B7E-3D46CFFBFD2B}"/>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1327857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and Cit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08C50-1C6F-52AE-5678-98EB5F266985}"/>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63050ADF-47A2-90B1-A686-38CE4DEE8933}"/>
              </a:ext>
            </a:extLst>
          </p:cNvPr>
          <p:cNvSpPr>
            <a:spLocks noGrp="1"/>
          </p:cNvSpPr>
          <p:nvPr>
            <p:ph type="sldNum" sz="quarter" idx="10"/>
          </p:nvPr>
        </p:nvSpPr>
        <p:spPr/>
        <p:txBody>
          <a:bodyPr/>
          <a:lstStyle>
            <a:lvl1pPr>
              <a:defRPr>
                <a:solidFill>
                  <a:schemeClr val="bg1">
                    <a:lumMod val="85000"/>
                  </a:schemeClr>
                </a:solidFill>
              </a:defRPr>
            </a:lvl1p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prstClr val="white">
                  <a:lumMod val="85000"/>
                </a:prstClr>
              </a:solidFill>
              <a:effectLst/>
              <a:uLnTx/>
              <a:uFillTx/>
              <a:latin typeface="Noto Sans"/>
              <a:ea typeface="+mn-ea"/>
              <a:cs typeface="+mn-cs"/>
            </a:endParaRPr>
          </a:p>
        </p:txBody>
      </p:sp>
      <p:sp>
        <p:nvSpPr>
          <p:cNvPr id="6" name="Picture Placeholder 5">
            <a:extLst>
              <a:ext uri="{FF2B5EF4-FFF2-40B4-BE49-F238E27FC236}">
                <a16:creationId xmlns:a16="http://schemas.microsoft.com/office/drawing/2014/main" id="{8374F4F7-8DB0-40E8-6E15-6BDF3D1E780D}"/>
              </a:ext>
            </a:extLst>
          </p:cNvPr>
          <p:cNvSpPr>
            <a:spLocks noGrp="1"/>
          </p:cNvSpPr>
          <p:nvPr>
            <p:ph type="pic" sz="quarter" idx="12"/>
          </p:nvPr>
        </p:nvSpPr>
        <p:spPr>
          <a:xfrm>
            <a:off x="628650" y="1358900"/>
            <a:ext cx="8002700" cy="3065463"/>
          </a:xfrm>
        </p:spPr>
        <p:txBody>
          <a:bodyPr/>
          <a:lstStyle/>
          <a:p>
            <a:endParaRPr lang="en-US" dirty="0"/>
          </a:p>
        </p:txBody>
      </p:sp>
      <p:sp>
        <p:nvSpPr>
          <p:cNvPr id="10" name="Text Placeholder 9">
            <a:extLst>
              <a:ext uri="{FF2B5EF4-FFF2-40B4-BE49-F238E27FC236}">
                <a16:creationId xmlns:a16="http://schemas.microsoft.com/office/drawing/2014/main" id="{ED18884B-15BB-117D-6488-38ECE9320718}"/>
              </a:ext>
            </a:extLst>
          </p:cNvPr>
          <p:cNvSpPr>
            <a:spLocks noGrp="1"/>
          </p:cNvSpPr>
          <p:nvPr>
            <p:ph type="body" sz="quarter" idx="13" hasCustomPrompt="1"/>
          </p:nvPr>
        </p:nvSpPr>
        <p:spPr>
          <a:xfrm>
            <a:off x="628650" y="4484688"/>
            <a:ext cx="8002700" cy="201612"/>
          </a:xfrm>
        </p:spPr>
        <p:txBody>
          <a:bodyPr>
            <a:normAutofit/>
          </a:bodyPr>
          <a:lstStyle>
            <a:lvl1pPr marL="0" indent="0" algn="ctr">
              <a:buNone/>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lvl="0"/>
            <a:r>
              <a:rPr lang="en-US" dirty="0"/>
              <a:t>Citation</a:t>
            </a:r>
          </a:p>
        </p:txBody>
      </p:sp>
      <p:sp>
        <p:nvSpPr>
          <p:cNvPr id="5" name="Footer Placeholder 6">
            <a:extLst>
              <a:ext uri="{FF2B5EF4-FFF2-40B4-BE49-F238E27FC236}">
                <a16:creationId xmlns:a16="http://schemas.microsoft.com/office/drawing/2014/main" id="{BF705B26-CC1D-A019-9217-3BC5766A5492}"/>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2431723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opic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6ABF4-8313-754B-E9F8-F5BC953386C7}"/>
              </a:ext>
            </a:extLst>
          </p:cNvPr>
          <p:cNvSpPr>
            <a:spLocks noGrp="1"/>
          </p:cNvSpPr>
          <p:nvPr>
            <p:ph type="title"/>
          </p:nvPr>
        </p:nvSpPr>
        <p:spPr>
          <a:xfrm>
            <a:off x="682580" y="1550954"/>
            <a:ext cx="7886700" cy="602375"/>
          </a:xfrm>
        </p:spPr>
        <p:txBody>
          <a:bodyPr>
            <a:noAutofit/>
          </a:bodyPr>
          <a:lstStyle>
            <a:lvl1pPr algn="l">
              <a:defRPr sz="4400">
                <a:solidFill>
                  <a:srgbClr val="586169"/>
                </a:solidFill>
                <a:latin typeface="+mj-lt"/>
              </a:defRPr>
            </a:lvl1pPr>
          </a:lstStyle>
          <a:p>
            <a:r>
              <a:rPr lang="en-US" dirty="0"/>
              <a:t>Click to edit Master title style</a:t>
            </a:r>
          </a:p>
        </p:txBody>
      </p:sp>
      <p:sp>
        <p:nvSpPr>
          <p:cNvPr id="4" name="Google Shape;230;p20">
            <a:extLst>
              <a:ext uri="{FF2B5EF4-FFF2-40B4-BE49-F238E27FC236}">
                <a16:creationId xmlns:a16="http://schemas.microsoft.com/office/drawing/2014/main" id="{757C5F44-22F2-7208-5BB0-E5F13581B3AF}"/>
              </a:ext>
            </a:extLst>
          </p:cNvPr>
          <p:cNvSpPr/>
          <p:nvPr userDrawn="1"/>
        </p:nvSpPr>
        <p:spPr>
          <a:xfrm rot="5400000">
            <a:off x="279830" y="1750579"/>
            <a:ext cx="7602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defTabSz="685526"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Lato"/>
              <a:ea typeface="Lato"/>
              <a:cs typeface="Lato"/>
              <a:sym typeface="Lato"/>
            </a:endParaRPr>
          </a:p>
        </p:txBody>
      </p:sp>
      <p:sp>
        <p:nvSpPr>
          <p:cNvPr id="5" name="Slide Number Placeholder 3">
            <a:extLst>
              <a:ext uri="{FF2B5EF4-FFF2-40B4-BE49-F238E27FC236}">
                <a16:creationId xmlns:a16="http://schemas.microsoft.com/office/drawing/2014/main" id="{57894FEE-28A4-FB53-A70B-FBB307673B19}"/>
              </a:ext>
            </a:extLst>
          </p:cNvPr>
          <p:cNvSpPr>
            <a:spLocks noGrp="1"/>
          </p:cNvSpPr>
          <p:nvPr>
            <p:ph type="sldNum" sz="quarter" idx="12"/>
          </p:nvPr>
        </p:nvSpPr>
        <p:spPr>
          <a:xfrm>
            <a:off x="6457950" y="4762849"/>
            <a:ext cx="2057400" cy="273590"/>
          </a:xfrm>
        </p:spPr>
        <p:txBody>
          <a:bodyPr/>
          <a:lstStyle>
            <a:lvl1pPr>
              <a:defRPr>
                <a:solidFill>
                  <a:schemeClr val="bg1">
                    <a:lumMod val="85000"/>
                  </a:schemeClr>
                </a:solidFill>
                <a:latin typeface="+mn-lt"/>
              </a:defRPr>
            </a:lvl1p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prstClr val="white">
                  <a:lumMod val="85000"/>
                </a:prstClr>
              </a:solidFill>
              <a:effectLst/>
              <a:uLnTx/>
              <a:uFillTx/>
              <a:latin typeface="Noto Sans"/>
              <a:ea typeface="+mn-ea"/>
              <a:cs typeface="+mn-cs"/>
            </a:endParaRPr>
          </a:p>
        </p:txBody>
      </p:sp>
      <p:sp>
        <p:nvSpPr>
          <p:cNvPr id="6" name="Footer Placeholder 6">
            <a:extLst>
              <a:ext uri="{FF2B5EF4-FFF2-40B4-BE49-F238E27FC236}">
                <a16:creationId xmlns:a16="http://schemas.microsoft.com/office/drawing/2014/main" id="{CE697EAA-7B89-F7BD-5B7E-3D46CFFBFD2B}"/>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1102037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Image and Cit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08C50-1C6F-52AE-5678-98EB5F266985}"/>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63050ADF-47A2-90B1-A686-38CE4DEE8933}"/>
              </a:ext>
            </a:extLst>
          </p:cNvPr>
          <p:cNvSpPr>
            <a:spLocks noGrp="1"/>
          </p:cNvSpPr>
          <p:nvPr>
            <p:ph type="sldNum" sz="quarter" idx="10"/>
          </p:nvPr>
        </p:nvSpPr>
        <p:spPr/>
        <p:txBody>
          <a:bodyPr/>
          <a:lstStyle>
            <a:lvl1pPr>
              <a:defRPr>
                <a:solidFill>
                  <a:schemeClr val="bg1">
                    <a:lumMod val="85000"/>
                  </a:schemeClr>
                </a:solidFill>
              </a:defRPr>
            </a:lvl1p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prstClr val="white">
                  <a:lumMod val="85000"/>
                </a:prstClr>
              </a:solidFill>
              <a:effectLst/>
              <a:uLnTx/>
              <a:uFillTx/>
              <a:latin typeface="Noto Sans"/>
              <a:ea typeface="+mn-ea"/>
              <a:cs typeface="+mn-cs"/>
            </a:endParaRPr>
          </a:p>
        </p:txBody>
      </p:sp>
      <p:sp>
        <p:nvSpPr>
          <p:cNvPr id="6" name="Picture Placeholder 5">
            <a:extLst>
              <a:ext uri="{FF2B5EF4-FFF2-40B4-BE49-F238E27FC236}">
                <a16:creationId xmlns:a16="http://schemas.microsoft.com/office/drawing/2014/main" id="{8374F4F7-8DB0-40E8-6E15-6BDF3D1E780D}"/>
              </a:ext>
            </a:extLst>
          </p:cNvPr>
          <p:cNvSpPr>
            <a:spLocks noGrp="1"/>
          </p:cNvSpPr>
          <p:nvPr>
            <p:ph type="pic" sz="quarter" idx="12"/>
          </p:nvPr>
        </p:nvSpPr>
        <p:spPr>
          <a:xfrm>
            <a:off x="628650" y="1358900"/>
            <a:ext cx="8002700" cy="3065463"/>
          </a:xfrm>
        </p:spPr>
        <p:txBody>
          <a:bodyPr/>
          <a:lstStyle/>
          <a:p>
            <a:endParaRPr lang="en-US" dirty="0"/>
          </a:p>
        </p:txBody>
      </p:sp>
      <p:sp>
        <p:nvSpPr>
          <p:cNvPr id="10" name="Text Placeholder 9">
            <a:extLst>
              <a:ext uri="{FF2B5EF4-FFF2-40B4-BE49-F238E27FC236}">
                <a16:creationId xmlns:a16="http://schemas.microsoft.com/office/drawing/2014/main" id="{ED18884B-15BB-117D-6488-38ECE9320718}"/>
              </a:ext>
            </a:extLst>
          </p:cNvPr>
          <p:cNvSpPr>
            <a:spLocks noGrp="1"/>
          </p:cNvSpPr>
          <p:nvPr>
            <p:ph type="body" sz="quarter" idx="13" hasCustomPrompt="1"/>
          </p:nvPr>
        </p:nvSpPr>
        <p:spPr>
          <a:xfrm>
            <a:off x="628650" y="4484688"/>
            <a:ext cx="8002700" cy="201612"/>
          </a:xfrm>
        </p:spPr>
        <p:txBody>
          <a:bodyPr>
            <a:normAutofit/>
          </a:bodyPr>
          <a:lstStyle>
            <a:lvl1pPr marL="0" indent="0" algn="ctr">
              <a:buNone/>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lvl="0"/>
            <a:r>
              <a:rPr lang="en-US" dirty="0"/>
              <a:t>Citation</a:t>
            </a:r>
          </a:p>
        </p:txBody>
      </p:sp>
      <p:sp>
        <p:nvSpPr>
          <p:cNvPr id="5" name="Footer Placeholder 6">
            <a:extLst>
              <a:ext uri="{FF2B5EF4-FFF2-40B4-BE49-F238E27FC236}">
                <a16:creationId xmlns:a16="http://schemas.microsoft.com/office/drawing/2014/main" id="{BF705B26-CC1D-A019-9217-3BC5766A5492}"/>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2226873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Do not us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E3FA9-42C0-FC0B-D50C-4919CE0A119D}"/>
              </a:ext>
            </a:extLst>
          </p:cNvPr>
          <p:cNvSpPr>
            <a:spLocks noGrp="1"/>
          </p:cNvSpPr>
          <p:nvPr>
            <p:ph type="title"/>
          </p:nvPr>
        </p:nvSpPr>
        <p:spPr>
          <a:xfrm>
            <a:off x="690357" y="342582"/>
            <a:ext cx="2949178" cy="1199039"/>
          </a:xfrm>
        </p:spPr>
        <p:txBody>
          <a:bodyPr anchor="b">
            <a:no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79614C2-B56E-D403-0BC5-E77985CFA309}"/>
              </a:ext>
            </a:extLst>
          </p:cNvPr>
          <p:cNvSpPr>
            <a:spLocks noGrp="1"/>
          </p:cNvSpPr>
          <p:nvPr>
            <p:ph type="body" sz="half" idx="2"/>
          </p:nvPr>
        </p:nvSpPr>
        <p:spPr>
          <a:xfrm>
            <a:off x="690357" y="1541622"/>
            <a:ext cx="2949178" cy="2856044"/>
          </a:xfrm>
        </p:spPr>
        <p:txBody>
          <a:bodyPr>
            <a:normAutofit/>
          </a:bodyPr>
          <a:lstStyle>
            <a:lvl1pPr marL="0" indent="0">
              <a:buNone/>
              <a:defRPr sz="2000"/>
            </a:lvl1pPr>
            <a:lvl2pPr marL="342580" indent="0">
              <a:buNone/>
              <a:defRPr sz="1049"/>
            </a:lvl2pPr>
            <a:lvl3pPr marL="685160" indent="0">
              <a:buNone/>
              <a:defRPr sz="899"/>
            </a:lvl3pPr>
            <a:lvl4pPr marL="1027740" indent="0">
              <a:buNone/>
              <a:defRPr sz="749"/>
            </a:lvl4pPr>
            <a:lvl5pPr marL="1370320" indent="0">
              <a:buNone/>
              <a:defRPr sz="749"/>
            </a:lvl5pPr>
            <a:lvl6pPr marL="1712900" indent="0">
              <a:buNone/>
              <a:defRPr sz="749"/>
            </a:lvl6pPr>
            <a:lvl7pPr marL="2055480" indent="0">
              <a:buNone/>
              <a:defRPr sz="749"/>
            </a:lvl7pPr>
            <a:lvl8pPr marL="2398060" indent="0">
              <a:buNone/>
              <a:defRPr sz="749"/>
            </a:lvl8pPr>
            <a:lvl9pPr marL="2740640" indent="0">
              <a:buNone/>
              <a:defRPr sz="749"/>
            </a:lvl9pPr>
          </a:lstStyle>
          <a:p>
            <a:pPr lvl="0"/>
            <a:r>
              <a:rPr lang="en-US" dirty="0"/>
              <a:t>Click to edit Master text styles</a:t>
            </a:r>
          </a:p>
        </p:txBody>
      </p:sp>
      <p:sp>
        <p:nvSpPr>
          <p:cNvPr id="7" name="Slide Number Placeholder 6">
            <a:extLst>
              <a:ext uri="{FF2B5EF4-FFF2-40B4-BE49-F238E27FC236}">
                <a16:creationId xmlns:a16="http://schemas.microsoft.com/office/drawing/2014/main" id="{13239C43-C799-06B9-9DA6-2A13F76DFE81}"/>
              </a:ext>
            </a:extLst>
          </p:cNvPr>
          <p:cNvSpPr>
            <a:spLocks noGrp="1"/>
          </p:cNvSpPr>
          <p:nvPr>
            <p:ph type="sldNum" sz="quarter" idx="12"/>
          </p:nvPr>
        </p:nvSpPr>
        <p:spPr/>
        <p:txBody>
          <a:bodyPr/>
          <a:lstStyle/>
          <a:p>
            <a:fld id="{64537577-822C-42C9-B1FE-62AC5F07B59D}" type="slidenum">
              <a:rPr lang="en-US" smtClean="0"/>
              <a:t>‹#›</a:t>
            </a:fld>
            <a:endParaRPr lang="en-US" dirty="0"/>
          </a:p>
        </p:txBody>
      </p:sp>
      <p:sp>
        <p:nvSpPr>
          <p:cNvPr id="8" name="Date Placeholder 3">
            <a:extLst>
              <a:ext uri="{FF2B5EF4-FFF2-40B4-BE49-F238E27FC236}">
                <a16:creationId xmlns:a16="http://schemas.microsoft.com/office/drawing/2014/main" id="{AC30F0F7-5189-B60C-4E22-4F57BE11F003}"/>
              </a:ext>
            </a:extLst>
          </p:cNvPr>
          <p:cNvSpPr>
            <a:spLocks noGrp="1"/>
          </p:cNvSpPr>
          <p:nvPr>
            <p:ph type="dt" sz="half" idx="10"/>
          </p:nvPr>
        </p:nvSpPr>
        <p:spPr>
          <a:xfrm>
            <a:off x="628650" y="4762849"/>
            <a:ext cx="4185398" cy="273590"/>
          </a:xfrm>
          <a:prstGeom prst="rect">
            <a:avLst/>
          </a:prstGeom>
        </p:spPr>
        <p:txBody>
          <a:bodyPr/>
          <a:lstStyle>
            <a:lvl1pPr>
              <a:defRPr sz="800">
                <a:solidFill>
                  <a:srgbClr val="6C7072"/>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endParaRPr lang="en-US" dirty="0"/>
          </a:p>
        </p:txBody>
      </p:sp>
      <p:sp>
        <p:nvSpPr>
          <p:cNvPr id="5" name="Google Shape;230;p20">
            <a:extLst>
              <a:ext uri="{FF2B5EF4-FFF2-40B4-BE49-F238E27FC236}">
                <a16:creationId xmlns:a16="http://schemas.microsoft.com/office/drawing/2014/main" id="{B557524F-D49B-C76A-D98C-E3593D8DD2F1}"/>
              </a:ext>
            </a:extLst>
          </p:cNvPr>
          <p:cNvSpPr/>
          <p:nvPr userDrawn="1"/>
        </p:nvSpPr>
        <p:spPr>
          <a:xfrm rot="5400000">
            <a:off x="279830" y="1750579"/>
            <a:ext cx="7602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9" name="Content Placeholder 8">
            <a:extLst>
              <a:ext uri="{FF2B5EF4-FFF2-40B4-BE49-F238E27FC236}">
                <a16:creationId xmlns:a16="http://schemas.microsoft.com/office/drawing/2014/main" id="{32F1034F-7981-1258-745B-2101426519B4}"/>
              </a:ext>
            </a:extLst>
          </p:cNvPr>
          <p:cNvSpPr>
            <a:spLocks noGrp="1"/>
          </p:cNvSpPr>
          <p:nvPr>
            <p:ph sz="quarter" idx="13"/>
          </p:nvPr>
        </p:nvSpPr>
        <p:spPr>
          <a:xfrm>
            <a:off x="3785347" y="752475"/>
            <a:ext cx="4668091" cy="36449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1929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FBD57-5C8B-4B5F-28AC-A9D9993C3633}"/>
              </a:ext>
            </a:extLst>
          </p:cNvPr>
          <p:cNvSpPr>
            <a:spLocks noGrp="1"/>
          </p:cNvSpPr>
          <p:nvPr>
            <p:ph type="ctrTitle"/>
          </p:nvPr>
        </p:nvSpPr>
        <p:spPr>
          <a:xfrm>
            <a:off x="682580" y="840993"/>
            <a:ext cx="7318420" cy="1397942"/>
          </a:xfrm>
        </p:spPr>
        <p:txBody>
          <a:bodyPr anchor="b">
            <a:normAutofit/>
          </a:bodyPr>
          <a:lstStyle>
            <a:lvl1pPr algn="l">
              <a:defRPr sz="4400"/>
            </a:lvl1pPr>
          </a:lstStyle>
          <a:p>
            <a:r>
              <a:rPr lang="en-US" dirty="0"/>
              <a:t>Click to edit Master title style</a:t>
            </a:r>
          </a:p>
        </p:txBody>
      </p:sp>
      <p:sp>
        <p:nvSpPr>
          <p:cNvPr id="3" name="Subtitle 2">
            <a:extLst>
              <a:ext uri="{FF2B5EF4-FFF2-40B4-BE49-F238E27FC236}">
                <a16:creationId xmlns:a16="http://schemas.microsoft.com/office/drawing/2014/main" id="{FE36F76B-7651-FDF8-344E-4DD8AB0A1A9C}"/>
              </a:ext>
            </a:extLst>
          </p:cNvPr>
          <p:cNvSpPr>
            <a:spLocks noGrp="1"/>
          </p:cNvSpPr>
          <p:nvPr>
            <p:ph type="subTitle" idx="1"/>
          </p:nvPr>
        </p:nvSpPr>
        <p:spPr>
          <a:xfrm>
            <a:off x="682580" y="2306171"/>
            <a:ext cx="7318420" cy="1633528"/>
          </a:xfrm>
        </p:spPr>
        <p:txBody>
          <a:bodyPr>
            <a:normAutofit/>
          </a:bodyPr>
          <a:lstStyle>
            <a:lvl1pPr marL="0" indent="0" algn="l">
              <a:buNone/>
              <a:defRPr sz="2800">
                <a:solidFill>
                  <a:srgbClr val="586169"/>
                </a:solidFill>
              </a:defRPr>
            </a:lvl1pPr>
            <a:lvl2pPr marL="342580" indent="0" algn="ctr">
              <a:buNone/>
              <a:defRPr sz="1499"/>
            </a:lvl2pPr>
            <a:lvl3pPr marL="685160" indent="0" algn="ctr">
              <a:buNone/>
              <a:defRPr sz="1349"/>
            </a:lvl3pPr>
            <a:lvl4pPr marL="1027740" indent="0" algn="ctr">
              <a:buNone/>
              <a:defRPr sz="1199"/>
            </a:lvl4pPr>
            <a:lvl5pPr marL="1370320" indent="0" algn="ctr">
              <a:buNone/>
              <a:defRPr sz="1199"/>
            </a:lvl5pPr>
            <a:lvl6pPr marL="1712900" indent="0" algn="ctr">
              <a:buNone/>
              <a:defRPr sz="1199"/>
            </a:lvl6pPr>
            <a:lvl7pPr marL="2055480" indent="0" algn="ctr">
              <a:buNone/>
              <a:defRPr sz="1199"/>
            </a:lvl7pPr>
            <a:lvl8pPr marL="2398060" indent="0" algn="ctr">
              <a:buNone/>
              <a:defRPr sz="1199"/>
            </a:lvl8pPr>
            <a:lvl9pPr marL="2740640" indent="0" algn="ctr">
              <a:buNone/>
              <a:defRPr sz="1199"/>
            </a:lvl9pPr>
          </a:lstStyle>
          <a:p>
            <a:r>
              <a:rPr lang="en-US" dirty="0"/>
              <a:t>Click to edit Master subtitle style</a:t>
            </a:r>
          </a:p>
        </p:txBody>
      </p:sp>
      <p:sp>
        <p:nvSpPr>
          <p:cNvPr id="6" name="Slide Number Placeholder 5">
            <a:extLst>
              <a:ext uri="{FF2B5EF4-FFF2-40B4-BE49-F238E27FC236}">
                <a16:creationId xmlns:a16="http://schemas.microsoft.com/office/drawing/2014/main" id="{B881CDD2-F96C-1334-02DA-CF6D908B1ADB}"/>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8" name="Google Shape;230;p20">
            <a:extLst>
              <a:ext uri="{FF2B5EF4-FFF2-40B4-BE49-F238E27FC236}">
                <a16:creationId xmlns:a16="http://schemas.microsoft.com/office/drawing/2014/main" id="{D71797A5-02F7-5055-CA1F-75A9AF94B589}"/>
              </a:ext>
            </a:extLst>
          </p:cNvPr>
          <p:cNvSpPr/>
          <p:nvPr userDrawn="1"/>
        </p:nvSpPr>
        <p:spPr>
          <a:xfrm rot="5400000">
            <a:off x="279830" y="1750579"/>
            <a:ext cx="7602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5" name="Footer Placeholder 6">
            <a:extLst>
              <a:ext uri="{FF2B5EF4-FFF2-40B4-BE49-F238E27FC236}">
                <a16:creationId xmlns:a16="http://schemas.microsoft.com/office/drawing/2014/main" id="{04428E15-5C5F-D7D8-73D1-15EC716FD308}"/>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27820610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EB498-E060-0735-18E5-DB0DB698EE31}"/>
              </a:ext>
            </a:extLst>
          </p:cNvPr>
          <p:cNvSpPr>
            <a:spLocks noGrp="1"/>
          </p:cNvSpPr>
          <p:nvPr>
            <p:ph type="title"/>
          </p:nvPr>
        </p:nvSpPr>
        <p:spPr>
          <a:xfrm>
            <a:off x="628649" y="584942"/>
            <a:ext cx="7886699" cy="57279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BDC45777-C83D-250B-69F6-100491C1BB6A}"/>
              </a:ext>
            </a:extLst>
          </p:cNvPr>
          <p:cNvSpPr>
            <a:spLocks noGrp="1"/>
          </p:cNvSpPr>
          <p:nvPr>
            <p:ph idx="1"/>
          </p:nvPr>
        </p:nvSpPr>
        <p:spPr>
          <a:xfrm>
            <a:off x="628650" y="1216369"/>
            <a:ext cx="7886700" cy="3325066"/>
          </a:xfrm>
        </p:spPr>
        <p:txBody>
          <a:bodyPr/>
          <a:lstStyle>
            <a:lvl2pPr marL="571500" indent="-22860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CCDBBB7A-14A3-FE2D-5516-E9543BAC81B0}"/>
              </a:ext>
            </a:extLst>
          </p:cNvPr>
          <p:cNvSpPr>
            <a:spLocks noGrp="1"/>
          </p:cNvSpPr>
          <p:nvPr>
            <p:ph type="sldNum" sz="quarter" idx="12"/>
          </p:nvPr>
        </p:nvSpPr>
        <p:spPr/>
        <p:txBody>
          <a:bodyPr/>
          <a:lstStyle>
            <a:lvl1pPr>
              <a:defRPr>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fld id="{64537577-822C-42C9-B1FE-62AC5F07B59D}" type="slidenum">
              <a:rPr lang="en-US" smtClean="0"/>
              <a:pPr/>
              <a:t>‹#›</a:t>
            </a:fld>
            <a:endParaRPr lang="en-US" dirty="0"/>
          </a:p>
        </p:txBody>
      </p:sp>
      <p:sp>
        <p:nvSpPr>
          <p:cNvPr id="4" name="Google Shape;138;p9">
            <a:extLst>
              <a:ext uri="{FF2B5EF4-FFF2-40B4-BE49-F238E27FC236}">
                <a16:creationId xmlns:a16="http://schemas.microsoft.com/office/drawing/2014/main" id="{554BAC3A-6458-8EB9-8C2A-E21A36ED286A}"/>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8" name="Footer Placeholder 6">
            <a:extLst>
              <a:ext uri="{FF2B5EF4-FFF2-40B4-BE49-F238E27FC236}">
                <a16:creationId xmlns:a16="http://schemas.microsoft.com/office/drawing/2014/main" id="{717CB0EC-ED7F-EC59-A549-E28B9C72F899}"/>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15141775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41F25-496E-8FB7-AC55-7F389601248E}"/>
              </a:ext>
            </a:extLst>
          </p:cNvPr>
          <p:cNvSpPr>
            <a:spLocks noGrp="1"/>
          </p:cNvSpPr>
          <p:nvPr>
            <p:ph type="title"/>
          </p:nvPr>
        </p:nvSpPr>
        <p:spPr>
          <a:xfrm>
            <a:off x="628650" y="591921"/>
            <a:ext cx="7921125" cy="49662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2E733F0E-E307-67CB-90D9-8C7E28E1C35D}"/>
              </a:ext>
            </a:extLst>
          </p:cNvPr>
          <p:cNvSpPr>
            <a:spLocks noGrp="1"/>
          </p:cNvSpPr>
          <p:nvPr>
            <p:ph sz="half" idx="1"/>
          </p:nvPr>
        </p:nvSpPr>
        <p:spPr>
          <a:xfrm>
            <a:off x="628650" y="1149214"/>
            <a:ext cx="3886200" cy="336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EBFBD7-C540-FEB6-389B-B746C232F921}"/>
              </a:ext>
            </a:extLst>
          </p:cNvPr>
          <p:cNvSpPr>
            <a:spLocks noGrp="1"/>
          </p:cNvSpPr>
          <p:nvPr>
            <p:ph sz="half" idx="2"/>
          </p:nvPr>
        </p:nvSpPr>
        <p:spPr>
          <a:xfrm>
            <a:off x="4629150" y="1149214"/>
            <a:ext cx="3886200" cy="336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FC7584C7-B9DD-DCA9-C73C-F41AFF8409DA}"/>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5" name="Google Shape;138;p9">
            <a:extLst>
              <a:ext uri="{FF2B5EF4-FFF2-40B4-BE49-F238E27FC236}">
                <a16:creationId xmlns:a16="http://schemas.microsoft.com/office/drawing/2014/main" id="{CE2721F1-28D7-991F-5E6A-BF6EB798AE50}"/>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6" name="Footer Placeholder 6">
            <a:extLst>
              <a:ext uri="{FF2B5EF4-FFF2-40B4-BE49-F238E27FC236}">
                <a16:creationId xmlns:a16="http://schemas.microsoft.com/office/drawing/2014/main" id="{A3BEE632-F49C-08B5-0252-FF6EB512F170}"/>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40889670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5E801-7CBF-19EF-2385-BDBDFDEB6793}"/>
              </a:ext>
            </a:extLst>
          </p:cNvPr>
          <p:cNvSpPr>
            <a:spLocks noGrp="1"/>
          </p:cNvSpPr>
          <p:nvPr>
            <p:ph type="title"/>
          </p:nvPr>
        </p:nvSpPr>
        <p:spPr>
          <a:xfrm>
            <a:off x="627460" y="589118"/>
            <a:ext cx="7922315" cy="496626"/>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06BAF-57F5-BDA6-72EB-972D8CC30708}"/>
              </a:ext>
            </a:extLst>
          </p:cNvPr>
          <p:cNvSpPr>
            <a:spLocks noGrp="1"/>
          </p:cNvSpPr>
          <p:nvPr>
            <p:ph type="body" idx="1"/>
          </p:nvPr>
        </p:nvSpPr>
        <p:spPr>
          <a:xfrm>
            <a:off x="627460" y="1146610"/>
            <a:ext cx="3868340" cy="617362"/>
          </a:xfrm>
        </p:spPr>
        <p:txBody>
          <a:bodyPr anchor="b">
            <a:noAutofit/>
          </a:bodyPr>
          <a:lstStyle>
            <a:lvl1pPr marL="0" indent="0" algn="ctr">
              <a:buNone/>
              <a:defRPr sz="2000" b="0">
                <a:solidFill>
                  <a:srgbClr val="586169"/>
                </a:solidFill>
                <a:latin typeface="+mj-lt"/>
                <a:ea typeface="Noto Sans Condensed" panose="020B0502040504020204" pitchFamily="34" charset="0"/>
                <a:cs typeface="Noto Sans Condensed" panose="020B0502040504020204" pitchFamily="34" charset="0"/>
              </a:defRPr>
            </a:lvl1pPr>
            <a:lvl2pPr marL="342580" indent="0">
              <a:buNone/>
              <a:defRPr sz="1499" b="1"/>
            </a:lvl2pPr>
            <a:lvl3pPr marL="685160" indent="0">
              <a:buNone/>
              <a:defRPr sz="1349" b="1"/>
            </a:lvl3pPr>
            <a:lvl4pPr marL="1027740" indent="0">
              <a:buNone/>
              <a:defRPr sz="1199" b="1"/>
            </a:lvl4pPr>
            <a:lvl5pPr marL="1370320" indent="0">
              <a:buNone/>
              <a:defRPr sz="1199" b="1"/>
            </a:lvl5pPr>
            <a:lvl6pPr marL="1712900" indent="0">
              <a:buNone/>
              <a:defRPr sz="1199" b="1"/>
            </a:lvl6pPr>
            <a:lvl7pPr marL="2055480" indent="0">
              <a:buNone/>
              <a:defRPr sz="1199" b="1"/>
            </a:lvl7pPr>
            <a:lvl8pPr marL="2398060" indent="0">
              <a:buNone/>
              <a:defRPr sz="1199" b="1"/>
            </a:lvl8pPr>
            <a:lvl9pPr marL="2740640" indent="0">
              <a:buNone/>
              <a:defRPr sz="1199"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FDD8B87-3F77-0AE4-2F64-80AD7EA7DC12}"/>
              </a:ext>
            </a:extLst>
          </p:cNvPr>
          <p:cNvSpPr>
            <a:spLocks noGrp="1"/>
          </p:cNvSpPr>
          <p:nvPr>
            <p:ph sz="half" idx="2"/>
          </p:nvPr>
        </p:nvSpPr>
        <p:spPr>
          <a:xfrm>
            <a:off x="627460" y="1763972"/>
            <a:ext cx="3868340" cy="2760883"/>
          </a:xfrm>
        </p:spPr>
        <p:txBody>
          <a:bodyPr/>
          <a:lstStyle>
            <a:lvl1pPr>
              <a:defRPr sz="1800"/>
            </a:lvl1pPr>
            <a:lvl2pPr>
              <a:defRPr sz="1600"/>
            </a:lvl2pPr>
            <a:lvl3pPr>
              <a:defRPr sz="1600"/>
            </a:lvl3pPr>
            <a:lvl4pPr>
              <a:defRPr sz="14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90C8C0E-F899-4D2C-660B-5FF26E5C2315}"/>
              </a:ext>
            </a:extLst>
          </p:cNvPr>
          <p:cNvSpPr>
            <a:spLocks noGrp="1"/>
          </p:cNvSpPr>
          <p:nvPr>
            <p:ph type="body" sz="quarter" idx="3"/>
          </p:nvPr>
        </p:nvSpPr>
        <p:spPr>
          <a:xfrm>
            <a:off x="4514255" y="1146610"/>
            <a:ext cx="3887391" cy="617362"/>
          </a:xfrm>
        </p:spPr>
        <p:txBody>
          <a:bodyPr anchor="b">
            <a:noAutofit/>
          </a:bodyPr>
          <a:lstStyle>
            <a:lvl1pPr marL="0" indent="0" algn="ctr">
              <a:buNone/>
              <a:defRPr sz="2000" b="0">
                <a:solidFill>
                  <a:srgbClr val="586169"/>
                </a:solidFill>
                <a:latin typeface="+mj-lt"/>
                <a:ea typeface="Noto Sans Condensed" panose="020B0502040504020204" pitchFamily="34" charset="0"/>
                <a:cs typeface="Noto Sans Condensed" panose="020B0502040504020204" pitchFamily="34" charset="0"/>
              </a:defRPr>
            </a:lvl1pPr>
            <a:lvl2pPr marL="342580" indent="0">
              <a:buNone/>
              <a:defRPr sz="1499" b="1"/>
            </a:lvl2pPr>
            <a:lvl3pPr marL="685160" indent="0">
              <a:buNone/>
              <a:defRPr sz="1349" b="1"/>
            </a:lvl3pPr>
            <a:lvl4pPr marL="1027740" indent="0">
              <a:buNone/>
              <a:defRPr sz="1199" b="1"/>
            </a:lvl4pPr>
            <a:lvl5pPr marL="1370320" indent="0">
              <a:buNone/>
              <a:defRPr sz="1199" b="1"/>
            </a:lvl5pPr>
            <a:lvl6pPr marL="1712900" indent="0">
              <a:buNone/>
              <a:defRPr sz="1199" b="1"/>
            </a:lvl6pPr>
            <a:lvl7pPr marL="2055480" indent="0">
              <a:buNone/>
              <a:defRPr sz="1199" b="1"/>
            </a:lvl7pPr>
            <a:lvl8pPr marL="2398060" indent="0">
              <a:buNone/>
              <a:defRPr sz="1199" b="1"/>
            </a:lvl8pPr>
            <a:lvl9pPr marL="2740640" indent="0">
              <a:buNone/>
              <a:defRPr sz="1199"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4CC6281D-0F62-7BB0-0D32-55593D34C5D9}"/>
              </a:ext>
            </a:extLst>
          </p:cNvPr>
          <p:cNvSpPr>
            <a:spLocks noGrp="1"/>
          </p:cNvSpPr>
          <p:nvPr>
            <p:ph sz="quarter" idx="4"/>
          </p:nvPr>
        </p:nvSpPr>
        <p:spPr>
          <a:xfrm>
            <a:off x="4514255" y="1763972"/>
            <a:ext cx="3887391" cy="2760883"/>
          </a:xfrm>
        </p:spPr>
        <p:txBody>
          <a:bodyPr/>
          <a:lstStyle>
            <a:lvl1pPr>
              <a:defRPr sz="1800"/>
            </a:lvl1pPr>
            <a:lvl2pPr>
              <a:defRPr sz="1600"/>
            </a:lvl2pPr>
            <a:lvl3pPr>
              <a:defRPr sz="1600"/>
            </a:lvl3pPr>
            <a:lvl4pPr>
              <a:defRPr sz="14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5FD9B665-E777-009A-52AA-49E8F565BB5B}"/>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7" name="Google Shape;138;p9">
            <a:extLst>
              <a:ext uri="{FF2B5EF4-FFF2-40B4-BE49-F238E27FC236}">
                <a16:creationId xmlns:a16="http://schemas.microsoft.com/office/drawing/2014/main" id="{643C68CC-38BB-EC6D-3E62-41E88722DAEC}"/>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8" name="Footer Placeholder 6">
            <a:extLst>
              <a:ext uri="{FF2B5EF4-FFF2-40B4-BE49-F238E27FC236}">
                <a16:creationId xmlns:a16="http://schemas.microsoft.com/office/drawing/2014/main" id="{08234280-C41C-DE8D-CE3F-D157ECAE66CF}"/>
              </a:ext>
            </a:extLst>
          </p:cNvPr>
          <p:cNvSpPr>
            <a:spLocks noGrp="1"/>
          </p:cNvSpPr>
          <p:nvPr>
            <p:ph type="ftr" sz="quarter" idx="1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34915808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0DC66-E0A2-7F55-EB53-533A8B6C83FE}"/>
              </a:ext>
            </a:extLst>
          </p:cNvPr>
          <p:cNvSpPr>
            <a:spLocks noGrp="1"/>
          </p:cNvSpPr>
          <p:nvPr>
            <p:ph type="title"/>
          </p:nvPr>
        </p:nvSpPr>
        <p:spPr>
          <a:xfrm>
            <a:off x="141194" y="0"/>
            <a:ext cx="7886700" cy="993252"/>
          </a:xfrm>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AEF202C2-7EFE-0924-CAE5-57059CA87430}"/>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3" name="Footer Placeholder 6">
            <a:extLst>
              <a:ext uri="{FF2B5EF4-FFF2-40B4-BE49-F238E27FC236}">
                <a16:creationId xmlns:a16="http://schemas.microsoft.com/office/drawing/2014/main" id="{59783566-1CF9-C15E-0F0A-C21EF9BC2EF9}"/>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42077760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73C8B8-889F-7FFE-FDF7-F1FBA95C0D68}"/>
              </a:ext>
            </a:extLst>
          </p:cNvPr>
          <p:cNvSpPr>
            <a:spLocks noGrp="1"/>
          </p:cNvSpPr>
          <p:nvPr>
            <p:ph type="sldNum" sz="quarter" idx="12"/>
          </p:nvPr>
        </p:nvSpPr>
        <p:spPr/>
        <p:txBody>
          <a:bodyPr/>
          <a:lstStyle>
            <a:lvl1pPr>
              <a:defRPr>
                <a:solidFill>
                  <a:schemeClr val="bg1">
                    <a:lumMod val="85000"/>
                  </a:schemeClr>
                </a:solidFill>
              </a:defRPr>
            </a:lvl1pPr>
          </a:lstStyle>
          <a:p>
            <a:fld id="{64537577-822C-42C9-B1FE-62AC5F07B59D}" type="slidenum">
              <a:rPr lang="en-US" smtClean="0"/>
              <a:pPr/>
              <a:t>‹#›</a:t>
            </a:fld>
            <a:endParaRPr lang="en-US" dirty="0"/>
          </a:p>
        </p:txBody>
      </p:sp>
      <p:sp>
        <p:nvSpPr>
          <p:cNvPr id="2" name="Footer Placeholder 6">
            <a:extLst>
              <a:ext uri="{FF2B5EF4-FFF2-40B4-BE49-F238E27FC236}">
                <a16:creationId xmlns:a16="http://schemas.microsoft.com/office/drawing/2014/main" id="{A8B8CD61-C7BC-09FD-E1FF-F3950BF1584A}"/>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20245582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ic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6ABF4-8313-754B-E9F8-F5BC953386C7}"/>
              </a:ext>
            </a:extLst>
          </p:cNvPr>
          <p:cNvSpPr>
            <a:spLocks noGrp="1"/>
          </p:cNvSpPr>
          <p:nvPr>
            <p:ph type="title"/>
          </p:nvPr>
        </p:nvSpPr>
        <p:spPr>
          <a:xfrm>
            <a:off x="682580" y="1550954"/>
            <a:ext cx="7886700" cy="602375"/>
          </a:xfrm>
        </p:spPr>
        <p:txBody>
          <a:bodyPr>
            <a:noAutofit/>
          </a:bodyPr>
          <a:lstStyle>
            <a:lvl1pPr algn="l">
              <a:defRPr sz="4400">
                <a:solidFill>
                  <a:srgbClr val="586169"/>
                </a:solidFill>
                <a:latin typeface="+mj-lt"/>
              </a:defRPr>
            </a:lvl1pPr>
          </a:lstStyle>
          <a:p>
            <a:r>
              <a:rPr lang="en-US" dirty="0"/>
              <a:t>Click to edit Master title style</a:t>
            </a:r>
          </a:p>
        </p:txBody>
      </p:sp>
      <p:sp>
        <p:nvSpPr>
          <p:cNvPr id="4" name="Google Shape;230;p20">
            <a:extLst>
              <a:ext uri="{FF2B5EF4-FFF2-40B4-BE49-F238E27FC236}">
                <a16:creationId xmlns:a16="http://schemas.microsoft.com/office/drawing/2014/main" id="{757C5F44-22F2-7208-5BB0-E5F13581B3AF}"/>
              </a:ext>
            </a:extLst>
          </p:cNvPr>
          <p:cNvSpPr/>
          <p:nvPr userDrawn="1"/>
        </p:nvSpPr>
        <p:spPr>
          <a:xfrm rot="5400000">
            <a:off x="279830" y="1750579"/>
            <a:ext cx="7602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5" name="Slide Number Placeholder 3">
            <a:extLst>
              <a:ext uri="{FF2B5EF4-FFF2-40B4-BE49-F238E27FC236}">
                <a16:creationId xmlns:a16="http://schemas.microsoft.com/office/drawing/2014/main" id="{57894FEE-28A4-FB53-A70B-FBB307673B19}"/>
              </a:ext>
            </a:extLst>
          </p:cNvPr>
          <p:cNvSpPr>
            <a:spLocks noGrp="1"/>
          </p:cNvSpPr>
          <p:nvPr>
            <p:ph type="sldNum" sz="quarter" idx="12"/>
          </p:nvPr>
        </p:nvSpPr>
        <p:spPr>
          <a:xfrm>
            <a:off x="6457950" y="4762849"/>
            <a:ext cx="2057400" cy="273590"/>
          </a:xfrm>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6" name="Footer Placeholder 6">
            <a:extLst>
              <a:ext uri="{FF2B5EF4-FFF2-40B4-BE49-F238E27FC236}">
                <a16:creationId xmlns:a16="http://schemas.microsoft.com/office/drawing/2014/main" id="{CE697EAA-7B89-F7BD-5B7E-3D46CFFBFD2B}"/>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22346525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and Cit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08C50-1C6F-52AE-5678-98EB5F266985}"/>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63050ADF-47A2-90B1-A686-38CE4DEE8933}"/>
              </a:ext>
            </a:extLst>
          </p:cNvPr>
          <p:cNvSpPr>
            <a:spLocks noGrp="1"/>
          </p:cNvSpPr>
          <p:nvPr>
            <p:ph type="sldNum" sz="quarter" idx="10"/>
          </p:nvPr>
        </p:nvSpPr>
        <p:spPr/>
        <p:txBody>
          <a:bodyPr/>
          <a:lstStyle>
            <a:lvl1pPr>
              <a:defRPr>
                <a:solidFill>
                  <a:schemeClr val="bg1">
                    <a:lumMod val="85000"/>
                  </a:schemeClr>
                </a:solidFill>
              </a:defRPr>
            </a:lvl1pPr>
          </a:lstStyle>
          <a:p>
            <a:fld id="{64537577-822C-42C9-B1FE-62AC5F07B59D}" type="slidenum">
              <a:rPr lang="en-US" smtClean="0"/>
              <a:pPr/>
              <a:t>‹#›</a:t>
            </a:fld>
            <a:endParaRPr lang="en-US" dirty="0"/>
          </a:p>
        </p:txBody>
      </p:sp>
      <p:sp>
        <p:nvSpPr>
          <p:cNvPr id="6" name="Picture Placeholder 5">
            <a:extLst>
              <a:ext uri="{FF2B5EF4-FFF2-40B4-BE49-F238E27FC236}">
                <a16:creationId xmlns:a16="http://schemas.microsoft.com/office/drawing/2014/main" id="{8374F4F7-8DB0-40E8-6E15-6BDF3D1E780D}"/>
              </a:ext>
            </a:extLst>
          </p:cNvPr>
          <p:cNvSpPr>
            <a:spLocks noGrp="1"/>
          </p:cNvSpPr>
          <p:nvPr>
            <p:ph type="pic" sz="quarter" idx="12"/>
          </p:nvPr>
        </p:nvSpPr>
        <p:spPr>
          <a:xfrm>
            <a:off x="628650" y="1358900"/>
            <a:ext cx="8002700" cy="3065463"/>
          </a:xfrm>
        </p:spPr>
        <p:txBody>
          <a:bodyPr/>
          <a:lstStyle/>
          <a:p>
            <a:endParaRPr lang="en-US" dirty="0"/>
          </a:p>
        </p:txBody>
      </p:sp>
      <p:sp>
        <p:nvSpPr>
          <p:cNvPr id="10" name="Text Placeholder 9">
            <a:extLst>
              <a:ext uri="{FF2B5EF4-FFF2-40B4-BE49-F238E27FC236}">
                <a16:creationId xmlns:a16="http://schemas.microsoft.com/office/drawing/2014/main" id="{ED18884B-15BB-117D-6488-38ECE9320718}"/>
              </a:ext>
            </a:extLst>
          </p:cNvPr>
          <p:cNvSpPr>
            <a:spLocks noGrp="1"/>
          </p:cNvSpPr>
          <p:nvPr>
            <p:ph type="body" sz="quarter" idx="13" hasCustomPrompt="1"/>
          </p:nvPr>
        </p:nvSpPr>
        <p:spPr>
          <a:xfrm>
            <a:off x="628650" y="4484688"/>
            <a:ext cx="8002700" cy="201612"/>
          </a:xfrm>
        </p:spPr>
        <p:txBody>
          <a:bodyPr>
            <a:normAutofit/>
          </a:bodyPr>
          <a:lstStyle>
            <a:lvl1pPr marL="0" indent="0" algn="ctr">
              <a:buNone/>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lvl="0"/>
            <a:r>
              <a:rPr lang="en-US" dirty="0"/>
              <a:t>Citation</a:t>
            </a:r>
          </a:p>
        </p:txBody>
      </p:sp>
      <p:sp>
        <p:nvSpPr>
          <p:cNvPr id="5" name="Footer Placeholder 6">
            <a:extLst>
              <a:ext uri="{FF2B5EF4-FFF2-40B4-BE49-F238E27FC236}">
                <a16:creationId xmlns:a16="http://schemas.microsoft.com/office/drawing/2014/main" id="{BF705B26-CC1D-A019-9217-3BC5766A5492}"/>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931713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image" Target="../media/image1.png"/><Relationship Id="rId4" Type="http://schemas.openxmlformats.org/officeDocument/2006/relationships/slideLayout" Target="../slideLayouts/slideLayout15.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30D9C-ED69-04DC-6777-0E1A290685AF}"/>
              </a:ext>
            </a:extLst>
          </p:cNvPr>
          <p:cNvSpPr>
            <a:spLocks noGrp="1"/>
          </p:cNvSpPr>
          <p:nvPr>
            <p:ph type="title"/>
          </p:nvPr>
        </p:nvSpPr>
        <p:spPr>
          <a:xfrm>
            <a:off x="628650" y="273591"/>
            <a:ext cx="7886700" cy="99325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054F26-3F7F-EE94-90E3-0BF96A46F3E1}"/>
              </a:ext>
            </a:extLst>
          </p:cNvPr>
          <p:cNvSpPr>
            <a:spLocks noGrp="1"/>
          </p:cNvSpPr>
          <p:nvPr>
            <p:ph type="body" idx="1"/>
          </p:nvPr>
        </p:nvSpPr>
        <p:spPr>
          <a:xfrm>
            <a:off x="628650" y="1367951"/>
            <a:ext cx="7886700" cy="290425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E6BE0285-3B44-EF97-28EA-1501C6405FB8}"/>
              </a:ext>
            </a:extLst>
          </p:cNvPr>
          <p:cNvSpPr>
            <a:spLocks noGrp="1"/>
          </p:cNvSpPr>
          <p:nvPr>
            <p:ph type="sldNum" sz="quarter" idx="4"/>
          </p:nvPr>
        </p:nvSpPr>
        <p:spPr>
          <a:xfrm>
            <a:off x="6457949" y="4762849"/>
            <a:ext cx="2173401" cy="273590"/>
          </a:xfrm>
          <a:prstGeom prst="rect">
            <a:avLst/>
          </a:prstGeom>
        </p:spPr>
        <p:txBody>
          <a:bodyPr vert="horz" lIns="91440" tIns="45720" rIns="91440" bIns="45720" rtlCol="0" anchor="ctr"/>
          <a:lstStyle>
            <a:lvl1pPr algn="r">
              <a:defRPr sz="800">
                <a:solidFill>
                  <a:schemeClr val="bg1">
                    <a:lumMod val="85000"/>
                  </a:schemeClr>
                </a:solidFill>
                <a:latin typeface="+mn-lt"/>
              </a:defRPr>
            </a:lvl1p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prstClr val="white">
                  <a:lumMod val="85000"/>
                </a:prstClr>
              </a:solidFill>
              <a:effectLst/>
              <a:uLnTx/>
              <a:uFillTx/>
              <a:latin typeface="Noto Sans"/>
              <a:ea typeface="+mn-ea"/>
              <a:cs typeface="+mn-cs"/>
            </a:endParaRPr>
          </a:p>
        </p:txBody>
      </p:sp>
      <p:pic>
        <p:nvPicPr>
          <p:cNvPr id="4" name="Google Shape;139;p9">
            <a:extLst>
              <a:ext uri="{FF2B5EF4-FFF2-40B4-BE49-F238E27FC236}">
                <a16:creationId xmlns:a16="http://schemas.microsoft.com/office/drawing/2014/main" id="{83DC1A23-2A71-97EE-22B0-923C06AFC881}"/>
              </a:ext>
            </a:extLst>
          </p:cNvPr>
          <p:cNvPicPr preferRelativeResize="0"/>
          <p:nvPr userDrawn="1"/>
        </p:nvPicPr>
        <p:blipFill rotWithShape="1">
          <a:blip r:embed="rId13" cstate="hqprint">
            <a:alphaModFix/>
            <a:extLst>
              <a:ext uri="{28A0092B-C50C-407E-A947-70E740481C1C}">
                <a14:useLocalDpi xmlns:a14="http://schemas.microsoft.com/office/drawing/2010/main"/>
              </a:ext>
            </a:extLst>
          </a:blip>
          <a:srcRect t="-79132" b="-79132"/>
          <a:stretch/>
        </p:blipFill>
        <p:spPr>
          <a:xfrm>
            <a:off x="7803060" y="74469"/>
            <a:ext cx="883274" cy="883275"/>
          </a:xfrm>
          <a:prstGeom prst="rect">
            <a:avLst/>
          </a:prstGeom>
          <a:noFill/>
          <a:ln>
            <a:noFill/>
          </a:ln>
        </p:spPr>
      </p:pic>
      <p:sp>
        <p:nvSpPr>
          <p:cNvPr id="7" name="Footer Placeholder 6">
            <a:extLst>
              <a:ext uri="{FF2B5EF4-FFF2-40B4-BE49-F238E27FC236}">
                <a16:creationId xmlns:a16="http://schemas.microsoft.com/office/drawing/2014/main" id="{9E30C74C-2574-AABC-AFDB-80246E498262}"/>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29231070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69" r:id="rId9"/>
    <p:sldLayoutId id="2147483670" r:id="rId10"/>
    <p:sldLayoutId id="2147483681" r:id="rId11"/>
  </p:sldLayoutIdLst>
  <p:hf hdr="0" dt="0"/>
  <p:txStyles>
    <p:titleStyle>
      <a:lvl1pPr algn="l" defTabSz="685160" rtl="0" eaLnBrk="1" latinLnBrk="0" hangingPunct="1">
        <a:lnSpc>
          <a:spcPct val="90000"/>
        </a:lnSpc>
        <a:spcBef>
          <a:spcPct val="0"/>
        </a:spcBef>
        <a:buNone/>
        <a:defRPr sz="3600" kern="1200">
          <a:solidFill>
            <a:srgbClr val="404448"/>
          </a:solidFill>
          <a:latin typeface="+mj-lt"/>
          <a:ea typeface="+mj-ea"/>
          <a:cs typeface="+mj-cs"/>
        </a:defRPr>
      </a:lvl1pPr>
    </p:titleStyle>
    <p:bodyStyle>
      <a:lvl1pPr marL="171290" indent="-171290" algn="l" defTabSz="685160" rtl="0" eaLnBrk="1" latinLnBrk="0" hangingPunct="1">
        <a:lnSpc>
          <a:spcPct val="90000"/>
        </a:lnSpc>
        <a:spcBef>
          <a:spcPts val="749"/>
        </a:spcBef>
        <a:buFont typeface="Arial" panose="020B0604020202020204" pitchFamily="34" charset="0"/>
        <a:buChar char="•"/>
        <a:defRPr sz="2400" kern="1200">
          <a:solidFill>
            <a:srgbClr val="404448"/>
          </a:solidFill>
          <a:latin typeface="+mn-lt"/>
          <a:ea typeface="+mn-ea"/>
          <a:cs typeface="+mn-cs"/>
        </a:defRPr>
      </a:lvl1pPr>
      <a:lvl2pPr marL="513870" indent="-171290" algn="l" defTabSz="685160" rtl="0" eaLnBrk="1" latinLnBrk="0" hangingPunct="1">
        <a:lnSpc>
          <a:spcPct val="90000"/>
        </a:lnSpc>
        <a:spcBef>
          <a:spcPts val="375"/>
        </a:spcBef>
        <a:buFont typeface="Courier New" panose="02070309020205020404" pitchFamily="49" charset="0"/>
        <a:buChar char="o"/>
        <a:defRPr sz="2000" kern="1200">
          <a:solidFill>
            <a:srgbClr val="404448"/>
          </a:solidFill>
          <a:latin typeface="+mn-lt"/>
          <a:ea typeface="+mn-ea"/>
          <a:cs typeface="+mn-cs"/>
        </a:defRPr>
      </a:lvl2pPr>
      <a:lvl3pPr marL="856450" indent="-171290" algn="l" defTabSz="685160" rtl="0" eaLnBrk="1" latinLnBrk="0" hangingPunct="1">
        <a:lnSpc>
          <a:spcPct val="90000"/>
        </a:lnSpc>
        <a:spcBef>
          <a:spcPts val="375"/>
        </a:spcBef>
        <a:buFont typeface="Wingdings" panose="05000000000000000000" pitchFamily="2" charset="2"/>
        <a:buChar char="§"/>
        <a:defRPr sz="1800" kern="1200">
          <a:solidFill>
            <a:srgbClr val="404448"/>
          </a:solidFill>
          <a:latin typeface="+mn-lt"/>
          <a:ea typeface="+mn-ea"/>
          <a:cs typeface="+mn-cs"/>
        </a:defRPr>
      </a:lvl3pPr>
      <a:lvl4pPr marL="1199030" indent="-171290" algn="l" defTabSz="685160" rtl="0" eaLnBrk="1" latinLnBrk="0" hangingPunct="1">
        <a:lnSpc>
          <a:spcPct val="90000"/>
        </a:lnSpc>
        <a:spcBef>
          <a:spcPts val="375"/>
        </a:spcBef>
        <a:buFont typeface="Arial" panose="020B0604020202020204" pitchFamily="34" charset="0"/>
        <a:buChar char="•"/>
        <a:defRPr sz="1600" kern="1200">
          <a:solidFill>
            <a:srgbClr val="404448"/>
          </a:solidFill>
          <a:latin typeface="+mn-lt"/>
          <a:ea typeface="+mn-ea"/>
          <a:cs typeface="+mn-cs"/>
        </a:defRPr>
      </a:lvl4pPr>
      <a:lvl5pPr marL="1541610" indent="-171290" algn="l" defTabSz="685160" rtl="0" eaLnBrk="1" latinLnBrk="0" hangingPunct="1">
        <a:lnSpc>
          <a:spcPct val="90000"/>
        </a:lnSpc>
        <a:spcBef>
          <a:spcPts val="375"/>
        </a:spcBef>
        <a:buFont typeface="Courier New" panose="02070309020205020404" pitchFamily="49" charset="0"/>
        <a:buChar char="o"/>
        <a:defRPr sz="1400" kern="1200">
          <a:solidFill>
            <a:srgbClr val="404448"/>
          </a:solidFill>
          <a:latin typeface="+mn-lt"/>
          <a:ea typeface="+mn-ea"/>
          <a:cs typeface="+mn-cs"/>
        </a:defRPr>
      </a:lvl5pPr>
      <a:lvl6pPr marL="188419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6pPr>
      <a:lvl7pPr marL="222677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7pPr>
      <a:lvl8pPr marL="256935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8pPr>
      <a:lvl9pPr marL="291193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9pPr>
    </p:bodyStyle>
    <p:otherStyle>
      <a:defPPr>
        <a:defRPr lang="en-US"/>
      </a:defPPr>
      <a:lvl1pPr marL="0" algn="l" defTabSz="685160" rtl="0" eaLnBrk="1" latinLnBrk="0" hangingPunct="1">
        <a:defRPr sz="1349" kern="1200">
          <a:solidFill>
            <a:schemeClr val="tx1"/>
          </a:solidFill>
          <a:latin typeface="+mn-lt"/>
          <a:ea typeface="+mn-ea"/>
          <a:cs typeface="+mn-cs"/>
        </a:defRPr>
      </a:lvl1pPr>
      <a:lvl2pPr marL="342580" algn="l" defTabSz="685160" rtl="0" eaLnBrk="1" latinLnBrk="0" hangingPunct="1">
        <a:defRPr sz="1349" kern="1200">
          <a:solidFill>
            <a:schemeClr val="tx1"/>
          </a:solidFill>
          <a:latin typeface="+mn-lt"/>
          <a:ea typeface="+mn-ea"/>
          <a:cs typeface="+mn-cs"/>
        </a:defRPr>
      </a:lvl2pPr>
      <a:lvl3pPr marL="685160" algn="l" defTabSz="685160" rtl="0" eaLnBrk="1" latinLnBrk="0" hangingPunct="1">
        <a:defRPr sz="1349" kern="1200">
          <a:solidFill>
            <a:schemeClr val="tx1"/>
          </a:solidFill>
          <a:latin typeface="+mn-lt"/>
          <a:ea typeface="+mn-ea"/>
          <a:cs typeface="+mn-cs"/>
        </a:defRPr>
      </a:lvl3pPr>
      <a:lvl4pPr marL="1027740" algn="l" defTabSz="685160" rtl="0" eaLnBrk="1" latinLnBrk="0" hangingPunct="1">
        <a:defRPr sz="1349" kern="1200">
          <a:solidFill>
            <a:schemeClr val="tx1"/>
          </a:solidFill>
          <a:latin typeface="+mn-lt"/>
          <a:ea typeface="+mn-ea"/>
          <a:cs typeface="+mn-cs"/>
        </a:defRPr>
      </a:lvl4pPr>
      <a:lvl5pPr marL="1370320" algn="l" defTabSz="685160" rtl="0" eaLnBrk="1" latinLnBrk="0" hangingPunct="1">
        <a:defRPr sz="1349" kern="1200">
          <a:solidFill>
            <a:schemeClr val="tx1"/>
          </a:solidFill>
          <a:latin typeface="+mn-lt"/>
          <a:ea typeface="+mn-ea"/>
          <a:cs typeface="+mn-cs"/>
        </a:defRPr>
      </a:lvl5pPr>
      <a:lvl6pPr marL="1712900" algn="l" defTabSz="685160" rtl="0" eaLnBrk="1" latinLnBrk="0" hangingPunct="1">
        <a:defRPr sz="1349" kern="1200">
          <a:solidFill>
            <a:schemeClr val="tx1"/>
          </a:solidFill>
          <a:latin typeface="+mn-lt"/>
          <a:ea typeface="+mn-ea"/>
          <a:cs typeface="+mn-cs"/>
        </a:defRPr>
      </a:lvl6pPr>
      <a:lvl7pPr marL="2055480" algn="l" defTabSz="685160" rtl="0" eaLnBrk="1" latinLnBrk="0" hangingPunct="1">
        <a:defRPr sz="1349" kern="1200">
          <a:solidFill>
            <a:schemeClr val="tx1"/>
          </a:solidFill>
          <a:latin typeface="+mn-lt"/>
          <a:ea typeface="+mn-ea"/>
          <a:cs typeface="+mn-cs"/>
        </a:defRPr>
      </a:lvl7pPr>
      <a:lvl8pPr marL="2398060" algn="l" defTabSz="685160" rtl="0" eaLnBrk="1" latinLnBrk="0" hangingPunct="1">
        <a:defRPr sz="1349" kern="1200">
          <a:solidFill>
            <a:schemeClr val="tx1"/>
          </a:solidFill>
          <a:latin typeface="+mn-lt"/>
          <a:ea typeface="+mn-ea"/>
          <a:cs typeface="+mn-cs"/>
        </a:defRPr>
      </a:lvl8pPr>
      <a:lvl9pPr marL="2740640" algn="l" defTabSz="685160" rtl="0" eaLnBrk="1" latinLnBrk="0" hangingPunct="1">
        <a:defRPr sz="1349"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30D9C-ED69-04DC-6777-0E1A290685AF}"/>
              </a:ext>
            </a:extLst>
          </p:cNvPr>
          <p:cNvSpPr>
            <a:spLocks noGrp="1"/>
          </p:cNvSpPr>
          <p:nvPr>
            <p:ph type="title"/>
          </p:nvPr>
        </p:nvSpPr>
        <p:spPr>
          <a:xfrm>
            <a:off x="628650" y="273591"/>
            <a:ext cx="7886700" cy="99325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054F26-3F7F-EE94-90E3-0BF96A46F3E1}"/>
              </a:ext>
            </a:extLst>
          </p:cNvPr>
          <p:cNvSpPr>
            <a:spLocks noGrp="1"/>
          </p:cNvSpPr>
          <p:nvPr>
            <p:ph type="body" idx="1"/>
          </p:nvPr>
        </p:nvSpPr>
        <p:spPr>
          <a:xfrm>
            <a:off x="628650" y="1367951"/>
            <a:ext cx="7886700" cy="290425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E6BE0285-3B44-EF97-28EA-1501C6405FB8}"/>
              </a:ext>
            </a:extLst>
          </p:cNvPr>
          <p:cNvSpPr>
            <a:spLocks noGrp="1"/>
          </p:cNvSpPr>
          <p:nvPr>
            <p:ph type="sldNum" sz="quarter" idx="4"/>
          </p:nvPr>
        </p:nvSpPr>
        <p:spPr>
          <a:xfrm>
            <a:off x="6457949" y="4762849"/>
            <a:ext cx="2173401" cy="273590"/>
          </a:xfrm>
          <a:prstGeom prst="rect">
            <a:avLst/>
          </a:prstGeom>
        </p:spPr>
        <p:txBody>
          <a:bodyPr vert="horz" lIns="91440" tIns="45720" rIns="91440" bIns="45720" rtlCol="0" anchor="ctr"/>
          <a:lstStyle>
            <a:lvl1pPr algn="r">
              <a:defRPr sz="800">
                <a:solidFill>
                  <a:schemeClr val="bg1">
                    <a:lumMod val="85000"/>
                  </a:schemeClr>
                </a:solidFill>
                <a:latin typeface="+mn-lt"/>
              </a:defRPr>
            </a:lvl1pPr>
          </a:lstStyle>
          <a:p>
            <a:fld id="{64537577-822C-42C9-B1FE-62AC5F07B59D}" type="slidenum">
              <a:rPr lang="en-US" smtClean="0"/>
              <a:pPr/>
              <a:t>‹#›</a:t>
            </a:fld>
            <a:endParaRPr lang="en-US" dirty="0"/>
          </a:p>
        </p:txBody>
      </p:sp>
      <p:pic>
        <p:nvPicPr>
          <p:cNvPr id="4" name="Google Shape;139;p9">
            <a:extLst>
              <a:ext uri="{FF2B5EF4-FFF2-40B4-BE49-F238E27FC236}">
                <a16:creationId xmlns:a16="http://schemas.microsoft.com/office/drawing/2014/main" id="{83DC1A23-2A71-97EE-22B0-923C06AFC881}"/>
              </a:ext>
            </a:extLst>
          </p:cNvPr>
          <p:cNvPicPr preferRelativeResize="0"/>
          <p:nvPr userDrawn="1"/>
        </p:nvPicPr>
        <p:blipFill rotWithShape="1">
          <a:blip r:embed="rId10" cstate="hqprint">
            <a:alphaModFix/>
            <a:extLst>
              <a:ext uri="{28A0092B-C50C-407E-A947-70E740481C1C}">
                <a14:useLocalDpi xmlns:a14="http://schemas.microsoft.com/office/drawing/2010/main"/>
              </a:ext>
            </a:extLst>
          </a:blip>
          <a:srcRect t="-79132" b="-79132"/>
          <a:stretch/>
        </p:blipFill>
        <p:spPr>
          <a:xfrm>
            <a:off x="7803060" y="74469"/>
            <a:ext cx="883274" cy="883275"/>
          </a:xfrm>
          <a:prstGeom prst="rect">
            <a:avLst/>
          </a:prstGeom>
          <a:noFill/>
          <a:ln>
            <a:noFill/>
          </a:ln>
        </p:spPr>
      </p:pic>
      <p:sp>
        <p:nvSpPr>
          <p:cNvPr id="7" name="Footer Placeholder 6">
            <a:extLst>
              <a:ext uri="{FF2B5EF4-FFF2-40B4-BE49-F238E27FC236}">
                <a16:creationId xmlns:a16="http://schemas.microsoft.com/office/drawing/2014/main" id="{9E30C74C-2574-AABC-AFDB-80246E498262}"/>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2487010911"/>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Lst>
  <p:hf hdr="0" dt="0"/>
  <p:txStyles>
    <p:titleStyle>
      <a:lvl1pPr algn="l" defTabSz="685160" rtl="0" eaLnBrk="1" latinLnBrk="0" hangingPunct="1">
        <a:lnSpc>
          <a:spcPct val="90000"/>
        </a:lnSpc>
        <a:spcBef>
          <a:spcPct val="0"/>
        </a:spcBef>
        <a:buNone/>
        <a:defRPr sz="3600" kern="1200">
          <a:solidFill>
            <a:srgbClr val="404448"/>
          </a:solidFill>
          <a:latin typeface="+mj-lt"/>
          <a:ea typeface="+mj-ea"/>
          <a:cs typeface="+mj-cs"/>
        </a:defRPr>
      </a:lvl1pPr>
    </p:titleStyle>
    <p:bodyStyle>
      <a:lvl1pPr marL="171290" indent="-171290" algn="l" defTabSz="685160" rtl="0" eaLnBrk="1" latinLnBrk="0" hangingPunct="1">
        <a:lnSpc>
          <a:spcPct val="90000"/>
        </a:lnSpc>
        <a:spcBef>
          <a:spcPts val="749"/>
        </a:spcBef>
        <a:buFont typeface="Arial" panose="020B0604020202020204" pitchFamily="34" charset="0"/>
        <a:buChar char="•"/>
        <a:defRPr sz="2400" kern="1200">
          <a:solidFill>
            <a:srgbClr val="404448"/>
          </a:solidFill>
          <a:latin typeface="+mn-lt"/>
          <a:ea typeface="+mn-ea"/>
          <a:cs typeface="+mn-cs"/>
        </a:defRPr>
      </a:lvl1pPr>
      <a:lvl2pPr marL="513870" indent="-171290" algn="l" defTabSz="685160" rtl="0" eaLnBrk="1" latinLnBrk="0" hangingPunct="1">
        <a:lnSpc>
          <a:spcPct val="90000"/>
        </a:lnSpc>
        <a:spcBef>
          <a:spcPts val="375"/>
        </a:spcBef>
        <a:buFont typeface="Courier New" panose="02070309020205020404" pitchFamily="49" charset="0"/>
        <a:buChar char="o"/>
        <a:defRPr sz="2000" kern="1200">
          <a:solidFill>
            <a:srgbClr val="404448"/>
          </a:solidFill>
          <a:latin typeface="+mn-lt"/>
          <a:ea typeface="+mn-ea"/>
          <a:cs typeface="+mn-cs"/>
        </a:defRPr>
      </a:lvl2pPr>
      <a:lvl3pPr marL="856450" indent="-171290" algn="l" defTabSz="685160" rtl="0" eaLnBrk="1" latinLnBrk="0" hangingPunct="1">
        <a:lnSpc>
          <a:spcPct val="90000"/>
        </a:lnSpc>
        <a:spcBef>
          <a:spcPts val="375"/>
        </a:spcBef>
        <a:buFont typeface="Wingdings" panose="05000000000000000000" pitchFamily="2" charset="2"/>
        <a:buChar char="§"/>
        <a:defRPr sz="1800" kern="1200">
          <a:solidFill>
            <a:srgbClr val="404448"/>
          </a:solidFill>
          <a:latin typeface="+mn-lt"/>
          <a:ea typeface="+mn-ea"/>
          <a:cs typeface="+mn-cs"/>
        </a:defRPr>
      </a:lvl3pPr>
      <a:lvl4pPr marL="1199030" indent="-171290" algn="l" defTabSz="685160" rtl="0" eaLnBrk="1" latinLnBrk="0" hangingPunct="1">
        <a:lnSpc>
          <a:spcPct val="90000"/>
        </a:lnSpc>
        <a:spcBef>
          <a:spcPts val="375"/>
        </a:spcBef>
        <a:buFont typeface="Arial" panose="020B0604020202020204" pitchFamily="34" charset="0"/>
        <a:buChar char="•"/>
        <a:defRPr sz="1600" kern="1200">
          <a:solidFill>
            <a:srgbClr val="404448"/>
          </a:solidFill>
          <a:latin typeface="+mn-lt"/>
          <a:ea typeface="+mn-ea"/>
          <a:cs typeface="+mn-cs"/>
        </a:defRPr>
      </a:lvl4pPr>
      <a:lvl5pPr marL="1541610" indent="-171290" algn="l" defTabSz="685160" rtl="0" eaLnBrk="1" latinLnBrk="0" hangingPunct="1">
        <a:lnSpc>
          <a:spcPct val="90000"/>
        </a:lnSpc>
        <a:spcBef>
          <a:spcPts val="375"/>
        </a:spcBef>
        <a:buFont typeface="Courier New" panose="02070309020205020404" pitchFamily="49" charset="0"/>
        <a:buChar char="o"/>
        <a:defRPr sz="1400" kern="1200">
          <a:solidFill>
            <a:srgbClr val="404448"/>
          </a:solidFill>
          <a:latin typeface="+mn-lt"/>
          <a:ea typeface="+mn-ea"/>
          <a:cs typeface="+mn-cs"/>
        </a:defRPr>
      </a:lvl5pPr>
      <a:lvl6pPr marL="188419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6pPr>
      <a:lvl7pPr marL="222677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7pPr>
      <a:lvl8pPr marL="256935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8pPr>
      <a:lvl9pPr marL="291193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9pPr>
    </p:bodyStyle>
    <p:otherStyle>
      <a:defPPr>
        <a:defRPr lang="en-US"/>
      </a:defPPr>
      <a:lvl1pPr marL="0" algn="l" defTabSz="685160" rtl="0" eaLnBrk="1" latinLnBrk="0" hangingPunct="1">
        <a:defRPr sz="1349" kern="1200">
          <a:solidFill>
            <a:schemeClr val="tx1"/>
          </a:solidFill>
          <a:latin typeface="+mn-lt"/>
          <a:ea typeface="+mn-ea"/>
          <a:cs typeface="+mn-cs"/>
        </a:defRPr>
      </a:lvl1pPr>
      <a:lvl2pPr marL="342580" algn="l" defTabSz="685160" rtl="0" eaLnBrk="1" latinLnBrk="0" hangingPunct="1">
        <a:defRPr sz="1349" kern="1200">
          <a:solidFill>
            <a:schemeClr val="tx1"/>
          </a:solidFill>
          <a:latin typeface="+mn-lt"/>
          <a:ea typeface="+mn-ea"/>
          <a:cs typeface="+mn-cs"/>
        </a:defRPr>
      </a:lvl2pPr>
      <a:lvl3pPr marL="685160" algn="l" defTabSz="685160" rtl="0" eaLnBrk="1" latinLnBrk="0" hangingPunct="1">
        <a:defRPr sz="1349" kern="1200">
          <a:solidFill>
            <a:schemeClr val="tx1"/>
          </a:solidFill>
          <a:latin typeface="+mn-lt"/>
          <a:ea typeface="+mn-ea"/>
          <a:cs typeface="+mn-cs"/>
        </a:defRPr>
      </a:lvl3pPr>
      <a:lvl4pPr marL="1027740" algn="l" defTabSz="685160" rtl="0" eaLnBrk="1" latinLnBrk="0" hangingPunct="1">
        <a:defRPr sz="1349" kern="1200">
          <a:solidFill>
            <a:schemeClr val="tx1"/>
          </a:solidFill>
          <a:latin typeface="+mn-lt"/>
          <a:ea typeface="+mn-ea"/>
          <a:cs typeface="+mn-cs"/>
        </a:defRPr>
      </a:lvl4pPr>
      <a:lvl5pPr marL="1370320" algn="l" defTabSz="685160" rtl="0" eaLnBrk="1" latinLnBrk="0" hangingPunct="1">
        <a:defRPr sz="1349" kern="1200">
          <a:solidFill>
            <a:schemeClr val="tx1"/>
          </a:solidFill>
          <a:latin typeface="+mn-lt"/>
          <a:ea typeface="+mn-ea"/>
          <a:cs typeface="+mn-cs"/>
        </a:defRPr>
      </a:lvl5pPr>
      <a:lvl6pPr marL="1712900" algn="l" defTabSz="685160" rtl="0" eaLnBrk="1" latinLnBrk="0" hangingPunct="1">
        <a:defRPr sz="1349" kern="1200">
          <a:solidFill>
            <a:schemeClr val="tx1"/>
          </a:solidFill>
          <a:latin typeface="+mn-lt"/>
          <a:ea typeface="+mn-ea"/>
          <a:cs typeface="+mn-cs"/>
        </a:defRPr>
      </a:lvl6pPr>
      <a:lvl7pPr marL="2055480" algn="l" defTabSz="685160" rtl="0" eaLnBrk="1" latinLnBrk="0" hangingPunct="1">
        <a:defRPr sz="1349" kern="1200">
          <a:solidFill>
            <a:schemeClr val="tx1"/>
          </a:solidFill>
          <a:latin typeface="+mn-lt"/>
          <a:ea typeface="+mn-ea"/>
          <a:cs typeface="+mn-cs"/>
        </a:defRPr>
      </a:lvl7pPr>
      <a:lvl8pPr marL="2398060" algn="l" defTabSz="685160" rtl="0" eaLnBrk="1" latinLnBrk="0" hangingPunct="1">
        <a:defRPr sz="1349" kern="1200">
          <a:solidFill>
            <a:schemeClr val="tx1"/>
          </a:solidFill>
          <a:latin typeface="+mn-lt"/>
          <a:ea typeface="+mn-ea"/>
          <a:cs typeface="+mn-cs"/>
        </a:defRPr>
      </a:lvl8pPr>
      <a:lvl9pPr marL="2740640" algn="l" defTabSz="685160" rtl="0" eaLnBrk="1" latinLnBrk="0" hangingPunct="1">
        <a:defRPr sz="134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microsoft.com/office/2007/relationships/hdphoto" Target="../media/hdphoto1.wdp"/></Relationships>
</file>

<file path=ppt/slides/_rels/slide7.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 Id="rId9" Type="http://schemas.openxmlformats.org/officeDocument/2006/relationships/image" Target="../media/image10.svg"/></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 Id="rId9" Type="http://schemas.openxmlformats.org/officeDocument/2006/relationships/image" Target="../media/image10.svg"/></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 Id="rId9" Type="http://schemas.openxmlformats.org/officeDocument/2006/relationships/image" Target="../media/image10.svg"/></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 Id="rId9" Type="http://schemas.openxmlformats.org/officeDocument/2006/relationships/image" Target="../media/image10.svg"/></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 Id="rId9" Type="http://schemas.openxmlformats.org/officeDocument/2006/relationships/image" Target="../media/image10.sv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29.xml.rels><?xml version="1.0" encoding="UTF-8" standalone="yes"?>
<Relationships xmlns="http://schemas.openxmlformats.org/package/2006/relationships"><Relationship Id="rId8" Type="http://schemas.microsoft.com/office/2007/relationships/diagramDrawing" Target="../diagrams/drawing18.xml"/><Relationship Id="rId3" Type="http://schemas.openxmlformats.org/officeDocument/2006/relationships/image" Target="../media/image12.png"/><Relationship Id="rId7" Type="http://schemas.openxmlformats.org/officeDocument/2006/relationships/diagramColors" Target="../diagrams/colors18.xml"/><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diagramQuickStyle" Target="../diagrams/quickStyle18.xml"/><Relationship Id="rId5" Type="http://schemas.openxmlformats.org/officeDocument/2006/relationships/diagramLayout" Target="../diagrams/layout18.xml"/><Relationship Id="rId4" Type="http://schemas.openxmlformats.org/officeDocument/2006/relationships/diagramData" Target="../diagrams/data18.xml"/></Relationships>
</file>

<file path=ppt/slides/_rels/slide30.xml.rels><?xml version="1.0" encoding="UTF-8" standalone="yes"?>
<Relationships xmlns="http://schemas.openxmlformats.org/package/2006/relationships"><Relationship Id="rId8" Type="http://schemas.microsoft.com/office/2007/relationships/diagramDrawing" Target="../diagrams/drawing19.xml"/><Relationship Id="rId3" Type="http://schemas.openxmlformats.org/officeDocument/2006/relationships/image" Target="../media/image13.jpeg"/><Relationship Id="rId7" Type="http://schemas.openxmlformats.org/officeDocument/2006/relationships/diagramColors" Target="../diagrams/colors19.xml"/><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diagramQuickStyle" Target="../diagrams/quickStyle19.xml"/><Relationship Id="rId5" Type="http://schemas.openxmlformats.org/officeDocument/2006/relationships/diagramLayout" Target="../diagrams/layout19.xml"/><Relationship Id="rId4" Type="http://schemas.openxmlformats.org/officeDocument/2006/relationships/diagramData" Target="../diagrams/data1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4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noAutofit/>
          </a:bodyPr>
          <a:lstStyle/>
          <a:p>
            <a:r>
              <a:rPr lang="en-US" dirty="0"/>
              <a:t>Module 3</a:t>
            </a:r>
          </a:p>
        </p:txBody>
      </p:sp>
      <p:sp>
        <p:nvSpPr>
          <p:cNvPr id="9" name="Subtitle 8">
            <a:extLst>
              <a:ext uri="{FF2B5EF4-FFF2-40B4-BE49-F238E27FC236}">
                <a16:creationId xmlns:a16="http://schemas.microsoft.com/office/drawing/2014/main" id="{D63358E7-0213-9FB6-3B08-E3D4DDBCFFA3}"/>
              </a:ext>
            </a:extLst>
          </p:cNvPr>
          <p:cNvSpPr>
            <a:spLocks noGrp="1"/>
          </p:cNvSpPr>
          <p:nvPr>
            <p:ph type="subTitle" idx="1"/>
          </p:nvPr>
        </p:nvSpPr>
        <p:spPr>
          <a:xfrm>
            <a:off x="682580" y="2306171"/>
            <a:ext cx="7318420" cy="1633528"/>
          </a:xfrm>
        </p:spPr>
        <p:txBody>
          <a:bodyPr/>
          <a:lstStyle/>
          <a:p>
            <a:r>
              <a:rPr lang="en-US" dirty="0"/>
              <a:t>Configuring Interfaces and Switches</a:t>
            </a:r>
          </a:p>
        </p:txBody>
      </p:sp>
      <p:sp>
        <p:nvSpPr>
          <p:cNvPr id="3" name="Slide Number Placeholder 2">
            <a:extLst>
              <a:ext uri="{FF2B5EF4-FFF2-40B4-BE49-F238E27FC236}">
                <a16:creationId xmlns:a16="http://schemas.microsoft.com/office/drawing/2014/main" id="{4EE4FC4E-1DCB-B533-F1C1-96B29051486B}"/>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a:t>
            </a:fld>
            <a:endParaRPr lang="en-US" dirty="0"/>
          </a:p>
        </p:txBody>
      </p:sp>
      <p:sp>
        <p:nvSpPr>
          <p:cNvPr id="5" name="Footer Placeholder 4">
            <a:extLst>
              <a:ext uri="{FF2B5EF4-FFF2-40B4-BE49-F238E27FC236}">
                <a16:creationId xmlns:a16="http://schemas.microsoft.com/office/drawing/2014/main" id="{E9465C65-5F8E-2EB5-8668-3528D44FB10B}"/>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2847251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C18DF-222B-4060-1637-B7A41743E470}"/>
              </a:ext>
            </a:extLst>
          </p:cNvPr>
          <p:cNvSpPr>
            <a:spLocks noGrp="1" noChangeAspect="1"/>
          </p:cNvSpPr>
          <p:nvPr>
            <p:ph type="title"/>
          </p:nvPr>
        </p:nvSpPr>
        <p:spPr>
          <a:xfrm>
            <a:off x="628649" y="584942"/>
            <a:ext cx="7886699" cy="572790"/>
          </a:xfrm>
        </p:spPr>
        <p:txBody>
          <a:bodyPr>
            <a:normAutofit fontScale="90000"/>
          </a:bodyPr>
          <a:lstStyle/>
          <a:p>
            <a:r>
              <a:rPr lang="en-US" noProof="0" dirty="0"/>
              <a:t>Module Objectives</a:t>
            </a:r>
            <a:endParaRPr lang="en-US" dirty="0"/>
          </a:p>
        </p:txBody>
      </p:sp>
      <p:sp>
        <p:nvSpPr>
          <p:cNvPr id="3" name="Text Placeholder 2">
            <a:extLst>
              <a:ext uri="{FF2B5EF4-FFF2-40B4-BE49-F238E27FC236}">
                <a16:creationId xmlns:a16="http://schemas.microsoft.com/office/drawing/2014/main" id="{ED85CB01-734E-D1AF-CC68-1737ADEF8EEB}"/>
              </a:ext>
            </a:extLst>
          </p:cNvPr>
          <p:cNvSpPr>
            <a:spLocks noGrp="1" noChangeAspect="1"/>
          </p:cNvSpPr>
          <p:nvPr>
            <p:ph idx="1"/>
          </p:nvPr>
        </p:nvSpPr>
        <p:spPr>
          <a:xfrm>
            <a:off x="628650" y="1216369"/>
            <a:ext cx="7886700" cy="3325066"/>
          </a:xfrm>
        </p:spPr>
        <p:txBody>
          <a:bodyPr>
            <a:noAutofit/>
          </a:bodyPr>
          <a:lstStyle/>
          <a:p>
            <a:r>
              <a:rPr lang="en-US" dirty="0"/>
              <a:t>Deploy networking devices.</a:t>
            </a:r>
            <a:endParaRPr lang="en-US" noProof="0" dirty="0"/>
          </a:p>
          <a:p>
            <a:r>
              <a:rPr lang="en-US" dirty="0"/>
              <a:t>Explain network interfaces.</a:t>
            </a:r>
          </a:p>
          <a:p>
            <a:r>
              <a:rPr lang="en-US" dirty="0"/>
              <a:t>Deploy common Ethernet switching features.</a:t>
            </a:r>
          </a:p>
          <a:p>
            <a:r>
              <a:rPr lang="en-US" noProof="0" dirty="0"/>
              <a:t>Tr</a:t>
            </a:r>
            <a:r>
              <a:rPr lang="en-US" dirty="0"/>
              <a:t>oubleshoot transceiver switching issues.</a:t>
            </a:r>
            <a:endParaRPr lang="en-US" noProof="0" dirty="0"/>
          </a:p>
        </p:txBody>
      </p:sp>
      <p:sp>
        <p:nvSpPr>
          <p:cNvPr id="5" name="Slide Number Placeholder 4">
            <a:extLst>
              <a:ext uri="{FF2B5EF4-FFF2-40B4-BE49-F238E27FC236}">
                <a16:creationId xmlns:a16="http://schemas.microsoft.com/office/drawing/2014/main" id="{F5D6CF46-9415-00CB-8317-5C9C543ED9F6}"/>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a:t>
            </a:fld>
            <a:endParaRPr lang="en-US" dirty="0"/>
          </a:p>
        </p:txBody>
      </p:sp>
      <p:sp>
        <p:nvSpPr>
          <p:cNvPr id="6" name="Footer Placeholder 5">
            <a:extLst>
              <a:ext uri="{FF2B5EF4-FFF2-40B4-BE49-F238E27FC236}">
                <a16:creationId xmlns:a16="http://schemas.microsoft.com/office/drawing/2014/main" id="{A22F1960-3857-791A-4863-686E461136CF}"/>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456784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3.1</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Network Interfaces</a:t>
            </a:r>
          </a:p>
        </p:txBody>
      </p:sp>
      <p:sp>
        <p:nvSpPr>
          <p:cNvPr id="5" name="Slide Number Placeholder 4">
            <a:extLst>
              <a:ext uri="{FF2B5EF4-FFF2-40B4-BE49-F238E27FC236}">
                <a16:creationId xmlns:a16="http://schemas.microsoft.com/office/drawing/2014/main" id="{437D289C-5F92-984F-E943-3CCFFF98292D}"/>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a:t>
            </a:fld>
            <a:endParaRPr lang="en-US" dirty="0"/>
          </a:p>
        </p:txBody>
      </p:sp>
      <p:sp>
        <p:nvSpPr>
          <p:cNvPr id="6" name="Footer Placeholder 5">
            <a:extLst>
              <a:ext uri="{FF2B5EF4-FFF2-40B4-BE49-F238E27FC236}">
                <a16:creationId xmlns:a16="http://schemas.microsoft.com/office/drawing/2014/main" id="{85F15A4A-13D7-734D-EA28-2F4FFBFF7459}"/>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3015136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1111A-2967-33F7-CF34-CC01CD8B011E}"/>
            </a:ext>
          </a:extLst>
        </p:cNvPr>
        <p:cNvGrpSpPr/>
        <p:nvPr/>
      </p:nvGrpSpPr>
      <p:grpSpPr>
        <a:xfrm>
          <a:off x="0" y="0"/>
          <a:ext cx="0" cy="0"/>
          <a:chOff x="0" y="0"/>
          <a:chExt cx="0" cy="0"/>
        </a:xfrm>
      </p:grpSpPr>
      <p:pic>
        <p:nvPicPr>
          <p:cNvPr id="7" name="Content Placeholder 10" descr="A person scratching her head&#10;&#10;Description automatically generated">
            <a:extLst>
              <a:ext uri="{FF2B5EF4-FFF2-40B4-BE49-F238E27FC236}">
                <a16:creationId xmlns:a16="http://schemas.microsoft.com/office/drawing/2014/main" id="{E497992C-61BC-EDEA-B4E8-9959B77E80B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2964727" y="2182462"/>
            <a:ext cx="3214541" cy="2181306"/>
          </a:xfrm>
          <a:prstGeom prst="rect">
            <a:avLst/>
          </a:prstGeom>
          <a:noFill/>
        </p:spPr>
      </p:pic>
      <p:sp>
        <p:nvSpPr>
          <p:cNvPr id="2" name="Title 1">
            <a:extLst>
              <a:ext uri="{FF2B5EF4-FFF2-40B4-BE49-F238E27FC236}">
                <a16:creationId xmlns:a16="http://schemas.microsoft.com/office/drawing/2014/main" id="{3425D250-0432-F944-CEA5-9F79F4234BF9}"/>
              </a:ext>
            </a:extLst>
          </p:cNvPr>
          <p:cNvSpPr>
            <a:spLocks noGrp="1" noChangeAspect="1"/>
          </p:cNvSpPr>
          <p:nvPr>
            <p:ph type="title"/>
          </p:nvPr>
        </p:nvSpPr>
        <p:spPr/>
        <p:txBody>
          <a:bodyPr anchor="ctr">
            <a:normAutofit fontScale="90000"/>
          </a:bodyPr>
          <a:lstStyle/>
          <a:p>
            <a:r>
              <a:rPr lang="en-US" dirty="0"/>
              <a:t>Think About It: Network Interfaces</a:t>
            </a:r>
          </a:p>
        </p:txBody>
      </p:sp>
      <p:sp>
        <p:nvSpPr>
          <p:cNvPr id="3" name="Slide Number Placeholder 2">
            <a:extLst>
              <a:ext uri="{FF2B5EF4-FFF2-40B4-BE49-F238E27FC236}">
                <a16:creationId xmlns:a16="http://schemas.microsoft.com/office/drawing/2014/main" id="{99AC5F7D-7E4C-4983-4A52-44B44E3E242D}"/>
              </a:ext>
            </a:extLst>
          </p:cNvPr>
          <p:cNvSpPr>
            <a:spLocks noGrp="1"/>
          </p:cNvSpPr>
          <p:nvPr>
            <p:ph type="sldNum" sz="quarter" idx="12"/>
          </p:nvPr>
        </p:nvSpPr>
        <p:spPr/>
        <p:txBody>
          <a:bodyPr/>
          <a:lstStyle/>
          <a:p>
            <a:fld id="{64537577-822C-42C9-B1FE-62AC5F07B59D}" type="slidenum">
              <a:rPr lang="en-US" smtClean="0"/>
              <a:pPr/>
              <a:t>4</a:t>
            </a:fld>
            <a:endParaRPr lang="en-US" dirty="0"/>
          </a:p>
        </p:txBody>
      </p:sp>
      <p:sp>
        <p:nvSpPr>
          <p:cNvPr id="5" name="Footer Placeholder 4">
            <a:extLst>
              <a:ext uri="{FF2B5EF4-FFF2-40B4-BE49-F238E27FC236}">
                <a16:creationId xmlns:a16="http://schemas.microsoft.com/office/drawing/2014/main" id="{66F5DEDB-C7DF-16D3-7A30-474B7FEB15B7}"/>
              </a:ext>
            </a:extLst>
          </p:cNvPr>
          <p:cNvSpPr>
            <a:spLocks noGrp="1"/>
          </p:cNvSpPr>
          <p:nvPr>
            <p:ph type="ftr" sz="quarter" idx="3"/>
          </p:nvPr>
        </p:nvSpPr>
        <p:spPr/>
        <p:txBody>
          <a:bodyPr/>
          <a:lstStyle/>
          <a:p>
            <a:pPr lvl="0"/>
            <a:r>
              <a:rPr lang="en-US" noProof="0"/>
              <a:t>​Copyright © 2025 CompTIA, Inc. All Rights Reserved. </a:t>
            </a:r>
            <a:endParaRPr lang="en-US" noProof="0" dirty="0"/>
          </a:p>
        </p:txBody>
      </p:sp>
      <p:sp>
        <p:nvSpPr>
          <p:cNvPr id="6" name="Content Placeholder 5">
            <a:extLst>
              <a:ext uri="{FF2B5EF4-FFF2-40B4-BE49-F238E27FC236}">
                <a16:creationId xmlns:a16="http://schemas.microsoft.com/office/drawing/2014/main" id="{B71B5F49-FEDB-0375-5255-5A27094313E7}"/>
              </a:ext>
            </a:extLst>
          </p:cNvPr>
          <p:cNvSpPr>
            <a:spLocks noGrp="1"/>
          </p:cNvSpPr>
          <p:nvPr>
            <p:ph idx="1"/>
          </p:nvPr>
        </p:nvSpPr>
        <p:spPr/>
        <p:txBody>
          <a:bodyPr/>
          <a:lstStyle/>
          <a:p>
            <a:r>
              <a:rPr lang="en-US" dirty="0"/>
              <a:t>What is a network interface?</a:t>
            </a:r>
          </a:p>
        </p:txBody>
      </p:sp>
    </p:spTree>
    <p:extLst>
      <p:ext uri="{BB962C8B-B14F-4D97-AF65-F5344CB8AC3E}">
        <p14:creationId xmlns:p14="http://schemas.microsoft.com/office/powerpoint/2010/main" val="3347326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11E6A-3522-CE8D-4C55-2BA865832759}"/>
              </a:ext>
            </a:extLst>
          </p:cNvPr>
          <p:cNvSpPr>
            <a:spLocks noGrp="1"/>
          </p:cNvSpPr>
          <p:nvPr>
            <p:ph type="title"/>
          </p:nvPr>
        </p:nvSpPr>
        <p:spPr/>
        <p:txBody>
          <a:bodyPr>
            <a:normAutofit fontScale="90000"/>
          </a:bodyPr>
          <a:lstStyle/>
          <a:p>
            <a:r>
              <a:rPr lang="en-US" dirty="0"/>
              <a:t>Network Interface Cards</a:t>
            </a:r>
          </a:p>
        </p:txBody>
      </p:sp>
      <p:sp>
        <p:nvSpPr>
          <p:cNvPr id="3" name="Slide Number Placeholder 2">
            <a:extLst>
              <a:ext uri="{FF2B5EF4-FFF2-40B4-BE49-F238E27FC236}">
                <a16:creationId xmlns:a16="http://schemas.microsoft.com/office/drawing/2014/main" id="{6605DB68-645C-30E2-67A4-5112A7C5D787}"/>
              </a:ext>
            </a:extLst>
          </p:cNvPr>
          <p:cNvSpPr>
            <a:spLocks noGrp="1"/>
          </p:cNvSpPr>
          <p:nvPr>
            <p:ph type="sldNum" sz="quarter" idx="12"/>
          </p:nvPr>
        </p:nvSpPr>
        <p:spPr/>
        <p:txBody>
          <a:bodyPr/>
          <a:lstStyle/>
          <a:p>
            <a:fld id="{64537577-822C-42C9-B1FE-62AC5F07B59D}" type="slidenum">
              <a:rPr lang="en-US" smtClean="0"/>
              <a:pPr/>
              <a:t>5</a:t>
            </a:fld>
            <a:endParaRPr lang="en-US" dirty="0"/>
          </a:p>
        </p:txBody>
      </p:sp>
      <p:sp>
        <p:nvSpPr>
          <p:cNvPr id="5" name="Footer Placeholder 4">
            <a:extLst>
              <a:ext uri="{FF2B5EF4-FFF2-40B4-BE49-F238E27FC236}">
                <a16:creationId xmlns:a16="http://schemas.microsoft.com/office/drawing/2014/main" id="{73ABCA92-BE9C-B3F5-C2D7-EBAECA3FBB32}"/>
              </a:ext>
            </a:extLst>
          </p:cNvPr>
          <p:cNvSpPr>
            <a:spLocks noGrp="1"/>
          </p:cNvSpPr>
          <p:nvPr>
            <p:ph type="ftr" sz="quarter" idx="3"/>
          </p:nvPr>
        </p:nvSpPr>
        <p:spPr/>
        <p:txBody>
          <a:bodyPr/>
          <a:lstStyle/>
          <a:p>
            <a:pPr lvl="0"/>
            <a:r>
              <a:rPr lang="en-US" noProof="0"/>
              <a:t>​Copyright © 2025 CompTIA, Inc. All Rights Reserved. </a:t>
            </a:r>
            <a:endParaRPr lang="en-US" noProof="0" dirty="0"/>
          </a:p>
        </p:txBody>
      </p:sp>
      <p:graphicFrame>
        <p:nvGraphicFramePr>
          <p:cNvPr id="9" name="Content Placeholder 8">
            <a:extLst>
              <a:ext uri="{FF2B5EF4-FFF2-40B4-BE49-F238E27FC236}">
                <a16:creationId xmlns:a16="http://schemas.microsoft.com/office/drawing/2014/main" id="{99AC71AD-8078-5CA4-4D57-98CE0703084D}"/>
              </a:ext>
            </a:extLst>
          </p:cNvPr>
          <p:cNvGraphicFramePr>
            <a:graphicFrameLocks noGrp="1"/>
          </p:cNvGraphicFramePr>
          <p:nvPr>
            <p:ph sz="half" idx="1"/>
            <p:extLst>
              <p:ext uri="{D42A27DB-BD31-4B8C-83A1-F6EECF244321}">
                <p14:modId xmlns:p14="http://schemas.microsoft.com/office/powerpoint/2010/main" val="259020241"/>
              </p:ext>
            </p:extLst>
          </p:nvPr>
        </p:nvGraphicFramePr>
        <p:xfrm>
          <a:off x="575440" y="1408446"/>
          <a:ext cx="6623523" cy="29721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Picture 2">
            <a:extLst>
              <a:ext uri="{FF2B5EF4-FFF2-40B4-BE49-F238E27FC236}">
                <a16:creationId xmlns:a16="http://schemas.microsoft.com/office/drawing/2014/main" id="{B063A04D-5EF9-E7E8-8F0D-F1495B4F63A2}"/>
              </a:ext>
              <a:ext uri="{C183D7F6-B498-43B3-948B-1728B52AA6E4}">
                <adec:decorative xmlns:adec="http://schemas.microsoft.com/office/drawing/2017/decorative" val="1"/>
              </a:ext>
            </a:extLst>
          </p:cNvPr>
          <p:cNvPicPr>
            <a:picLocks noGrp="1" noChangeAspect="1" noChangeArrowheads="1"/>
          </p:cNvPicPr>
          <p:nvPr>
            <p:ph sz="half" idx="2"/>
          </p:nvPr>
        </p:nvPicPr>
        <p:blipFill>
          <a:blip r:embed="rId8" cstate="screen">
            <a:extLst>
              <a:ext uri="{28A0092B-C50C-407E-A947-70E740481C1C}">
                <a14:useLocalDpi xmlns:a14="http://schemas.microsoft.com/office/drawing/2010/main"/>
              </a:ext>
            </a:extLst>
          </a:blip>
          <a:srcRect/>
          <a:stretch>
            <a:fillRect/>
          </a:stretch>
        </p:blipFill>
        <p:spPr bwMode="auto">
          <a:xfrm rot="1252605">
            <a:off x="5974659" y="2744354"/>
            <a:ext cx="2650602" cy="2650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5116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5A901-8234-BDD4-BBBF-8CF4CD7FBE41}"/>
              </a:ext>
            </a:extLst>
          </p:cNvPr>
          <p:cNvSpPr>
            <a:spLocks noGrp="1"/>
          </p:cNvSpPr>
          <p:nvPr>
            <p:ph type="title"/>
          </p:nvPr>
        </p:nvSpPr>
        <p:spPr/>
        <p:txBody>
          <a:bodyPr>
            <a:normAutofit fontScale="90000"/>
          </a:bodyPr>
          <a:lstStyle/>
          <a:p>
            <a:r>
              <a:rPr lang="en-US" dirty="0"/>
              <a:t>Symptoms of NIC Issues</a:t>
            </a:r>
          </a:p>
        </p:txBody>
      </p:sp>
      <p:sp>
        <p:nvSpPr>
          <p:cNvPr id="3" name="Slide Number Placeholder 2">
            <a:extLst>
              <a:ext uri="{FF2B5EF4-FFF2-40B4-BE49-F238E27FC236}">
                <a16:creationId xmlns:a16="http://schemas.microsoft.com/office/drawing/2014/main" id="{C6CA1619-683D-DB0C-FF75-7EFC2F4DF145}"/>
              </a:ext>
            </a:extLst>
          </p:cNvPr>
          <p:cNvSpPr>
            <a:spLocks noGrp="1"/>
          </p:cNvSpPr>
          <p:nvPr>
            <p:ph type="sldNum" sz="quarter" idx="12"/>
          </p:nvPr>
        </p:nvSpPr>
        <p:spPr/>
        <p:txBody>
          <a:bodyPr/>
          <a:lstStyle/>
          <a:p>
            <a:fld id="{64537577-822C-42C9-B1FE-62AC5F07B59D}" type="slidenum">
              <a:rPr lang="en-US" smtClean="0"/>
              <a:pPr/>
              <a:t>6</a:t>
            </a:fld>
            <a:endParaRPr lang="en-US" dirty="0"/>
          </a:p>
        </p:txBody>
      </p:sp>
      <p:sp>
        <p:nvSpPr>
          <p:cNvPr id="5" name="Footer Placeholder 4">
            <a:extLst>
              <a:ext uri="{FF2B5EF4-FFF2-40B4-BE49-F238E27FC236}">
                <a16:creationId xmlns:a16="http://schemas.microsoft.com/office/drawing/2014/main" id="{BCB2C247-F9CC-53CA-A958-EBEA44886CE7}"/>
              </a:ext>
            </a:extLst>
          </p:cNvPr>
          <p:cNvSpPr>
            <a:spLocks noGrp="1"/>
          </p:cNvSpPr>
          <p:nvPr>
            <p:ph type="ftr" sz="quarter" idx="3"/>
          </p:nvPr>
        </p:nvSpPr>
        <p:spPr/>
        <p:txBody>
          <a:bodyPr/>
          <a:lstStyle/>
          <a:p>
            <a:pPr lvl="0"/>
            <a:r>
              <a:rPr lang="en-US" noProof="0"/>
              <a:t>​Copyright © 2025 CompTIA, Inc. All Rights Reserved. </a:t>
            </a:r>
            <a:endParaRPr lang="en-US" noProof="0" dirty="0"/>
          </a:p>
        </p:txBody>
      </p:sp>
      <p:graphicFrame>
        <p:nvGraphicFramePr>
          <p:cNvPr id="8" name="Content Placeholder 7">
            <a:extLst>
              <a:ext uri="{FF2B5EF4-FFF2-40B4-BE49-F238E27FC236}">
                <a16:creationId xmlns:a16="http://schemas.microsoft.com/office/drawing/2014/main" id="{D0A25637-30BE-5982-C0E7-5F877D1BB0BA}"/>
              </a:ext>
            </a:extLst>
          </p:cNvPr>
          <p:cNvGraphicFramePr>
            <a:graphicFrameLocks noGrp="1"/>
          </p:cNvGraphicFramePr>
          <p:nvPr>
            <p:ph idx="1"/>
            <p:extLst>
              <p:ext uri="{D42A27DB-BD31-4B8C-83A1-F6EECF244321}">
                <p14:modId xmlns:p14="http://schemas.microsoft.com/office/powerpoint/2010/main" val="2719370288"/>
              </p:ext>
            </p:extLst>
          </p:nvPr>
        </p:nvGraphicFramePr>
        <p:xfrm>
          <a:off x="529588" y="966724"/>
          <a:ext cx="7886700" cy="34300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a:extLst>
              <a:ext uri="{FF2B5EF4-FFF2-40B4-BE49-F238E27FC236}">
                <a16:creationId xmlns:a16="http://schemas.microsoft.com/office/drawing/2014/main" id="{6F9C726B-B194-C048-604A-ED7B52FBB5A4}"/>
              </a:ext>
              <a:ext uri="{C183D7F6-B498-43B3-948B-1728B52AA6E4}">
                <adec:decorative xmlns:adec="http://schemas.microsoft.com/office/drawing/2017/decorative" val="1"/>
              </a:ext>
            </a:extLst>
          </p:cNvPr>
          <p:cNvPicPr>
            <a:picLocks noChangeAspect="1"/>
          </p:cNvPicPr>
          <p:nvPr/>
        </p:nvPicPr>
        <p:blipFill>
          <a:blip r:embed="rId8" cstate="screen">
            <a:extLst>
              <a:ext uri="{BEBA8EAE-BF5A-486C-A8C5-ECC9F3942E4B}">
                <a14:imgProps xmlns:a14="http://schemas.microsoft.com/office/drawing/2010/main">
                  <a14:imgLayer r:embed="rId9">
                    <a14:imgEffect>
                      <a14:backgroundRemoval t="9667" b="90000" l="5792" r="90000">
                        <a14:foregroundMark x1="5833" y1="78625" x2="5833" y2="78625"/>
                        <a14:foregroundMark x1="58333" y1="9667" x2="58333" y2="9667"/>
                      </a14:backgroundRemoval>
                    </a14:imgEffect>
                  </a14:imgLayer>
                </a14:imgProps>
              </a:ext>
              <a:ext uri="{28A0092B-C50C-407E-A947-70E740481C1C}">
                <a14:useLocalDpi xmlns:a14="http://schemas.microsoft.com/office/drawing/2010/main"/>
              </a:ext>
            </a:extLst>
          </a:blip>
          <a:stretch>
            <a:fillRect/>
          </a:stretch>
        </p:blipFill>
        <p:spPr>
          <a:xfrm>
            <a:off x="5577938" y="2068930"/>
            <a:ext cx="2693570" cy="2693570"/>
          </a:xfrm>
          <a:prstGeom prst="rect">
            <a:avLst/>
          </a:prstGeom>
        </p:spPr>
      </p:pic>
    </p:spTree>
    <p:extLst>
      <p:ext uri="{BB962C8B-B14F-4D97-AF65-F5344CB8AC3E}">
        <p14:creationId xmlns:p14="http://schemas.microsoft.com/office/powerpoint/2010/main" val="662148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2DEB6-6D3C-32A3-D81D-2F9A40B366B3}"/>
              </a:ext>
            </a:extLst>
          </p:cNvPr>
          <p:cNvSpPr>
            <a:spLocks noGrp="1"/>
          </p:cNvSpPr>
          <p:nvPr>
            <p:ph type="title"/>
          </p:nvPr>
        </p:nvSpPr>
        <p:spPr/>
        <p:txBody>
          <a:bodyPr>
            <a:normAutofit fontScale="90000"/>
          </a:bodyPr>
          <a:lstStyle/>
          <a:p>
            <a:r>
              <a:rPr lang="en-US" dirty="0"/>
              <a:t>Modular Transceivers</a:t>
            </a:r>
          </a:p>
        </p:txBody>
      </p:sp>
      <p:graphicFrame>
        <p:nvGraphicFramePr>
          <p:cNvPr id="16" name="Content Placeholder 15">
            <a:extLst>
              <a:ext uri="{FF2B5EF4-FFF2-40B4-BE49-F238E27FC236}">
                <a16:creationId xmlns:a16="http://schemas.microsoft.com/office/drawing/2014/main" id="{EC3E0340-30AD-6B1E-0FFF-91C925186807}"/>
              </a:ext>
            </a:extLst>
          </p:cNvPr>
          <p:cNvGraphicFramePr>
            <a:graphicFrameLocks noGrp="1"/>
          </p:cNvGraphicFramePr>
          <p:nvPr>
            <p:ph sz="half" idx="1"/>
            <p:extLst>
              <p:ext uri="{D42A27DB-BD31-4B8C-83A1-F6EECF244321}">
                <p14:modId xmlns:p14="http://schemas.microsoft.com/office/powerpoint/2010/main" val="1160350690"/>
              </p:ext>
            </p:extLst>
          </p:nvPr>
        </p:nvGraphicFramePr>
        <p:xfrm>
          <a:off x="594225" y="1434277"/>
          <a:ext cx="6589239" cy="18861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29B9235E-B566-2432-CB5A-FA31B3F589E6}"/>
              </a:ext>
            </a:extLst>
          </p:cNvPr>
          <p:cNvSpPr>
            <a:spLocks noGrp="1"/>
          </p:cNvSpPr>
          <p:nvPr>
            <p:ph type="sldNum" sz="quarter" idx="12"/>
          </p:nvPr>
        </p:nvSpPr>
        <p:spPr/>
        <p:txBody>
          <a:bodyPr/>
          <a:lstStyle/>
          <a:p>
            <a:fld id="{64537577-822C-42C9-B1FE-62AC5F07B59D}" type="slidenum">
              <a:rPr lang="en-US" smtClean="0"/>
              <a:pPr/>
              <a:t>7</a:t>
            </a:fld>
            <a:endParaRPr lang="en-US" dirty="0"/>
          </a:p>
        </p:txBody>
      </p:sp>
      <p:sp>
        <p:nvSpPr>
          <p:cNvPr id="5" name="Footer Placeholder 4">
            <a:extLst>
              <a:ext uri="{FF2B5EF4-FFF2-40B4-BE49-F238E27FC236}">
                <a16:creationId xmlns:a16="http://schemas.microsoft.com/office/drawing/2014/main" id="{7099EECE-F3B6-4C03-8FCD-A3BA6D3943A4}"/>
              </a:ext>
            </a:extLst>
          </p:cNvPr>
          <p:cNvSpPr>
            <a:spLocks noGrp="1"/>
          </p:cNvSpPr>
          <p:nvPr>
            <p:ph type="ftr" sz="quarter" idx="3"/>
          </p:nvPr>
        </p:nvSpPr>
        <p:spPr/>
        <p:txBody>
          <a:bodyPr/>
          <a:lstStyle/>
          <a:p>
            <a:pPr lvl="0"/>
            <a:r>
              <a:rPr lang="en-US" noProof="0"/>
              <a:t>​Copyright © 2025 CompTIA, Inc. All Rights Reserved. </a:t>
            </a:r>
            <a:endParaRPr lang="en-US" noProof="0" dirty="0"/>
          </a:p>
        </p:txBody>
      </p:sp>
      <p:pic>
        <p:nvPicPr>
          <p:cNvPr id="15" name="Picture 2" descr="Small form-factor pluggable fiber transceivers that plug into the S F P ports of a switch.">
            <a:extLst>
              <a:ext uri="{FF2B5EF4-FFF2-40B4-BE49-F238E27FC236}">
                <a16:creationId xmlns:a16="http://schemas.microsoft.com/office/drawing/2014/main" id="{659F726B-E5D4-3DD6-641E-5E23ACBE659A}"/>
              </a:ext>
            </a:extLst>
          </p:cNvPr>
          <p:cNvPicPr>
            <a:picLocks noGrp="1" noChangeAspect="1" noChangeArrowheads="1"/>
          </p:cNvPicPr>
          <p:nvPr>
            <p:ph sz="half" idx="2"/>
          </p:nvPr>
        </p:nvPicPr>
        <p:blipFill>
          <a:blip r:embed="rId8" cstate="screen">
            <a:extLst>
              <a:ext uri="{28A0092B-C50C-407E-A947-70E740481C1C}">
                <a14:useLocalDpi xmlns:a14="http://schemas.microsoft.com/office/drawing/2010/main"/>
              </a:ext>
            </a:extLst>
          </a:blip>
          <a:srcRect/>
          <a:stretch>
            <a:fillRect/>
          </a:stretch>
        </p:blipFill>
        <p:spPr bwMode="auto">
          <a:xfrm>
            <a:off x="5106604" y="2415692"/>
            <a:ext cx="3443171" cy="1809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629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604F4-EC23-E2B5-C188-B01A9B50369E}"/>
              </a:ext>
            </a:extLst>
          </p:cNvPr>
          <p:cNvSpPr>
            <a:spLocks noGrp="1"/>
          </p:cNvSpPr>
          <p:nvPr>
            <p:ph type="title"/>
          </p:nvPr>
        </p:nvSpPr>
        <p:spPr>
          <a:xfrm>
            <a:off x="628650" y="532730"/>
            <a:ext cx="7886699" cy="572790"/>
          </a:xfrm>
        </p:spPr>
        <p:txBody>
          <a:bodyPr>
            <a:normAutofit fontScale="90000"/>
          </a:bodyPr>
          <a:lstStyle/>
          <a:p>
            <a:r>
              <a:rPr lang="en-US" dirty="0"/>
              <a:t>Symptoms of Transceiver Issues</a:t>
            </a:r>
          </a:p>
        </p:txBody>
      </p:sp>
      <p:graphicFrame>
        <p:nvGraphicFramePr>
          <p:cNvPr id="7" name="Content Placeholder 6">
            <a:extLst>
              <a:ext uri="{FF2B5EF4-FFF2-40B4-BE49-F238E27FC236}">
                <a16:creationId xmlns:a16="http://schemas.microsoft.com/office/drawing/2014/main" id="{42391CF7-D185-B017-A674-0BC2BB78A9B4}"/>
              </a:ext>
            </a:extLst>
          </p:cNvPr>
          <p:cNvGraphicFramePr>
            <a:graphicFrameLocks noGrp="1"/>
          </p:cNvGraphicFramePr>
          <p:nvPr>
            <p:ph idx="1"/>
            <p:extLst>
              <p:ext uri="{D42A27DB-BD31-4B8C-83A1-F6EECF244321}">
                <p14:modId xmlns:p14="http://schemas.microsoft.com/office/powerpoint/2010/main" val="3661796055"/>
              </p:ext>
            </p:extLst>
          </p:nvPr>
        </p:nvGraphicFramePr>
        <p:xfrm>
          <a:off x="512649" y="1552099"/>
          <a:ext cx="8002700" cy="20345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0B419CAE-464C-759A-D0B2-10CA3B24F3FC}"/>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8</a:t>
            </a:fld>
            <a:endParaRPr lang="en-US" dirty="0"/>
          </a:p>
        </p:txBody>
      </p:sp>
      <p:sp>
        <p:nvSpPr>
          <p:cNvPr id="5" name="Footer Placeholder 4">
            <a:extLst>
              <a:ext uri="{FF2B5EF4-FFF2-40B4-BE49-F238E27FC236}">
                <a16:creationId xmlns:a16="http://schemas.microsoft.com/office/drawing/2014/main" id="{523F99B3-EA8B-0153-A6E0-C551E8DAEF62}"/>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2327710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65002-2A3A-F06B-5197-8E9C6D925E65}"/>
              </a:ext>
            </a:extLst>
          </p:cNvPr>
          <p:cNvSpPr>
            <a:spLocks noGrp="1"/>
          </p:cNvSpPr>
          <p:nvPr>
            <p:ph type="title"/>
          </p:nvPr>
        </p:nvSpPr>
        <p:spPr/>
        <p:txBody>
          <a:bodyPr>
            <a:normAutofit fontScale="90000"/>
          </a:bodyPr>
          <a:lstStyle/>
          <a:p>
            <a:r>
              <a:rPr lang="en-US" dirty="0"/>
              <a:t>MAC Address Format</a:t>
            </a:r>
          </a:p>
        </p:txBody>
      </p:sp>
      <p:sp>
        <p:nvSpPr>
          <p:cNvPr id="3" name="Slide Number Placeholder 2">
            <a:extLst>
              <a:ext uri="{FF2B5EF4-FFF2-40B4-BE49-F238E27FC236}">
                <a16:creationId xmlns:a16="http://schemas.microsoft.com/office/drawing/2014/main" id="{0268C4E7-5C57-3854-8E66-C36CD05F5546}"/>
              </a:ext>
            </a:extLst>
          </p:cNvPr>
          <p:cNvSpPr>
            <a:spLocks noGrp="1"/>
          </p:cNvSpPr>
          <p:nvPr>
            <p:ph type="sldNum" sz="quarter" idx="12"/>
          </p:nvPr>
        </p:nvSpPr>
        <p:spPr/>
        <p:txBody>
          <a:bodyPr/>
          <a:lstStyle/>
          <a:p>
            <a:fld id="{64537577-822C-42C9-B1FE-62AC5F07B59D}" type="slidenum">
              <a:rPr lang="en-US" smtClean="0"/>
              <a:pPr/>
              <a:t>9</a:t>
            </a:fld>
            <a:endParaRPr lang="en-US" dirty="0"/>
          </a:p>
        </p:txBody>
      </p:sp>
      <p:sp>
        <p:nvSpPr>
          <p:cNvPr id="5" name="Footer Placeholder 4">
            <a:extLst>
              <a:ext uri="{FF2B5EF4-FFF2-40B4-BE49-F238E27FC236}">
                <a16:creationId xmlns:a16="http://schemas.microsoft.com/office/drawing/2014/main" id="{D5353AC9-69AB-6B43-D351-BB9C098F549B}"/>
              </a:ext>
            </a:extLst>
          </p:cNvPr>
          <p:cNvSpPr>
            <a:spLocks noGrp="1"/>
          </p:cNvSpPr>
          <p:nvPr>
            <p:ph type="ftr" sz="quarter" idx="3"/>
          </p:nvPr>
        </p:nvSpPr>
        <p:spPr/>
        <p:txBody>
          <a:bodyPr/>
          <a:lstStyle/>
          <a:p>
            <a:pPr lvl="0"/>
            <a:r>
              <a:rPr lang="en-US" noProof="0"/>
              <a:t>​Copyright © 2025 CompTIA, Inc. All Rights Reserved. </a:t>
            </a:r>
            <a:endParaRPr lang="en-US" noProof="0" dirty="0"/>
          </a:p>
        </p:txBody>
      </p:sp>
      <p:sp>
        <p:nvSpPr>
          <p:cNvPr id="6" name="TextBox 5">
            <a:extLst>
              <a:ext uri="{FF2B5EF4-FFF2-40B4-BE49-F238E27FC236}">
                <a16:creationId xmlns:a16="http://schemas.microsoft.com/office/drawing/2014/main" id="{159AA58B-A3DF-C714-63CE-436F34298DBF}"/>
              </a:ext>
            </a:extLst>
          </p:cNvPr>
          <p:cNvSpPr txBox="1"/>
          <p:nvPr/>
        </p:nvSpPr>
        <p:spPr>
          <a:xfrm>
            <a:off x="1474373" y="2662799"/>
            <a:ext cx="6119429" cy="784103"/>
          </a:xfrm>
          <a:prstGeom prst="rect">
            <a:avLst/>
          </a:prstGeom>
          <a:noFill/>
        </p:spPr>
        <p:txBody>
          <a:bodyPr wrap="square" rtlCol="0">
            <a:spAutoFit/>
          </a:bodyPr>
          <a:lstStyle/>
          <a:p>
            <a:pPr algn="ctr"/>
            <a:r>
              <a:rPr lang="en-US" sz="4496" dirty="0">
                <a:solidFill>
                  <a:srgbClr val="20282F"/>
                </a:solidFill>
                <a:latin typeface="+mj-lt"/>
              </a:rPr>
              <a:t>2D:45:19:87:C8:E2</a:t>
            </a:r>
          </a:p>
        </p:txBody>
      </p:sp>
      <p:sp>
        <p:nvSpPr>
          <p:cNvPr id="7" name="Right Brace 6">
            <a:extLst>
              <a:ext uri="{FF2B5EF4-FFF2-40B4-BE49-F238E27FC236}">
                <a16:creationId xmlns:a16="http://schemas.microsoft.com/office/drawing/2014/main" id="{794971EE-2012-B23D-7BA5-9C0DF397CFCF}"/>
              </a:ext>
            </a:extLst>
          </p:cNvPr>
          <p:cNvSpPr/>
          <p:nvPr/>
        </p:nvSpPr>
        <p:spPr>
          <a:xfrm rot="5400000">
            <a:off x="4063559" y="969840"/>
            <a:ext cx="833224" cy="5354178"/>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48" dirty="0"/>
          </a:p>
        </p:txBody>
      </p:sp>
      <p:sp>
        <p:nvSpPr>
          <p:cNvPr id="8" name="TextBox 7">
            <a:extLst>
              <a:ext uri="{FF2B5EF4-FFF2-40B4-BE49-F238E27FC236}">
                <a16:creationId xmlns:a16="http://schemas.microsoft.com/office/drawing/2014/main" id="{6D57688C-6577-F041-7E9B-995175591D92}"/>
              </a:ext>
            </a:extLst>
          </p:cNvPr>
          <p:cNvSpPr txBox="1"/>
          <p:nvPr/>
        </p:nvSpPr>
        <p:spPr>
          <a:xfrm>
            <a:off x="1894910" y="4065688"/>
            <a:ext cx="5170525" cy="507190"/>
          </a:xfrm>
          <a:prstGeom prst="rect">
            <a:avLst/>
          </a:prstGeom>
          <a:noFill/>
        </p:spPr>
        <p:txBody>
          <a:bodyPr wrap="square" rtlCol="0">
            <a:spAutoFit/>
          </a:bodyPr>
          <a:lstStyle/>
          <a:p>
            <a:pPr algn="ctr"/>
            <a:r>
              <a:rPr lang="en-US" sz="1348" dirty="0">
                <a:solidFill>
                  <a:srgbClr val="20282F"/>
                </a:solidFill>
              </a:rPr>
              <a:t>48-bit alphanumeric identifier; </a:t>
            </a:r>
            <a:br>
              <a:rPr lang="en-US" sz="1348" dirty="0">
                <a:solidFill>
                  <a:srgbClr val="20282F"/>
                </a:solidFill>
              </a:rPr>
            </a:br>
            <a:r>
              <a:rPr lang="en-US" sz="1348" dirty="0">
                <a:solidFill>
                  <a:srgbClr val="20282F"/>
                </a:solidFill>
              </a:rPr>
              <a:t>pairs of hexadecimal digits separated by colons or hyphens</a:t>
            </a:r>
          </a:p>
        </p:txBody>
      </p:sp>
      <p:sp>
        <p:nvSpPr>
          <p:cNvPr id="9" name="Right Brace 8">
            <a:extLst>
              <a:ext uri="{FF2B5EF4-FFF2-40B4-BE49-F238E27FC236}">
                <a16:creationId xmlns:a16="http://schemas.microsoft.com/office/drawing/2014/main" id="{1419A0C0-260C-725E-21A2-554772542445}"/>
              </a:ext>
            </a:extLst>
          </p:cNvPr>
          <p:cNvSpPr/>
          <p:nvPr/>
        </p:nvSpPr>
        <p:spPr>
          <a:xfrm rot="16200000">
            <a:off x="2892861" y="934922"/>
            <a:ext cx="453198" cy="2628837"/>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48" dirty="0"/>
          </a:p>
        </p:txBody>
      </p:sp>
      <p:sp>
        <p:nvSpPr>
          <p:cNvPr id="10" name="Right Brace 9">
            <a:extLst>
              <a:ext uri="{FF2B5EF4-FFF2-40B4-BE49-F238E27FC236}">
                <a16:creationId xmlns:a16="http://schemas.microsoft.com/office/drawing/2014/main" id="{46E3508C-7184-C6A2-ED5E-2FCA3522136F}"/>
              </a:ext>
            </a:extLst>
          </p:cNvPr>
          <p:cNvSpPr/>
          <p:nvPr/>
        </p:nvSpPr>
        <p:spPr>
          <a:xfrm rot="16200000">
            <a:off x="5586827" y="934921"/>
            <a:ext cx="453198" cy="2628837"/>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48" dirty="0"/>
          </a:p>
        </p:txBody>
      </p:sp>
      <p:sp>
        <p:nvSpPr>
          <p:cNvPr id="11" name="TextBox 10">
            <a:extLst>
              <a:ext uri="{FF2B5EF4-FFF2-40B4-BE49-F238E27FC236}">
                <a16:creationId xmlns:a16="http://schemas.microsoft.com/office/drawing/2014/main" id="{8A977AF9-E54B-AFC7-32E5-9CE8481E287C}"/>
              </a:ext>
            </a:extLst>
          </p:cNvPr>
          <p:cNvSpPr txBox="1"/>
          <p:nvPr/>
        </p:nvSpPr>
        <p:spPr>
          <a:xfrm>
            <a:off x="1640822" y="1477825"/>
            <a:ext cx="2957276" cy="522736"/>
          </a:xfrm>
          <a:prstGeom prst="rect">
            <a:avLst/>
          </a:prstGeom>
          <a:noFill/>
        </p:spPr>
        <p:txBody>
          <a:bodyPr wrap="square" rtlCol="0">
            <a:spAutoFit/>
          </a:bodyPr>
          <a:lstStyle/>
          <a:p>
            <a:pPr algn="ctr"/>
            <a:r>
              <a:rPr lang="en-US" sz="1348" dirty="0">
                <a:solidFill>
                  <a:srgbClr val="20282F"/>
                </a:solidFill>
              </a:rPr>
              <a:t>Organizationally unique identifier (OUI)</a:t>
            </a:r>
          </a:p>
        </p:txBody>
      </p:sp>
      <p:sp>
        <p:nvSpPr>
          <p:cNvPr id="12" name="TextBox 11">
            <a:extLst>
              <a:ext uri="{FF2B5EF4-FFF2-40B4-BE49-F238E27FC236}">
                <a16:creationId xmlns:a16="http://schemas.microsoft.com/office/drawing/2014/main" id="{FC1ED71A-CF4E-068D-D445-D844120A468E}"/>
              </a:ext>
            </a:extLst>
          </p:cNvPr>
          <p:cNvSpPr txBox="1"/>
          <p:nvPr/>
        </p:nvSpPr>
        <p:spPr>
          <a:xfrm>
            <a:off x="4334788" y="1322631"/>
            <a:ext cx="2957276" cy="737980"/>
          </a:xfrm>
          <a:prstGeom prst="rect">
            <a:avLst/>
          </a:prstGeom>
          <a:noFill/>
        </p:spPr>
        <p:txBody>
          <a:bodyPr wrap="square" rtlCol="0">
            <a:spAutoFit/>
          </a:bodyPr>
          <a:lstStyle/>
          <a:p>
            <a:pPr algn="ctr"/>
            <a:r>
              <a:rPr lang="en-US" sz="1348" dirty="0">
                <a:solidFill>
                  <a:srgbClr val="20282F"/>
                </a:solidFill>
              </a:rPr>
              <a:t>Device ID</a:t>
            </a:r>
          </a:p>
          <a:p>
            <a:pPr algn="ctr"/>
            <a:r>
              <a:rPr lang="en-US" sz="1348" dirty="0">
                <a:solidFill>
                  <a:srgbClr val="20282F"/>
                </a:solidFill>
              </a:rPr>
              <a:t>(based on device model and manufactured date)</a:t>
            </a:r>
          </a:p>
        </p:txBody>
      </p:sp>
    </p:spTree>
    <p:extLst>
      <p:ext uri="{BB962C8B-B14F-4D97-AF65-F5344CB8AC3E}">
        <p14:creationId xmlns:p14="http://schemas.microsoft.com/office/powerpoint/2010/main" val="3653887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BC645-8372-B19A-2546-6975D4185AF8}"/>
              </a:ext>
            </a:extLst>
          </p:cNvPr>
          <p:cNvSpPr>
            <a:spLocks noGrp="1"/>
          </p:cNvSpPr>
          <p:nvPr>
            <p:ph type="title"/>
          </p:nvPr>
        </p:nvSpPr>
        <p:spPr/>
        <p:txBody>
          <a:bodyPr>
            <a:normAutofit fontScale="90000"/>
          </a:bodyPr>
          <a:lstStyle/>
          <a:p>
            <a:r>
              <a:rPr lang="en-US" dirty="0"/>
              <a:t>MAC Broadcast Address</a:t>
            </a:r>
          </a:p>
        </p:txBody>
      </p:sp>
      <p:sp>
        <p:nvSpPr>
          <p:cNvPr id="3" name="Slide Number Placeholder 2">
            <a:extLst>
              <a:ext uri="{FF2B5EF4-FFF2-40B4-BE49-F238E27FC236}">
                <a16:creationId xmlns:a16="http://schemas.microsoft.com/office/drawing/2014/main" id="{FC9FB57C-D6B4-B5B5-9EF3-B5F10F4A8A74}"/>
              </a:ext>
            </a:extLst>
          </p:cNvPr>
          <p:cNvSpPr>
            <a:spLocks noGrp="1"/>
          </p:cNvSpPr>
          <p:nvPr>
            <p:ph type="sldNum" sz="quarter" idx="12"/>
          </p:nvPr>
        </p:nvSpPr>
        <p:spPr/>
        <p:txBody>
          <a:bodyPr/>
          <a:lstStyle/>
          <a:p>
            <a:fld id="{64537577-822C-42C9-B1FE-62AC5F07B59D}" type="slidenum">
              <a:rPr lang="en-US" smtClean="0"/>
              <a:pPr/>
              <a:t>10</a:t>
            </a:fld>
            <a:endParaRPr lang="en-US" dirty="0"/>
          </a:p>
        </p:txBody>
      </p:sp>
      <p:sp>
        <p:nvSpPr>
          <p:cNvPr id="5" name="Footer Placeholder 4">
            <a:extLst>
              <a:ext uri="{FF2B5EF4-FFF2-40B4-BE49-F238E27FC236}">
                <a16:creationId xmlns:a16="http://schemas.microsoft.com/office/drawing/2014/main" id="{9E8128F7-DB05-9FB4-D267-902262CC1426}"/>
              </a:ext>
            </a:extLst>
          </p:cNvPr>
          <p:cNvSpPr>
            <a:spLocks noGrp="1"/>
          </p:cNvSpPr>
          <p:nvPr>
            <p:ph type="ftr" sz="quarter" idx="3"/>
          </p:nvPr>
        </p:nvSpPr>
        <p:spPr/>
        <p:txBody>
          <a:bodyPr/>
          <a:lstStyle/>
          <a:p>
            <a:pPr lvl="0"/>
            <a:r>
              <a:rPr lang="en-US" noProof="0"/>
              <a:t>​Copyright © 2025 CompTIA, Inc. All Rights Reserved. </a:t>
            </a:r>
            <a:endParaRPr lang="en-US" noProof="0" dirty="0"/>
          </a:p>
        </p:txBody>
      </p:sp>
      <p:sp>
        <p:nvSpPr>
          <p:cNvPr id="6" name="Rectangle 5">
            <a:extLst>
              <a:ext uri="{FF2B5EF4-FFF2-40B4-BE49-F238E27FC236}">
                <a16:creationId xmlns:a16="http://schemas.microsoft.com/office/drawing/2014/main" id="{77ABD249-0FA0-99D9-8CEE-98052E8F5289}"/>
              </a:ext>
            </a:extLst>
          </p:cNvPr>
          <p:cNvSpPr/>
          <p:nvPr/>
        </p:nvSpPr>
        <p:spPr>
          <a:xfrm>
            <a:off x="239335" y="1585018"/>
            <a:ext cx="1507243" cy="1478645"/>
          </a:xfrm>
          <a:prstGeom prst="rect">
            <a:avLst/>
          </a:prstGeom>
          <a:solidFill>
            <a:schemeClr val="bg1">
              <a:lumMod val="95000"/>
            </a:schemeClr>
          </a:solidFill>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tIns="91355" rtlCol="0" anchor="t" anchorCtr="0"/>
          <a:lstStyle/>
          <a:p>
            <a:pPr algn="ctr"/>
            <a:r>
              <a:rPr lang="en-US" sz="1348" b="1" dirty="0">
                <a:solidFill>
                  <a:srgbClr val="20282F"/>
                </a:solidFill>
              </a:rPr>
              <a:t>Preamble</a:t>
            </a:r>
          </a:p>
          <a:p>
            <a:pPr algn="ctr"/>
            <a:endParaRPr lang="en-US" sz="1348" dirty="0">
              <a:solidFill>
                <a:srgbClr val="20282F"/>
              </a:solidFill>
            </a:endParaRPr>
          </a:p>
          <a:p>
            <a:pPr algn="ctr"/>
            <a:r>
              <a:rPr lang="en-US" sz="1299" dirty="0">
                <a:solidFill>
                  <a:srgbClr val="20282F"/>
                </a:solidFill>
              </a:rPr>
              <a:t>Synchronization sequence</a:t>
            </a:r>
          </a:p>
        </p:txBody>
      </p:sp>
      <p:sp>
        <p:nvSpPr>
          <p:cNvPr id="7" name="Rectangle 6">
            <a:extLst>
              <a:ext uri="{FF2B5EF4-FFF2-40B4-BE49-F238E27FC236}">
                <a16:creationId xmlns:a16="http://schemas.microsoft.com/office/drawing/2014/main" id="{3541CAE0-789B-D040-B341-5A798B88E489}"/>
              </a:ext>
            </a:extLst>
          </p:cNvPr>
          <p:cNvSpPr/>
          <p:nvPr/>
        </p:nvSpPr>
        <p:spPr>
          <a:xfrm>
            <a:off x="4072226" y="1585009"/>
            <a:ext cx="1308937" cy="1478643"/>
          </a:xfrm>
          <a:prstGeom prst="rect">
            <a:avLst/>
          </a:prstGeom>
          <a:solidFill>
            <a:schemeClr val="bg1">
              <a:lumMod val="95000"/>
            </a:schemeClr>
          </a:solidFill>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tIns="91355" rtlCol="0" anchor="t" anchorCtr="0"/>
          <a:lstStyle/>
          <a:p>
            <a:pPr algn="ctr"/>
            <a:r>
              <a:rPr lang="en-US" sz="1348" b="1" dirty="0">
                <a:solidFill>
                  <a:srgbClr val="20282F"/>
                </a:solidFill>
              </a:rPr>
              <a:t>Source</a:t>
            </a:r>
          </a:p>
          <a:p>
            <a:pPr algn="ctr"/>
            <a:r>
              <a:rPr lang="en-US" sz="1348" b="1" dirty="0">
                <a:solidFill>
                  <a:srgbClr val="20282F"/>
                </a:solidFill>
              </a:rPr>
              <a:t>MAC</a:t>
            </a:r>
          </a:p>
          <a:p>
            <a:pPr algn="ctr"/>
            <a:endParaRPr lang="en-US" sz="1348" dirty="0">
              <a:solidFill>
                <a:srgbClr val="20282F"/>
              </a:solidFill>
            </a:endParaRPr>
          </a:p>
          <a:p>
            <a:pPr algn="ctr"/>
            <a:r>
              <a:rPr lang="en-US" sz="1299" dirty="0">
                <a:solidFill>
                  <a:srgbClr val="20282F"/>
                </a:solidFill>
              </a:rPr>
              <a:t>Address of the sending device</a:t>
            </a:r>
          </a:p>
        </p:txBody>
      </p:sp>
      <p:sp>
        <p:nvSpPr>
          <p:cNvPr id="8" name="Rectangle 7">
            <a:extLst>
              <a:ext uri="{FF2B5EF4-FFF2-40B4-BE49-F238E27FC236}">
                <a16:creationId xmlns:a16="http://schemas.microsoft.com/office/drawing/2014/main" id="{3688E275-01BE-9C4D-DFE2-9B110435777C}"/>
              </a:ext>
            </a:extLst>
          </p:cNvPr>
          <p:cNvSpPr/>
          <p:nvPr/>
        </p:nvSpPr>
        <p:spPr>
          <a:xfrm>
            <a:off x="2884583" y="1585008"/>
            <a:ext cx="1225756" cy="1478644"/>
          </a:xfrm>
          <a:prstGeom prst="rect">
            <a:avLst/>
          </a:prstGeom>
          <a:solidFill>
            <a:schemeClr val="bg1">
              <a:lumMod val="95000"/>
            </a:schemeClr>
          </a:solidFill>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tIns="91355" rtlCol="0" anchor="t" anchorCtr="0"/>
          <a:lstStyle/>
          <a:p>
            <a:pPr algn="ctr"/>
            <a:r>
              <a:rPr lang="en-US" sz="1348" b="1" dirty="0">
                <a:solidFill>
                  <a:srgbClr val="20282F"/>
                </a:solidFill>
              </a:rPr>
              <a:t>Destination MAC</a:t>
            </a:r>
          </a:p>
          <a:p>
            <a:pPr algn="ctr"/>
            <a:endParaRPr lang="en-US" sz="1348" dirty="0">
              <a:solidFill>
                <a:srgbClr val="20282F"/>
              </a:solidFill>
            </a:endParaRPr>
          </a:p>
          <a:p>
            <a:pPr algn="ctr"/>
            <a:r>
              <a:rPr lang="en-US" sz="1299" dirty="0">
                <a:solidFill>
                  <a:srgbClr val="20282F"/>
                </a:solidFill>
              </a:rPr>
              <a:t>Address of the recipient device</a:t>
            </a:r>
          </a:p>
        </p:txBody>
      </p:sp>
      <p:sp>
        <p:nvSpPr>
          <p:cNvPr id="9" name="Rectangle 8">
            <a:extLst>
              <a:ext uri="{FF2B5EF4-FFF2-40B4-BE49-F238E27FC236}">
                <a16:creationId xmlns:a16="http://schemas.microsoft.com/office/drawing/2014/main" id="{02334853-9B87-C684-30AC-A4A798EEA2D0}"/>
              </a:ext>
            </a:extLst>
          </p:cNvPr>
          <p:cNvSpPr/>
          <p:nvPr/>
        </p:nvSpPr>
        <p:spPr>
          <a:xfrm>
            <a:off x="1680826" y="1585007"/>
            <a:ext cx="1214932" cy="1478645"/>
          </a:xfrm>
          <a:prstGeom prst="rect">
            <a:avLst/>
          </a:prstGeom>
          <a:solidFill>
            <a:schemeClr val="bg1">
              <a:lumMod val="95000"/>
            </a:schemeClr>
          </a:solidFill>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tIns="91355" rtlCol="0" anchor="t" anchorCtr="0"/>
          <a:lstStyle/>
          <a:p>
            <a:pPr algn="ctr"/>
            <a:r>
              <a:rPr lang="en-US" sz="1348" b="1" dirty="0">
                <a:solidFill>
                  <a:srgbClr val="20282F"/>
                </a:solidFill>
              </a:rPr>
              <a:t>SFD</a:t>
            </a:r>
          </a:p>
          <a:p>
            <a:pPr algn="ctr"/>
            <a:endParaRPr lang="en-US" sz="1348" dirty="0">
              <a:solidFill>
                <a:srgbClr val="20282F"/>
              </a:solidFill>
            </a:endParaRPr>
          </a:p>
          <a:p>
            <a:pPr algn="ctr"/>
            <a:r>
              <a:rPr lang="en-US" sz="1299" dirty="0">
                <a:solidFill>
                  <a:srgbClr val="20282F"/>
                </a:solidFill>
              </a:rPr>
              <a:t>Signals the start of the frame</a:t>
            </a:r>
          </a:p>
        </p:txBody>
      </p:sp>
      <p:sp>
        <p:nvSpPr>
          <p:cNvPr id="10" name="Rectangle 9">
            <a:extLst>
              <a:ext uri="{FF2B5EF4-FFF2-40B4-BE49-F238E27FC236}">
                <a16:creationId xmlns:a16="http://schemas.microsoft.com/office/drawing/2014/main" id="{3D32A935-57BF-8C74-B2CE-036C37ADFE70}"/>
              </a:ext>
            </a:extLst>
          </p:cNvPr>
          <p:cNvSpPr/>
          <p:nvPr/>
        </p:nvSpPr>
        <p:spPr>
          <a:xfrm>
            <a:off x="5381338" y="1585007"/>
            <a:ext cx="1214932" cy="1478643"/>
          </a:xfrm>
          <a:prstGeom prst="rect">
            <a:avLst/>
          </a:prstGeom>
          <a:solidFill>
            <a:schemeClr val="bg1">
              <a:lumMod val="95000"/>
            </a:schemeClr>
          </a:solidFill>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tIns="91355" rtlCol="0" anchor="t" anchorCtr="0"/>
          <a:lstStyle/>
          <a:p>
            <a:pPr algn="ctr"/>
            <a:r>
              <a:rPr lang="en-US" sz="1348" b="1" dirty="0">
                <a:solidFill>
                  <a:srgbClr val="20282F"/>
                </a:solidFill>
              </a:rPr>
              <a:t>Ether Type</a:t>
            </a:r>
          </a:p>
          <a:p>
            <a:pPr algn="ctr"/>
            <a:endParaRPr lang="en-US" sz="1348" dirty="0">
              <a:solidFill>
                <a:srgbClr val="20282F"/>
              </a:solidFill>
            </a:endParaRPr>
          </a:p>
          <a:p>
            <a:pPr algn="ctr"/>
            <a:r>
              <a:rPr lang="en-US" sz="1299" dirty="0">
                <a:solidFill>
                  <a:srgbClr val="20282F"/>
                </a:solidFill>
              </a:rPr>
              <a:t>Protocol of the payload</a:t>
            </a:r>
          </a:p>
        </p:txBody>
      </p:sp>
      <p:sp>
        <p:nvSpPr>
          <p:cNvPr id="11" name="Rectangle 10">
            <a:extLst>
              <a:ext uri="{FF2B5EF4-FFF2-40B4-BE49-F238E27FC236}">
                <a16:creationId xmlns:a16="http://schemas.microsoft.com/office/drawing/2014/main" id="{6886DD20-5F04-3175-FC64-D470697C88E1}"/>
              </a:ext>
            </a:extLst>
          </p:cNvPr>
          <p:cNvSpPr/>
          <p:nvPr/>
        </p:nvSpPr>
        <p:spPr>
          <a:xfrm>
            <a:off x="6595919" y="1585010"/>
            <a:ext cx="1187643" cy="1478642"/>
          </a:xfrm>
          <a:prstGeom prst="rect">
            <a:avLst/>
          </a:prstGeom>
          <a:solidFill>
            <a:schemeClr val="bg1">
              <a:lumMod val="95000"/>
            </a:schemeClr>
          </a:solidFill>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tIns="91355" rtlCol="0" anchor="t" anchorCtr="0"/>
          <a:lstStyle/>
          <a:p>
            <a:pPr algn="ctr"/>
            <a:r>
              <a:rPr lang="en-US" sz="1348" b="1" dirty="0">
                <a:solidFill>
                  <a:srgbClr val="20282F"/>
                </a:solidFill>
              </a:rPr>
              <a:t>Payload</a:t>
            </a:r>
          </a:p>
          <a:p>
            <a:pPr algn="ctr"/>
            <a:endParaRPr lang="en-US" sz="1348" dirty="0">
              <a:solidFill>
                <a:srgbClr val="20282F"/>
              </a:solidFill>
            </a:endParaRPr>
          </a:p>
          <a:p>
            <a:pPr algn="ctr"/>
            <a:r>
              <a:rPr lang="en-US" sz="1299" dirty="0">
                <a:solidFill>
                  <a:srgbClr val="20282F"/>
                </a:solidFill>
              </a:rPr>
              <a:t>Data being transmitted</a:t>
            </a:r>
          </a:p>
        </p:txBody>
      </p:sp>
      <p:sp>
        <p:nvSpPr>
          <p:cNvPr id="12" name="Rectangle 11">
            <a:extLst>
              <a:ext uri="{FF2B5EF4-FFF2-40B4-BE49-F238E27FC236}">
                <a16:creationId xmlns:a16="http://schemas.microsoft.com/office/drawing/2014/main" id="{6FD3461C-97A3-36AF-FE01-38CCED3DCD27}"/>
              </a:ext>
            </a:extLst>
          </p:cNvPr>
          <p:cNvSpPr/>
          <p:nvPr/>
        </p:nvSpPr>
        <p:spPr>
          <a:xfrm>
            <a:off x="7783563" y="1585010"/>
            <a:ext cx="1121102" cy="1478642"/>
          </a:xfrm>
          <a:prstGeom prst="rect">
            <a:avLst/>
          </a:prstGeom>
          <a:solidFill>
            <a:schemeClr val="bg1">
              <a:lumMod val="95000"/>
            </a:schemeClr>
          </a:solidFill>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tIns="91355" rtlCol="0" anchor="t" anchorCtr="0"/>
          <a:lstStyle/>
          <a:p>
            <a:pPr algn="ctr"/>
            <a:r>
              <a:rPr lang="en-US" sz="1348" b="1" dirty="0">
                <a:solidFill>
                  <a:srgbClr val="20282F"/>
                </a:solidFill>
              </a:rPr>
              <a:t>FCS</a:t>
            </a:r>
          </a:p>
          <a:p>
            <a:pPr algn="ctr"/>
            <a:endParaRPr lang="en-US" sz="1348" dirty="0">
              <a:solidFill>
                <a:srgbClr val="20282F"/>
              </a:solidFill>
            </a:endParaRPr>
          </a:p>
          <a:p>
            <a:pPr algn="ctr"/>
            <a:r>
              <a:rPr lang="en-US" sz="1299" dirty="0">
                <a:solidFill>
                  <a:srgbClr val="20282F"/>
                </a:solidFill>
              </a:rPr>
              <a:t>Error-checking code</a:t>
            </a:r>
          </a:p>
        </p:txBody>
      </p:sp>
      <p:sp>
        <p:nvSpPr>
          <p:cNvPr id="13" name="Arrow: Bent-Up 11">
            <a:extLst>
              <a:ext uri="{FF2B5EF4-FFF2-40B4-BE49-F238E27FC236}">
                <a16:creationId xmlns:a16="http://schemas.microsoft.com/office/drawing/2014/main" id="{73CE70C8-4FBE-4900-DC76-69DE274844DD}"/>
              </a:ext>
            </a:extLst>
          </p:cNvPr>
          <p:cNvSpPr/>
          <p:nvPr/>
        </p:nvSpPr>
        <p:spPr>
          <a:xfrm rot="5400000">
            <a:off x="3524969" y="3038419"/>
            <a:ext cx="669564" cy="724579"/>
          </a:xfrm>
          <a:prstGeom prst="bentUpArrow">
            <a:avLst>
              <a:gd name="adj1" fmla="val 25000"/>
              <a:gd name="adj2" fmla="val 22890"/>
              <a:gd name="adj3" fmla="val 25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48" dirty="0"/>
          </a:p>
        </p:txBody>
      </p:sp>
      <p:sp>
        <p:nvSpPr>
          <p:cNvPr id="14" name="TextBox 13">
            <a:extLst>
              <a:ext uri="{FF2B5EF4-FFF2-40B4-BE49-F238E27FC236}">
                <a16:creationId xmlns:a16="http://schemas.microsoft.com/office/drawing/2014/main" id="{4BBA70C3-BE4A-3C30-6101-7DF9FC17BC29}"/>
              </a:ext>
            </a:extLst>
          </p:cNvPr>
          <p:cNvSpPr txBox="1"/>
          <p:nvPr/>
        </p:nvSpPr>
        <p:spPr>
          <a:xfrm>
            <a:off x="4310530" y="3170083"/>
            <a:ext cx="3194219" cy="1329531"/>
          </a:xfrm>
          <a:prstGeom prst="rect">
            <a:avLst/>
          </a:prstGeom>
          <a:solidFill>
            <a:srgbClr val="004F71"/>
          </a:solidFill>
        </p:spPr>
        <p:txBody>
          <a:bodyPr wrap="square" lIns="91440" tIns="45720" rIns="91440" bIns="45720" rtlCol="0" anchor="t">
            <a:spAutoFit/>
          </a:bodyPr>
          <a:lstStyle/>
          <a:p>
            <a:pPr algn="ctr"/>
            <a:r>
              <a:rPr lang="en-US" sz="1348" dirty="0">
                <a:solidFill>
                  <a:schemeClr val="bg1"/>
                </a:solidFill>
              </a:rPr>
              <a:t>Broadcast Address</a:t>
            </a:r>
          </a:p>
          <a:p>
            <a:pPr algn="ctr"/>
            <a:r>
              <a:rPr lang="en-US" sz="1300" dirty="0">
                <a:solidFill>
                  <a:schemeClr val="bg1"/>
                </a:solidFill>
                <a:ea typeface="+mn-lt"/>
                <a:cs typeface="+mn-lt"/>
              </a:rPr>
              <a:t>ff:ff:ff:ff:ff:ff</a:t>
            </a:r>
            <a:endParaRPr lang="en-US" dirty="0">
              <a:solidFill>
                <a:schemeClr val="bg1"/>
              </a:solidFill>
            </a:endParaRPr>
          </a:p>
          <a:p>
            <a:pPr algn="ctr"/>
            <a:endParaRPr lang="en-US" sz="1348" dirty="0">
              <a:solidFill>
                <a:schemeClr val="bg1"/>
              </a:solidFill>
            </a:endParaRPr>
          </a:p>
          <a:p>
            <a:pPr algn="ctr"/>
            <a:r>
              <a:rPr lang="en-US" sz="1348" dirty="0">
                <a:solidFill>
                  <a:schemeClr val="bg1"/>
                </a:solidFill>
              </a:rPr>
              <a:t>If a MAC address is all 1s, all </a:t>
            </a:r>
            <a:br>
              <a:rPr lang="en-US" sz="1348" dirty="0">
                <a:solidFill>
                  <a:schemeClr val="bg1"/>
                </a:solidFill>
              </a:rPr>
            </a:br>
            <a:r>
              <a:rPr lang="en-US" sz="1348" dirty="0">
                <a:solidFill>
                  <a:schemeClr val="bg1"/>
                </a:solidFill>
              </a:rPr>
              <a:t>hosts on that network will </a:t>
            </a:r>
            <a:br>
              <a:rPr lang="en-US" sz="1348" dirty="0">
                <a:solidFill>
                  <a:schemeClr val="bg1"/>
                </a:solidFill>
              </a:rPr>
            </a:br>
            <a:r>
              <a:rPr lang="en-US" sz="1348" dirty="0">
                <a:solidFill>
                  <a:schemeClr val="bg1"/>
                </a:solidFill>
              </a:rPr>
              <a:t>receive and process the packet</a:t>
            </a:r>
          </a:p>
        </p:txBody>
      </p:sp>
    </p:spTree>
    <p:extLst>
      <p:ext uri="{BB962C8B-B14F-4D97-AF65-F5344CB8AC3E}">
        <p14:creationId xmlns:p14="http://schemas.microsoft.com/office/powerpoint/2010/main" val="3305096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3.2</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Ethernet Switches</a:t>
            </a:r>
          </a:p>
        </p:txBody>
      </p:sp>
      <p:sp>
        <p:nvSpPr>
          <p:cNvPr id="5" name="Slide Number Placeholder 4">
            <a:extLst>
              <a:ext uri="{FF2B5EF4-FFF2-40B4-BE49-F238E27FC236}">
                <a16:creationId xmlns:a16="http://schemas.microsoft.com/office/drawing/2014/main" id="{C54A52A1-685F-3AFD-D3B7-DDCF6053F4F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11</a:t>
            </a:fld>
            <a:endParaRPr lang="en-US" dirty="0"/>
          </a:p>
        </p:txBody>
      </p:sp>
      <p:sp>
        <p:nvSpPr>
          <p:cNvPr id="6" name="Footer Placeholder 5">
            <a:extLst>
              <a:ext uri="{FF2B5EF4-FFF2-40B4-BE49-F238E27FC236}">
                <a16:creationId xmlns:a16="http://schemas.microsoft.com/office/drawing/2014/main" id="{FAF0B69D-65E7-F9C2-5A0F-A118FBB10C6A}"/>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2006837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CC514-8576-EE00-8D39-278D1316C5E7}"/>
              </a:ext>
            </a:extLst>
          </p:cNvPr>
          <p:cNvSpPr>
            <a:spLocks noGrp="1"/>
          </p:cNvSpPr>
          <p:nvPr>
            <p:ph type="title"/>
          </p:nvPr>
        </p:nvSpPr>
        <p:spPr>
          <a:xfrm>
            <a:off x="628649" y="584942"/>
            <a:ext cx="7886699" cy="572790"/>
          </a:xfrm>
        </p:spPr>
        <p:txBody>
          <a:bodyPr>
            <a:normAutofit fontScale="90000"/>
          </a:bodyPr>
          <a:lstStyle/>
          <a:p>
            <a:r>
              <a:rPr lang="en-US" dirty="0"/>
              <a:t>Hubs</a:t>
            </a:r>
          </a:p>
        </p:txBody>
      </p:sp>
      <p:sp>
        <p:nvSpPr>
          <p:cNvPr id="3" name="Slide Number Placeholder 2">
            <a:extLst>
              <a:ext uri="{FF2B5EF4-FFF2-40B4-BE49-F238E27FC236}">
                <a16:creationId xmlns:a16="http://schemas.microsoft.com/office/drawing/2014/main" id="{75033497-A928-EDF2-E25D-2F05DCC034E4}"/>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12</a:t>
            </a:fld>
            <a:endParaRPr lang="en-US" dirty="0"/>
          </a:p>
        </p:txBody>
      </p:sp>
      <p:sp>
        <p:nvSpPr>
          <p:cNvPr id="5" name="Footer Placeholder 4">
            <a:extLst>
              <a:ext uri="{FF2B5EF4-FFF2-40B4-BE49-F238E27FC236}">
                <a16:creationId xmlns:a16="http://schemas.microsoft.com/office/drawing/2014/main" id="{7649102E-CEA7-6FB5-A0DB-6BE22D7A1A2B}"/>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
        <p:nvSpPr>
          <p:cNvPr id="6" name="Rectangle: Rounded Corners 2">
            <a:extLst>
              <a:ext uri="{FF2B5EF4-FFF2-40B4-BE49-F238E27FC236}">
                <a16:creationId xmlns:a16="http://schemas.microsoft.com/office/drawing/2014/main" id="{9102EF5A-4304-B3DE-FB72-259D59D4AF4A}"/>
              </a:ext>
            </a:extLst>
          </p:cNvPr>
          <p:cNvSpPr/>
          <p:nvPr/>
        </p:nvSpPr>
        <p:spPr>
          <a:xfrm>
            <a:off x="4527250" y="1157732"/>
            <a:ext cx="1770598" cy="674353"/>
          </a:xfrm>
          <a:prstGeom prst="roundRect">
            <a:avLst/>
          </a:prstGeom>
          <a:solidFill>
            <a:srgbClr val="004F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98" dirty="0"/>
              <a:t>Hub</a:t>
            </a:r>
          </a:p>
        </p:txBody>
      </p:sp>
      <p:cxnSp>
        <p:nvCxnSpPr>
          <p:cNvPr id="11" name="Straight Arrow Connector 10">
            <a:extLst>
              <a:ext uri="{FF2B5EF4-FFF2-40B4-BE49-F238E27FC236}">
                <a16:creationId xmlns:a16="http://schemas.microsoft.com/office/drawing/2014/main" id="{4BD05E4D-DCC5-3196-8DC0-583173DCC3C2}"/>
              </a:ext>
            </a:extLst>
          </p:cNvPr>
          <p:cNvCxnSpPr>
            <a:cxnSpLocks/>
          </p:cNvCxnSpPr>
          <p:nvPr/>
        </p:nvCxnSpPr>
        <p:spPr>
          <a:xfrm flipV="1">
            <a:off x="3193402" y="1832086"/>
            <a:ext cx="1303244" cy="1489181"/>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2D456BC9-1052-E22F-9705-ECAAB9CDF69E}"/>
              </a:ext>
            </a:extLst>
          </p:cNvPr>
          <p:cNvCxnSpPr>
            <a:cxnSpLocks/>
          </p:cNvCxnSpPr>
          <p:nvPr/>
        </p:nvCxnSpPr>
        <p:spPr>
          <a:xfrm>
            <a:off x="4685784" y="1958165"/>
            <a:ext cx="0" cy="1363102"/>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686DF01-E459-D52F-6604-4242CDEA4E19}"/>
              </a:ext>
            </a:extLst>
          </p:cNvPr>
          <p:cNvCxnSpPr>
            <a:cxnSpLocks/>
          </p:cNvCxnSpPr>
          <p:nvPr/>
        </p:nvCxnSpPr>
        <p:spPr>
          <a:xfrm>
            <a:off x="5875604" y="1958165"/>
            <a:ext cx="0" cy="1363102"/>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5F3ED1A-F175-2473-31A1-250143F95D01}"/>
              </a:ext>
            </a:extLst>
          </p:cNvPr>
          <p:cNvCxnSpPr>
            <a:cxnSpLocks/>
          </p:cNvCxnSpPr>
          <p:nvPr/>
        </p:nvCxnSpPr>
        <p:spPr>
          <a:xfrm>
            <a:off x="6384961" y="1931685"/>
            <a:ext cx="1121170" cy="1285311"/>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BEFCD59-E426-34A3-E36F-40AD23C8467A}"/>
              </a:ext>
            </a:extLst>
          </p:cNvPr>
          <p:cNvSpPr txBox="1"/>
          <p:nvPr/>
        </p:nvSpPr>
        <p:spPr>
          <a:xfrm>
            <a:off x="2826097" y="3461032"/>
            <a:ext cx="367305" cy="307492"/>
          </a:xfrm>
          <a:prstGeom prst="rect">
            <a:avLst/>
          </a:prstGeom>
          <a:noFill/>
        </p:spPr>
        <p:txBody>
          <a:bodyPr wrap="square" rtlCol="0">
            <a:spAutoFit/>
          </a:bodyPr>
          <a:lstStyle/>
          <a:p>
            <a:pPr algn="ctr"/>
            <a:r>
              <a:rPr lang="en-US" sz="1348" b="1" dirty="0">
                <a:solidFill>
                  <a:schemeClr val="accent6"/>
                </a:solidFill>
              </a:rPr>
              <a:t>A</a:t>
            </a:r>
          </a:p>
        </p:txBody>
      </p:sp>
      <p:sp>
        <p:nvSpPr>
          <p:cNvPr id="16" name="TextBox 15">
            <a:extLst>
              <a:ext uri="{FF2B5EF4-FFF2-40B4-BE49-F238E27FC236}">
                <a16:creationId xmlns:a16="http://schemas.microsoft.com/office/drawing/2014/main" id="{FB1C61C6-C72E-765B-254F-80D7F82FFE1A}"/>
              </a:ext>
            </a:extLst>
          </p:cNvPr>
          <p:cNvSpPr txBox="1"/>
          <p:nvPr/>
        </p:nvSpPr>
        <p:spPr>
          <a:xfrm>
            <a:off x="4502131" y="3454372"/>
            <a:ext cx="367305" cy="307492"/>
          </a:xfrm>
          <a:prstGeom prst="rect">
            <a:avLst/>
          </a:prstGeom>
          <a:noFill/>
        </p:spPr>
        <p:txBody>
          <a:bodyPr wrap="square" rtlCol="0">
            <a:spAutoFit/>
          </a:bodyPr>
          <a:lstStyle/>
          <a:p>
            <a:pPr algn="ctr"/>
            <a:r>
              <a:rPr lang="en-US" sz="1348" b="1" dirty="0">
                <a:solidFill>
                  <a:schemeClr val="accent6"/>
                </a:solidFill>
              </a:rPr>
              <a:t>B</a:t>
            </a:r>
          </a:p>
        </p:txBody>
      </p:sp>
      <p:sp>
        <p:nvSpPr>
          <p:cNvPr id="17" name="TextBox 16">
            <a:extLst>
              <a:ext uri="{FF2B5EF4-FFF2-40B4-BE49-F238E27FC236}">
                <a16:creationId xmlns:a16="http://schemas.microsoft.com/office/drawing/2014/main" id="{3675A703-B273-8316-0275-388CA26EE5FF}"/>
              </a:ext>
            </a:extLst>
          </p:cNvPr>
          <p:cNvSpPr txBox="1"/>
          <p:nvPr/>
        </p:nvSpPr>
        <p:spPr>
          <a:xfrm>
            <a:off x="5771627" y="3467510"/>
            <a:ext cx="367305" cy="307492"/>
          </a:xfrm>
          <a:prstGeom prst="rect">
            <a:avLst/>
          </a:prstGeom>
          <a:noFill/>
        </p:spPr>
        <p:txBody>
          <a:bodyPr wrap="square" rtlCol="0">
            <a:spAutoFit/>
          </a:bodyPr>
          <a:lstStyle/>
          <a:p>
            <a:pPr algn="ctr"/>
            <a:r>
              <a:rPr lang="en-US" sz="1348" b="1" dirty="0">
                <a:solidFill>
                  <a:schemeClr val="accent6"/>
                </a:solidFill>
              </a:rPr>
              <a:t>C</a:t>
            </a:r>
          </a:p>
        </p:txBody>
      </p:sp>
      <p:sp>
        <p:nvSpPr>
          <p:cNvPr id="18" name="TextBox 17">
            <a:extLst>
              <a:ext uri="{FF2B5EF4-FFF2-40B4-BE49-F238E27FC236}">
                <a16:creationId xmlns:a16="http://schemas.microsoft.com/office/drawing/2014/main" id="{35D367C7-5C66-7E33-77D0-D49383253C3E}"/>
              </a:ext>
            </a:extLst>
          </p:cNvPr>
          <p:cNvSpPr txBox="1"/>
          <p:nvPr/>
        </p:nvSpPr>
        <p:spPr>
          <a:xfrm>
            <a:off x="7506131" y="3467510"/>
            <a:ext cx="367305" cy="307492"/>
          </a:xfrm>
          <a:prstGeom prst="rect">
            <a:avLst/>
          </a:prstGeom>
          <a:noFill/>
        </p:spPr>
        <p:txBody>
          <a:bodyPr wrap="square" rtlCol="0">
            <a:spAutoFit/>
          </a:bodyPr>
          <a:lstStyle/>
          <a:p>
            <a:pPr algn="ctr"/>
            <a:r>
              <a:rPr lang="en-US" sz="1348" b="1" dirty="0">
                <a:solidFill>
                  <a:schemeClr val="accent6"/>
                </a:solidFill>
              </a:rPr>
              <a:t>D</a:t>
            </a:r>
          </a:p>
        </p:txBody>
      </p:sp>
      <p:sp>
        <p:nvSpPr>
          <p:cNvPr id="19" name="TextBox 18">
            <a:extLst>
              <a:ext uri="{FF2B5EF4-FFF2-40B4-BE49-F238E27FC236}">
                <a16:creationId xmlns:a16="http://schemas.microsoft.com/office/drawing/2014/main" id="{ABA24F34-9866-58C4-DF9A-4138C3974260}"/>
              </a:ext>
            </a:extLst>
          </p:cNvPr>
          <p:cNvSpPr txBox="1"/>
          <p:nvPr/>
        </p:nvSpPr>
        <p:spPr>
          <a:xfrm>
            <a:off x="3065781" y="2620580"/>
            <a:ext cx="962215" cy="522736"/>
          </a:xfrm>
          <a:prstGeom prst="rect">
            <a:avLst/>
          </a:prstGeom>
          <a:solidFill>
            <a:srgbClr val="004F71"/>
          </a:solidFill>
        </p:spPr>
        <p:txBody>
          <a:bodyPr wrap="square" rtlCol="0">
            <a:spAutoFit/>
          </a:bodyPr>
          <a:lstStyle/>
          <a:p>
            <a:r>
              <a:rPr lang="en-US" sz="1348" dirty="0">
                <a:solidFill>
                  <a:schemeClr val="bg1"/>
                </a:solidFill>
              </a:rPr>
              <a:t>To:       D</a:t>
            </a:r>
          </a:p>
          <a:p>
            <a:r>
              <a:rPr lang="en-US" sz="1348" dirty="0">
                <a:solidFill>
                  <a:schemeClr val="bg1"/>
                </a:solidFill>
              </a:rPr>
              <a:t>From:   A</a:t>
            </a:r>
          </a:p>
        </p:txBody>
      </p:sp>
      <p:sp>
        <p:nvSpPr>
          <p:cNvPr id="20" name="TextBox 19">
            <a:extLst>
              <a:ext uri="{FF2B5EF4-FFF2-40B4-BE49-F238E27FC236}">
                <a16:creationId xmlns:a16="http://schemas.microsoft.com/office/drawing/2014/main" id="{A88A115D-B64E-D063-1832-9B503291140E}"/>
              </a:ext>
            </a:extLst>
          </p:cNvPr>
          <p:cNvSpPr txBox="1"/>
          <p:nvPr/>
        </p:nvSpPr>
        <p:spPr>
          <a:xfrm>
            <a:off x="4243916" y="2731195"/>
            <a:ext cx="973899" cy="299762"/>
          </a:xfrm>
          <a:prstGeom prst="rect">
            <a:avLst/>
          </a:prstGeom>
          <a:solidFill>
            <a:schemeClr val="bg1"/>
          </a:solidFill>
        </p:spPr>
        <p:txBody>
          <a:bodyPr wrap="square" rtlCol="0">
            <a:spAutoFit/>
          </a:bodyPr>
          <a:lstStyle/>
          <a:p>
            <a:pPr algn="ctr"/>
            <a:r>
              <a:rPr lang="en-US" sz="1348" dirty="0">
                <a:solidFill>
                  <a:schemeClr val="accent1"/>
                </a:solidFill>
              </a:rPr>
              <a:t>Not Mine.</a:t>
            </a:r>
          </a:p>
        </p:txBody>
      </p:sp>
      <p:sp>
        <p:nvSpPr>
          <p:cNvPr id="21" name="TextBox 20">
            <a:extLst>
              <a:ext uri="{FF2B5EF4-FFF2-40B4-BE49-F238E27FC236}">
                <a16:creationId xmlns:a16="http://schemas.microsoft.com/office/drawing/2014/main" id="{1B29425B-5A7A-99A0-188E-97645D0A9499}"/>
              </a:ext>
            </a:extLst>
          </p:cNvPr>
          <p:cNvSpPr txBox="1"/>
          <p:nvPr/>
        </p:nvSpPr>
        <p:spPr>
          <a:xfrm>
            <a:off x="5407377" y="2736231"/>
            <a:ext cx="1064659" cy="299762"/>
          </a:xfrm>
          <a:prstGeom prst="rect">
            <a:avLst/>
          </a:prstGeom>
          <a:solidFill>
            <a:schemeClr val="bg1"/>
          </a:solidFill>
        </p:spPr>
        <p:txBody>
          <a:bodyPr wrap="square" rtlCol="0">
            <a:spAutoFit/>
          </a:bodyPr>
          <a:lstStyle/>
          <a:p>
            <a:pPr algn="ctr"/>
            <a:r>
              <a:rPr lang="en-US" sz="1348" dirty="0">
                <a:solidFill>
                  <a:schemeClr val="accent1"/>
                </a:solidFill>
              </a:rPr>
              <a:t>Not Mine.</a:t>
            </a:r>
          </a:p>
        </p:txBody>
      </p:sp>
      <p:sp>
        <p:nvSpPr>
          <p:cNvPr id="22" name="TextBox 21">
            <a:extLst>
              <a:ext uri="{FF2B5EF4-FFF2-40B4-BE49-F238E27FC236}">
                <a16:creationId xmlns:a16="http://schemas.microsoft.com/office/drawing/2014/main" id="{B4AEC742-A18D-5B90-6C83-82FEFBA1A87B}"/>
              </a:ext>
            </a:extLst>
          </p:cNvPr>
          <p:cNvSpPr txBox="1"/>
          <p:nvPr/>
        </p:nvSpPr>
        <p:spPr>
          <a:xfrm>
            <a:off x="6669074" y="2717590"/>
            <a:ext cx="962215" cy="307492"/>
          </a:xfrm>
          <a:prstGeom prst="rect">
            <a:avLst/>
          </a:prstGeom>
          <a:solidFill>
            <a:schemeClr val="bg1"/>
          </a:solidFill>
        </p:spPr>
        <p:txBody>
          <a:bodyPr wrap="square" rtlCol="0">
            <a:spAutoFit/>
          </a:bodyPr>
          <a:lstStyle/>
          <a:p>
            <a:pPr algn="ctr"/>
            <a:r>
              <a:rPr lang="en-US" sz="1348" dirty="0">
                <a:solidFill>
                  <a:schemeClr val="accent1"/>
                </a:solidFill>
              </a:rPr>
              <a:t>Mine!</a:t>
            </a:r>
          </a:p>
        </p:txBody>
      </p:sp>
      <p:sp>
        <p:nvSpPr>
          <p:cNvPr id="24" name="TextBox 23">
            <a:extLst>
              <a:ext uri="{FF2B5EF4-FFF2-40B4-BE49-F238E27FC236}">
                <a16:creationId xmlns:a16="http://schemas.microsoft.com/office/drawing/2014/main" id="{D1970D87-C201-8722-F6A2-EE05F452493C}"/>
              </a:ext>
            </a:extLst>
          </p:cNvPr>
          <p:cNvSpPr txBox="1"/>
          <p:nvPr/>
        </p:nvSpPr>
        <p:spPr>
          <a:xfrm>
            <a:off x="628649" y="1266060"/>
            <a:ext cx="3013397" cy="922368"/>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798" dirty="0">
                <a:solidFill>
                  <a:srgbClr val="20282F"/>
                </a:solidFill>
              </a:rPr>
              <a:t>Hubs send transmissions from one port to every other port.</a:t>
            </a:r>
          </a:p>
        </p:txBody>
      </p:sp>
      <p:pic>
        <p:nvPicPr>
          <p:cNvPr id="25" name="Graphic 24" descr="Monitor with solid fill">
            <a:extLst>
              <a:ext uri="{FF2B5EF4-FFF2-40B4-BE49-F238E27FC236}">
                <a16:creationId xmlns:a16="http://schemas.microsoft.com/office/drawing/2014/main" id="{F0D4C8CB-0E7E-F130-3B2E-6466CCFDE4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61198" y="3219124"/>
            <a:ext cx="914400" cy="914400"/>
          </a:xfrm>
          <a:prstGeom prst="rect">
            <a:avLst/>
          </a:prstGeom>
        </p:spPr>
      </p:pic>
      <p:pic>
        <p:nvPicPr>
          <p:cNvPr id="26" name="Graphic 25" descr="Monitor with solid fill">
            <a:extLst>
              <a:ext uri="{FF2B5EF4-FFF2-40B4-BE49-F238E27FC236}">
                <a16:creationId xmlns:a16="http://schemas.microsoft.com/office/drawing/2014/main" id="{4B81ADB2-DCA5-21BE-7C5E-C94B7E2D53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25294" y="3219124"/>
            <a:ext cx="914400" cy="914400"/>
          </a:xfrm>
          <a:prstGeom prst="rect">
            <a:avLst/>
          </a:prstGeom>
        </p:spPr>
      </p:pic>
      <p:pic>
        <p:nvPicPr>
          <p:cNvPr id="27" name="Graphic 26" descr="Monitor with solid fill">
            <a:extLst>
              <a:ext uri="{FF2B5EF4-FFF2-40B4-BE49-F238E27FC236}">
                <a16:creationId xmlns:a16="http://schemas.microsoft.com/office/drawing/2014/main" id="{89E43EAB-FBB9-9429-210D-0B0C692D726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98079" y="3216996"/>
            <a:ext cx="914400" cy="914400"/>
          </a:xfrm>
          <a:prstGeom prst="rect">
            <a:avLst/>
          </a:prstGeom>
        </p:spPr>
      </p:pic>
      <p:pic>
        <p:nvPicPr>
          <p:cNvPr id="28" name="Graphic 27" descr="Monitor with solid fill">
            <a:extLst>
              <a:ext uri="{FF2B5EF4-FFF2-40B4-BE49-F238E27FC236}">
                <a16:creationId xmlns:a16="http://schemas.microsoft.com/office/drawing/2014/main" id="{9F9F0075-81B1-B130-40E3-5CAD2768161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32583" y="3201421"/>
            <a:ext cx="914400" cy="914400"/>
          </a:xfrm>
          <a:prstGeom prst="rect">
            <a:avLst/>
          </a:prstGeom>
        </p:spPr>
      </p:pic>
    </p:spTree>
    <p:extLst>
      <p:ext uri="{BB962C8B-B14F-4D97-AF65-F5344CB8AC3E}">
        <p14:creationId xmlns:p14="http://schemas.microsoft.com/office/powerpoint/2010/main" val="1151629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FC5DD-81D6-2D2B-F19F-14F9AF90D1D7}"/>
              </a:ext>
            </a:extLst>
          </p:cNvPr>
          <p:cNvSpPr>
            <a:spLocks noGrp="1"/>
          </p:cNvSpPr>
          <p:nvPr>
            <p:ph type="title"/>
          </p:nvPr>
        </p:nvSpPr>
        <p:spPr/>
        <p:txBody>
          <a:bodyPr>
            <a:normAutofit fontScale="90000"/>
          </a:bodyPr>
          <a:lstStyle/>
          <a:p>
            <a:r>
              <a:rPr lang="en-US" dirty="0"/>
              <a:t>Bridges</a:t>
            </a:r>
          </a:p>
        </p:txBody>
      </p:sp>
      <p:pic>
        <p:nvPicPr>
          <p:cNvPr id="8" name="Content Placeholder 7">
            <a:extLst>
              <a:ext uri="{FF2B5EF4-FFF2-40B4-BE49-F238E27FC236}">
                <a16:creationId xmlns:a16="http://schemas.microsoft.com/office/drawing/2014/main" id="{30C2B0DE-E09B-4D2D-79F1-5C38EDF0781B}"/>
              </a:ext>
            </a:extLst>
          </p:cNvPr>
          <p:cNvPicPr>
            <a:picLocks noGrp="1" noChangeAspect="1"/>
          </p:cNvPicPr>
          <p:nvPr>
            <p:ph idx="1"/>
          </p:nvPr>
        </p:nvPicPr>
        <p:blipFill>
          <a:blip r:embed="rId3"/>
          <a:stretch>
            <a:fillRect/>
          </a:stretch>
        </p:blipFill>
        <p:spPr>
          <a:xfrm>
            <a:off x="3806093" y="1276561"/>
            <a:ext cx="4461703" cy="3277235"/>
          </a:xfrm>
          <a:prstGeom prst="rect">
            <a:avLst/>
          </a:prstGeom>
        </p:spPr>
      </p:pic>
      <p:sp>
        <p:nvSpPr>
          <p:cNvPr id="3" name="Slide Number Placeholder 2">
            <a:extLst>
              <a:ext uri="{FF2B5EF4-FFF2-40B4-BE49-F238E27FC236}">
                <a16:creationId xmlns:a16="http://schemas.microsoft.com/office/drawing/2014/main" id="{C95D99C2-DD06-0B77-C067-8FE928C42F3E}"/>
              </a:ext>
            </a:extLst>
          </p:cNvPr>
          <p:cNvSpPr>
            <a:spLocks noGrp="1"/>
          </p:cNvSpPr>
          <p:nvPr>
            <p:ph type="sldNum" sz="quarter" idx="12"/>
          </p:nvPr>
        </p:nvSpPr>
        <p:spPr/>
        <p:txBody>
          <a:bodyPr/>
          <a:lstStyle/>
          <a:p>
            <a:fld id="{64537577-822C-42C9-B1FE-62AC5F07B59D}" type="slidenum">
              <a:rPr lang="en-US" smtClean="0"/>
              <a:pPr/>
              <a:t>13</a:t>
            </a:fld>
            <a:endParaRPr lang="en-US" dirty="0"/>
          </a:p>
        </p:txBody>
      </p:sp>
      <p:sp>
        <p:nvSpPr>
          <p:cNvPr id="5" name="Footer Placeholder 4">
            <a:extLst>
              <a:ext uri="{FF2B5EF4-FFF2-40B4-BE49-F238E27FC236}">
                <a16:creationId xmlns:a16="http://schemas.microsoft.com/office/drawing/2014/main" id="{64CE410E-9E3D-702F-DD03-1F07BDD093F4}"/>
              </a:ext>
            </a:extLst>
          </p:cNvPr>
          <p:cNvSpPr>
            <a:spLocks noGrp="1"/>
          </p:cNvSpPr>
          <p:nvPr>
            <p:ph type="ftr" sz="quarter" idx="3"/>
          </p:nvPr>
        </p:nvSpPr>
        <p:spPr/>
        <p:txBody>
          <a:bodyPr/>
          <a:lstStyle/>
          <a:p>
            <a:pPr lvl="0"/>
            <a:r>
              <a:rPr lang="en-US" noProof="0"/>
              <a:t>​Copyright © 2025 CompTIA, Inc. All Rights Reserved. </a:t>
            </a:r>
            <a:endParaRPr lang="en-US" noProof="0" dirty="0"/>
          </a:p>
        </p:txBody>
      </p:sp>
      <p:sp>
        <p:nvSpPr>
          <p:cNvPr id="6" name="TextBox 5">
            <a:extLst>
              <a:ext uri="{FF2B5EF4-FFF2-40B4-BE49-F238E27FC236}">
                <a16:creationId xmlns:a16="http://schemas.microsoft.com/office/drawing/2014/main" id="{54CE1080-4E6D-0161-0242-C788C6636887}"/>
              </a:ext>
            </a:extLst>
          </p:cNvPr>
          <p:cNvSpPr txBox="1"/>
          <p:nvPr/>
        </p:nvSpPr>
        <p:spPr>
          <a:xfrm>
            <a:off x="628649" y="1276561"/>
            <a:ext cx="2929892" cy="1200329"/>
          </a:xfrm>
          <a:prstGeom prst="rect">
            <a:avLst/>
          </a:prstGeom>
          <a:ln w="12700">
            <a:no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800" dirty="0">
                <a:solidFill>
                  <a:srgbClr val="20282F"/>
                </a:solidFill>
              </a:rPr>
              <a:t>Bridges separate physical network segments while keeping all nodes in the same logical network.</a:t>
            </a:r>
          </a:p>
        </p:txBody>
      </p:sp>
    </p:spTree>
    <p:extLst>
      <p:ext uri="{BB962C8B-B14F-4D97-AF65-F5344CB8AC3E}">
        <p14:creationId xmlns:p14="http://schemas.microsoft.com/office/powerpoint/2010/main" val="424725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84554-F4C1-C22C-09A4-0DBF4E26566B}"/>
              </a:ext>
            </a:extLst>
          </p:cNvPr>
          <p:cNvSpPr>
            <a:spLocks noGrp="1"/>
          </p:cNvSpPr>
          <p:nvPr>
            <p:ph type="title"/>
          </p:nvPr>
        </p:nvSpPr>
        <p:spPr>
          <a:xfrm>
            <a:off x="628649" y="584942"/>
            <a:ext cx="7886699" cy="572790"/>
          </a:xfrm>
        </p:spPr>
        <p:txBody>
          <a:bodyPr>
            <a:normAutofit fontScale="90000"/>
          </a:bodyPr>
          <a:lstStyle/>
          <a:p>
            <a:r>
              <a:rPr lang="en-US" dirty="0"/>
              <a:t>Switches</a:t>
            </a:r>
          </a:p>
        </p:txBody>
      </p:sp>
      <p:sp>
        <p:nvSpPr>
          <p:cNvPr id="3" name="Slide Number Placeholder 2">
            <a:extLst>
              <a:ext uri="{FF2B5EF4-FFF2-40B4-BE49-F238E27FC236}">
                <a16:creationId xmlns:a16="http://schemas.microsoft.com/office/drawing/2014/main" id="{C80FF1D3-A540-AE21-3D04-52C66963735D}"/>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14</a:t>
            </a:fld>
            <a:endParaRPr lang="en-US" dirty="0"/>
          </a:p>
        </p:txBody>
      </p:sp>
      <p:sp>
        <p:nvSpPr>
          <p:cNvPr id="5" name="Footer Placeholder 4">
            <a:extLst>
              <a:ext uri="{FF2B5EF4-FFF2-40B4-BE49-F238E27FC236}">
                <a16:creationId xmlns:a16="http://schemas.microsoft.com/office/drawing/2014/main" id="{83F1A7AC-DC65-64C9-DA97-05F94EE2C8FF}"/>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
        <p:nvSpPr>
          <p:cNvPr id="6" name="Rectangle: Rounded Corners 2">
            <a:extLst>
              <a:ext uri="{FF2B5EF4-FFF2-40B4-BE49-F238E27FC236}">
                <a16:creationId xmlns:a16="http://schemas.microsoft.com/office/drawing/2014/main" id="{82DBC2C6-98CC-D7FA-32A1-2CEE51CD77F0}"/>
              </a:ext>
            </a:extLst>
          </p:cNvPr>
          <p:cNvSpPr/>
          <p:nvPr/>
        </p:nvSpPr>
        <p:spPr>
          <a:xfrm>
            <a:off x="4414735" y="1157732"/>
            <a:ext cx="1770598" cy="1007734"/>
          </a:xfrm>
          <a:prstGeom prst="roundRect">
            <a:avLst/>
          </a:prstGeom>
          <a:solidFill>
            <a:srgbClr val="004F71"/>
          </a:solidFill>
          <a:ln>
            <a:solidFill>
              <a:srgbClr val="004F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98" dirty="0"/>
              <a:t>Switch</a:t>
            </a:r>
          </a:p>
        </p:txBody>
      </p:sp>
      <p:cxnSp>
        <p:nvCxnSpPr>
          <p:cNvPr id="11" name="Straight Arrow Connector 10">
            <a:extLst>
              <a:ext uri="{FF2B5EF4-FFF2-40B4-BE49-F238E27FC236}">
                <a16:creationId xmlns:a16="http://schemas.microsoft.com/office/drawing/2014/main" id="{CAD9FF5E-3C13-DC0E-5259-509674EA9661}"/>
              </a:ext>
            </a:extLst>
          </p:cNvPr>
          <p:cNvCxnSpPr>
            <a:cxnSpLocks/>
            <a:endCxn id="19" idx="2"/>
          </p:cNvCxnSpPr>
          <p:nvPr/>
        </p:nvCxnSpPr>
        <p:spPr>
          <a:xfrm flipV="1">
            <a:off x="3080887" y="2048929"/>
            <a:ext cx="1584995" cy="1445698"/>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C4E9EE9E-34A2-E9E6-C169-DDB538245FB5}"/>
              </a:ext>
            </a:extLst>
          </p:cNvPr>
          <p:cNvCxnSpPr>
            <a:cxnSpLocks/>
            <a:stCxn id="21" idx="2"/>
          </p:cNvCxnSpPr>
          <p:nvPr/>
        </p:nvCxnSpPr>
        <p:spPr>
          <a:xfrm>
            <a:off x="5925544" y="2048929"/>
            <a:ext cx="1634500" cy="1445698"/>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8361CE00-4FBA-BB1E-30D2-0CEB58EFC799}"/>
              </a:ext>
            </a:extLst>
          </p:cNvPr>
          <p:cNvSpPr txBox="1"/>
          <p:nvPr/>
        </p:nvSpPr>
        <p:spPr>
          <a:xfrm>
            <a:off x="3228058" y="2538190"/>
            <a:ext cx="962215" cy="522736"/>
          </a:xfrm>
          <a:prstGeom prst="rect">
            <a:avLst/>
          </a:prstGeom>
          <a:solidFill>
            <a:srgbClr val="004F71"/>
          </a:solidFill>
          <a:ln>
            <a:solidFill>
              <a:srgbClr val="004F71"/>
            </a:solidFill>
          </a:ln>
        </p:spPr>
        <p:txBody>
          <a:bodyPr wrap="square" rtlCol="0">
            <a:spAutoFit/>
          </a:bodyPr>
          <a:lstStyle/>
          <a:p>
            <a:r>
              <a:rPr lang="en-US" sz="1348" dirty="0">
                <a:solidFill>
                  <a:schemeClr val="bg1"/>
                </a:solidFill>
              </a:rPr>
              <a:t>To:       D</a:t>
            </a:r>
          </a:p>
          <a:p>
            <a:r>
              <a:rPr lang="en-US" sz="1348" dirty="0">
                <a:solidFill>
                  <a:schemeClr val="bg1"/>
                </a:solidFill>
              </a:rPr>
              <a:t>From:   A</a:t>
            </a:r>
          </a:p>
        </p:txBody>
      </p:sp>
      <p:sp>
        <p:nvSpPr>
          <p:cNvPr id="18" name="TextBox 17">
            <a:extLst>
              <a:ext uri="{FF2B5EF4-FFF2-40B4-BE49-F238E27FC236}">
                <a16:creationId xmlns:a16="http://schemas.microsoft.com/office/drawing/2014/main" id="{F576A433-360C-E441-48FD-3DA499AB5BE9}"/>
              </a:ext>
            </a:extLst>
          </p:cNvPr>
          <p:cNvSpPr txBox="1"/>
          <p:nvPr/>
        </p:nvSpPr>
        <p:spPr>
          <a:xfrm>
            <a:off x="628648" y="1289584"/>
            <a:ext cx="3484131" cy="922368"/>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798" dirty="0">
                <a:solidFill>
                  <a:srgbClr val="20282F"/>
                </a:solidFill>
              </a:rPr>
              <a:t>A switch sends transmissions from one port to only a single destination port.</a:t>
            </a:r>
          </a:p>
        </p:txBody>
      </p:sp>
      <p:sp>
        <p:nvSpPr>
          <p:cNvPr id="19" name="Rectangle: Rounded Corners 3">
            <a:extLst>
              <a:ext uri="{FF2B5EF4-FFF2-40B4-BE49-F238E27FC236}">
                <a16:creationId xmlns:a16="http://schemas.microsoft.com/office/drawing/2014/main" id="{84B802C1-E14A-AE70-805C-51EA85FEF739}"/>
              </a:ext>
            </a:extLst>
          </p:cNvPr>
          <p:cNvSpPr/>
          <p:nvPr/>
        </p:nvSpPr>
        <p:spPr>
          <a:xfrm>
            <a:off x="4574843" y="1917076"/>
            <a:ext cx="182078" cy="131853"/>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348" dirty="0"/>
          </a:p>
        </p:txBody>
      </p:sp>
      <p:sp>
        <p:nvSpPr>
          <p:cNvPr id="20" name="Rectangle: Rounded Corners 8">
            <a:extLst>
              <a:ext uri="{FF2B5EF4-FFF2-40B4-BE49-F238E27FC236}">
                <a16:creationId xmlns:a16="http://schemas.microsoft.com/office/drawing/2014/main" id="{39563698-233A-F273-40E9-486B0FAA6FCA}"/>
              </a:ext>
            </a:extLst>
          </p:cNvPr>
          <p:cNvSpPr/>
          <p:nvPr/>
        </p:nvSpPr>
        <p:spPr>
          <a:xfrm>
            <a:off x="4993978" y="1917076"/>
            <a:ext cx="182078" cy="131853"/>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348" dirty="0"/>
          </a:p>
        </p:txBody>
      </p:sp>
      <p:sp>
        <p:nvSpPr>
          <p:cNvPr id="21" name="Rectangle: Rounded Corners 11">
            <a:extLst>
              <a:ext uri="{FF2B5EF4-FFF2-40B4-BE49-F238E27FC236}">
                <a16:creationId xmlns:a16="http://schemas.microsoft.com/office/drawing/2014/main" id="{6DB85127-1BEE-81A4-92AF-D3700A51CF21}"/>
              </a:ext>
            </a:extLst>
          </p:cNvPr>
          <p:cNvSpPr/>
          <p:nvPr/>
        </p:nvSpPr>
        <p:spPr>
          <a:xfrm>
            <a:off x="5834505" y="1917076"/>
            <a:ext cx="182078" cy="131853"/>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348" dirty="0"/>
          </a:p>
        </p:txBody>
      </p:sp>
      <p:sp>
        <p:nvSpPr>
          <p:cNvPr id="22" name="Rectangle: Rounded Corners 12">
            <a:extLst>
              <a:ext uri="{FF2B5EF4-FFF2-40B4-BE49-F238E27FC236}">
                <a16:creationId xmlns:a16="http://schemas.microsoft.com/office/drawing/2014/main" id="{B51286E4-5E47-F45C-3598-D968416444D0}"/>
              </a:ext>
            </a:extLst>
          </p:cNvPr>
          <p:cNvSpPr/>
          <p:nvPr/>
        </p:nvSpPr>
        <p:spPr>
          <a:xfrm>
            <a:off x="5414242" y="1917076"/>
            <a:ext cx="182078" cy="131853"/>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348" dirty="0"/>
          </a:p>
        </p:txBody>
      </p:sp>
      <p:cxnSp>
        <p:nvCxnSpPr>
          <p:cNvPr id="23" name="Straight Connector 22">
            <a:extLst>
              <a:ext uri="{FF2B5EF4-FFF2-40B4-BE49-F238E27FC236}">
                <a16:creationId xmlns:a16="http://schemas.microsoft.com/office/drawing/2014/main" id="{6332C682-EB59-891C-4DD0-FE309F5DE633}"/>
              </a:ext>
            </a:extLst>
          </p:cNvPr>
          <p:cNvCxnSpPr>
            <a:cxnSpLocks/>
            <a:stCxn id="20" idx="2"/>
          </p:cNvCxnSpPr>
          <p:nvPr/>
        </p:nvCxnSpPr>
        <p:spPr>
          <a:xfrm flipH="1">
            <a:off x="4665882" y="2048929"/>
            <a:ext cx="419135" cy="144569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5E5F240-DA53-2ED5-7766-567BC7AD0860}"/>
              </a:ext>
            </a:extLst>
          </p:cNvPr>
          <p:cNvCxnSpPr>
            <a:cxnSpLocks/>
            <a:stCxn id="22" idx="2"/>
          </p:cNvCxnSpPr>
          <p:nvPr/>
        </p:nvCxnSpPr>
        <p:spPr>
          <a:xfrm>
            <a:off x="5505281" y="2048929"/>
            <a:ext cx="511302" cy="144569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9537073-AB34-F2DD-1638-2E55859F118D}"/>
              </a:ext>
            </a:extLst>
          </p:cNvPr>
          <p:cNvSpPr txBox="1"/>
          <p:nvPr/>
        </p:nvSpPr>
        <p:spPr>
          <a:xfrm>
            <a:off x="2713582" y="3634392"/>
            <a:ext cx="367305" cy="307492"/>
          </a:xfrm>
          <a:prstGeom prst="rect">
            <a:avLst/>
          </a:prstGeom>
          <a:noFill/>
        </p:spPr>
        <p:txBody>
          <a:bodyPr wrap="square" rtlCol="0">
            <a:spAutoFit/>
          </a:bodyPr>
          <a:lstStyle/>
          <a:p>
            <a:pPr algn="ctr"/>
            <a:r>
              <a:rPr lang="en-US" sz="1348" b="1" dirty="0">
                <a:solidFill>
                  <a:schemeClr val="accent6"/>
                </a:solidFill>
              </a:rPr>
              <a:t>A</a:t>
            </a:r>
          </a:p>
        </p:txBody>
      </p:sp>
      <p:sp>
        <p:nvSpPr>
          <p:cNvPr id="25" name="TextBox 24">
            <a:extLst>
              <a:ext uri="{FF2B5EF4-FFF2-40B4-BE49-F238E27FC236}">
                <a16:creationId xmlns:a16="http://schemas.microsoft.com/office/drawing/2014/main" id="{24877FA9-DAFB-6867-5AD9-A6403E78832D}"/>
              </a:ext>
            </a:extLst>
          </p:cNvPr>
          <p:cNvSpPr txBox="1"/>
          <p:nvPr/>
        </p:nvSpPr>
        <p:spPr>
          <a:xfrm>
            <a:off x="4389616" y="3627732"/>
            <a:ext cx="367305" cy="307492"/>
          </a:xfrm>
          <a:prstGeom prst="rect">
            <a:avLst/>
          </a:prstGeom>
          <a:noFill/>
        </p:spPr>
        <p:txBody>
          <a:bodyPr wrap="square" rtlCol="0">
            <a:spAutoFit/>
          </a:bodyPr>
          <a:lstStyle/>
          <a:p>
            <a:pPr algn="ctr"/>
            <a:r>
              <a:rPr lang="en-US" sz="1348" b="1" dirty="0">
                <a:solidFill>
                  <a:schemeClr val="accent6"/>
                </a:solidFill>
              </a:rPr>
              <a:t>B</a:t>
            </a:r>
          </a:p>
        </p:txBody>
      </p:sp>
      <p:sp>
        <p:nvSpPr>
          <p:cNvPr id="26" name="TextBox 25">
            <a:extLst>
              <a:ext uri="{FF2B5EF4-FFF2-40B4-BE49-F238E27FC236}">
                <a16:creationId xmlns:a16="http://schemas.microsoft.com/office/drawing/2014/main" id="{D0E71097-C13A-DDFB-8823-ED49E4A8639A}"/>
              </a:ext>
            </a:extLst>
          </p:cNvPr>
          <p:cNvSpPr txBox="1"/>
          <p:nvPr/>
        </p:nvSpPr>
        <p:spPr>
          <a:xfrm>
            <a:off x="5659112" y="3640870"/>
            <a:ext cx="367305" cy="307492"/>
          </a:xfrm>
          <a:prstGeom prst="rect">
            <a:avLst/>
          </a:prstGeom>
          <a:noFill/>
        </p:spPr>
        <p:txBody>
          <a:bodyPr wrap="square" rtlCol="0">
            <a:spAutoFit/>
          </a:bodyPr>
          <a:lstStyle/>
          <a:p>
            <a:pPr algn="ctr"/>
            <a:r>
              <a:rPr lang="en-US" sz="1348" b="1" dirty="0">
                <a:solidFill>
                  <a:schemeClr val="accent6"/>
                </a:solidFill>
              </a:rPr>
              <a:t>C</a:t>
            </a:r>
          </a:p>
        </p:txBody>
      </p:sp>
      <p:sp>
        <p:nvSpPr>
          <p:cNvPr id="27" name="TextBox 26">
            <a:extLst>
              <a:ext uri="{FF2B5EF4-FFF2-40B4-BE49-F238E27FC236}">
                <a16:creationId xmlns:a16="http://schemas.microsoft.com/office/drawing/2014/main" id="{555744C5-2FA3-EF72-D9C0-E3898A7F7575}"/>
              </a:ext>
            </a:extLst>
          </p:cNvPr>
          <p:cNvSpPr txBox="1"/>
          <p:nvPr/>
        </p:nvSpPr>
        <p:spPr>
          <a:xfrm>
            <a:off x="7393616" y="3640870"/>
            <a:ext cx="367305" cy="307492"/>
          </a:xfrm>
          <a:prstGeom prst="rect">
            <a:avLst/>
          </a:prstGeom>
          <a:noFill/>
        </p:spPr>
        <p:txBody>
          <a:bodyPr wrap="square" rtlCol="0">
            <a:spAutoFit/>
          </a:bodyPr>
          <a:lstStyle/>
          <a:p>
            <a:pPr algn="ctr"/>
            <a:r>
              <a:rPr lang="en-US" sz="1348" b="1" dirty="0">
                <a:solidFill>
                  <a:schemeClr val="accent6"/>
                </a:solidFill>
              </a:rPr>
              <a:t>D</a:t>
            </a:r>
          </a:p>
        </p:txBody>
      </p:sp>
      <p:pic>
        <p:nvPicPr>
          <p:cNvPr id="29" name="Graphic 28" descr="Monitor with solid fill">
            <a:extLst>
              <a:ext uri="{FF2B5EF4-FFF2-40B4-BE49-F238E27FC236}">
                <a16:creationId xmlns:a16="http://schemas.microsoft.com/office/drawing/2014/main" id="{C1FF4451-3574-0E4D-D054-A3B96EB5869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48683" y="3392484"/>
            <a:ext cx="914400" cy="914400"/>
          </a:xfrm>
          <a:prstGeom prst="rect">
            <a:avLst/>
          </a:prstGeom>
        </p:spPr>
      </p:pic>
      <p:pic>
        <p:nvPicPr>
          <p:cNvPr id="30" name="Graphic 29" descr="Monitor with solid fill">
            <a:extLst>
              <a:ext uri="{FF2B5EF4-FFF2-40B4-BE49-F238E27FC236}">
                <a16:creationId xmlns:a16="http://schemas.microsoft.com/office/drawing/2014/main" id="{495D64E3-B2BB-8F27-9EA2-53C8B502E1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12779" y="3392484"/>
            <a:ext cx="914400" cy="914400"/>
          </a:xfrm>
          <a:prstGeom prst="rect">
            <a:avLst/>
          </a:prstGeom>
        </p:spPr>
      </p:pic>
      <p:pic>
        <p:nvPicPr>
          <p:cNvPr id="31" name="Graphic 30" descr="Monitor with solid fill">
            <a:extLst>
              <a:ext uri="{FF2B5EF4-FFF2-40B4-BE49-F238E27FC236}">
                <a16:creationId xmlns:a16="http://schemas.microsoft.com/office/drawing/2014/main" id="{3C187A3C-7150-8E67-3852-4B3AF1A6B78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85564" y="3390356"/>
            <a:ext cx="914400" cy="914400"/>
          </a:xfrm>
          <a:prstGeom prst="rect">
            <a:avLst/>
          </a:prstGeom>
        </p:spPr>
      </p:pic>
      <p:pic>
        <p:nvPicPr>
          <p:cNvPr id="32" name="Graphic 31" descr="Monitor with solid fill">
            <a:extLst>
              <a:ext uri="{FF2B5EF4-FFF2-40B4-BE49-F238E27FC236}">
                <a16:creationId xmlns:a16="http://schemas.microsoft.com/office/drawing/2014/main" id="{688409D1-96E5-F315-A3E3-19AF16DF7B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0068" y="3374781"/>
            <a:ext cx="914400" cy="914400"/>
          </a:xfrm>
          <a:prstGeom prst="rect">
            <a:avLst/>
          </a:prstGeom>
        </p:spPr>
      </p:pic>
    </p:spTree>
    <p:extLst>
      <p:ext uri="{BB962C8B-B14F-4D97-AF65-F5344CB8AC3E}">
        <p14:creationId xmlns:p14="http://schemas.microsoft.com/office/powerpoint/2010/main" val="36248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3E253-7ADE-5C84-0EBF-7E79A91435C0}"/>
              </a:ext>
            </a:extLst>
          </p:cNvPr>
          <p:cNvSpPr>
            <a:spLocks noGrp="1"/>
          </p:cNvSpPr>
          <p:nvPr>
            <p:ph type="title"/>
          </p:nvPr>
        </p:nvSpPr>
        <p:spPr>
          <a:xfrm>
            <a:off x="628649" y="584942"/>
            <a:ext cx="7886699" cy="572790"/>
          </a:xfrm>
        </p:spPr>
        <p:txBody>
          <a:bodyPr>
            <a:normAutofit fontScale="90000"/>
          </a:bodyPr>
          <a:lstStyle/>
          <a:p>
            <a:r>
              <a:rPr lang="en-US" dirty="0"/>
              <a:t>Ethernet Switch Types</a:t>
            </a:r>
          </a:p>
        </p:txBody>
      </p:sp>
      <p:sp>
        <p:nvSpPr>
          <p:cNvPr id="3" name="Slide Number Placeholder 2">
            <a:extLst>
              <a:ext uri="{FF2B5EF4-FFF2-40B4-BE49-F238E27FC236}">
                <a16:creationId xmlns:a16="http://schemas.microsoft.com/office/drawing/2014/main" id="{5571B0B3-9ADC-3DB6-CE60-74C4D0C87254}"/>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15</a:t>
            </a:fld>
            <a:endParaRPr lang="en-US" dirty="0"/>
          </a:p>
        </p:txBody>
      </p:sp>
      <p:sp>
        <p:nvSpPr>
          <p:cNvPr id="5" name="Footer Placeholder 4">
            <a:extLst>
              <a:ext uri="{FF2B5EF4-FFF2-40B4-BE49-F238E27FC236}">
                <a16:creationId xmlns:a16="http://schemas.microsoft.com/office/drawing/2014/main" id="{5D8B04CF-9DF7-1FCB-9DBE-2CF5E9B35D1C}"/>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0" name="Content Placeholder 9">
            <a:extLst>
              <a:ext uri="{FF2B5EF4-FFF2-40B4-BE49-F238E27FC236}">
                <a16:creationId xmlns:a16="http://schemas.microsoft.com/office/drawing/2014/main" id="{080F5651-8187-07D3-CAFE-92F5C5F9B428}"/>
              </a:ext>
            </a:extLst>
          </p:cNvPr>
          <p:cNvGraphicFramePr>
            <a:graphicFrameLocks noGrp="1"/>
          </p:cNvGraphicFramePr>
          <p:nvPr>
            <p:ph idx="1"/>
            <p:extLst>
              <p:ext uri="{D42A27DB-BD31-4B8C-83A1-F6EECF244321}">
                <p14:modId xmlns:p14="http://schemas.microsoft.com/office/powerpoint/2010/main" val="430445922"/>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60576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27AB3-9C5C-3784-FA80-ABE25275E4B0}"/>
              </a:ext>
            </a:extLst>
          </p:cNvPr>
          <p:cNvSpPr>
            <a:spLocks noGrp="1"/>
          </p:cNvSpPr>
          <p:nvPr>
            <p:ph type="title"/>
          </p:nvPr>
        </p:nvSpPr>
        <p:spPr>
          <a:xfrm>
            <a:off x="628649" y="584942"/>
            <a:ext cx="7886699" cy="572790"/>
          </a:xfrm>
        </p:spPr>
        <p:txBody>
          <a:bodyPr>
            <a:normAutofit fontScale="90000"/>
          </a:bodyPr>
          <a:lstStyle/>
          <a:p>
            <a:r>
              <a:rPr lang="en-US" dirty="0"/>
              <a:t>Activity: Matching</a:t>
            </a:r>
          </a:p>
        </p:txBody>
      </p:sp>
      <p:sp>
        <p:nvSpPr>
          <p:cNvPr id="3" name="Slide Number Placeholder 2">
            <a:extLst>
              <a:ext uri="{FF2B5EF4-FFF2-40B4-BE49-F238E27FC236}">
                <a16:creationId xmlns:a16="http://schemas.microsoft.com/office/drawing/2014/main" id="{8002569A-E607-7FC5-0305-D9996C04E2E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16</a:t>
            </a:fld>
            <a:endParaRPr lang="en-US" dirty="0"/>
          </a:p>
        </p:txBody>
      </p:sp>
      <p:sp>
        <p:nvSpPr>
          <p:cNvPr id="5" name="Footer Placeholder 4">
            <a:extLst>
              <a:ext uri="{FF2B5EF4-FFF2-40B4-BE49-F238E27FC236}">
                <a16:creationId xmlns:a16="http://schemas.microsoft.com/office/drawing/2014/main" id="{41B3BE96-8F41-1C21-EC3B-968D9B67DF84}"/>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6" name="Diagram 5">
            <a:extLst>
              <a:ext uri="{FF2B5EF4-FFF2-40B4-BE49-F238E27FC236}">
                <a16:creationId xmlns:a16="http://schemas.microsoft.com/office/drawing/2014/main" id="{62BFFB98-D74D-C03A-5A9A-069902781A1F}"/>
              </a:ext>
            </a:extLst>
          </p:cNvPr>
          <p:cNvGraphicFramePr/>
          <p:nvPr>
            <p:extLst>
              <p:ext uri="{D42A27DB-BD31-4B8C-83A1-F6EECF244321}">
                <p14:modId xmlns:p14="http://schemas.microsoft.com/office/powerpoint/2010/main" val="1001700441"/>
              </p:ext>
            </p:extLst>
          </p:nvPr>
        </p:nvGraphicFramePr>
        <p:xfrm>
          <a:off x="426302" y="1543259"/>
          <a:ext cx="8291397" cy="10545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croll: Horizontal 3">
            <a:extLst>
              <a:ext uri="{FF2B5EF4-FFF2-40B4-BE49-F238E27FC236}">
                <a16:creationId xmlns:a16="http://schemas.microsoft.com/office/drawing/2014/main" id="{D82411EA-4E01-B6C3-4049-C64E8C8DFE02}"/>
              </a:ext>
            </a:extLst>
          </p:cNvPr>
          <p:cNvSpPr/>
          <p:nvPr/>
        </p:nvSpPr>
        <p:spPr>
          <a:xfrm>
            <a:off x="922494" y="2912430"/>
            <a:ext cx="7299008" cy="1535146"/>
          </a:xfrm>
          <a:prstGeom prst="horizontalScroll">
            <a:avLst/>
          </a:prstGeom>
          <a:solidFill>
            <a:srgbClr val="004F7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Improves network efficiency by dividing it </a:t>
            </a:r>
            <a:br>
              <a:rPr lang="en-US" sz="2000" dirty="0"/>
            </a:br>
            <a:r>
              <a:rPr lang="en-US" sz="2000" dirty="0"/>
              <a:t>into smaller, manageable sections</a:t>
            </a:r>
          </a:p>
        </p:txBody>
      </p:sp>
      <p:sp>
        <p:nvSpPr>
          <p:cNvPr id="9" name="TextBox 8">
            <a:extLst>
              <a:ext uri="{FF2B5EF4-FFF2-40B4-BE49-F238E27FC236}">
                <a16:creationId xmlns:a16="http://schemas.microsoft.com/office/drawing/2014/main" id="{F196B2F9-63C3-C1FB-2AF7-D2194C68BFBB}"/>
              </a:ext>
            </a:extLst>
          </p:cNvPr>
          <p:cNvSpPr txBox="1"/>
          <p:nvPr/>
        </p:nvSpPr>
        <p:spPr>
          <a:xfrm>
            <a:off x="539496" y="2953512"/>
            <a:ext cx="184731" cy="299954"/>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40635370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27AB3-9C5C-3784-FA80-ABE25275E4B0}"/>
              </a:ext>
            </a:extLst>
          </p:cNvPr>
          <p:cNvSpPr>
            <a:spLocks noGrp="1"/>
          </p:cNvSpPr>
          <p:nvPr>
            <p:ph type="title"/>
          </p:nvPr>
        </p:nvSpPr>
        <p:spPr>
          <a:xfrm>
            <a:off x="628649" y="584942"/>
            <a:ext cx="7886699" cy="572790"/>
          </a:xfrm>
        </p:spPr>
        <p:txBody>
          <a:bodyPr>
            <a:normAutofit fontScale="90000"/>
          </a:bodyPr>
          <a:lstStyle/>
          <a:p>
            <a:r>
              <a:rPr lang="en-US" dirty="0"/>
              <a:t>Activity: Matching</a:t>
            </a:r>
          </a:p>
        </p:txBody>
      </p:sp>
      <p:sp>
        <p:nvSpPr>
          <p:cNvPr id="3" name="Slide Number Placeholder 2">
            <a:extLst>
              <a:ext uri="{FF2B5EF4-FFF2-40B4-BE49-F238E27FC236}">
                <a16:creationId xmlns:a16="http://schemas.microsoft.com/office/drawing/2014/main" id="{8002569A-E607-7FC5-0305-D9996C04E2E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17</a:t>
            </a:fld>
            <a:endParaRPr lang="en-US" dirty="0"/>
          </a:p>
        </p:txBody>
      </p:sp>
      <p:sp>
        <p:nvSpPr>
          <p:cNvPr id="5" name="Footer Placeholder 4">
            <a:extLst>
              <a:ext uri="{FF2B5EF4-FFF2-40B4-BE49-F238E27FC236}">
                <a16:creationId xmlns:a16="http://schemas.microsoft.com/office/drawing/2014/main" id="{41B3BE96-8F41-1C21-EC3B-968D9B67DF84}"/>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6" name="Diagram 5">
            <a:extLst>
              <a:ext uri="{FF2B5EF4-FFF2-40B4-BE49-F238E27FC236}">
                <a16:creationId xmlns:a16="http://schemas.microsoft.com/office/drawing/2014/main" id="{62BFFB98-D74D-C03A-5A9A-069902781A1F}"/>
              </a:ext>
            </a:extLst>
          </p:cNvPr>
          <p:cNvGraphicFramePr/>
          <p:nvPr>
            <p:extLst>
              <p:ext uri="{D42A27DB-BD31-4B8C-83A1-F6EECF244321}">
                <p14:modId xmlns:p14="http://schemas.microsoft.com/office/powerpoint/2010/main" val="3191341038"/>
              </p:ext>
            </p:extLst>
          </p:nvPr>
        </p:nvGraphicFramePr>
        <p:xfrm>
          <a:off x="426302" y="1543259"/>
          <a:ext cx="8291397" cy="10545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croll: Horizontal 3">
            <a:extLst>
              <a:ext uri="{FF2B5EF4-FFF2-40B4-BE49-F238E27FC236}">
                <a16:creationId xmlns:a16="http://schemas.microsoft.com/office/drawing/2014/main" id="{D82411EA-4E01-B6C3-4049-C64E8C8DFE02}"/>
              </a:ext>
            </a:extLst>
          </p:cNvPr>
          <p:cNvSpPr/>
          <p:nvPr/>
        </p:nvSpPr>
        <p:spPr>
          <a:xfrm>
            <a:off x="922494" y="2942233"/>
            <a:ext cx="7299008" cy="1535146"/>
          </a:xfrm>
          <a:prstGeom prst="horizontalScroll">
            <a:avLst/>
          </a:prstGeom>
          <a:solidFill>
            <a:srgbClr val="004F7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Improves network efficiency by dividing it </a:t>
            </a:r>
            <a:br>
              <a:rPr lang="en-US" sz="2000" dirty="0"/>
            </a:br>
            <a:r>
              <a:rPr lang="en-US" sz="2000" dirty="0"/>
              <a:t>into smaller, manageable sections</a:t>
            </a:r>
          </a:p>
        </p:txBody>
      </p:sp>
      <p:pic>
        <p:nvPicPr>
          <p:cNvPr id="8" name="Graphic 7" descr="Checkmark with solid fill">
            <a:extLst>
              <a:ext uri="{FF2B5EF4-FFF2-40B4-BE49-F238E27FC236}">
                <a16:creationId xmlns:a16="http://schemas.microsoft.com/office/drawing/2014/main" id="{604BB539-3A6F-28D8-DBCB-CF5D66325F6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490262" y="1086482"/>
            <a:ext cx="913553" cy="913553"/>
          </a:xfrm>
          <a:prstGeom prst="rect">
            <a:avLst/>
          </a:prstGeom>
        </p:spPr>
      </p:pic>
      <p:sp>
        <p:nvSpPr>
          <p:cNvPr id="9" name="TextBox 8">
            <a:extLst>
              <a:ext uri="{FF2B5EF4-FFF2-40B4-BE49-F238E27FC236}">
                <a16:creationId xmlns:a16="http://schemas.microsoft.com/office/drawing/2014/main" id="{F196B2F9-63C3-C1FB-2AF7-D2194C68BFBB}"/>
              </a:ext>
            </a:extLst>
          </p:cNvPr>
          <p:cNvSpPr txBox="1"/>
          <p:nvPr/>
        </p:nvSpPr>
        <p:spPr>
          <a:xfrm>
            <a:off x="539496" y="2953512"/>
            <a:ext cx="184731" cy="299954"/>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3935268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2F9C8-A5A6-BA47-8EA2-C00FBA46CF2D}"/>
              </a:ext>
            </a:extLst>
          </p:cNvPr>
          <p:cNvSpPr>
            <a:spLocks noGrp="1"/>
          </p:cNvSpPr>
          <p:nvPr>
            <p:ph type="title"/>
          </p:nvPr>
        </p:nvSpPr>
        <p:spPr>
          <a:xfrm>
            <a:off x="628649" y="584942"/>
            <a:ext cx="7886699" cy="572790"/>
          </a:xfrm>
        </p:spPr>
        <p:txBody>
          <a:bodyPr>
            <a:normAutofit fontScale="90000"/>
          </a:bodyPr>
          <a:lstStyle/>
          <a:p>
            <a:r>
              <a:rPr lang="en-US" dirty="0"/>
              <a:t>Activity: Matching</a:t>
            </a:r>
          </a:p>
        </p:txBody>
      </p:sp>
      <p:sp>
        <p:nvSpPr>
          <p:cNvPr id="3" name="Slide Number Placeholder 2">
            <a:extLst>
              <a:ext uri="{FF2B5EF4-FFF2-40B4-BE49-F238E27FC236}">
                <a16:creationId xmlns:a16="http://schemas.microsoft.com/office/drawing/2014/main" id="{1216C64C-991B-231C-3E93-F695B44DD767}"/>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18</a:t>
            </a:fld>
            <a:endParaRPr lang="en-US" dirty="0"/>
          </a:p>
        </p:txBody>
      </p:sp>
      <p:sp>
        <p:nvSpPr>
          <p:cNvPr id="5" name="Footer Placeholder 4">
            <a:extLst>
              <a:ext uri="{FF2B5EF4-FFF2-40B4-BE49-F238E27FC236}">
                <a16:creationId xmlns:a16="http://schemas.microsoft.com/office/drawing/2014/main" id="{2D5E12A4-DBB4-2743-A9DB-5DCF415186D0}"/>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6" name="Diagram 5">
            <a:extLst>
              <a:ext uri="{FF2B5EF4-FFF2-40B4-BE49-F238E27FC236}">
                <a16:creationId xmlns:a16="http://schemas.microsoft.com/office/drawing/2014/main" id="{1C967960-8EEB-A8E2-DD5E-78F3387C92D9}"/>
              </a:ext>
            </a:extLst>
          </p:cNvPr>
          <p:cNvGraphicFramePr/>
          <p:nvPr>
            <p:extLst>
              <p:ext uri="{D42A27DB-BD31-4B8C-83A1-F6EECF244321}">
                <p14:modId xmlns:p14="http://schemas.microsoft.com/office/powerpoint/2010/main" val="4029363753"/>
              </p:ext>
            </p:extLst>
          </p:nvPr>
        </p:nvGraphicFramePr>
        <p:xfrm>
          <a:off x="426302" y="1543259"/>
          <a:ext cx="8291397" cy="10545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croll: Horizontal 3">
            <a:extLst>
              <a:ext uri="{FF2B5EF4-FFF2-40B4-BE49-F238E27FC236}">
                <a16:creationId xmlns:a16="http://schemas.microsoft.com/office/drawing/2014/main" id="{B36DC24B-BABE-EDC1-D638-61A70FCC103C}"/>
              </a:ext>
            </a:extLst>
          </p:cNvPr>
          <p:cNvSpPr/>
          <p:nvPr/>
        </p:nvSpPr>
        <p:spPr>
          <a:xfrm>
            <a:off x="917787" y="2976113"/>
            <a:ext cx="7299008" cy="1535146"/>
          </a:xfrm>
          <a:prstGeom prst="horizontalScroll">
            <a:avLst/>
          </a:prstGeom>
          <a:solidFill>
            <a:srgbClr val="004F7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Operates by creating a single shared communication path between multiple devices in a network</a:t>
            </a:r>
          </a:p>
        </p:txBody>
      </p:sp>
    </p:spTree>
    <p:extLst>
      <p:ext uri="{BB962C8B-B14F-4D97-AF65-F5344CB8AC3E}">
        <p14:creationId xmlns:p14="http://schemas.microsoft.com/office/powerpoint/2010/main" val="21942029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2F9C8-A5A6-BA47-8EA2-C00FBA46CF2D}"/>
              </a:ext>
            </a:extLst>
          </p:cNvPr>
          <p:cNvSpPr>
            <a:spLocks noGrp="1"/>
          </p:cNvSpPr>
          <p:nvPr>
            <p:ph type="title"/>
          </p:nvPr>
        </p:nvSpPr>
        <p:spPr>
          <a:xfrm>
            <a:off x="628649" y="584942"/>
            <a:ext cx="7886699" cy="572790"/>
          </a:xfrm>
        </p:spPr>
        <p:txBody>
          <a:bodyPr>
            <a:normAutofit fontScale="90000"/>
          </a:bodyPr>
          <a:lstStyle/>
          <a:p>
            <a:r>
              <a:rPr lang="en-US" dirty="0"/>
              <a:t>Activity: Matching</a:t>
            </a:r>
          </a:p>
        </p:txBody>
      </p:sp>
      <p:sp>
        <p:nvSpPr>
          <p:cNvPr id="3" name="Slide Number Placeholder 2">
            <a:extLst>
              <a:ext uri="{FF2B5EF4-FFF2-40B4-BE49-F238E27FC236}">
                <a16:creationId xmlns:a16="http://schemas.microsoft.com/office/drawing/2014/main" id="{1216C64C-991B-231C-3E93-F695B44DD767}"/>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19</a:t>
            </a:fld>
            <a:endParaRPr lang="en-US" dirty="0"/>
          </a:p>
        </p:txBody>
      </p:sp>
      <p:sp>
        <p:nvSpPr>
          <p:cNvPr id="5" name="Footer Placeholder 4">
            <a:extLst>
              <a:ext uri="{FF2B5EF4-FFF2-40B4-BE49-F238E27FC236}">
                <a16:creationId xmlns:a16="http://schemas.microsoft.com/office/drawing/2014/main" id="{2D5E12A4-DBB4-2743-A9DB-5DCF415186D0}"/>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6" name="Diagram 5">
            <a:extLst>
              <a:ext uri="{FF2B5EF4-FFF2-40B4-BE49-F238E27FC236}">
                <a16:creationId xmlns:a16="http://schemas.microsoft.com/office/drawing/2014/main" id="{1C967960-8EEB-A8E2-DD5E-78F3387C92D9}"/>
              </a:ext>
            </a:extLst>
          </p:cNvPr>
          <p:cNvGraphicFramePr/>
          <p:nvPr>
            <p:extLst>
              <p:ext uri="{D42A27DB-BD31-4B8C-83A1-F6EECF244321}">
                <p14:modId xmlns:p14="http://schemas.microsoft.com/office/powerpoint/2010/main" val="3882989958"/>
              </p:ext>
            </p:extLst>
          </p:nvPr>
        </p:nvGraphicFramePr>
        <p:xfrm>
          <a:off x="426302" y="1543259"/>
          <a:ext cx="8291397" cy="10545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croll: Horizontal 3">
            <a:extLst>
              <a:ext uri="{FF2B5EF4-FFF2-40B4-BE49-F238E27FC236}">
                <a16:creationId xmlns:a16="http://schemas.microsoft.com/office/drawing/2014/main" id="{B36DC24B-BABE-EDC1-D638-61A70FCC103C}"/>
              </a:ext>
            </a:extLst>
          </p:cNvPr>
          <p:cNvSpPr/>
          <p:nvPr/>
        </p:nvSpPr>
        <p:spPr>
          <a:xfrm>
            <a:off x="917787" y="2976113"/>
            <a:ext cx="7299008" cy="1535146"/>
          </a:xfrm>
          <a:prstGeom prst="horizontalScroll">
            <a:avLst/>
          </a:prstGeom>
          <a:solidFill>
            <a:srgbClr val="004F7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Operates by creating a single shared communication path between multiple devices in a network</a:t>
            </a:r>
          </a:p>
        </p:txBody>
      </p:sp>
      <p:pic>
        <p:nvPicPr>
          <p:cNvPr id="8" name="Graphic 7" descr="Checkmark with solid fill">
            <a:extLst>
              <a:ext uri="{FF2B5EF4-FFF2-40B4-BE49-F238E27FC236}">
                <a16:creationId xmlns:a16="http://schemas.microsoft.com/office/drawing/2014/main" id="{D75F0B51-DD5C-9165-E4E7-B3F55006321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99219" y="1165001"/>
            <a:ext cx="913553" cy="913553"/>
          </a:xfrm>
          <a:prstGeom prst="rect">
            <a:avLst/>
          </a:prstGeom>
        </p:spPr>
      </p:pic>
    </p:spTree>
    <p:extLst>
      <p:ext uri="{BB962C8B-B14F-4D97-AF65-F5344CB8AC3E}">
        <p14:creationId xmlns:p14="http://schemas.microsoft.com/office/powerpoint/2010/main" val="2411836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ECECF-3E71-97F1-EC20-1BE4B54955E8}"/>
              </a:ext>
            </a:extLst>
          </p:cNvPr>
          <p:cNvSpPr>
            <a:spLocks noGrp="1"/>
          </p:cNvSpPr>
          <p:nvPr>
            <p:ph type="title"/>
          </p:nvPr>
        </p:nvSpPr>
        <p:spPr>
          <a:xfrm>
            <a:off x="628649" y="584942"/>
            <a:ext cx="7886699" cy="572790"/>
          </a:xfrm>
        </p:spPr>
        <p:txBody>
          <a:bodyPr>
            <a:normAutofit fontScale="90000"/>
          </a:bodyPr>
          <a:lstStyle/>
          <a:p>
            <a:r>
              <a:rPr lang="en-US" dirty="0"/>
              <a:t>Activity: Matching</a:t>
            </a:r>
          </a:p>
        </p:txBody>
      </p:sp>
      <p:sp>
        <p:nvSpPr>
          <p:cNvPr id="3" name="Slide Number Placeholder 2">
            <a:extLst>
              <a:ext uri="{FF2B5EF4-FFF2-40B4-BE49-F238E27FC236}">
                <a16:creationId xmlns:a16="http://schemas.microsoft.com/office/drawing/2014/main" id="{51040B7B-D164-E4C4-03D4-35E081F40CE9}"/>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20</a:t>
            </a:fld>
            <a:endParaRPr lang="en-US" dirty="0"/>
          </a:p>
        </p:txBody>
      </p:sp>
      <p:sp>
        <p:nvSpPr>
          <p:cNvPr id="5" name="Footer Placeholder 4">
            <a:extLst>
              <a:ext uri="{FF2B5EF4-FFF2-40B4-BE49-F238E27FC236}">
                <a16:creationId xmlns:a16="http://schemas.microsoft.com/office/drawing/2014/main" id="{12BFF48B-D3FE-31F9-0C4C-5F72CD2CF4D7}"/>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6" name="Diagram 5">
            <a:extLst>
              <a:ext uri="{FF2B5EF4-FFF2-40B4-BE49-F238E27FC236}">
                <a16:creationId xmlns:a16="http://schemas.microsoft.com/office/drawing/2014/main" id="{F44B8CA3-CEDE-C862-975E-461688BD4B44}"/>
              </a:ext>
            </a:extLst>
          </p:cNvPr>
          <p:cNvGraphicFramePr/>
          <p:nvPr>
            <p:extLst>
              <p:ext uri="{D42A27DB-BD31-4B8C-83A1-F6EECF244321}">
                <p14:modId xmlns:p14="http://schemas.microsoft.com/office/powerpoint/2010/main" val="3768874690"/>
              </p:ext>
            </p:extLst>
          </p:nvPr>
        </p:nvGraphicFramePr>
        <p:xfrm>
          <a:off x="426302" y="1543259"/>
          <a:ext cx="8291397" cy="10545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croll: Horizontal 3">
            <a:extLst>
              <a:ext uri="{FF2B5EF4-FFF2-40B4-BE49-F238E27FC236}">
                <a16:creationId xmlns:a16="http://schemas.microsoft.com/office/drawing/2014/main" id="{E4291B34-E032-FE6B-1BFA-97C3603F7CE3}"/>
              </a:ext>
            </a:extLst>
          </p:cNvPr>
          <p:cNvSpPr/>
          <p:nvPr/>
        </p:nvSpPr>
        <p:spPr>
          <a:xfrm>
            <a:off x="917787" y="2976113"/>
            <a:ext cx="7299008" cy="1535146"/>
          </a:xfrm>
          <a:prstGeom prst="horizontalScroll">
            <a:avLst/>
          </a:prstGeom>
          <a:solidFill>
            <a:srgbClr val="004F7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Intelligently directs data to a specific port based on </a:t>
            </a:r>
            <a:br>
              <a:rPr lang="en-US" sz="2000" dirty="0"/>
            </a:br>
            <a:r>
              <a:rPr lang="en-US" sz="2000" dirty="0"/>
              <a:t>MAC addresses, reducing network congestion</a:t>
            </a:r>
          </a:p>
        </p:txBody>
      </p:sp>
    </p:spTree>
    <p:extLst>
      <p:ext uri="{BB962C8B-B14F-4D97-AF65-F5344CB8AC3E}">
        <p14:creationId xmlns:p14="http://schemas.microsoft.com/office/powerpoint/2010/main" val="40462606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ECECF-3E71-97F1-EC20-1BE4B54955E8}"/>
              </a:ext>
            </a:extLst>
          </p:cNvPr>
          <p:cNvSpPr>
            <a:spLocks noGrp="1"/>
          </p:cNvSpPr>
          <p:nvPr>
            <p:ph type="title"/>
          </p:nvPr>
        </p:nvSpPr>
        <p:spPr>
          <a:xfrm>
            <a:off x="628649" y="584942"/>
            <a:ext cx="7886699" cy="572790"/>
          </a:xfrm>
        </p:spPr>
        <p:txBody>
          <a:bodyPr>
            <a:normAutofit fontScale="90000"/>
          </a:bodyPr>
          <a:lstStyle/>
          <a:p>
            <a:r>
              <a:rPr lang="en-US" dirty="0"/>
              <a:t>Activity: Matching</a:t>
            </a:r>
          </a:p>
        </p:txBody>
      </p:sp>
      <p:sp>
        <p:nvSpPr>
          <p:cNvPr id="3" name="Slide Number Placeholder 2">
            <a:extLst>
              <a:ext uri="{FF2B5EF4-FFF2-40B4-BE49-F238E27FC236}">
                <a16:creationId xmlns:a16="http://schemas.microsoft.com/office/drawing/2014/main" id="{51040B7B-D164-E4C4-03D4-35E081F40CE9}"/>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21</a:t>
            </a:fld>
            <a:endParaRPr lang="en-US" dirty="0"/>
          </a:p>
        </p:txBody>
      </p:sp>
      <p:sp>
        <p:nvSpPr>
          <p:cNvPr id="5" name="Footer Placeholder 4">
            <a:extLst>
              <a:ext uri="{FF2B5EF4-FFF2-40B4-BE49-F238E27FC236}">
                <a16:creationId xmlns:a16="http://schemas.microsoft.com/office/drawing/2014/main" id="{12BFF48B-D3FE-31F9-0C4C-5F72CD2CF4D7}"/>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6" name="Diagram 5">
            <a:extLst>
              <a:ext uri="{FF2B5EF4-FFF2-40B4-BE49-F238E27FC236}">
                <a16:creationId xmlns:a16="http://schemas.microsoft.com/office/drawing/2014/main" id="{F44B8CA3-CEDE-C862-975E-461688BD4B44}"/>
              </a:ext>
            </a:extLst>
          </p:cNvPr>
          <p:cNvGraphicFramePr/>
          <p:nvPr>
            <p:extLst>
              <p:ext uri="{D42A27DB-BD31-4B8C-83A1-F6EECF244321}">
                <p14:modId xmlns:p14="http://schemas.microsoft.com/office/powerpoint/2010/main" val="2721872662"/>
              </p:ext>
            </p:extLst>
          </p:nvPr>
        </p:nvGraphicFramePr>
        <p:xfrm>
          <a:off x="426302" y="1543259"/>
          <a:ext cx="8291397" cy="10545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croll: Horizontal 3">
            <a:extLst>
              <a:ext uri="{FF2B5EF4-FFF2-40B4-BE49-F238E27FC236}">
                <a16:creationId xmlns:a16="http://schemas.microsoft.com/office/drawing/2014/main" id="{E4291B34-E032-FE6B-1BFA-97C3603F7CE3}"/>
              </a:ext>
            </a:extLst>
          </p:cNvPr>
          <p:cNvSpPr/>
          <p:nvPr/>
        </p:nvSpPr>
        <p:spPr>
          <a:xfrm>
            <a:off x="917787" y="2976113"/>
            <a:ext cx="7299008" cy="1535146"/>
          </a:xfrm>
          <a:prstGeom prst="horizontalScroll">
            <a:avLst/>
          </a:prstGeom>
          <a:solidFill>
            <a:srgbClr val="004F7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Intelligently directs data to a specific port based on </a:t>
            </a:r>
            <a:br>
              <a:rPr lang="en-US" sz="2000" dirty="0"/>
            </a:br>
            <a:r>
              <a:rPr lang="en-US" sz="2000" dirty="0"/>
              <a:t>MAC addresses, reducing network congestion</a:t>
            </a:r>
          </a:p>
        </p:txBody>
      </p:sp>
      <p:pic>
        <p:nvPicPr>
          <p:cNvPr id="8" name="Graphic 7" descr="Checkmark with solid fill">
            <a:extLst>
              <a:ext uri="{FF2B5EF4-FFF2-40B4-BE49-F238E27FC236}">
                <a16:creationId xmlns:a16="http://schemas.microsoft.com/office/drawing/2014/main" id="{4EBB91F0-FDD7-415B-F348-9461492ED15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653737" y="1021294"/>
            <a:ext cx="913553" cy="913553"/>
          </a:xfrm>
          <a:prstGeom prst="rect">
            <a:avLst/>
          </a:prstGeom>
        </p:spPr>
      </p:pic>
    </p:spTree>
    <p:extLst>
      <p:ext uri="{BB962C8B-B14F-4D97-AF65-F5344CB8AC3E}">
        <p14:creationId xmlns:p14="http://schemas.microsoft.com/office/powerpoint/2010/main" val="27017760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98E46-8781-E03B-013D-B0AF10E8BFAE}"/>
              </a:ext>
            </a:extLst>
          </p:cNvPr>
          <p:cNvSpPr>
            <a:spLocks noGrp="1"/>
          </p:cNvSpPr>
          <p:nvPr>
            <p:ph type="title"/>
          </p:nvPr>
        </p:nvSpPr>
        <p:spPr>
          <a:xfrm>
            <a:off x="628649" y="584942"/>
            <a:ext cx="7886699" cy="572790"/>
          </a:xfrm>
        </p:spPr>
        <p:txBody>
          <a:bodyPr>
            <a:normAutofit fontScale="90000"/>
          </a:bodyPr>
          <a:lstStyle/>
          <a:p>
            <a:r>
              <a:rPr lang="en-US" dirty="0"/>
              <a:t>Activity: Matching</a:t>
            </a:r>
          </a:p>
        </p:txBody>
      </p:sp>
      <p:sp>
        <p:nvSpPr>
          <p:cNvPr id="3" name="Slide Number Placeholder 2">
            <a:extLst>
              <a:ext uri="{FF2B5EF4-FFF2-40B4-BE49-F238E27FC236}">
                <a16:creationId xmlns:a16="http://schemas.microsoft.com/office/drawing/2014/main" id="{E4F5B7B7-3770-F8DA-BDEE-CCB2C48DEFE4}"/>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22</a:t>
            </a:fld>
            <a:endParaRPr lang="en-US" dirty="0"/>
          </a:p>
        </p:txBody>
      </p:sp>
      <p:sp>
        <p:nvSpPr>
          <p:cNvPr id="5" name="Footer Placeholder 4">
            <a:extLst>
              <a:ext uri="{FF2B5EF4-FFF2-40B4-BE49-F238E27FC236}">
                <a16:creationId xmlns:a16="http://schemas.microsoft.com/office/drawing/2014/main" id="{98A40CE8-18E1-43CA-51D2-960EB408528D}"/>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6" name="Diagram 5">
            <a:extLst>
              <a:ext uri="{FF2B5EF4-FFF2-40B4-BE49-F238E27FC236}">
                <a16:creationId xmlns:a16="http://schemas.microsoft.com/office/drawing/2014/main" id="{9807EABF-7F87-3A1F-AE78-1475B858DEB3}"/>
              </a:ext>
            </a:extLst>
          </p:cNvPr>
          <p:cNvGraphicFramePr/>
          <p:nvPr>
            <p:extLst>
              <p:ext uri="{D42A27DB-BD31-4B8C-83A1-F6EECF244321}">
                <p14:modId xmlns:p14="http://schemas.microsoft.com/office/powerpoint/2010/main" val="4087226850"/>
              </p:ext>
            </p:extLst>
          </p:nvPr>
        </p:nvGraphicFramePr>
        <p:xfrm>
          <a:off x="426302" y="1543259"/>
          <a:ext cx="8291397" cy="10545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croll: Horizontal 3">
            <a:extLst>
              <a:ext uri="{FF2B5EF4-FFF2-40B4-BE49-F238E27FC236}">
                <a16:creationId xmlns:a16="http://schemas.microsoft.com/office/drawing/2014/main" id="{4EF61140-69DF-CA55-A924-9916B8FF5529}"/>
              </a:ext>
            </a:extLst>
          </p:cNvPr>
          <p:cNvSpPr/>
          <p:nvPr/>
        </p:nvSpPr>
        <p:spPr>
          <a:xfrm>
            <a:off x="917787" y="2976113"/>
            <a:ext cx="7299008" cy="1535146"/>
          </a:xfrm>
          <a:prstGeom prst="horizontalScroll">
            <a:avLst/>
          </a:prstGeom>
          <a:solidFill>
            <a:srgbClr val="004F7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Operates primarily at the physical layer </a:t>
            </a:r>
          </a:p>
        </p:txBody>
      </p:sp>
    </p:spTree>
    <p:extLst>
      <p:ext uri="{BB962C8B-B14F-4D97-AF65-F5344CB8AC3E}">
        <p14:creationId xmlns:p14="http://schemas.microsoft.com/office/powerpoint/2010/main" val="36390802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98E46-8781-E03B-013D-B0AF10E8BFAE}"/>
              </a:ext>
            </a:extLst>
          </p:cNvPr>
          <p:cNvSpPr>
            <a:spLocks noGrp="1"/>
          </p:cNvSpPr>
          <p:nvPr>
            <p:ph type="title"/>
          </p:nvPr>
        </p:nvSpPr>
        <p:spPr>
          <a:xfrm>
            <a:off x="628649" y="584942"/>
            <a:ext cx="7886699" cy="572790"/>
          </a:xfrm>
        </p:spPr>
        <p:txBody>
          <a:bodyPr>
            <a:normAutofit fontScale="90000"/>
          </a:bodyPr>
          <a:lstStyle/>
          <a:p>
            <a:r>
              <a:rPr lang="en-US" dirty="0"/>
              <a:t>Activity: Matching</a:t>
            </a:r>
          </a:p>
        </p:txBody>
      </p:sp>
      <p:sp>
        <p:nvSpPr>
          <p:cNvPr id="3" name="Slide Number Placeholder 2">
            <a:extLst>
              <a:ext uri="{FF2B5EF4-FFF2-40B4-BE49-F238E27FC236}">
                <a16:creationId xmlns:a16="http://schemas.microsoft.com/office/drawing/2014/main" id="{E4F5B7B7-3770-F8DA-BDEE-CCB2C48DEFE4}"/>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23</a:t>
            </a:fld>
            <a:endParaRPr lang="en-US" dirty="0"/>
          </a:p>
        </p:txBody>
      </p:sp>
      <p:sp>
        <p:nvSpPr>
          <p:cNvPr id="5" name="Footer Placeholder 4">
            <a:extLst>
              <a:ext uri="{FF2B5EF4-FFF2-40B4-BE49-F238E27FC236}">
                <a16:creationId xmlns:a16="http://schemas.microsoft.com/office/drawing/2014/main" id="{98A40CE8-18E1-43CA-51D2-960EB408528D}"/>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6" name="Diagram 5">
            <a:extLst>
              <a:ext uri="{FF2B5EF4-FFF2-40B4-BE49-F238E27FC236}">
                <a16:creationId xmlns:a16="http://schemas.microsoft.com/office/drawing/2014/main" id="{9807EABF-7F87-3A1F-AE78-1475B858DEB3}"/>
              </a:ext>
            </a:extLst>
          </p:cNvPr>
          <p:cNvGraphicFramePr/>
          <p:nvPr>
            <p:extLst>
              <p:ext uri="{D42A27DB-BD31-4B8C-83A1-F6EECF244321}">
                <p14:modId xmlns:p14="http://schemas.microsoft.com/office/powerpoint/2010/main" val="2383548919"/>
              </p:ext>
            </p:extLst>
          </p:nvPr>
        </p:nvGraphicFramePr>
        <p:xfrm>
          <a:off x="426302" y="1543259"/>
          <a:ext cx="8291397" cy="10545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croll: Horizontal 3">
            <a:extLst>
              <a:ext uri="{FF2B5EF4-FFF2-40B4-BE49-F238E27FC236}">
                <a16:creationId xmlns:a16="http://schemas.microsoft.com/office/drawing/2014/main" id="{4EF61140-69DF-CA55-A924-9916B8FF5529}"/>
              </a:ext>
            </a:extLst>
          </p:cNvPr>
          <p:cNvSpPr/>
          <p:nvPr/>
        </p:nvSpPr>
        <p:spPr>
          <a:xfrm>
            <a:off x="917787" y="2976113"/>
            <a:ext cx="7299008" cy="1535146"/>
          </a:xfrm>
          <a:prstGeom prst="horizontalScroll">
            <a:avLst/>
          </a:prstGeom>
          <a:solidFill>
            <a:srgbClr val="004F7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Operates primarily at the physical layer </a:t>
            </a:r>
          </a:p>
        </p:txBody>
      </p:sp>
      <p:pic>
        <p:nvPicPr>
          <p:cNvPr id="8" name="Graphic 7" descr="Checkmark with solid fill">
            <a:extLst>
              <a:ext uri="{FF2B5EF4-FFF2-40B4-BE49-F238E27FC236}">
                <a16:creationId xmlns:a16="http://schemas.microsoft.com/office/drawing/2014/main" id="{FF8194BA-6E9C-288F-88C6-D3950F55929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89801" y="1246130"/>
            <a:ext cx="913553" cy="913553"/>
          </a:xfrm>
          <a:prstGeom prst="rect">
            <a:avLst/>
          </a:prstGeom>
        </p:spPr>
      </p:pic>
    </p:spTree>
    <p:extLst>
      <p:ext uri="{BB962C8B-B14F-4D97-AF65-F5344CB8AC3E}">
        <p14:creationId xmlns:p14="http://schemas.microsoft.com/office/powerpoint/2010/main" val="272273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A3745-B83D-E634-1F05-D2F959557300}"/>
              </a:ext>
            </a:extLst>
          </p:cNvPr>
          <p:cNvSpPr>
            <a:spLocks noGrp="1"/>
          </p:cNvSpPr>
          <p:nvPr>
            <p:ph type="title"/>
          </p:nvPr>
        </p:nvSpPr>
        <p:spPr>
          <a:xfrm>
            <a:off x="628649" y="584942"/>
            <a:ext cx="7886699" cy="572790"/>
          </a:xfrm>
        </p:spPr>
        <p:txBody>
          <a:bodyPr>
            <a:normAutofit fontScale="90000"/>
          </a:bodyPr>
          <a:lstStyle/>
          <a:p>
            <a:r>
              <a:rPr lang="en-US" dirty="0"/>
              <a:t>Activity: Matching</a:t>
            </a:r>
          </a:p>
        </p:txBody>
      </p:sp>
      <p:sp>
        <p:nvSpPr>
          <p:cNvPr id="3" name="Slide Number Placeholder 2">
            <a:extLst>
              <a:ext uri="{FF2B5EF4-FFF2-40B4-BE49-F238E27FC236}">
                <a16:creationId xmlns:a16="http://schemas.microsoft.com/office/drawing/2014/main" id="{A1B6BBBA-5EFD-9BF6-343C-932E96560D72}"/>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24</a:t>
            </a:fld>
            <a:endParaRPr lang="en-US" dirty="0"/>
          </a:p>
        </p:txBody>
      </p:sp>
      <p:sp>
        <p:nvSpPr>
          <p:cNvPr id="5" name="Footer Placeholder 4">
            <a:extLst>
              <a:ext uri="{FF2B5EF4-FFF2-40B4-BE49-F238E27FC236}">
                <a16:creationId xmlns:a16="http://schemas.microsoft.com/office/drawing/2014/main" id="{B58CE060-B7D6-2D95-AE77-DDFC27E38127}"/>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6" name="Diagram 5">
            <a:extLst>
              <a:ext uri="{FF2B5EF4-FFF2-40B4-BE49-F238E27FC236}">
                <a16:creationId xmlns:a16="http://schemas.microsoft.com/office/drawing/2014/main" id="{590CDC4D-8411-A779-896A-B056EE1A4303}"/>
              </a:ext>
            </a:extLst>
          </p:cNvPr>
          <p:cNvGraphicFramePr/>
          <p:nvPr>
            <p:extLst>
              <p:ext uri="{D42A27DB-BD31-4B8C-83A1-F6EECF244321}">
                <p14:modId xmlns:p14="http://schemas.microsoft.com/office/powerpoint/2010/main" val="3182713305"/>
              </p:ext>
            </p:extLst>
          </p:nvPr>
        </p:nvGraphicFramePr>
        <p:xfrm>
          <a:off x="426302" y="1543259"/>
          <a:ext cx="8291397" cy="10545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croll: Horizontal 3">
            <a:extLst>
              <a:ext uri="{FF2B5EF4-FFF2-40B4-BE49-F238E27FC236}">
                <a16:creationId xmlns:a16="http://schemas.microsoft.com/office/drawing/2014/main" id="{41A0342B-FBC4-071A-3FE8-D6908D2ED643}"/>
              </a:ext>
            </a:extLst>
          </p:cNvPr>
          <p:cNvSpPr/>
          <p:nvPr/>
        </p:nvSpPr>
        <p:spPr>
          <a:xfrm>
            <a:off x="917787" y="2976113"/>
            <a:ext cx="7299008" cy="1535146"/>
          </a:xfrm>
          <a:prstGeom prst="horizontalScroll">
            <a:avLst/>
          </a:prstGeom>
          <a:solidFill>
            <a:srgbClr val="004F7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98" dirty="0"/>
              <a:t>Learns the MAC addresses of devices connected to it and uses this information to forward data only to the intended recipient</a:t>
            </a:r>
          </a:p>
        </p:txBody>
      </p:sp>
    </p:spTree>
    <p:extLst>
      <p:ext uri="{BB962C8B-B14F-4D97-AF65-F5344CB8AC3E}">
        <p14:creationId xmlns:p14="http://schemas.microsoft.com/office/powerpoint/2010/main" val="17762526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A3745-B83D-E634-1F05-D2F959557300}"/>
              </a:ext>
            </a:extLst>
          </p:cNvPr>
          <p:cNvSpPr>
            <a:spLocks noGrp="1"/>
          </p:cNvSpPr>
          <p:nvPr>
            <p:ph type="title"/>
          </p:nvPr>
        </p:nvSpPr>
        <p:spPr>
          <a:xfrm>
            <a:off x="628649" y="584942"/>
            <a:ext cx="7886699" cy="572790"/>
          </a:xfrm>
        </p:spPr>
        <p:txBody>
          <a:bodyPr>
            <a:normAutofit fontScale="90000"/>
          </a:bodyPr>
          <a:lstStyle/>
          <a:p>
            <a:r>
              <a:rPr lang="en-US" dirty="0"/>
              <a:t>Activity: Matching</a:t>
            </a:r>
          </a:p>
        </p:txBody>
      </p:sp>
      <p:sp>
        <p:nvSpPr>
          <p:cNvPr id="3" name="Slide Number Placeholder 2">
            <a:extLst>
              <a:ext uri="{FF2B5EF4-FFF2-40B4-BE49-F238E27FC236}">
                <a16:creationId xmlns:a16="http://schemas.microsoft.com/office/drawing/2014/main" id="{A1B6BBBA-5EFD-9BF6-343C-932E96560D72}"/>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25</a:t>
            </a:fld>
            <a:endParaRPr lang="en-US" dirty="0"/>
          </a:p>
        </p:txBody>
      </p:sp>
      <p:sp>
        <p:nvSpPr>
          <p:cNvPr id="5" name="Footer Placeholder 4">
            <a:extLst>
              <a:ext uri="{FF2B5EF4-FFF2-40B4-BE49-F238E27FC236}">
                <a16:creationId xmlns:a16="http://schemas.microsoft.com/office/drawing/2014/main" id="{B58CE060-B7D6-2D95-AE77-DDFC27E38127}"/>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6" name="Diagram 5">
            <a:extLst>
              <a:ext uri="{FF2B5EF4-FFF2-40B4-BE49-F238E27FC236}">
                <a16:creationId xmlns:a16="http://schemas.microsoft.com/office/drawing/2014/main" id="{590CDC4D-8411-A779-896A-B056EE1A4303}"/>
              </a:ext>
            </a:extLst>
          </p:cNvPr>
          <p:cNvGraphicFramePr/>
          <p:nvPr>
            <p:extLst>
              <p:ext uri="{D42A27DB-BD31-4B8C-83A1-F6EECF244321}">
                <p14:modId xmlns:p14="http://schemas.microsoft.com/office/powerpoint/2010/main" val="3835847323"/>
              </p:ext>
            </p:extLst>
          </p:nvPr>
        </p:nvGraphicFramePr>
        <p:xfrm>
          <a:off x="426302" y="1543259"/>
          <a:ext cx="8291397" cy="10545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croll: Horizontal 3">
            <a:extLst>
              <a:ext uri="{FF2B5EF4-FFF2-40B4-BE49-F238E27FC236}">
                <a16:creationId xmlns:a16="http://schemas.microsoft.com/office/drawing/2014/main" id="{41A0342B-FBC4-071A-3FE8-D6908D2ED643}"/>
              </a:ext>
            </a:extLst>
          </p:cNvPr>
          <p:cNvSpPr/>
          <p:nvPr/>
        </p:nvSpPr>
        <p:spPr>
          <a:xfrm>
            <a:off x="917787" y="2976113"/>
            <a:ext cx="7299008" cy="1535146"/>
          </a:xfrm>
          <a:prstGeom prst="horizontalScroll">
            <a:avLst/>
          </a:prstGeom>
          <a:solidFill>
            <a:srgbClr val="004F7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98" dirty="0"/>
              <a:t>Learns the MAC addresses of devices connected to it and uses this information to forward data only to the intended recipient</a:t>
            </a:r>
          </a:p>
        </p:txBody>
      </p:sp>
      <p:pic>
        <p:nvPicPr>
          <p:cNvPr id="8" name="Graphic 7" descr="Checkmark with solid fill">
            <a:extLst>
              <a:ext uri="{FF2B5EF4-FFF2-40B4-BE49-F238E27FC236}">
                <a16:creationId xmlns:a16="http://schemas.microsoft.com/office/drawing/2014/main" id="{7BC6FDD8-6491-CA49-73E9-762B93534AB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521885" y="1165001"/>
            <a:ext cx="913553" cy="913553"/>
          </a:xfrm>
          <a:prstGeom prst="rect">
            <a:avLst/>
          </a:prstGeom>
        </p:spPr>
      </p:pic>
    </p:spTree>
    <p:extLst>
      <p:ext uri="{BB962C8B-B14F-4D97-AF65-F5344CB8AC3E}">
        <p14:creationId xmlns:p14="http://schemas.microsoft.com/office/powerpoint/2010/main" val="16693293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3.3</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Switch Port Configuration</a:t>
            </a:r>
          </a:p>
        </p:txBody>
      </p:sp>
      <p:sp>
        <p:nvSpPr>
          <p:cNvPr id="5" name="Slide Number Placeholder 4">
            <a:extLst>
              <a:ext uri="{FF2B5EF4-FFF2-40B4-BE49-F238E27FC236}">
                <a16:creationId xmlns:a16="http://schemas.microsoft.com/office/drawing/2014/main" id="{5A7A1F75-B162-DB19-7F4F-A20C0F32BE1D}"/>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26</a:t>
            </a:fld>
            <a:endParaRPr lang="en-US" dirty="0"/>
          </a:p>
        </p:txBody>
      </p:sp>
      <p:sp>
        <p:nvSpPr>
          <p:cNvPr id="6" name="Footer Placeholder 5">
            <a:extLst>
              <a:ext uri="{FF2B5EF4-FFF2-40B4-BE49-F238E27FC236}">
                <a16:creationId xmlns:a16="http://schemas.microsoft.com/office/drawing/2014/main" id="{822EE336-9C40-F846-A631-7EB9D08B3849}"/>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21936216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925BD-C723-1A70-A28E-35E5007559E7}"/>
              </a:ext>
            </a:extLst>
          </p:cNvPr>
          <p:cNvSpPr>
            <a:spLocks noGrp="1"/>
          </p:cNvSpPr>
          <p:nvPr>
            <p:ph type="title"/>
          </p:nvPr>
        </p:nvSpPr>
        <p:spPr/>
        <p:txBody>
          <a:bodyPr>
            <a:normAutofit fontScale="90000"/>
          </a:bodyPr>
          <a:lstStyle/>
          <a:p>
            <a:r>
              <a:rPr lang="en-US" dirty="0"/>
              <a:t>Link Aggregation/NIC Teaming</a:t>
            </a:r>
          </a:p>
        </p:txBody>
      </p:sp>
      <p:sp>
        <p:nvSpPr>
          <p:cNvPr id="3" name="Slide Number Placeholder 2">
            <a:extLst>
              <a:ext uri="{FF2B5EF4-FFF2-40B4-BE49-F238E27FC236}">
                <a16:creationId xmlns:a16="http://schemas.microsoft.com/office/drawing/2014/main" id="{B6F02199-275F-BFC3-9CDF-C0B690800062}"/>
              </a:ext>
            </a:extLst>
          </p:cNvPr>
          <p:cNvSpPr>
            <a:spLocks noGrp="1"/>
          </p:cNvSpPr>
          <p:nvPr>
            <p:ph type="sldNum" sz="quarter" idx="12"/>
          </p:nvPr>
        </p:nvSpPr>
        <p:spPr/>
        <p:txBody>
          <a:bodyPr/>
          <a:lstStyle/>
          <a:p>
            <a:fld id="{64537577-822C-42C9-B1FE-62AC5F07B59D}" type="slidenum">
              <a:rPr lang="en-US" smtClean="0"/>
              <a:pPr/>
              <a:t>27</a:t>
            </a:fld>
            <a:endParaRPr lang="en-US" dirty="0"/>
          </a:p>
        </p:txBody>
      </p:sp>
      <p:sp>
        <p:nvSpPr>
          <p:cNvPr id="5" name="Footer Placeholder 4">
            <a:extLst>
              <a:ext uri="{FF2B5EF4-FFF2-40B4-BE49-F238E27FC236}">
                <a16:creationId xmlns:a16="http://schemas.microsoft.com/office/drawing/2014/main" id="{79E5B6AB-5710-C246-F5AE-8F9CC4AAED53}"/>
              </a:ext>
            </a:extLst>
          </p:cNvPr>
          <p:cNvSpPr>
            <a:spLocks noGrp="1"/>
          </p:cNvSpPr>
          <p:nvPr>
            <p:ph type="ftr" sz="quarter" idx="3"/>
          </p:nvPr>
        </p:nvSpPr>
        <p:spPr/>
        <p:txBody>
          <a:bodyPr/>
          <a:lstStyle/>
          <a:p>
            <a:pPr lvl="0"/>
            <a:r>
              <a:rPr lang="en-US" noProof="0"/>
              <a:t>​Copyright © 2025 CompTIA, Inc. All Rights Reserved. </a:t>
            </a:r>
            <a:endParaRPr lang="en-US" noProof="0" dirty="0"/>
          </a:p>
        </p:txBody>
      </p:sp>
      <p:graphicFrame>
        <p:nvGraphicFramePr>
          <p:cNvPr id="9" name="Content Placeholder 8">
            <a:extLst>
              <a:ext uri="{FF2B5EF4-FFF2-40B4-BE49-F238E27FC236}">
                <a16:creationId xmlns:a16="http://schemas.microsoft.com/office/drawing/2014/main" id="{541E538E-88F0-7B12-D744-391FA086CE4C}"/>
              </a:ext>
            </a:extLst>
          </p:cNvPr>
          <p:cNvGraphicFramePr>
            <a:graphicFrameLocks noGrp="1"/>
          </p:cNvGraphicFramePr>
          <p:nvPr>
            <p:ph sz="half" idx="1"/>
            <p:extLst>
              <p:ext uri="{D42A27DB-BD31-4B8C-83A1-F6EECF244321}">
                <p14:modId xmlns:p14="http://schemas.microsoft.com/office/powerpoint/2010/main" val="3266549621"/>
              </p:ext>
            </p:extLst>
          </p:nvPr>
        </p:nvGraphicFramePr>
        <p:xfrm>
          <a:off x="628650" y="1149350"/>
          <a:ext cx="3245926" cy="3365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Picture 2" descr="A router or layer 3 switch, workgroup or access switch, and 2-port 1 G b p s N I Cs.">
            <a:extLst>
              <a:ext uri="{FF2B5EF4-FFF2-40B4-BE49-F238E27FC236}">
                <a16:creationId xmlns:a16="http://schemas.microsoft.com/office/drawing/2014/main" id="{2D0D9128-6E7B-D268-3437-ADB449B6E6D0}"/>
              </a:ext>
            </a:extLst>
          </p:cNvPr>
          <p:cNvPicPr>
            <a:picLocks noGrp="1" noChangeAspect="1" noChangeArrowheads="1"/>
          </p:cNvPicPr>
          <p:nvPr>
            <p:ph sz="half" idx="2"/>
          </p:nvPr>
        </p:nvPicPr>
        <p:blipFill>
          <a:blip r:embed="rId8" cstate="screen">
            <a:extLst>
              <a:ext uri="{28A0092B-C50C-407E-A947-70E740481C1C}">
                <a14:useLocalDpi xmlns:a14="http://schemas.microsoft.com/office/drawing/2010/main"/>
              </a:ext>
            </a:extLst>
          </a:blip>
          <a:srcRect/>
          <a:stretch>
            <a:fillRect/>
          </a:stretch>
        </p:blipFill>
        <p:spPr bwMode="auto">
          <a:xfrm>
            <a:off x="4328088" y="1375700"/>
            <a:ext cx="4259721" cy="3125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24793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376CA-91C7-0B81-07AA-C816915A4C0F}"/>
              </a:ext>
            </a:extLst>
          </p:cNvPr>
          <p:cNvSpPr>
            <a:spLocks noGrp="1"/>
          </p:cNvSpPr>
          <p:nvPr>
            <p:ph type="title"/>
          </p:nvPr>
        </p:nvSpPr>
        <p:spPr>
          <a:xfrm>
            <a:off x="628649" y="584942"/>
            <a:ext cx="7886699" cy="572790"/>
          </a:xfrm>
        </p:spPr>
        <p:txBody>
          <a:bodyPr>
            <a:normAutofit fontScale="90000"/>
          </a:bodyPr>
          <a:lstStyle/>
          <a:p>
            <a:r>
              <a:rPr lang="en-US" dirty="0"/>
              <a:t>Maximum Transmission Unit (MTU)</a:t>
            </a:r>
          </a:p>
        </p:txBody>
      </p:sp>
      <p:sp>
        <p:nvSpPr>
          <p:cNvPr id="3" name="Slide Number Placeholder 2">
            <a:extLst>
              <a:ext uri="{FF2B5EF4-FFF2-40B4-BE49-F238E27FC236}">
                <a16:creationId xmlns:a16="http://schemas.microsoft.com/office/drawing/2014/main" id="{4AF6E9A0-9323-6160-58E5-888739D40C52}"/>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28</a:t>
            </a:fld>
            <a:endParaRPr lang="en-US" dirty="0"/>
          </a:p>
        </p:txBody>
      </p:sp>
      <p:sp>
        <p:nvSpPr>
          <p:cNvPr id="5" name="Footer Placeholder 4">
            <a:extLst>
              <a:ext uri="{FF2B5EF4-FFF2-40B4-BE49-F238E27FC236}">
                <a16:creationId xmlns:a16="http://schemas.microsoft.com/office/drawing/2014/main" id="{2B3D7959-6917-DBD2-376C-4DCCBA161DD2}"/>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0" name="Content Placeholder 9">
            <a:extLst>
              <a:ext uri="{FF2B5EF4-FFF2-40B4-BE49-F238E27FC236}">
                <a16:creationId xmlns:a16="http://schemas.microsoft.com/office/drawing/2014/main" id="{72D34713-444E-79AB-92BF-34DC4E41813C}"/>
              </a:ext>
            </a:extLst>
          </p:cNvPr>
          <p:cNvGraphicFramePr>
            <a:graphicFrameLocks noGrp="1"/>
          </p:cNvGraphicFramePr>
          <p:nvPr>
            <p:ph idx="1"/>
            <p:extLst>
              <p:ext uri="{D42A27DB-BD31-4B8C-83A1-F6EECF244321}">
                <p14:modId xmlns:p14="http://schemas.microsoft.com/office/powerpoint/2010/main" val="3794206686"/>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659568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Content Placeholder 18">
            <a:extLst>
              <a:ext uri="{FF2B5EF4-FFF2-40B4-BE49-F238E27FC236}">
                <a16:creationId xmlns:a16="http://schemas.microsoft.com/office/drawing/2014/main" id="{DD61F669-B8B7-95F9-DF2B-39899D952E96}"/>
              </a:ext>
            </a:extLst>
          </p:cNvPr>
          <p:cNvPicPr>
            <a:picLocks noGrp="1" noChangeAspect="1"/>
          </p:cNvPicPr>
          <p:nvPr>
            <p:ph sz="half" idx="2"/>
          </p:nvPr>
        </p:nvPicPr>
        <p:blipFill>
          <a:blip r:embed="rId3" cstate="email">
            <a:extLst>
              <a:ext uri="{28A0092B-C50C-407E-A947-70E740481C1C}">
                <a14:useLocalDpi xmlns:a14="http://schemas.microsoft.com/office/drawing/2010/main"/>
              </a:ext>
            </a:extLst>
          </a:blip>
          <a:stretch>
            <a:fillRect/>
          </a:stretch>
        </p:blipFill>
        <p:spPr>
          <a:xfrm>
            <a:off x="4726372" y="1655070"/>
            <a:ext cx="3716588" cy="2541256"/>
          </a:xfrm>
          <a:prstGeom prst="rect">
            <a:avLst/>
          </a:prstGeom>
        </p:spPr>
      </p:pic>
      <p:sp>
        <p:nvSpPr>
          <p:cNvPr id="2" name="Title 1">
            <a:extLst>
              <a:ext uri="{FF2B5EF4-FFF2-40B4-BE49-F238E27FC236}">
                <a16:creationId xmlns:a16="http://schemas.microsoft.com/office/drawing/2014/main" id="{79EECB42-4AF4-CA89-FAAF-8AE5DECFBED5}"/>
              </a:ext>
            </a:extLst>
          </p:cNvPr>
          <p:cNvSpPr>
            <a:spLocks noGrp="1"/>
          </p:cNvSpPr>
          <p:nvPr>
            <p:ph type="title"/>
          </p:nvPr>
        </p:nvSpPr>
        <p:spPr>
          <a:xfrm>
            <a:off x="628650" y="591921"/>
            <a:ext cx="7921125" cy="496626"/>
          </a:xfrm>
        </p:spPr>
        <p:txBody>
          <a:bodyPr>
            <a:normAutofit fontScale="90000"/>
          </a:bodyPr>
          <a:lstStyle/>
          <a:p>
            <a:r>
              <a:rPr lang="en-US" dirty="0"/>
              <a:t>Spanning Tree Protocol</a:t>
            </a:r>
          </a:p>
        </p:txBody>
      </p:sp>
      <p:graphicFrame>
        <p:nvGraphicFramePr>
          <p:cNvPr id="9" name="Content Placeholder 8">
            <a:extLst>
              <a:ext uri="{FF2B5EF4-FFF2-40B4-BE49-F238E27FC236}">
                <a16:creationId xmlns:a16="http://schemas.microsoft.com/office/drawing/2014/main" id="{D1B94B78-B478-D082-7F93-EF8B334FCBAF}"/>
              </a:ext>
            </a:extLst>
          </p:cNvPr>
          <p:cNvGraphicFramePr>
            <a:graphicFrameLocks noGrp="1"/>
          </p:cNvGraphicFramePr>
          <p:nvPr>
            <p:ph sz="half" idx="1"/>
            <p:extLst>
              <p:ext uri="{D42A27DB-BD31-4B8C-83A1-F6EECF244321}">
                <p14:modId xmlns:p14="http://schemas.microsoft.com/office/powerpoint/2010/main" val="3350300558"/>
              </p:ext>
            </p:extLst>
          </p:nvPr>
        </p:nvGraphicFramePr>
        <p:xfrm>
          <a:off x="701040" y="1417320"/>
          <a:ext cx="4339590" cy="1569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Slide Number Placeholder 2">
            <a:extLst>
              <a:ext uri="{FF2B5EF4-FFF2-40B4-BE49-F238E27FC236}">
                <a16:creationId xmlns:a16="http://schemas.microsoft.com/office/drawing/2014/main" id="{8EDCE05A-B931-5CC6-9894-0D9FBEBC8229}"/>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29</a:t>
            </a:fld>
            <a:endParaRPr lang="en-US" dirty="0"/>
          </a:p>
        </p:txBody>
      </p:sp>
      <p:sp>
        <p:nvSpPr>
          <p:cNvPr id="5" name="Footer Placeholder 4">
            <a:extLst>
              <a:ext uri="{FF2B5EF4-FFF2-40B4-BE49-F238E27FC236}">
                <a16:creationId xmlns:a16="http://schemas.microsoft.com/office/drawing/2014/main" id="{401F55B6-AC19-F2FB-873B-FB24F5ABFB4C}"/>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8810820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Content Placeholder 17" descr="A close-up of a telephone&#10;&#10;Description automatically generated">
            <a:extLst>
              <a:ext uri="{FF2B5EF4-FFF2-40B4-BE49-F238E27FC236}">
                <a16:creationId xmlns:a16="http://schemas.microsoft.com/office/drawing/2014/main" id="{D9EC3D7D-BBB0-52B3-E575-F7F600C5E257}"/>
              </a:ext>
            </a:extLst>
          </p:cNvPr>
          <p:cNvPicPr>
            <a:picLocks noGrp="1" noChangeAspect="1"/>
          </p:cNvPicPr>
          <p:nvPr>
            <p:ph sz="half" idx="2"/>
          </p:nvPr>
        </p:nvPicPr>
        <p:blipFill>
          <a:blip r:embed="rId3" cstate="screen">
            <a:extLst>
              <a:ext uri="{28A0092B-C50C-407E-A947-70E740481C1C}">
                <a14:useLocalDpi xmlns:a14="http://schemas.microsoft.com/office/drawing/2010/main"/>
              </a:ext>
            </a:extLst>
          </a:blip>
          <a:stretch>
            <a:fillRect/>
          </a:stretch>
        </p:blipFill>
        <p:spPr>
          <a:xfrm>
            <a:off x="6019800" y="2011493"/>
            <a:ext cx="2742953" cy="1516754"/>
          </a:xfrm>
          <a:prstGeom prst="rect">
            <a:avLst/>
          </a:prstGeom>
        </p:spPr>
      </p:pic>
      <p:sp>
        <p:nvSpPr>
          <p:cNvPr id="2" name="Title 1">
            <a:extLst>
              <a:ext uri="{FF2B5EF4-FFF2-40B4-BE49-F238E27FC236}">
                <a16:creationId xmlns:a16="http://schemas.microsoft.com/office/drawing/2014/main" id="{D566B1AB-8020-73BC-2FF9-E6FEF19DE747}"/>
              </a:ext>
            </a:extLst>
          </p:cNvPr>
          <p:cNvSpPr>
            <a:spLocks noGrp="1"/>
          </p:cNvSpPr>
          <p:nvPr>
            <p:ph type="title"/>
          </p:nvPr>
        </p:nvSpPr>
        <p:spPr/>
        <p:txBody>
          <a:bodyPr>
            <a:normAutofit fontScale="90000"/>
          </a:bodyPr>
          <a:lstStyle/>
          <a:p>
            <a:r>
              <a:rPr lang="en-US" dirty="0"/>
              <a:t>Power Over Ethernet</a:t>
            </a:r>
          </a:p>
        </p:txBody>
      </p:sp>
      <p:sp>
        <p:nvSpPr>
          <p:cNvPr id="3" name="Slide Number Placeholder 2">
            <a:extLst>
              <a:ext uri="{FF2B5EF4-FFF2-40B4-BE49-F238E27FC236}">
                <a16:creationId xmlns:a16="http://schemas.microsoft.com/office/drawing/2014/main" id="{B3A4937C-EE85-A56F-C953-480ED8DDC29E}"/>
              </a:ext>
            </a:extLst>
          </p:cNvPr>
          <p:cNvSpPr>
            <a:spLocks noGrp="1"/>
          </p:cNvSpPr>
          <p:nvPr>
            <p:ph type="sldNum" sz="quarter" idx="12"/>
          </p:nvPr>
        </p:nvSpPr>
        <p:spPr/>
        <p:txBody>
          <a:bodyPr/>
          <a:lstStyle/>
          <a:p>
            <a:fld id="{64537577-822C-42C9-B1FE-62AC5F07B59D}" type="slidenum">
              <a:rPr lang="en-US" smtClean="0"/>
              <a:pPr/>
              <a:t>30</a:t>
            </a:fld>
            <a:endParaRPr lang="en-US" dirty="0"/>
          </a:p>
        </p:txBody>
      </p:sp>
      <p:sp>
        <p:nvSpPr>
          <p:cNvPr id="5" name="Footer Placeholder 4">
            <a:extLst>
              <a:ext uri="{FF2B5EF4-FFF2-40B4-BE49-F238E27FC236}">
                <a16:creationId xmlns:a16="http://schemas.microsoft.com/office/drawing/2014/main" id="{7CB9A223-D561-B7BA-D4CD-2A6495EA059B}"/>
              </a:ext>
            </a:extLst>
          </p:cNvPr>
          <p:cNvSpPr>
            <a:spLocks noGrp="1"/>
          </p:cNvSpPr>
          <p:nvPr>
            <p:ph type="ftr" sz="quarter" idx="3"/>
          </p:nvPr>
        </p:nvSpPr>
        <p:spPr/>
        <p:txBody>
          <a:bodyPr/>
          <a:lstStyle/>
          <a:p>
            <a:pPr lvl="0"/>
            <a:r>
              <a:rPr lang="en-US" noProof="0"/>
              <a:t>​Copyright © 2025 CompTIA, Inc. All Rights Reserved. </a:t>
            </a:r>
            <a:endParaRPr lang="en-US" noProof="0" dirty="0"/>
          </a:p>
        </p:txBody>
      </p:sp>
      <p:graphicFrame>
        <p:nvGraphicFramePr>
          <p:cNvPr id="17" name="Content Placeholder 16">
            <a:extLst>
              <a:ext uri="{FF2B5EF4-FFF2-40B4-BE49-F238E27FC236}">
                <a16:creationId xmlns:a16="http://schemas.microsoft.com/office/drawing/2014/main" id="{2F3DFF9C-CC43-ED8F-03E4-EB1F81437182}"/>
              </a:ext>
            </a:extLst>
          </p:cNvPr>
          <p:cNvGraphicFramePr>
            <a:graphicFrameLocks noGrp="1"/>
          </p:cNvGraphicFramePr>
          <p:nvPr>
            <p:ph sz="half" idx="1"/>
            <p:extLst>
              <p:ext uri="{D42A27DB-BD31-4B8C-83A1-F6EECF244321}">
                <p14:modId xmlns:p14="http://schemas.microsoft.com/office/powerpoint/2010/main" val="3604997251"/>
              </p:ext>
            </p:extLst>
          </p:nvPr>
        </p:nvGraphicFramePr>
        <p:xfrm>
          <a:off x="628650" y="1310640"/>
          <a:ext cx="5330191" cy="216408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0333720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5B9E7F7-6889-4F88-AF46-86B01913CDDB}"/>
              </a:ext>
            </a:extLst>
          </p:cNvPr>
          <p:cNvSpPr>
            <a:spLocks noGrp="1"/>
          </p:cNvSpPr>
          <p:nvPr>
            <p:ph type="title"/>
          </p:nvPr>
        </p:nvSpPr>
        <p:spPr>
          <a:xfrm>
            <a:off x="628649" y="584942"/>
            <a:ext cx="7886699" cy="572790"/>
          </a:xfrm>
        </p:spPr>
        <p:txBody>
          <a:bodyPr>
            <a:normAutofit fontScale="90000"/>
          </a:bodyPr>
          <a:lstStyle/>
          <a:p>
            <a:r>
              <a:rPr lang="en-US" dirty="0"/>
              <a:t>Activity: Scavenger Hunt</a:t>
            </a:r>
          </a:p>
        </p:txBody>
      </p:sp>
      <p:sp>
        <p:nvSpPr>
          <p:cNvPr id="12" name="Content Placeholder 11">
            <a:extLst>
              <a:ext uri="{FF2B5EF4-FFF2-40B4-BE49-F238E27FC236}">
                <a16:creationId xmlns:a16="http://schemas.microsoft.com/office/drawing/2014/main" id="{27382573-785F-7EFE-8C99-A727860721D6}"/>
              </a:ext>
            </a:extLst>
          </p:cNvPr>
          <p:cNvSpPr>
            <a:spLocks noGrp="1"/>
          </p:cNvSpPr>
          <p:nvPr>
            <p:ph idx="1"/>
          </p:nvPr>
        </p:nvSpPr>
        <p:spPr>
          <a:xfrm>
            <a:off x="628650" y="1216369"/>
            <a:ext cx="7886700" cy="3325066"/>
          </a:xfrm>
        </p:spPr>
        <p:txBody>
          <a:bodyPr/>
          <a:lstStyle/>
          <a:p>
            <a:r>
              <a:rPr lang="en-US" dirty="0"/>
              <a:t>Find devices that use Power over Ethernet (PoE).</a:t>
            </a:r>
          </a:p>
          <a:p>
            <a:r>
              <a:rPr lang="en-US" dirty="0"/>
              <a:t>Explore to find any devices that might be powered through an Ethernet cable. </a:t>
            </a:r>
          </a:p>
          <a:p>
            <a:r>
              <a:rPr lang="en-US" dirty="0"/>
              <a:t>Note the device type, device location, and how it benefits from PoE.</a:t>
            </a:r>
          </a:p>
        </p:txBody>
      </p:sp>
      <p:sp>
        <p:nvSpPr>
          <p:cNvPr id="2" name="Slide Number Placeholder 1">
            <a:extLst>
              <a:ext uri="{FF2B5EF4-FFF2-40B4-BE49-F238E27FC236}">
                <a16:creationId xmlns:a16="http://schemas.microsoft.com/office/drawing/2014/main" id="{94CDE6DB-1D83-BBCF-B2CC-AD7014B78E4C}"/>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31</a:t>
            </a:fld>
            <a:endParaRPr lang="en-US" dirty="0"/>
          </a:p>
        </p:txBody>
      </p:sp>
      <p:sp>
        <p:nvSpPr>
          <p:cNvPr id="3" name="Footer Placeholder 2">
            <a:extLst>
              <a:ext uri="{FF2B5EF4-FFF2-40B4-BE49-F238E27FC236}">
                <a16:creationId xmlns:a16="http://schemas.microsoft.com/office/drawing/2014/main" id="{2E288C87-071C-F3F1-4A66-86A23369C410}"/>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7994934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3.4</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Switch Troubleshooting</a:t>
            </a:r>
          </a:p>
        </p:txBody>
      </p:sp>
      <p:sp>
        <p:nvSpPr>
          <p:cNvPr id="5" name="Slide Number Placeholder 4">
            <a:extLst>
              <a:ext uri="{FF2B5EF4-FFF2-40B4-BE49-F238E27FC236}">
                <a16:creationId xmlns:a16="http://schemas.microsoft.com/office/drawing/2014/main" id="{A16D041D-FB6A-CBCB-5DA2-2C875401D861}"/>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32</a:t>
            </a:fld>
            <a:endParaRPr lang="en-US" dirty="0"/>
          </a:p>
        </p:txBody>
      </p:sp>
      <p:sp>
        <p:nvSpPr>
          <p:cNvPr id="6" name="Footer Placeholder 5">
            <a:extLst>
              <a:ext uri="{FF2B5EF4-FFF2-40B4-BE49-F238E27FC236}">
                <a16:creationId xmlns:a16="http://schemas.microsoft.com/office/drawing/2014/main" id="{F1CE3C6E-9564-5CE9-390A-B92251A0FA49}"/>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11397563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8AF5B-91A7-C6EB-27BB-B99C45CB1723}"/>
              </a:ext>
            </a:extLst>
          </p:cNvPr>
          <p:cNvSpPr>
            <a:spLocks noGrp="1"/>
          </p:cNvSpPr>
          <p:nvPr>
            <p:ph type="title"/>
          </p:nvPr>
        </p:nvSpPr>
        <p:spPr>
          <a:xfrm>
            <a:off x="628649" y="584942"/>
            <a:ext cx="7886699" cy="572790"/>
          </a:xfrm>
        </p:spPr>
        <p:txBody>
          <a:bodyPr>
            <a:normAutofit fontScale="90000"/>
          </a:bodyPr>
          <a:lstStyle/>
          <a:p>
            <a:r>
              <a:rPr lang="en-US" dirty="0"/>
              <a:t>Hardware Failure Issues</a:t>
            </a:r>
          </a:p>
        </p:txBody>
      </p:sp>
      <p:graphicFrame>
        <p:nvGraphicFramePr>
          <p:cNvPr id="7" name="Content Placeholder 6">
            <a:extLst>
              <a:ext uri="{FF2B5EF4-FFF2-40B4-BE49-F238E27FC236}">
                <a16:creationId xmlns:a16="http://schemas.microsoft.com/office/drawing/2014/main" id="{9DCF5EE1-892A-D686-C600-46BEFDE14635}"/>
              </a:ext>
            </a:extLst>
          </p:cNvPr>
          <p:cNvGraphicFramePr>
            <a:graphicFrameLocks noGrp="1"/>
          </p:cNvGraphicFramePr>
          <p:nvPr>
            <p:ph idx="1"/>
            <p:extLst>
              <p:ext uri="{D42A27DB-BD31-4B8C-83A1-F6EECF244321}">
                <p14:modId xmlns:p14="http://schemas.microsoft.com/office/powerpoint/2010/main" val="2971563729"/>
              </p:ext>
            </p:extLst>
          </p:nvPr>
        </p:nvGraphicFramePr>
        <p:xfrm>
          <a:off x="628648" y="1292225"/>
          <a:ext cx="7886699" cy="3200990"/>
        </p:xfrm>
        <a:graphic>
          <a:graphicData uri="http://schemas.openxmlformats.org/drawingml/2006/table">
            <a:tbl>
              <a:tblPr firstRow="1" bandRow="1">
                <a:tableStyleId>{5C22544A-7EE6-4342-B048-85BDC9FD1C3A}</a:tableStyleId>
              </a:tblPr>
              <a:tblGrid>
                <a:gridCol w="2455514">
                  <a:extLst>
                    <a:ext uri="{9D8B030D-6E8A-4147-A177-3AD203B41FA5}">
                      <a16:colId xmlns:a16="http://schemas.microsoft.com/office/drawing/2014/main" val="2721124181"/>
                    </a:ext>
                  </a:extLst>
                </a:gridCol>
                <a:gridCol w="5431185">
                  <a:extLst>
                    <a:ext uri="{9D8B030D-6E8A-4147-A177-3AD203B41FA5}">
                      <a16:colId xmlns:a16="http://schemas.microsoft.com/office/drawing/2014/main" val="3406589711"/>
                    </a:ext>
                  </a:extLst>
                </a:gridCol>
              </a:tblGrid>
              <a:tr h="370497">
                <a:tc>
                  <a:txBody>
                    <a:bodyPr/>
                    <a:lstStyle/>
                    <a:p>
                      <a:r>
                        <a:rPr lang="en-US" sz="1300" b="0" dirty="0"/>
                        <a:t>Hardware Failure Issue</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r>
                        <a:rPr lang="en-US" sz="1300" b="0" dirty="0"/>
                        <a:t>Troubleshooting and Mitigation Steps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432132872"/>
                  </a:ext>
                </a:extLst>
              </a:tr>
              <a:tr h="502201">
                <a:tc>
                  <a:txBody>
                    <a:bodyPr/>
                    <a:lstStyle/>
                    <a:p>
                      <a:r>
                        <a:rPr lang="en-US" sz="1300" dirty="0">
                          <a:solidFill>
                            <a:srgbClr val="20282F"/>
                          </a:solidFill>
                        </a:rPr>
                        <a:t>Power issues </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r>
                        <a:rPr lang="en-US" sz="1300" dirty="0">
                          <a:solidFill>
                            <a:srgbClr val="20282F"/>
                          </a:solidFill>
                        </a:rPr>
                        <a:t>Verify stable power supply </a:t>
                      </a:r>
                    </a:p>
                    <a:p>
                      <a:pPr marL="285750" indent="-285750">
                        <a:buFont typeface="Arial" panose="020B0604020202020204" pitchFamily="34" charset="0"/>
                        <a:buChar char="•"/>
                      </a:pPr>
                      <a:r>
                        <a:rPr lang="en-US" sz="1300" dirty="0">
                          <a:solidFill>
                            <a:srgbClr val="20282F"/>
                          </a:solidFill>
                        </a:rPr>
                        <a:t>Install UPS and secondary power sources </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51903357"/>
                  </a:ext>
                </a:extLst>
              </a:tr>
              <a:tr h="707623">
                <a:tc>
                  <a:txBody>
                    <a:bodyPr/>
                    <a:lstStyle/>
                    <a:p>
                      <a:r>
                        <a:rPr lang="en-US" sz="1300" dirty="0">
                          <a:solidFill>
                            <a:srgbClr val="20282F"/>
                          </a:solidFill>
                        </a:rPr>
                        <a:t>Network adapters</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r>
                        <a:rPr lang="en-US" sz="1300" dirty="0">
                          <a:solidFill>
                            <a:srgbClr val="20282F"/>
                          </a:solidFill>
                        </a:rPr>
                        <a:t>Check for damaged ports or connectors </a:t>
                      </a:r>
                    </a:p>
                    <a:p>
                      <a:pPr marL="285750" indent="-285750">
                        <a:buFont typeface="Arial" panose="020B0604020202020204" pitchFamily="34" charset="0"/>
                        <a:buChar char="•"/>
                      </a:pPr>
                      <a:r>
                        <a:rPr lang="en-US" sz="1300" dirty="0">
                          <a:solidFill>
                            <a:srgbClr val="20282F"/>
                          </a:solidFill>
                        </a:rPr>
                        <a:t>Test with alternative adapter if possible</a:t>
                      </a:r>
                    </a:p>
                    <a:p>
                      <a:pPr marL="285750" indent="-285750">
                        <a:buFont typeface="Arial" panose="020B0604020202020204" pitchFamily="34" charset="0"/>
                        <a:buChar char="•"/>
                      </a:pPr>
                      <a:r>
                        <a:rPr lang="en-US" sz="1300" dirty="0">
                          <a:solidFill>
                            <a:srgbClr val="20282F"/>
                          </a:solidFill>
                        </a:rPr>
                        <a:t>Update or reinstall drivers</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74587149"/>
                  </a:ext>
                </a:extLst>
              </a:tr>
              <a:tr h="913046">
                <a:tc>
                  <a:txBody>
                    <a:bodyPr/>
                    <a:lstStyle/>
                    <a:p>
                      <a:r>
                        <a:rPr lang="en-US" sz="1300" dirty="0">
                          <a:solidFill>
                            <a:srgbClr val="20282F"/>
                          </a:solidFill>
                        </a:rPr>
                        <a:t>Switches/routers/</a:t>
                      </a:r>
                      <a:br>
                        <a:rPr lang="en-US" sz="1300" dirty="0">
                          <a:solidFill>
                            <a:srgbClr val="20282F"/>
                          </a:solidFill>
                        </a:rPr>
                      </a:br>
                      <a:r>
                        <a:rPr lang="en-US" sz="1300" dirty="0">
                          <a:solidFill>
                            <a:srgbClr val="20282F"/>
                          </a:solidFill>
                        </a:rPr>
                        <a:t>modems</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r>
                        <a:rPr lang="en-US" sz="1300" dirty="0">
                          <a:solidFill>
                            <a:srgbClr val="20282F"/>
                          </a:solidFill>
                        </a:rPr>
                        <a:t>Visually inspect for damage</a:t>
                      </a:r>
                    </a:p>
                    <a:p>
                      <a:pPr marL="285750" indent="-285750">
                        <a:buFont typeface="Arial" panose="020B0604020202020204" pitchFamily="34" charset="0"/>
                        <a:buChar char="•"/>
                      </a:pPr>
                      <a:r>
                        <a:rPr lang="en-US" sz="1300" dirty="0">
                          <a:solidFill>
                            <a:srgbClr val="20282F"/>
                          </a:solidFill>
                        </a:rPr>
                        <a:t>Inspect indicator lights </a:t>
                      </a:r>
                    </a:p>
                    <a:p>
                      <a:pPr marL="285750" indent="-285750">
                        <a:buFont typeface="Arial" panose="020B0604020202020204" pitchFamily="34" charset="0"/>
                        <a:buChar char="•"/>
                      </a:pPr>
                      <a:r>
                        <a:rPr lang="en-US" sz="1300" dirty="0">
                          <a:solidFill>
                            <a:srgbClr val="20282F"/>
                          </a:solidFill>
                        </a:rPr>
                        <a:t>Verify power supply and cabling connections</a:t>
                      </a:r>
                    </a:p>
                    <a:p>
                      <a:pPr marL="285750" indent="-285750">
                        <a:buFont typeface="Arial" panose="020B0604020202020204" pitchFamily="34" charset="0"/>
                        <a:buChar char="•"/>
                      </a:pPr>
                      <a:r>
                        <a:rPr lang="en-US" sz="1300" dirty="0">
                          <a:solidFill>
                            <a:srgbClr val="20282F"/>
                          </a:solidFill>
                        </a:rPr>
                        <a:t>Restart the device following proper protocols</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39424107"/>
                  </a:ext>
                </a:extLst>
              </a:tr>
              <a:tr h="707623">
                <a:tc>
                  <a:txBody>
                    <a:bodyPr/>
                    <a:lstStyle/>
                    <a:p>
                      <a:r>
                        <a:rPr lang="en-US" sz="1300" dirty="0">
                          <a:solidFill>
                            <a:srgbClr val="20282F"/>
                          </a:solidFill>
                        </a:rPr>
                        <a:t>Overheating</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r>
                        <a:rPr lang="en-US" sz="1300" dirty="0">
                          <a:solidFill>
                            <a:srgbClr val="20282F"/>
                          </a:solidFill>
                        </a:rPr>
                        <a:t>Check for proper ventilation around the device</a:t>
                      </a:r>
                    </a:p>
                    <a:p>
                      <a:pPr marL="285750" indent="-285750">
                        <a:buFont typeface="Arial" panose="020B0604020202020204" pitchFamily="34" charset="0"/>
                        <a:buChar char="•"/>
                      </a:pPr>
                      <a:r>
                        <a:rPr lang="en-US" sz="1300" dirty="0">
                          <a:solidFill>
                            <a:srgbClr val="20282F"/>
                          </a:solidFill>
                        </a:rPr>
                        <a:t>Clean dust from intake or exhaust vents </a:t>
                      </a:r>
                    </a:p>
                    <a:p>
                      <a:pPr marL="285750" indent="-285750">
                        <a:buFont typeface="Arial" panose="020B0604020202020204" pitchFamily="34" charset="0"/>
                        <a:buChar char="•"/>
                      </a:pPr>
                      <a:r>
                        <a:rPr lang="en-US" sz="1300" dirty="0">
                          <a:solidFill>
                            <a:srgbClr val="20282F"/>
                          </a:solidFill>
                        </a:rPr>
                        <a:t>Ensure cooling systems are operational</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76735976"/>
                  </a:ext>
                </a:extLst>
              </a:tr>
            </a:tbl>
          </a:graphicData>
        </a:graphic>
      </p:graphicFrame>
      <p:sp>
        <p:nvSpPr>
          <p:cNvPr id="3" name="Slide Number Placeholder 2">
            <a:extLst>
              <a:ext uri="{FF2B5EF4-FFF2-40B4-BE49-F238E27FC236}">
                <a16:creationId xmlns:a16="http://schemas.microsoft.com/office/drawing/2014/main" id="{5CAD21F4-057B-35FA-B023-C7352BD11532}"/>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33</a:t>
            </a:fld>
            <a:endParaRPr lang="en-US" dirty="0"/>
          </a:p>
        </p:txBody>
      </p:sp>
      <p:sp>
        <p:nvSpPr>
          <p:cNvPr id="5" name="Footer Placeholder 4">
            <a:extLst>
              <a:ext uri="{FF2B5EF4-FFF2-40B4-BE49-F238E27FC236}">
                <a16:creationId xmlns:a16="http://schemas.microsoft.com/office/drawing/2014/main" id="{1DB72996-4315-8B6F-5611-26D74F9C9B46}"/>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22633133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Content Placeholder 32">
            <a:extLst>
              <a:ext uri="{FF2B5EF4-FFF2-40B4-BE49-F238E27FC236}">
                <a16:creationId xmlns:a16="http://schemas.microsoft.com/office/drawing/2014/main" id="{2B285203-8465-C2C9-D5F4-866876C88F24}"/>
              </a:ext>
            </a:extLst>
          </p:cNvPr>
          <p:cNvGraphicFramePr>
            <a:graphicFrameLocks noGrp="1"/>
          </p:cNvGraphicFramePr>
          <p:nvPr>
            <p:ph idx="1"/>
            <p:extLst>
              <p:ext uri="{D42A27DB-BD31-4B8C-83A1-F6EECF244321}">
                <p14:modId xmlns:p14="http://schemas.microsoft.com/office/powerpoint/2010/main" val="72865077"/>
              </p:ext>
            </p:extLst>
          </p:nvPr>
        </p:nvGraphicFramePr>
        <p:xfrm>
          <a:off x="628649" y="1216025"/>
          <a:ext cx="7886699" cy="3493333"/>
        </p:xfrm>
        <a:graphic>
          <a:graphicData uri="http://schemas.openxmlformats.org/drawingml/2006/table">
            <a:tbl>
              <a:tblPr firstRow="1" bandRow="1">
                <a:tableStyleId>{00A15C55-8517-42AA-B614-E9B94910E393}</a:tableStyleId>
              </a:tblPr>
              <a:tblGrid>
                <a:gridCol w="1591176">
                  <a:extLst>
                    <a:ext uri="{9D8B030D-6E8A-4147-A177-3AD203B41FA5}">
                      <a16:colId xmlns:a16="http://schemas.microsoft.com/office/drawing/2014/main" val="3823281125"/>
                    </a:ext>
                  </a:extLst>
                </a:gridCol>
                <a:gridCol w="1729540">
                  <a:extLst>
                    <a:ext uri="{9D8B030D-6E8A-4147-A177-3AD203B41FA5}">
                      <a16:colId xmlns:a16="http://schemas.microsoft.com/office/drawing/2014/main" val="611536476"/>
                    </a:ext>
                  </a:extLst>
                </a:gridCol>
                <a:gridCol w="4565983">
                  <a:extLst>
                    <a:ext uri="{9D8B030D-6E8A-4147-A177-3AD203B41FA5}">
                      <a16:colId xmlns:a16="http://schemas.microsoft.com/office/drawing/2014/main" val="1145927216"/>
                    </a:ext>
                  </a:extLst>
                </a:gridCol>
              </a:tblGrid>
              <a:tr h="664569">
                <a:tc>
                  <a:txBody>
                    <a:bodyPr/>
                    <a:lstStyle/>
                    <a:p>
                      <a:endParaRPr lang="en-US" sz="1300" b="0" dirty="0">
                        <a:solidFill>
                          <a:sysClr val="windowText" lastClr="000000"/>
                        </a:solidFill>
                      </a:endParaRPr>
                    </a:p>
                    <a:p>
                      <a:endParaRPr lang="en-US" sz="1300" b="0" dirty="0">
                        <a:solidFill>
                          <a:sysClr val="windowText" lastClr="000000"/>
                        </a:solidFill>
                      </a:endParaRPr>
                    </a:p>
                    <a:p>
                      <a:endParaRPr lang="en-US" sz="1300" b="0" dirty="0">
                        <a:solidFill>
                          <a:sysClr val="windowText" lastClr="000000"/>
                        </a:solidFill>
                      </a:endParaRP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800" b="0" dirty="0">
                          <a:solidFill>
                            <a:srgbClr val="20282F"/>
                          </a:solidFill>
                        </a:rPr>
                        <a:t>Solid green</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600" b="0" dirty="0">
                          <a:solidFill>
                            <a:srgbClr val="20282F"/>
                          </a:solidFill>
                        </a:rPr>
                        <a:t>The link is connected, but there is no traffic.</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15969274"/>
                  </a:ext>
                </a:extLst>
              </a:tr>
              <a:tr h="664569">
                <a:tc>
                  <a:txBody>
                    <a:bodyPr/>
                    <a:lstStyle/>
                    <a:p>
                      <a:endParaRPr lang="en-US" sz="1300" b="0" dirty="0">
                        <a:solidFill>
                          <a:sysClr val="windowText" lastClr="000000"/>
                        </a:solidFill>
                      </a:endParaRPr>
                    </a:p>
                    <a:p>
                      <a:endParaRPr lang="en-US" sz="1300" b="0" dirty="0">
                        <a:solidFill>
                          <a:sysClr val="windowText" lastClr="000000"/>
                        </a:solidFill>
                      </a:endParaRPr>
                    </a:p>
                    <a:p>
                      <a:endParaRPr lang="en-US" sz="1300" b="0" dirty="0">
                        <a:solidFill>
                          <a:sysClr val="windowText" lastClr="000000"/>
                        </a:solidFill>
                      </a:endParaRP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800" b="0" dirty="0">
                          <a:solidFill>
                            <a:srgbClr val="20282F"/>
                          </a:solidFill>
                        </a:rPr>
                        <a:t>Flickering green</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600" b="0" dirty="0">
                          <a:solidFill>
                            <a:srgbClr val="20282F"/>
                          </a:solidFill>
                        </a:rPr>
                        <a:t>The link is operating normally (with traffic). The blink rate indicates the link speed.</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39725768"/>
                  </a:ext>
                </a:extLst>
              </a:tr>
              <a:tr h="727163">
                <a:tc>
                  <a:txBody>
                    <a:bodyPr/>
                    <a:lstStyle/>
                    <a:p>
                      <a:endParaRPr lang="en-US" sz="1300" b="0" dirty="0">
                        <a:solidFill>
                          <a:sysClr val="windowText" lastClr="000000"/>
                        </a:solidFill>
                      </a:endParaRP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800" b="0" dirty="0">
                          <a:solidFill>
                            <a:srgbClr val="20282F"/>
                          </a:solidFill>
                        </a:rPr>
                        <a:t>No light</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600" b="0" dirty="0">
                          <a:solidFill>
                            <a:srgbClr val="20282F"/>
                          </a:solidFill>
                        </a:rPr>
                        <a:t>The link is not working, or the port is shut down.</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85075533"/>
                  </a:ext>
                </a:extLst>
              </a:tr>
              <a:tr h="745045">
                <a:tc>
                  <a:txBody>
                    <a:bodyPr/>
                    <a:lstStyle/>
                    <a:p>
                      <a:endParaRPr lang="en-US" sz="1300" b="0" dirty="0">
                        <a:solidFill>
                          <a:sysClr val="windowText" lastClr="000000"/>
                        </a:solidFill>
                      </a:endParaRP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800" b="0" dirty="0">
                          <a:solidFill>
                            <a:srgbClr val="20282F"/>
                          </a:solidFill>
                        </a:rPr>
                        <a:t>Solid amber</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600" b="0" dirty="0">
                          <a:solidFill>
                            <a:srgbClr val="20282F"/>
                          </a:solidFill>
                        </a:rPr>
                        <a:t>The port is blocked by the spanning tree algorithm.</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08720"/>
                  </a:ext>
                </a:extLst>
              </a:tr>
              <a:tr h="649693">
                <a:tc>
                  <a:txBody>
                    <a:bodyPr/>
                    <a:lstStyle/>
                    <a:p>
                      <a:endParaRPr lang="en-US" sz="1300" b="0" dirty="0">
                        <a:solidFill>
                          <a:sysClr val="windowText" lastClr="000000"/>
                        </a:solidFill>
                      </a:endParaRP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800" b="0" dirty="0">
                          <a:solidFill>
                            <a:srgbClr val="20282F"/>
                          </a:solidFill>
                        </a:rPr>
                        <a:t>Blinking amber</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600" b="0" dirty="0">
                          <a:solidFill>
                            <a:srgbClr val="20282F"/>
                          </a:solidFill>
                        </a:rPr>
                        <a:t>A fault has been detected.</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70362702"/>
                  </a:ext>
                </a:extLst>
              </a:tr>
            </a:tbl>
          </a:graphicData>
        </a:graphic>
      </p:graphicFrame>
      <p:sp>
        <p:nvSpPr>
          <p:cNvPr id="2" name="Title 1">
            <a:extLst>
              <a:ext uri="{FF2B5EF4-FFF2-40B4-BE49-F238E27FC236}">
                <a16:creationId xmlns:a16="http://schemas.microsoft.com/office/drawing/2014/main" id="{9F57F026-6370-A4A7-7144-34193D698443}"/>
              </a:ext>
            </a:extLst>
          </p:cNvPr>
          <p:cNvSpPr>
            <a:spLocks noGrp="1"/>
          </p:cNvSpPr>
          <p:nvPr>
            <p:ph type="title"/>
          </p:nvPr>
        </p:nvSpPr>
        <p:spPr>
          <a:xfrm>
            <a:off x="628649" y="584942"/>
            <a:ext cx="7886699" cy="572790"/>
          </a:xfrm>
        </p:spPr>
        <p:txBody>
          <a:bodyPr>
            <a:normAutofit fontScale="90000"/>
          </a:bodyPr>
          <a:lstStyle/>
          <a:p>
            <a:r>
              <a:rPr lang="en-US" dirty="0"/>
              <a:t>Port Status Indicators</a:t>
            </a:r>
          </a:p>
        </p:txBody>
      </p:sp>
      <p:sp>
        <p:nvSpPr>
          <p:cNvPr id="3" name="Slide Number Placeholder 2">
            <a:extLst>
              <a:ext uri="{FF2B5EF4-FFF2-40B4-BE49-F238E27FC236}">
                <a16:creationId xmlns:a16="http://schemas.microsoft.com/office/drawing/2014/main" id="{D45A578C-35F5-C1CA-A1DA-18A5CABE8878}"/>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34</a:t>
            </a:fld>
            <a:endParaRPr lang="en-US" dirty="0"/>
          </a:p>
        </p:txBody>
      </p:sp>
      <p:sp>
        <p:nvSpPr>
          <p:cNvPr id="5" name="Footer Placeholder 4">
            <a:extLst>
              <a:ext uri="{FF2B5EF4-FFF2-40B4-BE49-F238E27FC236}">
                <a16:creationId xmlns:a16="http://schemas.microsoft.com/office/drawing/2014/main" id="{48F64FE7-529A-447D-0693-12A56B61004F}"/>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
        <p:nvSpPr>
          <p:cNvPr id="28" name="Oval 27">
            <a:extLst>
              <a:ext uri="{FF2B5EF4-FFF2-40B4-BE49-F238E27FC236}">
                <a16:creationId xmlns:a16="http://schemas.microsoft.com/office/drawing/2014/main" id="{714E65AD-9309-E041-E4F3-EE20F260F30C}"/>
              </a:ext>
            </a:extLst>
          </p:cNvPr>
          <p:cNvSpPr/>
          <p:nvPr/>
        </p:nvSpPr>
        <p:spPr>
          <a:xfrm>
            <a:off x="1258693" y="1358832"/>
            <a:ext cx="342583" cy="342583"/>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48" dirty="0"/>
          </a:p>
        </p:txBody>
      </p:sp>
      <p:sp>
        <p:nvSpPr>
          <p:cNvPr id="29" name="Oval 28">
            <a:extLst>
              <a:ext uri="{FF2B5EF4-FFF2-40B4-BE49-F238E27FC236}">
                <a16:creationId xmlns:a16="http://schemas.microsoft.com/office/drawing/2014/main" id="{02A7659A-69DE-261D-A66A-44C1B8836525}"/>
              </a:ext>
            </a:extLst>
          </p:cNvPr>
          <p:cNvSpPr/>
          <p:nvPr/>
        </p:nvSpPr>
        <p:spPr>
          <a:xfrm>
            <a:off x="1258693" y="2112919"/>
            <a:ext cx="342583" cy="342583"/>
          </a:xfrm>
          <a:prstGeom prst="ellipse">
            <a:avLst/>
          </a:prstGeom>
          <a:solidFill>
            <a:srgbClr val="00B050"/>
          </a:solidFill>
          <a:effectLst>
            <a:glow rad="228600">
              <a:srgbClr val="00B050">
                <a:alpha val="4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48" dirty="0"/>
          </a:p>
        </p:txBody>
      </p:sp>
      <p:sp>
        <p:nvSpPr>
          <p:cNvPr id="30" name="Oval 29">
            <a:extLst>
              <a:ext uri="{FF2B5EF4-FFF2-40B4-BE49-F238E27FC236}">
                <a16:creationId xmlns:a16="http://schemas.microsoft.com/office/drawing/2014/main" id="{C96A4286-4331-5A1C-573E-4A208084C3AE}"/>
              </a:ext>
            </a:extLst>
          </p:cNvPr>
          <p:cNvSpPr/>
          <p:nvPr/>
        </p:nvSpPr>
        <p:spPr>
          <a:xfrm>
            <a:off x="1258692" y="2806911"/>
            <a:ext cx="342583" cy="34258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48" dirty="0"/>
          </a:p>
        </p:txBody>
      </p:sp>
      <p:sp>
        <p:nvSpPr>
          <p:cNvPr id="31" name="Oval 30">
            <a:extLst>
              <a:ext uri="{FF2B5EF4-FFF2-40B4-BE49-F238E27FC236}">
                <a16:creationId xmlns:a16="http://schemas.microsoft.com/office/drawing/2014/main" id="{B349A23E-7BE2-2B9F-4181-37110E8FC27B}"/>
              </a:ext>
            </a:extLst>
          </p:cNvPr>
          <p:cNvSpPr/>
          <p:nvPr/>
        </p:nvSpPr>
        <p:spPr>
          <a:xfrm>
            <a:off x="1258691" y="3494772"/>
            <a:ext cx="342583" cy="342583"/>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48" dirty="0"/>
          </a:p>
        </p:txBody>
      </p:sp>
      <p:sp>
        <p:nvSpPr>
          <p:cNvPr id="32" name="Oval 31">
            <a:extLst>
              <a:ext uri="{FF2B5EF4-FFF2-40B4-BE49-F238E27FC236}">
                <a16:creationId xmlns:a16="http://schemas.microsoft.com/office/drawing/2014/main" id="{7ECD298B-F982-F3D5-C1D0-4B63914E5B4A}"/>
              </a:ext>
            </a:extLst>
          </p:cNvPr>
          <p:cNvSpPr/>
          <p:nvPr/>
        </p:nvSpPr>
        <p:spPr>
          <a:xfrm>
            <a:off x="1258690" y="4248859"/>
            <a:ext cx="342583" cy="342583"/>
          </a:xfrm>
          <a:prstGeom prst="ellipse">
            <a:avLst/>
          </a:prstGeom>
          <a:solidFill>
            <a:srgbClr val="FFC000"/>
          </a:solidFill>
          <a:effectLst>
            <a:glow rad="101600">
              <a:srgbClr val="FFC000">
                <a:alpha val="6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48" dirty="0"/>
          </a:p>
        </p:txBody>
      </p:sp>
    </p:spTree>
    <p:extLst>
      <p:ext uri="{BB962C8B-B14F-4D97-AF65-F5344CB8AC3E}">
        <p14:creationId xmlns:p14="http://schemas.microsoft.com/office/powerpoint/2010/main" val="29017906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3DD8-6717-A279-A85B-848CFBFD24E5}"/>
              </a:ext>
            </a:extLst>
          </p:cNvPr>
          <p:cNvSpPr>
            <a:spLocks noGrp="1"/>
          </p:cNvSpPr>
          <p:nvPr>
            <p:ph type="title"/>
          </p:nvPr>
        </p:nvSpPr>
        <p:spPr>
          <a:xfrm>
            <a:off x="628649" y="584942"/>
            <a:ext cx="7886699" cy="572790"/>
          </a:xfrm>
        </p:spPr>
        <p:txBody>
          <a:bodyPr>
            <a:normAutofit fontScale="90000"/>
          </a:bodyPr>
          <a:lstStyle/>
          <a:p>
            <a:r>
              <a:rPr lang="en-US" dirty="0"/>
              <a:t>Switch Show Commands</a:t>
            </a:r>
          </a:p>
        </p:txBody>
      </p:sp>
      <p:sp>
        <p:nvSpPr>
          <p:cNvPr id="3" name="Slide Number Placeholder 2">
            <a:extLst>
              <a:ext uri="{FF2B5EF4-FFF2-40B4-BE49-F238E27FC236}">
                <a16:creationId xmlns:a16="http://schemas.microsoft.com/office/drawing/2014/main" id="{233A5CC0-E846-2F7A-CDD6-6174C6D2EB37}"/>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35</a:t>
            </a:fld>
            <a:endParaRPr lang="en-US" dirty="0"/>
          </a:p>
        </p:txBody>
      </p:sp>
      <p:sp>
        <p:nvSpPr>
          <p:cNvPr id="5" name="Footer Placeholder 4">
            <a:extLst>
              <a:ext uri="{FF2B5EF4-FFF2-40B4-BE49-F238E27FC236}">
                <a16:creationId xmlns:a16="http://schemas.microsoft.com/office/drawing/2014/main" id="{3D8F7941-C890-D4E0-47BD-1FC4D6B92680}"/>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0" name="Content Placeholder 9">
            <a:extLst>
              <a:ext uri="{FF2B5EF4-FFF2-40B4-BE49-F238E27FC236}">
                <a16:creationId xmlns:a16="http://schemas.microsoft.com/office/drawing/2014/main" id="{F3D9B6AE-9FB9-D19A-0A12-4556ED983CEA}"/>
              </a:ext>
            </a:extLst>
          </p:cNvPr>
          <p:cNvGraphicFramePr>
            <a:graphicFrameLocks noGrp="1"/>
          </p:cNvGraphicFramePr>
          <p:nvPr>
            <p:ph idx="1"/>
            <p:extLst>
              <p:ext uri="{D42A27DB-BD31-4B8C-83A1-F6EECF244321}">
                <p14:modId xmlns:p14="http://schemas.microsoft.com/office/powerpoint/2010/main" val="3343630772"/>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789985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1B4-5209-2DA4-5E31-34A45CE95529}"/>
              </a:ext>
            </a:extLst>
          </p:cNvPr>
          <p:cNvSpPr>
            <a:spLocks noGrp="1"/>
          </p:cNvSpPr>
          <p:nvPr>
            <p:ph type="title"/>
          </p:nvPr>
        </p:nvSpPr>
        <p:spPr>
          <a:xfrm>
            <a:off x="628649" y="584942"/>
            <a:ext cx="7886699" cy="572790"/>
          </a:xfrm>
        </p:spPr>
        <p:txBody>
          <a:bodyPr>
            <a:normAutofit fontScale="90000"/>
          </a:bodyPr>
          <a:lstStyle/>
          <a:p>
            <a:r>
              <a:rPr lang="en-US" dirty="0"/>
              <a:t>Switch Show Command Status</a:t>
            </a:r>
          </a:p>
        </p:txBody>
      </p:sp>
      <p:sp>
        <p:nvSpPr>
          <p:cNvPr id="3" name="Slide Number Placeholder 2">
            <a:extLst>
              <a:ext uri="{FF2B5EF4-FFF2-40B4-BE49-F238E27FC236}">
                <a16:creationId xmlns:a16="http://schemas.microsoft.com/office/drawing/2014/main" id="{BFADCC52-4CDA-3BD4-D0B1-BDD42E08C5DA}"/>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36</a:t>
            </a:fld>
            <a:endParaRPr lang="en-US" dirty="0"/>
          </a:p>
        </p:txBody>
      </p:sp>
      <p:sp>
        <p:nvSpPr>
          <p:cNvPr id="5" name="Footer Placeholder 4">
            <a:extLst>
              <a:ext uri="{FF2B5EF4-FFF2-40B4-BE49-F238E27FC236}">
                <a16:creationId xmlns:a16="http://schemas.microsoft.com/office/drawing/2014/main" id="{A9BCC630-B38B-E554-C98C-768F16EA5DF4}"/>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
        <p:nvSpPr>
          <p:cNvPr id="6" name="Arrow: Down 8">
            <a:extLst>
              <a:ext uri="{FF2B5EF4-FFF2-40B4-BE49-F238E27FC236}">
                <a16:creationId xmlns:a16="http://schemas.microsoft.com/office/drawing/2014/main" id="{2386F1D1-1C21-1D87-4778-2AF3CE49BC41}"/>
              </a:ext>
            </a:extLst>
          </p:cNvPr>
          <p:cNvSpPr/>
          <p:nvPr/>
        </p:nvSpPr>
        <p:spPr>
          <a:xfrm>
            <a:off x="393700" y="1157288"/>
            <a:ext cx="1326612" cy="3567112"/>
          </a:xfrm>
          <a:prstGeom prst="downArrow">
            <a:avLst/>
          </a:prstGeom>
          <a:solidFill>
            <a:srgbClr val="004F71"/>
          </a:solidFill>
          <a:ln>
            <a:solidFill>
              <a:srgbClr val="004F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48" dirty="0"/>
          </a:p>
        </p:txBody>
      </p:sp>
      <p:graphicFrame>
        <p:nvGraphicFramePr>
          <p:cNvPr id="11" name="Content Placeholder 10">
            <a:extLst>
              <a:ext uri="{FF2B5EF4-FFF2-40B4-BE49-F238E27FC236}">
                <a16:creationId xmlns:a16="http://schemas.microsoft.com/office/drawing/2014/main" id="{D64B90BD-D849-3E14-322B-9271511E8EBE}"/>
              </a:ext>
            </a:extLst>
          </p:cNvPr>
          <p:cNvGraphicFramePr>
            <a:graphicFrameLocks noGrp="1"/>
          </p:cNvGraphicFramePr>
          <p:nvPr>
            <p:ph idx="1"/>
            <p:extLst>
              <p:ext uri="{D42A27DB-BD31-4B8C-83A1-F6EECF244321}">
                <p14:modId xmlns:p14="http://schemas.microsoft.com/office/powerpoint/2010/main" val="4152057381"/>
              </p:ext>
            </p:extLst>
          </p:nvPr>
        </p:nvGraphicFramePr>
        <p:xfrm>
          <a:off x="985111" y="1462255"/>
          <a:ext cx="7530239" cy="2334830"/>
        </p:xfrm>
        <a:graphic>
          <a:graphicData uri="http://schemas.openxmlformats.org/drawingml/2006/table">
            <a:tbl>
              <a:tblPr firstRow="1" bandRow="1">
                <a:tableStyleId>{00A15C55-8517-42AA-B614-E9B94910E393}</a:tableStyleId>
              </a:tblPr>
              <a:tblGrid>
                <a:gridCol w="2641492">
                  <a:extLst>
                    <a:ext uri="{9D8B030D-6E8A-4147-A177-3AD203B41FA5}">
                      <a16:colId xmlns:a16="http://schemas.microsoft.com/office/drawing/2014/main" val="611536476"/>
                    </a:ext>
                  </a:extLst>
                </a:gridCol>
                <a:gridCol w="4888747">
                  <a:extLst>
                    <a:ext uri="{9D8B030D-6E8A-4147-A177-3AD203B41FA5}">
                      <a16:colId xmlns:a16="http://schemas.microsoft.com/office/drawing/2014/main" val="1145927216"/>
                    </a:ext>
                  </a:extLst>
                </a:gridCol>
              </a:tblGrid>
              <a:tr h="529555">
                <a:tc>
                  <a:txBody>
                    <a:bodyPr/>
                    <a:lstStyle/>
                    <a:p>
                      <a:r>
                        <a:rPr lang="en-US" sz="1400" b="0" dirty="0">
                          <a:solidFill>
                            <a:srgbClr val="20282F"/>
                          </a:solidFill>
                        </a:rPr>
                        <a:t>Down/down</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b="0" dirty="0">
                          <a:solidFill>
                            <a:srgbClr val="20282F"/>
                          </a:solidFill>
                        </a:rPr>
                        <a:t>Both the layer 1 (physical) and layer 2 (data link) connections are inactive.</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15969274"/>
                  </a:ext>
                </a:extLst>
              </a:tr>
              <a:tr h="529555">
                <a:tc>
                  <a:txBody>
                    <a:bodyPr/>
                    <a:lstStyle/>
                    <a:p>
                      <a:r>
                        <a:rPr lang="en-US" sz="1400" b="0" dirty="0">
                          <a:solidFill>
                            <a:srgbClr val="20282F"/>
                          </a:solidFill>
                        </a:rPr>
                        <a:t>Administratively down/down</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b="0" dirty="0">
                          <a:solidFill>
                            <a:srgbClr val="20282F"/>
                          </a:solidFill>
                        </a:rPr>
                        <a:t>The interface has been manually disabled by an administrator using the </a:t>
                      </a:r>
                      <a:r>
                        <a:rPr lang="en-US" sz="1400" b="1" dirty="0">
                          <a:solidFill>
                            <a:srgbClr val="20282F"/>
                          </a:solidFill>
                        </a:rPr>
                        <a:t>shutdown</a:t>
                      </a:r>
                      <a:r>
                        <a:rPr lang="en-US" sz="1400" b="0" dirty="0">
                          <a:solidFill>
                            <a:srgbClr val="20282F"/>
                          </a:solidFill>
                        </a:rPr>
                        <a:t> command.</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39725768"/>
                  </a:ext>
                </a:extLst>
              </a:tr>
              <a:tr h="529555">
                <a:tc>
                  <a:txBody>
                    <a:bodyPr/>
                    <a:lstStyle/>
                    <a:p>
                      <a:r>
                        <a:rPr lang="en-US" sz="1400" b="0" dirty="0">
                          <a:solidFill>
                            <a:srgbClr val="20282F"/>
                          </a:solidFill>
                        </a:rPr>
                        <a:t>Down/error disabled</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b="0" dirty="0">
                          <a:solidFill>
                            <a:srgbClr val="20282F"/>
                          </a:solidFill>
                        </a:rPr>
                        <a:t>The interface has been automatically disabled due to a network error or policy violation.</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85075533"/>
                  </a:ext>
                </a:extLst>
              </a:tr>
              <a:tr h="746165">
                <a:tc>
                  <a:txBody>
                    <a:bodyPr/>
                    <a:lstStyle/>
                    <a:p>
                      <a:r>
                        <a:rPr lang="en-US" sz="1400" b="0" dirty="0">
                          <a:solidFill>
                            <a:srgbClr val="20282F"/>
                          </a:solidFill>
                        </a:rPr>
                        <a:t>Up/down (suspended)</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b="0" dirty="0">
                          <a:solidFill>
                            <a:srgbClr val="20282F"/>
                          </a:solidFill>
                        </a:rPr>
                        <a:t>The physical layer is operational, but the data link layer is inactive due to administrative settings or errors.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40408720"/>
                  </a:ext>
                </a:extLst>
              </a:tr>
            </a:tbl>
          </a:graphicData>
        </a:graphic>
      </p:graphicFrame>
    </p:spTree>
    <p:extLst>
      <p:ext uri="{BB962C8B-B14F-4D97-AF65-F5344CB8AC3E}">
        <p14:creationId xmlns:p14="http://schemas.microsoft.com/office/powerpoint/2010/main" val="38418442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9F21A-2E5E-46AA-DC07-1DA5699735C8}"/>
              </a:ext>
            </a:extLst>
          </p:cNvPr>
          <p:cNvSpPr>
            <a:spLocks noGrp="1"/>
          </p:cNvSpPr>
          <p:nvPr>
            <p:ph type="title"/>
          </p:nvPr>
        </p:nvSpPr>
        <p:spPr>
          <a:xfrm>
            <a:off x="628649" y="584942"/>
            <a:ext cx="7886699" cy="572790"/>
          </a:xfrm>
        </p:spPr>
        <p:txBody>
          <a:bodyPr>
            <a:normAutofit fontScale="90000"/>
          </a:bodyPr>
          <a:lstStyle/>
          <a:p>
            <a:r>
              <a:rPr lang="en-US" dirty="0"/>
              <a:t>Interface Error Counters</a:t>
            </a:r>
          </a:p>
        </p:txBody>
      </p:sp>
      <p:sp>
        <p:nvSpPr>
          <p:cNvPr id="5" name="Slide Number Placeholder 4">
            <a:extLst>
              <a:ext uri="{FF2B5EF4-FFF2-40B4-BE49-F238E27FC236}">
                <a16:creationId xmlns:a16="http://schemas.microsoft.com/office/drawing/2014/main" id="{1A0F4AED-A4D6-FD63-BDB5-34D2AECA185E}"/>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37</a:t>
            </a:fld>
            <a:endParaRPr lang="en-US" dirty="0"/>
          </a:p>
        </p:txBody>
      </p:sp>
      <p:sp>
        <p:nvSpPr>
          <p:cNvPr id="7" name="Footer Placeholder 6">
            <a:extLst>
              <a:ext uri="{FF2B5EF4-FFF2-40B4-BE49-F238E27FC236}">
                <a16:creationId xmlns:a16="http://schemas.microsoft.com/office/drawing/2014/main" id="{1AE08F9E-DB62-8A04-C89A-06AC620A6732}"/>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6" name="Diagram 5">
            <a:extLst>
              <a:ext uri="{FF2B5EF4-FFF2-40B4-BE49-F238E27FC236}">
                <a16:creationId xmlns:a16="http://schemas.microsoft.com/office/drawing/2014/main" id="{5DF4076D-7870-E126-0757-76D2F06D5E80}"/>
              </a:ext>
            </a:extLst>
          </p:cNvPr>
          <p:cNvGraphicFramePr/>
          <p:nvPr>
            <p:extLst>
              <p:ext uri="{D42A27DB-BD31-4B8C-83A1-F6EECF244321}">
                <p14:modId xmlns:p14="http://schemas.microsoft.com/office/powerpoint/2010/main" val="3257372590"/>
              </p:ext>
            </p:extLst>
          </p:nvPr>
        </p:nvGraphicFramePr>
        <p:xfrm>
          <a:off x="628649" y="1239091"/>
          <a:ext cx="5293925" cy="34420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a:extLst>
              <a:ext uri="{FF2B5EF4-FFF2-40B4-BE49-F238E27FC236}">
                <a16:creationId xmlns:a16="http://schemas.microsoft.com/office/drawing/2014/main" id="{4AC981EB-2B06-632E-0B99-0FBB2306A660}"/>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6052629" y="2213813"/>
            <a:ext cx="2664000" cy="1309726"/>
          </a:xfrm>
          <a:prstGeom prst="rect">
            <a:avLst/>
          </a:prstGeom>
        </p:spPr>
      </p:pic>
    </p:spTree>
    <p:extLst>
      <p:ext uri="{BB962C8B-B14F-4D97-AF65-F5344CB8AC3E}">
        <p14:creationId xmlns:p14="http://schemas.microsoft.com/office/powerpoint/2010/main" val="24191258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88374-815F-EC65-EBDD-1C614181831C}"/>
              </a:ext>
            </a:extLst>
          </p:cNvPr>
          <p:cNvSpPr>
            <a:spLocks noGrp="1"/>
          </p:cNvSpPr>
          <p:nvPr>
            <p:ph type="title"/>
          </p:nvPr>
        </p:nvSpPr>
        <p:spPr>
          <a:xfrm>
            <a:off x="628649" y="584942"/>
            <a:ext cx="7886699" cy="572790"/>
          </a:xfrm>
        </p:spPr>
        <p:txBody>
          <a:bodyPr>
            <a:normAutofit fontScale="90000"/>
          </a:bodyPr>
          <a:lstStyle/>
          <a:p>
            <a:r>
              <a:rPr lang="en-US" dirty="0"/>
              <a:t>Common Interface Errors</a:t>
            </a:r>
          </a:p>
        </p:txBody>
      </p:sp>
      <p:sp>
        <p:nvSpPr>
          <p:cNvPr id="3" name="Slide Number Placeholder 2">
            <a:extLst>
              <a:ext uri="{FF2B5EF4-FFF2-40B4-BE49-F238E27FC236}">
                <a16:creationId xmlns:a16="http://schemas.microsoft.com/office/drawing/2014/main" id="{CD2CC6B4-1CB9-6D36-E973-8765358C3E86}"/>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38</a:t>
            </a:fld>
            <a:endParaRPr lang="en-US" dirty="0"/>
          </a:p>
        </p:txBody>
      </p:sp>
      <p:sp>
        <p:nvSpPr>
          <p:cNvPr id="5" name="Footer Placeholder 4">
            <a:extLst>
              <a:ext uri="{FF2B5EF4-FFF2-40B4-BE49-F238E27FC236}">
                <a16:creationId xmlns:a16="http://schemas.microsoft.com/office/drawing/2014/main" id="{0C4A803F-0E5E-1B04-42FE-8EDA338CCB3C}"/>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0" name="Content Placeholder 9">
            <a:extLst>
              <a:ext uri="{FF2B5EF4-FFF2-40B4-BE49-F238E27FC236}">
                <a16:creationId xmlns:a16="http://schemas.microsoft.com/office/drawing/2014/main" id="{27BE5DE5-2CA2-CD62-CBD6-5B4A9889EDD6}"/>
              </a:ext>
            </a:extLst>
          </p:cNvPr>
          <p:cNvGraphicFramePr>
            <a:graphicFrameLocks noGrp="1"/>
          </p:cNvGraphicFramePr>
          <p:nvPr>
            <p:ph idx="1"/>
            <p:extLst>
              <p:ext uri="{D42A27DB-BD31-4B8C-83A1-F6EECF244321}">
                <p14:modId xmlns:p14="http://schemas.microsoft.com/office/powerpoint/2010/main" val="3914054449"/>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071840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EF583-77A3-89EF-9BFB-0477AA469267}"/>
              </a:ext>
            </a:extLst>
          </p:cNvPr>
          <p:cNvSpPr>
            <a:spLocks noGrp="1"/>
          </p:cNvSpPr>
          <p:nvPr>
            <p:ph type="title"/>
          </p:nvPr>
        </p:nvSpPr>
        <p:spPr>
          <a:xfrm>
            <a:off x="628649" y="584942"/>
            <a:ext cx="7886699" cy="572790"/>
          </a:xfrm>
        </p:spPr>
        <p:txBody>
          <a:bodyPr>
            <a:normAutofit fontScale="90000"/>
          </a:bodyPr>
          <a:lstStyle/>
          <a:p>
            <a:r>
              <a:rPr lang="en-US" dirty="0"/>
              <a:t>Network Loop and Broadcast Storm</a:t>
            </a:r>
          </a:p>
        </p:txBody>
      </p:sp>
      <p:sp>
        <p:nvSpPr>
          <p:cNvPr id="3" name="Slide Number Placeholder 2">
            <a:extLst>
              <a:ext uri="{FF2B5EF4-FFF2-40B4-BE49-F238E27FC236}">
                <a16:creationId xmlns:a16="http://schemas.microsoft.com/office/drawing/2014/main" id="{9D5C7C30-B9B5-6573-BA8F-9EFDD841358E}"/>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39</a:t>
            </a:fld>
            <a:endParaRPr lang="en-US" dirty="0"/>
          </a:p>
        </p:txBody>
      </p:sp>
      <p:sp>
        <p:nvSpPr>
          <p:cNvPr id="5" name="Footer Placeholder 4">
            <a:extLst>
              <a:ext uri="{FF2B5EF4-FFF2-40B4-BE49-F238E27FC236}">
                <a16:creationId xmlns:a16="http://schemas.microsoft.com/office/drawing/2014/main" id="{6B1A1D98-93EA-7CD1-2192-ADB6CB536DB3}"/>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
        <p:nvSpPr>
          <p:cNvPr id="7" name="Title 1">
            <a:extLst>
              <a:ext uri="{FF2B5EF4-FFF2-40B4-BE49-F238E27FC236}">
                <a16:creationId xmlns:a16="http://schemas.microsoft.com/office/drawing/2014/main" id="{1C24DEF7-2954-9C3B-1567-1D0B6242014F}"/>
              </a:ext>
            </a:extLst>
          </p:cNvPr>
          <p:cNvSpPr txBox="1">
            <a:spLocks/>
          </p:cNvSpPr>
          <p:nvPr/>
        </p:nvSpPr>
        <p:spPr>
          <a:xfrm>
            <a:off x="141194" y="0"/>
            <a:ext cx="7886700" cy="993252"/>
          </a:xfrm>
          <a:prstGeom prst="rect">
            <a:avLst/>
          </a:prstGeom>
        </p:spPr>
        <p:txBody>
          <a:bodyPr vert="horz" lIns="91440" tIns="45720" rIns="91440" bIns="45720" rtlCol="0" anchor="ctr">
            <a:normAutofit/>
          </a:bodyPr>
          <a:lstStyle>
            <a:lvl1pPr algn="l" defTabSz="685160" rtl="0" eaLnBrk="1" latinLnBrk="0" hangingPunct="1">
              <a:lnSpc>
                <a:spcPct val="90000"/>
              </a:lnSpc>
              <a:spcBef>
                <a:spcPct val="0"/>
              </a:spcBef>
              <a:buNone/>
              <a:defRPr sz="3600" kern="1200">
                <a:solidFill>
                  <a:srgbClr val="404448"/>
                </a:solidFill>
                <a:latin typeface="+mj-lt"/>
                <a:ea typeface="+mj-ea"/>
                <a:cs typeface="+mj-cs"/>
              </a:defRPr>
            </a:lvl1pPr>
          </a:lstStyle>
          <a:p>
            <a:endParaRPr lang="en-US" sz="3397" dirty="0"/>
          </a:p>
        </p:txBody>
      </p:sp>
      <p:sp>
        <p:nvSpPr>
          <p:cNvPr id="9" name="Title 1">
            <a:extLst>
              <a:ext uri="{FF2B5EF4-FFF2-40B4-BE49-F238E27FC236}">
                <a16:creationId xmlns:a16="http://schemas.microsoft.com/office/drawing/2014/main" id="{AD7DC5A0-4304-1163-4A7B-A736F29AD0C7}"/>
              </a:ext>
            </a:extLst>
          </p:cNvPr>
          <p:cNvSpPr txBox="1">
            <a:spLocks/>
          </p:cNvSpPr>
          <p:nvPr/>
        </p:nvSpPr>
        <p:spPr>
          <a:xfrm>
            <a:off x="141194" y="0"/>
            <a:ext cx="7886700" cy="993252"/>
          </a:xfrm>
          <a:prstGeom prst="rect">
            <a:avLst/>
          </a:prstGeom>
        </p:spPr>
        <p:txBody>
          <a:bodyPr vert="horz" lIns="91440" tIns="45720" rIns="91440" bIns="45720" rtlCol="0" anchor="ctr">
            <a:normAutofit/>
          </a:bodyPr>
          <a:lstStyle>
            <a:lvl1pPr algn="l" defTabSz="685160" rtl="0" eaLnBrk="1" latinLnBrk="0" hangingPunct="1">
              <a:lnSpc>
                <a:spcPct val="90000"/>
              </a:lnSpc>
              <a:spcBef>
                <a:spcPct val="0"/>
              </a:spcBef>
              <a:buNone/>
              <a:defRPr sz="3600" kern="1200">
                <a:solidFill>
                  <a:srgbClr val="404448"/>
                </a:solidFill>
                <a:latin typeface="+mj-lt"/>
                <a:ea typeface="+mj-ea"/>
                <a:cs typeface="+mj-cs"/>
              </a:defRPr>
            </a:lvl1pPr>
          </a:lstStyle>
          <a:p>
            <a:endParaRPr lang="en-US" sz="3397" dirty="0"/>
          </a:p>
        </p:txBody>
      </p:sp>
      <p:graphicFrame>
        <p:nvGraphicFramePr>
          <p:cNvPr id="12" name="Content Placeholder 11">
            <a:extLst>
              <a:ext uri="{FF2B5EF4-FFF2-40B4-BE49-F238E27FC236}">
                <a16:creationId xmlns:a16="http://schemas.microsoft.com/office/drawing/2014/main" id="{07D233BB-27C3-2D19-076B-9BE1E1B7EBA3}"/>
              </a:ext>
            </a:extLst>
          </p:cNvPr>
          <p:cNvGraphicFramePr>
            <a:graphicFrameLocks noGrp="1"/>
          </p:cNvGraphicFramePr>
          <p:nvPr>
            <p:ph idx="1"/>
            <p:extLst>
              <p:ext uri="{D42A27DB-BD31-4B8C-83A1-F6EECF244321}">
                <p14:modId xmlns:p14="http://schemas.microsoft.com/office/powerpoint/2010/main" val="531216695"/>
              </p:ext>
            </p:extLst>
          </p:nvPr>
        </p:nvGraphicFramePr>
        <p:xfrm>
          <a:off x="628648" y="1132729"/>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593049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EBFE2-DC9C-A1AC-C40B-1AD58A5398F6}"/>
              </a:ext>
            </a:extLst>
          </p:cNvPr>
          <p:cNvSpPr>
            <a:spLocks noGrp="1"/>
          </p:cNvSpPr>
          <p:nvPr>
            <p:ph type="title"/>
          </p:nvPr>
        </p:nvSpPr>
        <p:spPr>
          <a:xfrm>
            <a:off x="628649" y="584942"/>
            <a:ext cx="7886699" cy="572790"/>
          </a:xfrm>
        </p:spPr>
        <p:txBody>
          <a:bodyPr>
            <a:normAutofit fontScale="90000"/>
          </a:bodyPr>
          <a:lstStyle/>
          <a:p>
            <a:r>
              <a:rPr lang="en-US" dirty="0"/>
              <a:t>Power Over Ethernet Issues</a:t>
            </a:r>
          </a:p>
        </p:txBody>
      </p:sp>
      <p:sp>
        <p:nvSpPr>
          <p:cNvPr id="3" name="Slide Number Placeholder 2">
            <a:extLst>
              <a:ext uri="{FF2B5EF4-FFF2-40B4-BE49-F238E27FC236}">
                <a16:creationId xmlns:a16="http://schemas.microsoft.com/office/drawing/2014/main" id="{09073223-61CE-3DDD-F460-16344B1FD1E7}"/>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40</a:t>
            </a:fld>
            <a:endParaRPr lang="en-US" dirty="0"/>
          </a:p>
        </p:txBody>
      </p:sp>
      <p:sp>
        <p:nvSpPr>
          <p:cNvPr id="5" name="Footer Placeholder 4">
            <a:extLst>
              <a:ext uri="{FF2B5EF4-FFF2-40B4-BE49-F238E27FC236}">
                <a16:creationId xmlns:a16="http://schemas.microsoft.com/office/drawing/2014/main" id="{04C92E05-AF12-5B92-2C86-7B199C2414F7}"/>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0" name="Content Placeholder 9">
            <a:extLst>
              <a:ext uri="{FF2B5EF4-FFF2-40B4-BE49-F238E27FC236}">
                <a16:creationId xmlns:a16="http://schemas.microsoft.com/office/drawing/2014/main" id="{B2337AB9-BE6C-27B0-1973-0F1E2F56F74F}"/>
              </a:ext>
            </a:extLst>
          </p:cNvPr>
          <p:cNvGraphicFramePr>
            <a:graphicFrameLocks noGrp="1"/>
          </p:cNvGraphicFramePr>
          <p:nvPr>
            <p:ph idx="1"/>
            <p:extLst>
              <p:ext uri="{D42A27DB-BD31-4B8C-83A1-F6EECF244321}">
                <p14:modId xmlns:p14="http://schemas.microsoft.com/office/powerpoint/2010/main" val="2132448172"/>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839355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03AB2-D7D8-624B-94AA-30163B023AC5}"/>
              </a:ext>
            </a:extLst>
          </p:cNvPr>
          <p:cNvSpPr>
            <a:spLocks noGrp="1"/>
          </p:cNvSpPr>
          <p:nvPr>
            <p:ph type="title"/>
          </p:nvPr>
        </p:nvSpPr>
        <p:spPr/>
        <p:txBody>
          <a:bodyPr vert="horz" lIns="91440" tIns="45720" rIns="91440" bIns="45720" rtlCol="0" anchor="b">
            <a:normAutofit fontScale="90000"/>
          </a:bodyPr>
          <a:lstStyle/>
          <a:p>
            <a:r>
              <a:rPr lang="en-US" dirty="0"/>
              <a:t>Activity: What Would You Do?</a:t>
            </a:r>
          </a:p>
        </p:txBody>
      </p:sp>
      <p:sp>
        <p:nvSpPr>
          <p:cNvPr id="11" name="Content Placeholder 10">
            <a:extLst>
              <a:ext uri="{FF2B5EF4-FFF2-40B4-BE49-F238E27FC236}">
                <a16:creationId xmlns:a16="http://schemas.microsoft.com/office/drawing/2014/main" id="{4CF84240-9675-A6BE-BCF9-E325AC950D7C}"/>
              </a:ext>
            </a:extLst>
          </p:cNvPr>
          <p:cNvSpPr>
            <a:spLocks noGrp="1"/>
          </p:cNvSpPr>
          <p:nvPr>
            <p:ph sz="half" idx="1"/>
          </p:nvPr>
        </p:nvSpPr>
        <p:spPr>
          <a:xfrm>
            <a:off x="628650" y="1347334"/>
            <a:ext cx="4575810" cy="1690603"/>
          </a:xfrm>
        </p:spPr>
        <p:txBody>
          <a:bodyPr/>
          <a:lstStyle/>
          <a:p>
            <a:pPr marL="0" indent="0">
              <a:buNone/>
            </a:pPr>
            <a:r>
              <a:rPr lang="en-US" dirty="0"/>
              <a:t>The switch won’t power on. </a:t>
            </a:r>
          </a:p>
          <a:p>
            <a:pPr marL="0" indent="0">
              <a:buNone/>
            </a:pPr>
            <a:endParaRPr lang="en-US" sz="800" dirty="0"/>
          </a:p>
          <a:p>
            <a:pPr marL="0" indent="0">
              <a:buNone/>
            </a:pPr>
            <a:r>
              <a:rPr lang="en-US" dirty="0"/>
              <a:t>What troubleshooting steps would you take?</a:t>
            </a:r>
          </a:p>
        </p:txBody>
      </p:sp>
      <p:sp>
        <p:nvSpPr>
          <p:cNvPr id="3" name="Slide Number Placeholder 2">
            <a:extLst>
              <a:ext uri="{FF2B5EF4-FFF2-40B4-BE49-F238E27FC236}">
                <a16:creationId xmlns:a16="http://schemas.microsoft.com/office/drawing/2014/main" id="{BC382138-8868-EC8D-F4C5-3F5E849C1815}"/>
              </a:ext>
            </a:extLst>
          </p:cNvPr>
          <p:cNvSpPr>
            <a:spLocks noGrp="1"/>
          </p:cNvSpPr>
          <p:nvPr>
            <p:ph type="sldNum" sz="quarter" idx="12"/>
          </p:nvPr>
        </p:nvSpPr>
        <p:spPr/>
        <p:txBody>
          <a:bodyPr/>
          <a:lstStyle/>
          <a:p>
            <a:fld id="{64537577-822C-42C9-B1FE-62AC5F07B59D}" type="slidenum">
              <a:rPr lang="en-US" smtClean="0"/>
              <a:pPr/>
              <a:t>41</a:t>
            </a:fld>
            <a:endParaRPr lang="en-US" dirty="0"/>
          </a:p>
        </p:txBody>
      </p:sp>
      <p:sp>
        <p:nvSpPr>
          <p:cNvPr id="7" name="TextBox 6">
            <a:extLst>
              <a:ext uri="{FF2B5EF4-FFF2-40B4-BE49-F238E27FC236}">
                <a16:creationId xmlns:a16="http://schemas.microsoft.com/office/drawing/2014/main" id="{2FB97682-3D7E-7896-A0FB-D9FE87843000}"/>
              </a:ext>
            </a:extLst>
          </p:cNvPr>
          <p:cNvSpPr txBox="1"/>
          <p:nvPr/>
        </p:nvSpPr>
        <p:spPr>
          <a:xfrm>
            <a:off x="866252" y="2396295"/>
            <a:ext cx="3797188" cy="1690603"/>
          </a:xfrm>
          <a:prstGeom prst="rect">
            <a:avLst/>
          </a:prstGeom>
        </p:spPr>
        <p:txBody>
          <a:bodyPr vert="horz" lIns="91440" tIns="45720" rIns="91440" bIns="45720" rtlCol="0">
            <a:normAutofit/>
          </a:bodyPr>
          <a:lstStyle/>
          <a:p>
            <a:pPr defTabSz="685160">
              <a:lnSpc>
                <a:spcPct val="90000"/>
              </a:lnSpc>
              <a:spcBef>
                <a:spcPts val="749"/>
              </a:spcBef>
            </a:pPr>
            <a:endParaRPr lang="en-US" sz="2000" kern="1200" dirty="0">
              <a:solidFill>
                <a:srgbClr val="404448"/>
              </a:solidFill>
              <a:latin typeface="+mn-lt"/>
              <a:ea typeface="+mn-ea"/>
              <a:cs typeface="+mn-cs"/>
            </a:endParaRPr>
          </a:p>
        </p:txBody>
      </p:sp>
      <p:pic>
        <p:nvPicPr>
          <p:cNvPr id="6" name="Picture 5" descr="Teenager with curly hair">
            <a:extLst>
              <a:ext uri="{FF2B5EF4-FFF2-40B4-BE49-F238E27FC236}">
                <a16:creationId xmlns:a16="http://schemas.microsoft.com/office/drawing/2014/main" id="{DDFFD97C-7F63-2D13-4729-C9AD1E521E99}"/>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114284" y="1347334"/>
            <a:ext cx="3401066" cy="3178744"/>
          </a:xfrm>
          <a:prstGeom prst="rect">
            <a:avLst/>
          </a:prstGeom>
        </p:spPr>
      </p:pic>
      <p:sp>
        <p:nvSpPr>
          <p:cNvPr id="4" name="Footer Placeholder 3">
            <a:extLst>
              <a:ext uri="{FF2B5EF4-FFF2-40B4-BE49-F238E27FC236}">
                <a16:creationId xmlns:a16="http://schemas.microsoft.com/office/drawing/2014/main" id="{F1E09874-ADB8-80D7-6752-4DA213F19B51}"/>
              </a:ext>
            </a:extLst>
          </p:cNvPr>
          <p:cNvSpPr>
            <a:spLocks noGrp="1"/>
          </p:cNvSpPr>
          <p:nvPr>
            <p:ph type="ftr" sz="quarter" idx="3"/>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4840152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7E3B-31C2-35D2-5527-9365308F6DFB}"/>
              </a:ext>
            </a:extLst>
          </p:cNvPr>
          <p:cNvSpPr>
            <a:spLocks noGrp="1"/>
          </p:cNvSpPr>
          <p:nvPr>
            <p:ph type="ctrTitle"/>
          </p:nvPr>
        </p:nvSpPr>
        <p:spPr>
          <a:xfrm>
            <a:off x="682580" y="840993"/>
            <a:ext cx="7318420" cy="1397942"/>
          </a:xfrm>
        </p:spPr>
        <p:txBody>
          <a:bodyPr/>
          <a:lstStyle/>
          <a:p>
            <a:r>
              <a:rPr lang="en-US" dirty="0"/>
              <a:t>Summary</a:t>
            </a:r>
          </a:p>
        </p:txBody>
      </p:sp>
      <p:sp>
        <p:nvSpPr>
          <p:cNvPr id="3" name="Subtitle 2">
            <a:extLst>
              <a:ext uri="{FF2B5EF4-FFF2-40B4-BE49-F238E27FC236}">
                <a16:creationId xmlns:a16="http://schemas.microsoft.com/office/drawing/2014/main" id="{95D2A0BA-D28A-0B52-2159-525C86DF1E8A}"/>
              </a:ext>
            </a:extLst>
          </p:cNvPr>
          <p:cNvSpPr>
            <a:spLocks noGrp="1"/>
          </p:cNvSpPr>
          <p:nvPr>
            <p:ph type="subTitle" idx="1"/>
          </p:nvPr>
        </p:nvSpPr>
        <p:spPr>
          <a:xfrm>
            <a:off x="682580" y="2306171"/>
            <a:ext cx="7318420" cy="1633528"/>
          </a:xfrm>
        </p:spPr>
        <p:txBody>
          <a:bodyPr>
            <a:normAutofit/>
          </a:bodyPr>
          <a:lstStyle/>
          <a:p>
            <a:r>
              <a:rPr lang="en-US" dirty="0"/>
              <a:t>Configuring Interfaces and Switches</a:t>
            </a:r>
          </a:p>
        </p:txBody>
      </p:sp>
      <p:sp>
        <p:nvSpPr>
          <p:cNvPr id="5" name="Slide Number Placeholder 4">
            <a:extLst>
              <a:ext uri="{FF2B5EF4-FFF2-40B4-BE49-F238E27FC236}">
                <a16:creationId xmlns:a16="http://schemas.microsoft.com/office/drawing/2014/main" id="{FEC33736-5D7F-B8F6-1F94-85DD8EC06CBC}"/>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42</a:t>
            </a:fld>
            <a:endParaRPr lang="en-US" dirty="0"/>
          </a:p>
        </p:txBody>
      </p:sp>
      <p:sp>
        <p:nvSpPr>
          <p:cNvPr id="6" name="Footer Placeholder 5">
            <a:extLst>
              <a:ext uri="{FF2B5EF4-FFF2-40B4-BE49-F238E27FC236}">
                <a16:creationId xmlns:a16="http://schemas.microsoft.com/office/drawing/2014/main" id="{F49D0046-F3D4-9967-F78F-4F4FA28B8947}"/>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984566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5FD4B-B953-BEFC-78A3-725F1DE08E27}"/>
              </a:ext>
            </a:extLst>
          </p:cNvPr>
          <p:cNvSpPr>
            <a:spLocks noGrp="1"/>
          </p:cNvSpPr>
          <p:nvPr>
            <p:ph type="title"/>
          </p:nvPr>
        </p:nvSpPr>
        <p:spPr>
          <a:xfrm>
            <a:off x="628649" y="584942"/>
            <a:ext cx="7886699" cy="572790"/>
          </a:xfrm>
        </p:spPr>
        <p:txBody>
          <a:bodyPr>
            <a:normAutofit fontScale="90000"/>
          </a:bodyPr>
          <a:lstStyle/>
          <a:p>
            <a:r>
              <a:rPr lang="en-US" dirty="0"/>
              <a:t>Main Points</a:t>
            </a:r>
          </a:p>
        </p:txBody>
      </p:sp>
      <p:sp>
        <p:nvSpPr>
          <p:cNvPr id="3" name="Content Placeholder 2">
            <a:extLst>
              <a:ext uri="{FF2B5EF4-FFF2-40B4-BE49-F238E27FC236}">
                <a16:creationId xmlns:a16="http://schemas.microsoft.com/office/drawing/2014/main" id="{37F4092C-34AC-1128-EC89-05BCF335B867}"/>
              </a:ext>
            </a:extLst>
          </p:cNvPr>
          <p:cNvSpPr>
            <a:spLocks noGrp="1"/>
          </p:cNvSpPr>
          <p:nvPr>
            <p:ph idx="1"/>
          </p:nvPr>
        </p:nvSpPr>
        <p:spPr>
          <a:xfrm>
            <a:off x="628650" y="1216369"/>
            <a:ext cx="7886700" cy="3325066"/>
          </a:xfrm>
        </p:spPr>
        <p:txBody>
          <a:bodyPr/>
          <a:lstStyle/>
          <a:p>
            <a:r>
              <a:rPr lang="en-US" b="1" dirty="0"/>
              <a:t>NIC vs. Transceiver</a:t>
            </a:r>
            <a:r>
              <a:rPr lang="en-US" dirty="0"/>
              <a:t>: NIC connects host to network (cable), transceiver adapts cable types</a:t>
            </a:r>
          </a:p>
          <a:p>
            <a:r>
              <a:rPr lang="en-US" b="1" dirty="0"/>
              <a:t>Hub vs. Switch</a:t>
            </a:r>
            <a:r>
              <a:rPr lang="en-US" dirty="0"/>
              <a:t>: Hub broadcasts to all devices, switch directs traffic to specific devices; bridge connects networks, and keeps them logically unified</a:t>
            </a:r>
          </a:p>
          <a:p>
            <a:r>
              <a:rPr lang="en-US" b="1" dirty="0"/>
              <a:t>STP</a:t>
            </a:r>
            <a:r>
              <a:rPr lang="en-US" dirty="0"/>
              <a:t>: Prevents bridge loops and ensures network redundancy (Layer 2 protocol)</a:t>
            </a:r>
          </a:p>
        </p:txBody>
      </p:sp>
      <p:sp>
        <p:nvSpPr>
          <p:cNvPr id="5" name="Slide Number Placeholder 4">
            <a:extLst>
              <a:ext uri="{FF2B5EF4-FFF2-40B4-BE49-F238E27FC236}">
                <a16:creationId xmlns:a16="http://schemas.microsoft.com/office/drawing/2014/main" id="{6162B12D-82F6-F044-7F35-BFF181ED918B}"/>
              </a:ext>
            </a:extLst>
          </p:cNvPr>
          <p:cNvSpPr>
            <a:spLocks noGrp="1"/>
          </p:cNvSpPr>
          <p:nvPr>
            <p:ph type="sldNum" sz="quarter" idx="12"/>
          </p:nvPr>
        </p:nvSpPr>
        <p:spPr>
          <a:xfrm>
            <a:off x="6457949" y="4762849"/>
            <a:ext cx="2173401" cy="273590"/>
          </a:xfrm>
        </p:spPr>
        <p:txBody>
          <a:bodyPr/>
          <a:lstStyle/>
          <a:p>
            <a:pPr lvl="0"/>
            <a:fld id="{64537577-822C-42C9-B1FE-62AC5F07B59D}" type="slidenum">
              <a:rPr lang="en-US" noProof="0" smtClean="0"/>
              <a:pPr lvl="0"/>
              <a:t>43</a:t>
            </a:fld>
            <a:endParaRPr lang="en-US" noProof="0" dirty="0"/>
          </a:p>
        </p:txBody>
      </p:sp>
      <p:sp>
        <p:nvSpPr>
          <p:cNvPr id="6" name="Footer Placeholder 5">
            <a:extLst>
              <a:ext uri="{FF2B5EF4-FFF2-40B4-BE49-F238E27FC236}">
                <a16:creationId xmlns:a16="http://schemas.microsoft.com/office/drawing/2014/main" id="{ED706EE9-3CE9-6395-9A93-722FD9D7A9E7}"/>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1940928441"/>
      </p:ext>
    </p:extLst>
  </p:cSld>
  <p:clrMapOvr>
    <a:masterClrMapping/>
  </p:clrMapOvr>
</p:sld>
</file>

<file path=ppt/theme/theme1.xml><?xml version="1.0" encoding="utf-8"?>
<a:theme xmlns:a="http://schemas.openxmlformats.org/drawingml/2006/main" name="1_Learning Design">
  <a:themeElements>
    <a:clrScheme name="Custom 12">
      <a:dk1>
        <a:srgbClr val="000000"/>
      </a:dk1>
      <a:lt1>
        <a:srgbClr val="FFFFFF"/>
      </a:lt1>
      <a:dk2>
        <a:srgbClr val="44546A"/>
      </a:dk2>
      <a:lt2>
        <a:srgbClr val="E7E6E6"/>
      </a:lt2>
      <a:accent1>
        <a:srgbClr val="004F70"/>
      </a:accent1>
      <a:accent2>
        <a:srgbClr val="C8102E"/>
      </a:accent2>
      <a:accent3>
        <a:srgbClr val="007377"/>
      </a:accent3>
      <a:accent4>
        <a:srgbClr val="009CA6"/>
      </a:accent4>
      <a:accent5>
        <a:srgbClr val="63CCC8"/>
      </a:accent5>
      <a:accent6>
        <a:srgbClr val="004F70"/>
      </a:accent6>
      <a:hlink>
        <a:srgbClr val="00698E"/>
      </a:hlink>
      <a:folHlink>
        <a:srgbClr val="572B83"/>
      </a:folHlink>
    </a:clrScheme>
    <a:fontScheme name="Inter_NotoSans">
      <a:majorFont>
        <a:latin typeface="Inter"/>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deoRecording_Template" id="{9C93CD7A-60DB-40F2-A8A8-CA06A4377559}" vid="{8B197F58-6409-4754-95E5-6FD514C1EF1A}"/>
    </a:ext>
  </a:extLst>
</a:theme>
</file>

<file path=ppt/theme/theme2.xml><?xml version="1.0" encoding="utf-8"?>
<a:theme xmlns:a="http://schemas.openxmlformats.org/drawingml/2006/main" name="Learning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Inter_NotoSans">
      <a:majorFont>
        <a:latin typeface="Inter"/>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deoRecording_Template" id="{9C93CD7A-60DB-40F2-A8A8-CA06A4377559}" vid="{8B197F58-6409-4754-95E5-6FD514C1EF1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1" ma:contentTypeDescription="Create a new document." ma:contentTypeScope="" ma:versionID="1bd29a7743d722a7a4e1536ec53122b2">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1e45cb6768d0452792e526d740a19175"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SharedWithUsers xmlns="315eb565-7267-4a95-9087-2f433ded3c8b">
      <UserInfo>
        <DisplayName>Juan Guerrero</DisplayName>
        <AccountId>1541</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C976240-38D6-4831-BF27-FC165F6E2AD7}">
  <ds:schemaRefs>
    <ds:schemaRef ds:uri="315eb565-7267-4a95-9087-2f433ded3c8b"/>
    <ds:schemaRef ds:uri="95a46270-66ec-4bdf-aabc-d78887d5141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0D52A02-1E55-4DBA-994E-857BEA779AC3}">
  <ds:schemaRefs>
    <ds:schemaRef ds:uri="http://schemas.microsoft.com/office/2006/metadata/properties"/>
    <ds:schemaRef ds:uri="http://schemas.microsoft.com/office/infopath/2007/PartnerControls"/>
    <ds:schemaRef ds:uri="http://purl.org/dc/dcmitype/"/>
    <ds:schemaRef ds:uri="http://schemas.openxmlformats.org/package/2006/metadata/core-properties"/>
    <ds:schemaRef ds:uri="315eb565-7267-4a95-9087-2f433ded3c8b"/>
    <ds:schemaRef ds:uri="http://purl.org/dc/terms/"/>
    <ds:schemaRef ds:uri="http://schemas.microsoft.com/office/2006/documentManagement/types"/>
    <ds:schemaRef ds:uri="http://purl.org/dc/elements/1.1/"/>
    <ds:schemaRef ds:uri="95a46270-66ec-4bdf-aabc-d78887d51418"/>
    <ds:schemaRef ds:uri="http://schemas.microsoft.com/sharepoint/v3"/>
    <ds:schemaRef ds:uri="http://www.w3.org/XML/1998/namespace"/>
  </ds:schemaRefs>
</ds:datastoreItem>
</file>

<file path=customXml/itemProps3.xml><?xml version="1.0" encoding="utf-8"?>
<ds:datastoreItem xmlns:ds="http://schemas.openxmlformats.org/officeDocument/2006/customXml" ds:itemID="{743C1A66-679F-4E54-96D0-138142AFAC6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1288</TotalTime>
  <Words>8184</Words>
  <Application>Microsoft Office PowerPoint</Application>
  <PresentationFormat>Custom</PresentationFormat>
  <Paragraphs>765</Paragraphs>
  <Slides>43</Slides>
  <Notes>43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43</vt:i4>
      </vt:variant>
    </vt:vector>
  </HeadingPairs>
  <TitlesOfParts>
    <vt:vector size="54" baseType="lpstr">
      <vt:lpstr>Arial</vt:lpstr>
      <vt:lpstr>Calibri</vt:lpstr>
      <vt:lpstr>Courier New</vt:lpstr>
      <vt:lpstr>Inter</vt:lpstr>
      <vt:lpstr>Lato</vt:lpstr>
      <vt:lpstr>Noto Sans</vt:lpstr>
      <vt:lpstr>Noto Sans Condensed</vt:lpstr>
      <vt:lpstr>roboto</vt:lpstr>
      <vt:lpstr>Wingdings</vt:lpstr>
      <vt:lpstr>1_Learning Design</vt:lpstr>
      <vt:lpstr>Learning Design</vt:lpstr>
      <vt:lpstr>Module 3</vt:lpstr>
      <vt:lpstr>Module Objectives</vt:lpstr>
      <vt:lpstr>Lesson 3.1</vt:lpstr>
      <vt:lpstr>Think About It: Network Interfaces</vt:lpstr>
      <vt:lpstr>Network Interface Cards</vt:lpstr>
      <vt:lpstr>Symptoms of NIC Issues</vt:lpstr>
      <vt:lpstr>Modular Transceivers</vt:lpstr>
      <vt:lpstr>Symptoms of Transceiver Issues</vt:lpstr>
      <vt:lpstr>MAC Address Format</vt:lpstr>
      <vt:lpstr>MAC Broadcast Address</vt:lpstr>
      <vt:lpstr>Lesson 3.2</vt:lpstr>
      <vt:lpstr>Hubs</vt:lpstr>
      <vt:lpstr>Bridges</vt:lpstr>
      <vt:lpstr>Switches</vt:lpstr>
      <vt:lpstr>Ethernet Switch Types</vt:lpstr>
      <vt:lpstr>Activity: Matching</vt:lpstr>
      <vt:lpstr>Activity: Matching</vt:lpstr>
      <vt:lpstr>Activity: Matching</vt:lpstr>
      <vt:lpstr>Activity: Matching</vt:lpstr>
      <vt:lpstr>Activity: Matching</vt:lpstr>
      <vt:lpstr>Activity: Matching</vt:lpstr>
      <vt:lpstr>Activity: Matching</vt:lpstr>
      <vt:lpstr>Activity: Matching</vt:lpstr>
      <vt:lpstr>Activity: Matching</vt:lpstr>
      <vt:lpstr>Activity: Matching</vt:lpstr>
      <vt:lpstr>Lesson 3.3</vt:lpstr>
      <vt:lpstr>Link Aggregation/NIC Teaming</vt:lpstr>
      <vt:lpstr>Maximum Transmission Unit (MTU)</vt:lpstr>
      <vt:lpstr>Spanning Tree Protocol</vt:lpstr>
      <vt:lpstr>Power Over Ethernet</vt:lpstr>
      <vt:lpstr>Activity: Scavenger Hunt</vt:lpstr>
      <vt:lpstr>Lesson 3.4</vt:lpstr>
      <vt:lpstr>Hardware Failure Issues</vt:lpstr>
      <vt:lpstr>Port Status Indicators</vt:lpstr>
      <vt:lpstr>Switch Show Commands</vt:lpstr>
      <vt:lpstr>Switch Show Command Status</vt:lpstr>
      <vt:lpstr>Interface Error Counters</vt:lpstr>
      <vt:lpstr>Common Interface Errors</vt:lpstr>
      <vt:lpstr>Network Loop and Broadcast Storm</vt:lpstr>
      <vt:lpstr>Power Over Ethernet Issues</vt:lpstr>
      <vt:lpstr>Activity: What Would You Do?</vt:lpstr>
      <vt:lpstr>Summary</vt:lpstr>
      <vt:lpstr>Main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[Video Title]</dc:title>
  <dc:creator>Yvette Delim</dc:creator>
  <cp:lastModifiedBy>Amy Glidewell</cp:lastModifiedBy>
  <cp:revision>116</cp:revision>
  <dcterms:created xsi:type="dcterms:W3CDTF">2024-03-17T18:19:12Z</dcterms:created>
  <dcterms:modified xsi:type="dcterms:W3CDTF">2025-04-21T22:44:52Z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ies>
</file>