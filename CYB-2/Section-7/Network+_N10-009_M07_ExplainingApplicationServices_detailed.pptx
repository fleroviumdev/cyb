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5.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0.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2.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25.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28.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32.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33.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34.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35.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36.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4"/>
  </p:sldMasterIdLst>
  <p:notesMasterIdLst>
    <p:notesMasterId r:id="rId49"/>
  </p:notesMasterIdLst>
  <p:handoutMasterIdLst>
    <p:handoutMasterId r:id="rId50"/>
  </p:handoutMasterIdLst>
  <p:sldIdLst>
    <p:sldId id="286" r:id="rId5"/>
    <p:sldId id="303" r:id="rId6"/>
    <p:sldId id="310" r:id="rId7"/>
    <p:sldId id="343" r:id="rId8"/>
    <p:sldId id="348" r:id="rId9"/>
    <p:sldId id="305" r:id="rId10"/>
    <p:sldId id="306" r:id="rId11"/>
    <p:sldId id="307" r:id="rId12"/>
    <p:sldId id="308" r:id="rId13"/>
    <p:sldId id="359" r:id="rId14"/>
    <p:sldId id="360" r:id="rId15"/>
    <p:sldId id="349" r:id="rId16"/>
    <p:sldId id="350" r:id="rId17"/>
    <p:sldId id="352" r:id="rId18"/>
    <p:sldId id="316" r:id="rId19"/>
    <p:sldId id="353" r:id="rId20"/>
    <p:sldId id="319" r:id="rId21"/>
    <p:sldId id="355" r:id="rId22"/>
    <p:sldId id="322" r:id="rId23"/>
    <p:sldId id="321" r:id="rId24"/>
    <p:sldId id="356" r:id="rId25"/>
    <p:sldId id="324" r:id="rId26"/>
    <p:sldId id="366" r:id="rId27"/>
    <p:sldId id="325" r:id="rId28"/>
    <p:sldId id="327" r:id="rId29"/>
    <p:sldId id="357" r:id="rId30"/>
    <p:sldId id="329" r:id="rId31"/>
    <p:sldId id="330" r:id="rId32"/>
    <p:sldId id="363" r:id="rId33"/>
    <p:sldId id="367" r:id="rId34"/>
    <p:sldId id="364" r:id="rId35"/>
    <p:sldId id="334" r:id="rId36"/>
    <p:sldId id="365" r:id="rId37"/>
    <p:sldId id="374" r:id="rId38"/>
    <p:sldId id="375" r:id="rId39"/>
    <p:sldId id="368" r:id="rId40"/>
    <p:sldId id="376" r:id="rId41"/>
    <p:sldId id="377" r:id="rId42"/>
    <p:sldId id="378" r:id="rId43"/>
    <p:sldId id="379" r:id="rId44"/>
    <p:sldId id="380" r:id="rId45"/>
    <p:sldId id="381" r:id="rId46"/>
    <p:sldId id="345" r:id="rId47"/>
    <p:sldId id="346" r:id="rId48"/>
  </p:sldIdLst>
  <p:sldSz cx="9144000" cy="5138738"/>
  <p:notesSz cx="6858000" cy="9144000"/>
  <p:defaultTextStyle>
    <a:defPPr>
      <a:defRPr lang="en-US"/>
    </a:defPPr>
    <a:lvl1pPr marL="0" algn="l" defTabSz="685526" rtl="0" eaLnBrk="1" latinLnBrk="0" hangingPunct="1">
      <a:defRPr sz="1349" kern="1200">
        <a:solidFill>
          <a:schemeClr val="tx1"/>
        </a:solidFill>
        <a:latin typeface="+mn-lt"/>
        <a:ea typeface="+mn-ea"/>
        <a:cs typeface="+mn-cs"/>
      </a:defRPr>
    </a:lvl1pPr>
    <a:lvl2pPr marL="342763" algn="l" defTabSz="685526" rtl="0" eaLnBrk="1" latinLnBrk="0" hangingPunct="1">
      <a:defRPr sz="1349" kern="1200">
        <a:solidFill>
          <a:schemeClr val="tx1"/>
        </a:solidFill>
        <a:latin typeface="+mn-lt"/>
        <a:ea typeface="+mn-ea"/>
        <a:cs typeface="+mn-cs"/>
      </a:defRPr>
    </a:lvl2pPr>
    <a:lvl3pPr marL="685526" algn="l" defTabSz="685526" rtl="0" eaLnBrk="1" latinLnBrk="0" hangingPunct="1">
      <a:defRPr sz="1349" kern="1200">
        <a:solidFill>
          <a:schemeClr val="tx1"/>
        </a:solidFill>
        <a:latin typeface="+mn-lt"/>
        <a:ea typeface="+mn-ea"/>
        <a:cs typeface="+mn-cs"/>
      </a:defRPr>
    </a:lvl3pPr>
    <a:lvl4pPr marL="1028289" algn="l" defTabSz="685526" rtl="0" eaLnBrk="1" latinLnBrk="0" hangingPunct="1">
      <a:defRPr sz="1349" kern="1200">
        <a:solidFill>
          <a:schemeClr val="tx1"/>
        </a:solidFill>
        <a:latin typeface="+mn-lt"/>
        <a:ea typeface="+mn-ea"/>
        <a:cs typeface="+mn-cs"/>
      </a:defRPr>
    </a:lvl4pPr>
    <a:lvl5pPr marL="1371051" algn="l" defTabSz="685526" rtl="0" eaLnBrk="1" latinLnBrk="0" hangingPunct="1">
      <a:defRPr sz="1349" kern="1200">
        <a:solidFill>
          <a:schemeClr val="tx1"/>
        </a:solidFill>
        <a:latin typeface="+mn-lt"/>
        <a:ea typeface="+mn-ea"/>
        <a:cs typeface="+mn-cs"/>
      </a:defRPr>
    </a:lvl5pPr>
    <a:lvl6pPr marL="1713814" algn="l" defTabSz="685526" rtl="0" eaLnBrk="1" latinLnBrk="0" hangingPunct="1">
      <a:defRPr sz="1349" kern="1200">
        <a:solidFill>
          <a:schemeClr val="tx1"/>
        </a:solidFill>
        <a:latin typeface="+mn-lt"/>
        <a:ea typeface="+mn-ea"/>
        <a:cs typeface="+mn-cs"/>
      </a:defRPr>
    </a:lvl6pPr>
    <a:lvl7pPr marL="2056577" algn="l" defTabSz="685526" rtl="0" eaLnBrk="1" latinLnBrk="0" hangingPunct="1">
      <a:defRPr sz="1349" kern="1200">
        <a:solidFill>
          <a:schemeClr val="tx1"/>
        </a:solidFill>
        <a:latin typeface="+mn-lt"/>
        <a:ea typeface="+mn-ea"/>
        <a:cs typeface="+mn-cs"/>
      </a:defRPr>
    </a:lvl7pPr>
    <a:lvl8pPr marL="2399340" algn="l" defTabSz="685526" rtl="0" eaLnBrk="1" latinLnBrk="0" hangingPunct="1">
      <a:defRPr sz="1349" kern="1200">
        <a:solidFill>
          <a:schemeClr val="tx1"/>
        </a:solidFill>
        <a:latin typeface="+mn-lt"/>
        <a:ea typeface="+mn-ea"/>
        <a:cs typeface="+mn-cs"/>
      </a:defRPr>
    </a:lvl8pPr>
    <a:lvl9pPr marL="2742103" algn="l" defTabSz="685526" rtl="0" eaLnBrk="1" latinLnBrk="0" hangingPunct="1">
      <a:defRPr sz="1349"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19"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7C0288F-8457-3A5E-CB7F-4786BA0C4ACB}" name="Amanda Kissinger" initials="AK" userId="4321e974a0d9fee8" providerId="Windows Live"/>
  <p188:author id="{2AB4928F-3885-C63F-F2DF-420967CDD779}" name="Yvette Delim" initials="YD" userId="S::ydelim@comptia.org::1eb1221e-2905-468b-b6ca-e1e332e3c4b6" providerId="AD"/>
  <p188:author id="{9F8B7EB7-A237-1275-C121-3F54EF205821}" name="John Sparks" initials="JS" userId="S::jsparks@comptia.org::dcf6e6d0-e01b-49f1-aab6-b105dd3b4cb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82F"/>
    <a:srgbClr val="45545F"/>
    <a:srgbClr val="92A9B9"/>
    <a:srgbClr val="586169"/>
    <a:srgbClr val="582C83"/>
    <a:srgbClr val="007377"/>
    <a:srgbClr val="004F71"/>
    <a:srgbClr val="404448"/>
    <a:srgbClr val="F2A900"/>
    <a:srgbClr val="A1166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090338-85C7-4FBF-8F9C-107494D9DDB6}" v="2" dt="2025-04-21T19:18:18.3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508" autoAdjust="0"/>
    <p:restoredTop sz="96681" autoAdjust="0"/>
  </p:normalViewPr>
  <p:slideViewPr>
    <p:cSldViewPr snapToGrid="0">
      <p:cViewPr varScale="1">
        <p:scale>
          <a:sx n="148" d="100"/>
          <a:sy n="148" d="100"/>
        </p:scale>
        <p:origin x="138" y="408"/>
      </p:cViewPr>
      <p:guideLst>
        <p:guide orient="horz" pos="1619"/>
        <p:guide pos="2880"/>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152" d="100"/>
          <a:sy n="152" d="100"/>
        </p:scale>
        <p:origin x="1760" y="17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 Id="rId57" Type="http://schemas.microsoft.com/office/2018/10/relationships/authors" Targe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da Kissinger" userId="S::akissinger@comptia.global::0440470d-4bd8-4812-9337-f95059fb652d" providerId="AD" clId="Web-{4E92706D-D02C-85D6-7483-EDAD14A73836}"/>
    <pc:docChg chg="modSld">
      <pc:chgData name="Amanda Kissinger" userId="S::akissinger@comptia.global::0440470d-4bd8-4812-9337-f95059fb652d" providerId="AD" clId="Web-{4E92706D-D02C-85D6-7483-EDAD14A73836}" dt="2024-08-21T20:44:52.442" v="6"/>
      <pc:docMkLst>
        <pc:docMk/>
      </pc:docMkLst>
      <pc:sldChg chg="modNotes">
        <pc:chgData name="Amanda Kissinger" userId="S::akissinger@comptia.global::0440470d-4bd8-4812-9337-f95059fb652d" providerId="AD" clId="Web-{4E92706D-D02C-85D6-7483-EDAD14A73836}" dt="2024-08-21T20:43:40.594" v="1"/>
        <pc:sldMkLst>
          <pc:docMk/>
          <pc:sldMk cId="3471626174" sldId="364"/>
        </pc:sldMkLst>
      </pc:sldChg>
      <pc:sldChg chg="modNotes">
        <pc:chgData name="Amanda Kissinger" userId="S::akissinger@comptia.global::0440470d-4bd8-4812-9337-f95059fb652d" providerId="AD" clId="Web-{4E92706D-D02C-85D6-7483-EDAD14A73836}" dt="2024-08-21T20:44:03.330" v="3"/>
        <pc:sldMkLst>
          <pc:docMk/>
          <pc:sldMk cId="3118224947" sldId="365"/>
        </pc:sldMkLst>
      </pc:sldChg>
      <pc:sldChg chg="modNotes">
        <pc:chgData name="Amanda Kissinger" userId="S::akissinger@comptia.global::0440470d-4bd8-4812-9337-f95059fb652d" providerId="AD" clId="Web-{4E92706D-D02C-85D6-7483-EDAD14A73836}" dt="2024-08-21T20:44:52.442" v="6"/>
        <pc:sldMkLst>
          <pc:docMk/>
          <pc:sldMk cId="3149842571" sldId="381"/>
        </pc:sldMkLst>
      </pc:sldChg>
    </pc:docChg>
  </pc:docChgLst>
  <pc:docChgLst>
    <pc:chgData name="Amanda Kissinger" userId="0440470d-4bd8-4812-9337-f95059fb652d" providerId="ADAL" clId="{ECC19DD4-2A81-EE49-9828-98DF56409A82}"/>
    <pc:docChg chg="custSel modSld">
      <pc:chgData name="Amanda Kissinger" userId="0440470d-4bd8-4812-9337-f95059fb652d" providerId="ADAL" clId="{ECC19DD4-2A81-EE49-9828-98DF56409A82}" dt="2024-08-30T16:51:15.897" v="121" actId="478"/>
      <pc:docMkLst>
        <pc:docMk/>
      </pc:docMkLst>
      <pc:sldChg chg="modSp mod">
        <pc:chgData name="Amanda Kissinger" userId="0440470d-4bd8-4812-9337-f95059fb652d" providerId="ADAL" clId="{ECC19DD4-2A81-EE49-9828-98DF56409A82}" dt="2024-08-30T16:46:23.375" v="109" actId="20577"/>
        <pc:sldMkLst>
          <pc:docMk/>
          <pc:sldMk cId="456784020" sldId="303"/>
        </pc:sldMkLst>
      </pc:sldChg>
      <pc:sldChg chg="modSp mod">
        <pc:chgData name="Amanda Kissinger" userId="0440470d-4bd8-4812-9337-f95059fb652d" providerId="ADAL" clId="{ECC19DD4-2A81-EE49-9828-98DF56409A82}" dt="2024-08-30T16:09:13.272" v="10" actId="1582"/>
        <pc:sldMkLst>
          <pc:docMk/>
          <pc:sldMk cId="3498945069" sldId="305"/>
        </pc:sldMkLst>
      </pc:sldChg>
      <pc:sldChg chg="modSp mod">
        <pc:chgData name="Amanda Kissinger" userId="0440470d-4bd8-4812-9337-f95059fb652d" providerId="ADAL" clId="{ECC19DD4-2A81-EE49-9828-98DF56409A82}" dt="2024-08-30T16:09:40.489" v="14" actId="1582"/>
        <pc:sldMkLst>
          <pc:docMk/>
          <pc:sldMk cId="3698984448" sldId="307"/>
        </pc:sldMkLst>
      </pc:sldChg>
      <pc:sldChg chg="modSp mod">
        <pc:chgData name="Amanda Kissinger" userId="0440470d-4bd8-4812-9337-f95059fb652d" providerId="ADAL" clId="{ECC19DD4-2A81-EE49-9828-98DF56409A82}" dt="2024-08-30T16:47:40.366" v="113" actId="1582"/>
        <pc:sldMkLst>
          <pc:docMk/>
          <pc:sldMk cId="1659481111" sldId="316"/>
        </pc:sldMkLst>
      </pc:sldChg>
      <pc:sldChg chg="modSp mod">
        <pc:chgData name="Amanda Kissinger" userId="0440470d-4bd8-4812-9337-f95059fb652d" providerId="ADAL" clId="{ECC19DD4-2A81-EE49-9828-98DF56409A82}" dt="2024-08-30T16:48:16.428" v="119" actId="1582"/>
        <pc:sldMkLst>
          <pc:docMk/>
          <pc:sldMk cId="2284542689" sldId="319"/>
        </pc:sldMkLst>
      </pc:sldChg>
      <pc:sldChg chg="modSp mod">
        <pc:chgData name="Amanda Kissinger" userId="0440470d-4bd8-4812-9337-f95059fb652d" providerId="ADAL" clId="{ECC19DD4-2A81-EE49-9828-98DF56409A82}" dt="2024-08-30T16:13:51.880" v="46" actId="1582"/>
        <pc:sldMkLst>
          <pc:docMk/>
          <pc:sldMk cId="4141580681" sldId="321"/>
        </pc:sldMkLst>
      </pc:sldChg>
      <pc:sldChg chg="modSp mod">
        <pc:chgData name="Amanda Kissinger" userId="0440470d-4bd8-4812-9337-f95059fb652d" providerId="ADAL" clId="{ECC19DD4-2A81-EE49-9828-98DF56409A82}" dt="2024-08-30T16:13:38.401" v="42" actId="1582"/>
        <pc:sldMkLst>
          <pc:docMk/>
          <pc:sldMk cId="3542975300" sldId="322"/>
        </pc:sldMkLst>
      </pc:sldChg>
      <pc:sldChg chg="modSp mod">
        <pc:chgData name="Amanda Kissinger" userId="0440470d-4bd8-4812-9337-f95059fb652d" providerId="ADAL" clId="{ECC19DD4-2A81-EE49-9828-98DF56409A82}" dt="2024-08-30T16:14:17.241" v="51" actId="207"/>
        <pc:sldMkLst>
          <pc:docMk/>
          <pc:sldMk cId="192671853" sldId="324"/>
        </pc:sldMkLst>
      </pc:sldChg>
      <pc:sldChg chg="modSp mod">
        <pc:chgData name="Amanda Kissinger" userId="0440470d-4bd8-4812-9337-f95059fb652d" providerId="ADAL" clId="{ECC19DD4-2A81-EE49-9828-98DF56409A82}" dt="2024-08-30T16:15:19.696" v="55" actId="1582"/>
        <pc:sldMkLst>
          <pc:docMk/>
          <pc:sldMk cId="3967181813" sldId="325"/>
        </pc:sldMkLst>
      </pc:sldChg>
      <pc:sldChg chg="modSp mod">
        <pc:chgData name="Amanda Kissinger" userId="0440470d-4bd8-4812-9337-f95059fb652d" providerId="ADAL" clId="{ECC19DD4-2A81-EE49-9828-98DF56409A82}" dt="2024-08-30T16:15:49.482" v="60" actId="1582"/>
        <pc:sldMkLst>
          <pc:docMk/>
          <pc:sldMk cId="3550202837" sldId="327"/>
        </pc:sldMkLst>
      </pc:sldChg>
      <pc:sldChg chg="modSp mod">
        <pc:chgData name="Amanda Kissinger" userId="0440470d-4bd8-4812-9337-f95059fb652d" providerId="ADAL" clId="{ECC19DD4-2A81-EE49-9828-98DF56409A82}" dt="2024-08-30T16:17:36.084" v="72" actId="1582"/>
        <pc:sldMkLst>
          <pc:docMk/>
          <pc:sldMk cId="4135191198" sldId="329"/>
        </pc:sldMkLst>
      </pc:sldChg>
      <pc:sldChg chg="modSp mod">
        <pc:chgData name="Amanda Kissinger" userId="0440470d-4bd8-4812-9337-f95059fb652d" providerId="ADAL" clId="{ECC19DD4-2A81-EE49-9828-98DF56409A82}" dt="2024-08-30T16:17:51.947" v="76" actId="1582"/>
        <pc:sldMkLst>
          <pc:docMk/>
          <pc:sldMk cId="2557558558" sldId="330"/>
        </pc:sldMkLst>
      </pc:sldChg>
      <pc:sldChg chg="modSp mod">
        <pc:chgData name="Amanda Kissinger" userId="0440470d-4bd8-4812-9337-f95059fb652d" providerId="ADAL" clId="{ECC19DD4-2A81-EE49-9828-98DF56409A82}" dt="2024-08-30T16:19:12.206" v="84" actId="1582"/>
        <pc:sldMkLst>
          <pc:docMk/>
          <pc:sldMk cId="1856028384" sldId="334"/>
        </pc:sldMkLst>
      </pc:sldChg>
      <pc:sldChg chg="modSp mod">
        <pc:chgData name="Amanda Kissinger" userId="0440470d-4bd8-4812-9337-f95059fb652d" providerId="ADAL" clId="{ECC19DD4-2A81-EE49-9828-98DF56409A82}" dt="2024-08-30T16:08:35.792" v="6" actId="207"/>
        <pc:sldMkLst>
          <pc:docMk/>
          <pc:sldMk cId="2558301283" sldId="343"/>
        </pc:sldMkLst>
      </pc:sldChg>
      <pc:sldChg chg="modSp mod">
        <pc:chgData name="Amanda Kissinger" userId="0440470d-4bd8-4812-9337-f95059fb652d" providerId="ADAL" clId="{ECC19DD4-2A81-EE49-9828-98DF56409A82}" dt="2024-08-30T16:10:58.601" v="22" actId="207"/>
        <pc:sldMkLst>
          <pc:docMk/>
          <pc:sldMk cId="3960532904" sldId="349"/>
        </pc:sldMkLst>
      </pc:sldChg>
      <pc:sldChg chg="modSp">
        <pc:chgData name="Amanda Kissinger" userId="0440470d-4bd8-4812-9337-f95059fb652d" providerId="ADAL" clId="{ECC19DD4-2A81-EE49-9828-98DF56409A82}" dt="2024-08-30T16:11:27.930" v="24" actId="122"/>
        <pc:sldMkLst>
          <pc:docMk/>
          <pc:sldMk cId="911181101" sldId="350"/>
        </pc:sldMkLst>
      </pc:sldChg>
      <pc:sldChg chg="modSp mod">
        <pc:chgData name="Amanda Kissinger" userId="0440470d-4bd8-4812-9337-f95059fb652d" providerId="ADAL" clId="{ECC19DD4-2A81-EE49-9828-98DF56409A82}" dt="2024-08-30T16:13:05.574" v="34" actId="207"/>
        <pc:sldMkLst>
          <pc:docMk/>
          <pc:sldMk cId="4102745088" sldId="353"/>
        </pc:sldMkLst>
      </pc:sldChg>
      <pc:sldChg chg="modSp mod">
        <pc:chgData name="Amanda Kissinger" userId="0440470d-4bd8-4812-9337-f95059fb652d" providerId="ADAL" clId="{ECC19DD4-2A81-EE49-9828-98DF56409A82}" dt="2024-08-30T16:14:06.447" v="50" actId="1582"/>
        <pc:sldMkLst>
          <pc:docMk/>
          <pc:sldMk cId="649683698" sldId="356"/>
        </pc:sldMkLst>
      </pc:sldChg>
      <pc:sldChg chg="modSp mod">
        <pc:chgData name="Amanda Kissinger" userId="0440470d-4bd8-4812-9337-f95059fb652d" providerId="ADAL" clId="{ECC19DD4-2A81-EE49-9828-98DF56409A82}" dt="2024-08-30T16:16:46.704" v="68" actId="255"/>
        <pc:sldMkLst>
          <pc:docMk/>
          <pc:sldMk cId="1320821695" sldId="357"/>
        </pc:sldMkLst>
      </pc:sldChg>
      <pc:sldChg chg="modSp mod">
        <pc:chgData name="Amanda Kissinger" userId="0440470d-4bd8-4812-9337-f95059fb652d" providerId="ADAL" clId="{ECC19DD4-2A81-EE49-9828-98DF56409A82}" dt="2024-08-30T16:10:22.335" v="20" actId="14100"/>
        <pc:sldMkLst>
          <pc:docMk/>
          <pc:sldMk cId="4030620166" sldId="360"/>
        </pc:sldMkLst>
      </pc:sldChg>
      <pc:sldChg chg="modSp mod">
        <pc:chgData name="Amanda Kissinger" userId="0440470d-4bd8-4812-9337-f95059fb652d" providerId="ADAL" clId="{ECC19DD4-2A81-EE49-9828-98DF56409A82}" dt="2024-08-30T16:18:19.194" v="80" actId="1582"/>
        <pc:sldMkLst>
          <pc:docMk/>
          <pc:sldMk cId="3471626174" sldId="364"/>
        </pc:sldMkLst>
      </pc:sldChg>
      <pc:sldChg chg="modSp mod">
        <pc:chgData name="Amanda Kissinger" userId="0440470d-4bd8-4812-9337-f95059fb652d" providerId="ADAL" clId="{ECC19DD4-2A81-EE49-9828-98DF56409A82}" dt="2024-08-30T16:20:19.125" v="97" actId="1582"/>
        <pc:sldMkLst>
          <pc:docMk/>
          <pc:sldMk cId="1046049098" sldId="368"/>
        </pc:sldMkLst>
      </pc:sldChg>
      <pc:sldChg chg="modSp mod">
        <pc:chgData name="Amanda Kissinger" userId="0440470d-4bd8-4812-9337-f95059fb652d" providerId="ADAL" clId="{ECC19DD4-2A81-EE49-9828-98DF56409A82}" dt="2024-08-30T16:19:30.025" v="88" actId="1582"/>
        <pc:sldMkLst>
          <pc:docMk/>
          <pc:sldMk cId="94125483" sldId="374"/>
        </pc:sldMkLst>
      </pc:sldChg>
      <pc:sldChg chg="modSp mod">
        <pc:chgData name="Amanda Kissinger" userId="0440470d-4bd8-4812-9337-f95059fb652d" providerId="ADAL" clId="{ECC19DD4-2A81-EE49-9828-98DF56409A82}" dt="2024-08-30T16:20:01.925" v="93" actId="20577"/>
        <pc:sldMkLst>
          <pc:docMk/>
          <pc:sldMk cId="3207467936" sldId="375"/>
        </pc:sldMkLst>
      </pc:sldChg>
      <pc:sldChg chg="modSp mod">
        <pc:chgData name="Amanda Kissinger" userId="0440470d-4bd8-4812-9337-f95059fb652d" providerId="ADAL" clId="{ECC19DD4-2A81-EE49-9828-98DF56409A82}" dt="2024-08-30T16:20:35.829" v="101" actId="1582"/>
        <pc:sldMkLst>
          <pc:docMk/>
          <pc:sldMk cId="255974320" sldId="377"/>
        </pc:sldMkLst>
      </pc:sldChg>
      <pc:sldChg chg="addSp delSp modSp mod">
        <pc:chgData name="Amanda Kissinger" userId="0440470d-4bd8-4812-9337-f95059fb652d" providerId="ADAL" clId="{ECC19DD4-2A81-EE49-9828-98DF56409A82}" dt="2024-08-30T16:51:15.897" v="121" actId="478"/>
        <pc:sldMkLst>
          <pc:docMk/>
          <pc:sldMk cId="1138027030" sldId="379"/>
        </pc:sldMkLst>
      </pc:sldChg>
    </pc:docChg>
  </pc:docChgLst>
  <pc:docChgLst>
    <pc:chgData name="Amy Glidewell" userId="095a4851-014c-47ed-bf1b-0c4b57406e94" providerId="ADAL" clId="{F1787673-2F22-4D2B-B80E-4B1F5BFAEAC0}"/>
    <pc:docChg chg="modSld">
      <pc:chgData name="Amy Glidewell" userId="095a4851-014c-47ed-bf1b-0c4b57406e94" providerId="ADAL" clId="{F1787673-2F22-4D2B-B80E-4B1F5BFAEAC0}" dt="2024-09-30T04:44:58.546" v="195" actId="113"/>
      <pc:docMkLst>
        <pc:docMk/>
      </pc:docMkLst>
      <pc:sldChg chg="modSp mod">
        <pc:chgData name="Amy Glidewell" userId="095a4851-014c-47ed-bf1b-0c4b57406e94" providerId="ADAL" clId="{F1787673-2F22-4D2B-B80E-4B1F5BFAEAC0}" dt="2024-09-30T04:20:40.154" v="13" actId="14100"/>
        <pc:sldMkLst>
          <pc:docMk/>
          <pc:sldMk cId="3498945069" sldId="305"/>
        </pc:sldMkLst>
      </pc:sldChg>
      <pc:sldChg chg="modSp mod">
        <pc:chgData name="Amy Glidewell" userId="095a4851-014c-47ed-bf1b-0c4b57406e94" providerId="ADAL" clId="{F1787673-2F22-4D2B-B80E-4B1F5BFAEAC0}" dt="2024-09-30T04:21:43.961" v="24" actId="1076"/>
        <pc:sldMkLst>
          <pc:docMk/>
          <pc:sldMk cId="3698984448" sldId="307"/>
        </pc:sldMkLst>
      </pc:sldChg>
      <pc:sldChg chg="modSp mod">
        <pc:chgData name="Amy Glidewell" userId="095a4851-014c-47ed-bf1b-0c4b57406e94" providerId="ADAL" clId="{F1787673-2F22-4D2B-B80E-4B1F5BFAEAC0}" dt="2024-09-30T04:18:43.375" v="1" actId="14100"/>
        <pc:sldMkLst>
          <pc:docMk/>
          <pc:sldMk cId="3015136318" sldId="310"/>
        </pc:sldMkLst>
      </pc:sldChg>
      <pc:sldChg chg="modSp mod">
        <pc:chgData name="Amy Glidewell" userId="095a4851-014c-47ed-bf1b-0c4b57406e94" providerId="ADAL" clId="{F1787673-2F22-4D2B-B80E-4B1F5BFAEAC0}" dt="2024-09-30T04:25:47.796" v="43" actId="1076"/>
        <pc:sldMkLst>
          <pc:docMk/>
          <pc:sldMk cId="1659481111" sldId="316"/>
        </pc:sldMkLst>
      </pc:sldChg>
      <pc:sldChg chg="modSp mod">
        <pc:chgData name="Amy Glidewell" userId="095a4851-014c-47ed-bf1b-0c4b57406e94" providerId="ADAL" clId="{F1787673-2F22-4D2B-B80E-4B1F5BFAEAC0}" dt="2024-09-30T04:26:43.756" v="49" actId="1076"/>
        <pc:sldMkLst>
          <pc:docMk/>
          <pc:sldMk cId="2284542689" sldId="319"/>
        </pc:sldMkLst>
      </pc:sldChg>
      <pc:sldChg chg="modSp mod">
        <pc:chgData name="Amy Glidewell" userId="095a4851-014c-47ed-bf1b-0c4b57406e94" providerId="ADAL" clId="{F1787673-2F22-4D2B-B80E-4B1F5BFAEAC0}" dt="2024-09-30T04:28:13.108" v="62" actId="1076"/>
        <pc:sldMkLst>
          <pc:docMk/>
          <pc:sldMk cId="4141580681" sldId="321"/>
        </pc:sldMkLst>
      </pc:sldChg>
      <pc:sldChg chg="modSp mod">
        <pc:chgData name="Amy Glidewell" userId="095a4851-014c-47ed-bf1b-0c4b57406e94" providerId="ADAL" clId="{F1787673-2F22-4D2B-B80E-4B1F5BFAEAC0}" dt="2024-09-30T04:27:24.780" v="55" actId="1076"/>
        <pc:sldMkLst>
          <pc:docMk/>
          <pc:sldMk cId="3542975300" sldId="322"/>
        </pc:sldMkLst>
      </pc:sldChg>
      <pc:sldChg chg="modSp mod">
        <pc:chgData name="Amy Glidewell" userId="095a4851-014c-47ed-bf1b-0c4b57406e94" providerId="ADAL" clId="{F1787673-2F22-4D2B-B80E-4B1F5BFAEAC0}" dt="2024-09-30T04:30:53.141" v="85" actId="1076"/>
        <pc:sldMkLst>
          <pc:docMk/>
          <pc:sldMk cId="192671853" sldId="324"/>
        </pc:sldMkLst>
      </pc:sldChg>
      <pc:sldChg chg="modSp mod">
        <pc:chgData name="Amy Glidewell" userId="095a4851-014c-47ed-bf1b-0c4b57406e94" providerId="ADAL" clId="{F1787673-2F22-4D2B-B80E-4B1F5BFAEAC0}" dt="2024-09-30T04:32:23.338" v="98" actId="1076"/>
        <pc:sldMkLst>
          <pc:docMk/>
          <pc:sldMk cId="3967181813" sldId="325"/>
        </pc:sldMkLst>
      </pc:sldChg>
      <pc:sldChg chg="modSp mod">
        <pc:chgData name="Amy Glidewell" userId="095a4851-014c-47ed-bf1b-0c4b57406e94" providerId="ADAL" clId="{F1787673-2F22-4D2B-B80E-4B1F5BFAEAC0}" dt="2024-09-30T04:34:11.578" v="115" actId="1076"/>
        <pc:sldMkLst>
          <pc:docMk/>
          <pc:sldMk cId="3550202837" sldId="327"/>
        </pc:sldMkLst>
      </pc:sldChg>
      <pc:sldChg chg="modSp mod">
        <pc:chgData name="Amy Glidewell" userId="095a4851-014c-47ed-bf1b-0c4b57406e94" providerId="ADAL" clId="{F1787673-2F22-4D2B-B80E-4B1F5BFAEAC0}" dt="2024-09-30T04:35:25.889" v="121" actId="1076"/>
        <pc:sldMkLst>
          <pc:docMk/>
          <pc:sldMk cId="4135191198" sldId="329"/>
        </pc:sldMkLst>
      </pc:sldChg>
      <pc:sldChg chg="modSp mod">
        <pc:chgData name="Amy Glidewell" userId="095a4851-014c-47ed-bf1b-0c4b57406e94" providerId="ADAL" clId="{F1787673-2F22-4D2B-B80E-4B1F5BFAEAC0}" dt="2024-09-30T04:36:17.719" v="126" actId="207"/>
        <pc:sldMkLst>
          <pc:docMk/>
          <pc:sldMk cId="2557558558" sldId="330"/>
        </pc:sldMkLst>
      </pc:sldChg>
      <pc:sldChg chg="modSp mod">
        <pc:chgData name="Amy Glidewell" userId="095a4851-014c-47ed-bf1b-0c4b57406e94" providerId="ADAL" clId="{F1787673-2F22-4D2B-B80E-4B1F5BFAEAC0}" dt="2024-09-30T04:38:13.163" v="140" actId="1076"/>
        <pc:sldMkLst>
          <pc:docMk/>
          <pc:sldMk cId="1856028384" sldId="334"/>
        </pc:sldMkLst>
      </pc:sldChg>
      <pc:sldChg chg="modSp mod">
        <pc:chgData name="Amy Glidewell" userId="095a4851-014c-47ed-bf1b-0c4b57406e94" providerId="ADAL" clId="{F1787673-2F22-4D2B-B80E-4B1F5BFAEAC0}" dt="2024-09-30T04:19:32.260" v="7" actId="1076"/>
        <pc:sldMkLst>
          <pc:docMk/>
          <pc:sldMk cId="2558301283" sldId="343"/>
        </pc:sldMkLst>
      </pc:sldChg>
      <pc:sldChg chg="modSp mod">
        <pc:chgData name="Amy Glidewell" userId="095a4851-014c-47ed-bf1b-0c4b57406e94" providerId="ADAL" clId="{F1787673-2F22-4D2B-B80E-4B1F5BFAEAC0}" dt="2024-09-30T04:20:16.583" v="11" actId="207"/>
        <pc:sldMkLst>
          <pc:docMk/>
          <pc:sldMk cId="572333942" sldId="348"/>
        </pc:sldMkLst>
      </pc:sldChg>
      <pc:sldChg chg="modSp mod">
        <pc:chgData name="Amy Glidewell" userId="095a4851-014c-47ed-bf1b-0c4b57406e94" providerId="ADAL" clId="{F1787673-2F22-4D2B-B80E-4B1F5BFAEAC0}" dt="2024-09-30T04:23:22.390" v="29" actId="1076"/>
        <pc:sldMkLst>
          <pc:docMk/>
          <pc:sldMk cId="3960532904" sldId="349"/>
        </pc:sldMkLst>
      </pc:sldChg>
      <pc:sldChg chg="modSp mod">
        <pc:chgData name="Amy Glidewell" userId="095a4851-014c-47ed-bf1b-0c4b57406e94" providerId="ADAL" clId="{F1787673-2F22-4D2B-B80E-4B1F5BFAEAC0}" dt="2024-09-30T04:24:30.424" v="36" actId="1076"/>
        <pc:sldMkLst>
          <pc:docMk/>
          <pc:sldMk cId="911181101" sldId="350"/>
        </pc:sldMkLst>
      </pc:sldChg>
      <pc:sldChg chg="modSp mod">
        <pc:chgData name="Amy Glidewell" userId="095a4851-014c-47ed-bf1b-0c4b57406e94" providerId="ADAL" clId="{F1787673-2F22-4D2B-B80E-4B1F5BFAEAC0}" dt="2024-09-30T04:24:59.925" v="37" actId="1076"/>
        <pc:sldMkLst>
          <pc:docMk/>
          <pc:sldMk cId="3964017492" sldId="352"/>
        </pc:sldMkLst>
      </pc:sldChg>
      <pc:sldChg chg="modSp mod">
        <pc:chgData name="Amy Glidewell" userId="095a4851-014c-47ed-bf1b-0c4b57406e94" providerId="ADAL" clId="{F1787673-2F22-4D2B-B80E-4B1F5BFAEAC0}" dt="2024-09-30T04:29:49.855" v="77" actId="255"/>
        <pc:sldMkLst>
          <pc:docMk/>
          <pc:sldMk cId="649683698" sldId="356"/>
        </pc:sldMkLst>
      </pc:sldChg>
      <pc:sldChg chg="modSp mod">
        <pc:chgData name="Amy Glidewell" userId="095a4851-014c-47ed-bf1b-0c4b57406e94" providerId="ADAL" clId="{F1787673-2F22-4D2B-B80E-4B1F5BFAEAC0}" dt="2024-09-30T04:22:42.350" v="27" actId="1076"/>
        <pc:sldMkLst>
          <pc:docMk/>
          <pc:sldMk cId="4030620166" sldId="360"/>
        </pc:sldMkLst>
      </pc:sldChg>
      <pc:sldChg chg="modSp mod">
        <pc:chgData name="Amy Glidewell" userId="095a4851-014c-47ed-bf1b-0c4b57406e94" providerId="ADAL" clId="{F1787673-2F22-4D2B-B80E-4B1F5BFAEAC0}" dt="2024-09-30T04:37:53.132" v="138" actId="207"/>
        <pc:sldMkLst>
          <pc:docMk/>
          <pc:sldMk cId="3471626174" sldId="364"/>
        </pc:sldMkLst>
      </pc:sldChg>
      <pc:sldChg chg="modSp">
        <pc:chgData name="Amy Glidewell" userId="095a4851-014c-47ed-bf1b-0c4b57406e94" providerId="ADAL" clId="{F1787673-2F22-4D2B-B80E-4B1F5BFAEAC0}" dt="2024-09-30T04:38:42.214" v="143" actId="255"/>
        <pc:sldMkLst>
          <pc:docMk/>
          <pc:sldMk cId="3118224947" sldId="365"/>
        </pc:sldMkLst>
      </pc:sldChg>
      <pc:sldChg chg="modSp mod">
        <pc:chgData name="Amy Glidewell" userId="095a4851-014c-47ed-bf1b-0c4b57406e94" providerId="ADAL" clId="{F1787673-2F22-4D2B-B80E-4B1F5BFAEAC0}" dt="2024-09-30T04:42:15.863" v="165" actId="1076"/>
        <pc:sldMkLst>
          <pc:docMk/>
          <pc:sldMk cId="1046049098" sldId="368"/>
        </pc:sldMkLst>
      </pc:sldChg>
      <pc:sldChg chg="modSp mod">
        <pc:chgData name="Amy Glidewell" userId="095a4851-014c-47ed-bf1b-0c4b57406e94" providerId="ADAL" clId="{F1787673-2F22-4D2B-B80E-4B1F5BFAEAC0}" dt="2024-09-30T04:39:16.421" v="145" actId="207"/>
        <pc:sldMkLst>
          <pc:docMk/>
          <pc:sldMk cId="94125483" sldId="374"/>
        </pc:sldMkLst>
      </pc:sldChg>
      <pc:sldChg chg="modSp mod">
        <pc:chgData name="Amy Glidewell" userId="095a4851-014c-47ed-bf1b-0c4b57406e94" providerId="ADAL" clId="{F1787673-2F22-4D2B-B80E-4B1F5BFAEAC0}" dt="2024-09-30T04:41:13.339" v="159" actId="20577"/>
        <pc:sldMkLst>
          <pc:docMk/>
          <pc:sldMk cId="3207467936" sldId="375"/>
        </pc:sldMkLst>
      </pc:sldChg>
      <pc:sldChg chg="modSp mod">
        <pc:chgData name="Amy Glidewell" userId="095a4851-014c-47ed-bf1b-0c4b57406e94" providerId="ADAL" clId="{F1787673-2F22-4D2B-B80E-4B1F5BFAEAC0}" dt="2024-09-30T04:42:38.300" v="168" actId="1076"/>
        <pc:sldMkLst>
          <pc:docMk/>
          <pc:sldMk cId="1524843247" sldId="376"/>
        </pc:sldMkLst>
      </pc:sldChg>
      <pc:sldChg chg="modSp mod">
        <pc:chgData name="Amy Glidewell" userId="095a4851-014c-47ed-bf1b-0c4b57406e94" providerId="ADAL" clId="{F1787673-2F22-4D2B-B80E-4B1F5BFAEAC0}" dt="2024-09-30T04:43:04.633" v="171" actId="1076"/>
        <pc:sldMkLst>
          <pc:docMk/>
          <pc:sldMk cId="255974320" sldId="377"/>
        </pc:sldMkLst>
      </pc:sldChg>
      <pc:sldChg chg="modSp mod">
        <pc:chgData name="Amy Glidewell" userId="095a4851-014c-47ed-bf1b-0c4b57406e94" providerId="ADAL" clId="{F1787673-2F22-4D2B-B80E-4B1F5BFAEAC0}" dt="2024-09-30T04:43:12.193" v="174" actId="1076"/>
        <pc:sldMkLst>
          <pc:docMk/>
          <pc:sldMk cId="4204097935" sldId="378"/>
        </pc:sldMkLst>
      </pc:sldChg>
      <pc:sldChg chg="modSp mod">
        <pc:chgData name="Amy Glidewell" userId="095a4851-014c-47ed-bf1b-0c4b57406e94" providerId="ADAL" clId="{F1787673-2F22-4D2B-B80E-4B1F5BFAEAC0}" dt="2024-09-30T04:43:49.055" v="178" actId="1076"/>
        <pc:sldMkLst>
          <pc:docMk/>
          <pc:sldMk cId="1138027030" sldId="379"/>
        </pc:sldMkLst>
      </pc:sldChg>
      <pc:sldChg chg="modSp mod">
        <pc:chgData name="Amy Glidewell" userId="095a4851-014c-47ed-bf1b-0c4b57406e94" providerId="ADAL" clId="{F1787673-2F22-4D2B-B80E-4B1F5BFAEAC0}" dt="2024-09-30T04:43:58.581" v="179" actId="1076"/>
        <pc:sldMkLst>
          <pc:docMk/>
          <pc:sldMk cId="4130661386" sldId="380"/>
        </pc:sldMkLst>
      </pc:sldChg>
      <pc:sldChg chg="modSp mod">
        <pc:chgData name="Amy Glidewell" userId="095a4851-014c-47ed-bf1b-0c4b57406e94" providerId="ADAL" clId="{F1787673-2F22-4D2B-B80E-4B1F5BFAEAC0}" dt="2024-09-30T04:44:58.546" v="195" actId="113"/>
        <pc:sldMkLst>
          <pc:docMk/>
          <pc:sldMk cId="3149842571" sldId="381"/>
        </pc:sldMkLst>
      </pc:sldChg>
    </pc:docChg>
  </pc:docChgLst>
  <pc:docChgLst>
    <pc:chgData name="Amy Glidewell" userId="095a4851-014c-47ed-bf1b-0c4b57406e94" providerId="ADAL" clId="{38090338-85C7-4FBF-8F9C-107494D9DDB6}"/>
    <pc:docChg chg="modSld">
      <pc:chgData name="Amy Glidewell" userId="095a4851-014c-47ed-bf1b-0c4b57406e94" providerId="ADAL" clId="{38090338-85C7-4FBF-8F9C-107494D9DDB6}" dt="2025-04-21T19:18:18.368" v="1" actId="20577"/>
      <pc:docMkLst>
        <pc:docMk/>
      </pc:docMkLst>
      <pc:sldChg chg="modSp">
        <pc:chgData name="Amy Glidewell" userId="095a4851-014c-47ed-bf1b-0c4b57406e94" providerId="ADAL" clId="{38090338-85C7-4FBF-8F9C-107494D9DDB6}" dt="2025-04-21T19:18:18.368" v="1" actId="20577"/>
        <pc:sldMkLst>
          <pc:docMk/>
          <pc:sldMk cId="3498945069" sldId="305"/>
        </pc:sldMkLst>
        <pc:graphicFrameChg chg="mod">
          <ac:chgData name="Amy Glidewell" userId="095a4851-014c-47ed-bf1b-0c4b57406e94" providerId="ADAL" clId="{38090338-85C7-4FBF-8F9C-107494D9DDB6}" dt="2025-04-21T19:18:18.368" v="1" actId="20577"/>
          <ac:graphicFrameMkLst>
            <pc:docMk/>
            <pc:sldMk cId="3498945069" sldId="305"/>
            <ac:graphicFrameMk id="11" creationId="{270F3255-B7E0-1485-D9A9-0C00FAC8E70A}"/>
          </ac:graphicFrameMkLst>
        </pc:graphicFrameChg>
      </pc:sldChg>
    </pc:docChg>
  </pc:docChgLst>
</pc:chgInfo>
</file>

<file path=ppt/diagrams/_rels/data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image" Target="../media/image14.jpeg"/></Relationships>
</file>

<file path=ppt/diagrams/_rels/data6.xml.rels><?xml version="1.0" encoding="UTF-8" standalone="yes"?>
<Relationships xmlns="http://schemas.openxmlformats.org/package/2006/relationships"><Relationship Id="rId1" Type="http://schemas.openxmlformats.org/officeDocument/2006/relationships/image" Target="../media/image16.jpeg"/></Relationships>
</file>

<file path=ppt/diagrams/_rels/data2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image" Target="../media/image22.jpeg"/></Relationships>
</file>

<file path=ppt/diagrams/_rels/drawing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image" Target="../media/image14.jpeg"/></Relationships>
</file>

<file path=ppt/diagrams/_rels/drawing6.xml.rels><?xml version="1.0" encoding="UTF-8" standalone="yes"?>
<Relationships xmlns="http://schemas.openxmlformats.org/package/2006/relationships"><Relationship Id="rId1" Type="http://schemas.openxmlformats.org/officeDocument/2006/relationships/image" Target="../media/image16.jpeg"/></Relationships>
</file>

<file path=ppt/diagrams/_rels/drawing2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image" Target="../media/image22.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151CB9-5EE5-4D84-B1AC-1E4E66F32CFD}"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3F2973A8-D950-4511-86FE-F0E549A882AD}">
      <dgm:prSet custT="1"/>
      <dgm:spPr>
        <a:solidFill>
          <a:srgbClr val="004F71"/>
        </a:solidFill>
      </dgm:spPr>
      <dgm:t>
        <a:bodyPr/>
        <a:lstStyle/>
        <a:p>
          <a:r>
            <a:rPr lang="en-US" sz="1800" dirty="0"/>
            <a:t>Encryption</a:t>
          </a:r>
        </a:p>
      </dgm:t>
    </dgm:pt>
    <dgm:pt modelId="{9ACD8818-CFF6-4B0B-81AB-448C931223DB}" type="parTrans" cxnId="{97989357-0AA3-4056-8683-7886E3A0DC81}">
      <dgm:prSet/>
      <dgm:spPr/>
      <dgm:t>
        <a:bodyPr/>
        <a:lstStyle/>
        <a:p>
          <a:endParaRPr lang="en-US"/>
        </a:p>
      </dgm:t>
    </dgm:pt>
    <dgm:pt modelId="{CC2E928C-48B3-44E8-BD7A-78590B5AAC2C}" type="sibTrans" cxnId="{97989357-0AA3-4056-8683-7886E3A0DC81}">
      <dgm:prSet/>
      <dgm:spPr/>
      <dgm:t>
        <a:bodyPr/>
        <a:lstStyle/>
        <a:p>
          <a:endParaRPr lang="en-US"/>
        </a:p>
      </dgm:t>
    </dgm:pt>
    <dgm:pt modelId="{9BA8E883-BAE3-4F78-BD1D-E204AED73BCE}">
      <dgm:prSet custT="1"/>
      <dgm:spPr>
        <a:solidFill>
          <a:srgbClr val="004F71"/>
        </a:solidFill>
      </dgm:spPr>
      <dgm:t>
        <a:bodyPr/>
        <a:lstStyle/>
        <a:p>
          <a:r>
            <a:rPr lang="en-US" sz="1800" dirty="0"/>
            <a:t>Authentication </a:t>
          </a:r>
        </a:p>
      </dgm:t>
    </dgm:pt>
    <dgm:pt modelId="{0630D477-6948-4DB7-8C77-3FC7B52021D8}" type="parTrans" cxnId="{DA405C2E-0A51-423E-A275-354216BE80DC}">
      <dgm:prSet/>
      <dgm:spPr/>
      <dgm:t>
        <a:bodyPr/>
        <a:lstStyle/>
        <a:p>
          <a:endParaRPr lang="en-US"/>
        </a:p>
      </dgm:t>
    </dgm:pt>
    <dgm:pt modelId="{BCCEE821-28DE-4C32-81D0-17EC0EC5B3E4}" type="sibTrans" cxnId="{DA405C2E-0A51-423E-A275-354216BE80DC}">
      <dgm:prSet/>
      <dgm:spPr/>
      <dgm:t>
        <a:bodyPr/>
        <a:lstStyle/>
        <a:p>
          <a:endParaRPr lang="en-US"/>
        </a:p>
      </dgm:t>
    </dgm:pt>
    <dgm:pt modelId="{1CB3C629-3862-456A-9029-3F351F093BB4}">
      <dgm:prSet custT="1"/>
      <dgm:spPr>
        <a:solidFill>
          <a:srgbClr val="004F71"/>
        </a:solidFill>
      </dgm:spPr>
      <dgm:t>
        <a:bodyPr/>
        <a:lstStyle/>
        <a:p>
          <a:r>
            <a:rPr lang="en-US" sz="1800" dirty="0"/>
            <a:t>Integrity</a:t>
          </a:r>
        </a:p>
      </dgm:t>
    </dgm:pt>
    <dgm:pt modelId="{1252459D-D186-4862-A22D-D874CE04F02F}" type="parTrans" cxnId="{1F63F2D2-E20F-4B39-B413-45CF60EEEEF2}">
      <dgm:prSet/>
      <dgm:spPr/>
      <dgm:t>
        <a:bodyPr/>
        <a:lstStyle/>
        <a:p>
          <a:endParaRPr lang="en-US"/>
        </a:p>
      </dgm:t>
    </dgm:pt>
    <dgm:pt modelId="{AD3B3174-15E0-49C4-B0F9-FED51FBB5FE8}" type="sibTrans" cxnId="{1F63F2D2-E20F-4B39-B413-45CF60EEEEF2}">
      <dgm:prSet/>
      <dgm:spPr/>
      <dgm:t>
        <a:bodyPr/>
        <a:lstStyle/>
        <a:p>
          <a:endParaRPr lang="en-US"/>
        </a:p>
      </dgm:t>
    </dgm:pt>
    <dgm:pt modelId="{29A1706C-8E43-427F-8D7E-ADCDE086BEE3}">
      <dgm:prSet custT="1"/>
      <dgm:spPr>
        <a:solidFill>
          <a:schemeClr val="bg1">
            <a:lumMod val="95000"/>
            <a:alpha val="90000"/>
          </a:schemeClr>
        </a:solidFill>
        <a:ln w="9525">
          <a:solidFill>
            <a:schemeClr val="bg1">
              <a:lumMod val="85000"/>
              <a:alpha val="90000"/>
            </a:schemeClr>
          </a:solidFill>
        </a:ln>
      </dgm:spPr>
      <dgm:t>
        <a:bodyPr/>
        <a:lstStyle/>
        <a:p>
          <a:r>
            <a:rPr lang="en-US" sz="1800" dirty="0">
              <a:solidFill>
                <a:srgbClr val="20282F"/>
              </a:solidFill>
            </a:rPr>
            <a:t>Encrypts the data </a:t>
          </a:r>
        </a:p>
      </dgm:t>
    </dgm:pt>
    <dgm:pt modelId="{CFD4E037-388C-4167-A0D4-D54F2D62BD9F}" type="parTrans" cxnId="{C8E5B089-8627-4B40-8706-509C7F2AB62A}">
      <dgm:prSet/>
      <dgm:spPr/>
      <dgm:t>
        <a:bodyPr/>
        <a:lstStyle/>
        <a:p>
          <a:endParaRPr lang="en-US"/>
        </a:p>
      </dgm:t>
    </dgm:pt>
    <dgm:pt modelId="{EBFCD24E-0186-4AC4-BAEB-D138FD7F1871}" type="sibTrans" cxnId="{C8E5B089-8627-4B40-8706-509C7F2AB62A}">
      <dgm:prSet/>
      <dgm:spPr/>
      <dgm:t>
        <a:bodyPr/>
        <a:lstStyle/>
        <a:p>
          <a:endParaRPr lang="en-US"/>
        </a:p>
      </dgm:t>
    </dgm:pt>
    <dgm:pt modelId="{0E77EB7A-0CBA-495A-B5FE-FBDCF505D4C9}">
      <dgm:prSet custT="1"/>
      <dgm:spPr>
        <a:solidFill>
          <a:schemeClr val="bg1">
            <a:lumMod val="95000"/>
            <a:alpha val="90000"/>
          </a:schemeClr>
        </a:solidFill>
        <a:ln w="9525">
          <a:solidFill>
            <a:schemeClr val="bg1">
              <a:lumMod val="85000"/>
              <a:alpha val="90000"/>
            </a:schemeClr>
          </a:solidFill>
        </a:ln>
      </dgm:spPr>
      <dgm:t>
        <a:bodyPr/>
        <a:lstStyle/>
        <a:p>
          <a:r>
            <a:rPr lang="en-US" sz="1800" dirty="0">
              <a:solidFill>
                <a:srgbClr val="20282F"/>
              </a:solidFill>
            </a:rPr>
            <a:t>Confirm server identity with certificates</a:t>
          </a:r>
        </a:p>
      </dgm:t>
    </dgm:pt>
    <dgm:pt modelId="{D32320A1-571F-477E-9CBB-71E2CB766218}" type="parTrans" cxnId="{490F7D16-7502-45DC-BB5F-D1731B5255AD}">
      <dgm:prSet/>
      <dgm:spPr/>
      <dgm:t>
        <a:bodyPr/>
        <a:lstStyle/>
        <a:p>
          <a:endParaRPr lang="en-US"/>
        </a:p>
      </dgm:t>
    </dgm:pt>
    <dgm:pt modelId="{0C7DE555-E2FC-4098-AC57-10D3F7647DB8}" type="sibTrans" cxnId="{490F7D16-7502-45DC-BB5F-D1731B5255AD}">
      <dgm:prSet/>
      <dgm:spPr/>
      <dgm:t>
        <a:bodyPr/>
        <a:lstStyle/>
        <a:p>
          <a:endParaRPr lang="en-US"/>
        </a:p>
      </dgm:t>
    </dgm:pt>
    <dgm:pt modelId="{1D2FE3C9-D370-4242-9D67-E89472460845}">
      <dgm:prSet custT="1"/>
      <dgm:spPr>
        <a:solidFill>
          <a:schemeClr val="bg1">
            <a:lumMod val="95000"/>
            <a:alpha val="90000"/>
          </a:schemeClr>
        </a:solidFill>
        <a:ln w="9525">
          <a:solidFill>
            <a:schemeClr val="bg1">
              <a:lumMod val="85000"/>
              <a:alpha val="90000"/>
            </a:schemeClr>
          </a:solidFill>
        </a:ln>
      </dgm:spPr>
      <dgm:t>
        <a:bodyPr/>
        <a:lstStyle/>
        <a:p>
          <a:r>
            <a:rPr lang="en-US" sz="1800" dirty="0">
              <a:solidFill>
                <a:srgbClr val="20282F"/>
              </a:solidFill>
            </a:rPr>
            <a:t>Ensures data </a:t>
          </a:r>
          <a:br>
            <a:rPr lang="en-US" sz="1800" dirty="0">
              <a:solidFill>
                <a:srgbClr val="20282F"/>
              </a:solidFill>
            </a:rPr>
          </a:br>
          <a:r>
            <a:rPr lang="en-US" sz="1800" dirty="0">
              <a:solidFill>
                <a:srgbClr val="20282F"/>
              </a:solidFill>
            </a:rPr>
            <a:t>is unchanged</a:t>
          </a:r>
        </a:p>
      </dgm:t>
    </dgm:pt>
    <dgm:pt modelId="{8C8D828D-8FE7-4E13-BCF3-7FA70DE836CC}" type="parTrans" cxnId="{63D2A924-FB31-4692-A468-893326EF3C47}">
      <dgm:prSet/>
      <dgm:spPr/>
      <dgm:t>
        <a:bodyPr/>
        <a:lstStyle/>
        <a:p>
          <a:endParaRPr lang="en-US"/>
        </a:p>
      </dgm:t>
    </dgm:pt>
    <dgm:pt modelId="{0BF62CEC-EC4D-46D5-8360-A32024A42F4B}" type="sibTrans" cxnId="{63D2A924-FB31-4692-A468-893326EF3C47}">
      <dgm:prSet/>
      <dgm:spPr/>
      <dgm:t>
        <a:bodyPr/>
        <a:lstStyle/>
        <a:p>
          <a:endParaRPr lang="en-US"/>
        </a:p>
      </dgm:t>
    </dgm:pt>
    <dgm:pt modelId="{2C18ADC6-3413-48EC-BA5F-98557CE40091}" type="pres">
      <dgm:prSet presAssocID="{92151CB9-5EE5-4D84-B1AC-1E4E66F32CFD}" presName="Name0" presStyleCnt="0">
        <dgm:presLayoutVars>
          <dgm:dir/>
          <dgm:animLvl val="lvl"/>
          <dgm:resizeHandles val="exact"/>
        </dgm:presLayoutVars>
      </dgm:prSet>
      <dgm:spPr/>
    </dgm:pt>
    <dgm:pt modelId="{A673DF8C-76A9-4D0D-A18C-C33692DE3AB7}" type="pres">
      <dgm:prSet presAssocID="{3F2973A8-D950-4511-86FE-F0E549A882AD}" presName="linNode" presStyleCnt="0"/>
      <dgm:spPr/>
    </dgm:pt>
    <dgm:pt modelId="{9FE41A8C-7603-46D2-99BC-F6C1A5BA7DC2}" type="pres">
      <dgm:prSet presAssocID="{3F2973A8-D950-4511-86FE-F0E549A882AD}" presName="parentText" presStyleLbl="node1" presStyleIdx="0" presStyleCnt="3">
        <dgm:presLayoutVars>
          <dgm:chMax val="1"/>
          <dgm:bulletEnabled val="1"/>
        </dgm:presLayoutVars>
      </dgm:prSet>
      <dgm:spPr/>
    </dgm:pt>
    <dgm:pt modelId="{A3EDE372-4177-4656-9572-140C04486BF3}" type="pres">
      <dgm:prSet presAssocID="{3F2973A8-D950-4511-86FE-F0E549A882AD}" presName="descendantText" presStyleLbl="alignAccFollowNode1" presStyleIdx="0" presStyleCnt="3">
        <dgm:presLayoutVars>
          <dgm:bulletEnabled val="1"/>
        </dgm:presLayoutVars>
      </dgm:prSet>
      <dgm:spPr/>
    </dgm:pt>
    <dgm:pt modelId="{19FBAA20-107A-472F-8CAD-2238A8E3B477}" type="pres">
      <dgm:prSet presAssocID="{CC2E928C-48B3-44E8-BD7A-78590B5AAC2C}" presName="sp" presStyleCnt="0"/>
      <dgm:spPr/>
    </dgm:pt>
    <dgm:pt modelId="{1933AF64-9B32-413E-B822-30104D09D2A2}" type="pres">
      <dgm:prSet presAssocID="{9BA8E883-BAE3-4F78-BD1D-E204AED73BCE}" presName="linNode" presStyleCnt="0"/>
      <dgm:spPr/>
    </dgm:pt>
    <dgm:pt modelId="{D12A7965-0052-4C92-9F1B-84FE98ED764B}" type="pres">
      <dgm:prSet presAssocID="{9BA8E883-BAE3-4F78-BD1D-E204AED73BCE}" presName="parentText" presStyleLbl="node1" presStyleIdx="1" presStyleCnt="3">
        <dgm:presLayoutVars>
          <dgm:chMax val="1"/>
          <dgm:bulletEnabled val="1"/>
        </dgm:presLayoutVars>
      </dgm:prSet>
      <dgm:spPr/>
    </dgm:pt>
    <dgm:pt modelId="{9EB0EBA8-430B-43FD-8BA3-82609A64BD5C}" type="pres">
      <dgm:prSet presAssocID="{9BA8E883-BAE3-4F78-BD1D-E204AED73BCE}" presName="descendantText" presStyleLbl="alignAccFollowNode1" presStyleIdx="1" presStyleCnt="3">
        <dgm:presLayoutVars>
          <dgm:bulletEnabled val="1"/>
        </dgm:presLayoutVars>
      </dgm:prSet>
      <dgm:spPr/>
    </dgm:pt>
    <dgm:pt modelId="{B7CCAA25-76AC-43B8-BA59-12C1A0453776}" type="pres">
      <dgm:prSet presAssocID="{BCCEE821-28DE-4C32-81D0-17EC0EC5B3E4}" presName="sp" presStyleCnt="0"/>
      <dgm:spPr/>
    </dgm:pt>
    <dgm:pt modelId="{C7F0DABA-5E6E-48AB-87C7-56B242357B31}" type="pres">
      <dgm:prSet presAssocID="{1CB3C629-3862-456A-9029-3F351F093BB4}" presName="linNode" presStyleCnt="0"/>
      <dgm:spPr/>
    </dgm:pt>
    <dgm:pt modelId="{4275615C-3EA6-4FFA-9A89-337902834168}" type="pres">
      <dgm:prSet presAssocID="{1CB3C629-3862-456A-9029-3F351F093BB4}" presName="parentText" presStyleLbl="node1" presStyleIdx="2" presStyleCnt="3">
        <dgm:presLayoutVars>
          <dgm:chMax val="1"/>
          <dgm:bulletEnabled val="1"/>
        </dgm:presLayoutVars>
      </dgm:prSet>
      <dgm:spPr/>
    </dgm:pt>
    <dgm:pt modelId="{8D3454EB-3349-4CC3-B555-9389A155CB32}" type="pres">
      <dgm:prSet presAssocID="{1CB3C629-3862-456A-9029-3F351F093BB4}" presName="descendantText" presStyleLbl="alignAccFollowNode1" presStyleIdx="2" presStyleCnt="3">
        <dgm:presLayoutVars>
          <dgm:bulletEnabled val="1"/>
        </dgm:presLayoutVars>
      </dgm:prSet>
      <dgm:spPr/>
    </dgm:pt>
  </dgm:ptLst>
  <dgm:cxnLst>
    <dgm:cxn modelId="{1BF34E0B-551F-4520-BE1C-2A1A67C448C4}" type="presOf" srcId="{29A1706C-8E43-427F-8D7E-ADCDE086BEE3}" destId="{A3EDE372-4177-4656-9572-140C04486BF3}" srcOrd="0" destOrd="0" presId="urn:microsoft.com/office/officeart/2005/8/layout/vList5"/>
    <dgm:cxn modelId="{490F7D16-7502-45DC-BB5F-D1731B5255AD}" srcId="{9BA8E883-BAE3-4F78-BD1D-E204AED73BCE}" destId="{0E77EB7A-0CBA-495A-B5FE-FBDCF505D4C9}" srcOrd="0" destOrd="0" parTransId="{D32320A1-571F-477E-9CBB-71E2CB766218}" sibTransId="{0C7DE555-E2FC-4098-AC57-10D3F7647DB8}"/>
    <dgm:cxn modelId="{63D2A924-FB31-4692-A468-893326EF3C47}" srcId="{1CB3C629-3862-456A-9029-3F351F093BB4}" destId="{1D2FE3C9-D370-4242-9D67-E89472460845}" srcOrd="0" destOrd="0" parTransId="{8C8D828D-8FE7-4E13-BCF3-7FA70DE836CC}" sibTransId="{0BF62CEC-EC4D-46D5-8360-A32024A42F4B}"/>
    <dgm:cxn modelId="{DA405C2E-0A51-423E-A275-354216BE80DC}" srcId="{92151CB9-5EE5-4D84-B1AC-1E4E66F32CFD}" destId="{9BA8E883-BAE3-4F78-BD1D-E204AED73BCE}" srcOrd="1" destOrd="0" parTransId="{0630D477-6948-4DB7-8C77-3FC7B52021D8}" sibTransId="{BCCEE821-28DE-4C32-81D0-17EC0EC5B3E4}"/>
    <dgm:cxn modelId="{6B23A933-0FC6-4F5D-9A01-11632CA6E62B}" type="presOf" srcId="{3F2973A8-D950-4511-86FE-F0E549A882AD}" destId="{9FE41A8C-7603-46D2-99BC-F6C1A5BA7DC2}" srcOrd="0" destOrd="0" presId="urn:microsoft.com/office/officeart/2005/8/layout/vList5"/>
    <dgm:cxn modelId="{6B7AFD74-5D5D-4BCB-A7EA-EEFB74E932F6}" type="presOf" srcId="{0E77EB7A-0CBA-495A-B5FE-FBDCF505D4C9}" destId="{9EB0EBA8-430B-43FD-8BA3-82609A64BD5C}" srcOrd="0" destOrd="0" presId="urn:microsoft.com/office/officeart/2005/8/layout/vList5"/>
    <dgm:cxn modelId="{97989357-0AA3-4056-8683-7886E3A0DC81}" srcId="{92151CB9-5EE5-4D84-B1AC-1E4E66F32CFD}" destId="{3F2973A8-D950-4511-86FE-F0E549A882AD}" srcOrd="0" destOrd="0" parTransId="{9ACD8818-CFF6-4B0B-81AB-448C931223DB}" sibTransId="{CC2E928C-48B3-44E8-BD7A-78590B5AAC2C}"/>
    <dgm:cxn modelId="{00953187-3702-420F-B2AB-3F652B986EA6}" type="presOf" srcId="{1D2FE3C9-D370-4242-9D67-E89472460845}" destId="{8D3454EB-3349-4CC3-B555-9389A155CB32}" srcOrd="0" destOrd="0" presId="urn:microsoft.com/office/officeart/2005/8/layout/vList5"/>
    <dgm:cxn modelId="{C8E5B089-8627-4B40-8706-509C7F2AB62A}" srcId="{3F2973A8-D950-4511-86FE-F0E549A882AD}" destId="{29A1706C-8E43-427F-8D7E-ADCDE086BEE3}" srcOrd="0" destOrd="0" parTransId="{CFD4E037-388C-4167-A0D4-D54F2D62BD9F}" sibTransId="{EBFCD24E-0186-4AC4-BAEB-D138FD7F1871}"/>
    <dgm:cxn modelId="{974F60B5-16EB-4B11-9FBE-76AC0AD430D1}" type="presOf" srcId="{1CB3C629-3862-456A-9029-3F351F093BB4}" destId="{4275615C-3EA6-4FFA-9A89-337902834168}" srcOrd="0" destOrd="0" presId="urn:microsoft.com/office/officeart/2005/8/layout/vList5"/>
    <dgm:cxn modelId="{1D90DAB5-C710-4B94-86BA-9D46CB265952}" type="presOf" srcId="{92151CB9-5EE5-4D84-B1AC-1E4E66F32CFD}" destId="{2C18ADC6-3413-48EC-BA5F-98557CE40091}" srcOrd="0" destOrd="0" presId="urn:microsoft.com/office/officeart/2005/8/layout/vList5"/>
    <dgm:cxn modelId="{1F63F2D2-E20F-4B39-B413-45CF60EEEEF2}" srcId="{92151CB9-5EE5-4D84-B1AC-1E4E66F32CFD}" destId="{1CB3C629-3862-456A-9029-3F351F093BB4}" srcOrd="2" destOrd="0" parTransId="{1252459D-D186-4862-A22D-D874CE04F02F}" sibTransId="{AD3B3174-15E0-49C4-B0F9-FED51FBB5FE8}"/>
    <dgm:cxn modelId="{339D1DD4-D84B-4924-9398-21CC5825C696}" type="presOf" srcId="{9BA8E883-BAE3-4F78-BD1D-E204AED73BCE}" destId="{D12A7965-0052-4C92-9F1B-84FE98ED764B}" srcOrd="0" destOrd="0" presId="urn:microsoft.com/office/officeart/2005/8/layout/vList5"/>
    <dgm:cxn modelId="{7E24E39D-1E0E-4E89-A64B-B6E715BC5E9D}" type="presParOf" srcId="{2C18ADC6-3413-48EC-BA5F-98557CE40091}" destId="{A673DF8C-76A9-4D0D-A18C-C33692DE3AB7}" srcOrd="0" destOrd="0" presId="urn:microsoft.com/office/officeart/2005/8/layout/vList5"/>
    <dgm:cxn modelId="{76474D22-E76D-4275-89DD-0D098E0AC167}" type="presParOf" srcId="{A673DF8C-76A9-4D0D-A18C-C33692DE3AB7}" destId="{9FE41A8C-7603-46D2-99BC-F6C1A5BA7DC2}" srcOrd="0" destOrd="0" presId="urn:microsoft.com/office/officeart/2005/8/layout/vList5"/>
    <dgm:cxn modelId="{B832516B-CD8B-4E89-8F40-F11403859254}" type="presParOf" srcId="{A673DF8C-76A9-4D0D-A18C-C33692DE3AB7}" destId="{A3EDE372-4177-4656-9572-140C04486BF3}" srcOrd="1" destOrd="0" presId="urn:microsoft.com/office/officeart/2005/8/layout/vList5"/>
    <dgm:cxn modelId="{FC365A16-2EC0-4BC3-B583-14DCF5E09192}" type="presParOf" srcId="{2C18ADC6-3413-48EC-BA5F-98557CE40091}" destId="{19FBAA20-107A-472F-8CAD-2238A8E3B477}" srcOrd="1" destOrd="0" presId="urn:microsoft.com/office/officeart/2005/8/layout/vList5"/>
    <dgm:cxn modelId="{E0C2AA8C-5F9D-48A5-8A26-0452B67A0224}" type="presParOf" srcId="{2C18ADC6-3413-48EC-BA5F-98557CE40091}" destId="{1933AF64-9B32-413E-B822-30104D09D2A2}" srcOrd="2" destOrd="0" presId="urn:microsoft.com/office/officeart/2005/8/layout/vList5"/>
    <dgm:cxn modelId="{C946A2C6-46B0-4A42-BE27-394873A1F8C6}" type="presParOf" srcId="{1933AF64-9B32-413E-B822-30104D09D2A2}" destId="{D12A7965-0052-4C92-9F1B-84FE98ED764B}" srcOrd="0" destOrd="0" presId="urn:microsoft.com/office/officeart/2005/8/layout/vList5"/>
    <dgm:cxn modelId="{636F56E9-153C-4251-B52F-B61EF004DDBB}" type="presParOf" srcId="{1933AF64-9B32-413E-B822-30104D09D2A2}" destId="{9EB0EBA8-430B-43FD-8BA3-82609A64BD5C}" srcOrd="1" destOrd="0" presId="urn:microsoft.com/office/officeart/2005/8/layout/vList5"/>
    <dgm:cxn modelId="{94F290A0-77FE-4781-B621-DED6963EEFB0}" type="presParOf" srcId="{2C18ADC6-3413-48EC-BA5F-98557CE40091}" destId="{B7CCAA25-76AC-43B8-BA59-12C1A0453776}" srcOrd="3" destOrd="0" presId="urn:microsoft.com/office/officeart/2005/8/layout/vList5"/>
    <dgm:cxn modelId="{E3D80FAF-00CB-479A-9721-A0275846EDAC}" type="presParOf" srcId="{2C18ADC6-3413-48EC-BA5F-98557CE40091}" destId="{C7F0DABA-5E6E-48AB-87C7-56B242357B31}" srcOrd="4" destOrd="0" presId="urn:microsoft.com/office/officeart/2005/8/layout/vList5"/>
    <dgm:cxn modelId="{1EB02687-EFF3-4775-B187-97A543AEFC96}" type="presParOf" srcId="{C7F0DABA-5E6E-48AB-87C7-56B242357B31}" destId="{4275615C-3EA6-4FFA-9A89-337902834168}" srcOrd="0" destOrd="0" presId="urn:microsoft.com/office/officeart/2005/8/layout/vList5"/>
    <dgm:cxn modelId="{34BEF6AE-ABCF-41E0-98C2-2110062D64AF}" type="presParOf" srcId="{C7F0DABA-5E6E-48AB-87C7-56B242357B31}" destId="{8D3454EB-3349-4CC3-B555-9389A155CB32}"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C574C33-BFC1-47C7-A078-C1513861143F}"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0F38FDED-04EC-4AE0-B5AA-F0A3442EF139}">
      <dgm:prSet phldrT="[Text]" custT="1"/>
      <dgm:spPr>
        <a:solidFill>
          <a:srgbClr val="004F71"/>
        </a:solidFill>
        <a:ln>
          <a:solidFill>
            <a:srgbClr val="004F71"/>
          </a:solidFill>
        </a:ln>
      </dgm:spPr>
      <dgm:t>
        <a:bodyPr/>
        <a:lstStyle/>
        <a:p>
          <a:r>
            <a:rPr lang="en-US" sz="1400" b="1" dirty="0"/>
            <a:t>Purpose</a:t>
          </a:r>
        </a:p>
      </dgm:t>
    </dgm:pt>
    <dgm:pt modelId="{7F456BBF-A881-49C2-8E49-F0710A6CEFC4}" type="parTrans" cxnId="{FBBE4C3B-1A6A-4D1A-BABE-9F6ABAA2084B}">
      <dgm:prSet/>
      <dgm:spPr/>
      <dgm:t>
        <a:bodyPr/>
        <a:lstStyle/>
        <a:p>
          <a:endParaRPr lang="en-US"/>
        </a:p>
      </dgm:t>
    </dgm:pt>
    <dgm:pt modelId="{5DDF41C5-5094-4AF6-A375-0F76C4CEB593}" type="sibTrans" cxnId="{FBBE4C3B-1A6A-4D1A-BABE-9F6ABAA2084B}">
      <dgm:prSet/>
      <dgm:spPr/>
      <dgm:t>
        <a:bodyPr/>
        <a:lstStyle/>
        <a:p>
          <a:endParaRPr lang="en-US"/>
        </a:p>
      </dgm:t>
    </dgm:pt>
    <dgm:pt modelId="{D84C5F5E-C568-45BC-9105-5EB0F65F16F2}">
      <dgm:prSet phldrT="[Text]" custT="1"/>
      <dgm:spPr>
        <a:solidFill>
          <a:srgbClr val="004F71"/>
        </a:solidFill>
        <a:ln>
          <a:solidFill>
            <a:srgbClr val="004F71"/>
          </a:solidFill>
        </a:ln>
      </dgm:spPr>
      <dgm:t>
        <a:bodyPr/>
        <a:lstStyle/>
        <a:p>
          <a:r>
            <a:rPr lang="en-US" sz="1400" b="1" dirty="0"/>
            <a:t>Operation</a:t>
          </a:r>
        </a:p>
      </dgm:t>
    </dgm:pt>
    <dgm:pt modelId="{3323C383-6D3E-4AFB-A52D-B48980BFC05F}" type="parTrans" cxnId="{B74E04CC-D6E0-4FA8-86BF-C76FF3645A05}">
      <dgm:prSet/>
      <dgm:spPr/>
      <dgm:t>
        <a:bodyPr/>
        <a:lstStyle/>
        <a:p>
          <a:endParaRPr lang="en-US"/>
        </a:p>
      </dgm:t>
    </dgm:pt>
    <dgm:pt modelId="{4AD82BE6-A822-4DBE-AECC-DA901EDC0287}" type="sibTrans" cxnId="{B74E04CC-D6E0-4FA8-86BF-C76FF3645A05}">
      <dgm:prSet/>
      <dgm:spPr/>
      <dgm:t>
        <a:bodyPr/>
        <a:lstStyle/>
        <a:p>
          <a:endParaRPr lang="en-US"/>
        </a:p>
      </dgm:t>
    </dgm:pt>
    <dgm:pt modelId="{FD7501AB-D67B-472E-A4D3-C21967B4FBC7}">
      <dgm:prSet phldrT="[Text]" custT="1"/>
      <dgm:spPr>
        <a:solidFill>
          <a:srgbClr val="004F71"/>
        </a:solidFill>
        <a:ln>
          <a:solidFill>
            <a:srgbClr val="004F71"/>
          </a:solidFill>
        </a:ln>
      </dgm:spPr>
      <dgm:t>
        <a:bodyPr/>
        <a:lstStyle/>
        <a:p>
          <a:r>
            <a:rPr lang="en-US" sz="1400" b="1" dirty="0"/>
            <a:t>Hierarchy</a:t>
          </a:r>
        </a:p>
      </dgm:t>
    </dgm:pt>
    <dgm:pt modelId="{CB76ACE3-CCC7-4E8B-B45F-6B835A4DF3BC}" type="parTrans" cxnId="{46B7F274-58C8-423E-9EE7-097362EF0AD2}">
      <dgm:prSet/>
      <dgm:spPr/>
      <dgm:t>
        <a:bodyPr/>
        <a:lstStyle/>
        <a:p>
          <a:endParaRPr lang="en-US"/>
        </a:p>
      </dgm:t>
    </dgm:pt>
    <dgm:pt modelId="{983864CC-1938-42D8-93AB-1A96D653FAB8}" type="sibTrans" cxnId="{46B7F274-58C8-423E-9EE7-097362EF0AD2}">
      <dgm:prSet/>
      <dgm:spPr/>
      <dgm:t>
        <a:bodyPr/>
        <a:lstStyle/>
        <a:p>
          <a:endParaRPr lang="en-US"/>
        </a:p>
      </dgm:t>
    </dgm:pt>
    <dgm:pt modelId="{64F1CE93-F5C2-4C57-89B8-348DDAD2AE95}">
      <dgm:prSet phldrT="[Text]" custT="1"/>
      <dgm:spPr>
        <a:solidFill>
          <a:schemeClr val="bg1">
            <a:lumMod val="95000"/>
            <a:alpha val="90000"/>
          </a:schemeClr>
        </a:solidFill>
        <a:ln w="9525">
          <a:solidFill>
            <a:schemeClr val="bg1">
              <a:lumMod val="85000"/>
            </a:schemeClr>
          </a:solidFill>
        </a:ln>
      </dgm:spPr>
      <dgm:t>
        <a:bodyPr/>
        <a:lstStyle/>
        <a:p>
          <a:r>
            <a:rPr lang="en-US" sz="1300" dirty="0">
              <a:solidFill>
                <a:srgbClr val="20282F"/>
              </a:solidFill>
            </a:rPr>
            <a:t>Synchronizes system clocks to Coordinated Universal Time (UTC)</a:t>
          </a:r>
        </a:p>
      </dgm:t>
    </dgm:pt>
    <dgm:pt modelId="{F041ED18-2D32-4937-99C3-01A3F14409EE}" type="parTrans" cxnId="{2237C7EA-AFC1-4364-96D3-A4BF9AD2B31F}">
      <dgm:prSet/>
      <dgm:spPr/>
      <dgm:t>
        <a:bodyPr/>
        <a:lstStyle/>
        <a:p>
          <a:endParaRPr lang="en-US"/>
        </a:p>
      </dgm:t>
    </dgm:pt>
    <dgm:pt modelId="{C187F742-11DD-425E-B727-6515469CD023}" type="sibTrans" cxnId="{2237C7EA-AFC1-4364-96D3-A4BF9AD2B31F}">
      <dgm:prSet/>
      <dgm:spPr/>
      <dgm:t>
        <a:bodyPr/>
        <a:lstStyle/>
        <a:p>
          <a:endParaRPr lang="en-US"/>
        </a:p>
      </dgm:t>
    </dgm:pt>
    <dgm:pt modelId="{B406F870-3CD3-41BA-B55F-B16CD162BA0F}">
      <dgm:prSet phldrT="[Text]" custT="1"/>
      <dgm:spPr>
        <a:solidFill>
          <a:schemeClr val="bg1">
            <a:lumMod val="95000"/>
            <a:alpha val="90000"/>
          </a:schemeClr>
        </a:solidFill>
        <a:ln w="9525">
          <a:solidFill>
            <a:schemeClr val="bg1">
              <a:lumMod val="85000"/>
            </a:schemeClr>
          </a:solidFill>
        </a:ln>
      </dgm:spPr>
      <dgm:t>
        <a:bodyPr/>
        <a:lstStyle/>
        <a:p>
          <a:r>
            <a:rPr lang="en-US" sz="1300" dirty="0">
              <a:solidFill>
                <a:srgbClr val="20282F"/>
              </a:solidFill>
            </a:rPr>
            <a:t>Operates over networks using </a:t>
          </a:r>
          <a:r>
            <a:rPr lang="en-US" sz="1300">
              <a:solidFill>
                <a:srgbClr val="20282F"/>
              </a:solidFill>
            </a:rPr>
            <a:t>the UDP </a:t>
          </a:r>
          <a:r>
            <a:rPr lang="en-US" sz="1300" dirty="0">
              <a:solidFill>
                <a:srgbClr val="20282F"/>
              </a:solidFill>
            </a:rPr>
            <a:t>protocol on port 123</a:t>
          </a:r>
        </a:p>
      </dgm:t>
    </dgm:pt>
    <dgm:pt modelId="{EEA05C66-22B3-4F5A-80A1-4084CBE7826C}" type="parTrans" cxnId="{074268FE-7531-4378-8A17-725D9AB30A46}">
      <dgm:prSet/>
      <dgm:spPr/>
      <dgm:t>
        <a:bodyPr/>
        <a:lstStyle/>
        <a:p>
          <a:endParaRPr lang="en-US"/>
        </a:p>
      </dgm:t>
    </dgm:pt>
    <dgm:pt modelId="{831179B7-7908-4CB5-A3D2-019E51B82E40}" type="sibTrans" cxnId="{074268FE-7531-4378-8A17-725D9AB30A46}">
      <dgm:prSet/>
      <dgm:spPr/>
      <dgm:t>
        <a:bodyPr/>
        <a:lstStyle/>
        <a:p>
          <a:endParaRPr lang="en-US"/>
        </a:p>
      </dgm:t>
    </dgm:pt>
    <dgm:pt modelId="{DC76BE4D-5130-48C3-876C-337F6DAA3959}">
      <dgm:prSet phldrT="[Text]" custT="1"/>
      <dgm:spPr>
        <a:solidFill>
          <a:schemeClr val="bg1">
            <a:lumMod val="95000"/>
            <a:alpha val="90000"/>
          </a:schemeClr>
        </a:solidFill>
        <a:ln w="9525">
          <a:solidFill>
            <a:schemeClr val="bg1">
              <a:lumMod val="85000"/>
            </a:schemeClr>
          </a:solidFill>
        </a:ln>
      </dgm:spPr>
      <dgm:t>
        <a:bodyPr/>
        <a:lstStyle/>
        <a:p>
          <a:r>
            <a:rPr lang="en-US" sz="1300" dirty="0">
              <a:solidFill>
                <a:srgbClr val="20282F"/>
              </a:solidFill>
            </a:rPr>
            <a:t>Organizes devices in a hierarchical manner, indicating distance from the clock</a:t>
          </a:r>
        </a:p>
      </dgm:t>
    </dgm:pt>
    <dgm:pt modelId="{ABB33CFC-2E14-4F7A-B5A0-4F9C03F03620}" type="parTrans" cxnId="{9A0A82A2-B005-4878-90CB-7EFFA56C5CA0}">
      <dgm:prSet/>
      <dgm:spPr/>
      <dgm:t>
        <a:bodyPr/>
        <a:lstStyle/>
        <a:p>
          <a:endParaRPr lang="en-US"/>
        </a:p>
      </dgm:t>
    </dgm:pt>
    <dgm:pt modelId="{86217873-BB88-4992-BFA7-6D8740B4EBE1}" type="sibTrans" cxnId="{9A0A82A2-B005-4878-90CB-7EFFA56C5CA0}">
      <dgm:prSet/>
      <dgm:spPr/>
      <dgm:t>
        <a:bodyPr/>
        <a:lstStyle/>
        <a:p>
          <a:endParaRPr lang="en-US"/>
        </a:p>
      </dgm:t>
    </dgm:pt>
    <dgm:pt modelId="{D397D308-0AC7-4842-A71D-A92CE8290B6B}">
      <dgm:prSet phldrT="[Text]" custT="1"/>
      <dgm:spPr>
        <a:solidFill>
          <a:srgbClr val="004F71"/>
        </a:solidFill>
        <a:ln>
          <a:solidFill>
            <a:srgbClr val="004F71"/>
          </a:solidFill>
        </a:ln>
      </dgm:spPr>
      <dgm:t>
        <a:bodyPr/>
        <a:lstStyle/>
        <a:p>
          <a:r>
            <a:rPr lang="en-US" sz="1400" b="1" kern="1200" dirty="0">
              <a:solidFill>
                <a:srgbClr val="FFFFFF"/>
              </a:solidFill>
              <a:latin typeface="Noto Sans"/>
              <a:ea typeface="+mn-ea"/>
              <a:cs typeface="+mn-cs"/>
            </a:rPr>
            <a:t>Synchronization</a:t>
          </a:r>
        </a:p>
      </dgm:t>
    </dgm:pt>
    <dgm:pt modelId="{B4DA81D8-A268-421B-9289-A82E61F12E18}" type="sibTrans" cxnId="{DD4BE9AE-076A-46C2-9705-A6653A7A76B0}">
      <dgm:prSet/>
      <dgm:spPr/>
      <dgm:t>
        <a:bodyPr/>
        <a:lstStyle/>
        <a:p>
          <a:endParaRPr lang="en-US"/>
        </a:p>
      </dgm:t>
    </dgm:pt>
    <dgm:pt modelId="{6B6DD627-7C07-403C-9379-202FA5EF5C29}" type="parTrans" cxnId="{DD4BE9AE-076A-46C2-9705-A6653A7A76B0}">
      <dgm:prSet/>
      <dgm:spPr/>
      <dgm:t>
        <a:bodyPr/>
        <a:lstStyle/>
        <a:p>
          <a:endParaRPr lang="en-US"/>
        </a:p>
      </dgm:t>
    </dgm:pt>
    <dgm:pt modelId="{3368522D-18CA-4CCB-9C7C-0E49C87983F0}">
      <dgm:prSet phldrT="[Text]" custT="1"/>
      <dgm:spPr>
        <a:solidFill>
          <a:schemeClr val="bg1">
            <a:lumMod val="95000"/>
            <a:alpha val="90000"/>
          </a:schemeClr>
        </a:solidFill>
        <a:ln w="9525">
          <a:solidFill>
            <a:schemeClr val="bg1">
              <a:lumMod val="85000"/>
            </a:schemeClr>
          </a:solidFill>
        </a:ln>
      </dgm:spPr>
      <dgm:t>
        <a:bodyPr/>
        <a:lstStyle/>
        <a:p>
          <a:r>
            <a:rPr lang="en-US" sz="1300" dirty="0">
              <a:solidFill>
                <a:srgbClr val="20282F"/>
              </a:solidFill>
            </a:rPr>
            <a:t>Synchronizes devices by sending timestamped messages to/ from network peers </a:t>
          </a:r>
        </a:p>
      </dgm:t>
    </dgm:pt>
    <dgm:pt modelId="{71F7BCDA-8426-4056-9FCF-9C37FAF86A2A}" type="sibTrans" cxnId="{B7CAA597-3AF4-482B-BD46-0148C3C29C70}">
      <dgm:prSet/>
      <dgm:spPr/>
      <dgm:t>
        <a:bodyPr/>
        <a:lstStyle/>
        <a:p>
          <a:endParaRPr lang="en-US"/>
        </a:p>
      </dgm:t>
    </dgm:pt>
    <dgm:pt modelId="{2CE051A0-B782-47E6-9249-7C8391F73B39}" type="parTrans" cxnId="{B7CAA597-3AF4-482B-BD46-0148C3C29C70}">
      <dgm:prSet/>
      <dgm:spPr/>
      <dgm:t>
        <a:bodyPr/>
        <a:lstStyle/>
        <a:p>
          <a:endParaRPr lang="en-US"/>
        </a:p>
      </dgm:t>
    </dgm:pt>
    <dgm:pt modelId="{4FABF887-8A3E-41DB-A109-1114C8CF4124}">
      <dgm:prSet phldrT="[Text]" custT="1"/>
      <dgm:spPr>
        <a:solidFill>
          <a:srgbClr val="004F71"/>
        </a:solidFill>
        <a:ln>
          <a:solidFill>
            <a:srgbClr val="004F71"/>
          </a:solidFill>
        </a:ln>
      </dgm:spPr>
      <dgm:t>
        <a:bodyPr/>
        <a:lstStyle/>
        <a:p>
          <a:r>
            <a:rPr lang="en-US" sz="1400" b="1" dirty="0"/>
            <a:t>Algorithms</a:t>
          </a:r>
        </a:p>
      </dgm:t>
    </dgm:pt>
    <dgm:pt modelId="{7C23AC26-8009-4F44-BD3A-B3342D501AF8}" type="sibTrans" cxnId="{47AE646E-128D-4060-AADC-829B05289222}">
      <dgm:prSet/>
      <dgm:spPr/>
      <dgm:t>
        <a:bodyPr/>
        <a:lstStyle/>
        <a:p>
          <a:endParaRPr lang="en-US"/>
        </a:p>
      </dgm:t>
    </dgm:pt>
    <dgm:pt modelId="{1AE6C8AD-EA58-44F7-B40E-F4615410D4F1}" type="parTrans" cxnId="{47AE646E-128D-4060-AADC-829B05289222}">
      <dgm:prSet/>
      <dgm:spPr/>
      <dgm:t>
        <a:bodyPr/>
        <a:lstStyle/>
        <a:p>
          <a:endParaRPr lang="en-US"/>
        </a:p>
      </dgm:t>
    </dgm:pt>
    <dgm:pt modelId="{6B40FF50-16B7-41EB-9757-1C041782804D}">
      <dgm:prSet phldrT="[Text]" custT="1"/>
      <dgm:spPr>
        <a:solidFill>
          <a:schemeClr val="bg1">
            <a:lumMod val="95000"/>
            <a:alpha val="90000"/>
          </a:schemeClr>
        </a:solidFill>
        <a:ln w="9525">
          <a:solidFill>
            <a:schemeClr val="bg1">
              <a:lumMod val="85000"/>
            </a:schemeClr>
          </a:solidFill>
        </a:ln>
      </dgm:spPr>
      <dgm:t>
        <a:bodyPr/>
        <a:lstStyle/>
        <a:p>
          <a:pPr>
            <a:buFont typeface="Arial" panose="020B0604020202020204" pitchFamily="34" charset="0"/>
            <a:buChar char="•"/>
          </a:pPr>
          <a:r>
            <a:rPr lang="en-US" sz="1300" dirty="0">
              <a:solidFill>
                <a:srgbClr val="20282F"/>
              </a:solidFill>
            </a:rPr>
            <a:t>Uses complex algorithms to account for network delay and jitter</a:t>
          </a:r>
        </a:p>
      </dgm:t>
    </dgm:pt>
    <dgm:pt modelId="{E9EECC8A-889C-4170-B232-5AD37F3F816D}" type="sibTrans" cxnId="{AD4F0E88-DAD5-44D1-9ABD-C0DA174A1C54}">
      <dgm:prSet/>
      <dgm:spPr/>
      <dgm:t>
        <a:bodyPr/>
        <a:lstStyle/>
        <a:p>
          <a:endParaRPr lang="en-US"/>
        </a:p>
      </dgm:t>
    </dgm:pt>
    <dgm:pt modelId="{B4FEFB8E-6498-4F15-BDC1-108F6305B4CF}" type="parTrans" cxnId="{AD4F0E88-DAD5-44D1-9ABD-C0DA174A1C54}">
      <dgm:prSet/>
      <dgm:spPr/>
      <dgm:t>
        <a:bodyPr/>
        <a:lstStyle/>
        <a:p>
          <a:endParaRPr lang="en-US"/>
        </a:p>
      </dgm:t>
    </dgm:pt>
    <dgm:pt modelId="{64A886AF-7267-584E-996E-6F8E47C93B0B}" type="pres">
      <dgm:prSet presAssocID="{CC574C33-BFC1-47C7-A078-C1513861143F}" presName="linear" presStyleCnt="0">
        <dgm:presLayoutVars>
          <dgm:dir/>
          <dgm:animLvl val="lvl"/>
          <dgm:resizeHandles val="exact"/>
        </dgm:presLayoutVars>
      </dgm:prSet>
      <dgm:spPr/>
    </dgm:pt>
    <dgm:pt modelId="{2E12DF69-FB68-B74C-82C9-C5DA5C3822F3}" type="pres">
      <dgm:prSet presAssocID="{0F38FDED-04EC-4AE0-B5AA-F0A3442EF139}" presName="parentLin" presStyleCnt="0"/>
      <dgm:spPr/>
    </dgm:pt>
    <dgm:pt modelId="{5845D951-8302-584B-8D04-F75CAB18C700}" type="pres">
      <dgm:prSet presAssocID="{0F38FDED-04EC-4AE0-B5AA-F0A3442EF139}" presName="parentLeftMargin" presStyleLbl="node1" presStyleIdx="0" presStyleCnt="5"/>
      <dgm:spPr/>
    </dgm:pt>
    <dgm:pt modelId="{2B76518D-ED88-9448-87F6-200DA4045A92}" type="pres">
      <dgm:prSet presAssocID="{0F38FDED-04EC-4AE0-B5AA-F0A3442EF139}" presName="parentText" presStyleLbl="node1" presStyleIdx="0" presStyleCnt="5">
        <dgm:presLayoutVars>
          <dgm:chMax val="0"/>
          <dgm:bulletEnabled val="1"/>
        </dgm:presLayoutVars>
      </dgm:prSet>
      <dgm:spPr/>
    </dgm:pt>
    <dgm:pt modelId="{2F8764DF-C82D-4349-8FF9-49A9CF5C0B8A}" type="pres">
      <dgm:prSet presAssocID="{0F38FDED-04EC-4AE0-B5AA-F0A3442EF139}" presName="negativeSpace" presStyleCnt="0"/>
      <dgm:spPr/>
    </dgm:pt>
    <dgm:pt modelId="{9D0497DD-9396-A84A-A730-15B2915BE73D}" type="pres">
      <dgm:prSet presAssocID="{0F38FDED-04EC-4AE0-B5AA-F0A3442EF139}" presName="childText" presStyleLbl="conFgAcc1" presStyleIdx="0" presStyleCnt="5">
        <dgm:presLayoutVars>
          <dgm:bulletEnabled val="1"/>
        </dgm:presLayoutVars>
      </dgm:prSet>
      <dgm:spPr/>
    </dgm:pt>
    <dgm:pt modelId="{848A27C1-9DF0-C644-929B-CEE16FFA1D8F}" type="pres">
      <dgm:prSet presAssocID="{5DDF41C5-5094-4AF6-A375-0F76C4CEB593}" presName="spaceBetweenRectangles" presStyleCnt="0"/>
      <dgm:spPr/>
    </dgm:pt>
    <dgm:pt modelId="{9F351432-0FFE-E44F-A543-3DCB09C2851A}" type="pres">
      <dgm:prSet presAssocID="{D84C5F5E-C568-45BC-9105-5EB0F65F16F2}" presName="parentLin" presStyleCnt="0"/>
      <dgm:spPr/>
    </dgm:pt>
    <dgm:pt modelId="{B4FEBA38-972D-6949-A183-ECBCD716A522}" type="pres">
      <dgm:prSet presAssocID="{D84C5F5E-C568-45BC-9105-5EB0F65F16F2}" presName="parentLeftMargin" presStyleLbl="node1" presStyleIdx="0" presStyleCnt="5"/>
      <dgm:spPr/>
    </dgm:pt>
    <dgm:pt modelId="{7B8567F8-D7A8-F44C-A8A3-0D46081D72AC}" type="pres">
      <dgm:prSet presAssocID="{D84C5F5E-C568-45BC-9105-5EB0F65F16F2}" presName="parentText" presStyleLbl="node1" presStyleIdx="1" presStyleCnt="5">
        <dgm:presLayoutVars>
          <dgm:chMax val="0"/>
          <dgm:bulletEnabled val="1"/>
        </dgm:presLayoutVars>
      </dgm:prSet>
      <dgm:spPr/>
    </dgm:pt>
    <dgm:pt modelId="{A3615143-EB33-184D-9CC4-5BD9959CBC6E}" type="pres">
      <dgm:prSet presAssocID="{D84C5F5E-C568-45BC-9105-5EB0F65F16F2}" presName="negativeSpace" presStyleCnt="0"/>
      <dgm:spPr/>
    </dgm:pt>
    <dgm:pt modelId="{7FC93099-850D-754A-998B-0BCD99B4CAEE}" type="pres">
      <dgm:prSet presAssocID="{D84C5F5E-C568-45BC-9105-5EB0F65F16F2}" presName="childText" presStyleLbl="conFgAcc1" presStyleIdx="1" presStyleCnt="5">
        <dgm:presLayoutVars>
          <dgm:bulletEnabled val="1"/>
        </dgm:presLayoutVars>
      </dgm:prSet>
      <dgm:spPr/>
    </dgm:pt>
    <dgm:pt modelId="{A47E920E-4448-A24D-AFC2-8468A62339E1}" type="pres">
      <dgm:prSet presAssocID="{4AD82BE6-A822-4DBE-AECC-DA901EDC0287}" presName="spaceBetweenRectangles" presStyleCnt="0"/>
      <dgm:spPr/>
    </dgm:pt>
    <dgm:pt modelId="{CAA05B79-FC84-764D-A6E9-ECDB78497EC6}" type="pres">
      <dgm:prSet presAssocID="{FD7501AB-D67B-472E-A4D3-C21967B4FBC7}" presName="parentLin" presStyleCnt="0"/>
      <dgm:spPr/>
    </dgm:pt>
    <dgm:pt modelId="{5BE1C2E4-8FEC-1C4F-9CAB-53849C4A5829}" type="pres">
      <dgm:prSet presAssocID="{FD7501AB-D67B-472E-A4D3-C21967B4FBC7}" presName="parentLeftMargin" presStyleLbl="node1" presStyleIdx="1" presStyleCnt="5"/>
      <dgm:spPr/>
    </dgm:pt>
    <dgm:pt modelId="{DDFDD901-9AD4-8341-8526-053CB9EB89F0}" type="pres">
      <dgm:prSet presAssocID="{FD7501AB-D67B-472E-A4D3-C21967B4FBC7}" presName="parentText" presStyleLbl="node1" presStyleIdx="2" presStyleCnt="5">
        <dgm:presLayoutVars>
          <dgm:chMax val="0"/>
          <dgm:bulletEnabled val="1"/>
        </dgm:presLayoutVars>
      </dgm:prSet>
      <dgm:spPr/>
    </dgm:pt>
    <dgm:pt modelId="{BC8D3EF3-10B8-0B4E-837C-69E5DB569187}" type="pres">
      <dgm:prSet presAssocID="{FD7501AB-D67B-472E-A4D3-C21967B4FBC7}" presName="negativeSpace" presStyleCnt="0"/>
      <dgm:spPr/>
    </dgm:pt>
    <dgm:pt modelId="{9C9F3740-2621-F640-8EFD-B91A67E3F795}" type="pres">
      <dgm:prSet presAssocID="{FD7501AB-D67B-472E-A4D3-C21967B4FBC7}" presName="childText" presStyleLbl="conFgAcc1" presStyleIdx="2" presStyleCnt="5">
        <dgm:presLayoutVars>
          <dgm:bulletEnabled val="1"/>
        </dgm:presLayoutVars>
      </dgm:prSet>
      <dgm:spPr/>
    </dgm:pt>
    <dgm:pt modelId="{60D5942C-905E-AC47-9EF9-735D3158F024}" type="pres">
      <dgm:prSet presAssocID="{983864CC-1938-42D8-93AB-1A96D653FAB8}" presName="spaceBetweenRectangles" presStyleCnt="0"/>
      <dgm:spPr/>
    </dgm:pt>
    <dgm:pt modelId="{5F3FA050-0702-EC4B-A964-A8B467EF551F}" type="pres">
      <dgm:prSet presAssocID="{D397D308-0AC7-4842-A71D-A92CE8290B6B}" presName="parentLin" presStyleCnt="0"/>
      <dgm:spPr/>
    </dgm:pt>
    <dgm:pt modelId="{853D249B-3224-C742-BE39-BC148EED1336}" type="pres">
      <dgm:prSet presAssocID="{D397D308-0AC7-4842-A71D-A92CE8290B6B}" presName="parentLeftMargin" presStyleLbl="node1" presStyleIdx="2" presStyleCnt="5"/>
      <dgm:spPr/>
    </dgm:pt>
    <dgm:pt modelId="{23AD3A8C-494F-EA45-ACE9-D07BD6036C3B}" type="pres">
      <dgm:prSet presAssocID="{D397D308-0AC7-4842-A71D-A92CE8290B6B}" presName="parentText" presStyleLbl="node1" presStyleIdx="3" presStyleCnt="5">
        <dgm:presLayoutVars>
          <dgm:chMax val="0"/>
          <dgm:bulletEnabled val="1"/>
        </dgm:presLayoutVars>
      </dgm:prSet>
      <dgm:spPr/>
    </dgm:pt>
    <dgm:pt modelId="{97C7A93A-32F0-D042-B51C-3D42DCB82050}" type="pres">
      <dgm:prSet presAssocID="{D397D308-0AC7-4842-A71D-A92CE8290B6B}" presName="negativeSpace" presStyleCnt="0"/>
      <dgm:spPr/>
    </dgm:pt>
    <dgm:pt modelId="{107F9E94-2AFB-DE4A-85B6-F7BC2F980C92}" type="pres">
      <dgm:prSet presAssocID="{D397D308-0AC7-4842-A71D-A92CE8290B6B}" presName="childText" presStyleLbl="conFgAcc1" presStyleIdx="3" presStyleCnt="5">
        <dgm:presLayoutVars>
          <dgm:bulletEnabled val="1"/>
        </dgm:presLayoutVars>
      </dgm:prSet>
      <dgm:spPr/>
    </dgm:pt>
    <dgm:pt modelId="{35074C0F-C53A-0745-BDCD-02900FE88CCF}" type="pres">
      <dgm:prSet presAssocID="{B4DA81D8-A268-421B-9289-A82E61F12E18}" presName="spaceBetweenRectangles" presStyleCnt="0"/>
      <dgm:spPr/>
    </dgm:pt>
    <dgm:pt modelId="{7D97C316-D8E9-0D4E-893E-25A17CFB2DD4}" type="pres">
      <dgm:prSet presAssocID="{4FABF887-8A3E-41DB-A109-1114C8CF4124}" presName="parentLin" presStyleCnt="0"/>
      <dgm:spPr/>
    </dgm:pt>
    <dgm:pt modelId="{BB80E9A4-10CC-D24E-A3FD-B4603AA707E6}" type="pres">
      <dgm:prSet presAssocID="{4FABF887-8A3E-41DB-A109-1114C8CF4124}" presName="parentLeftMargin" presStyleLbl="node1" presStyleIdx="3" presStyleCnt="5"/>
      <dgm:spPr/>
    </dgm:pt>
    <dgm:pt modelId="{2711AD15-1CB9-F947-95E7-85420CBB4288}" type="pres">
      <dgm:prSet presAssocID="{4FABF887-8A3E-41DB-A109-1114C8CF4124}" presName="parentText" presStyleLbl="node1" presStyleIdx="4" presStyleCnt="5">
        <dgm:presLayoutVars>
          <dgm:chMax val="0"/>
          <dgm:bulletEnabled val="1"/>
        </dgm:presLayoutVars>
      </dgm:prSet>
      <dgm:spPr/>
    </dgm:pt>
    <dgm:pt modelId="{1BFC4FBA-A6E1-9B4B-8801-8AF60107B740}" type="pres">
      <dgm:prSet presAssocID="{4FABF887-8A3E-41DB-A109-1114C8CF4124}" presName="negativeSpace" presStyleCnt="0"/>
      <dgm:spPr/>
    </dgm:pt>
    <dgm:pt modelId="{7807868F-4DA8-324C-A5B8-95FAD0734A58}" type="pres">
      <dgm:prSet presAssocID="{4FABF887-8A3E-41DB-A109-1114C8CF4124}" presName="childText" presStyleLbl="conFgAcc1" presStyleIdx="4" presStyleCnt="5">
        <dgm:presLayoutVars>
          <dgm:bulletEnabled val="1"/>
        </dgm:presLayoutVars>
      </dgm:prSet>
      <dgm:spPr/>
    </dgm:pt>
  </dgm:ptLst>
  <dgm:cxnLst>
    <dgm:cxn modelId="{DF361E1E-D3B5-D442-8200-ED405DDC3080}" type="presOf" srcId="{D397D308-0AC7-4842-A71D-A92CE8290B6B}" destId="{853D249B-3224-C742-BE39-BC148EED1336}" srcOrd="0" destOrd="0" presId="urn:microsoft.com/office/officeart/2005/8/layout/list1"/>
    <dgm:cxn modelId="{CEC20D1F-EF1E-0847-9109-7FFC5F6B6B20}" type="presOf" srcId="{0F38FDED-04EC-4AE0-B5AA-F0A3442EF139}" destId="{5845D951-8302-584B-8D04-F75CAB18C700}" srcOrd="0" destOrd="0" presId="urn:microsoft.com/office/officeart/2005/8/layout/list1"/>
    <dgm:cxn modelId="{FBBE4C3B-1A6A-4D1A-BABE-9F6ABAA2084B}" srcId="{CC574C33-BFC1-47C7-A078-C1513861143F}" destId="{0F38FDED-04EC-4AE0-B5AA-F0A3442EF139}" srcOrd="0" destOrd="0" parTransId="{7F456BBF-A881-49C2-8E49-F0710A6CEFC4}" sibTransId="{5DDF41C5-5094-4AF6-A375-0F76C4CEB593}"/>
    <dgm:cxn modelId="{DA03183D-31C2-934C-940B-FA9EC16A7D33}" type="presOf" srcId="{6B40FF50-16B7-41EB-9757-1C041782804D}" destId="{7807868F-4DA8-324C-A5B8-95FAD0734A58}" srcOrd="0" destOrd="0" presId="urn:microsoft.com/office/officeart/2005/8/layout/list1"/>
    <dgm:cxn modelId="{C2824141-F5BC-784E-A5E3-77215E15E2CF}" type="presOf" srcId="{D84C5F5E-C568-45BC-9105-5EB0F65F16F2}" destId="{7B8567F8-D7A8-F44C-A8A3-0D46081D72AC}" srcOrd="1" destOrd="0" presId="urn:microsoft.com/office/officeart/2005/8/layout/list1"/>
    <dgm:cxn modelId="{446CC364-F15C-0348-9800-DBDC9901AEC3}" type="presOf" srcId="{FD7501AB-D67B-472E-A4D3-C21967B4FBC7}" destId="{5BE1C2E4-8FEC-1C4F-9CAB-53849C4A5829}" srcOrd="0" destOrd="0" presId="urn:microsoft.com/office/officeart/2005/8/layout/list1"/>
    <dgm:cxn modelId="{88EEF74A-F9BD-8A44-8582-FD0F7DE6CF6E}" type="presOf" srcId="{FD7501AB-D67B-472E-A4D3-C21967B4FBC7}" destId="{DDFDD901-9AD4-8341-8526-053CB9EB89F0}" srcOrd="1" destOrd="0" presId="urn:microsoft.com/office/officeart/2005/8/layout/list1"/>
    <dgm:cxn modelId="{47AE646E-128D-4060-AADC-829B05289222}" srcId="{CC574C33-BFC1-47C7-A078-C1513861143F}" destId="{4FABF887-8A3E-41DB-A109-1114C8CF4124}" srcOrd="4" destOrd="0" parTransId="{1AE6C8AD-EA58-44F7-B40E-F4615410D4F1}" sibTransId="{7C23AC26-8009-4F44-BD3A-B3342D501AF8}"/>
    <dgm:cxn modelId="{46B7F274-58C8-423E-9EE7-097362EF0AD2}" srcId="{CC574C33-BFC1-47C7-A078-C1513861143F}" destId="{FD7501AB-D67B-472E-A4D3-C21967B4FBC7}" srcOrd="2" destOrd="0" parTransId="{CB76ACE3-CCC7-4E8B-B45F-6B835A4DF3BC}" sibTransId="{983864CC-1938-42D8-93AB-1A96D653FAB8}"/>
    <dgm:cxn modelId="{ED73AF7D-FBD1-1441-80E7-73AA5AEFF452}" type="presOf" srcId="{0F38FDED-04EC-4AE0-B5AA-F0A3442EF139}" destId="{2B76518D-ED88-9448-87F6-200DA4045A92}" srcOrd="1" destOrd="0" presId="urn:microsoft.com/office/officeart/2005/8/layout/list1"/>
    <dgm:cxn modelId="{AD4F0E88-DAD5-44D1-9ABD-C0DA174A1C54}" srcId="{4FABF887-8A3E-41DB-A109-1114C8CF4124}" destId="{6B40FF50-16B7-41EB-9757-1C041782804D}" srcOrd="0" destOrd="0" parTransId="{B4FEFB8E-6498-4F15-BDC1-108F6305B4CF}" sibTransId="{E9EECC8A-889C-4170-B232-5AD37F3F816D}"/>
    <dgm:cxn modelId="{B7CAA597-3AF4-482B-BD46-0148C3C29C70}" srcId="{D397D308-0AC7-4842-A71D-A92CE8290B6B}" destId="{3368522D-18CA-4CCB-9C7C-0E49C87983F0}" srcOrd="0" destOrd="0" parTransId="{2CE051A0-B782-47E6-9249-7C8391F73B39}" sibTransId="{71F7BCDA-8426-4056-9FCF-9C37FAF86A2A}"/>
    <dgm:cxn modelId="{82B2FB99-5A85-6544-8481-6228A5EDCF21}" type="presOf" srcId="{64F1CE93-F5C2-4C57-89B8-348DDAD2AE95}" destId="{9D0497DD-9396-A84A-A730-15B2915BE73D}" srcOrd="0" destOrd="0" presId="urn:microsoft.com/office/officeart/2005/8/layout/list1"/>
    <dgm:cxn modelId="{9A0A82A2-B005-4878-90CB-7EFFA56C5CA0}" srcId="{FD7501AB-D67B-472E-A4D3-C21967B4FBC7}" destId="{DC76BE4D-5130-48C3-876C-337F6DAA3959}" srcOrd="0" destOrd="0" parTransId="{ABB33CFC-2E14-4F7A-B5A0-4F9C03F03620}" sibTransId="{86217873-BB88-4992-BFA7-6D8740B4EBE1}"/>
    <dgm:cxn modelId="{7ABC33AC-7492-1A41-AA66-FAD9CC9AC904}" type="presOf" srcId="{4FABF887-8A3E-41DB-A109-1114C8CF4124}" destId="{2711AD15-1CB9-F947-95E7-85420CBB4288}" srcOrd="1" destOrd="0" presId="urn:microsoft.com/office/officeart/2005/8/layout/list1"/>
    <dgm:cxn modelId="{D8C21BAD-235A-CD43-9081-B95297D77DAC}" type="presOf" srcId="{3368522D-18CA-4CCB-9C7C-0E49C87983F0}" destId="{107F9E94-2AFB-DE4A-85B6-F7BC2F980C92}" srcOrd="0" destOrd="0" presId="urn:microsoft.com/office/officeart/2005/8/layout/list1"/>
    <dgm:cxn modelId="{DD4BE9AE-076A-46C2-9705-A6653A7A76B0}" srcId="{CC574C33-BFC1-47C7-A078-C1513861143F}" destId="{D397D308-0AC7-4842-A71D-A92CE8290B6B}" srcOrd="3" destOrd="0" parTransId="{6B6DD627-7C07-403C-9379-202FA5EF5C29}" sibTransId="{B4DA81D8-A268-421B-9289-A82E61F12E18}"/>
    <dgm:cxn modelId="{CBD6FABD-61DE-BF4C-977E-D4B946003B23}" type="presOf" srcId="{DC76BE4D-5130-48C3-876C-337F6DAA3959}" destId="{9C9F3740-2621-F640-8EFD-B91A67E3F795}" srcOrd="0" destOrd="0" presId="urn:microsoft.com/office/officeart/2005/8/layout/list1"/>
    <dgm:cxn modelId="{B74E04CC-D6E0-4FA8-86BF-C76FF3645A05}" srcId="{CC574C33-BFC1-47C7-A078-C1513861143F}" destId="{D84C5F5E-C568-45BC-9105-5EB0F65F16F2}" srcOrd="1" destOrd="0" parTransId="{3323C383-6D3E-4AFB-A52D-B48980BFC05F}" sibTransId="{4AD82BE6-A822-4DBE-AECC-DA901EDC0287}"/>
    <dgm:cxn modelId="{D71E86CD-9A12-DE44-8749-E2F0920BC133}" type="presOf" srcId="{D397D308-0AC7-4842-A71D-A92CE8290B6B}" destId="{23AD3A8C-494F-EA45-ACE9-D07BD6036C3B}" srcOrd="1" destOrd="0" presId="urn:microsoft.com/office/officeart/2005/8/layout/list1"/>
    <dgm:cxn modelId="{C99F1AD4-8017-0942-BDA4-059F588A74F0}" type="presOf" srcId="{4FABF887-8A3E-41DB-A109-1114C8CF4124}" destId="{BB80E9A4-10CC-D24E-A3FD-B4603AA707E6}" srcOrd="0" destOrd="0" presId="urn:microsoft.com/office/officeart/2005/8/layout/list1"/>
    <dgm:cxn modelId="{61F7FFD5-1189-0044-94E0-C67198B47690}" type="presOf" srcId="{CC574C33-BFC1-47C7-A078-C1513861143F}" destId="{64A886AF-7267-584E-996E-6F8E47C93B0B}" srcOrd="0" destOrd="0" presId="urn:microsoft.com/office/officeart/2005/8/layout/list1"/>
    <dgm:cxn modelId="{589F95D7-B3A6-C349-8730-8DE183F5C699}" type="presOf" srcId="{D84C5F5E-C568-45BC-9105-5EB0F65F16F2}" destId="{B4FEBA38-972D-6949-A183-ECBCD716A522}" srcOrd="0" destOrd="0" presId="urn:microsoft.com/office/officeart/2005/8/layout/list1"/>
    <dgm:cxn modelId="{B17C5CE6-AFA5-1E47-8556-FF02140F8D39}" type="presOf" srcId="{B406F870-3CD3-41BA-B55F-B16CD162BA0F}" destId="{7FC93099-850D-754A-998B-0BCD99B4CAEE}" srcOrd="0" destOrd="0" presId="urn:microsoft.com/office/officeart/2005/8/layout/list1"/>
    <dgm:cxn modelId="{2237C7EA-AFC1-4364-96D3-A4BF9AD2B31F}" srcId="{0F38FDED-04EC-4AE0-B5AA-F0A3442EF139}" destId="{64F1CE93-F5C2-4C57-89B8-348DDAD2AE95}" srcOrd="0" destOrd="0" parTransId="{F041ED18-2D32-4937-99C3-01A3F14409EE}" sibTransId="{C187F742-11DD-425E-B727-6515469CD023}"/>
    <dgm:cxn modelId="{074268FE-7531-4378-8A17-725D9AB30A46}" srcId="{D84C5F5E-C568-45BC-9105-5EB0F65F16F2}" destId="{B406F870-3CD3-41BA-B55F-B16CD162BA0F}" srcOrd="0" destOrd="0" parTransId="{EEA05C66-22B3-4F5A-80A1-4084CBE7826C}" sibTransId="{831179B7-7908-4CB5-A3D2-019E51B82E40}"/>
    <dgm:cxn modelId="{2694AA8E-C26C-424C-9384-D9F4634E4C4E}" type="presParOf" srcId="{64A886AF-7267-584E-996E-6F8E47C93B0B}" destId="{2E12DF69-FB68-B74C-82C9-C5DA5C3822F3}" srcOrd="0" destOrd="0" presId="urn:microsoft.com/office/officeart/2005/8/layout/list1"/>
    <dgm:cxn modelId="{86AF048F-D144-FE40-A640-6058AA121FAD}" type="presParOf" srcId="{2E12DF69-FB68-B74C-82C9-C5DA5C3822F3}" destId="{5845D951-8302-584B-8D04-F75CAB18C700}" srcOrd="0" destOrd="0" presId="urn:microsoft.com/office/officeart/2005/8/layout/list1"/>
    <dgm:cxn modelId="{A30E89C8-8465-BA46-9856-1DACDF42DA90}" type="presParOf" srcId="{2E12DF69-FB68-B74C-82C9-C5DA5C3822F3}" destId="{2B76518D-ED88-9448-87F6-200DA4045A92}" srcOrd="1" destOrd="0" presId="urn:microsoft.com/office/officeart/2005/8/layout/list1"/>
    <dgm:cxn modelId="{3592DE49-2464-3B41-B0E6-BE9E5F04EB14}" type="presParOf" srcId="{64A886AF-7267-584E-996E-6F8E47C93B0B}" destId="{2F8764DF-C82D-4349-8FF9-49A9CF5C0B8A}" srcOrd="1" destOrd="0" presId="urn:microsoft.com/office/officeart/2005/8/layout/list1"/>
    <dgm:cxn modelId="{68766459-B028-D449-B46D-765E7F4C54B8}" type="presParOf" srcId="{64A886AF-7267-584E-996E-6F8E47C93B0B}" destId="{9D0497DD-9396-A84A-A730-15B2915BE73D}" srcOrd="2" destOrd="0" presId="urn:microsoft.com/office/officeart/2005/8/layout/list1"/>
    <dgm:cxn modelId="{3C3F658C-3F3B-984E-8C9D-3B1F02018BE1}" type="presParOf" srcId="{64A886AF-7267-584E-996E-6F8E47C93B0B}" destId="{848A27C1-9DF0-C644-929B-CEE16FFA1D8F}" srcOrd="3" destOrd="0" presId="urn:microsoft.com/office/officeart/2005/8/layout/list1"/>
    <dgm:cxn modelId="{C60E5828-F025-214A-BCF4-C73F618AD2B6}" type="presParOf" srcId="{64A886AF-7267-584E-996E-6F8E47C93B0B}" destId="{9F351432-0FFE-E44F-A543-3DCB09C2851A}" srcOrd="4" destOrd="0" presId="urn:microsoft.com/office/officeart/2005/8/layout/list1"/>
    <dgm:cxn modelId="{9A68A9C1-0549-114E-9A39-1E96E80288A1}" type="presParOf" srcId="{9F351432-0FFE-E44F-A543-3DCB09C2851A}" destId="{B4FEBA38-972D-6949-A183-ECBCD716A522}" srcOrd="0" destOrd="0" presId="urn:microsoft.com/office/officeart/2005/8/layout/list1"/>
    <dgm:cxn modelId="{B2E94C9A-DC39-F241-BE40-9BBB62FC3FDC}" type="presParOf" srcId="{9F351432-0FFE-E44F-A543-3DCB09C2851A}" destId="{7B8567F8-D7A8-F44C-A8A3-0D46081D72AC}" srcOrd="1" destOrd="0" presId="urn:microsoft.com/office/officeart/2005/8/layout/list1"/>
    <dgm:cxn modelId="{EBAF2011-D737-114C-A741-1F1B3BF33F31}" type="presParOf" srcId="{64A886AF-7267-584E-996E-6F8E47C93B0B}" destId="{A3615143-EB33-184D-9CC4-5BD9959CBC6E}" srcOrd="5" destOrd="0" presId="urn:microsoft.com/office/officeart/2005/8/layout/list1"/>
    <dgm:cxn modelId="{3389C2FA-C1A1-314C-A393-7AF37BD3DAA1}" type="presParOf" srcId="{64A886AF-7267-584E-996E-6F8E47C93B0B}" destId="{7FC93099-850D-754A-998B-0BCD99B4CAEE}" srcOrd="6" destOrd="0" presId="urn:microsoft.com/office/officeart/2005/8/layout/list1"/>
    <dgm:cxn modelId="{17625514-8234-4546-B3D6-49867531C811}" type="presParOf" srcId="{64A886AF-7267-584E-996E-6F8E47C93B0B}" destId="{A47E920E-4448-A24D-AFC2-8468A62339E1}" srcOrd="7" destOrd="0" presId="urn:microsoft.com/office/officeart/2005/8/layout/list1"/>
    <dgm:cxn modelId="{F65E2E43-AD52-2943-897C-BD6C08E69EA5}" type="presParOf" srcId="{64A886AF-7267-584E-996E-6F8E47C93B0B}" destId="{CAA05B79-FC84-764D-A6E9-ECDB78497EC6}" srcOrd="8" destOrd="0" presId="urn:microsoft.com/office/officeart/2005/8/layout/list1"/>
    <dgm:cxn modelId="{2FC1F105-B503-554A-9CDB-BFB184780083}" type="presParOf" srcId="{CAA05B79-FC84-764D-A6E9-ECDB78497EC6}" destId="{5BE1C2E4-8FEC-1C4F-9CAB-53849C4A5829}" srcOrd="0" destOrd="0" presId="urn:microsoft.com/office/officeart/2005/8/layout/list1"/>
    <dgm:cxn modelId="{ACFC0993-B0DA-3E40-918B-CB615EB1F933}" type="presParOf" srcId="{CAA05B79-FC84-764D-A6E9-ECDB78497EC6}" destId="{DDFDD901-9AD4-8341-8526-053CB9EB89F0}" srcOrd="1" destOrd="0" presId="urn:microsoft.com/office/officeart/2005/8/layout/list1"/>
    <dgm:cxn modelId="{BE843DB9-C0A2-F04C-8D74-F58D9243FD8C}" type="presParOf" srcId="{64A886AF-7267-584E-996E-6F8E47C93B0B}" destId="{BC8D3EF3-10B8-0B4E-837C-69E5DB569187}" srcOrd="9" destOrd="0" presId="urn:microsoft.com/office/officeart/2005/8/layout/list1"/>
    <dgm:cxn modelId="{F495694F-0537-704D-ACE1-2D6B65D61355}" type="presParOf" srcId="{64A886AF-7267-584E-996E-6F8E47C93B0B}" destId="{9C9F3740-2621-F640-8EFD-B91A67E3F795}" srcOrd="10" destOrd="0" presId="urn:microsoft.com/office/officeart/2005/8/layout/list1"/>
    <dgm:cxn modelId="{3ED75E5E-9778-D244-A887-9CD18B6A8A2D}" type="presParOf" srcId="{64A886AF-7267-584E-996E-6F8E47C93B0B}" destId="{60D5942C-905E-AC47-9EF9-735D3158F024}" srcOrd="11" destOrd="0" presId="urn:microsoft.com/office/officeart/2005/8/layout/list1"/>
    <dgm:cxn modelId="{9EBC4D10-B02A-3241-BF7E-80518CDC7B1A}" type="presParOf" srcId="{64A886AF-7267-584E-996E-6F8E47C93B0B}" destId="{5F3FA050-0702-EC4B-A964-A8B467EF551F}" srcOrd="12" destOrd="0" presId="urn:microsoft.com/office/officeart/2005/8/layout/list1"/>
    <dgm:cxn modelId="{D5AF33FE-37EC-DC4C-9C5E-C723D92C03A9}" type="presParOf" srcId="{5F3FA050-0702-EC4B-A964-A8B467EF551F}" destId="{853D249B-3224-C742-BE39-BC148EED1336}" srcOrd="0" destOrd="0" presId="urn:microsoft.com/office/officeart/2005/8/layout/list1"/>
    <dgm:cxn modelId="{B4BE0E57-79C5-4C48-AC78-5759C7A22427}" type="presParOf" srcId="{5F3FA050-0702-EC4B-A964-A8B467EF551F}" destId="{23AD3A8C-494F-EA45-ACE9-D07BD6036C3B}" srcOrd="1" destOrd="0" presId="urn:microsoft.com/office/officeart/2005/8/layout/list1"/>
    <dgm:cxn modelId="{486B7E33-EF31-034F-B0E5-1A3438B9DB4E}" type="presParOf" srcId="{64A886AF-7267-584E-996E-6F8E47C93B0B}" destId="{97C7A93A-32F0-D042-B51C-3D42DCB82050}" srcOrd="13" destOrd="0" presId="urn:microsoft.com/office/officeart/2005/8/layout/list1"/>
    <dgm:cxn modelId="{85347A9C-E006-684E-874D-6B40187A6CCA}" type="presParOf" srcId="{64A886AF-7267-584E-996E-6F8E47C93B0B}" destId="{107F9E94-2AFB-DE4A-85B6-F7BC2F980C92}" srcOrd="14" destOrd="0" presId="urn:microsoft.com/office/officeart/2005/8/layout/list1"/>
    <dgm:cxn modelId="{34111E2E-1FE9-FE4E-9844-AA320C752698}" type="presParOf" srcId="{64A886AF-7267-584E-996E-6F8E47C93B0B}" destId="{35074C0F-C53A-0745-BDCD-02900FE88CCF}" srcOrd="15" destOrd="0" presId="urn:microsoft.com/office/officeart/2005/8/layout/list1"/>
    <dgm:cxn modelId="{C3574950-7D32-DC42-91F8-07A717CC0691}" type="presParOf" srcId="{64A886AF-7267-584E-996E-6F8E47C93B0B}" destId="{7D97C316-D8E9-0D4E-893E-25A17CFB2DD4}" srcOrd="16" destOrd="0" presId="urn:microsoft.com/office/officeart/2005/8/layout/list1"/>
    <dgm:cxn modelId="{1D4526C9-415D-1740-B5ED-B75833B790B9}" type="presParOf" srcId="{7D97C316-D8E9-0D4E-893E-25A17CFB2DD4}" destId="{BB80E9A4-10CC-D24E-A3FD-B4603AA707E6}" srcOrd="0" destOrd="0" presId="urn:microsoft.com/office/officeart/2005/8/layout/list1"/>
    <dgm:cxn modelId="{F531C190-9A5F-CA46-9283-24D063A5EF3E}" type="presParOf" srcId="{7D97C316-D8E9-0D4E-893E-25A17CFB2DD4}" destId="{2711AD15-1CB9-F947-95E7-85420CBB4288}" srcOrd="1" destOrd="0" presId="urn:microsoft.com/office/officeart/2005/8/layout/list1"/>
    <dgm:cxn modelId="{F7966D43-2674-1A45-B8DE-B327C3AE60FC}" type="presParOf" srcId="{64A886AF-7267-584E-996E-6F8E47C93B0B}" destId="{1BFC4FBA-A6E1-9B4B-8801-8AF60107B740}" srcOrd="17" destOrd="0" presId="urn:microsoft.com/office/officeart/2005/8/layout/list1"/>
    <dgm:cxn modelId="{52B41337-A0C8-544A-BC23-EBAE050A1E4A}" type="presParOf" srcId="{64A886AF-7267-584E-996E-6F8E47C93B0B}" destId="{7807868F-4DA8-324C-A5B8-95FAD0734A58}"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836947B-8C65-41AB-8E07-9C4B39983A35}"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DB74BF5-442A-4D70-B21D-C6E39DDFED2E}">
      <dgm:prSet phldrT="[Text]" custT="1"/>
      <dgm:spPr>
        <a:solidFill>
          <a:schemeClr val="tx2"/>
        </a:solidFill>
      </dgm:spPr>
      <dgm:t>
        <a:bodyPr/>
        <a:lstStyle/>
        <a:p>
          <a:r>
            <a:rPr lang="en-US" sz="2000" dirty="0"/>
            <a:t>Applications</a:t>
          </a:r>
        </a:p>
      </dgm:t>
    </dgm:pt>
    <dgm:pt modelId="{B92E03FF-9643-4753-8207-98961CD88EFE}" type="parTrans" cxnId="{97A0392D-F5AE-4D39-9790-02E205CA6557}">
      <dgm:prSet/>
      <dgm:spPr/>
      <dgm:t>
        <a:bodyPr/>
        <a:lstStyle/>
        <a:p>
          <a:endParaRPr lang="en-US"/>
        </a:p>
      </dgm:t>
    </dgm:pt>
    <dgm:pt modelId="{0E68C828-80C4-4191-A3FF-2BC05993CFA5}" type="sibTrans" cxnId="{97A0392D-F5AE-4D39-9790-02E205CA6557}">
      <dgm:prSet/>
      <dgm:spPr/>
      <dgm:t>
        <a:bodyPr/>
        <a:lstStyle/>
        <a:p>
          <a:endParaRPr lang="en-US"/>
        </a:p>
      </dgm:t>
    </dgm:pt>
    <dgm:pt modelId="{BDA02B2D-D761-4C15-9DA5-9E1E33855BD4}">
      <dgm:prSet phldrT="[Text]" custT="1"/>
      <dgm:spPr>
        <a:solidFill>
          <a:schemeClr val="bg1">
            <a:lumMod val="95000"/>
            <a:alpha val="90000"/>
          </a:schemeClr>
        </a:solidFill>
        <a:ln w="9525">
          <a:solidFill>
            <a:schemeClr val="bg1">
              <a:lumMod val="85000"/>
              <a:alpha val="90000"/>
            </a:schemeClr>
          </a:solidFill>
        </a:ln>
      </dgm:spPr>
      <dgm:t>
        <a:bodyPr/>
        <a:lstStyle/>
        <a:p>
          <a:r>
            <a:rPr lang="en-US" sz="1800" dirty="0">
              <a:solidFill>
                <a:srgbClr val="20282F"/>
              </a:solidFill>
            </a:rPr>
            <a:t>Industrial processes </a:t>
          </a:r>
        </a:p>
      </dgm:t>
    </dgm:pt>
    <dgm:pt modelId="{0BA817AB-C3A9-4D0F-AEF2-226146486B0F}" type="parTrans" cxnId="{B38B21E8-C11B-47CC-9D35-40FCBBA26C97}">
      <dgm:prSet/>
      <dgm:spPr/>
      <dgm:t>
        <a:bodyPr/>
        <a:lstStyle/>
        <a:p>
          <a:endParaRPr lang="en-US"/>
        </a:p>
      </dgm:t>
    </dgm:pt>
    <dgm:pt modelId="{13941C71-42A3-4AB0-AC13-4FF9DC17C9BD}" type="sibTrans" cxnId="{B38B21E8-C11B-47CC-9D35-40FCBBA26C97}">
      <dgm:prSet/>
      <dgm:spPr/>
      <dgm:t>
        <a:bodyPr/>
        <a:lstStyle/>
        <a:p>
          <a:endParaRPr lang="en-US"/>
        </a:p>
      </dgm:t>
    </dgm:pt>
    <dgm:pt modelId="{47E08189-BE2D-4E4F-9F64-C1DF0DD653E9}">
      <dgm:prSet phldrT="[Text]" custT="1"/>
      <dgm:spPr>
        <a:solidFill>
          <a:schemeClr val="bg1">
            <a:lumMod val="95000"/>
            <a:alpha val="90000"/>
          </a:schemeClr>
        </a:solidFill>
        <a:ln w="9525">
          <a:solidFill>
            <a:schemeClr val="bg1">
              <a:lumMod val="85000"/>
              <a:alpha val="90000"/>
            </a:schemeClr>
          </a:solidFill>
        </a:ln>
      </dgm:spPr>
      <dgm:t>
        <a:bodyPr/>
        <a:lstStyle/>
        <a:p>
          <a:r>
            <a:rPr lang="en-US" sz="1800" dirty="0">
              <a:solidFill>
                <a:srgbClr val="20282F"/>
              </a:solidFill>
            </a:rPr>
            <a:t>5G cellular data</a:t>
          </a:r>
        </a:p>
      </dgm:t>
    </dgm:pt>
    <dgm:pt modelId="{44D087E2-A792-4AEC-9B62-0DE1D1875D3E}" type="parTrans" cxnId="{5D7A27E4-EAFD-4781-BAC6-C5D16435670A}">
      <dgm:prSet/>
      <dgm:spPr/>
      <dgm:t>
        <a:bodyPr/>
        <a:lstStyle/>
        <a:p>
          <a:endParaRPr lang="en-US"/>
        </a:p>
      </dgm:t>
    </dgm:pt>
    <dgm:pt modelId="{CD5DAA89-E8CB-489E-8873-32B71F0522C2}" type="sibTrans" cxnId="{5D7A27E4-EAFD-4781-BAC6-C5D16435670A}">
      <dgm:prSet/>
      <dgm:spPr/>
      <dgm:t>
        <a:bodyPr/>
        <a:lstStyle/>
        <a:p>
          <a:endParaRPr lang="en-US"/>
        </a:p>
      </dgm:t>
    </dgm:pt>
    <dgm:pt modelId="{F54B5C4A-B498-4733-B65D-8849DCA171FF}">
      <dgm:prSet phldrT="[Text]" custT="1"/>
      <dgm:spPr>
        <a:solidFill>
          <a:schemeClr val="bg1">
            <a:lumMod val="95000"/>
            <a:alpha val="90000"/>
          </a:schemeClr>
        </a:solidFill>
        <a:ln w="9525">
          <a:solidFill>
            <a:schemeClr val="bg1">
              <a:lumMod val="85000"/>
              <a:alpha val="90000"/>
            </a:schemeClr>
          </a:solidFill>
        </a:ln>
      </dgm:spPr>
      <dgm:t>
        <a:bodyPr/>
        <a:lstStyle/>
        <a:p>
          <a:r>
            <a:rPr lang="en-US" sz="1800" dirty="0">
              <a:solidFill>
                <a:srgbClr val="20282F"/>
              </a:solidFill>
            </a:rPr>
            <a:t>Medical devices </a:t>
          </a:r>
        </a:p>
      </dgm:t>
    </dgm:pt>
    <dgm:pt modelId="{A995AE0D-CC11-40D1-87A2-78C5704925DC}" type="parTrans" cxnId="{8E3A5CED-4888-427B-8C52-7E6AE9698537}">
      <dgm:prSet/>
      <dgm:spPr/>
      <dgm:t>
        <a:bodyPr/>
        <a:lstStyle/>
        <a:p>
          <a:endParaRPr lang="en-US"/>
        </a:p>
      </dgm:t>
    </dgm:pt>
    <dgm:pt modelId="{B96FB311-DDF2-4D4B-93E7-3C557E946AD0}" type="sibTrans" cxnId="{8E3A5CED-4888-427B-8C52-7E6AE9698537}">
      <dgm:prSet/>
      <dgm:spPr/>
      <dgm:t>
        <a:bodyPr/>
        <a:lstStyle/>
        <a:p>
          <a:endParaRPr lang="en-US"/>
        </a:p>
      </dgm:t>
    </dgm:pt>
    <dgm:pt modelId="{AA19D841-B39E-4A4F-BF2F-F1CC74FABDCE}">
      <dgm:prSet phldrT="[Text]" custT="1"/>
      <dgm:spPr>
        <a:solidFill>
          <a:schemeClr val="bg1">
            <a:lumMod val="95000"/>
            <a:alpha val="90000"/>
          </a:schemeClr>
        </a:solidFill>
        <a:ln w="9525">
          <a:solidFill>
            <a:schemeClr val="bg1">
              <a:lumMod val="85000"/>
              <a:alpha val="90000"/>
            </a:schemeClr>
          </a:solidFill>
        </a:ln>
      </dgm:spPr>
      <dgm:t>
        <a:bodyPr/>
        <a:lstStyle/>
        <a:p>
          <a:r>
            <a:rPr lang="en-US" sz="1800" dirty="0">
              <a:solidFill>
                <a:srgbClr val="20282F"/>
              </a:solidFill>
            </a:rPr>
            <a:t>Financial services </a:t>
          </a:r>
        </a:p>
      </dgm:t>
    </dgm:pt>
    <dgm:pt modelId="{6ED879B6-B014-4484-9B97-32BF98759631}" type="parTrans" cxnId="{23CDA731-1FF3-4461-BA4D-EF1841FD0399}">
      <dgm:prSet/>
      <dgm:spPr/>
      <dgm:t>
        <a:bodyPr/>
        <a:lstStyle/>
        <a:p>
          <a:endParaRPr lang="en-US"/>
        </a:p>
      </dgm:t>
    </dgm:pt>
    <dgm:pt modelId="{94520D42-ABD5-4D09-AA23-FD470644FCD0}" type="sibTrans" cxnId="{23CDA731-1FF3-4461-BA4D-EF1841FD0399}">
      <dgm:prSet/>
      <dgm:spPr/>
      <dgm:t>
        <a:bodyPr/>
        <a:lstStyle/>
        <a:p>
          <a:endParaRPr lang="en-US"/>
        </a:p>
      </dgm:t>
    </dgm:pt>
    <dgm:pt modelId="{E86CB2AB-63BD-4367-9F6A-51B59842D4DB}">
      <dgm:prSet phldrT="[Text]" custT="1"/>
      <dgm:spPr>
        <a:solidFill>
          <a:schemeClr val="bg1">
            <a:lumMod val="95000"/>
            <a:alpha val="90000"/>
          </a:schemeClr>
        </a:solidFill>
        <a:ln w="9525">
          <a:solidFill>
            <a:schemeClr val="bg1">
              <a:lumMod val="85000"/>
              <a:alpha val="90000"/>
            </a:schemeClr>
          </a:solidFill>
        </a:ln>
      </dgm:spPr>
      <dgm:t>
        <a:bodyPr/>
        <a:lstStyle/>
        <a:p>
          <a:r>
            <a:rPr lang="en-US" sz="1800" dirty="0">
              <a:solidFill>
                <a:srgbClr val="20282F"/>
              </a:solidFill>
            </a:rPr>
            <a:t>Broadcasting</a:t>
          </a:r>
        </a:p>
      </dgm:t>
    </dgm:pt>
    <dgm:pt modelId="{6AF1DC73-49E4-4C60-8833-4237ABAE0E20}" type="parTrans" cxnId="{6436D35D-0493-4673-A11F-4033E8667135}">
      <dgm:prSet/>
      <dgm:spPr/>
      <dgm:t>
        <a:bodyPr/>
        <a:lstStyle/>
        <a:p>
          <a:endParaRPr lang="en-US"/>
        </a:p>
      </dgm:t>
    </dgm:pt>
    <dgm:pt modelId="{38D744E2-3141-4010-B396-1E4A74DD3954}" type="sibTrans" cxnId="{6436D35D-0493-4673-A11F-4033E8667135}">
      <dgm:prSet/>
      <dgm:spPr/>
      <dgm:t>
        <a:bodyPr/>
        <a:lstStyle/>
        <a:p>
          <a:endParaRPr lang="en-US"/>
        </a:p>
      </dgm:t>
    </dgm:pt>
    <dgm:pt modelId="{D10FC624-0F76-488E-A302-17F19E716FAE}">
      <dgm:prSet phldrT="[Text]" custT="1"/>
      <dgm:spPr/>
      <dgm:t>
        <a:bodyPr/>
        <a:lstStyle/>
        <a:p>
          <a:r>
            <a:rPr lang="en-US" sz="2000" dirty="0"/>
            <a:t>Clock types </a:t>
          </a:r>
        </a:p>
      </dgm:t>
    </dgm:pt>
    <dgm:pt modelId="{A2835BAF-8121-4A6E-B095-F23C818F4AFF}" type="parTrans" cxnId="{89A9C972-8281-4223-85EC-20FF21BDC6D8}">
      <dgm:prSet/>
      <dgm:spPr/>
      <dgm:t>
        <a:bodyPr/>
        <a:lstStyle/>
        <a:p>
          <a:endParaRPr lang="en-US"/>
        </a:p>
      </dgm:t>
    </dgm:pt>
    <dgm:pt modelId="{2DAA570A-1BE9-4F0A-86FC-D48BD8D8965B}" type="sibTrans" cxnId="{89A9C972-8281-4223-85EC-20FF21BDC6D8}">
      <dgm:prSet/>
      <dgm:spPr/>
      <dgm:t>
        <a:bodyPr/>
        <a:lstStyle/>
        <a:p>
          <a:endParaRPr lang="en-US"/>
        </a:p>
      </dgm:t>
    </dgm:pt>
    <dgm:pt modelId="{0C072352-D44E-46A2-B3DD-6473DA9C43AC}">
      <dgm:prSet phldrT="[Text]" custT="1"/>
      <dgm:spPr>
        <a:solidFill>
          <a:schemeClr val="bg1">
            <a:lumMod val="95000"/>
            <a:alpha val="90000"/>
          </a:schemeClr>
        </a:solidFill>
        <a:ln w="9525">
          <a:solidFill>
            <a:schemeClr val="bg1">
              <a:lumMod val="85000"/>
              <a:alpha val="90000"/>
            </a:schemeClr>
          </a:solidFill>
        </a:ln>
      </dgm:spPr>
      <dgm:t>
        <a:bodyPr/>
        <a:lstStyle/>
        <a:p>
          <a:r>
            <a:rPr lang="en-US" sz="1800" dirty="0">
              <a:solidFill>
                <a:srgbClr val="20282F"/>
              </a:solidFill>
            </a:rPr>
            <a:t>Grandmaster clock</a:t>
          </a:r>
        </a:p>
      </dgm:t>
    </dgm:pt>
    <dgm:pt modelId="{C125247A-6B0C-4A13-8A60-6761582F2BBF}" type="parTrans" cxnId="{3FF26860-A369-4F64-8169-110EC033E797}">
      <dgm:prSet/>
      <dgm:spPr/>
      <dgm:t>
        <a:bodyPr/>
        <a:lstStyle/>
        <a:p>
          <a:endParaRPr lang="en-US"/>
        </a:p>
      </dgm:t>
    </dgm:pt>
    <dgm:pt modelId="{6E4CB265-F929-4602-BC52-4390882F4813}" type="sibTrans" cxnId="{3FF26860-A369-4F64-8169-110EC033E797}">
      <dgm:prSet/>
      <dgm:spPr/>
      <dgm:t>
        <a:bodyPr/>
        <a:lstStyle/>
        <a:p>
          <a:endParaRPr lang="en-US"/>
        </a:p>
      </dgm:t>
    </dgm:pt>
    <dgm:pt modelId="{672A4214-9890-42E1-95DC-CFA868442314}">
      <dgm:prSet phldrT="[Text]" custT="1"/>
      <dgm:spPr>
        <a:solidFill>
          <a:schemeClr val="bg1">
            <a:lumMod val="95000"/>
            <a:alpha val="90000"/>
          </a:schemeClr>
        </a:solidFill>
        <a:ln w="9525">
          <a:solidFill>
            <a:schemeClr val="bg1">
              <a:lumMod val="85000"/>
              <a:alpha val="90000"/>
            </a:schemeClr>
          </a:solidFill>
        </a:ln>
      </dgm:spPr>
      <dgm:t>
        <a:bodyPr/>
        <a:lstStyle/>
        <a:p>
          <a:r>
            <a:rPr lang="en-US" sz="1800" dirty="0">
              <a:solidFill>
                <a:srgbClr val="20282F"/>
              </a:solidFill>
            </a:rPr>
            <a:t>Boundary clock </a:t>
          </a:r>
        </a:p>
      </dgm:t>
    </dgm:pt>
    <dgm:pt modelId="{662D5E2C-7DC7-47A1-B758-C92D039212EC}" type="parTrans" cxnId="{A1547302-50C7-493F-8CAC-B2C9CAD072AE}">
      <dgm:prSet/>
      <dgm:spPr/>
      <dgm:t>
        <a:bodyPr/>
        <a:lstStyle/>
        <a:p>
          <a:endParaRPr lang="en-US"/>
        </a:p>
      </dgm:t>
    </dgm:pt>
    <dgm:pt modelId="{47C93994-E22F-4E4F-B3B8-3253C68DAE11}" type="sibTrans" cxnId="{A1547302-50C7-493F-8CAC-B2C9CAD072AE}">
      <dgm:prSet/>
      <dgm:spPr/>
      <dgm:t>
        <a:bodyPr/>
        <a:lstStyle/>
        <a:p>
          <a:endParaRPr lang="en-US"/>
        </a:p>
      </dgm:t>
    </dgm:pt>
    <dgm:pt modelId="{8A1C2C12-9982-4D64-ACFE-501FE677D3A0}">
      <dgm:prSet phldrT="[Text]" custT="1"/>
      <dgm:spPr>
        <a:solidFill>
          <a:schemeClr val="bg1">
            <a:lumMod val="95000"/>
            <a:alpha val="90000"/>
          </a:schemeClr>
        </a:solidFill>
        <a:ln w="9525">
          <a:solidFill>
            <a:schemeClr val="bg1">
              <a:lumMod val="85000"/>
              <a:alpha val="90000"/>
            </a:schemeClr>
          </a:solidFill>
        </a:ln>
      </dgm:spPr>
      <dgm:t>
        <a:bodyPr/>
        <a:lstStyle/>
        <a:p>
          <a:r>
            <a:rPr lang="en-US" sz="1800" dirty="0">
              <a:solidFill>
                <a:srgbClr val="20282F"/>
              </a:solidFill>
            </a:rPr>
            <a:t>Ordinary clock</a:t>
          </a:r>
        </a:p>
      </dgm:t>
    </dgm:pt>
    <dgm:pt modelId="{21D21C88-6772-4F22-B71F-77383BAB9F0D}" type="parTrans" cxnId="{1B2B34A8-9DDF-43F1-9D4F-9A9238501745}">
      <dgm:prSet/>
      <dgm:spPr/>
      <dgm:t>
        <a:bodyPr/>
        <a:lstStyle/>
        <a:p>
          <a:endParaRPr lang="en-US"/>
        </a:p>
      </dgm:t>
    </dgm:pt>
    <dgm:pt modelId="{EC5806E7-9EF8-4202-8AF4-027BFE4F5F93}" type="sibTrans" cxnId="{1B2B34A8-9DDF-43F1-9D4F-9A9238501745}">
      <dgm:prSet/>
      <dgm:spPr/>
      <dgm:t>
        <a:bodyPr/>
        <a:lstStyle/>
        <a:p>
          <a:endParaRPr lang="en-US"/>
        </a:p>
      </dgm:t>
    </dgm:pt>
    <dgm:pt modelId="{F7C2C791-FAF8-4B7A-8B90-541F7D4437B9}">
      <dgm:prSet phldrT="[Text]" custT="1"/>
      <dgm:spPr/>
      <dgm:t>
        <a:bodyPr/>
        <a:lstStyle/>
        <a:p>
          <a:r>
            <a:rPr lang="en-US" sz="2000" dirty="0"/>
            <a:t>Roles </a:t>
          </a:r>
        </a:p>
      </dgm:t>
    </dgm:pt>
    <dgm:pt modelId="{7EFDAD81-43AB-40D0-9501-E0FEDD598E87}" type="parTrans" cxnId="{5FA9600E-FBA5-4FF1-9B1B-2E153322DF79}">
      <dgm:prSet/>
      <dgm:spPr/>
      <dgm:t>
        <a:bodyPr/>
        <a:lstStyle/>
        <a:p>
          <a:endParaRPr lang="en-US"/>
        </a:p>
      </dgm:t>
    </dgm:pt>
    <dgm:pt modelId="{59A98A30-BEEA-4E59-8E33-0D6B2B7C1ECE}" type="sibTrans" cxnId="{5FA9600E-FBA5-4FF1-9B1B-2E153322DF79}">
      <dgm:prSet/>
      <dgm:spPr/>
      <dgm:t>
        <a:bodyPr/>
        <a:lstStyle/>
        <a:p>
          <a:endParaRPr lang="en-US"/>
        </a:p>
      </dgm:t>
    </dgm:pt>
    <dgm:pt modelId="{8BB5B660-11DE-43E2-9CF3-FAD2CB43E4BA}">
      <dgm:prSet phldrT="[Text]" custT="1"/>
      <dgm:spPr>
        <a:solidFill>
          <a:schemeClr val="bg1">
            <a:lumMod val="95000"/>
            <a:alpha val="90000"/>
          </a:schemeClr>
        </a:solidFill>
        <a:ln w="9525">
          <a:solidFill>
            <a:schemeClr val="bg1">
              <a:lumMod val="85000"/>
              <a:alpha val="90000"/>
            </a:schemeClr>
          </a:solidFill>
        </a:ln>
      </dgm:spPr>
      <dgm:t>
        <a:bodyPr/>
        <a:lstStyle/>
        <a:p>
          <a:r>
            <a:rPr lang="en-US" sz="1800" dirty="0">
              <a:solidFill>
                <a:srgbClr val="20282F"/>
              </a:solidFill>
            </a:rPr>
            <a:t>TimeTransmitter </a:t>
          </a:r>
        </a:p>
      </dgm:t>
    </dgm:pt>
    <dgm:pt modelId="{C4D48BB2-63F5-4E5B-90D6-37D5A690B387}" type="parTrans" cxnId="{C3B405D0-561B-498D-92AB-4AEE6012450E}">
      <dgm:prSet/>
      <dgm:spPr/>
      <dgm:t>
        <a:bodyPr/>
        <a:lstStyle/>
        <a:p>
          <a:endParaRPr lang="en-US"/>
        </a:p>
      </dgm:t>
    </dgm:pt>
    <dgm:pt modelId="{0E8EFBC5-1C5D-43F3-A137-3BEA314FEFC2}" type="sibTrans" cxnId="{C3B405D0-561B-498D-92AB-4AEE6012450E}">
      <dgm:prSet/>
      <dgm:spPr/>
      <dgm:t>
        <a:bodyPr/>
        <a:lstStyle/>
        <a:p>
          <a:endParaRPr lang="en-US"/>
        </a:p>
      </dgm:t>
    </dgm:pt>
    <dgm:pt modelId="{0343F900-A449-4B43-B5D7-82128F82111C}">
      <dgm:prSet phldrT="[Text]" custT="1"/>
      <dgm:spPr>
        <a:solidFill>
          <a:schemeClr val="bg1">
            <a:lumMod val="95000"/>
            <a:alpha val="90000"/>
          </a:schemeClr>
        </a:solidFill>
        <a:ln w="9525">
          <a:solidFill>
            <a:schemeClr val="bg1">
              <a:lumMod val="85000"/>
              <a:alpha val="90000"/>
            </a:schemeClr>
          </a:solidFill>
        </a:ln>
      </dgm:spPr>
      <dgm:t>
        <a:bodyPr/>
        <a:lstStyle/>
        <a:p>
          <a:r>
            <a:rPr lang="en-US" sz="1800" dirty="0">
              <a:solidFill>
                <a:srgbClr val="20282F"/>
              </a:solidFill>
            </a:rPr>
            <a:t>TimeReceiver</a:t>
          </a:r>
        </a:p>
      </dgm:t>
    </dgm:pt>
    <dgm:pt modelId="{003B498B-9159-45B4-9F81-9E06736BE8B2}" type="parTrans" cxnId="{846DE09C-52AB-4393-8758-E3A2256F3A28}">
      <dgm:prSet/>
      <dgm:spPr/>
      <dgm:t>
        <a:bodyPr/>
        <a:lstStyle/>
        <a:p>
          <a:endParaRPr lang="en-US"/>
        </a:p>
      </dgm:t>
    </dgm:pt>
    <dgm:pt modelId="{4773F515-DA09-487D-8559-E35788C6C5E1}" type="sibTrans" cxnId="{846DE09C-52AB-4393-8758-E3A2256F3A28}">
      <dgm:prSet/>
      <dgm:spPr/>
      <dgm:t>
        <a:bodyPr/>
        <a:lstStyle/>
        <a:p>
          <a:endParaRPr lang="en-US"/>
        </a:p>
      </dgm:t>
    </dgm:pt>
    <dgm:pt modelId="{109C98B2-9DBE-4ED1-83B2-31CFCC2A9779}">
      <dgm:prSet phldrT="[Text]" custT="1"/>
      <dgm:spPr>
        <a:solidFill>
          <a:schemeClr val="bg1">
            <a:lumMod val="95000"/>
            <a:alpha val="90000"/>
          </a:schemeClr>
        </a:solidFill>
        <a:ln w="9525">
          <a:solidFill>
            <a:schemeClr val="bg1">
              <a:lumMod val="85000"/>
              <a:alpha val="90000"/>
            </a:schemeClr>
          </a:solidFill>
        </a:ln>
      </dgm:spPr>
      <dgm:t>
        <a:bodyPr/>
        <a:lstStyle/>
        <a:p>
          <a:r>
            <a:rPr lang="en-US" sz="1800" dirty="0">
              <a:solidFill>
                <a:srgbClr val="20282F"/>
              </a:solidFill>
            </a:rPr>
            <a:t>Grandmaster</a:t>
          </a:r>
        </a:p>
      </dgm:t>
    </dgm:pt>
    <dgm:pt modelId="{B75AAB53-AD3E-42EC-97AF-F429A56DAD90}" type="parTrans" cxnId="{7BC86E5D-8168-4616-A5CF-0C4746F61B5E}">
      <dgm:prSet/>
      <dgm:spPr/>
      <dgm:t>
        <a:bodyPr/>
        <a:lstStyle/>
        <a:p>
          <a:endParaRPr lang="en-US"/>
        </a:p>
      </dgm:t>
    </dgm:pt>
    <dgm:pt modelId="{2FDB28D2-94DE-45B1-A6C3-F3EC7AD8B155}" type="sibTrans" cxnId="{7BC86E5D-8168-4616-A5CF-0C4746F61B5E}">
      <dgm:prSet/>
      <dgm:spPr/>
      <dgm:t>
        <a:bodyPr/>
        <a:lstStyle/>
        <a:p>
          <a:endParaRPr lang="en-US"/>
        </a:p>
      </dgm:t>
    </dgm:pt>
    <dgm:pt modelId="{CECE7B69-08C0-4AEB-9242-1B1878B73597}">
      <dgm:prSet phldrT="[Text]" custT="1"/>
      <dgm:spPr>
        <a:solidFill>
          <a:schemeClr val="bg1">
            <a:lumMod val="95000"/>
            <a:alpha val="90000"/>
          </a:schemeClr>
        </a:solidFill>
        <a:ln w="9525">
          <a:solidFill>
            <a:schemeClr val="bg1">
              <a:lumMod val="85000"/>
              <a:alpha val="90000"/>
            </a:schemeClr>
          </a:solidFill>
        </a:ln>
      </dgm:spPr>
      <dgm:t>
        <a:bodyPr/>
        <a:lstStyle/>
        <a:p>
          <a:r>
            <a:rPr lang="en-US" sz="1800" dirty="0">
              <a:solidFill>
                <a:srgbClr val="20282F"/>
              </a:solidFill>
            </a:rPr>
            <a:t>Boundary</a:t>
          </a:r>
        </a:p>
      </dgm:t>
    </dgm:pt>
    <dgm:pt modelId="{3F59DEAB-62DA-4E5F-8B5C-BB04970B96CC}" type="parTrans" cxnId="{4515B969-746F-4441-837F-6ADEF97E6355}">
      <dgm:prSet/>
      <dgm:spPr/>
      <dgm:t>
        <a:bodyPr/>
        <a:lstStyle/>
        <a:p>
          <a:endParaRPr lang="en-US"/>
        </a:p>
      </dgm:t>
    </dgm:pt>
    <dgm:pt modelId="{4347ECD1-22B5-40AE-923C-E92773BA1690}" type="sibTrans" cxnId="{4515B969-746F-4441-837F-6ADEF97E6355}">
      <dgm:prSet/>
      <dgm:spPr/>
      <dgm:t>
        <a:bodyPr/>
        <a:lstStyle/>
        <a:p>
          <a:endParaRPr lang="en-US"/>
        </a:p>
      </dgm:t>
    </dgm:pt>
    <dgm:pt modelId="{9E103E09-C4D1-F94A-A730-2FA4DA071DA0}" type="pres">
      <dgm:prSet presAssocID="{A836947B-8C65-41AB-8E07-9C4B39983A35}" presName="Name0" presStyleCnt="0">
        <dgm:presLayoutVars>
          <dgm:dir/>
          <dgm:animLvl val="lvl"/>
          <dgm:resizeHandles val="exact"/>
        </dgm:presLayoutVars>
      </dgm:prSet>
      <dgm:spPr/>
    </dgm:pt>
    <dgm:pt modelId="{06672B16-F3B7-6640-B2B9-8C0C9ED8EC65}" type="pres">
      <dgm:prSet presAssocID="{4DB74BF5-442A-4D70-B21D-C6E39DDFED2E}" presName="composite" presStyleCnt="0"/>
      <dgm:spPr/>
    </dgm:pt>
    <dgm:pt modelId="{DB34094D-1617-F743-9A23-E25E460DB2FD}" type="pres">
      <dgm:prSet presAssocID="{4DB74BF5-442A-4D70-B21D-C6E39DDFED2E}" presName="parTx" presStyleLbl="alignNode1" presStyleIdx="0" presStyleCnt="3">
        <dgm:presLayoutVars>
          <dgm:chMax val="0"/>
          <dgm:chPref val="0"/>
          <dgm:bulletEnabled val="1"/>
        </dgm:presLayoutVars>
      </dgm:prSet>
      <dgm:spPr/>
    </dgm:pt>
    <dgm:pt modelId="{EB158464-5247-9B4F-8613-4259E367A54B}" type="pres">
      <dgm:prSet presAssocID="{4DB74BF5-442A-4D70-B21D-C6E39DDFED2E}" presName="desTx" presStyleLbl="alignAccFollowNode1" presStyleIdx="0" presStyleCnt="3">
        <dgm:presLayoutVars>
          <dgm:bulletEnabled val="1"/>
        </dgm:presLayoutVars>
      </dgm:prSet>
      <dgm:spPr/>
    </dgm:pt>
    <dgm:pt modelId="{F195AA0F-FBD9-3C42-B70D-236C18A08C75}" type="pres">
      <dgm:prSet presAssocID="{0E68C828-80C4-4191-A3FF-2BC05993CFA5}" presName="space" presStyleCnt="0"/>
      <dgm:spPr/>
    </dgm:pt>
    <dgm:pt modelId="{66D4F058-CFBB-554E-82B3-72C5847E3D12}" type="pres">
      <dgm:prSet presAssocID="{D10FC624-0F76-488E-A302-17F19E716FAE}" presName="composite" presStyleCnt="0"/>
      <dgm:spPr/>
    </dgm:pt>
    <dgm:pt modelId="{213A2E1E-7DF9-7A4C-A6E1-4964827C0A44}" type="pres">
      <dgm:prSet presAssocID="{D10FC624-0F76-488E-A302-17F19E716FAE}" presName="parTx" presStyleLbl="alignNode1" presStyleIdx="1" presStyleCnt="3">
        <dgm:presLayoutVars>
          <dgm:chMax val="0"/>
          <dgm:chPref val="0"/>
          <dgm:bulletEnabled val="1"/>
        </dgm:presLayoutVars>
      </dgm:prSet>
      <dgm:spPr/>
    </dgm:pt>
    <dgm:pt modelId="{F1DAB7F3-A301-7F45-A0AE-5A711151599D}" type="pres">
      <dgm:prSet presAssocID="{D10FC624-0F76-488E-A302-17F19E716FAE}" presName="desTx" presStyleLbl="alignAccFollowNode1" presStyleIdx="1" presStyleCnt="3">
        <dgm:presLayoutVars>
          <dgm:bulletEnabled val="1"/>
        </dgm:presLayoutVars>
      </dgm:prSet>
      <dgm:spPr/>
    </dgm:pt>
    <dgm:pt modelId="{F0A59752-1CB5-2D41-83A3-341BDD1B1294}" type="pres">
      <dgm:prSet presAssocID="{2DAA570A-1BE9-4F0A-86FC-D48BD8D8965B}" presName="space" presStyleCnt="0"/>
      <dgm:spPr/>
    </dgm:pt>
    <dgm:pt modelId="{81E88925-697E-E246-A4F7-375D8A9DA367}" type="pres">
      <dgm:prSet presAssocID="{F7C2C791-FAF8-4B7A-8B90-541F7D4437B9}" presName="composite" presStyleCnt="0"/>
      <dgm:spPr/>
    </dgm:pt>
    <dgm:pt modelId="{4E905CDF-DA64-934C-A152-B4236AFB34C1}" type="pres">
      <dgm:prSet presAssocID="{F7C2C791-FAF8-4B7A-8B90-541F7D4437B9}" presName="parTx" presStyleLbl="alignNode1" presStyleIdx="2" presStyleCnt="3">
        <dgm:presLayoutVars>
          <dgm:chMax val="0"/>
          <dgm:chPref val="0"/>
          <dgm:bulletEnabled val="1"/>
        </dgm:presLayoutVars>
      </dgm:prSet>
      <dgm:spPr/>
    </dgm:pt>
    <dgm:pt modelId="{7E49EB6D-748E-414A-A79A-F43756D5CD2B}" type="pres">
      <dgm:prSet presAssocID="{F7C2C791-FAF8-4B7A-8B90-541F7D4437B9}" presName="desTx" presStyleLbl="alignAccFollowNode1" presStyleIdx="2" presStyleCnt="3">
        <dgm:presLayoutVars>
          <dgm:bulletEnabled val="1"/>
        </dgm:presLayoutVars>
      </dgm:prSet>
      <dgm:spPr/>
    </dgm:pt>
  </dgm:ptLst>
  <dgm:cxnLst>
    <dgm:cxn modelId="{A1547302-50C7-493F-8CAC-B2C9CAD072AE}" srcId="{D10FC624-0F76-488E-A302-17F19E716FAE}" destId="{672A4214-9890-42E1-95DC-CFA868442314}" srcOrd="1" destOrd="0" parTransId="{662D5E2C-7DC7-47A1-B758-C92D039212EC}" sibTransId="{47C93994-E22F-4E4F-B3B8-3253C68DAE11}"/>
    <dgm:cxn modelId="{F83C0B0A-4C1B-D04E-B1A7-01CE75B2F511}" type="presOf" srcId="{BDA02B2D-D761-4C15-9DA5-9E1E33855BD4}" destId="{EB158464-5247-9B4F-8613-4259E367A54B}" srcOrd="0" destOrd="0" presId="urn:microsoft.com/office/officeart/2005/8/layout/hList1"/>
    <dgm:cxn modelId="{5FA9600E-FBA5-4FF1-9B1B-2E153322DF79}" srcId="{A836947B-8C65-41AB-8E07-9C4B39983A35}" destId="{F7C2C791-FAF8-4B7A-8B90-541F7D4437B9}" srcOrd="2" destOrd="0" parTransId="{7EFDAD81-43AB-40D0-9501-E0FEDD598E87}" sibTransId="{59A98A30-BEEA-4E59-8E33-0D6B2B7C1ECE}"/>
    <dgm:cxn modelId="{97A0392D-F5AE-4D39-9790-02E205CA6557}" srcId="{A836947B-8C65-41AB-8E07-9C4B39983A35}" destId="{4DB74BF5-442A-4D70-B21D-C6E39DDFED2E}" srcOrd="0" destOrd="0" parTransId="{B92E03FF-9643-4753-8207-98961CD88EFE}" sibTransId="{0E68C828-80C4-4191-A3FF-2BC05993CFA5}"/>
    <dgm:cxn modelId="{23CDA731-1FF3-4461-BA4D-EF1841FD0399}" srcId="{4DB74BF5-442A-4D70-B21D-C6E39DDFED2E}" destId="{AA19D841-B39E-4A4F-BF2F-F1CC74FABDCE}" srcOrd="3" destOrd="0" parTransId="{6ED879B6-B014-4484-9B97-32BF98759631}" sibTransId="{94520D42-ABD5-4D09-AA23-FD470644FCD0}"/>
    <dgm:cxn modelId="{64A7E035-79FA-BB40-A93F-B882F89DEA0F}" type="presOf" srcId="{F54B5C4A-B498-4733-B65D-8849DCA171FF}" destId="{EB158464-5247-9B4F-8613-4259E367A54B}" srcOrd="0" destOrd="2" presId="urn:microsoft.com/office/officeart/2005/8/layout/hList1"/>
    <dgm:cxn modelId="{D1F8EB3F-CA9E-B24C-99BC-5A599DBB4CC3}" type="presOf" srcId="{A836947B-8C65-41AB-8E07-9C4B39983A35}" destId="{9E103E09-C4D1-F94A-A730-2FA4DA071DA0}" srcOrd="0" destOrd="0" presId="urn:microsoft.com/office/officeart/2005/8/layout/hList1"/>
    <dgm:cxn modelId="{7BC86E5D-8168-4616-A5CF-0C4746F61B5E}" srcId="{F7C2C791-FAF8-4B7A-8B90-541F7D4437B9}" destId="{109C98B2-9DBE-4ED1-83B2-31CFCC2A9779}" srcOrd="2" destOrd="0" parTransId="{B75AAB53-AD3E-42EC-97AF-F429A56DAD90}" sibTransId="{2FDB28D2-94DE-45B1-A6C3-F3EC7AD8B155}"/>
    <dgm:cxn modelId="{6436D35D-0493-4673-A11F-4033E8667135}" srcId="{4DB74BF5-442A-4D70-B21D-C6E39DDFED2E}" destId="{E86CB2AB-63BD-4367-9F6A-51B59842D4DB}" srcOrd="4" destOrd="0" parTransId="{6AF1DC73-49E4-4C60-8833-4237ABAE0E20}" sibTransId="{38D744E2-3141-4010-B396-1E4A74DD3954}"/>
    <dgm:cxn modelId="{3FF26860-A369-4F64-8169-110EC033E797}" srcId="{D10FC624-0F76-488E-A302-17F19E716FAE}" destId="{0C072352-D44E-46A2-B3DD-6473DA9C43AC}" srcOrd="0" destOrd="0" parTransId="{C125247A-6B0C-4A13-8A60-6761582F2BBF}" sibTransId="{6E4CB265-F929-4602-BC52-4390882F4813}"/>
    <dgm:cxn modelId="{B7446A45-3CA6-5946-A366-22AC599264A2}" type="presOf" srcId="{8BB5B660-11DE-43E2-9CF3-FAD2CB43E4BA}" destId="{7E49EB6D-748E-414A-A79A-F43756D5CD2B}" srcOrd="0" destOrd="0" presId="urn:microsoft.com/office/officeart/2005/8/layout/hList1"/>
    <dgm:cxn modelId="{4515B969-746F-4441-837F-6ADEF97E6355}" srcId="{F7C2C791-FAF8-4B7A-8B90-541F7D4437B9}" destId="{CECE7B69-08C0-4AEB-9242-1B1878B73597}" srcOrd="3" destOrd="0" parTransId="{3F59DEAB-62DA-4E5F-8B5C-BB04970B96CC}" sibTransId="{4347ECD1-22B5-40AE-923C-E92773BA1690}"/>
    <dgm:cxn modelId="{3B2EAC50-BF8E-6E48-BA37-53A233064A48}" type="presOf" srcId="{0343F900-A449-4B43-B5D7-82128F82111C}" destId="{7E49EB6D-748E-414A-A79A-F43756D5CD2B}" srcOrd="0" destOrd="1" presId="urn:microsoft.com/office/officeart/2005/8/layout/hList1"/>
    <dgm:cxn modelId="{4AC06D72-AF42-8C49-9DBF-DFB17D573284}" type="presOf" srcId="{4DB74BF5-442A-4D70-B21D-C6E39DDFED2E}" destId="{DB34094D-1617-F743-9A23-E25E460DB2FD}" srcOrd="0" destOrd="0" presId="urn:microsoft.com/office/officeart/2005/8/layout/hList1"/>
    <dgm:cxn modelId="{89A9C972-8281-4223-85EC-20FF21BDC6D8}" srcId="{A836947B-8C65-41AB-8E07-9C4B39983A35}" destId="{D10FC624-0F76-488E-A302-17F19E716FAE}" srcOrd="1" destOrd="0" parTransId="{A2835BAF-8121-4A6E-B095-F23C818F4AFF}" sibTransId="{2DAA570A-1BE9-4F0A-86FC-D48BD8D8965B}"/>
    <dgm:cxn modelId="{BF7B1290-213C-494B-A035-38E9F4C6D957}" type="presOf" srcId="{F7C2C791-FAF8-4B7A-8B90-541F7D4437B9}" destId="{4E905CDF-DA64-934C-A152-B4236AFB34C1}" srcOrd="0" destOrd="0" presId="urn:microsoft.com/office/officeart/2005/8/layout/hList1"/>
    <dgm:cxn modelId="{3FFFAA95-41C9-064C-A9ED-33196E5E951F}" type="presOf" srcId="{E86CB2AB-63BD-4367-9F6A-51B59842D4DB}" destId="{EB158464-5247-9B4F-8613-4259E367A54B}" srcOrd="0" destOrd="4" presId="urn:microsoft.com/office/officeart/2005/8/layout/hList1"/>
    <dgm:cxn modelId="{9CA2D198-9246-FF41-BBE1-DA75AB720DEA}" type="presOf" srcId="{0C072352-D44E-46A2-B3DD-6473DA9C43AC}" destId="{F1DAB7F3-A301-7F45-A0AE-5A711151599D}" srcOrd="0" destOrd="0" presId="urn:microsoft.com/office/officeart/2005/8/layout/hList1"/>
    <dgm:cxn modelId="{846DE09C-52AB-4393-8758-E3A2256F3A28}" srcId="{F7C2C791-FAF8-4B7A-8B90-541F7D4437B9}" destId="{0343F900-A449-4B43-B5D7-82128F82111C}" srcOrd="1" destOrd="0" parTransId="{003B498B-9159-45B4-9F81-9E06736BE8B2}" sibTransId="{4773F515-DA09-487D-8559-E35788C6C5E1}"/>
    <dgm:cxn modelId="{CD1A70A1-073B-0A49-84BA-F326BBBA1F6D}" type="presOf" srcId="{D10FC624-0F76-488E-A302-17F19E716FAE}" destId="{213A2E1E-7DF9-7A4C-A6E1-4964827C0A44}" srcOrd="0" destOrd="0" presId="urn:microsoft.com/office/officeart/2005/8/layout/hList1"/>
    <dgm:cxn modelId="{1B2B34A8-9DDF-43F1-9D4F-9A9238501745}" srcId="{D10FC624-0F76-488E-A302-17F19E716FAE}" destId="{8A1C2C12-9982-4D64-ACFE-501FE677D3A0}" srcOrd="2" destOrd="0" parTransId="{21D21C88-6772-4F22-B71F-77383BAB9F0D}" sibTransId="{EC5806E7-9EF8-4202-8AF4-027BFE4F5F93}"/>
    <dgm:cxn modelId="{189E3DAA-7F53-B84F-AC40-2A12A00C9F87}" type="presOf" srcId="{47E08189-BE2D-4E4F-9F64-C1DF0DD653E9}" destId="{EB158464-5247-9B4F-8613-4259E367A54B}" srcOrd="0" destOrd="1" presId="urn:microsoft.com/office/officeart/2005/8/layout/hList1"/>
    <dgm:cxn modelId="{C3B405D0-561B-498D-92AB-4AEE6012450E}" srcId="{F7C2C791-FAF8-4B7A-8B90-541F7D4437B9}" destId="{8BB5B660-11DE-43E2-9CF3-FAD2CB43E4BA}" srcOrd="0" destOrd="0" parTransId="{C4D48BB2-63F5-4E5B-90D6-37D5A690B387}" sibTransId="{0E8EFBC5-1C5D-43F3-A137-3BEA314FEFC2}"/>
    <dgm:cxn modelId="{D746D0D2-77B8-6242-A49D-0D8B8BD4BF09}" type="presOf" srcId="{8A1C2C12-9982-4D64-ACFE-501FE677D3A0}" destId="{F1DAB7F3-A301-7F45-A0AE-5A711151599D}" srcOrd="0" destOrd="2" presId="urn:microsoft.com/office/officeart/2005/8/layout/hList1"/>
    <dgm:cxn modelId="{5D1F1EDD-3C5D-C24C-9941-A7E6545CAEFF}" type="presOf" srcId="{672A4214-9890-42E1-95DC-CFA868442314}" destId="{F1DAB7F3-A301-7F45-A0AE-5A711151599D}" srcOrd="0" destOrd="1" presId="urn:microsoft.com/office/officeart/2005/8/layout/hList1"/>
    <dgm:cxn modelId="{5D7A27E4-EAFD-4781-BAC6-C5D16435670A}" srcId="{4DB74BF5-442A-4D70-B21D-C6E39DDFED2E}" destId="{47E08189-BE2D-4E4F-9F64-C1DF0DD653E9}" srcOrd="1" destOrd="0" parTransId="{44D087E2-A792-4AEC-9B62-0DE1D1875D3E}" sibTransId="{CD5DAA89-E8CB-489E-8873-32B71F0522C2}"/>
    <dgm:cxn modelId="{B38B21E8-C11B-47CC-9D35-40FCBBA26C97}" srcId="{4DB74BF5-442A-4D70-B21D-C6E39DDFED2E}" destId="{BDA02B2D-D761-4C15-9DA5-9E1E33855BD4}" srcOrd="0" destOrd="0" parTransId="{0BA817AB-C3A9-4D0F-AEF2-226146486B0F}" sibTransId="{13941C71-42A3-4AB0-AC13-4FF9DC17C9BD}"/>
    <dgm:cxn modelId="{8E3A5CED-4888-427B-8C52-7E6AE9698537}" srcId="{4DB74BF5-442A-4D70-B21D-C6E39DDFED2E}" destId="{F54B5C4A-B498-4733-B65D-8849DCA171FF}" srcOrd="2" destOrd="0" parTransId="{A995AE0D-CC11-40D1-87A2-78C5704925DC}" sibTransId="{B96FB311-DDF2-4D4B-93E7-3C557E946AD0}"/>
    <dgm:cxn modelId="{F5AD14F8-94F3-B24B-BF01-50DC0C926A9B}" type="presOf" srcId="{109C98B2-9DBE-4ED1-83B2-31CFCC2A9779}" destId="{7E49EB6D-748E-414A-A79A-F43756D5CD2B}" srcOrd="0" destOrd="2" presId="urn:microsoft.com/office/officeart/2005/8/layout/hList1"/>
    <dgm:cxn modelId="{7D80A0FA-7FC5-D246-A3C5-3034B17F2A6E}" type="presOf" srcId="{CECE7B69-08C0-4AEB-9242-1B1878B73597}" destId="{7E49EB6D-748E-414A-A79A-F43756D5CD2B}" srcOrd="0" destOrd="3" presId="urn:microsoft.com/office/officeart/2005/8/layout/hList1"/>
    <dgm:cxn modelId="{C5CE03FD-C654-8545-B10D-FB77B1695203}" type="presOf" srcId="{AA19D841-B39E-4A4F-BF2F-F1CC74FABDCE}" destId="{EB158464-5247-9B4F-8613-4259E367A54B}" srcOrd="0" destOrd="3" presId="urn:microsoft.com/office/officeart/2005/8/layout/hList1"/>
    <dgm:cxn modelId="{39A97CBE-1375-CC48-A38D-010F3B813DC0}" type="presParOf" srcId="{9E103E09-C4D1-F94A-A730-2FA4DA071DA0}" destId="{06672B16-F3B7-6640-B2B9-8C0C9ED8EC65}" srcOrd="0" destOrd="0" presId="urn:microsoft.com/office/officeart/2005/8/layout/hList1"/>
    <dgm:cxn modelId="{7AFA62F9-F901-C44F-B96B-8675B6C9731F}" type="presParOf" srcId="{06672B16-F3B7-6640-B2B9-8C0C9ED8EC65}" destId="{DB34094D-1617-F743-9A23-E25E460DB2FD}" srcOrd="0" destOrd="0" presId="urn:microsoft.com/office/officeart/2005/8/layout/hList1"/>
    <dgm:cxn modelId="{EACE3AEE-D1EF-5B4B-A59C-07BFFED24C8B}" type="presParOf" srcId="{06672B16-F3B7-6640-B2B9-8C0C9ED8EC65}" destId="{EB158464-5247-9B4F-8613-4259E367A54B}" srcOrd="1" destOrd="0" presId="urn:microsoft.com/office/officeart/2005/8/layout/hList1"/>
    <dgm:cxn modelId="{2C106E8E-2EE2-5448-B60F-61899FFE8E09}" type="presParOf" srcId="{9E103E09-C4D1-F94A-A730-2FA4DA071DA0}" destId="{F195AA0F-FBD9-3C42-B70D-236C18A08C75}" srcOrd="1" destOrd="0" presId="urn:microsoft.com/office/officeart/2005/8/layout/hList1"/>
    <dgm:cxn modelId="{096E7B2A-BC10-5F4C-8ED6-6DF58818FE9F}" type="presParOf" srcId="{9E103E09-C4D1-F94A-A730-2FA4DA071DA0}" destId="{66D4F058-CFBB-554E-82B3-72C5847E3D12}" srcOrd="2" destOrd="0" presId="urn:microsoft.com/office/officeart/2005/8/layout/hList1"/>
    <dgm:cxn modelId="{69C84FFA-A117-FB46-BEEC-753E10708F63}" type="presParOf" srcId="{66D4F058-CFBB-554E-82B3-72C5847E3D12}" destId="{213A2E1E-7DF9-7A4C-A6E1-4964827C0A44}" srcOrd="0" destOrd="0" presId="urn:microsoft.com/office/officeart/2005/8/layout/hList1"/>
    <dgm:cxn modelId="{72AA8198-A64D-6842-9070-0FE362A48F55}" type="presParOf" srcId="{66D4F058-CFBB-554E-82B3-72C5847E3D12}" destId="{F1DAB7F3-A301-7F45-A0AE-5A711151599D}" srcOrd="1" destOrd="0" presId="urn:microsoft.com/office/officeart/2005/8/layout/hList1"/>
    <dgm:cxn modelId="{60CA3FA0-6ABB-A743-B546-F6ED4100B6FE}" type="presParOf" srcId="{9E103E09-C4D1-F94A-A730-2FA4DA071DA0}" destId="{F0A59752-1CB5-2D41-83A3-341BDD1B1294}" srcOrd="3" destOrd="0" presId="urn:microsoft.com/office/officeart/2005/8/layout/hList1"/>
    <dgm:cxn modelId="{65432535-EA09-D14F-B6D8-7CE0CC8882C8}" type="presParOf" srcId="{9E103E09-C4D1-F94A-A730-2FA4DA071DA0}" destId="{81E88925-697E-E246-A4F7-375D8A9DA367}" srcOrd="4" destOrd="0" presId="urn:microsoft.com/office/officeart/2005/8/layout/hList1"/>
    <dgm:cxn modelId="{74C79683-7105-9F4D-954D-744140F9D2A3}" type="presParOf" srcId="{81E88925-697E-E246-A4F7-375D8A9DA367}" destId="{4E905CDF-DA64-934C-A152-B4236AFB34C1}" srcOrd="0" destOrd="0" presId="urn:microsoft.com/office/officeart/2005/8/layout/hList1"/>
    <dgm:cxn modelId="{976A7AFD-6E92-F84B-8AED-2DD3208730F4}" type="presParOf" srcId="{81E88925-697E-E246-A4F7-375D8A9DA367}" destId="{7E49EB6D-748E-414A-A79A-F43756D5CD2B}"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8B4D04A-0B34-4FC4-8F5A-B8E802B70047}"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E7CC988C-6FDF-4DBD-B421-9E959A8C1C34}">
      <dgm:prSet phldrT="[Text]"/>
      <dgm:spPr/>
      <dgm:t>
        <a:bodyPr/>
        <a:lstStyle/>
        <a:p>
          <a:r>
            <a:rPr lang="en-US" dirty="0"/>
            <a:t>Purpose</a:t>
          </a:r>
        </a:p>
      </dgm:t>
    </dgm:pt>
    <dgm:pt modelId="{E6C406A3-9F5E-42CC-9A32-774F37B154C4}" type="parTrans" cxnId="{41CD5347-A217-4324-BD62-B1D5A94B9B23}">
      <dgm:prSet/>
      <dgm:spPr/>
      <dgm:t>
        <a:bodyPr/>
        <a:lstStyle/>
        <a:p>
          <a:endParaRPr lang="en-US"/>
        </a:p>
      </dgm:t>
    </dgm:pt>
    <dgm:pt modelId="{6C286A7C-C4DF-45F8-B6B9-BCFF6A0F5EB5}" type="sibTrans" cxnId="{41CD5347-A217-4324-BD62-B1D5A94B9B23}">
      <dgm:prSet/>
      <dgm:spPr/>
      <dgm:t>
        <a:bodyPr/>
        <a:lstStyle/>
        <a:p>
          <a:endParaRPr lang="en-US"/>
        </a:p>
      </dgm:t>
    </dgm:pt>
    <dgm:pt modelId="{8C49BBEF-A2FD-4A04-8FC4-7AD40A81C4F0}">
      <dgm:prSet phldrT="[Text]"/>
      <dgm:spPr/>
      <dgm:t>
        <a:bodyPr/>
        <a:lstStyle/>
        <a:p>
          <a:r>
            <a:rPr lang="en-US" dirty="0"/>
            <a:t>Foundation</a:t>
          </a:r>
        </a:p>
      </dgm:t>
    </dgm:pt>
    <dgm:pt modelId="{62101986-61A4-4D25-80F5-A29202E6759F}" type="parTrans" cxnId="{08FD3442-2E0B-49DF-B168-3E20EAE52CF9}">
      <dgm:prSet/>
      <dgm:spPr/>
      <dgm:t>
        <a:bodyPr/>
        <a:lstStyle/>
        <a:p>
          <a:endParaRPr lang="en-US"/>
        </a:p>
      </dgm:t>
    </dgm:pt>
    <dgm:pt modelId="{ED1611D3-263D-44AB-BB7A-E2B988EE14E7}" type="sibTrans" cxnId="{08FD3442-2E0B-49DF-B168-3E20EAE52CF9}">
      <dgm:prSet/>
      <dgm:spPr/>
      <dgm:t>
        <a:bodyPr/>
        <a:lstStyle/>
        <a:p>
          <a:endParaRPr lang="en-US"/>
        </a:p>
      </dgm:t>
    </dgm:pt>
    <dgm:pt modelId="{F4A06CAD-47A3-435D-B3BB-BE18795946ED}">
      <dgm:prSet phldrT="[Text]" custT="1"/>
      <dgm:spPr>
        <a:solidFill>
          <a:schemeClr val="bg1">
            <a:lumMod val="95000"/>
            <a:alpha val="90000"/>
          </a:schemeClr>
        </a:solidFill>
        <a:ln w="9525">
          <a:solidFill>
            <a:schemeClr val="bg1">
              <a:lumMod val="85000"/>
            </a:schemeClr>
          </a:solidFill>
        </a:ln>
      </dgm:spPr>
      <dgm:t>
        <a:bodyPr/>
        <a:lstStyle/>
        <a:p>
          <a:r>
            <a:rPr lang="en-US" sz="1800" dirty="0">
              <a:solidFill>
                <a:srgbClr val="20282F"/>
              </a:solidFill>
            </a:rPr>
            <a:t>Protocol for fetching resources (HTML documents, images, and videos) from the web</a:t>
          </a:r>
        </a:p>
      </dgm:t>
    </dgm:pt>
    <dgm:pt modelId="{C1C64549-7BDF-422E-B4BF-5AA1AA566B52}" type="parTrans" cxnId="{2EC135E9-87E9-49F7-B615-E16F835A353D}">
      <dgm:prSet/>
      <dgm:spPr/>
      <dgm:t>
        <a:bodyPr/>
        <a:lstStyle/>
        <a:p>
          <a:endParaRPr lang="en-US"/>
        </a:p>
      </dgm:t>
    </dgm:pt>
    <dgm:pt modelId="{BC6FD5B7-3983-4C37-AEBE-D8ABAB750253}" type="sibTrans" cxnId="{2EC135E9-87E9-49F7-B615-E16F835A353D}">
      <dgm:prSet/>
      <dgm:spPr/>
      <dgm:t>
        <a:bodyPr/>
        <a:lstStyle/>
        <a:p>
          <a:endParaRPr lang="en-US"/>
        </a:p>
      </dgm:t>
    </dgm:pt>
    <dgm:pt modelId="{BABE51BC-AFA4-420F-8123-5DFA768E3CBD}">
      <dgm:prSet phldrT="[Text]" custT="1"/>
      <dgm:spPr>
        <a:solidFill>
          <a:schemeClr val="bg1">
            <a:lumMod val="95000"/>
            <a:alpha val="90000"/>
          </a:schemeClr>
        </a:solidFill>
        <a:ln w="9525">
          <a:solidFill>
            <a:schemeClr val="bg1">
              <a:lumMod val="85000"/>
            </a:schemeClr>
          </a:solidFill>
        </a:ln>
      </dgm:spPr>
      <dgm:t>
        <a:bodyPr/>
        <a:lstStyle/>
        <a:p>
          <a:r>
            <a:rPr lang="en-US" sz="1800" dirty="0">
              <a:solidFill>
                <a:srgbClr val="20282F"/>
              </a:solidFill>
            </a:rPr>
            <a:t>Basis of any data exchange on the web</a:t>
          </a:r>
        </a:p>
      </dgm:t>
    </dgm:pt>
    <dgm:pt modelId="{81F153A5-3470-4C16-8AF8-ED35F433CF67}" type="parTrans" cxnId="{90787F8C-2EBA-4747-9976-E8A354C2987D}">
      <dgm:prSet/>
      <dgm:spPr/>
      <dgm:t>
        <a:bodyPr/>
        <a:lstStyle/>
        <a:p>
          <a:endParaRPr lang="en-US"/>
        </a:p>
      </dgm:t>
    </dgm:pt>
    <dgm:pt modelId="{C1DBDC1D-220B-497C-9FE6-C490DB45BD99}" type="sibTrans" cxnId="{90787F8C-2EBA-4747-9976-E8A354C2987D}">
      <dgm:prSet/>
      <dgm:spPr/>
      <dgm:t>
        <a:bodyPr/>
        <a:lstStyle/>
        <a:p>
          <a:endParaRPr lang="en-US"/>
        </a:p>
      </dgm:t>
    </dgm:pt>
    <dgm:pt modelId="{CF1BE048-539F-FE46-A191-A464D3C7C9D1}" type="pres">
      <dgm:prSet presAssocID="{68B4D04A-0B34-4FC4-8F5A-B8E802B70047}" presName="linear" presStyleCnt="0">
        <dgm:presLayoutVars>
          <dgm:dir/>
          <dgm:animLvl val="lvl"/>
          <dgm:resizeHandles val="exact"/>
        </dgm:presLayoutVars>
      </dgm:prSet>
      <dgm:spPr/>
    </dgm:pt>
    <dgm:pt modelId="{E2C93AD3-A246-FC4C-9B7B-070FC9C75827}" type="pres">
      <dgm:prSet presAssocID="{E7CC988C-6FDF-4DBD-B421-9E959A8C1C34}" presName="parentLin" presStyleCnt="0"/>
      <dgm:spPr/>
    </dgm:pt>
    <dgm:pt modelId="{9DD4964F-D943-7E47-9E54-123988A2C345}" type="pres">
      <dgm:prSet presAssocID="{E7CC988C-6FDF-4DBD-B421-9E959A8C1C34}" presName="parentLeftMargin" presStyleLbl="node1" presStyleIdx="0" presStyleCnt="2"/>
      <dgm:spPr/>
    </dgm:pt>
    <dgm:pt modelId="{09CBEF8F-C776-E544-A71E-924C84098801}" type="pres">
      <dgm:prSet presAssocID="{E7CC988C-6FDF-4DBD-B421-9E959A8C1C34}" presName="parentText" presStyleLbl="node1" presStyleIdx="0" presStyleCnt="2">
        <dgm:presLayoutVars>
          <dgm:chMax val="0"/>
          <dgm:bulletEnabled val="1"/>
        </dgm:presLayoutVars>
      </dgm:prSet>
      <dgm:spPr/>
    </dgm:pt>
    <dgm:pt modelId="{47922682-D792-5140-975E-8108CD198D14}" type="pres">
      <dgm:prSet presAssocID="{E7CC988C-6FDF-4DBD-B421-9E959A8C1C34}" presName="negativeSpace" presStyleCnt="0"/>
      <dgm:spPr/>
    </dgm:pt>
    <dgm:pt modelId="{26801C5A-955E-2B44-8C56-547600031452}" type="pres">
      <dgm:prSet presAssocID="{E7CC988C-6FDF-4DBD-B421-9E959A8C1C34}" presName="childText" presStyleLbl="conFgAcc1" presStyleIdx="0" presStyleCnt="2">
        <dgm:presLayoutVars>
          <dgm:bulletEnabled val="1"/>
        </dgm:presLayoutVars>
      </dgm:prSet>
      <dgm:spPr/>
    </dgm:pt>
    <dgm:pt modelId="{5DAB2E20-291D-9942-8A59-B7FCBE5B5AF1}" type="pres">
      <dgm:prSet presAssocID="{6C286A7C-C4DF-45F8-B6B9-BCFF6A0F5EB5}" presName="spaceBetweenRectangles" presStyleCnt="0"/>
      <dgm:spPr/>
    </dgm:pt>
    <dgm:pt modelId="{3C1BB0F5-78AA-AB43-8A00-22AB51A47BC7}" type="pres">
      <dgm:prSet presAssocID="{8C49BBEF-A2FD-4A04-8FC4-7AD40A81C4F0}" presName="parentLin" presStyleCnt="0"/>
      <dgm:spPr/>
    </dgm:pt>
    <dgm:pt modelId="{52E13190-423D-DB4D-87F1-7C918B2AD2A5}" type="pres">
      <dgm:prSet presAssocID="{8C49BBEF-A2FD-4A04-8FC4-7AD40A81C4F0}" presName="parentLeftMargin" presStyleLbl="node1" presStyleIdx="0" presStyleCnt="2"/>
      <dgm:spPr/>
    </dgm:pt>
    <dgm:pt modelId="{11F0833E-B3D9-F241-BBCE-3C37B381CA8C}" type="pres">
      <dgm:prSet presAssocID="{8C49BBEF-A2FD-4A04-8FC4-7AD40A81C4F0}" presName="parentText" presStyleLbl="node1" presStyleIdx="1" presStyleCnt="2">
        <dgm:presLayoutVars>
          <dgm:chMax val="0"/>
          <dgm:bulletEnabled val="1"/>
        </dgm:presLayoutVars>
      </dgm:prSet>
      <dgm:spPr/>
    </dgm:pt>
    <dgm:pt modelId="{1A875B36-21FF-CE4F-875F-CDB1F62A3250}" type="pres">
      <dgm:prSet presAssocID="{8C49BBEF-A2FD-4A04-8FC4-7AD40A81C4F0}" presName="negativeSpace" presStyleCnt="0"/>
      <dgm:spPr/>
    </dgm:pt>
    <dgm:pt modelId="{F48EC247-074F-7045-8AB0-5AC7549C6498}" type="pres">
      <dgm:prSet presAssocID="{8C49BBEF-A2FD-4A04-8FC4-7AD40A81C4F0}" presName="childText" presStyleLbl="conFgAcc1" presStyleIdx="1" presStyleCnt="2">
        <dgm:presLayoutVars>
          <dgm:bulletEnabled val="1"/>
        </dgm:presLayoutVars>
      </dgm:prSet>
      <dgm:spPr/>
    </dgm:pt>
  </dgm:ptLst>
  <dgm:cxnLst>
    <dgm:cxn modelId="{23BDDF1E-F651-C74E-ACBC-4817E04B38BF}" type="presOf" srcId="{F4A06CAD-47A3-435D-B3BB-BE18795946ED}" destId="{26801C5A-955E-2B44-8C56-547600031452}" srcOrd="0" destOrd="0" presId="urn:microsoft.com/office/officeart/2005/8/layout/list1"/>
    <dgm:cxn modelId="{5E6D1E30-869E-644A-A125-4C61E9D0C467}" type="presOf" srcId="{E7CC988C-6FDF-4DBD-B421-9E959A8C1C34}" destId="{9DD4964F-D943-7E47-9E54-123988A2C345}" srcOrd="0" destOrd="0" presId="urn:microsoft.com/office/officeart/2005/8/layout/list1"/>
    <dgm:cxn modelId="{08FD3442-2E0B-49DF-B168-3E20EAE52CF9}" srcId="{68B4D04A-0B34-4FC4-8F5A-B8E802B70047}" destId="{8C49BBEF-A2FD-4A04-8FC4-7AD40A81C4F0}" srcOrd="1" destOrd="0" parTransId="{62101986-61A4-4D25-80F5-A29202E6759F}" sibTransId="{ED1611D3-263D-44AB-BB7A-E2B988EE14E7}"/>
    <dgm:cxn modelId="{41CD5347-A217-4324-BD62-B1D5A94B9B23}" srcId="{68B4D04A-0B34-4FC4-8F5A-B8E802B70047}" destId="{E7CC988C-6FDF-4DBD-B421-9E959A8C1C34}" srcOrd="0" destOrd="0" parTransId="{E6C406A3-9F5E-42CC-9A32-774F37B154C4}" sibTransId="{6C286A7C-C4DF-45F8-B6B9-BCFF6A0F5EB5}"/>
    <dgm:cxn modelId="{0936ED6D-19AD-F443-BA43-6FE94D7C9397}" type="presOf" srcId="{BABE51BC-AFA4-420F-8123-5DFA768E3CBD}" destId="{F48EC247-074F-7045-8AB0-5AC7549C6498}" srcOrd="0" destOrd="0" presId="urn:microsoft.com/office/officeart/2005/8/layout/list1"/>
    <dgm:cxn modelId="{90787F8C-2EBA-4747-9976-E8A354C2987D}" srcId="{8C49BBEF-A2FD-4A04-8FC4-7AD40A81C4F0}" destId="{BABE51BC-AFA4-420F-8123-5DFA768E3CBD}" srcOrd="0" destOrd="0" parTransId="{81F153A5-3470-4C16-8AF8-ED35F433CF67}" sibTransId="{C1DBDC1D-220B-497C-9FE6-C490DB45BD99}"/>
    <dgm:cxn modelId="{25BE08A1-DFF0-7F4B-A9DF-D10AF3E48264}" type="presOf" srcId="{8C49BBEF-A2FD-4A04-8FC4-7AD40A81C4F0}" destId="{52E13190-423D-DB4D-87F1-7C918B2AD2A5}" srcOrd="0" destOrd="0" presId="urn:microsoft.com/office/officeart/2005/8/layout/list1"/>
    <dgm:cxn modelId="{99EB28A2-6A6B-F149-8104-D44B3ECBFE00}" type="presOf" srcId="{8C49BBEF-A2FD-4A04-8FC4-7AD40A81C4F0}" destId="{11F0833E-B3D9-F241-BBCE-3C37B381CA8C}" srcOrd="1" destOrd="0" presId="urn:microsoft.com/office/officeart/2005/8/layout/list1"/>
    <dgm:cxn modelId="{E73346B0-A46A-734B-83FF-266072F8306E}" type="presOf" srcId="{68B4D04A-0B34-4FC4-8F5A-B8E802B70047}" destId="{CF1BE048-539F-FE46-A191-A464D3C7C9D1}" srcOrd="0" destOrd="0" presId="urn:microsoft.com/office/officeart/2005/8/layout/list1"/>
    <dgm:cxn modelId="{2A35A8C5-7BE7-5F4D-B521-6E055EF5C41E}" type="presOf" srcId="{E7CC988C-6FDF-4DBD-B421-9E959A8C1C34}" destId="{09CBEF8F-C776-E544-A71E-924C84098801}" srcOrd="1" destOrd="0" presId="urn:microsoft.com/office/officeart/2005/8/layout/list1"/>
    <dgm:cxn modelId="{2EC135E9-87E9-49F7-B615-E16F835A353D}" srcId="{E7CC988C-6FDF-4DBD-B421-9E959A8C1C34}" destId="{F4A06CAD-47A3-435D-B3BB-BE18795946ED}" srcOrd="0" destOrd="0" parTransId="{C1C64549-7BDF-422E-B4BF-5AA1AA566B52}" sibTransId="{BC6FD5B7-3983-4C37-AEBE-D8ABAB750253}"/>
    <dgm:cxn modelId="{687C9F0D-5BD7-E54D-B00B-4687E6F37AB2}" type="presParOf" srcId="{CF1BE048-539F-FE46-A191-A464D3C7C9D1}" destId="{E2C93AD3-A246-FC4C-9B7B-070FC9C75827}" srcOrd="0" destOrd="0" presId="urn:microsoft.com/office/officeart/2005/8/layout/list1"/>
    <dgm:cxn modelId="{1E026AD0-C906-104B-8205-10C00F2BCB1F}" type="presParOf" srcId="{E2C93AD3-A246-FC4C-9B7B-070FC9C75827}" destId="{9DD4964F-D943-7E47-9E54-123988A2C345}" srcOrd="0" destOrd="0" presId="urn:microsoft.com/office/officeart/2005/8/layout/list1"/>
    <dgm:cxn modelId="{695646C8-71B0-0B47-B898-74EED852AD81}" type="presParOf" srcId="{E2C93AD3-A246-FC4C-9B7B-070FC9C75827}" destId="{09CBEF8F-C776-E544-A71E-924C84098801}" srcOrd="1" destOrd="0" presId="urn:microsoft.com/office/officeart/2005/8/layout/list1"/>
    <dgm:cxn modelId="{35198816-8FF5-9E4F-8196-081128438D08}" type="presParOf" srcId="{CF1BE048-539F-FE46-A191-A464D3C7C9D1}" destId="{47922682-D792-5140-975E-8108CD198D14}" srcOrd="1" destOrd="0" presId="urn:microsoft.com/office/officeart/2005/8/layout/list1"/>
    <dgm:cxn modelId="{787F3292-D632-6B40-89BE-26715344327A}" type="presParOf" srcId="{CF1BE048-539F-FE46-A191-A464D3C7C9D1}" destId="{26801C5A-955E-2B44-8C56-547600031452}" srcOrd="2" destOrd="0" presId="urn:microsoft.com/office/officeart/2005/8/layout/list1"/>
    <dgm:cxn modelId="{FA2F9E8E-BBAC-5B46-8540-B91D90719FC6}" type="presParOf" srcId="{CF1BE048-539F-FE46-A191-A464D3C7C9D1}" destId="{5DAB2E20-291D-9942-8A59-B7FCBE5B5AF1}" srcOrd="3" destOrd="0" presId="urn:microsoft.com/office/officeart/2005/8/layout/list1"/>
    <dgm:cxn modelId="{5142A2ED-240F-7341-B1F7-1C3777FA5B96}" type="presParOf" srcId="{CF1BE048-539F-FE46-A191-A464D3C7C9D1}" destId="{3C1BB0F5-78AA-AB43-8A00-22AB51A47BC7}" srcOrd="4" destOrd="0" presId="urn:microsoft.com/office/officeart/2005/8/layout/list1"/>
    <dgm:cxn modelId="{10B9C606-01BE-4949-B354-03EE4244F015}" type="presParOf" srcId="{3C1BB0F5-78AA-AB43-8A00-22AB51A47BC7}" destId="{52E13190-423D-DB4D-87F1-7C918B2AD2A5}" srcOrd="0" destOrd="0" presId="urn:microsoft.com/office/officeart/2005/8/layout/list1"/>
    <dgm:cxn modelId="{7670BB7C-4D2F-1E49-A3B6-955D9D44FF2F}" type="presParOf" srcId="{3C1BB0F5-78AA-AB43-8A00-22AB51A47BC7}" destId="{11F0833E-B3D9-F241-BBCE-3C37B381CA8C}" srcOrd="1" destOrd="0" presId="urn:microsoft.com/office/officeart/2005/8/layout/list1"/>
    <dgm:cxn modelId="{24B0F07C-80B7-074E-987F-DF78D8A387C7}" type="presParOf" srcId="{CF1BE048-539F-FE46-A191-A464D3C7C9D1}" destId="{1A875B36-21FF-CE4F-875F-CDB1F62A3250}" srcOrd="5" destOrd="0" presId="urn:microsoft.com/office/officeart/2005/8/layout/list1"/>
    <dgm:cxn modelId="{BDD0A73B-FE9C-B741-B37F-CB815A1C5069}" type="presParOf" srcId="{CF1BE048-539F-FE46-A191-A464D3C7C9D1}" destId="{F48EC247-074F-7045-8AB0-5AC7549C6498}"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D3EDE7E-A776-4221-8C07-C65197C5C0B3}" type="doc">
      <dgm:prSet loTypeId="urn:microsoft.com/office/officeart/2005/8/layout/hProcess10" loCatId="picture" qsTypeId="urn:microsoft.com/office/officeart/2005/8/quickstyle/simple1" qsCatId="simple" csTypeId="urn:microsoft.com/office/officeart/2005/8/colors/accent1_2" csCatId="accent1" phldr="1"/>
      <dgm:spPr/>
      <dgm:t>
        <a:bodyPr/>
        <a:lstStyle/>
        <a:p>
          <a:endParaRPr lang="en-US"/>
        </a:p>
      </dgm:t>
    </dgm:pt>
    <dgm:pt modelId="{C7BD7446-A9B5-4325-813C-6793F360283D}">
      <dgm:prSet phldrT="[Text]"/>
      <dgm:spPr>
        <a:solidFill>
          <a:srgbClr val="004F71"/>
        </a:solidFill>
      </dgm:spPr>
      <dgm:t>
        <a:bodyPr/>
        <a:lstStyle/>
        <a:p>
          <a:pPr algn="ctr"/>
          <a:r>
            <a:rPr lang="en-US" dirty="0"/>
            <a:t>HTTP</a:t>
          </a:r>
        </a:p>
      </dgm:t>
    </dgm:pt>
    <dgm:pt modelId="{E2C4F1D3-1F4B-478F-A99F-8E2F21BC4F59}" type="parTrans" cxnId="{1A2AFDF9-0A02-4BBC-8FC1-88F980A5E74C}">
      <dgm:prSet/>
      <dgm:spPr/>
      <dgm:t>
        <a:bodyPr/>
        <a:lstStyle/>
        <a:p>
          <a:endParaRPr lang="en-US"/>
        </a:p>
      </dgm:t>
    </dgm:pt>
    <dgm:pt modelId="{C3D7C1F4-1840-4091-9082-DE05ADB356E0}" type="sibTrans" cxnId="{1A2AFDF9-0A02-4BBC-8FC1-88F980A5E74C}">
      <dgm:prSet/>
      <dgm:spPr>
        <a:solidFill>
          <a:srgbClr val="007377"/>
        </a:solidFill>
      </dgm:spPr>
      <dgm:t>
        <a:bodyPr/>
        <a:lstStyle/>
        <a:p>
          <a:endParaRPr lang="en-US" dirty="0"/>
        </a:p>
      </dgm:t>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305E9F25-606B-46EF-9983-34F469743FF1}">
      <dgm:prSet phldrT="[Text]"/>
      <dgm:spPr>
        <a:solidFill>
          <a:srgbClr val="004F71"/>
        </a:solidFill>
      </dgm:spPr>
      <dgm:t>
        <a:bodyPr/>
        <a:lstStyle/>
        <a:p>
          <a:pPr algn="ctr"/>
          <a:r>
            <a:rPr lang="en-US" dirty="0"/>
            <a:t>HTTPS</a:t>
          </a:r>
        </a:p>
      </dgm:t>
    </dgm:pt>
    <dgm:pt modelId="{FB0F59B3-BEF8-4DCD-9CF3-6138B11C6AB1}" type="parTrans" cxnId="{00339A00-CCDC-46C7-B7FD-9B412E6DBDF6}">
      <dgm:prSet/>
      <dgm:spPr/>
      <dgm:t>
        <a:bodyPr/>
        <a:lstStyle/>
        <a:p>
          <a:endParaRPr lang="en-US"/>
        </a:p>
      </dgm:t>
    </dgm:pt>
    <dgm:pt modelId="{41431269-98C0-49DB-8830-CEEB101AF373}" type="sibTrans" cxnId="{00339A00-CCDC-46C7-B7FD-9B412E6DBDF6}">
      <dgm:prSet/>
      <dgm:spPr/>
      <dgm:t>
        <a:bodyPr/>
        <a:lstStyle/>
        <a:p>
          <a:endParaRPr lang="en-US"/>
        </a:p>
      </dgm:t>
    </dgm:pt>
    <dgm:pt modelId="{A110AB6F-59DA-42E1-BD7D-E5F3401178CF}">
      <dgm:prSet phldrT="[Text]"/>
      <dgm:spPr>
        <a:solidFill>
          <a:srgbClr val="004F71"/>
        </a:solidFill>
      </dgm:spPr>
      <dgm:t>
        <a:bodyPr/>
        <a:lstStyle/>
        <a:p>
          <a:pPr algn="l"/>
          <a:r>
            <a:rPr lang="en-US" dirty="0"/>
            <a:t>Foundational protocol for the Internet</a:t>
          </a:r>
        </a:p>
      </dgm:t>
    </dgm:pt>
    <dgm:pt modelId="{2FF9C281-7F4B-4E95-B419-6077A10E3629}" type="parTrans" cxnId="{56463F77-2AEA-4494-895B-CAD70C11A5C8}">
      <dgm:prSet/>
      <dgm:spPr/>
      <dgm:t>
        <a:bodyPr/>
        <a:lstStyle/>
        <a:p>
          <a:endParaRPr lang="en-US"/>
        </a:p>
      </dgm:t>
    </dgm:pt>
    <dgm:pt modelId="{8DC5E599-5E86-44CA-8561-6C99043B73F8}" type="sibTrans" cxnId="{56463F77-2AEA-4494-895B-CAD70C11A5C8}">
      <dgm:prSet/>
      <dgm:spPr/>
      <dgm:t>
        <a:bodyPr/>
        <a:lstStyle/>
        <a:p>
          <a:endParaRPr lang="en-US"/>
        </a:p>
      </dgm:t>
    </dgm:pt>
    <dgm:pt modelId="{144D6779-1A37-47AB-8E43-B91184D4EF51}">
      <dgm:prSet phldrT="[Text]"/>
      <dgm:spPr>
        <a:solidFill>
          <a:srgbClr val="004F71"/>
        </a:solidFill>
      </dgm:spPr>
      <dgm:t>
        <a:bodyPr/>
        <a:lstStyle/>
        <a:p>
          <a:pPr algn="l"/>
          <a:r>
            <a:rPr lang="en-US" dirty="0"/>
            <a:t>Secure version of HTTP</a:t>
          </a:r>
        </a:p>
      </dgm:t>
    </dgm:pt>
    <dgm:pt modelId="{DC6D3B90-4C48-4655-9104-A7E02A848732}" type="parTrans" cxnId="{7934D29A-A9F4-4DBE-8F72-A65795FC39F3}">
      <dgm:prSet/>
      <dgm:spPr/>
      <dgm:t>
        <a:bodyPr/>
        <a:lstStyle/>
        <a:p>
          <a:endParaRPr lang="en-US"/>
        </a:p>
      </dgm:t>
    </dgm:pt>
    <dgm:pt modelId="{CE4C023B-C513-4B64-B877-35FC18BC1022}" type="sibTrans" cxnId="{7934D29A-A9F4-4DBE-8F72-A65795FC39F3}">
      <dgm:prSet/>
      <dgm:spPr/>
      <dgm:t>
        <a:bodyPr/>
        <a:lstStyle/>
        <a:p>
          <a:endParaRPr lang="en-US"/>
        </a:p>
      </dgm:t>
    </dgm:pt>
    <dgm:pt modelId="{FB657B3A-77BA-46E9-85D6-CDCCD318295D}">
      <dgm:prSet phldrT="[Text]"/>
      <dgm:spPr>
        <a:solidFill>
          <a:srgbClr val="004F71"/>
        </a:solidFill>
      </dgm:spPr>
      <dgm:t>
        <a:bodyPr/>
        <a:lstStyle/>
        <a:p>
          <a:pPr algn="l"/>
          <a:r>
            <a:rPr lang="en-US" dirty="0"/>
            <a:t>Does not encrypt data</a:t>
          </a:r>
        </a:p>
      </dgm:t>
    </dgm:pt>
    <dgm:pt modelId="{5805A908-6A67-447A-91B0-462B63C9F28D}" type="parTrans" cxnId="{BC28B90E-C0AF-40EE-AB67-89B54B5DCC64}">
      <dgm:prSet/>
      <dgm:spPr/>
      <dgm:t>
        <a:bodyPr/>
        <a:lstStyle/>
        <a:p>
          <a:endParaRPr lang="en-US"/>
        </a:p>
      </dgm:t>
    </dgm:pt>
    <dgm:pt modelId="{AA2D3D72-375F-443D-AE88-E0E8BC24ADFF}" type="sibTrans" cxnId="{BC28B90E-C0AF-40EE-AB67-89B54B5DCC64}">
      <dgm:prSet/>
      <dgm:spPr/>
      <dgm:t>
        <a:bodyPr/>
        <a:lstStyle/>
        <a:p>
          <a:endParaRPr lang="en-US"/>
        </a:p>
      </dgm:t>
    </dgm:pt>
    <dgm:pt modelId="{C77D9376-C180-43D4-8103-F5FF78BDA238}">
      <dgm:prSet phldrT="[Text]"/>
      <dgm:spPr>
        <a:solidFill>
          <a:srgbClr val="004F71"/>
        </a:solidFill>
      </dgm:spPr>
      <dgm:t>
        <a:bodyPr/>
        <a:lstStyle/>
        <a:p>
          <a:pPr algn="l"/>
          <a:r>
            <a:rPr lang="en-US" dirty="0"/>
            <a:t>Uses TLS (SSL) encryption</a:t>
          </a:r>
        </a:p>
      </dgm:t>
    </dgm:pt>
    <dgm:pt modelId="{B08D4A1D-24E8-4770-89A3-020738D8C2E5}" type="parTrans" cxnId="{7A837423-0CF7-403F-8A6C-982FA1EF3A5A}">
      <dgm:prSet/>
      <dgm:spPr/>
      <dgm:t>
        <a:bodyPr/>
        <a:lstStyle/>
        <a:p>
          <a:endParaRPr lang="en-US"/>
        </a:p>
      </dgm:t>
    </dgm:pt>
    <dgm:pt modelId="{94260D90-E8EB-44FB-BD1C-B057657FBDE5}" type="sibTrans" cxnId="{7A837423-0CF7-403F-8A6C-982FA1EF3A5A}">
      <dgm:prSet/>
      <dgm:spPr/>
      <dgm:t>
        <a:bodyPr/>
        <a:lstStyle/>
        <a:p>
          <a:endParaRPr lang="en-US"/>
        </a:p>
      </dgm:t>
    </dgm:pt>
    <dgm:pt modelId="{333EB95B-B9E6-4525-ADFA-8EEC2A369B15}">
      <dgm:prSet phldrT="[Text]"/>
      <dgm:spPr>
        <a:solidFill>
          <a:srgbClr val="004F71"/>
        </a:solidFill>
      </dgm:spPr>
      <dgm:t>
        <a:bodyPr/>
        <a:lstStyle/>
        <a:p>
          <a:pPr algn="l"/>
          <a:r>
            <a:rPr lang="en-US" dirty="0"/>
            <a:t>Uses port 80</a:t>
          </a:r>
        </a:p>
      </dgm:t>
    </dgm:pt>
    <dgm:pt modelId="{52BC36F7-39BF-40C1-AC5F-A56919F87DA0}" type="parTrans" cxnId="{8B3C79FF-459E-4446-87A4-912735F98349}">
      <dgm:prSet/>
      <dgm:spPr/>
      <dgm:t>
        <a:bodyPr/>
        <a:lstStyle/>
        <a:p>
          <a:endParaRPr lang="en-US"/>
        </a:p>
      </dgm:t>
    </dgm:pt>
    <dgm:pt modelId="{07A4748A-1CCF-4903-9108-0012ABA72C4C}" type="sibTrans" cxnId="{8B3C79FF-459E-4446-87A4-912735F98349}">
      <dgm:prSet/>
      <dgm:spPr/>
      <dgm:t>
        <a:bodyPr/>
        <a:lstStyle/>
        <a:p>
          <a:endParaRPr lang="en-US"/>
        </a:p>
      </dgm:t>
    </dgm:pt>
    <dgm:pt modelId="{13F40066-954D-42B7-A234-234ADA32F81A}">
      <dgm:prSet phldrT="[Text]"/>
      <dgm:spPr>
        <a:solidFill>
          <a:srgbClr val="004F71"/>
        </a:solidFill>
      </dgm:spPr>
      <dgm:t>
        <a:bodyPr/>
        <a:lstStyle/>
        <a:p>
          <a:pPr algn="l"/>
          <a:r>
            <a:rPr lang="en-US" dirty="0"/>
            <a:t>Uses port 443</a:t>
          </a:r>
        </a:p>
      </dgm:t>
    </dgm:pt>
    <dgm:pt modelId="{ED058892-10B1-40FF-A127-5DD509A4FC60}" type="parTrans" cxnId="{B7295472-EDD9-4D15-8D2D-0144380A0D15}">
      <dgm:prSet/>
      <dgm:spPr/>
      <dgm:t>
        <a:bodyPr/>
        <a:lstStyle/>
        <a:p>
          <a:endParaRPr lang="en-US"/>
        </a:p>
      </dgm:t>
    </dgm:pt>
    <dgm:pt modelId="{DB4FBD39-B9B6-435D-A1DE-768B102E5BEC}" type="sibTrans" cxnId="{B7295472-EDD9-4D15-8D2D-0144380A0D15}">
      <dgm:prSet/>
      <dgm:spPr/>
      <dgm:t>
        <a:bodyPr/>
        <a:lstStyle/>
        <a:p>
          <a:endParaRPr lang="en-US"/>
        </a:p>
      </dgm:t>
    </dgm:pt>
    <dgm:pt modelId="{B7D5361B-AC42-4A6C-95CE-21B65855892F}">
      <dgm:prSet phldrT="[Text]"/>
      <dgm:spPr>
        <a:solidFill>
          <a:srgbClr val="004F71"/>
        </a:solidFill>
      </dgm:spPr>
      <dgm:t>
        <a:bodyPr/>
        <a:lstStyle/>
        <a:p>
          <a:pPr algn="l"/>
          <a:r>
            <a:rPr lang="en-US" dirty="0"/>
            <a:t>URL begins with http://</a:t>
          </a:r>
        </a:p>
      </dgm:t>
    </dgm:pt>
    <dgm:pt modelId="{3D4B12BB-2E3F-4B1F-86BD-779F956C4E99}" type="parTrans" cxnId="{2BDE5CBA-1A1C-4D77-B5D4-C2BC1B913C8C}">
      <dgm:prSet/>
      <dgm:spPr/>
      <dgm:t>
        <a:bodyPr/>
        <a:lstStyle/>
        <a:p>
          <a:endParaRPr lang="en-US"/>
        </a:p>
      </dgm:t>
    </dgm:pt>
    <dgm:pt modelId="{96B67D19-3785-4B37-9AE3-385936F6726D}" type="sibTrans" cxnId="{2BDE5CBA-1A1C-4D77-B5D4-C2BC1B913C8C}">
      <dgm:prSet/>
      <dgm:spPr/>
      <dgm:t>
        <a:bodyPr/>
        <a:lstStyle/>
        <a:p>
          <a:endParaRPr lang="en-US"/>
        </a:p>
      </dgm:t>
    </dgm:pt>
    <dgm:pt modelId="{4CBB1968-EEBD-4791-83F4-692CA1334C80}">
      <dgm:prSet phldrT="[Text]"/>
      <dgm:spPr>
        <a:solidFill>
          <a:srgbClr val="004F71"/>
        </a:solidFill>
      </dgm:spPr>
      <dgm:t>
        <a:bodyPr/>
        <a:lstStyle/>
        <a:p>
          <a:pPr algn="l"/>
          <a:r>
            <a:rPr lang="en-US" dirty="0"/>
            <a:t>URL begins with https://</a:t>
          </a:r>
        </a:p>
      </dgm:t>
    </dgm:pt>
    <dgm:pt modelId="{98CA7A79-64E1-4559-95C6-731C4CF7A232}" type="parTrans" cxnId="{FB04A36B-B5A2-44EE-B49A-36D1C71C7A6E}">
      <dgm:prSet/>
      <dgm:spPr/>
      <dgm:t>
        <a:bodyPr/>
        <a:lstStyle/>
        <a:p>
          <a:endParaRPr lang="en-US"/>
        </a:p>
      </dgm:t>
    </dgm:pt>
    <dgm:pt modelId="{D0258D2A-B8F4-4EFC-B49F-B8B39928258A}" type="sibTrans" cxnId="{FB04A36B-B5A2-44EE-B49A-36D1C71C7A6E}">
      <dgm:prSet/>
      <dgm:spPr/>
      <dgm:t>
        <a:bodyPr/>
        <a:lstStyle/>
        <a:p>
          <a:endParaRPr lang="en-US"/>
        </a:p>
      </dgm:t>
    </dgm:pt>
    <dgm:pt modelId="{5FB2D2ED-D181-4452-B9DB-8743F7D96C1B}" type="pres">
      <dgm:prSet presAssocID="{CD3EDE7E-A776-4221-8C07-C65197C5C0B3}" presName="Name0" presStyleCnt="0">
        <dgm:presLayoutVars>
          <dgm:dir/>
          <dgm:resizeHandles val="exact"/>
        </dgm:presLayoutVars>
      </dgm:prSet>
      <dgm:spPr/>
    </dgm:pt>
    <dgm:pt modelId="{E1794A48-58B5-4689-835A-A98B77AD7847}" type="pres">
      <dgm:prSet presAssocID="{C7BD7446-A9B5-4325-813C-6793F360283D}" presName="composite" presStyleCnt="0"/>
      <dgm:spPr/>
    </dgm:pt>
    <dgm:pt modelId="{3FB56C7E-BF8C-4960-868D-A7F181684492}" type="pres">
      <dgm:prSet presAssocID="{C7BD7446-A9B5-4325-813C-6793F360283D}" presName="imagSh" presStyleLbl="bgImgPlace1" presStyleIdx="0" presStyleCnt="2"/>
      <dgm:spPr>
        <a:blipFill dpi="0" rotWithShape="1">
          <a:blip xmlns:r="http://schemas.openxmlformats.org/officeDocument/2006/relationships" r:embed="rId1" cstate="screen">
            <a:alphaModFix amt="43000"/>
            <a:extLst>
              <a:ext uri="{28A0092B-C50C-407E-A947-70E740481C1C}">
                <a14:useLocalDpi xmlns:a14="http://schemas.microsoft.com/office/drawing/2010/main"/>
              </a:ext>
            </a:extLst>
          </a:blip>
          <a:srcRect/>
          <a:stretch>
            <a:fillRect/>
          </a:stretch>
        </a:blipFill>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6F70CB69-203D-473E-AC67-4A6B3311DD84}" type="pres">
      <dgm:prSet presAssocID="{C7BD7446-A9B5-4325-813C-6793F360283D}" presName="txNode" presStyleLbl="node1" presStyleIdx="0" presStyleCnt="2">
        <dgm:presLayoutVars>
          <dgm:bulletEnabled val="1"/>
        </dgm:presLayoutVars>
      </dgm:prSet>
      <dgm:spPr/>
    </dgm:pt>
    <dgm:pt modelId="{17485A2A-6C07-4CBC-AC87-3334405309EB}" type="pres">
      <dgm:prSet presAssocID="{C3D7C1F4-1840-4091-9082-DE05ADB356E0}" presName="sibTrans" presStyleLbl="sibTrans2D1" presStyleIdx="0" presStyleCnt="1" custLinFactY="87519" custLinFactNeighborX="47156" custLinFactNeighborY="100000"/>
      <dgm:spPr/>
    </dgm:pt>
    <dgm:pt modelId="{005D71A6-154B-404D-8F12-4AD67DA4ED54}" type="pres">
      <dgm:prSet presAssocID="{C3D7C1F4-1840-4091-9082-DE05ADB356E0}" presName="connTx" presStyleLbl="sibTrans2D1" presStyleIdx="0" presStyleCnt="1"/>
      <dgm:spPr/>
    </dgm:pt>
    <dgm:pt modelId="{09B32210-6FA7-475B-901A-8D20BE44A100}" type="pres">
      <dgm:prSet presAssocID="{305E9F25-606B-46EF-9983-34F469743FF1}" presName="composite" presStyleCnt="0"/>
      <dgm:spPr/>
    </dgm:pt>
    <dgm:pt modelId="{FB20E78C-2CCF-4CB1-93E7-423DF513DAD9}" type="pres">
      <dgm:prSet presAssocID="{305E9F25-606B-46EF-9983-34F469743FF1}" presName="imagSh" presStyleLbl="bgImgPlace1" presStyleIdx="1" presStyleCnt="2" custLinFactNeighborX="11274" custLinFactNeighborY="-1899"/>
      <dgm:spPr>
        <a:blipFill>
          <a:blip xmlns:r="http://schemas.openxmlformats.org/officeDocument/2006/relationships" r:embed="rId2" cstate="screen">
            <a:extLst>
              <a:ext uri="{28A0092B-C50C-407E-A947-70E740481C1C}">
                <a14:useLocalDpi xmlns:a14="http://schemas.microsoft.com/office/drawing/2010/main"/>
              </a:ext>
            </a:extLst>
          </a:blip>
          <a:srcRect/>
          <a:stretch>
            <a:fillRect/>
          </a:stretch>
        </a:blipFill>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B1A721A9-5770-4BC8-AA8D-B8D3171381DE}" type="pres">
      <dgm:prSet presAssocID="{305E9F25-606B-46EF-9983-34F469743FF1}" presName="txNode" presStyleLbl="node1" presStyleIdx="1" presStyleCnt="2">
        <dgm:presLayoutVars>
          <dgm:bulletEnabled val="1"/>
        </dgm:presLayoutVars>
      </dgm:prSet>
      <dgm:spPr/>
    </dgm:pt>
  </dgm:ptLst>
  <dgm:cxnLst>
    <dgm:cxn modelId="{00339A00-CCDC-46C7-B7FD-9B412E6DBDF6}" srcId="{CD3EDE7E-A776-4221-8C07-C65197C5C0B3}" destId="{305E9F25-606B-46EF-9983-34F469743FF1}" srcOrd="1" destOrd="0" parTransId="{FB0F59B3-BEF8-4DCD-9CF3-6138B11C6AB1}" sibTransId="{41431269-98C0-49DB-8830-CEEB101AF373}"/>
    <dgm:cxn modelId="{C9B50F0E-DF82-4155-93DC-AC2AD4262F5B}" type="presOf" srcId="{144D6779-1A37-47AB-8E43-B91184D4EF51}" destId="{B1A721A9-5770-4BC8-AA8D-B8D3171381DE}" srcOrd="0" destOrd="1" presId="urn:microsoft.com/office/officeart/2005/8/layout/hProcess10"/>
    <dgm:cxn modelId="{BC28B90E-C0AF-40EE-AB67-89B54B5DCC64}" srcId="{C7BD7446-A9B5-4325-813C-6793F360283D}" destId="{FB657B3A-77BA-46E9-85D6-CDCCD318295D}" srcOrd="1" destOrd="0" parTransId="{5805A908-6A67-447A-91B0-462B63C9F28D}" sibTransId="{AA2D3D72-375F-443D-AE88-E0E8BC24ADFF}"/>
    <dgm:cxn modelId="{7A837423-0CF7-403F-8A6C-982FA1EF3A5A}" srcId="{305E9F25-606B-46EF-9983-34F469743FF1}" destId="{C77D9376-C180-43D4-8103-F5FF78BDA238}" srcOrd="1" destOrd="0" parTransId="{B08D4A1D-24E8-4770-89A3-020738D8C2E5}" sibTransId="{94260D90-E8EB-44FB-BD1C-B057657FBDE5}"/>
    <dgm:cxn modelId="{3D05DC38-9389-42F6-BC77-329BED877FF1}" type="presOf" srcId="{4CBB1968-EEBD-4791-83F4-692CA1334C80}" destId="{B1A721A9-5770-4BC8-AA8D-B8D3171381DE}" srcOrd="0" destOrd="4" presId="urn:microsoft.com/office/officeart/2005/8/layout/hProcess10"/>
    <dgm:cxn modelId="{23ADFE3C-7C61-4254-B348-844E01D47D1E}" type="presOf" srcId="{305E9F25-606B-46EF-9983-34F469743FF1}" destId="{B1A721A9-5770-4BC8-AA8D-B8D3171381DE}" srcOrd="0" destOrd="0" presId="urn:microsoft.com/office/officeart/2005/8/layout/hProcess10"/>
    <dgm:cxn modelId="{FB04A36B-B5A2-44EE-B49A-36D1C71C7A6E}" srcId="{305E9F25-606B-46EF-9983-34F469743FF1}" destId="{4CBB1968-EEBD-4791-83F4-692CA1334C80}" srcOrd="3" destOrd="0" parTransId="{98CA7A79-64E1-4559-95C6-731C4CF7A232}" sibTransId="{D0258D2A-B8F4-4EFC-B49F-B8B39928258A}"/>
    <dgm:cxn modelId="{4C65DF4E-74BC-46A4-B718-FFBE3D9AA66B}" type="presOf" srcId="{C77D9376-C180-43D4-8103-F5FF78BDA238}" destId="{B1A721A9-5770-4BC8-AA8D-B8D3171381DE}" srcOrd="0" destOrd="2" presId="urn:microsoft.com/office/officeart/2005/8/layout/hProcess10"/>
    <dgm:cxn modelId="{B7295472-EDD9-4D15-8D2D-0144380A0D15}" srcId="{305E9F25-606B-46EF-9983-34F469743FF1}" destId="{13F40066-954D-42B7-A234-234ADA32F81A}" srcOrd="2" destOrd="0" parTransId="{ED058892-10B1-40FF-A127-5DD509A4FC60}" sibTransId="{DB4FBD39-B9B6-435D-A1DE-768B102E5BEC}"/>
    <dgm:cxn modelId="{56463F77-2AEA-4494-895B-CAD70C11A5C8}" srcId="{C7BD7446-A9B5-4325-813C-6793F360283D}" destId="{A110AB6F-59DA-42E1-BD7D-E5F3401178CF}" srcOrd="0" destOrd="0" parTransId="{2FF9C281-7F4B-4E95-B419-6077A10E3629}" sibTransId="{8DC5E599-5E86-44CA-8561-6C99043B73F8}"/>
    <dgm:cxn modelId="{DDDF3179-B878-46A1-85F8-1430F23342C5}" type="presOf" srcId="{B7D5361B-AC42-4A6C-95CE-21B65855892F}" destId="{6F70CB69-203D-473E-AC67-4A6B3311DD84}" srcOrd="0" destOrd="4" presId="urn:microsoft.com/office/officeart/2005/8/layout/hProcess10"/>
    <dgm:cxn modelId="{2DE62988-CFD8-4923-BDD1-BE1A6A2FCB63}" type="presOf" srcId="{A110AB6F-59DA-42E1-BD7D-E5F3401178CF}" destId="{6F70CB69-203D-473E-AC67-4A6B3311DD84}" srcOrd="0" destOrd="1" presId="urn:microsoft.com/office/officeart/2005/8/layout/hProcess10"/>
    <dgm:cxn modelId="{2F299688-2103-436C-BE89-F826070CF362}" type="presOf" srcId="{13F40066-954D-42B7-A234-234ADA32F81A}" destId="{B1A721A9-5770-4BC8-AA8D-B8D3171381DE}" srcOrd="0" destOrd="3" presId="urn:microsoft.com/office/officeart/2005/8/layout/hProcess10"/>
    <dgm:cxn modelId="{6E0C1B8B-3C05-4BDF-9C67-3A8139DC1F00}" type="presOf" srcId="{C3D7C1F4-1840-4091-9082-DE05ADB356E0}" destId="{17485A2A-6C07-4CBC-AC87-3334405309EB}" srcOrd="0" destOrd="0" presId="urn:microsoft.com/office/officeart/2005/8/layout/hProcess10"/>
    <dgm:cxn modelId="{7934D29A-A9F4-4DBE-8F72-A65795FC39F3}" srcId="{305E9F25-606B-46EF-9983-34F469743FF1}" destId="{144D6779-1A37-47AB-8E43-B91184D4EF51}" srcOrd="0" destOrd="0" parTransId="{DC6D3B90-4C48-4655-9104-A7E02A848732}" sibTransId="{CE4C023B-C513-4B64-B877-35FC18BC1022}"/>
    <dgm:cxn modelId="{926B48A3-2045-478E-A05D-9D813ED590F3}" type="presOf" srcId="{C3D7C1F4-1840-4091-9082-DE05ADB356E0}" destId="{005D71A6-154B-404D-8F12-4AD67DA4ED54}" srcOrd="1" destOrd="0" presId="urn:microsoft.com/office/officeart/2005/8/layout/hProcess10"/>
    <dgm:cxn modelId="{743327A5-72DA-4B1F-B3A1-5CB2894022FE}" type="presOf" srcId="{333EB95B-B9E6-4525-ADFA-8EEC2A369B15}" destId="{6F70CB69-203D-473E-AC67-4A6B3311DD84}" srcOrd="0" destOrd="3" presId="urn:microsoft.com/office/officeart/2005/8/layout/hProcess10"/>
    <dgm:cxn modelId="{5907BBAD-23CB-49DE-8BC4-4FBF1E7DEE9F}" type="presOf" srcId="{C7BD7446-A9B5-4325-813C-6793F360283D}" destId="{6F70CB69-203D-473E-AC67-4A6B3311DD84}" srcOrd="0" destOrd="0" presId="urn:microsoft.com/office/officeart/2005/8/layout/hProcess10"/>
    <dgm:cxn modelId="{2BDE5CBA-1A1C-4D77-B5D4-C2BC1B913C8C}" srcId="{C7BD7446-A9B5-4325-813C-6793F360283D}" destId="{B7D5361B-AC42-4A6C-95CE-21B65855892F}" srcOrd="3" destOrd="0" parTransId="{3D4B12BB-2E3F-4B1F-86BD-779F956C4E99}" sibTransId="{96B67D19-3785-4B37-9AE3-385936F6726D}"/>
    <dgm:cxn modelId="{D0058EE7-67BB-441E-8552-75A805156191}" type="presOf" srcId="{CD3EDE7E-A776-4221-8C07-C65197C5C0B3}" destId="{5FB2D2ED-D181-4452-B9DB-8743F7D96C1B}" srcOrd="0" destOrd="0" presId="urn:microsoft.com/office/officeart/2005/8/layout/hProcess10"/>
    <dgm:cxn modelId="{104271F8-DB27-4469-9E73-5886EACC014E}" type="presOf" srcId="{FB657B3A-77BA-46E9-85D6-CDCCD318295D}" destId="{6F70CB69-203D-473E-AC67-4A6B3311DD84}" srcOrd="0" destOrd="2" presId="urn:microsoft.com/office/officeart/2005/8/layout/hProcess10"/>
    <dgm:cxn modelId="{1A2AFDF9-0A02-4BBC-8FC1-88F980A5E74C}" srcId="{CD3EDE7E-A776-4221-8C07-C65197C5C0B3}" destId="{C7BD7446-A9B5-4325-813C-6793F360283D}" srcOrd="0" destOrd="0" parTransId="{E2C4F1D3-1F4B-478F-A99F-8E2F21BC4F59}" sibTransId="{C3D7C1F4-1840-4091-9082-DE05ADB356E0}"/>
    <dgm:cxn modelId="{8B3C79FF-459E-4446-87A4-912735F98349}" srcId="{C7BD7446-A9B5-4325-813C-6793F360283D}" destId="{333EB95B-B9E6-4525-ADFA-8EEC2A369B15}" srcOrd="2" destOrd="0" parTransId="{52BC36F7-39BF-40C1-AC5F-A56919F87DA0}" sibTransId="{07A4748A-1CCF-4903-9108-0012ABA72C4C}"/>
    <dgm:cxn modelId="{0500118D-DFA8-4807-A623-998E1F758CD5}" type="presParOf" srcId="{5FB2D2ED-D181-4452-B9DB-8743F7D96C1B}" destId="{E1794A48-58B5-4689-835A-A98B77AD7847}" srcOrd="0" destOrd="0" presId="urn:microsoft.com/office/officeart/2005/8/layout/hProcess10"/>
    <dgm:cxn modelId="{DAFA5744-2B40-44CE-975D-87BAC2E375E6}" type="presParOf" srcId="{E1794A48-58B5-4689-835A-A98B77AD7847}" destId="{3FB56C7E-BF8C-4960-868D-A7F181684492}" srcOrd="0" destOrd="0" presId="urn:microsoft.com/office/officeart/2005/8/layout/hProcess10"/>
    <dgm:cxn modelId="{37FDCF2D-E0A0-4735-8BC7-D7B79C052D82}" type="presParOf" srcId="{E1794A48-58B5-4689-835A-A98B77AD7847}" destId="{6F70CB69-203D-473E-AC67-4A6B3311DD84}" srcOrd="1" destOrd="0" presId="urn:microsoft.com/office/officeart/2005/8/layout/hProcess10"/>
    <dgm:cxn modelId="{A8D05D33-408A-4353-8101-3A48EC4686CE}" type="presParOf" srcId="{5FB2D2ED-D181-4452-B9DB-8743F7D96C1B}" destId="{17485A2A-6C07-4CBC-AC87-3334405309EB}" srcOrd="1" destOrd="0" presId="urn:microsoft.com/office/officeart/2005/8/layout/hProcess10"/>
    <dgm:cxn modelId="{8D2B9048-6722-4C63-A58D-A2B1EDDEF9D0}" type="presParOf" srcId="{17485A2A-6C07-4CBC-AC87-3334405309EB}" destId="{005D71A6-154B-404D-8F12-4AD67DA4ED54}" srcOrd="0" destOrd="0" presId="urn:microsoft.com/office/officeart/2005/8/layout/hProcess10"/>
    <dgm:cxn modelId="{91D75349-C4E6-46AA-B4DD-ED4A2B193987}" type="presParOf" srcId="{5FB2D2ED-D181-4452-B9DB-8743F7D96C1B}" destId="{09B32210-6FA7-475B-901A-8D20BE44A100}" srcOrd="2" destOrd="0" presId="urn:microsoft.com/office/officeart/2005/8/layout/hProcess10"/>
    <dgm:cxn modelId="{9FB0CD23-98D8-4ECF-B347-B33AC1CC6E5C}" type="presParOf" srcId="{09B32210-6FA7-475B-901A-8D20BE44A100}" destId="{FB20E78C-2CCF-4CB1-93E7-423DF513DAD9}" srcOrd="0" destOrd="0" presId="urn:microsoft.com/office/officeart/2005/8/layout/hProcess10"/>
    <dgm:cxn modelId="{CCB04E9F-85AC-4690-ACA7-1CE02F81B85C}" type="presParOf" srcId="{09B32210-6FA7-475B-901A-8D20BE44A100}" destId="{B1A721A9-5770-4BC8-AA8D-B8D3171381DE}" srcOrd="1" destOrd="0" presId="urn:microsoft.com/office/officeart/2005/8/layout/hProcess10"/>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D3EDE7E-A776-4221-8C07-C65197C5C0B3}" type="doc">
      <dgm:prSet loTypeId="urn:microsoft.com/office/officeart/2005/8/layout/hProcess10" loCatId="picture" qsTypeId="urn:microsoft.com/office/officeart/2005/8/quickstyle/simple1" qsCatId="simple" csTypeId="urn:microsoft.com/office/officeart/2005/8/colors/accent1_2" csCatId="accent1" phldr="1"/>
      <dgm:spPr/>
      <dgm:t>
        <a:bodyPr/>
        <a:lstStyle/>
        <a:p>
          <a:endParaRPr lang="en-US"/>
        </a:p>
      </dgm:t>
    </dgm:pt>
    <dgm:pt modelId="{600D3D04-E188-40C9-B9FA-EB2CA22CFD7F}">
      <dgm:prSet/>
      <dgm:spPr>
        <a:solidFill>
          <a:srgbClr val="004F71"/>
        </a:solidFill>
      </dgm:spPr>
      <dgm:t>
        <a:bodyPr/>
        <a:lstStyle/>
        <a:p>
          <a:r>
            <a:rPr lang="en-US" dirty="0"/>
            <a:t>FTP</a:t>
          </a:r>
        </a:p>
      </dgm:t>
    </dgm:pt>
    <dgm:pt modelId="{EB392F42-DE42-457B-BB42-3E5D67329EC1}" type="sibTrans" cxnId="{62D4EFCA-8C67-4D31-99B8-36B9F5FE4AFD}">
      <dgm:prSet/>
      <dgm:spPr>
        <a:solidFill>
          <a:srgbClr val="007377"/>
        </a:solidFill>
      </dgm:spPr>
      <dgm:t>
        <a:bodyPr/>
        <a:lstStyle/>
        <a:p>
          <a:endParaRPr lang="en-US" dirty="0"/>
        </a:p>
      </dgm:t>
    </dgm:pt>
    <dgm:pt modelId="{4186FBC3-F2A2-4B04-A6FA-BE0075016C52}" type="parTrans" cxnId="{62D4EFCA-8C67-4D31-99B8-36B9F5FE4AFD}">
      <dgm:prSet/>
      <dgm:spPr/>
      <dgm:t>
        <a:bodyPr/>
        <a:lstStyle/>
        <a:p>
          <a:endParaRPr lang="en-US"/>
        </a:p>
      </dgm:t>
    </dgm:pt>
    <dgm:pt modelId="{212C562B-C82D-4B4B-B826-DCB19FC74751}">
      <dgm:prSet/>
      <dgm:spPr>
        <a:solidFill>
          <a:srgbClr val="004F71"/>
        </a:solidFill>
      </dgm:spPr>
      <dgm:t>
        <a:bodyPr/>
        <a:lstStyle/>
        <a:p>
          <a:r>
            <a:rPr lang="en-US" dirty="0"/>
            <a:t>Unencrypted data</a:t>
          </a:r>
        </a:p>
      </dgm:t>
    </dgm:pt>
    <dgm:pt modelId="{F9CBFEAA-C741-40B2-BCB8-916798780C07}" type="sibTrans" cxnId="{B4107154-7A5B-44B8-97A3-B789D7052D72}">
      <dgm:prSet/>
      <dgm:spPr/>
      <dgm:t>
        <a:bodyPr/>
        <a:lstStyle/>
        <a:p>
          <a:endParaRPr lang="en-US"/>
        </a:p>
      </dgm:t>
    </dgm:pt>
    <dgm:pt modelId="{B4CBC79C-07B9-4499-AAA9-21BFDD633EA2}" type="parTrans" cxnId="{B4107154-7A5B-44B8-97A3-B789D7052D72}">
      <dgm:prSet/>
      <dgm:spPr/>
      <dgm:t>
        <a:bodyPr/>
        <a:lstStyle/>
        <a:p>
          <a:endParaRPr lang="en-US"/>
        </a:p>
      </dgm:t>
    </dgm:pt>
    <dgm:pt modelId="{8F043CAF-D1D9-4BAE-8962-E65428BF0C6B}">
      <dgm:prSet/>
      <dgm:spPr>
        <a:solidFill>
          <a:srgbClr val="004F71"/>
        </a:solidFill>
      </dgm:spPr>
      <dgm:t>
        <a:bodyPr/>
        <a:lstStyle/>
        <a:p>
          <a:r>
            <a:rPr lang="en-US" dirty="0"/>
            <a:t>Uses two channels</a:t>
          </a:r>
        </a:p>
      </dgm:t>
    </dgm:pt>
    <dgm:pt modelId="{9CE54FE3-985A-495D-830E-A8C198180EEA}" type="sibTrans" cxnId="{C24210E0-4A80-4120-96DC-51FA6BDA8FB2}">
      <dgm:prSet/>
      <dgm:spPr/>
      <dgm:t>
        <a:bodyPr/>
        <a:lstStyle/>
        <a:p>
          <a:endParaRPr lang="en-US"/>
        </a:p>
      </dgm:t>
    </dgm:pt>
    <dgm:pt modelId="{195F4157-A224-46CE-B44C-C3DE2A984FBC}" type="parTrans" cxnId="{C24210E0-4A80-4120-96DC-51FA6BDA8FB2}">
      <dgm:prSet/>
      <dgm:spPr/>
      <dgm:t>
        <a:bodyPr/>
        <a:lstStyle/>
        <a:p>
          <a:endParaRPr lang="en-US"/>
        </a:p>
      </dgm:t>
    </dgm:pt>
    <dgm:pt modelId="{1E179DD7-7CCF-461C-AEBF-236DDFD70908}">
      <dgm:prSet/>
      <dgm:spPr>
        <a:solidFill>
          <a:srgbClr val="004F71"/>
        </a:solidFill>
      </dgm:spPr>
      <dgm:t>
        <a:bodyPr/>
        <a:lstStyle/>
        <a:p>
          <a:r>
            <a:rPr lang="en-US" dirty="0"/>
            <a:t>Uses ports 20 and 21</a:t>
          </a:r>
        </a:p>
      </dgm:t>
    </dgm:pt>
    <dgm:pt modelId="{DC134410-2448-496F-98A9-5F3C62BCF6CD}" type="sibTrans" cxnId="{7D6F09E0-D61E-4C9C-BA89-9A1BFCA6A06C}">
      <dgm:prSet/>
      <dgm:spPr/>
      <dgm:t>
        <a:bodyPr/>
        <a:lstStyle/>
        <a:p>
          <a:endParaRPr lang="en-US"/>
        </a:p>
      </dgm:t>
    </dgm:pt>
    <dgm:pt modelId="{2AF7652E-33EC-47F0-89C4-8DA8B5807BE6}" type="parTrans" cxnId="{7D6F09E0-D61E-4C9C-BA89-9A1BFCA6A06C}">
      <dgm:prSet/>
      <dgm:spPr/>
      <dgm:t>
        <a:bodyPr/>
        <a:lstStyle/>
        <a:p>
          <a:endParaRPr lang="en-US"/>
        </a:p>
      </dgm:t>
    </dgm:pt>
    <dgm:pt modelId="{7B013578-C725-4202-982A-7712A694D041}">
      <dgm:prSet/>
      <dgm:spPr>
        <a:solidFill>
          <a:srgbClr val="004F71"/>
        </a:solidFill>
      </dgm:spPr>
      <dgm:t>
        <a:bodyPr/>
        <a:lstStyle/>
        <a:p>
          <a:r>
            <a:rPr lang="en-US" dirty="0"/>
            <a:t>SFTP</a:t>
          </a:r>
        </a:p>
      </dgm:t>
    </dgm:pt>
    <dgm:pt modelId="{F9856F16-5F7C-49C3-BFAB-34C92362A4B4}" type="sibTrans" cxnId="{FC233C3F-E9CE-44F8-B65C-69534BED3F13}">
      <dgm:prSet/>
      <dgm:spPr/>
      <dgm:t>
        <a:bodyPr/>
        <a:lstStyle/>
        <a:p>
          <a:endParaRPr lang="en-US"/>
        </a:p>
      </dgm:t>
    </dgm:pt>
    <dgm:pt modelId="{EA869C83-BA83-4B12-9F95-B386136736E2}" type="parTrans" cxnId="{FC233C3F-E9CE-44F8-B65C-69534BED3F13}">
      <dgm:prSet/>
      <dgm:spPr/>
      <dgm:t>
        <a:bodyPr/>
        <a:lstStyle/>
        <a:p>
          <a:endParaRPr lang="en-US"/>
        </a:p>
      </dgm:t>
    </dgm:pt>
    <dgm:pt modelId="{6944BA85-A3C6-4FC1-BC11-4495721A7170}">
      <dgm:prSet/>
      <dgm:spPr>
        <a:solidFill>
          <a:srgbClr val="004F71"/>
        </a:solidFill>
      </dgm:spPr>
      <dgm:t>
        <a:bodyPr/>
        <a:lstStyle/>
        <a:p>
          <a:r>
            <a:rPr lang="en-US" dirty="0"/>
            <a:t>Encrypted data</a:t>
          </a:r>
        </a:p>
      </dgm:t>
    </dgm:pt>
    <dgm:pt modelId="{A0F7B156-A732-4358-A4C2-FB9F2DF565C3}" type="sibTrans" cxnId="{F32A11AD-B810-4A2E-B263-05ADFB8C342F}">
      <dgm:prSet/>
      <dgm:spPr/>
      <dgm:t>
        <a:bodyPr/>
        <a:lstStyle/>
        <a:p>
          <a:endParaRPr lang="en-US"/>
        </a:p>
      </dgm:t>
    </dgm:pt>
    <dgm:pt modelId="{FD6CC5F4-71D9-474E-95F0-E40424A34813}" type="parTrans" cxnId="{F32A11AD-B810-4A2E-B263-05ADFB8C342F}">
      <dgm:prSet/>
      <dgm:spPr/>
      <dgm:t>
        <a:bodyPr/>
        <a:lstStyle/>
        <a:p>
          <a:endParaRPr lang="en-US"/>
        </a:p>
      </dgm:t>
    </dgm:pt>
    <dgm:pt modelId="{E8E7B5AF-22B3-4544-930C-43A55B3DB2F6}">
      <dgm:prSet/>
      <dgm:spPr>
        <a:solidFill>
          <a:srgbClr val="004F71"/>
        </a:solidFill>
      </dgm:spPr>
      <dgm:t>
        <a:bodyPr/>
        <a:lstStyle/>
        <a:p>
          <a:r>
            <a:rPr lang="en-US" dirty="0"/>
            <a:t>Uses one channel</a:t>
          </a:r>
        </a:p>
      </dgm:t>
    </dgm:pt>
    <dgm:pt modelId="{B226EF3C-69A7-4B35-B627-BA190C1019C7}" type="sibTrans" cxnId="{9E91E932-ACE0-4962-8086-225895041533}">
      <dgm:prSet/>
      <dgm:spPr/>
      <dgm:t>
        <a:bodyPr/>
        <a:lstStyle/>
        <a:p>
          <a:endParaRPr lang="en-US"/>
        </a:p>
      </dgm:t>
    </dgm:pt>
    <dgm:pt modelId="{6D5BC82B-52AC-425D-A5B8-F2E128C6771A}" type="parTrans" cxnId="{9E91E932-ACE0-4962-8086-225895041533}">
      <dgm:prSet/>
      <dgm:spPr/>
      <dgm:t>
        <a:bodyPr/>
        <a:lstStyle/>
        <a:p>
          <a:endParaRPr lang="en-US"/>
        </a:p>
      </dgm:t>
    </dgm:pt>
    <dgm:pt modelId="{47C6DC21-8648-4298-A830-072CE802CEA9}">
      <dgm:prSet/>
      <dgm:spPr>
        <a:solidFill>
          <a:srgbClr val="004F71"/>
        </a:solidFill>
      </dgm:spPr>
      <dgm:t>
        <a:bodyPr/>
        <a:lstStyle/>
        <a:p>
          <a:r>
            <a:rPr lang="en-US" dirty="0"/>
            <a:t>Uses port 22</a:t>
          </a:r>
        </a:p>
      </dgm:t>
    </dgm:pt>
    <dgm:pt modelId="{428C1E98-14F3-4AA5-8B2F-755567F6400F}" type="sibTrans" cxnId="{D91CBA52-8350-4C73-8754-C2EB9D7FD6BF}">
      <dgm:prSet/>
      <dgm:spPr/>
      <dgm:t>
        <a:bodyPr/>
        <a:lstStyle/>
        <a:p>
          <a:endParaRPr lang="en-US"/>
        </a:p>
      </dgm:t>
    </dgm:pt>
    <dgm:pt modelId="{194FF889-26FF-4DAD-AC81-87F9A646D6AF}" type="parTrans" cxnId="{D91CBA52-8350-4C73-8754-C2EB9D7FD6BF}">
      <dgm:prSet/>
      <dgm:spPr/>
      <dgm:t>
        <a:bodyPr/>
        <a:lstStyle/>
        <a:p>
          <a:endParaRPr lang="en-US"/>
        </a:p>
      </dgm:t>
    </dgm:pt>
    <dgm:pt modelId="{5FB2D2ED-D181-4452-B9DB-8743F7D96C1B}" type="pres">
      <dgm:prSet presAssocID="{CD3EDE7E-A776-4221-8C07-C65197C5C0B3}" presName="Name0" presStyleCnt="0">
        <dgm:presLayoutVars>
          <dgm:dir/>
          <dgm:resizeHandles val="exact"/>
        </dgm:presLayoutVars>
      </dgm:prSet>
      <dgm:spPr/>
    </dgm:pt>
    <dgm:pt modelId="{0AA76C4B-0231-4135-8DF7-33FCBED96966}" type="pres">
      <dgm:prSet presAssocID="{600D3D04-E188-40C9-B9FA-EB2CA22CFD7F}" presName="composite" presStyleCnt="0"/>
      <dgm:spPr/>
    </dgm:pt>
    <dgm:pt modelId="{2092CC30-AAEE-48D7-A157-2DDAE375CCE8}" type="pres">
      <dgm:prSet presAssocID="{600D3D04-E188-40C9-B9FA-EB2CA22CFD7F}" presName="imagSh" presStyleLbl="bgImgPlace1" presStyleIdx="0" presStyleCnt="2" custLinFactNeighborY="-379"/>
      <dgm:spPr>
        <a:blipFill>
          <a:blip xmlns:r="http://schemas.openxmlformats.org/officeDocument/2006/relationships" r:embed="rId1" cstate="screen">
            <a:extLst>
              <a:ext uri="{28A0092B-C50C-407E-A947-70E740481C1C}">
                <a14:useLocalDpi xmlns:a14="http://schemas.microsoft.com/office/drawing/2010/main"/>
              </a:ext>
            </a:extLst>
          </a:blip>
          <a:srcRect/>
          <a:stretch>
            <a:fillRect/>
          </a:stretch>
        </a:blipFill>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297E51A8-B634-4FD9-A2C3-A4EF5AB43086}" type="pres">
      <dgm:prSet presAssocID="{600D3D04-E188-40C9-B9FA-EB2CA22CFD7F}" presName="txNode" presStyleLbl="node1" presStyleIdx="0" presStyleCnt="2">
        <dgm:presLayoutVars>
          <dgm:bulletEnabled val="1"/>
        </dgm:presLayoutVars>
      </dgm:prSet>
      <dgm:spPr/>
    </dgm:pt>
    <dgm:pt modelId="{D3A4DD7E-BB26-43AD-9ACF-5FD0C834F6D9}" type="pres">
      <dgm:prSet presAssocID="{EB392F42-DE42-457B-BB42-3E5D67329EC1}" presName="sibTrans" presStyleLbl="sibTrans2D1" presStyleIdx="0" presStyleCnt="1" custLinFactY="67633" custLinFactNeighborX="77556" custLinFactNeighborY="100000"/>
      <dgm:spPr/>
    </dgm:pt>
    <dgm:pt modelId="{D6EC4D6F-1A95-4094-B55F-8ED1BA7EEA5C}" type="pres">
      <dgm:prSet presAssocID="{EB392F42-DE42-457B-BB42-3E5D67329EC1}" presName="connTx" presStyleLbl="sibTrans2D1" presStyleIdx="0" presStyleCnt="1"/>
      <dgm:spPr/>
    </dgm:pt>
    <dgm:pt modelId="{139DEB06-8526-4B41-B21A-CD5C667A8F57}" type="pres">
      <dgm:prSet presAssocID="{7B013578-C725-4202-982A-7712A694D041}" presName="composite" presStyleCnt="0"/>
      <dgm:spPr/>
    </dgm:pt>
    <dgm:pt modelId="{DD2741A6-05F9-43C8-B0D8-947184278362}" type="pres">
      <dgm:prSet presAssocID="{7B013578-C725-4202-982A-7712A694D041}" presName="imagSh" presStyleLbl="bgImgPlace1" presStyleIdx="1" presStyleCnt="2"/>
      <dgm:spPr>
        <a:blipFill>
          <a:blip xmlns:r="http://schemas.openxmlformats.org/officeDocument/2006/relationships" r:embed="rId1" cstate="screen">
            <a:extLst>
              <a:ext uri="{28A0092B-C50C-407E-A947-70E740481C1C}">
                <a14:useLocalDpi xmlns:a14="http://schemas.microsoft.com/office/drawing/2010/main"/>
              </a:ext>
            </a:extLst>
          </a:blip>
          <a:srcRect/>
          <a:stretch>
            <a:fillRect/>
          </a:stretch>
        </a:blipFill>
      </dgm:spPr>
    </dgm:pt>
    <dgm:pt modelId="{6D6C5B17-5657-44D9-A15B-2E135C0D388C}" type="pres">
      <dgm:prSet presAssocID="{7B013578-C725-4202-982A-7712A694D041}" presName="txNode" presStyleLbl="node1" presStyleIdx="1" presStyleCnt="2">
        <dgm:presLayoutVars>
          <dgm:bulletEnabled val="1"/>
        </dgm:presLayoutVars>
      </dgm:prSet>
      <dgm:spPr/>
    </dgm:pt>
  </dgm:ptLst>
  <dgm:cxnLst>
    <dgm:cxn modelId="{40F89C1E-ED18-4028-84FD-335A4CAFB0F3}" type="presOf" srcId="{7B013578-C725-4202-982A-7712A694D041}" destId="{6D6C5B17-5657-44D9-A15B-2E135C0D388C}" srcOrd="0" destOrd="0" presId="urn:microsoft.com/office/officeart/2005/8/layout/hProcess10"/>
    <dgm:cxn modelId="{9E91E932-ACE0-4962-8086-225895041533}" srcId="{7B013578-C725-4202-982A-7712A694D041}" destId="{E8E7B5AF-22B3-4544-930C-43A55B3DB2F6}" srcOrd="1" destOrd="0" parTransId="{6D5BC82B-52AC-425D-A5B8-F2E128C6771A}" sibTransId="{B226EF3C-69A7-4B35-B627-BA190C1019C7}"/>
    <dgm:cxn modelId="{FC233C3F-E9CE-44F8-B65C-69534BED3F13}" srcId="{CD3EDE7E-A776-4221-8C07-C65197C5C0B3}" destId="{7B013578-C725-4202-982A-7712A694D041}" srcOrd="1" destOrd="0" parTransId="{EA869C83-BA83-4B12-9F95-B386136736E2}" sibTransId="{F9856F16-5F7C-49C3-BFAB-34C92362A4B4}"/>
    <dgm:cxn modelId="{8436D75D-B825-41B7-ADFB-08CF826250E2}" type="presOf" srcId="{600D3D04-E188-40C9-B9FA-EB2CA22CFD7F}" destId="{297E51A8-B634-4FD9-A2C3-A4EF5AB43086}" srcOrd="0" destOrd="0" presId="urn:microsoft.com/office/officeart/2005/8/layout/hProcess10"/>
    <dgm:cxn modelId="{87C25162-52B2-416E-8DC7-A60F8EEE79C4}" type="presOf" srcId="{212C562B-C82D-4B4B-B826-DCB19FC74751}" destId="{297E51A8-B634-4FD9-A2C3-A4EF5AB43086}" srcOrd="0" destOrd="1" presId="urn:microsoft.com/office/officeart/2005/8/layout/hProcess10"/>
    <dgm:cxn modelId="{B421CA67-8AF3-4054-ABAD-850B297E4A24}" type="presOf" srcId="{47C6DC21-8648-4298-A830-072CE802CEA9}" destId="{6D6C5B17-5657-44D9-A15B-2E135C0D388C}" srcOrd="0" destOrd="3" presId="urn:microsoft.com/office/officeart/2005/8/layout/hProcess10"/>
    <dgm:cxn modelId="{51A1C24D-5EA4-4A20-999D-3BE982CB065F}" type="presOf" srcId="{6944BA85-A3C6-4FC1-BC11-4495721A7170}" destId="{6D6C5B17-5657-44D9-A15B-2E135C0D388C}" srcOrd="0" destOrd="1" presId="urn:microsoft.com/office/officeart/2005/8/layout/hProcess10"/>
    <dgm:cxn modelId="{2E706B50-04DD-4642-BEE8-CEE460C0A16A}" type="presOf" srcId="{EB392F42-DE42-457B-BB42-3E5D67329EC1}" destId="{D3A4DD7E-BB26-43AD-9ACF-5FD0C834F6D9}" srcOrd="0" destOrd="0" presId="urn:microsoft.com/office/officeart/2005/8/layout/hProcess10"/>
    <dgm:cxn modelId="{D91CBA52-8350-4C73-8754-C2EB9D7FD6BF}" srcId="{7B013578-C725-4202-982A-7712A694D041}" destId="{47C6DC21-8648-4298-A830-072CE802CEA9}" srcOrd="2" destOrd="0" parTransId="{194FF889-26FF-4DAD-AC81-87F9A646D6AF}" sibTransId="{428C1E98-14F3-4AA5-8B2F-755567F6400F}"/>
    <dgm:cxn modelId="{7F1E3554-AD89-4EC3-BB13-9BB43CAE9B29}" type="presOf" srcId="{E8E7B5AF-22B3-4544-930C-43A55B3DB2F6}" destId="{6D6C5B17-5657-44D9-A15B-2E135C0D388C}" srcOrd="0" destOrd="2" presId="urn:microsoft.com/office/officeart/2005/8/layout/hProcess10"/>
    <dgm:cxn modelId="{B4107154-7A5B-44B8-97A3-B789D7052D72}" srcId="{600D3D04-E188-40C9-B9FA-EB2CA22CFD7F}" destId="{212C562B-C82D-4B4B-B826-DCB19FC74751}" srcOrd="0" destOrd="0" parTransId="{B4CBC79C-07B9-4499-AAA9-21BFDD633EA2}" sibTransId="{F9CBFEAA-C741-40B2-BCB8-916798780C07}"/>
    <dgm:cxn modelId="{9F282D92-04A9-45D2-B387-B2FF98560151}" type="presOf" srcId="{EB392F42-DE42-457B-BB42-3E5D67329EC1}" destId="{D6EC4D6F-1A95-4094-B55F-8ED1BA7EEA5C}" srcOrd="1" destOrd="0" presId="urn:microsoft.com/office/officeart/2005/8/layout/hProcess10"/>
    <dgm:cxn modelId="{C5885BA7-0E5C-4135-B0C5-459B8FE98A8D}" type="presOf" srcId="{8F043CAF-D1D9-4BAE-8962-E65428BF0C6B}" destId="{297E51A8-B634-4FD9-A2C3-A4EF5AB43086}" srcOrd="0" destOrd="2" presId="urn:microsoft.com/office/officeart/2005/8/layout/hProcess10"/>
    <dgm:cxn modelId="{F32A11AD-B810-4A2E-B263-05ADFB8C342F}" srcId="{7B013578-C725-4202-982A-7712A694D041}" destId="{6944BA85-A3C6-4FC1-BC11-4495721A7170}" srcOrd="0" destOrd="0" parTransId="{FD6CC5F4-71D9-474E-95F0-E40424A34813}" sibTransId="{A0F7B156-A732-4358-A4C2-FB9F2DF565C3}"/>
    <dgm:cxn modelId="{62D4EFCA-8C67-4D31-99B8-36B9F5FE4AFD}" srcId="{CD3EDE7E-A776-4221-8C07-C65197C5C0B3}" destId="{600D3D04-E188-40C9-B9FA-EB2CA22CFD7F}" srcOrd="0" destOrd="0" parTransId="{4186FBC3-F2A2-4B04-A6FA-BE0075016C52}" sibTransId="{EB392F42-DE42-457B-BB42-3E5D67329EC1}"/>
    <dgm:cxn modelId="{7E7E6FCB-6BF8-4E9E-A1FC-737FE07B4D9E}" type="presOf" srcId="{1E179DD7-7CCF-461C-AEBF-236DDFD70908}" destId="{297E51A8-B634-4FD9-A2C3-A4EF5AB43086}" srcOrd="0" destOrd="3" presId="urn:microsoft.com/office/officeart/2005/8/layout/hProcess10"/>
    <dgm:cxn modelId="{7D6F09E0-D61E-4C9C-BA89-9A1BFCA6A06C}" srcId="{600D3D04-E188-40C9-B9FA-EB2CA22CFD7F}" destId="{1E179DD7-7CCF-461C-AEBF-236DDFD70908}" srcOrd="2" destOrd="0" parTransId="{2AF7652E-33EC-47F0-89C4-8DA8B5807BE6}" sibTransId="{DC134410-2448-496F-98A9-5F3C62BCF6CD}"/>
    <dgm:cxn modelId="{C24210E0-4A80-4120-96DC-51FA6BDA8FB2}" srcId="{600D3D04-E188-40C9-B9FA-EB2CA22CFD7F}" destId="{8F043CAF-D1D9-4BAE-8962-E65428BF0C6B}" srcOrd="1" destOrd="0" parTransId="{195F4157-A224-46CE-B44C-C3DE2A984FBC}" sibTransId="{9CE54FE3-985A-495D-830E-A8C198180EEA}"/>
    <dgm:cxn modelId="{D0058EE7-67BB-441E-8552-75A805156191}" type="presOf" srcId="{CD3EDE7E-A776-4221-8C07-C65197C5C0B3}" destId="{5FB2D2ED-D181-4452-B9DB-8743F7D96C1B}" srcOrd="0" destOrd="0" presId="urn:microsoft.com/office/officeart/2005/8/layout/hProcess10"/>
    <dgm:cxn modelId="{ACF9BAC7-157C-4B02-ABDF-047305B75153}" type="presParOf" srcId="{5FB2D2ED-D181-4452-B9DB-8743F7D96C1B}" destId="{0AA76C4B-0231-4135-8DF7-33FCBED96966}" srcOrd="0" destOrd="0" presId="urn:microsoft.com/office/officeart/2005/8/layout/hProcess10"/>
    <dgm:cxn modelId="{7AAC0CB1-E934-4A95-95CD-5DF08F23DD2B}" type="presParOf" srcId="{0AA76C4B-0231-4135-8DF7-33FCBED96966}" destId="{2092CC30-AAEE-48D7-A157-2DDAE375CCE8}" srcOrd="0" destOrd="0" presId="urn:microsoft.com/office/officeart/2005/8/layout/hProcess10"/>
    <dgm:cxn modelId="{1123968B-618F-44E0-A03E-2564D8A73EEA}" type="presParOf" srcId="{0AA76C4B-0231-4135-8DF7-33FCBED96966}" destId="{297E51A8-B634-4FD9-A2C3-A4EF5AB43086}" srcOrd="1" destOrd="0" presId="urn:microsoft.com/office/officeart/2005/8/layout/hProcess10"/>
    <dgm:cxn modelId="{DEFE0957-866F-432E-A63D-F725127E8613}" type="presParOf" srcId="{5FB2D2ED-D181-4452-B9DB-8743F7D96C1B}" destId="{D3A4DD7E-BB26-43AD-9ACF-5FD0C834F6D9}" srcOrd="1" destOrd="0" presId="urn:microsoft.com/office/officeart/2005/8/layout/hProcess10"/>
    <dgm:cxn modelId="{7E30B9D9-C198-44D4-B1F1-CA2E5127ABA2}" type="presParOf" srcId="{D3A4DD7E-BB26-43AD-9ACF-5FD0C834F6D9}" destId="{D6EC4D6F-1A95-4094-B55F-8ED1BA7EEA5C}" srcOrd="0" destOrd="0" presId="urn:microsoft.com/office/officeart/2005/8/layout/hProcess10"/>
    <dgm:cxn modelId="{B5FC22CD-09B5-4CF5-98A5-532A51AC2CC4}" type="presParOf" srcId="{5FB2D2ED-D181-4452-B9DB-8743F7D96C1B}" destId="{139DEB06-8526-4B41-B21A-CD5C667A8F57}" srcOrd="2" destOrd="0" presId="urn:microsoft.com/office/officeart/2005/8/layout/hProcess10"/>
    <dgm:cxn modelId="{817E2773-C2F2-48F2-A871-8D00317F9B36}" type="presParOf" srcId="{139DEB06-8526-4B41-B21A-CD5C667A8F57}" destId="{DD2741A6-05F9-43C8-B0D8-947184278362}" srcOrd="0" destOrd="0" presId="urn:microsoft.com/office/officeart/2005/8/layout/hProcess10"/>
    <dgm:cxn modelId="{BBC43D69-005E-4D0F-B97F-ED354D3521D1}" type="presParOf" srcId="{139DEB06-8526-4B41-B21A-CD5C667A8F57}" destId="{6D6C5B17-5657-44D9-A15B-2E135C0D388C}" srcOrd="1" destOrd="0" presId="urn:microsoft.com/office/officeart/2005/8/layout/hProcess10"/>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5AEBD858-97BF-45E4-A808-B3B696EE3D6A}"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A02B0A96-8C72-49BD-8F2D-0C5C2C149082}">
      <dgm:prSet phldrT="[Text]" custT="1"/>
      <dgm:spPr/>
      <dgm:t>
        <a:bodyPr/>
        <a:lstStyle/>
        <a:p>
          <a:r>
            <a:rPr lang="en-US" sz="1800" dirty="0"/>
            <a:t>SMB Purpose</a:t>
          </a:r>
        </a:p>
      </dgm:t>
    </dgm:pt>
    <dgm:pt modelId="{0A1647D4-34C7-46D8-AC4C-4A989FF47DCD}" type="parTrans" cxnId="{C8FCDD95-DA48-4A0D-B873-3E03E66E7212}">
      <dgm:prSet/>
      <dgm:spPr/>
      <dgm:t>
        <a:bodyPr/>
        <a:lstStyle/>
        <a:p>
          <a:endParaRPr lang="en-US"/>
        </a:p>
      </dgm:t>
    </dgm:pt>
    <dgm:pt modelId="{087982F9-205D-4326-96AD-21A5B75A50AF}" type="sibTrans" cxnId="{C8FCDD95-DA48-4A0D-B873-3E03E66E7212}">
      <dgm:prSet/>
      <dgm:spPr/>
      <dgm:t>
        <a:bodyPr/>
        <a:lstStyle/>
        <a:p>
          <a:endParaRPr lang="en-US"/>
        </a:p>
      </dgm:t>
    </dgm:pt>
    <dgm:pt modelId="{54677EE6-8CD6-4E4B-99BB-91F5FEC7D2E4}">
      <dgm:prSet phldrT="[Text]" custT="1"/>
      <dgm:spPr/>
      <dgm:t>
        <a:bodyPr/>
        <a:lstStyle/>
        <a:p>
          <a:r>
            <a:rPr lang="en-US" sz="1800" dirty="0"/>
            <a:t>SMB Usage</a:t>
          </a:r>
        </a:p>
      </dgm:t>
    </dgm:pt>
    <dgm:pt modelId="{68F7A985-2F67-4FE4-AC88-4CE4A12BAD6D}" type="parTrans" cxnId="{C83EB6C4-3444-4AA4-8BD7-5405447E8011}">
      <dgm:prSet/>
      <dgm:spPr/>
      <dgm:t>
        <a:bodyPr/>
        <a:lstStyle/>
        <a:p>
          <a:endParaRPr lang="en-US"/>
        </a:p>
      </dgm:t>
    </dgm:pt>
    <dgm:pt modelId="{14115187-DB0D-4040-8198-19AF0A6C3DD0}" type="sibTrans" cxnId="{C83EB6C4-3444-4AA4-8BD7-5405447E8011}">
      <dgm:prSet/>
      <dgm:spPr/>
      <dgm:t>
        <a:bodyPr/>
        <a:lstStyle/>
        <a:p>
          <a:endParaRPr lang="en-US"/>
        </a:p>
      </dgm:t>
    </dgm:pt>
    <dgm:pt modelId="{E8FC6AAD-47F2-47BE-B313-C61758CFC60B}">
      <dgm:prSet phldrT="[Text]" custT="1"/>
      <dgm:spPr>
        <a:solidFill>
          <a:schemeClr val="bg1">
            <a:lumMod val="95000"/>
            <a:alpha val="90000"/>
          </a:schemeClr>
        </a:solidFill>
        <a:ln w="9525">
          <a:solidFill>
            <a:schemeClr val="bg1">
              <a:lumMod val="85000"/>
            </a:schemeClr>
          </a:solidFill>
        </a:ln>
      </dgm:spPr>
      <dgm:t>
        <a:bodyPr/>
        <a:lstStyle/>
        <a:p>
          <a:r>
            <a:rPr lang="en-US" sz="1800" dirty="0">
              <a:solidFill>
                <a:srgbClr val="20282F"/>
              </a:solidFill>
            </a:rPr>
            <a:t>Allows computers in the same ​network to share resources​ like files and printers</a:t>
          </a:r>
        </a:p>
      </dgm:t>
    </dgm:pt>
    <dgm:pt modelId="{2C450E37-FA6E-402F-82A7-43748328DE67}" type="parTrans" cxnId="{B4F532A0-3169-4083-A6EA-76EC971D2C1F}">
      <dgm:prSet/>
      <dgm:spPr/>
      <dgm:t>
        <a:bodyPr/>
        <a:lstStyle/>
        <a:p>
          <a:endParaRPr lang="en-US"/>
        </a:p>
      </dgm:t>
    </dgm:pt>
    <dgm:pt modelId="{BB1654F6-80DA-4527-8A45-6E8DF675B0CB}" type="sibTrans" cxnId="{B4F532A0-3169-4083-A6EA-76EC971D2C1F}">
      <dgm:prSet/>
      <dgm:spPr/>
      <dgm:t>
        <a:bodyPr/>
        <a:lstStyle/>
        <a:p>
          <a:endParaRPr lang="en-US"/>
        </a:p>
      </dgm:t>
    </dgm:pt>
    <dgm:pt modelId="{5890B47A-59BC-4801-AE97-7BAFCBB2D01E}">
      <dgm:prSet phldrT="[Text]" custT="1"/>
      <dgm:spPr>
        <a:solidFill>
          <a:schemeClr val="bg1">
            <a:lumMod val="95000"/>
            <a:alpha val="90000"/>
          </a:schemeClr>
        </a:solidFill>
        <a:ln w="9525">
          <a:solidFill>
            <a:schemeClr val="bg1">
              <a:lumMod val="85000"/>
            </a:schemeClr>
          </a:solidFill>
        </a:ln>
      </dgm:spPr>
      <dgm:t>
        <a:bodyPr/>
        <a:lstStyle/>
        <a:p>
          <a:r>
            <a:rPr lang="en-US" sz="1800" dirty="0">
              <a:solidFill>
                <a:srgbClr val="20282F"/>
              </a:solidFill>
            </a:rPr>
            <a:t>Windows</a:t>
          </a:r>
        </a:p>
      </dgm:t>
    </dgm:pt>
    <dgm:pt modelId="{DB64E598-A8F0-4DC3-ABB3-759F1D29E6F5}" type="parTrans" cxnId="{0CBD5FC9-A3CA-46B7-A69B-64E5E0E69FCD}">
      <dgm:prSet/>
      <dgm:spPr/>
      <dgm:t>
        <a:bodyPr/>
        <a:lstStyle/>
        <a:p>
          <a:endParaRPr lang="en-US"/>
        </a:p>
      </dgm:t>
    </dgm:pt>
    <dgm:pt modelId="{76881DE2-1FD3-450B-979C-FDF2E90AA2FF}" type="sibTrans" cxnId="{0CBD5FC9-A3CA-46B7-A69B-64E5E0E69FCD}">
      <dgm:prSet/>
      <dgm:spPr/>
      <dgm:t>
        <a:bodyPr/>
        <a:lstStyle/>
        <a:p>
          <a:endParaRPr lang="en-US"/>
        </a:p>
      </dgm:t>
    </dgm:pt>
    <dgm:pt modelId="{560C06AC-1391-4169-815F-20AA59CC49B5}">
      <dgm:prSet phldrT="[Text]" custT="1"/>
      <dgm:spPr>
        <a:solidFill>
          <a:schemeClr val="bg1">
            <a:lumMod val="95000"/>
            <a:alpha val="90000"/>
          </a:schemeClr>
        </a:solidFill>
        <a:ln w="9525">
          <a:solidFill>
            <a:schemeClr val="bg1">
              <a:lumMod val="85000"/>
            </a:schemeClr>
          </a:solidFill>
        </a:ln>
      </dgm:spPr>
      <dgm:t>
        <a:bodyPr/>
        <a:lstStyle/>
        <a:p>
          <a:r>
            <a:rPr lang="en-US" sz="1800" dirty="0">
              <a:solidFill>
                <a:srgbClr val="20282F"/>
              </a:solidFill>
            </a:rPr>
            <a:t>Linux using Samba</a:t>
          </a:r>
        </a:p>
      </dgm:t>
    </dgm:pt>
    <dgm:pt modelId="{F16A3527-E45C-4F04-BC99-9C9B6CFFF65B}" type="parTrans" cxnId="{F3536D1E-5741-4482-80CF-E6A97F5DEA7B}">
      <dgm:prSet/>
      <dgm:spPr/>
      <dgm:t>
        <a:bodyPr/>
        <a:lstStyle/>
        <a:p>
          <a:endParaRPr lang="en-US"/>
        </a:p>
      </dgm:t>
    </dgm:pt>
    <dgm:pt modelId="{69F53355-603C-4568-BF15-B96662648238}" type="sibTrans" cxnId="{F3536D1E-5741-4482-80CF-E6A97F5DEA7B}">
      <dgm:prSet/>
      <dgm:spPr/>
      <dgm:t>
        <a:bodyPr/>
        <a:lstStyle/>
        <a:p>
          <a:endParaRPr lang="en-US"/>
        </a:p>
      </dgm:t>
    </dgm:pt>
    <dgm:pt modelId="{AF0F9D96-16AE-3E4C-A214-D214E66A5771}" type="pres">
      <dgm:prSet presAssocID="{5AEBD858-97BF-45E4-A808-B3B696EE3D6A}" presName="linear" presStyleCnt="0">
        <dgm:presLayoutVars>
          <dgm:dir/>
          <dgm:animLvl val="lvl"/>
          <dgm:resizeHandles val="exact"/>
        </dgm:presLayoutVars>
      </dgm:prSet>
      <dgm:spPr/>
    </dgm:pt>
    <dgm:pt modelId="{C3951E0C-E717-F140-B904-8CC6EECB994D}" type="pres">
      <dgm:prSet presAssocID="{A02B0A96-8C72-49BD-8F2D-0C5C2C149082}" presName="parentLin" presStyleCnt="0"/>
      <dgm:spPr/>
    </dgm:pt>
    <dgm:pt modelId="{2314DC23-4030-964B-9B6E-26F5CCC64985}" type="pres">
      <dgm:prSet presAssocID="{A02B0A96-8C72-49BD-8F2D-0C5C2C149082}" presName="parentLeftMargin" presStyleLbl="node1" presStyleIdx="0" presStyleCnt="2"/>
      <dgm:spPr/>
    </dgm:pt>
    <dgm:pt modelId="{4DBB01CE-CD3C-F542-8269-0FE9AA0110FF}" type="pres">
      <dgm:prSet presAssocID="{A02B0A96-8C72-49BD-8F2D-0C5C2C149082}" presName="parentText" presStyleLbl="node1" presStyleIdx="0" presStyleCnt="2">
        <dgm:presLayoutVars>
          <dgm:chMax val="0"/>
          <dgm:bulletEnabled val="1"/>
        </dgm:presLayoutVars>
      </dgm:prSet>
      <dgm:spPr/>
    </dgm:pt>
    <dgm:pt modelId="{9E7AB72E-DA1C-C946-A4FE-6F84774FEF4B}" type="pres">
      <dgm:prSet presAssocID="{A02B0A96-8C72-49BD-8F2D-0C5C2C149082}" presName="negativeSpace" presStyleCnt="0"/>
      <dgm:spPr/>
    </dgm:pt>
    <dgm:pt modelId="{56338284-04DA-5349-9DD2-5F50A89C8A05}" type="pres">
      <dgm:prSet presAssocID="{A02B0A96-8C72-49BD-8F2D-0C5C2C149082}" presName="childText" presStyleLbl="conFgAcc1" presStyleIdx="0" presStyleCnt="2">
        <dgm:presLayoutVars>
          <dgm:bulletEnabled val="1"/>
        </dgm:presLayoutVars>
      </dgm:prSet>
      <dgm:spPr/>
    </dgm:pt>
    <dgm:pt modelId="{25CDB079-0F00-8C4B-BB02-C479E2FB7796}" type="pres">
      <dgm:prSet presAssocID="{087982F9-205D-4326-96AD-21A5B75A50AF}" presName="spaceBetweenRectangles" presStyleCnt="0"/>
      <dgm:spPr/>
    </dgm:pt>
    <dgm:pt modelId="{FCEBEE8B-A90B-9A45-A1E0-97D703BA55A4}" type="pres">
      <dgm:prSet presAssocID="{54677EE6-8CD6-4E4B-99BB-91F5FEC7D2E4}" presName="parentLin" presStyleCnt="0"/>
      <dgm:spPr/>
    </dgm:pt>
    <dgm:pt modelId="{527419D3-7D3D-824A-B784-6B5F87496AAC}" type="pres">
      <dgm:prSet presAssocID="{54677EE6-8CD6-4E4B-99BB-91F5FEC7D2E4}" presName="parentLeftMargin" presStyleLbl="node1" presStyleIdx="0" presStyleCnt="2"/>
      <dgm:spPr/>
    </dgm:pt>
    <dgm:pt modelId="{DF295282-892C-384F-A986-387A4F117647}" type="pres">
      <dgm:prSet presAssocID="{54677EE6-8CD6-4E4B-99BB-91F5FEC7D2E4}" presName="parentText" presStyleLbl="node1" presStyleIdx="1" presStyleCnt="2">
        <dgm:presLayoutVars>
          <dgm:chMax val="0"/>
          <dgm:bulletEnabled val="1"/>
        </dgm:presLayoutVars>
      </dgm:prSet>
      <dgm:spPr/>
    </dgm:pt>
    <dgm:pt modelId="{BF9D0437-7C29-7446-A0F6-158EC2A02791}" type="pres">
      <dgm:prSet presAssocID="{54677EE6-8CD6-4E4B-99BB-91F5FEC7D2E4}" presName="negativeSpace" presStyleCnt="0"/>
      <dgm:spPr/>
    </dgm:pt>
    <dgm:pt modelId="{C8963C69-5E24-2344-9BD3-1858F69C103E}" type="pres">
      <dgm:prSet presAssocID="{54677EE6-8CD6-4E4B-99BB-91F5FEC7D2E4}" presName="childText" presStyleLbl="conFgAcc1" presStyleIdx="1" presStyleCnt="2">
        <dgm:presLayoutVars>
          <dgm:bulletEnabled val="1"/>
        </dgm:presLayoutVars>
      </dgm:prSet>
      <dgm:spPr/>
    </dgm:pt>
  </dgm:ptLst>
  <dgm:cxnLst>
    <dgm:cxn modelId="{D597F00D-D4A1-5547-AB73-A3BA0493FE6F}" type="presOf" srcId="{A02B0A96-8C72-49BD-8F2D-0C5C2C149082}" destId="{4DBB01CE-CD3C-F542-8269-0FE9AA0110FF}" srcOrd="1" destOrd="0" presId="urn:microsoft.com/office/officeart/2005/8/layout/list1"/>
    <dgm:cxn modelId="{4EE9A512-2198-3643-8822-4A857079A18D}" type="presOf" srcId="{5AEBD858-97BF-45E4-A808-B3B696EE3D6A}" destId="{AF0F9D96-16AE-3E4C-A214-D214E66A5771}" srcOrd="0" destOrd="0" presId="urn:microsoft.com/office/officeart/2005/8/layout/list1"/>
    <dgm:cxn modelId="{02E5371B-645D-3042-9437-DFBC65E0261B}" type="presOf" srcId="{5890B47A-59BC-4801-AE97-7BAFCBB2D01E}" destId="{C8963C69-5E24-2344-9BD3-1858F69C103E}" srcOrd="0" destOrd="0" presId="urn:microsoft.com/office/officeart/2005/8/layout/list1"/>
    <dgm:cxn modelId="{F3536D1E-5741-4482-80CF-E6A97F5DEA7B}" srcId="{54677EE6-8CD6-4E4B-99BB-91F5FEC7D2E4}" destId="{560C06AC-1391-4169-815F-20AA59CC49B5}" srcOrd="1" destOrd="0" parTransId="{F16A3527-E45C-4F04-BC99-9C9B6CFFF65B}" sibTransId="{69F53355-603C-4568-BF15-B96662648238}"/>
    <dgm:cxn modelId="{10B33563-AC2E-CA48-83CF-DF01915BCA32}" type="presOf" srcId="{54677EE6-8CD6-4E4B-99BB-91F5FEC7D2E4}" destId="{527419D3-7D3D-824A-B784-6B5F87496AAC}" srcOrd="0" destOrd="0" presId="urn:microsoft.com/office/officeart/2005/8/layout/list1"/>
    <dgm:cxn modelId="{3386676A-FE04-2F48-A761-ABFA3EF7B3AC}" type="presOf" srcId="{A02B0A96-8C72-49BD-8F2D-0C5C2C149082}" destId="{2314DC23-4030-964B-9B6E-26F5CCC64985}" srcOrd="0" destOrd="0" presId="urn:microsoft.com/office/officeart/2005/8/layout/list1"/>
    <dgm:cxn modelId="{081D3155-63BA-0140-B4D7-37E10F44AC05}" type="presOf" srcId="{54677EE6-8CD6-4E4B-99BB-91F5FEC7D2E4}" destId="{DF295282-892C-384F-A986-387A4F117647}" srcOrd="1" destOrd="0" presId="urn:microsoft.com/office/officeart/2005/8/layout/list1"/>
    <dgm:cxn modelId="{10331C86-2222-B64B-8AD5-8B4B272E91EC}" type="presOf" srcId="{560C06AC-1391-4169-815F-20AA59CC49B5}" destId="{C8963C69-5E24-2344-9BD3-1858F69C103E}" srcOrd="0" destOrd="1" presId="urn:microsoft.com/office/officeart/2005/8/layout/list1"/>
    <dgm:cxn modelId="{C8FCDD95-DA48-4A0D-B873-3E03E66E7212}" srcId="{5AEBD858-97BF-45E4-A808-B3B696EE3D6A}" destId="{A02B0A96-8C72-49BD-8F2D-0C5C2C149082}" srcOrd="0" destOrd="0" parTransId="{0A1647D4-34C7-46D8-AC4C-4A989FF47DCD}" sibTransId="{087982F9-205D-4326-96AD-21A5B75A50AF}"/>
    <dgm:cxn modelId="{B4F532A0-3169-4083-A6EA-76EC971D2C1F}" srcId="{A02B0A96-8C72-49BD-8F2D-0C5C2C149082}" destId="{E8FC6AAD-47F2-47BE-B313-C61758CFC60B}" srcOrd="0" destOrd="0" parTransId="{2C450E37-FA6E-402F-82A7-43748328DE67}" sibTransId="{BB1654F6-80DA-4527-8A45-6E8DF675B0CB}"/>
    <dgm:cxn modelId="{26F754C1-936B-284A-9BDD-8D8AE1AB2761}" type="presOf" srcId="{E8FC6AAD-47F2-47BE-B313-C61758CFC60B}" destId="{56338284-04DA-5349-9DD2-5F50A89C8A05}" srcOrd="0" destOrd="0" presId="urn:microsoft.com/office/officeart/2005/8/layout/list1"/>
    <dgm:cxn modelId="{C83EB6C4-3444-4AA4-8BD7-5405447E8011}" srcId="{5AEBD858-97BF-45E4-A808-B3B696EE3D6A}" destId="{54677EE6-8CD6-4E4B-99BB-91F5FEC7D2E4}" srcOrd="1" destOrd="0" parTransId="{68F7A985-2F67-4FE4-AC88-4CE4A12BAD6D}" sibTransId="{14115187-DB0D-4040-8198-19AF0A6C3DD0}"/>
    <dgm:cxn modelId="{0CBD5FC9-A3CA-46B7-A69B-64E5E0E69FCD}" srcId="{54677EE6-8CD6-4E4B-99BB-91F5FEC7D2E4}" destId="{5890B47A-59BC-4801-AE97-7BAFCBB2D01E}" srcOrd="0" destOrd="0" parTransId="{DB64E598-A8F0-4DC3-ABB3-759F1D29E6F5}" sibTransId="{76881DE2-1FD3-450B-979C-FDF2E90AA2FF}"/>
    <dgm:cxn modelId="{2707A1FE-AB08-204A-8F06-917BBA05253F}" type="presParOf" srcId="{AF0F9D96-16AE-3E4C-A214-D214E66A5771}" destId="{C3951E0C-E717-F140-B904-8CC6EECB994D}" srcOrd="0" destOrd="0" presId="urn:microsoft.com/office/officeart/2005/8/layout/list1"/>
    <dgm:cxn modelId="{82D1EF28-6EBD-3D45-A3C4-1A0CFD5745E9}" type="presParOf" srcId="{C3951E0C-E717-F140-B904-8CC6EECB994D}" destId="{2314DC23-4030-964B-9B6E-26F5CCC64985}" srcOrd="0" destOrd="0" presId="urn:microsoft.com/office/officeart/2005/8/layout/list1"/>
    <dgm:cxn modelId="{E231C9CB-5607-6841-818C-AD04B761880D}" type="presParOf" srcId="{C3951E0C-E717-F140-B904-8CC6EECB994D}" destId="{4DBB01CE-CD3C-F542-8269-0FE9AA0110FF}" srcOrd="1" destOrd="0" presId="urn:microsoft.com/office/officeart/2005/8/layout/list1"/>
    <dgm:cxn modelId="{AB85A5DB-8887-B64C-B2C3-0CCF0E9B76D7}" type="presParOf" srcId="{AF0F9D96-16AE-3E4C-A214-D214E66A5771}" destId="{9E7AB72E-DA1C-C946-A4FE-6F84774FEF4B}" srcOrd="1" destOrd="0" presId="urn:microsoft.com/office/officeart/2005/8/layout/list1"/>
    <dgm:cxn modelId="{86ED921B-CB90-414B-A959-44C5A4F0D533}" type="presParOf" srcId="{AF0F9D96-16AE-3E4C-A214-D214E66A5771}" destId="{56338284-04DA-5349-9DD2-5F50A89C8A05}" srcOrd="2" destOrd="0" presId="urn:microsoft.com/office/officeart/2005/8/layout/list1"/>
    <dgm:cxn modelId="{32427F11-705E-4A44-8171-0FDDC69423CA}" type="presParOf" srcId="{AF0F9D96-16AE-3E4C-A214-D214E66A5771}" destId="{25CDB079-0F00-8C4B-BB02-C479E2FB7796}" srcOrd="3" destOrd="0" presId="urn:microsoft.com/office/officeart/2005/8/layout/list1"/>
    <dgm:cxn modelId="{13EDB618-3822-0E4C-8589-AF5BE458B26F}" type="presParOf" srcId="{AF0F9D96-16AE-3E4C-A214-D214E66A5771}" destId="{FCEBEE8B-A90B-9A45-A1E0-97D703BA55A4}" srcOrd="4" destOrd="0" presId="urn:microsoft.com/office/officeart/2005/8/layout/list1"/>
    <dgm:cxn modelId="{73C66977-CDB5-0548-B7E2-D506B8AC837C}" type="presParOf" srcId="{FCEBEE8B-A90B-9A45-A1E0-97D703BA55A4}" destId="{527419D3-7D3D-824A-B784-6B5F87496AAC}" srcOrd="0" destOrd="0" presId="urn:microsoft.com/office/officeart/2005/8/layout/list1"/>
    <dgm:cxn modelId="{A46D46C5-58EE-EF46-8D0B-5F5916B3DF34}" type="presParOf" srcId="{FCEBEE8B-A90B-9A45-A1E0-97D703BA55A4}" destId="{DF295282-892C-384F-A986-387A4F117647}" srcOrd="1" destOrd="0" presId="urn:microsoft.com/office/officeart/2005/8/layout/list1"/>
    <dgm:cxn modelId="{5EEE5979-E521-5B4C-8249-402713448929}" type="presParOf" srcId="{AF0F9D96-16AE-3E4C-A214-D214E66A5771}" destId="{BF9D0437-7C29-7446-A0F6-158EC2A02791}" srcOrd="5" destOrd="0" presId="urn:microsoft.com/office/officeart/2005/8/layout/list1"/>
    <dgm:cxn modelId="{4AD24662-ED6A-1243-A72B-669A9888B173}" type="presParOf" srcId="{AF0F9D96-16AE-3E4C-A214-D214E66A5771}" destId="{C8963C69-5E24-2344-9BD3-1858F69C103E}"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AE42FCD-6F80-4087-9FCB-834CB732C883}"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AF845285-6B65-4DBF-B172-0DD58A596D59}">
      <dgm:prSet phldrT="[Text]" custT="1"/>
      <dgm:spPr/>
      <dgm:t>
        <a:bodyPr/>
        <a:lstStyle/>
        <a:p>
          <a:r>
            <a:rPr lang="en-US" sz="2000" dirty="0"/>
            <a:t>NAS Purpose</a:t>
          </a:r>
        </a:p>
      </dgm:t>
    </dgm:pt>
    <dgm:pt modelId="{7C9DCFBD-F943-4B32-BF0A-A579281F0CF2}" type="parTrans" cxnId="{ED7D0AE1-C650-448A-A108-34DAA13C99DA}">
      <dgm:prSet/>
      <dgm:spPr/>
      <dgm:t>
        <a:bodyPr/>
        <a:lstStyle/>
        <a:p>
          <a:endParaRPr lang="en-US"/>
        </a:p>
      </dgm:t>
    </dgm:pt>
    <dgm:pt modelId="{9A18C296-ACD1-4DA7-94CE-9F8810981FA4}" type="sibTrans" cxnId="{ED7D0AE1-C650-448A-A108-34DAA13C99DA}">
      <dgm:prSet/>
      <dgm:spPr/>
      <dgm:t>
        <a:bodyPr/>
        <a:lstStyle/>
        <a:p>
          <a:endParaRPr lang="en-US"/>
        </a:p>
      </dgm:t>
    </dgm:pt>
    <dgm:pt modelId="{42F55404-AB12-4D92-8EA6-168004744472}">
      <dgm:prSet phldrT="[Text]" custT="1"/>
      <dgm:spPr/>
      <dgm:t>
        <a:bodyPr/>
        <a:lstStyle/>
        <a:p>
          <a:r>
            <a:rPr lang="en-US" sz="2000" dirty="0"/>
            <a:t>NAS Components </a:t>
          </a:r>
        </a:p>
      </dgm:t>
    </dgm:pt>
    <dgm:pt modelId="{3813C158-B9F8-4139-9366-7FCC3495E981}" type="parTrans" cxnId="{D0FD9292-F16A-43D3-90DF-34742C6423CB}">
      <dgm:prSet/>
      <dgm:spPr/>
      <dgm:t>
        <a:bodyPr/>
        <a:lstStyle/>
        <a:p>
          <a:endParaRPr lang="en-US"/>
        </a:p>
      </dgm:t>
    </dgm:pt>
    <dgm:pt modelId="{C63DF7FE-774F-47B3-BB00-E435EEA4C1A5}" type="sibTrans" cxnId="{D0FD9292-F16A-43D3-90DF-34742C6423CB}">
      <dgm:prSet/>
      <dgm:spPr/>
      <dgm:t>
        <a:bodyPr/>
        <a:lstStyle/>
        <a:p>
          <a:endParaRPr lang="en-US"/>
        </a:p>
      </dgm:t>
    </dgm:pt>
    <dgm:pt modelId="{615E9A01-F906-40A2-96ED-B44A2614FE95}">
      <dgm:prSet phldrT="[Text]" custT="1"/>
      <dgm:spPr>
        <a:solidFill>
          <a:schemeClr val="bg1">
            <a:lumMod val="95000"/>
            <a:alpha val="90000"/>
          </a:schemeClr>
        </a:solidFill>
        <a:ln w="9525">
          <a:solidFill>
            <a:schemeClr val="bg1">
              <a:lumMod val="85000"/>
            </a:schemeClr>
          </a:solidFill>
        </a:ln>
      </dgm:spPr>
      <dgm:t>
        <a:bodyPr/>
        <a:lstStyle/>
        <a:p>
          <a:r>
            <a:rPr lang="en-US" sz="1800" dirty="0">
              <a:solidFill>
                <a:srgbClr val="20282F"/>
              </a:solidFill>
            </a:rPr>
            <a:t>Provides remote file access</a:t>
          </a:r>
        </a:p>
      </dgm:t>
    </dgm:pt>
    <dgm:pt modelId="{172FF49D-A24C-47EE-A456-A2C0BF30822D}" type="parTrans" cxnId="{21880889-299E-4B3B-AA09-67CAA0548A3E}">
      <dgm:prSet/>
      <dgm:spPr/>
      <dgm:t>
        <a:bodyPr/>
        <a:lstStyle/>
        <a:p>
          <a:endParaRPr lang="en-US"/>
        </a:p>
      </dgm:t>
    </dgm:pt>
    <dgm:pt modelId="{C2A4CC27-B793-4BBF-ADBE-51868532E45F}" type="sibTrans" cxnId="{21880889-299E-4B3B-AA09-67CAA0548A3E}">
      <dgm:prSet/>
      <dgm:spPr/>
      <dgm:t>
        <a:bodyPr/>
        <a:lstStyle/>
        <a:p>
          <a:endParaRPr lang="en-US"/>
        </a:p>
      </dgm:t>
    </dgm:pt>
    <dgm:pt modelId="{D9A957C5-1E06-4F9C-8203-BD48F1772102}">
      <dgm:prSet phldrT="[Text]" custT="1"/>
      <dgm:spPr>
        <a:solidFill>
          <a:schemeClr val="bg1">
            <a:lumMod val="95000"/>
            <a:alpha val="90000"/>
          </a:schemeClr>
        </a:solidFill>
        <a:ln w="9525">
          <a:solidFill>
            <a:schemeClr val="bg1">
              <a:lumMod val="85000"/>
            </a:schemeClr>
          </a:solidFill>
        </a:ln>
      </dgm:spPr>
      <dgm:t>
        <a:bodyPr/>
        <a:lstStyle/>
        <a:p>
          <a:r>
            <a:rPr lang="en-US" sz="1800" dirty="0">
              <a:solidFill>
                <a:srgbClr val="20282F"/>
              </a:solidFill>
            </a:rPr>
            <a:t>Processor, memory, and hard drives</a:t>
          </a:r>
        </a:p>
      </dgm:t>
    </dgm:pt>
    <dgm:pt modelId="{CD1D5C79-A86D-4934-A4C6-DAAE8841DE8C}" type="parTrans" cxnId="{3D7EB7D5-83C3-4EB4-AFC4-97BFFB59685C}">
      <dgm:prSet/>
      <dgm:spPr/>
      <dgm:t>
        <a:bodyPr/>
        <a:lstStyle/>
        <a:p>
          <a:endParaRPr lang="en-US"/>
        </a:p>
      </dgm:t>
    </dgm:pt>
    <dgm:pt modelId="{6B1CB39F-C1F2-44E8-9923-281BE1760963}" type="sibTrans" cxnId="{3D7EB7D5-83C3-4EB4-AFC4-97BFFB59685C}">
      <dgm:prSet/>
      <dgm:spPr/>
      <dgm:t>
        <a:bodyPr/>
        <a:lstStyle/>
        <a:p>
          <a:endParaRPr lang="en-US"/>
        </a:p>
      </dgm:t>
    </dgm:pt>
    <dgm:pt modelId="{ACB809CD-6059-46F9-9BBB-F1A88080ACC6}">
      <dgm:prSet phldrT="[Text]" custT="1"/>
      <dgm:spPr>
        <a:solidFill>
          <a:schemeClr val="bg1">
            <a:lumMod val="95000"/>
            <a:alpha val="90000"/>
          </a:schemeClr>
        </a:solidFill>
        <a:ln w="9525">
          <a:solidFill>
            <a:schemeClr val="bg1">
              <a:lumMod val="85000"/>
            </a:schemeClr>
          </a:solidFill>
        </a:ln>
      </dgm:spPr>
      <dgm:t>
        <a:bodyPr/>
        <a:lstStyle/>
        <a:p>
          <a:r>
            <a:rPr lang="en-US" sz="1800" dirty="0">
              <a:solidFill>
                <a:srgbClr val="20282F"/>
              </a:solidFill>
            </a:rPr>
            <a:t>Bespoke OS, usually Linux </a:t>
          </a:r>
        </a:p>
      </dgm:t>
    </dgm:pt>
    <dgm:pt modelId="{DD7262D2-D477-4018-8172-0836052F13B9}" type="parTrans" cxnId="{0092A9E4-F0D9-462F-861B-268BB5EBA7CF}">
      <dgm:prSet/>
      <dgm:spPr/>
      <dgm:t>
        <a:bodyPr/>
        <a:lstStyle/>
        <a:p>
          <a:endParaRPr lang="en-US"/>
        </a:p>
      </dgm:t>
    </dgm:pt>
    <dgm:pt modelId="{9F5DE36A-8FA4-4984-B6F6-537A926E6148}" type="sibTrans" cxnId="{0092A9E4-F0D9-462F-861B-268BB5EBA7CF}">
      <dgm:prSet/>
      <dgm:spPr/>
      <dgm:t>
        <a:bodyPr/>
        <a:lstStyle/>
        <a:p>
          <a:endParaRPr lang="en-US"/>
        </a:p>
      </dgm:t>
    </dgm:pt>
    <dgm:pt modelId="{E3F3496E-A9E5-4F4A-9106-375249758880}">
      <dgm:prSet phldrT="[Text]" custT="1"/>
      <dgm:spPr>
        <a:solidFill>
          <a:schemeClr val="bg1">
            <a:lumMod val="95000"/>
            <a:alpha val="90000"/>
          </a:schemeClr>
        </a:solidFill>
        <a:ln w="9525">
          <a:solidFill>
            <a:schemeClr val="bg1">
              <a:lumMod val="85000"/>
            </a:schemeClr>
          </a:solidFill>
        </a:ln>
      </dgm:spPr>
      <dgm:t>
        <a:bodyPr/>
        <a:lstStyle/>
        <a:p>
          <a:r>
            <a:rPr lang="en-US" sz="1800" dirty="0">
              <a:solidFill>
                <a:srgbClr val="20282F"/>
              </a:solidFill>
            </a:rPr>
            <a:t>Concurrent resource access for multiple devices</a:t>
          </a:r>
        </a:p>
      </dgm:t>
    </dgm:pt>
    <dgm:pt modelId="{26984DE5-F3E1-4FC2-8454-82850960E19A}" type="parTrans" cxnId="{1F644905-02E3-4D38-BCD5-C1BFC26259B3}">
      <dgm:prSet/>
      <dgm:spPr/>
      <dgm:t>
        <a:bodyPr/>
        <a:lstStyle/>
        <a:p>
          <a:endParaRPr lang="en-US"/>
        </a:p>
      </dgm:t>
    </dgm:pt>
    <dgm:pt modelId="{70409A78-BD22-4B2D-B35A-075FA11AF847}" type="sibTrans" cxnId="{1F644905-02E3-4D38-BCD5-C1BFC26259B3}">
      <dgm:prSet/>
      <dgm:spPr/>
      <dgm:t>
        <a:bodyPr/>
        <a:lstStyle/>
        <a:p>
          <a:endParaRPr lang="en-US"/>
        </a:p>
      </dgm:t>
    </dgm:pt>
    <dgm:pt modelId="{1C4B82DF-BF03-984F-B3B2-9895861A8134}" type="pres">
      <dgm:prSet presAssocID="{6AE42FCD-6F80-4087-9FCB-834CB732C883}" presName="linear" presStyleCnt="0">
        <dgm:presLayoutVars>
          <dgm:dir/>
          <dgm:animLvl val="lvl"/>
          <dgm:resizeHandles val="exact"/>
        </dgm:presLayoutVars>
      </dgm:prSet>
      <dgm:spPr/>
    </dgm:pt>
    <dgm:pt modelId="{A073D72D-7CF8-2F4B-A09B-7303F2DC0EF0}" type="pres">
      <dgm:prSet presAssocID="{AF845285-6B65-4DBF-B172-0DD58A596D59}" presName="parentLin" presStyleCnt="0"/>
      <dgm:spPr/>
    </dgm:pt>
    <dgm:pt modelId="{7A014B3F-F2BE-F441-A45A-37CDCAC611A7}" type="pres">
      <dgm:prSet presAssocID="{AF845285-6B65-4DBF-B172-0DD58A596D59}" presName="parentLeftMargin" presStyleLbl="node1" presStyleIdx="0" presStyleCnt="2"/>
      <dgm:spPr/>
    </dgm:pt>
    <dgm:pt modelId="{1DBCEF4D-12B2-304D-81EB-10458AB57209}" type="pres">
      <dgm:prSet presAssocID="{AF845285-6B65-4DBF-B172-0DD58A596D59}" presName="parentText" presStyleLbl="node1" presStyleIdx="0" presStyleCnt="2">
        <dgm:presLayoutVars>
          <dgm:chMax val="0"/>
          <dgm:bulletEnabled val="1"/>
        </dgm:presLayoutVars>
      </dgm:prSet>
      <dgm:spPr/>
    </dgm:pt>
    <dgm:pt modelId="{5797DDF2-E5F1-6A45-AEFD-AD85C6F5E97E}" type="pres">
      <dgm:prSet presAssocID="{AF845285-6B65-4DBF-B172-0DD58A596D59}" presName="negativeSpace" presStyleCnt="0"/>
      <dgm:spPr/>
    </dgm:pt>
    <dgm:pt modelId="{B0A0AA6C-0275-C64D-BA69-278DD4D91312}" type="pres">
      <dgm:prSet presAssocID="{AF845285-6B65-4DBF-B172-0DD58A596D59}" presName="childText" presStyleLbl="conFgAcc1" presStyleIdx="0" presStyleCnt="2">
        <dgm:presLayoutVars>
          <dgm:bulletEnabled val="1"/>
        </dgm:presLayoutVars>
      </dgm:prSet>
      <dgm:spPr/>
    </dgm:pt>
    <dgm:pt modelId="{2CBE521F-FB49-C64B-96B4-5DC4D7DF52E0}" type="pres">
      <dgm:prSet presAssocID="{9A18C296-ACD1-4DA7-94CE-9F8810981FA4}" presName="spaceBetweenRectangles" presStyleCnt="0"/>
      <dgm:spPr/>
    </dgm:pt>
    <dgm:pt modelId="{249377A8-22D3-464C-B8EA-41A163334346}" type="pres">
      <dgm:prSet presAssocID="{42F55404-AB12-4D92-8EA6-168004744472}" presName="parentLin" presStyleCnt="0"/>
      <dgm:spPr/>
    </dgm:pt>
    <dgm:pt modelId="{3D6502AE-3C20-5F41-8823-BAFDEEFEFC59}" type="pres">
      <dgm:prSet presAssocID="{42F55404-AB12-4D92-8EA6-168004744472}" presName="parentLeftMargin" presStyleLbl="node1" presStyleIdx="0" presStyleCnt="2"/>
      <dgm:spPr/>
    </dgm:pt>
    <dgm:pt modelId="{5C08F378-65AC-9744-9B4D-825FE6FC3D29}" type="pres">
      <dgm:prSet presAssocID="{42F55404-AB12-4D92-8EA6-168004744472}" presName="parentText" presStyleLbl="node1" presStyleIdx="1" presStyleCnt="2">
        <dgm:presLayoutVars>
          <dgm:chMax val="0"/>
          <dgm:bulletEnabled val="1"/>
        </dgm:presLayoutVars>
      </dgm:prSet>
      <dgm:spPr/>
    </dgm:pt>
    <dgm:pt modelId="{DCEA6A80-5113-7846-BF50-6D4804962FC8}" type="pres">
      <dgm:prSet presAssocID="{42F55404-AB12-4D92-8EA6-168004744472}" presName="negativeSpace" presStyleCnt="0"/>
      <dgm:spPr/>
    </dgm:pt>
    <dgm:pt modelId="{3A9997B8-41C2-1248-AE6D-543480AF3E98}" type="pres">
      <dgm:prSet presAssocID="{42F55404-AB12-4D92-8EA6-168004744472}" presName="childText" presStyleLbl="conFgAcc1" presStyleIdx="1" presStyleCnt="2">
        <dgm:presLayoutVars>
          <dgm:bulletEnabled val="1"/>
        </dgm:presLayoutVars>
      </dgm:prSet>
      <dgm:spPr/>
    </dgm:pt>
  </dgm:ptLst>
  <dgm:cxnLst>
    <dgm:cxn modelId="{1F644905-02E3-4D38-BCD5-C1BFC26259B3}" srcId="{AF845285-6B65-4DBF-B172-0DD58A596D59}" destId="{E3F3496E-A9E5-4F4A-9106-375249758880}" srcOrd="1" destOrd="0" parTransId="{26984DE5-F3E1-4FC2-8454-82850960E19A}" sibTransId="{70409A78-BD22-4B2D-B35A-075FA11AF847}"/>
    <dgm:cxn modelId="{A818C52B-31A3-7940-A5E4-A249D7028325}" type="presOf" srcId="{615E9A01-F906-40A2-96ED-B44A2614FE95}" destId="{B0A0AA6C-0275-C64D-BA69-278DD4D91312}" srcOrd="0" destOrd="0" presId="urn:microsoft.com/office/officeart/2005/8/layout/list1"/>
    <dgm:cxn modelId="{4883A15D-553E-B04E-87FE-0C0D1FBE1A83}" type="presOf" srcId="{AF845285-6B65-4DBF-B172-0DD58A596D59}" destId="{7A014B3F-F2BE-F441-A45A-37CDCAC611A7}" srcOrd="0" destOrd="0" presId="urn:microsoft.com/office/officeart/2005/8/layout/list1"/>
    <dgm:cxn modelId="{43D51467-CA9D-4345-95BA-46FDA15F4106}" type="presOf" srcId="{D9A957C5-1E06-4F9C-8203-BD48F1772102}" destId="{3A9997B8-41C2-1248-AE6D-543480AF3E98}" srcOrd="0" destOrd="0" presId="urn:microsoft.com/office/officeart/2005/8/layout/list1"/>
    <dgm:cxn modelId="{D3AB1872-58DC-D54F-B1F1-F17148A28A6B}" type="presOf" srcId="{6AE42FCD-6F80-4087-9FCB-834CB732C883}" destId="{1C4B82DF-BF03-984F-B3B2-9895861A8134}" srcOrd="0" destOrd="0" presId="urn:microsoft.com/office/officeart/2005/8/layout/list1"/>
    <dgm:cxn modelId="{FBAF3558-4B77-DA44-A7EE-B1B041973849}" type="presOf" srcId="{E3F3496E-A9E5-4F4A-9106-375249758880}" destId="{B0A0AA6C-0275-C64D-BA69-278DD4D91312}" srcOrd="0" destOrd="1" presId="urn:microsoft.com/office/officeart/2005/8/layout/list1"/>
    <dgm:cxn modelId="{21880889-299E-4B3B-AA09-67CAA0548A3E}" srcId="{AF845285-6B65-4DBF-B172-0DD58A596D59}" destId="{615E9A01-F906-40A2-96ED-B44A2614FE95}" srcOrd="0" destOrd="0" parTransId="{172FF49D-A24C-47EE-A456-A2C0BF30822D}" sibTransId="{C2A4CC27-B793-4BBF-ADBE-51868532E45F}"/>
    <dgm:cxn modelId="{D0FD9292-F16A-43D3-90DF-34742C6423CB}" srcId="{6AE42FCD-6F80-4087-9FCB-834CB732C883}" destId="{42F55404-AB12-4D92-8EA6-168004744472}" srcOrd="1" destOrd="0" parTransId="{3813C158-B9F8-4139-9366-7FCC3495E981}" sibTransId="{C63DF7FE-774F-47B3-BB00-E435EEA4C1A5}"/>
    <dgm:cxn modelId="{EB7CEAB8-8359-8B4A-B4FF-E557FC927898}" type="presOf" srcId="{AF845285-6B65-4DBF-B172-0DD58A596D59}" destId="{1DBCEF4D-12B2-304D-81EB-10458AB57209}" srcOrd="1" destOrd="0" presId="urn:microsoft.com/office/officeart/2005/8/layout/list1"/>
    <dgm:cxn modelId="{2573B1BC-97E0-A048-B1FD-413359685331}" type="presOf" srcId="{ACB809CD-6059-46F9-9BBB-F1A88080ACC6}" destId="{3A9997B8-41C2-1248-AE6D-543480AF3E98}" srcOrd="0" destOrd="1" presId="urn:microsoft.com/office/officeart/2005/8/layout/list1"/>
    <dgm:cxn modelId="{F928C0BD-A4E8-3A44-85DB-4FF7C5D59999}" type="presOf" srcId="{42F55404-AB12-4D92-8EA6-168004744472}" destId="{3D6502AE-3C20-5F41-8823-BAFDEEFEFC59}" srcOrd="0" destOrd="0" presId="urn:microsoft.com/office/officeart/2005/8/layout/list1"/>
    <dgm:cxn modelId="{CDABAACD-086B-1F44-A095-22C6E82C1182}" type="presOf" srcId="{42F55404-AB12-4D92-8EA6-168004744472}" destId="{5C08F378-65AC-9744-9B4D-825FE6FC3D29}" srcOrd="1" destOrd="0" presId="urn:microsoft.com/office/officeart/2005/8/layout/list1"/>
    <dgm:cxn modelId="{3D7EB7D5-83C3-4EB4-AFC4-97BFFB59685C}" srcId="{42F55404-AB12-4D92-8EA6-168004744472}" destId="{D9A957C5-1E06-4F9C-8203-BD48F1772102}" srcOrd="0" destOrd="0" parTransId="{CD1D5C79-A86D-4934-A4C6-DAAE8841DE8C}" sibTransId="{6B1CB39F-C1F2-44E8-9923-281BE1760963}"/>
    <dgm:cxn modelId="{ED7D0AE1-C650-448A-A108-34DAA13C99DA}" srcId="{6AE42FCD-6F80-4087-9FCB-834CB732C883}" destId="{AF845285-6B65-4DBF-B172-0DD58A596D59}" srcOrd="0" destOrd="0" parTransId="{7C9DCFBD-F943-4B32-BF0A-A579281F0CF2}" sibTransId="{9A18C296-ACD1-4DA7-94CE-9F8810981FA4}"/>
    <dgm:cxn modelId="{0092A9E4-F0D9-462F-861B-268BB5EBA7CF}" srcId="{42F55404-AB12-4D92-8EA6-168004744472}" destId="{ACB809CD-6059-46F9-9BBB-F1A88080ACC6}" srcOrd="1" destOrd="0" parTransId="{DD7262D2-D477-4018-8172-0836052F13B9}" sibTransId="{9F5DE36A-8FA4-4984-B6F6-537A926E6148}"/>
    <dgm:cxn modelId="{0FA7981B-74E7-8749-BC99-A75364215EE7}" type="presParOf" srcId="{1C4B82DF-BF03-984F-B3B2-9895861A8134}" destId="{A073D72D-7CF8-2F4B-A09B-7303F2DC0EF0}" srcOrd="0" destOrd="0" presId="urn:microsoft.com/office/officeart/2005/8/layout/list1"/>
    <dgm:cxn modelId="{3D476407-DED7-FD4D-B4EC-44F2A789F6E3}" type="presParOf" srcId="{A073D72D-7CF8-2F4B-A09B-7303F2DC0EF0}" destId="{7A014B3F-F2BE-F441-A45A-37CDCAC611A7}" srcOrd="0" destOrd="0" presId="urn:microsoft.com/office/officeart/2005/8/layout/list1"/>
    <dgm:cxn modelId="{04749288-D0D0-ED4A-A82C-2ADE64AE0A33}" type="presParOf" srcId="{A073D72D-7CF8-2F4B-A09B-7303F2DC0EF0}" destId="{1DBCEF4D-12B2-304D-81EB-10458AB57209}" srcOrd="1" destOrd="0" presId="urn:microsoft.com/office/officeart/2005/8/layout/list1"/>
    <dgm:cxn modelId="{8C9AF06A-A735-C149-89B5-EE55E2B13DAB}" type="presParOf" srcId="{1C4B82DF-BF03-984F-B3B2-9895861A8134}" destId="{5797DDF2-E5F1-6A45-AEFD-AD85C6F5E97E}" srcOrd="1" destOrd="0" presId="urn:microsoft.com/office/officeart/2005/8/layout/list1"/>
    <dgm:cxn modelId="{42842302-B87E-CD4E-BF3C-021E2DFC450C}" type="presParOf" srcId="{1C4B82DF-BF03-984F-B3B2-9895861A8134}" destId="{B0A0AA6C-0275-C64D-BA69-278DD4D91312}" srcOrd="2" destOrd="0" presId="urn:microsoft.com/office/officeart/2005/8/layout/list1"/>
    <dgm:cxn modelId="{D0C810CC-5CD8-2941-9B50-DB36B67D4860}" type="presParOf" srcId="{1C4B82DF-BF03-984F-B3B2-9895861A8134}" destId="{2CBE521F-FB49-C64B-96B4-5DC4D7DF52E0}" srcOrd="3" destOrd="0" presId="urn:microsoft.com/office/officeart/2005/8/layout/list1"/>
    <dgm:cxn modelId="{22879BB6-4908-2B41-AC72-8134A033BE70}" type="presParOf" srcId="{1C4B82DF-BF03-984F-B3B2-9895861A8134}" destId="{249377A8-22D3-464C-B8EA-41A163334346}" srcOrd="4" destOrd="0" presId="urn:microsoft.com/office/officeart/2005/8/layout/list1"/>
    <dgm:cxn modelId="{8BBF1142-AC8F-0142-8464-8079A8AFEE68}" type="presParOf" srcId="{249377A8-22D3-464C-B8EA-41A163334346}" destId="{3D6502AE-3C20-5F41-8823-BAFDEEFEFC59}" srcOrd="0" destOrd="0" presId="urn:microsoft.com/office/officeart/2005/8/layout/list1"/>
    <dgm:cxn modelId="{65227E49-EFAA-6248-8277-53504431FAFD}" type="presParOf" srcId="{249377A8-22D3-464C-B8EA-41A163334346}" destId="{5C08F378-65AC-9744-9B4D-825FE6FC3D29}" srcOrd="1" destOrd="0" presId="urn:microsoft.com/office/officeart/2005/8/layout/list1"/>
    <dgm:cxn modelId="{8369CC52-8FCB-9B4C-8609-C4B1BE2640B1}" type="presParOf" srcId="{1C4B82DF-BF03-984F-B3B2-9895861A8134}" destId="{DCEA6A80-5113-7846-BF50-6D4804962FC8}" srcOrd="5" destOrd="0" presId="urn:microsoft.com/office/officeart/2005/8/layout/list1"/>
    <dgm:cxn modelId="{24EA291B-5FED-844C-ABB9-76C60559CC38}" type="presParOf" srcId="{1C4B82DF-BF03-984F-B3B2-9895861A8134}" destId="{3A9997B8-41C2-1248-AE6D-543480AF3E98}"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A543E3C-077B-4057-B764-8E3353868B2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2DA87AD2-BE22-427F-8FA7-5B1556B83AE1}">
      <dgm:prSet phldrT="[Text]" custT="1"/>
      <dgm:spPr/>
      <dgm:t>
        <a:bodyPr/>
        <a:lstStyle/>
        <a:p>
          <a:r>
            <a:rPr lang="en-US" sz="2000" dirty="0"/>
            <a:t>Relational Database </a:t>
          </a:r>
          <a:br>
            <a:rPr lang="en-US" sz="2000" dirty="0"/>
          </a:br>
          <a:r>
            <a:rPr lang="en-US" sz="2000" dirty="0"/>
            <a:t>Management Systems</a:t>
          </a:r>
        </a:p>
      </dgm:t>
    </dgm:pt>
    <dgm:pt modelId="{884EBC22-002C-4C4D-9765-F982E6F97FFA}" type="sibTrans" cxnId="{A4456353-4531-4BD5-A2FC-70518349C41D}">
      <dgm:prSet/>
      <dgm:spPr/>
      <dgm:t>
        <a:bodyPr/>
        <a:lstStyle/>
        <a:p>
          <a:endParaRPr lang="en-US"/>
        </a:p>
      </dgm:t>
    </dgm:pt>
    <dgm:pt modelId="{BD22FE1D-ECB8-4C64-8DBC-6FE295485829}" type="parTrans" cxnId="{A4456353-4531-4BD5-A2FC-70518349C41D}">
      <dgm:prSet/>
      <dgm:spPr/>
      <dgm:t>
        <a:bodyPr/>
        <a:lstStyle/>
        <a:p>
          <a:endParaRPr lang="en-US"/>
        </a:p>
      </dgm:t>
    </dgm:pt>
    <dgm:pt modelId="{B061CD4B-D6A3-47AB-BD8A-CC1DECBE2E09}">
      <dgm:prSet phldrT="[Text]" custT="1"/>
      <dgm:spPr>
        <a:solidFill>
          <a:schemeClr val="bg1">
            <a:lumMod val="95000"/>
            <a:alpha val="90000"/>
          </a:schemeClr>
        </a:solidFill>
        <a:ln w="9525">
          <a:solidFill>
            <a:schemeClr val="bg1">
              <a:lumMod val="85000"/>
            </a:schemeClr>
          </a:solidFill>
        </a:ln>
      </dgm:spPr>
      <dgm:t>
        <a:bodyPr/>
        <a:lstStyle/>
        <a:p>
          <a:r>
            <a:rPr lang="en-US" sz="1800" dirty="0">
              <a:solidFill>
                <a:srgbClr val="20282F"/>
              </a:solidFill>
            </a:rPr>
            <a:t>Structured storage (tables store data)</a:t>
          </a:r>
        </a:p>
      </dgm:t>
    </dgm:pt>
    <dgm:pt modelId="{0AD38849-EE5D-4B86-8525-EFB776EEC114}" type="sibTrans" cxnId="{319921E7-F2C7-4C48-9C7B-9C03014FB31A}">
      <dgm:prSet/>
      <dgm:spPr/>
      <dgm:t>
        <a:bodyPr/>
        <a:lstStyle/>
        <a:p>
          <a:endParaRPr lang="en-US"/>
        </a:p>
      </dgm:t>
    </dgm:pt>
    <dgm:pt modelId="{407E18AB-818E-48E8-957C-C3A4C6CE6744}" type="parTrans" cxnId="{319921E7-F2C7-4C48-9C7B-9C03014FB31A}">
      <dgm:prSet/>
      <dgm:spPr/>
      <dgm:t>
        <a:bodyPr/>
        <a:lstStyle/>
        <a:p>
          <a:endParaRPr lang="en-US"/>
        </a:p>
      </dgm:t>
    </dgm:pt>
    <dgm:pt modelId="{E9D0E25C-ABDB-1744-8011-FE56B22FF92F}">
      <dgm:prSet phldrT="[Text]" custT="1"/>
      <dgm:spPr>
        <a:solidFill>
          <a:schemeClr val="bg1">
            <a:lumMod val="95000"/>
            <a:alpha val="90000"/>
          </a:schemeClr>
        </a:solidFill>
        <a:ln w="9525">
          <a:solidFill>
            <a:schemeClr val="bg1">
              <a:lumMod val="85000"/>
            </a:schemeClr>
          </a:solidFill>
        </a:ln>
      </dgm:spPr>
      <dgm:t>
        <a:bodyPr/>
        <a:lstStyle/>
        <a:p>
          <a:r>
            <a:rPr lang="en-US" sz="1800" dirty="0">
              <a:solidFill>
                <a:srgbClr val="20282F"/>
              </a:solidFill>
            </a:rPr>
            <a:t>SQL queries to retrieve/update data
Connected tables link data via unique IDs
Encryption via TLS</a:t>
          </a:r>
        </a:p>
      </dgm:t>
    </dgm:pt>
    <dgm:pt modelId="{074EB1DD-C41C-7D4E-ACC2-F0B1078BC003}" type="parTrans" cxnId="{977B22D9-BCD2-2046-9187-40F1D2C7E333}">
      <dgm:prSet/>
      <dgm:spPr/>
      <dgm:t>
        <a:bodyPr/>
        <a:lstStyle/>
        <a:p>
          <a:endParaRPr lang="en-US"/>
        </a:p>
      </dgm:t>
    </dgm:pt>
    <dgm:pt modelId="{658358C8-480A-6B43-8CF0-511C6CF8DC7E}" type="sibTrans" cxnId="{977B22D9-BCD2-2046-9187-40F1D2C7E333}">
      <dgm:prSet/>
      <dgm:spPr/>
      <dgm:t>
        <a:bodyPr/>
        <a:lstStyle/>
        <a:p>
          <a:endParaRPr lang="en-US"/>
        </a:p>
      </dgm:t>
    </dgm:pt>
    <dgm:pt modelId="{45035DDB-E419-3140-8BDA-1B224C1AAE8F}" type="pres">
      <dgm:prSet presAssocID="{CA543E3C-077B-4057-B764-8E3353868B2E}" presName="linear" presStyleCnt="0">
        <dgm:presLayoutVars>
          <dgm:dir/>
          <dgm:animLvl val="lvl"/>
          <dgm:resizeHandles val="exact"/>
        </dgm:presLayoutVars>
      </dgm:prSet>
      <dgm:spPr/>
    </dgm:pt>
    <dgm:pt modelId="{DC3AF526-7C45-C740-885E-9018F36BB4EB}" type="pres">
      <dgm:prSet presAssocID="{2DA87AD2-BE22-427F-8FA7-5B1556B83AE1}" presName="parentLin" presStyleCnt="0"/>
      <dgm:spPr/>
    </dgm:pt>
    <dgm:pt modelId="{C1638D29-6514-364B-90FE-27A84720E6B8}" type="pres">
      <dgm:prSet presAssocID="{2DA87AD2-BE22-427F-8FA7-5B1556B83AE1}" presName="parentLeftMargin" presStyleLbl="node1" presStyleIdx="0" presStyleCnt="1"/>
      <dgm:spPr/>
    </dgm:pt>
    <dgm:pt modelId="{A6FD9792-ED0C-294B-B5F1-ED7F06D95200}" type="pres">
      <dgm:prSet presAssocID="{2DA87AD2-BE22-427F-8FA7-5B1556B83AE1}" presName="parentText" presStyleLbl="node1" presStyleIdx="0" presStyleCnt="1">
        <dgm:presLayoutVars>
          <dgm:chMax val="0"/>
          <dgm:bulletEnabled val="1"/>
        </dgm:presLayoutVars>
      </dgm:prSet>
      <dgm:spPr/>
    </dgm:pt>
    <dgm:pt modelId="{819B869F-8F2B-E24C-AC29-D3E7A0C9956F}" type="pres">
      <dgm:prSet presAssocID="{2DA87AD2-BE22-427F-8FA7-5B1556B83AE1}" presName="negativeSpace" presStyleCnt="0"/>
      <dgm:spPr/>
    </dgm:pt>
    <dgm:pt modelId="{3526FAFA-0D3A-7A42-AADC-EF6EC7D97A4F}" type="pres">
      <dgm:prSet presAssocID="{2DA87AD2-BE22-427F-8FA7-5B1556B83AE1}" presName="childText" presStyleLbl="conFgAcc1" presStyleIdx="0" presStyleCnt="1">
        <dgm:presLayoutVars>
          <dgm:bulletEnabled val="1"/>
        </dgm:presLayoutVars>
      </dgm:prSet>
      <dgm:spPr/>
    </dgm:pt>
  </dgm:ptLst>
  <dgm:cxnLst>
    <dgm:cxn modelId="{BB31BD45-AAC6-3246-8473-C7BEE80EB234}" type="presOf" srcId="{B061CD4B-D6A3-47AB-BD8A-CC1DECBE2E09}" destId="{3526FAFA-0D3A-7A42-AADC-EF6EC7D97A4F}" srcOrd="0" destOrd="0" presId="urn:microsoft.com/office/officeart/2005/8/layout/list1"/>
    <dgm:cxn modelId="{A4456353-4531-4BD5-A2FC-70518349C41D}" srcId="{CA543E3C-077B-4057-B764-8E3353868B2E}" destId="{2DA87AD2-BE22-427F-8FA7-5B1556B83AE1}" srcOrd="0" destOrd="0" parTransId="{BD22FE1D-ECB8-4C64-8DBC-6FE295485829}" sibTransId="{884EBC22-002C-4C4D-9765-F982E6F97FFA}"/>
    <dgm:cxn modelId="{142CA8A2-5A45-5D41-BB67-47D80EEB95C9}" type="presOf" srcId="{E9D0E25C-ABDB-1744-8011-FE56B22FF92F}" destId="{3526FAFA-0D3A-7A42-AADC-EF6EC7D97A4F}" srcOrd="0" destOrd="1" presId="urn:microsoft.com/office/officeart/2005/8/layout/list1"/>
    <dgm:cxn modelId="{C163CFC7-3615-7149-B2E1-F54E50446DAD}" type="presOf" srcId="{2DA87AD2-BE22-427F-8FA7-5B1556B83AE1}" destId="{A6FD9792-ED0C-294B-B5F1-ED7F06D95200}" srcOrd="1" destOrd="0" presId="urn:microsoft.com/office/officeart/2005/8/layout/list1"/>
    <dgm:cxn modelId="{977B22D9-BCD2-2046-9187-40F1D2C7E333}" srcId="{2DA87AD2-BE22-427F-8FA7-5B1556B83AE1}" destId="{E9D0E25C-ABDB-1744-8011-FE56B22FF92F}" srcOrd="1" destOrd="0" parTransId="{074EB1DD-C41C-7D4E-ACC2-F0B1078BC003}" sibTransId="{658358C8-480A-6B43-8CF0-511C6CF8DC7E}"/>
    <dgm:cxn modelId="{319921E7-F2C7-4C48-9C7B-9C03014FB31A}" srcId="{2DA87AD2-BE22-427F-8FA7-5B1556B83AE1}" destId="{B061CD4B-D6A3-47AB-BD8A-CC1DECBE2E09}" srcOrd="0" destOrd="0" parTransId="{407E18AB-818E-48E8-957C-C3A4C6CE6744}" sibTransId="{0AD38849-EE5D-4B86-8525-EFB776EEC114}"/>
    <dgm:cxn modelId="{BBB7CBF0-8CA8-A24F-8CC6-F47F741E4EBB}" type="presOf" srcId="{2DA87AD2-BE22-427F-8FA7-5B1556B83AE1}" destId="{C1638D29-6514-364B-90FE-27A84720E6B8}" srcOrd="0" destOrd="0" presId="urn:microsoft.com/office/officeart/2005/8/layout/list1"/>
    <dgm:cxn modelId="{826940F5-5674-1C49-A8E6-76E601E78C5C}" type="presOf" srcId="{CA543E3C-077B-4057-B764-8E3353868B2E}" destId="{45035DDB-E419-3140-8BDA-1B224C1AAE8F}" srcOrd="0" destOrd="0" presId="urn:microsoft.com/office/officeart/2005/8/layout/list1"/>
    <dgm:cxn modelId="{CC2728BD-F5CF-EE49-BDBE-6A074562AFAA}" type="presParOf" srcId="{45035DDB-E419-3140-8BDA-1B224C1AAE8F}" destId="{DC3AF526-7C45-C740-885E-9018F36BB4EB}" srcOrd="0" destOrd="0" presId="urn:microsoft.com/office/officeart/2005/8/layout/list1"/>
    <dgm:cxn modelId="{24421C70-FC57-9244-813A-2FA05EE49F53}" type="presParOf" srcId="{DC3AF526-7C45-C740-885E-9018F36BB4EB}" destId="{C1638D29-6514-364B-90FE-27A84720E6B8}" srcOrd="0" destOrd="0" presId="urn:microsoft.com/office/officeart/2005/8/layout/list1"/>
    <dgm:cxn modelId="{160AFE49-0F9F-4146-965A-CE24224131A8}" type="presParOf" srcId="{DC3AF526-7C45-C740-885E-9018F36BB4EB}" destId="{A6FD9792-ED0C-294B-B5F1-ED7F06D95200}" srcOrd="1" destOrd="0" presId="urn:microsoft.com/office/officeart/2005/8/layout/list1"/>
    <dgm:cxn modelId="{F41203E0-13DC-3B42-905B-E5AD09EEB454}" type="presParOf" srcId="{45035DDB-E419-3140-8BDA-1B224C1AAE8F}" destId="{819B869F-8F2B-E24C-AC29-D3E7A0C9956F}" srcOrd="1" destOrd="0" presId="urn:microsoft.com/office/officeart/2005/8/layout/list1"/>
    <dgm:cxn modelId="{3CEE7C0C-E33F-D642-ABDC-F373EC45A889}" type="presParOf" srcId="{45035DDB-E419-3140-8BDA-1B224C1AAE8F}" destId="{3526FAFA-0D3A-7A42-AADC-EF6EC7D97A4F}"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CA543E3C-077B-4057-B764-8E3353868B2E}" type="doc">
      <dgm:prSet loTypeId="urn:microsoft.com/office/officeart/2005/8/layout/list1" loCatId="list" qsTypeId="urn:microsoft.com/office/officeart/2005/8/quickstyle/simple5" qsCatId="simple" csTypeId="urn:microsoft.com/office/officeart/2005/8/colors/accent2_2" csCatId="accent2" phldr="1"/>
      <dgm:spPr/>
      <dgm:t>
        <a:bodyPr/>
        <a:lstStyle/>
        <a:p>
          <a:endParaRPr lang="en-US"/>
        </a:p>
      </dgm:t>
    </dgm:pt>
    <dgm:pt modelId="{03EFDDF1-5B09-4E99-835F-E15957BA191F}">
      <dgm:prSet phldrT="[Text]" custT="1"/>
      <dgm:spPr>
        <a:solidFill>
          <a:srgbClr val="004F71"/>
        </a:solidFill>
      </dgm:spPr>
      <dgm:t>
        <a:bodyPr/>
        <a:lstStyle/>
        <a:p>
          <a:r>
            <a:rPr lang="en-US" sz="2000" dirty="0"/>
            <a:t>NoSQL Databases</a:t>
          </a:r>
        </a:p>
      </dgm:t>
    </dgm:pt>
    <dgm:pt modelId="{93549CE8-FD5D-441A-8A01-1CD72FE8219F}" type="parTrans" cxnId="{C8690F8C-2341-4536-88F5-C5E5D76C4B36}">
      <dgm:prSet/>
      <dgm:spPr/>
      <dgm:t>
        <a:bodyPr/>
        <a:lstStyle/>
        <a:p>
          <a:endParaRPr lang="en-US"/>
        </a:p>
      </dgm:t>
    </dgm:pt>
    <dgm:pt modelId="{8933AEDC-0E6A-432A-9466-F35891A5437B}" type="sibTrans" cxnId="{C8690F8C-2341-4536-88F5-C5E5D76C4B36}">
      <dgm:prSet/>
      <dgm:spPr/>
      <dgm:t>
        <a:bodyPr/>
        <a:lstStyle/>
        <a:p>
          <a:endParaRPr lang="en-US"/>
        </a:p>
      </dgm:t>
    </dgm:pt>
    <dgm:pt modelId="{876685A5-C801-4371-B6AF-D8A6E04A3962}">
      <dgm:prSet phldrT="[Text]" custT="1"/>
      <dgm:spPr>
        <a:solidFill>
          <a:schemeClr val="bg1">
            <a:lumMod val="95000"/>
            <a:alpha val="90000"/>
          </a:schemeClr>
        </a:solidFill>
        <a:ln w="9525">
          <a:solidFill>
            <a:schemeClr val="bg1">
              <a:lumMod val="85000"/>
            </a:schemeClr>
          </a:solidFill>
        </a:ln>
      </dgm:spPr>
      <dgm:t>
        <a:bodyPr/>
        <a:lstStyle/>
        <a:p>
          <a:r>
            <a:rPr lang="en-US" sz="1800" dirty="0">
              <a:solidFill>
                <a:srgbClr val="20282F"/>
              </a:solidFill>
            </a:rPr>
            <a:t>Stores data in different formats </a:t>
          </a:r>
          <a:br>
            <a:rPr lang="en-US" sz="1800" dirty="0">
              <a:solidFill>
                <a:srgbClr val="20282F"/>
              </a:solidFill>
            </a:rPr>
          </a:br>
          <a:r>
            <a:rPr lang="en-US" sz="1800" dirty="0">
              <a:solidFill>
                <a:srgbClr val="20282F"/>
              </a:solidFill>
            </a:rPr>
            <a:t>(key-value pairs/wide columns)</a:t>
          </a:r>
        </a:p>
      </dgm:t>
    </dgm:pt>
    <dgm:pt modelId="{E70F5299-2E2E-43AF-BD79-048A47BEAA43}" type="sibTrans" cxnId="{C4D251B5-5B8D-4F68-96D0-2184B3B3FD04}">
      <dgm:prSet/>
      <dgm:spPr/>
      <dgm:t>
        <a:bodyPr/>
        <a:lstStyle/>
        <a:p>
          <a:endParaRPr lang="en-US"/>
        </a:p>
      </dgm:t>
    </dgm:pt>
    <dgm:pt modelId="{61AD7EE3-D1DF-4F77-ACD8-42A39FDDC085}" type="parTrans" cxnId="{C4D251B5-5B8D-4F68-96D0-2184B3B3FD04}">
      <dgm:prSet/>
      <dgm:spPr/>
      <dgm:t>
        <a:bodyPr/>
        <a:lstStyle/>
        <a:p>
          <a:endParaRPr lang="en-US"/>
        </a:p>
      </dgm:t>
    </dgm:pt>
    <dgm:pt modelId="{7A55D7C1-4E0C-2649-8444-82D117386C2F}">
      <dgm:prSet phldrT="[Text]" custT="1"/>
      <dgm:spPr>
        <a:solidFill>
          <a:schemeClr val="bg1">
            <a:lumMod val="95000"/>
            <a:alpha val="90000"/>
          </a:schemeClr>
        </a:solidFill>
        <a:ln w="9525">
          <a:solidFill>
            <a:schemeClr val="bg1">
              <a:lumMod val="85000"/>
            </a:schemeClr>
          </a:solidFill>
        </a:ln>
      </dgm:spPr>
      <dgm:t>
        <a:bodyPr/>
        <a:lstStyle/>
        <a:p>
          <a:r>
            <a:rPr lang="en-US" sz="1800" dirty="0">
              <a:solidFill>
                <a:srgbClr val="20282F"/>
              </a:solidFill>
            </a:rPr>
            <a:t>Simple Access through APIs over HTTPS
Scalable Growth (Horizontal scaling)</a:t>
          </a:r>
        </a:p>
      </dgm:t>
    </dgm:pt>
    <dgm:pt modelId="{7BDF661D-60FA-5F4E-9EA8-7E967FBDD629}" type="parTrans" cxnId="{A5EF1AF7-21E1-9346-8634-61ED6CD50852}">
      <dgm:prSet/>
      <dgm:spPr/>
      <dgm:t>
        <a:bodyPr/>
        <a:lstStyle/>
        <a:p>
          <a:endParaRPr lang="en-US"/>
        </a:p>
      </dgm:t>
    </dgm:pt>
    <dgm:pt modelId="{8316995C-7339-0E42-AD89-CB9C27C609AD}" type="sibTrans" cxnId="{A5EF1AF7-21E1-9346-8634-61ED6CD50852}">
      <dgm:prSet/>
      <dgm:spPr/>
      <dgm:t>
        <a:bodyPr/>
        <a:lstStyle/>
        <a:p>
          <a:endParaRPr lang="en-US"/>
        </a:p>
      </dgm:t>
    </dgm:pt>
    <dgm:pt modelId="{EA6ECA57-0A49-A849-AD45-33AC2C4C9A2D}">
      <dgm:prSet phldrT="[Text]" custT="1"/>
      <dgm:spPr>
        <a:solidFill>
          <a:schemeClr val="bg1">
            <a:lumMod val="95000"/>
            <a:alpha val="90000"/>
          </a:schemeClr>
        </a:solidFill>
        <a:ln w="9525">
          <a:solidFill>
            <a:schemeClr val="bg1">
              <a:lumMod val="85000"/>
            </a:schemeClr>
          </a:solidFill>
        </a:ln>
      </dgm:spPr>
      <dgm:t>
        <a:bodyPr/>
        <a:lstStyle/>
        <a:p>
          <a:r>
            <a:rPr lang="en-US" sz="1800" dirty="0">
              <a:solidFill>
                <a:srgbClr val="20282F"/>
              </a:solidFill>
            </a:rPr>
            <a:t>Supports wide range of data models</a:t>
          </a:r>
        </a:p>
      </dgm:t>
    </dgm:pt>
    <dgm:pt modelId="{AD98C586-8DBF-DE45-8BD1-42B2EB213F2D}" type="parTrans" cxnId="{F74CA1A5-6EBC-8241-B86C-6E5DD59B5704}">
      <dgm:prSet/>
      <dgm:spPr/>
      <dgm:t>
        <a:bodyPr/>
        <a:lstStyle/>
        <a:p>
          <a:endParaRPr lang="en-US"/>
        </a:p>
      </dgm:t>
    </dgm:pt>
    <dgm:pt modelId="{C5C0886D-7F82-DF4A-B45E-99D01D0C220C}" type="sibTrans" cxnId="{F74CA1A5-6EBC-8241-B86C-6E5DD59B5704}">
      <dgm:prSet/>
      <dgm:spPr/>
      <dgm:t>
        <a:bodyPr/>
        <a:lstStyle/>
        <a:p>
          <a:endParaRPr lang="en-US"/>
        </a:p>
      </dgm:t>
    </dgm:pt>
    <dgm:pt modelId="{0633075D-1121-2D46-82EB-635B6C99D743}" type="pres">
      <dgm:prSet presAssocID="{CA543E3C-077B-4057-B764-8E3353868B2E}" presName="linear" presStyleCnt="0">
        <dgm:presLayoutVars>
          <dgm:dir/>
          <dgm:animLvl val="lvl"/>
          <dgm:resizeHandles val="exact"/>
        </dgm:presLayoutVars>
      </dgm:prSet>
      <dgm:spPr/>
    </dgm:pt>
    <dgm:pt modelId="{D9F5D382-89DC-F242-8F59-5C33D7256A80}" type="pres">
      <dgm:prSet presAssocID="{03EFDDF1-5B09-4E99-835F-E15957BA191F}" presName="parentLin" presStyleCnt="0"/>
      <dgm:spPr/>
    </dgm:pt>
    <dgm:pt modelId="{C89CD6AD-228D-8649-B94B-771F7DAF6B8C}" type="pres">
      <dgm:prSet presAssocID="{03EFDDF1-5B09-4E99-835F-E15957BA191F}" presName="parentLeftMargin" presStyleLbl="node1" presStyleIdx="0" presStyleCnt="1"/>
      <dgm:spPr/>
    </dgm:pt>
    <dgm:pt modelId="{35737336-91E5-8841-AA2D-4303DD42D6F8}" type="pres">
      <dgm:prSet presAssocID="{03EFDDF1-5B09-4E99-835F-E15957BA191F}" presName="parentText" presStyleLbl="node1" presStyleIdx="0" presStyleCnt="1">
        <dgm:presLayoutVars>
          <dgm:chMax val="0"/>
          <dgm:bulletEnabled val="1"/>
        </dgm:presLayoutVars>
      </dgm:prSet>
      <dgm:spPr/>
    </dgm:pt>
    <dgm:pt modelId="{1396F3BC-B973-7D41-A7AA-FBFA26D04D19}" type="pres">
      <dgm:prSet presAssocID="{03EFDDF1-5B09-4E99-835F-E15957BA191F}" presName="negativeSpace" presStyleCnt="0"/>
      <dgm:spPr/>
    </dgm:pt>
    <dgm:pt modelId="{CC229471-00F8-9B4D-AC60-9030F553CDCD}" type="pres">
      <dgm:prSet presAssocID="{03EFDDF1-5B09-4E99-835F-E15957BA191F}" presName="childText" presStyleLbl="conFgAcc1" presStyleIdx="0" presStyleCnt="1">
        <dgm:presLayoutVars>
          <dgm:bulletEnabled val="1"/>
        </dgm:presLayoutVars>
      </dgm:prSet>
      <dgm:spPr/>
    </dgm:pt>
  </dgm:ptLst>
  <dgm:cxnLst>
    <dgm:cxn modelId="{73BE6C06-0F53-F641-BBC0-69C15936BF34}" type="presOf" srcId="{876685A5-C801-4371-B6AF-D8A6E04A3962}" destId="{CC229471-00F8-9B4D-AC60-9030F553CDCD}" srcOrd="0" destOrd="0" presId="urn:microsoft.com/office/officeart/2005/8/layout/list1"/>
    <dgm:cxn modelId="{FDB48D79-72E2-F745-858D-B48FB3C109DB}" type="presOf" srcId="{03EFDDF1-5B09-4E99-835F-E15957BA191F}" destId="{C89CD6AD-228D-8649-B94B-771F7DAF6B8C}" srcOrd="0" destOrd="0" presId="urn:microsoft.com/office/officeart/2005/8/layout/list1"/>
    <dgm:cxn modelId="{C8690F8C-2341-4536-88F5-C5E5D76C4B36}" srcId="{CA543E3C-077B-4057-B764-8E3353868B2E}" destId="{03EFDDF1-5B09-4E99-835F-E15957BA191F}" srcOrd="0" destOrd="0" parTransId="{93549CE8-FD5D-441A-8A01-1CD72FE8219F}" sibTransId="{8933AEDC-0E6A-432A-9466-F35891A5437B}"/>
    <dgm:cxn modelId="{F74CA1A5-6EBC-8241-B86C-6E5DD59B5704}" srcId="{03EFDDF1-5B09-4E99-835F-E15957BA191F}" destId="{EA6ECA57-0A49-A849-AD45-33AC2C4C9A2D}" srcOrd="2" destOrd="0" parTransId="{AD98C586-8DBF-DE45-8BD1-42B2EB213F2D}" sibTransId="{C5C0886D-7F82-DF4A-B45E-99D01D0C220C}"/>
    <dgm:cxn modelId="{C4D251B5-5B8D-4F68-96D0-2184B3B3FD04}" srcId="{03EFDDF1-5B09-4E99-835F-E15957BA191F}" destId="{876685A5-C801-4371-B6AF-D8A6E04A3962}" srcOrd="0" destOrd="0" parTransId="{61AD7EE3-D1DF-4F77-ACD8-42A39FDDC085}" sibTransId="{E70F5299-2E2E-43AF-BD79-048A47BEAA43}"/>
    <dgm:cxn modelId="{8E91CAC5-0F36-B74E-9765-5D5B69499EB7}" type="presOf" srcId="{CA543E3C-077B-4057-B764-8E3353868B2E}" destId="{0633075D-1121-2D46-82EB-635B6C99D743}" srcOrd="0" destOrd="0" presId="urn:microsoft.com/office/officeart/2005/8/layout/list1"/>
    <dgm:cxn modelId="{170881D2-EBBD-6141-A253-D847E6C18258}" type="presOf" srcId="{03EFDDF1-5B09-4E99-835F-E15957BA191F}" destId="{35737336-91E5-8841-AA2D-4303DD42D6F8}" srcOrd="1" destOrd="0" presId="urn:microsoft.com/office/officeart/2005/8/layout/list1"/>
    <dgm:cxn modelId="{EDE2F1DB-16FD-7B48-A571-DC8E167624AF}" type="presOf" srcId="{EA6ECA57-0A49-A849-AD45-33AC2C4C9A2D}" destId="{CC229471-00F8-9B4D-AC60-9030F553CDCD}" srcOrd="0" destOrd="2" presId="urn:microsoft.com/office/officeart/2005/8/layout/list1"/>
    <dgm:cxn modelId="{9F8ACFE7-E3DE-6248-A63F-B9F6606B6B0F}" type="presOf" srcId="{7A55D7C1-4E0C-2649-8444-82D117386C2F}" destId="{CC229471-00F8-9B4D-AC60-9030F553CDCD}" srcOrd="0" destOrd="1" presId="urn:microsoft.com/office/officeart/2005/8/layout/list1"/>
    <dgm:cxn modelId="{A5EF1AF7-21E1-9346-8634-61ED6CD50852}" srcId="{03EFDDF1-5B09-4E99-835F-E15957BA191F}" destId="{7A55D7C1-4E0C-2649-8444-82D117386C2F}" srcOrd="1" destOrd="0" parTransId="{7BDF661D-60FA-5F4E-9EA8-7E967FBDD629}" sibTransId="{8316995C-7339-0E42-AD89-CB9C27C609AD}"/>
    <dgm:cxn modelId="{A48F6F82-3B6B-FE45-9795-0075A9881CFE}" type="presParOf" srcId="{0633075D-1121-2D46-82EB-635B6C99D743}" destId="{D9F5D382-89DC-F242-8F59-5C33D7256A80}" srcOrd="0" destOrd="0" presId="urn:microsoft.com/office/officeart/2005/8/layout/list1"/>
    <dgm:cxn modelId="{EBB2C1B1-0827-744D-8F66-45C01EB4AEE1}" type="presParOf" srcId="{D9F5D382-89DC-F242-8F59-5C33D7256A80}" destId="{C89CD6AD-228D-8649-B94B-771F7DAF6B8C}" srcOrd="0" destOrd="0" presId="urn:microsoft.com/office/officeart/2005/8/layout/list1"/>
    <dgm:cxn modelId="{C4D42B58-2CD2-7E46-A6A2-9A1ED897E3A8}" type="presParOf" srcId="{D9F5D382-89DC-F242-8F59-5C33D7256A80}" destId="{35737336-91E5-8841-AA2D-4303DD42D6F8}" srcOrd="1" destOrd="0" presId="urn:microsoft.com/office/officeart/2005/8/layout/list1"/>
    <dgm:cxn modelId="{BAEFC40E-8AEC-E74E-8E24-FD5F31A8A395}" type="presParOf" srcId="{0633075D-1121-2D46-82EB-635B6C99D743}" destId="{1396F3BC-B973-7D41-A7AA-FBFA26D04D19}" srcOrd="1" destOrd="0" presId="urn:microsoft.com/office/officeart/2005/8/layout/list1"/>
    <dgm:cxn modelId="{230EBE3E-B2BA-EB4D-AA0B-26488C7717A9}" type="presParOf" srcId="{0633075D-1121-2D46-82EB-635B6C99D743}" destId="{CC229471-00F8-9B4D-AC60-9030F553CDCD}"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988AC54-8461-4E39-8429-F383A39BCC96}"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n-US"/>
        </a:p>
      </dgm:t>
    </dgm:pt>
    <dgm:pt modelId="{5FB148F3-C36A-400F-AD8B-2A0A76FB2FBF}">
      <dgm:prSet phldrT="[Text]" custT="1"/>
      <dgm:spPr>
        <a:solidFill>
          <a:schemeClr val="bg1">
            <a:lumMod val="95000"/>
          </a:schemeClr>
        </a:solidFill>
        <a:ln w="9525">
          <a:solidFill>
            <a:schemeClr val="bg1">
              <a:lumMod val="85000"/>
            </a:schemeClr>
          </a:solidFill>
        </a:ln>
      </dgm:spPr>
      <dgm:t>
        <a:bodyPr/>
        <a:lstStyle/>
        <a:p>
          <a:r>
            <a:rPr lang="en-US" sz="2200" dirty="0">
              <a:solidFill>
                <a:srgbClr val="20282F"/>
              </a:solidFill>
            </a:rPr>
            <a:t>RDBMS</a:t>
          </a:r>
        </a:p>
      </dgm:t>
    </dgm:pt>
    <dgm:pt modelId="{3E22D1A9-93D2-40B6-851B-ACAC793FCF42}" type="parTrans" cxnId="{A14DB62B-1C15-460E-A0F9-0C929609C696}">
      <dgm:prSet/>
      <dgm:spPr/>
      <dgm:t>
        <a:bodyPr/>
        <a:lstStyle/>
        <a:p>
          <a:endParaRPr lang="en-US"/>
        </a:p>
      </dgm:t>
    </dgm:pt>
    <dgm:pt modelId="{AF17FD2F-9A71-4750-ABF2-923128A8D6B4}" type="sibTrans" cxnId="{A14DB62B-1C15-460E-A0F9-0C929609C696}">
      <dgm:prSet/>
      <dgm:spPr/>
      <dgm:t>
        <a:bodyPr/>
        <a:lstStyle/>
        <a:p>
          <a:endParaRPr lang="en-US"/>
        </a:p>
      </dgm:t>
    </dgm:pt>
    <dgm:pt modelId="{0449D12D-B32A-4D25-80D8-BC1BF79498D6}">
      <dgm:prSet phldrT="[Text]" custT="1"/>
      <dgm:spPr>
        <a:solidFill>
          <a:schemeClr val="bg1">
            <a:lumMod val="95000"/>
          </a:schemeClr>
        </a:solidFill>
        <a:ln w="9525">
          <a:solidFill>
            <a:schemeClr val="bg1">
              <a:lumMod val="85000"/>
            </a:schemeClr>
          </a:solidFill>
        </a:ln>
      </dgm:spPr>
      <dgm:t>
        <a:bodyPr/>
        <a:lstStyle/>
        <a:p>
          <a:r>
            <a:rPr lang="en-US" sz="2200" dirty="0">
              <a:solidFill>
                <a:srgbClr val="20282F"/>
              </a:solidFill>
            </a:rPr>
            <a:t>NoSQL</a:t>
          </a:r>
        </a:p>
      </dgm:t>
    </dgm:pt>
    <dgm:pt modelId="{CF80426A-6131-497D-8AC0-9A7EE2E6EF17}" type="parTrans" cxnId="{5BD9E638-9655-4122-B65E-EF2D7EF98089}">
      <dgm:prSet/>
      <dgm:spPr/>
      <dgm:t>
        <a:bodyPr/>
        <a:lstStyle/>
        <a:p>
          <a:endParaRPr lang="en-US"/>
        </a:p>
      </dgm:t>
    </dgm:pt>
    <dgm:pt modelId="{21EC4048-0FBD-483C-A3DA-BED3FAF5A840}" type="sibTrans" cxnId="{5BD9E638-9655-4122-B65E-EF2D7EF98089}">
      <dgm:prSet/>
      <dgm:spPr/>
      <dgm:t>
        <a:bodyPr/>
        <a:lstStyle/>
        <a:p>
          <a:endParaRPr lang="en-US"/>
        </a:p>
      </dgm:t>
    </dgm:pt>
    <dgm:pt modelId="{503F6B7D-4CB7-4EC2-9C54-60C97C35DFB0}">
      <dgm:prSet phldrT="[Text]"/>
      <dgm:spPr/>
      <dgm:t>
        <a:bodyPr/>
        <a:lstStyle/>
        <a:p>
          <a:r>
            <a:rPr lang="en-US" dirty="0"/>
            <a:t>Requires predefined schema</a:t>
          </a:r>
        </a:p>
      </dgm:t>
    </dgm:pt>
    <dgm:pt modelId="{891D8AB5-7D12-4494-83CC-6E6D95A4EC2E}" type="parTrans" cxnId="{585D499A-0038-4F33-8CC1-8332C5A8E684}">
      <dgm:prSet/>
      <dgm:spPr/>
      <dgm:t>
        <a:bodyPr/>
        <a:lstStyle/>
        <a:p>
          <a:endParaRPr lang="en-US"/>
        </a:p>
      </dgm:t>
    </dgm:pt>
    <dgm:pt modelId="{D429F2CA-3D2A-414E-8699-4263995427A5}" type="sibTrans" cxnId="{585D499A-0038-4F33-8CC1-8332C5A8E684}">
      <dgm:prSet/>
      <dgm:spPr/>
      <dgm:t>
        <a:bodyPr/>
        <a:lstStyle/>
        <a:p>
          <a:endParaRPr lang="en-US"/>
        </a:p>
      </dgm:t>
    </dgm:pt>
    <dgm:pt modelId="{013B48B1-84B6-4D11-9613-BCABC64E6857}">
      <dgm:prSet phldrT="[Text]"/>
      <dgm:spPr/>
      <dgm:t>
        <a:bodyPr/>
        <a:lstStyle/>
        <a:p>
          <a:r>
            <a:rPr lang="en-US" dirty="0"/>
            <a:t>Vertically scalable</a:t>
          </a:r>
        </a:p>
      </dgm:t>
    </dgm:pt>
    <dgm:pt modelId="{293D0CA2-4EEB-4EFF-9D7C-491EFD38CE8C}" type="parTrans" cxnId="{DB7F4C6C-7650-44AB-8D59-5316F7AEFA5A}">
      <dgm:prSet/>
      <dgm:spPr/>
      <dgm:t>
        <a:bodyPr/>
        <a:lstStyle/>
        <a:p>
          <a:endParaRPr lang="en-US"/>
        </a:p>
      </dgm:t>
    </dgm:pt>
    <dgm:pt modelId="{4662CF8E-BF3E-4E96-A653-8BE8EEE8628F}" type="sibTrans" cxnId="{DB7F4C6C-7650-44AB-8D59-5316F7AEFA5A}">
      <dgm:prSet/>
      <dgm:spPr/>
      <dgm:t>
        <a:bodyPr/>
        <a:lstStyle/>
        <a:p>
          <a:endParaRPr lang="en-US"/>
        </a:p>
      </dgm:t>
    </dgm:pt>
    <dgm:pt modelId="{9EBEB439-36AD-41AC-A8B7-0A02D35A6B42}">
      <dgm:prSet phldrT="[Text]"/>
      <dgm:spPr/>
      <dgm:t>
        <a:bodyPr/>
        <a:lstStyle/>
        <a:p>
          <a:r>
            <a:rPr lang="en-US" dirty="0"/>
            <a:t>Handles complex queries</a:t>
          </a:r>
        </a:p>
      </dgm:t>
    </dgm:pt>
    <dgm:pt modelId="{15112568-9900-45E7-8EF4-8E125EC88E2D}" type="parTrans" cxnId="{784C00D6-56B7-4B19-AC59-E3C6FA1065BD}">
      <dgm:prSet/>
      <dgm:spPr/>
      <dgm:t>
        <a:bodyPr/>
        <a:lstStyle/>
        <a:p>
          <a:endParaRPr lang="en-US"/>
        </a:p>
      </dgm:t>
    </dgm:pt>
    <dgm:pt modelId="{725E2DBB-474D-4153-B305-25B69C0025EE}" type="sibTrans" cxnId="{784C00D6-56B7-4B19-AC59-E3C6FA1065BD}">
      <dgm:prSet/>
      <dgm:spPr/>
      <dgm:t>
        <a:bodyPr/>
        <a:lstStyle/>
        <a:p>
          <a:endParaRPr lang="en-US"/>
        </a:p>
      </dgm:t>
    </dgm:pt>
    <dgm:pt modelId="{AA52F717-82B6-4FE8-9771-8D7BE476371A}">
      <dgm:prSet phldrT="[Text]"/>
      <dgm:spPr/>
      <dgm:t>
        <a:bodyPr/>
        <a:lstStyle/>
        <a:p>
          <a:r>
            <a:rPr lang="en-US" dirty="0"/>
            <a:t>Schema-less or </a:t>
          </a:r>
          <a:br>
            <a:rPr lang="en-US" dirty="0"/>
          </a:br>
          <a:r>
            <a:rPr lang="en-US" dirty="0"/>
            <a:t>dynamic schemas</a:t>
          </a:r>
        </a:p>
      </dgm:t>
    </dgm:pt>
    <dgm:pt modelId="{73E32A46-B466-42FE-B249-EEBEC0DFBC06}" type="parTrans" cxnId="{554C6BD8-A830-419B-B2D9-CF13DF10303C}">
      <dgm:prSet/>
      <dgm:spPr/>
      <dgm:t>
        <a:bodyPr/>
        <a:lstStyle/>
        <a:p>
          <a:endParaRPr lang="en-US"/>
        </a:p>
      </dgm:t>
    </dgm:pt>
    <dgm:pt modelId="{A8C397D0-000A-4CF2-9A88-AA14BAF0CF09}" type="sibTrans" cxnId="{554C6BD8-A830-419B-B2D9-CF13DF10303C}">
      <dgm:prSet/>
      <dgm:spPr/>
      <dgm:t>
        <a:bodyPr/>
        <a:lstStyle/>
        <a:p>
          <a:endParaRPr lang="en-US"/>
        </a:p>
      </dgm:t>
    </dgm:pt>
    <dgm:pt modelId="{17AB699C-5DA9-4C77-9FA0-705AAE99B262}">
      <dgm:prSet phldrT="[Text]"/>
      <dgm:spPr/>
      <dgm:t>
        <a:bodyPr/>
        <a:lstStyle/>
        <a:p>
          <a:r>
            <a:rPr lang="en-US" dirty="0"/>
            <a:t>Horizontally scalable</a:t>
          </a:r>
        </a:p>
      </dgm:t>
    </dgm:pt>
    <dgm:pt modelId="{D0D8735B-F98F-4DE9-996B-0B5A2CB35FCE}" type="parTrans" cxnId="{65576956-C9C1-44A8-9833-4D1EFA58379C}">
      <dgm:prSet/>
      <dgm:spPr/>
      <dgm:t>
        <a:bodyPr/>
        <a:lstStyle/>
        <a:p>
          <a:endParaRPr lang="en-US"/>
        </a:p>
      </dgm:t>
    </dgm:pt>
    <dgm:pt modelId="{9CA49194-A3F0-499F-8730-C81F2BAA33F0}" type="sibTrans" cxnId="{65576956-C9C1-44A8-9833-4D1EFA58379C}">
      <dgm:prSet/>
      <dgm:spPr/>
      <dgm:t>
        <a:bodyPr/>
        <a:lstStyle/>
        <a:p>
          <a:endParaRPr lang="en-US"/>
        </a:p>
      </dgm:t>
    </dgm:pt>
    <dgm:pt modelId="{4BF790F3-E2CC-4150-B47B-A9A0C2992088}">
      <dgm:prSet phldrT="[Text]"/>
      <dgm:spPr/>
      <dgm:t>
        <a:bodyPr/>
        <a:lstStyle/>
        <a:p>
          <a:r>
            <a:rPr lang="en-US" dirty="0"/>
            <a:t>Simplicity/speed for specific types of queries</a:t>
          </a:r>
        </a:p>
      </dgm:t>
    </dgm:pt>
    <dgm:pt modelId="{7E2E315E-ED5F-4588-8EA9-35B13748B2F0}" type="parTrans" cxnId="{2A97F489-9502-49A0-AE91-311C6A6B6B4B}">
      <dgm:prSet/>
      <dgm:spPr/>
      <dgm:t>
        <a:bodyPr/>
        <a:lstStyle/>
        <a:p>
          <a:endParaRPr lang="en-US"/>
        </a:p>
      </dgm:t>
    </dgm:pt>
    <dgm:pt modelId="{D0E9A409-9E41-4566-AE8E-602ACC043A5F}" type="sibTrans" cxnId="{2A97F489-9502-49A0-AE91-311C6A6B6B4B}">
      <dgm:prSet/>
      <dgm:spPr/>
      <dgm:t>
        <a:bodyPr/>
        <a:lstStyle/>
        <a:p>
          <a:endParaRPr lang="en-US"/>
        </a:p>
      </dgm:t>
    </dgm:pt>
    <dgm:pt modelId="{392CA676-D2B2-4311-B7FB-C1A3B02083AD}" type="pres">
      <dgm:prSet presAssocID="{2988AC54-8461-4E39-8429-F383A39BCC96}" presName="theList" presStyleCnt="0">
        <dgm:presLayoutVars>
          <dgm:dir/>
          <dgm:animLvl val="lvl"/>
          <dgm:resizeHandles val="exact"/>
        </dgm:presLayoutVars>
      </dgm:prSet>
      <dgm:spPr/>
    </dgm:pt>
    <dgm:pt modelId="{4E48B37F-F9F6-4173-9BC5-C1421417AEAF}" type="pres">
      <dgm:prSet presAssocID="{5FB148F3-C36A-400F-AD8B-2A0A76FB2FBF}" presName="compNode" presStyleCnt="0"/>
      <dgm:spPr/>
    </dgm:pt>
    <dgm:pt modelId="{FC94C846-5E56-4D64-81B5-94B7D512E8A5}" type="pres">
      <dgm:prSet presAssocID="{5FB148F3-C36A-400F-AD8B-2A0A76FB2FBF}" presName="aNode" presStyleLbl="bgShp" presStyleIdx="0" presStyleCnt="2"/>
      <dgm:spPr/>
    </dgm:pt>
    <dgm:pt modelId="{07D5874A-747D-4125-B8F0-EB0057B99C49}" type="pres">
      <dgm:prSet presAssocID="{5FB148F3-C36A-400F-AD8B-2A0A76FB2FBF}" presName="textNode" presStyleLbl="bgShp" presStyleIdx="0" presStyleCnt="2"/>
      <dgm:spPr/>
    </dgm:pt>
    <dgm:pt modelId="{1AB4018F-E13A-4845-BD16-319F86E08934}" type="pres">
      <dgm:prSet presAssocID="{5FB148F3-C36A-400F-AD8B-2A0A76FB2FBF}" presName="compChildNode" presStyleCnt="0"/>
      <dgm:spPr/>
    </dgm:pt>
    <dgm:pt modelId="{EF9682F2-4D67-4A6B-8516-8DDCF11E91F4}" type="pres">
      <dgm:prSet presAssocID="{5FB148F3-C36A-400F-AD8B-2A0A76FB2FBF}" presName="theInnerList" presStyleCnt="0"/>
      <dgm:spPr/>
    </dgm:pt>
    <dgm:pt modelId="{3F946D08-0A73-4478-A1F9-B47F33682910}" type="pres">
      <dgm:prSet presAssocID="{503F6B7D-4CB7-4EC2-9C54-60C97C35DFB0}" presName="childNode" presStyleLbl="node1" presStyleIdx="0" presStyleCnt="6">
        <dgm:presLayoutVars>
          <dgm:bulletEnabled val="1"/>
        </dgm:presLayoutVars>
      </dgm:prSet>
      <dgm:spPr/>
    </dgm:pt>
    <dgm:pt modelId="{43EA59F5-59F4-4906-B187-EBBBF410C616}" type="pres">
      <dgm:prSet presAssocID="{503F6B7D-4CB7-4EC2-9C54-60C97C35DFB0}" presName="aSpace2" presStyleCnt="0"/>
      <dgm:spPr/>
    </dgm:pt>
    <dgm:pt modelId="{5719765D-A9FA-434D-8CE3-C504439806F7}" type="pres">
      <dgm:prSet presAssocID="{013B48B1-84B6-4D11-9613-BCABC64E6857}" presName="childNode" presStyleLbl="node1" presStyleIdx="1" presStyleCnt="6">
        <dgm:presLayoutVars>
          <dgm:bulletEnabled val="1"/>
        </dgm:presLayoutVars>
      </dgm:prSet>
      <dgm:spPr/>
    </dgm:pt>
    <dgm:pt modelId="{78D2EB08-03F5-4664-B261-080D87DAA2A0}" type="pres">
      <dgm:prSet presAssocID="{013B48B1-84B6-4D11-9613-BCABC64E6857}" presName="aSpace2" presStyleCnt="0"/>
      <dgm:spPr/>
    </dgm:pt>
    <dgm:pt modelId="{8D7F0A92-3A28-42A3-AE15-41A1199519A7}" type="pres">
      <dgm:prSet presAssocID="{9EBEB439-36AD-41AC-A8B7-0A02D35A6B42}" presName="childNode" presStyleLbl="node1" presStyleIdx="2" presStyleCnt="6">
        <dgm:presLayoutVars>
          <dgm:bulletEnabled val="1"/>
        </dgm:presLayoutVars>
      </dgm:prSet>
      <dgm:spPr/>
    </dgm:pt>
    <dgm:pt modelId="{67AD1E55-9BAF-4106-9119-5BD1FA049E34}" type="pres">
      <dgm:prSet presAssocID="{5FB148F3-C36A-400F-AD8B-2A0A76FB2FBF}" presName="aSpace" presStyleCnt="0"/>
      <dgm:spPr/>
    </dgm:pt>
    <dgm:pt modelId="{AC5AD5EB-8149-4AD8-AAA6-4B043AC25D01}" type="pres">
      <dgm:prSet presAssocID="{0449D12D-B32A-4D25-80D8-BC1BF79498D6}" presName="compNode" presStyleCnt="0"/>
      <dgm:spPr/>
    </dgm:pt>
    <dgm:pt modelId="{B5A4FE16-00AC-4D12-BF92-A820A34B57E2}" type="pres">
      <dgm:prSet presAssocID="{0449D12D-B32A-4D25-80D8-BC1BF79498D6}" presName="aNode" presStyleLbl="bgShp" presStyleIdx="1" presStyleCnt="2"/>
      <dgm:spPr/>
    </dgm:pt>
    <dgm:pt modelId="{ECB6805D-032C-4981-9C50-8905BAD7EE40}" type="pres">
      <dgm:prSet presAssocID="{0449D12D-B32A-4D25-80D8-BC1BF79498D6}" presName="textNode" presStyleLbl="bgShp" presStyleIdx="1" presStyleCnt="2"/>
      <dgm:spPr/>
    </dgm:pt>
    <dgm:pt modelId="{2CD4B434-16C3-41E4-B477-C94269E9EF99}" type="pres">
      <dgm:prSet presAssocID="{0449D12D-B32A-4D25-80D8-BC1BF79498D6}" presName="compChildNode" presStyleCnt="0"/>
      <dgm:spPr/>
    </dgm:pt>
    <dgm:pt modelId="{80D29751-768C-4BA6-82CA-D2AC26324030}" type="pres">
      <dgm:prSet presAssocID="{0449D12D-B32A-4D25-80D8-BC1BF79498D6}" presName="theInnerList" presStyleCnt="0"/>
      <dgm:spPr/>
    </dgm:pt>
    <dgm:pt modelId="{681BB56B-2EE9-45DF-9236-4E0AF05B4AD3}" type="pres">
      <dgm:prSet presAssocID="{AA52F717-82B6-4FE8-9771-8D7BE476371A}" presName="childNode" presStyleLbl="node1" presStyleIdx="3" presStyleCnt="6">
        <dgm:presLayoutVars>
          <dgm:bulletEnabled val="1"/>
        </dgm:presLayoutVars>
      </dgm:prSet>
      <dgm:spPr/>
    </dgm:pt>
    <dgm:pt modelId="{6EB9A322-16DD-4D4A-A1DD-6050F06099FD}" type="pres">
      <dgm:prSet presAssocID="{AA52F717-82B6-4FE8-9771-8D7BE476371A}" presName="aSpace2" presStyleCnt="0"/>
      <dgm:spPr/>
    </dgm:pt>
    <dgm:pt modelId="{6DC8858C-62C2-4689-A62C-A557A614C7B3}" type="pres">
      <dgm:prSet presAssocID="{17AB699C-5DA9-4C77-9FA0-705AAE99B262}" presName="childNode" presStyleLbl="node1" presStyleIdx="4" presStyleCnt="6">
        <dgm:presLayoutVars>
          <dgm:bulletEnabled val="1"/>
        </dgm:presLayoutVars>
      </dgm:prSet>
      <dgm:spPr/>
    </dgm:pt>
    <dgm:pt modelId="{416B9016-0139-4AF9-B960-C10ECB6D1854}" type="pres">
      <dgm:prSet presAssocID="{17AB699C-5DA9-4C77-9FA0-705AAE99B262}" presName="aSpace2" presStyleCnt="0"/>
      <dgm:spPr/>
    </dgm:pt>
    <dgm:pt modelId="{0C03CBFE-FB60-4F75-834C-DB6AD49CF57E}" type="pres">
      <dgm:prSet presAssocID="{4BF790F3-E2CC-4150-B47B-A9A0C2992088}" presName="childNode" presStyleLbl="node1" presStyleIdx="5" presStyleCnt="6">
        <dgm:presLayoutVars>
          <dgm:bulletEnabled val="1"/>
        </dgm:presLayoutVars>
      </dgm:prSet>
      <dgm:spPr/>
    </dgm:pt>
  </dgm:ptLst>
  <dgm:cxnLst>
    <dgm:cxn modelId="{0BAF2F09-D712-4A0B-B5EA-60CFCE917AEA}" type="presOf" srcId="{17AB699C-5DA9-4C77-9FA0-705AAE99B262}" destId="{6DC8858C-62C2-4689-A62C-A557A614C7B3}" srcOrd="0" destOrd="0" presId="urn:microsoft.com/office/officeart/2005/8/layout/lProcess2"/>
    <dgm:cxn modelId="{14B56417-3FA2-47AB-8B4A-3D5705909121}" type="presOf" srcId="{4BF790F3-E2CC-4150-B47B-A9A0C2992088}" destId="{0C03CBFE-FB60-4F75-834C-DB6AD49CF57E}" srcOrd="0" destOrd="0" presId="urn:microsoft.com/office/officeart/2005/8/layout/lProcess2"/>
    <dgm:cxn modelId="{A14DB62B-1C15-460E-A0F9-0C929609C696}" srcId="{2988AC54-8461-4E39-8429-F383A39BCC96}" destId="{5FB148F3-C36A-400F-AD8B-2A0A76FB2FBF}" srcOrd="0" destOrd="0" parTransId="{3E22D1A9-93D2-40B6-851B-ACAC793FCF42}" sibTransId="{AF17FD2F-9A71-4750-ABF2-923128A8D6B4}"/>
    <dgm:cxn modelId="{5BD9E638-9655-4122-B65E-EF2D7EF98089}" srcId="{2988AC54-8461-4E39-8429-F383A39BCC96}" destId="{0449D12D-B32A-4D25-80D8-BC1BF79498D6}" srcOrd="1" destOrd="0" parTransId="{CF80426A-6131-497D-8AC0-9A7EE2E6EF17}" sibTransId="{21EC4048-0FBD-483C-A3DA-BED3FAF5A840}"/>
    <dgm:cxn modelId="{1F636362-B661-4A23-9680-905F230CE3A8}" type="presOf" srcId="{AA52F717-82B6-4FE8-9771-8D7BE476371A}" destId="{681BB56B-2EE9-45DF-9236-4E0AF05B4AD3}" srcOrd="0" destOrd="0" presId="urn:microsoft.com/office/officeart/2005/8/layout/lProcess2"/>
    <dgm:cxn modelId="{DB7F4C6C-7650-44AB-8D59-5316F7AEFA5A}" srcId="{5FB148F3-C36A-400F-AD8B-2A0A76FB2FBF}" destId="{013B48B1-84B6-4D11-9613-BCABC64E6857}" srcOrd="1" destOrd="0" parTransId="{293D0CA2-4EEB-4EFF-9D7C-491EFD38CE8C}" sibTransId="{4662CF8E-BF3E-4E96-A653-8BE8EEE8628F}"/>
    <dgm:cxn modelId="{65576956-C9C1-44A8-9833-4D1EFA58379C}" srcId="{0449D12D-B32A-4D25-80D8-BC1BF79498D6}" destId="{17AB699C-5DA9-4C77-9FA0-705AAE99B262}" srcOrd="1" destOrd="0" parTransId="{D0D8735B-F98F-4DE9-996B-0B5A2CB35FCE}" sibTransId="{9CA49194-A3F0-499F-8730-C81F2BAA33F0}"/>
    <dgm:cxn modelId="{F6818476-AAAB-42A2-BF3D-CFD4B3928DC6}" type="presOf" srcId="{0449D12D-B32A-4D25-80D8-BC1BF79498D6}" destId="{ECB6805D-032C-4981-9C50-8905BAD7EE40}" srcOrd="1" destOrd="0" presId="urn:microsoft.com/office/officeart/2005/8/layout/lProcess2"/>
    <dgm:cxn modelId="{B8FCDD7C-8289-4AD3-B205-7E5B1AA8810F}" type="presOf" srcId="{013B48B1-84B6-4D11-9613-BCABC64E6857}" destId="{5719765D-A9FA-434D-8CE3-C504439806F7}" srcOrd="0" destOrd="0" presId="urn:microsoft.com/office/officeart/2005/8/layout/lProcess2"/>
    <dgm:cxn modelId="{7A461B83-562F-4E57-90D0-B984D4B4DB9D}" type="presOf" srcId="{5FB148F3-C36A-400F-AD8B-2A0A76FB2FBF}" destId="{07D5874A-747D-4125-B8F0-EB0057B99C49}" srcOrd="1" destOrd="0" presId="urn:microsoft.com/office/officeart/2005/8/layout/lProcess2"/>
    <dgm:cxn modelId="{2A97F489-9502-49A0-AE91-311C6A6B6B4B}" srcId="{0449D12D-B32A-4D25-80D8-BC1BF79498D6}" destId="{4BF790F3-E2CC-4150-B47B-A9A0C2992088}" srcOrd="2" destOrd="0" parTransId="{7E2E315E-ED5F-4588-8EA9-35B13748B2F0}" sibTransId="{D0E9A409-9E41-4566-AE8E-602ACC043A5F}"/>
    <dgm:cxn modelId="{E0086695-44C4-44BD-8587-39387EEDE808}" type="presOf" srcId="{2988AC54-8461-4E39-8429-F383A39BCC96}" destId="{392CA676-D2B2-4311-B7FB-C1A3B02083AD}" srcOrd="0" destOrd="0" presId="urn:microsoft.com/office/officeart/2005/8/layout/lProcess2"/>
    <dgm:cxn modelId="{585D499A-0038-4F33-8CC1-8332C5A8E684}" srcId="{5FB148F3-C36A-400F-AD8B-2A0A76FB2FBF}" destId="{503F6B7D-4CB7-4EC2-9C54-60C97C35DFB0}" srcOrd="0" destOrd="0" parTransId="{891D8AB5-7D12-4494-83CC-6E6D95A4EC2E}" sibTransId="{D429F2CA-3D2A-414E-8699-4263995427A5}"/>
    <dgm:cxn modelId="{440CD99E-7509-4A9C-B097-75EED999691E}" type="presOf" srcId="{9EBEB439-36AD-41AC-A8B7-0A02D35A6B42}" destId="{8D7F0A92-3A28-42A3-AE15-41A1199519A7}" srcOrd="0" destOrd="0" presId="urn:microsoft.com/office/officeart/2005/8/layout/lProcess2"/>
    <dgm:cxn modelId="{0E9CDCA2-13D5-4874-B16C-F9F4249F0565}" type="presOf" srcId="{5FB148F3-C36A-400F-AD8B-2A0A76FB2FBF}" destId="{FC94C846-5E56-4D64-81B5-94B7D512E8A5}" srcOrd="0" destOrd="0" presId="urn:microsoft.com/office/officeart/2005/8/layout/lProcess2"/>
    <dgm:cxn modelId="{784C00D6-56B7-4B19-AC59-E3C6FA1065BD}" srcId="{5FB148F3-C36A-400F-AD8B-2A0A76FB2FBF}" destId="{9EBEB439-36AD-41AC-A8B7-0A02D35A6B42}" srcOrd="2" destOrd="0" parTransId="{15112568-9900-45E7-8EF4-8E125EC88E2D}" sibTransId="{725E2DBB-474D-4153-B305-25B69C0025EE}"/>
    <dgm:cxn modelId="{554C6BD8-A830-419B-B2D9-CF13DF10303C}" srcId="{0449D12D-B32A-4D25-80D8-BC1BF79498D6}" destId="{AA52F717-82B6-4FE8-9771-8D7BE476371A}" srcOrd="0" destOrd="0" parTransId="{73E32A46-B466-42FE-B249-EEBEC0DFBC06}" sibTransId="{A8C397D0-000A-4CF2-9A88-AA14BAF0CF09}"/>
    <dgm:cxn modelId="{8BAF32E1-5968-453B-ACFB-FF3FCAEA3BB6}" type="presOf" srcId="{0449D12D-B32A-4D25-80D8-BC1BF79498D6}" destId="{B5A4FE16-00AC-4D12-BF92-A820A34B57E2}" srcOrd="0" destOrd="0" presId="urn:microsoft.com/office/officeart/2005/8/layout/lProcess2"/>
    <dgm:cxn modelId="{5E872AF5-BF7C-432E-92A6-A8F771C318E1}" type="presOf" srcId="{503F6B7D-4CB7-4EC2-9C54-60C97C35DFB0}" destId="{3F946D08-0A73-4478-A1F9-B47F33682910}" srcOrd="0" destOrd="0" presId="urn:microsoft.com/office/officeart/2005/8/layout/lProcess2"/>
    <dgm:cxn modelId="{A9038452-93EF-456E-A158-02130A970306}" type="presParOf" srcId="{392CA676-D2B2-4311-B7FB-C1A3B02083AD}" destId="{4E48B37F-F9F6-4173-9BC5-C1421417AEAF}" srcOrd="0" destOrd="0" presId="urn:microsoft.com/office/officeart/2005/8/layout/lProcess2"/>
    <dgm:cxn modelId="{8E191BB4-5E2C-4D22-9BFF-C27FC03BF8D0}" type="presParOf" srcId="{4E48B37F-F9F6-4173-9BC5-C1421417AEAF}" destId="{FC94C846-5E56-4D64-81B5-94B7D512E8A5}" srcOrd="0" destOrd="0" presId="urn:microsoft.com/office/officeart/2005/8/layout/lProcess2"/>
    <dgm:cxn modelId="{0595C1BC-8432-4E99-ADEB-15F77A52C1FA}" type="presParOf" srcId="{4E48B37F-F9F6-4173-9BC5-C1421417AEAF}" destId="{07D5874A-747D-4125-B8F0-EB0057B99C49}" srcOrd="1" destOrd="0" presId="urn:microsoft.com/office/officeart/2005/8/layout/lProcess2"/>
    <dgm:cxn modelId="{27817074-0680-4D50-921A-3E01886BF176}" type="presParOf" srcId="{4E48B37F-F9F6-4173-9BC5-C1421417AEAF}" destId="{1AB4018F-E13A-4845-BD16-319F86E08934}" srcOrd="2" destOrd="0" presId="urn:microsoft.com/office/officeart/2005/8/layout/lProcess2"/>
    <dgm:cxn modelId="{47EF8CC4-D905-40E9-9B7A-16105C08D142}" type="presParOf" srcId="{1AB4018F-E13A-4845-BD16-319F86E08934}" destId="{EF9682F2-4D67-4A6B-8516-8DDCF11E91F4}" srcOrd="0" destOrd="0" presId="urn:microsoft.com/office/officeart/2005/8/layout/lProcess2"/>
    <dgm:cxn modelId="{D710E501-D40C-440E-A6AA-F611D06894AF}" type="presParOf" srcId="{EF9682F2-4D67-4A6B-8516-8DDCF11E91F4}" destId="{3F946D08-0A73-4478-A1F9-B47F33682910}" srcOrd="0" destOrd="0" presId="urn:microsoft.com/office/officeart/2005/8/layout/lProcess2"/>
    <dgm:cxn modelId="{9A72352B-5224-4276-B928-E501EB8BA69B}" type="presParOf" srcId="{EF9682F2-4D67-4A6B-8516-8DDCF11E91F4}" destId="{43EA59F5-59F4-4906-B187-EBBBF410C616}" srcOrd="1" destOrd="0" presId="urn:microsoft.com/office/officeart/2005/8/layout/lProcess2"/>
    <dgm:cxn modelId="{14B4C9E0-8E07-4BE5-9167-93C5213FE25A}" type="presParOf" srcId="{EF9682F2-4D67-4A6B-8516-8DDCF11E91F4}" destId="{5719765D-A9FA-434D-8CE3-C504439806F7}" srcOrd="2" destOrd="0" presId="urn:microsoft.com/office/officeart/2005/8/layout/lProcess2"/>
    <dgm:cxn modelId="{99B99BA1-A392-4544-BBF4-422ADDA141ED}" type="presParOf" srcId="{EF9682F2-4D67-4A6B-8516-8DDCF11E91F4}" destId="{78D2EB08-03F5-4664-B261-080D87DAA2A0}" srcOrd="3" destOrd="0" presId="urn:microsoft.com/office/officeart/2005/8/layout/lProcess2"/>
    <dgm:cxn modelId="{AEC64056-F34D-4417-B46A-73FF72B4959F}" type="presParOf" srcId="{EF9682F2-4D67-4A6B-8516-8DDCF11E91F4}" destId="{8D7F0A92-3A28-42A3-AE15-41A1199519A7}" srcOrd="4" destOrd="0" presId="urn:microsoft.com/office/officeart/2005/8/layout/lProcess2"/>
    <dgm:cxn modelId="{73B284C9-7607-4F2F-A556-82605058D0E5}" type="presParOf" srcId="{392CA676-D2B2-4311-B7FB-C1A3B02083AD}" destId="{67AD1E55-9BAF-4106-9119-5BD1FA049E34}" srcOrd="1" destOrd="0" presId="urn:microsoft.com/office/officeart/2005/8/layout/lProcess2"/>
    <dgm:cxn modelId="{0B4A9EE0-7A38-4543-9C80-71C62586D988}" type="presParOf" srcId="{392CA676-D2B2-4311-B7FB-C1A3B02083AD}" destId="{AC5AD5EB-8149-4AD8-AAA6-4B043AC25D01}" srcOrd="2" destOrd="0" presId="urn:microsoft.com/office/officeart/2005/8/layout/lProcess2"/>
    <dgm:cxn modelId="{3DF4D6FD-FFC8-4D13-993B-659F96A3833A}" type="presParOf" srcId="{AC5AD5EB-8149-4AD8-AAA6-4B043AC25D01}" destId="{B5A4FE16-00AC-4D12-BF92-A820A34B57E2}" srcOrd="0" destOrd="0" presId="urn:microsoft.com/office/officeart/2005/8/layout/lProcess2"/>
    <dgm:cxn modelId="{36D0F34E-5FCF-4A93-8016-157F2B68D493}" type="presParOf" srcId="{AC5AD5EB-8149-4AD8-AAA6-4B043AC25D01}" destId="{ECB6805D-032C-4981-9C50-8905BAD7EE40}" srcOrd="1" destOrd="0" presId="urn:microsoft.com/office/officeart/2005/8/layout/lProcess2"/>
    <dgm:cxn modelId="{544C6E83-3CC5-418E-B0E3-47746C73647E}" type="presParOf" srcId="{AC5AD5EB-8149-4AD8-AAA6-4B043AC25D01}" destId="{2CD4B434-16C3-41E4-B477-C94269E9EF99}" srcOrd="2" destOrd="0" presId="urn:microsoft.com/office/officeart/2005/8/layout/lProcess2"/>
    <dgm:cxn modelId="{5CA8AF3D-A0D5-4B5E-AB5C-CC3BF230C3E3}" type="presParOf" srcId="{2CD4B434-16C3-41E4-B477-C94269E9EF99}" destId="{80D29751-768C-4BA6-82CA-D2AC26324030}" srcOrd="0" destOrd="0" presId="urn:microsoft.com/office/officeart/2005/8/layout/lProcess2"/>
    <dgm:cxn modelId="{C03757C2-281A-4F44-A45A-8BC6363378E6}" type="presParOf" srcId="{80D29751-768C-4BA6-82CA-D2AC26324030}" destId="{681BB56B-2EE9-45DF-9236-4E0AF05B4AD3}" srcOrd="0" destOrd="0" presId="urn:microsoft.com/office/officeart/2005/8/layout/lProcess2"/>
    <dgm:cxn modelId="{A051AD34-9A25-4296-A918-1A34596628A8}" type="presParOf" srcId="{80D29751-768C-4BA6-82CA-D2AC26324030}" destId="{6EB9A322-16DD-4D4A-A1DD-6050F06099FD}" srcOrd="1" destOrd="0" presId="urn:microsoft.com/office/officeart/2005/8/layout/lProcess2"/>
    <dgm:cxn modelId="{1B08565A-86E1-4AB4-B1E1-D9BC8BC28AD9}" type="presParOf" srcId="{80D29751-768C-4BA6-82CA-D2AC26324030}" destId="{6DC8858C-62C2-4689-A62C-A557A614C7B3}" srcOrd="2" destOrd="0" presId="urn:microsoft.com/office/officeart/2005/8/layout/lProcess2"/>
    <dgm:cxn modelId="{9452722F-8436-46B5-AF34-CCD6BD8B6C67}" type="presParOf" srcId="{80D29751-768C-4BA6-82CA-D2AC26324030}" destId="{416B9016-0139-4AF9-B960-C10ECB6D1854}" srcOrd="3" destOrd="0" presId="urn:microsoft.com/office/officeart/2005/8/layout/lProcess2"/>
    <dgm:cxn modelId="{871E43BD-6E16-4BD9-8BA9-AC333CD29D96}" type="presParOf" srcId="{80D29751-768C-4BA6-82CA-D2AC26324030}" destId="{0C03CBFE-FB60-4F75-834C-DB6AD49CF57E}" srcOrd="4"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4A3EA169-4D4A-4F3C-A082-0D362E0F6A34}"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CBD3F628-F8E8-44AC-8771-F907A684A9A2}">
      <dgm:prSet phldrT="[Text]"/>
      <dgm:spPr/>
      <dgm:t>
        <a:bodyPr/>
        <a:lstStyle/>
        <a:p>
          <a:r>
            <a:rPr lang="en-US" dirty="0">
              <a:solidFill>
                <a:srgbClr val="20282F"/>
              </a:solidFill>
            </a:rPr>
            <a:t>Protocol for web communication</a:t>
          </a:r>
        </a:p>
      </dgm:t>
    </dgm:pt>
    <dgm:pt modelId="{DDC8A237-AF2B-4AFB-B8E8-7428D3FB1CE2}" type="parTrans" cxnId="{92DB940D-ADF1-4299-9E9F-C8ACBC2CB0DA}">
      <dgm:prSet/>
      <dgm:spPr/>
      <dgm:t>
        <a:bodyPr/>
        <a:lstStyle/>
        <a:p>
          <a:endParaRPr lang="en-US">
            <a:solidFill>
              <a:srgbClr val="20282F"/>
            </a:solidFill>
          </a:endParaRPr>
        </a:p>
      </dgm:t>
    </dgm:pt>
    <dgm:pt modelId="{6EA1DCBB-9005-4C83-BA90-21F3C39311E3}" type="sibTrans" cxnId="{92DB940D-ADF1-4299-9E9F-C8ACBC2CB0DA}">
      <dgm:prSet/>
      <dgm:spPr/>
      <dgm:t>
        <a:bodyPr/>
        <a:lstStyle/>
        <a:p>
          <a:endParaRPr lang="en-US">
            <a:solidFill>
              <a:srgbClr val="20282F"/>
            </a:solidFill>
          </a:endParaRPr>
        </a:p>
      </dgm:t>
    </dgm:pt>
    <dgm:pt modelId="{2198C0EC-4266-4FE1-979B-870715ABCFE4}">
      <dgm:prSet phldrT="[Text]"/>
      <dgm:spPr/>
      <dgm:t>
        <a:bodyPr/>
        <a:lstStyle/>
        <a:p>
          <a:r>
            <a:rPr lang="en-US" dirty="0">
              <a:solidFill>
                <a:srgbClr val="20282F"/>
              </a:solidFill>
            </a:rPr>
            <a:t>Network protocol for file transfer</a:t>
          </a:r>
        </a:p>
      </dgm:t>
    </dgm:pt>
    <dgm:pt modelId="{55FE8645-001F-47EA-A763-8CF2BB41AFE2}" type="parTrans" cxnId="{87BA6AED-6741-4B5C-ADE7-A98ECCB3A47B}">
      <dgm:prSet/>
      <dgm:spPr/>
      <dgm:t>
        <a:bodyPr/>
        <a:lstStyle/>
        <a:p>
          <a:endParaRPr lang="en-US">
            <a:solidFill>
              <a:srgbClr val="20282F"/>
            </a:solidFill>
          </a:endParaRPr>
        </a:p>
      </dgm:t>
    </dgm:pt>
    <dgm:pt modelId="{D23429C5-83B9-424E-8B1F-01C26CC98D8C}" type="sibTrans" cxnId="{87BA6AED-6741-4B5C-ADE7-A98ECCB3A47B}">
      <dgm:prSet/>
      <dgm:spPr/>
      <dgm:t>
        <a:bodyPr/>
        <a:lstStyle/>
        <a:p>
          <a:endParaRPr lang="en-US">
            <a:solidFill>
              <a:srgbClr val="20282F"/>
            </a:solidFill>
          </a:endParaRPr>
        </a:p>
      </dgm:t>
    </dgm:pt>
    <dgm:pt modelId="{F0F05757-3BC9-47E1-B0D4-AB0DEEC3DFE5}">
      <dgm:prSet phldrT="[Text]"/>
      <dgm:spPr/>
      <dgm:t>
        <a:bodyPr/>
        <a:lstStyle/>
        <a:p>
          <a:r>
            <a:rPr lang="en-US" dirty="0">
              <a:solidFill>
                <a:srgbClr val="20282F"/>
              </a:solidFill>
            </a:rPr>
            <a:t>Protocol for network file sharing</a:t>
          </a:r>
        </a:p>
      </dgm:t>
    </dgm:pt>
    <dgm:pt modelId="{80E4DE14-2BA6-4FE4-9DCC-15A520D1AD92}" type="parTrans" cxnId="{2D1D313E-3454-448A-8A33-9C6A8D03D05B}">
      <dgm:prSet/>
      <dgm:spPr/>
      <dgm:t>
        <a:bodyPr/>
        <a:lstStyle/>
        <a:p>
          <a:endParaRPr lang="en-US">
            <a:solidFill>
              <a:srgbClr val="20282F"/>
            </a:solidFill>
          </a:endParaRPr>
        </a:p>
      </dgm:t>
    </dgm:pt>
    <dgm:pt modelId="{17E4D614-6DC7-43FE-8BC8-DCA52AF89208}" type="sibTrans" cxnId="{2D1D313E-3454-448A-8A33-9C6A8D03D05B}">
      <dgm:prSet/>
      <dgm:spPr/>
      <dgm:t>
        <a:bodyPr/>
        <a:lstStyle/>
        <a:p>
          <a:endParaRPr lang="en-US">
            <a:solidFill>
              <a:srgbClr val="20282F"/>
            </a:solidFill>
          </a:endParaRPr>
        </a:p>
      </dgm:t>
    </dgm:pt>
    <dgm:pt modelId="{455DC5D1-F953-4DB8-A86B-2E4D0248F906}">
      <dgm:prSet phldrT="[Text]"/>
      <dgm:spPr/>
      <dgm:t>
        <a:bodyPr/>
        <a:lstStyle/>
        <a:p>
          <a:r>
            <a:rPr lang="en-US" dirty="0">
              <a:solidFill>
                <a:srgbClr val="20282F"/>
              </a:solidFill>
            </a:rPr>
            <a:t>Storage accessible over a network</a:t>
          </a:r>
        </a:p>
      </dgm:t>
    </dgm:pt>
    <dgm:pt modelId="{3510E95F-3DAF-4D69-AC3F-B8B8CF24F78C}" type="parTrans" cxnId="{5D1EA1D6-DC07-419F-99D2-98463DDA67BE}">
      <dgm:prSet/>
      <dgm:spPr/>
      <dgm:t>
        <a:bodyPr/>
        <a:lstStyle/>
        <a:p>
          <a:endParaRPr lang="en-US">
            <a:solidFill>
              <a:srgbClr val="20282F"/>
            </a:solidFill>
          </a:endParaRPr>
        </a:p>
      </dgm:t>
    </dgm:pt>
    <dgm:pt modelId="{85C02A27-0BBE-4AAA-B758-35819247E1FF}" type="sibTrans" cxnId="{5D1EA1D6-DC07-419F-99D2-98463DDA67BE}">
      <dgm:prSet/>
      <dgm:spPr/>
      <dgm:t>
        <a:bodyPr/>
        <a:lstStyle/>
        <a:p>
          <a:endParaRPr lang="en-US">
            <a:solidFill>
              <a:srgbClr val="20282F"/>
            </a:solidFill>
          </a:endParaRPr>
        </a:p>
      </dgm:t>
    </dgm:pt>
    <dgm:pt modelId="{0F7F2813-AFBA-44B4-9121-217C427C3F94}">
      <dgm:prSet phldrT="[Text]"/>
      <dgm:spPr/>
      <dgm:t>
        <a:bodyPr/>
        <a:lstStyle/>
        <a:p>
          <a:r>
            <a:rPr lang="en-US" dirty="0">
              <a:solidFill>
                <a:srgbClr val="20282F"/>
              </a:solidFill>
            </a:rPr>
            <a:t>System for managing relational databases</a:t>
          </a:r>
        </a:p>
      </dgm:t>
    </dgm:pt>
    <dgm:pt modelId="{80B94FCB-8699-4202-AFFD-35525844643E}" type="parTrans" cxnId="{51C4E124-7BE1-4FC2-BB83-EFC48EFD0F39}">
      <dgm:prSet/>
      <dgm:spPr/>
      <dgm:t>
        <a:bodyPr/>
        <a:lstStyle/>
        <a:p>
          <a:endParaRPr lang="en-US">
            <a:solidFill>
              <a:srgbClr val="20282F"/>
            </a:solidFill>
          </a:endParaRPr>
        </a:p>
      </dgm:t>
    </dgm:pt>
    <dgm:pt modelId="{5A50F1E9-552A-4B08-BA2A-D47C17E20946}" type="sibTrans" cxnId="{51C4E124-7BE1-4FC2-BB83-EFC48EFD0F39}">
      <dgm:prSet/>
      <dgm:spPr/>
      <dgm:t>
        <a:bodyPr/>
        <a:lstStyle/>
        <a:p>
          <a:endParaRPr lang="en-US">
            <a:solidFill>
              <a:srgbClr val="20282F"/>
            </a:solidFill>
          </a:endParaRPr>
        </a:p>
      </dgm:t>
    </dgm:pt>
    <dgm:pt modelId="{0D8751EA-420D-4C7C-897F-3F0D77351DA8}" type="pres">
      <dgm:prSet presAssocID="{4A3EA169-4D4A-4F3C-A082-0D362E0F6A34}" presName="vert0" presStyleCnt="0">
        <dgm:presLayoutVars>
          <dgm:dir/>
          <dgm:animOne val="branch"/>
          <dgm:animLvl val="lvl"/>
        </dgm:presLayoutVars>
      </dgm:prSet>
      <dgm:spPr/>
    </dgm:pt>
    <dgm:pt modelId="{4B39A728-50C3-4BF3-8C9F-8C684469F342}" type="pres">
      <dgm:prSet presAssocID="{CBD3F628-F8E8-44AC-8771-F907A684A9A2}" presName="thickLine" presStyleLbl="alignNode1" presStyleIdx="0" presStyleCnt="5"/>
      <dgm:spPr/>
    </dgm:pt>
    <dgm:pt modelId="{8490FB48-D8BE-4337-8AFA-5F30CA875AB0}" type="pres">
      <dgm:prSet presAssocID="{CBD3F628-F8E8-44AC-8771-F907A684A9A2}" presName="horz1" presStyleCnt="0"/>
      <dgm:spPr/>
    </dgm:pt>
    <dgm:pt modelId="{C1AC343B-67A2-43D5-B214-DDD0914B75EC}" type="pres">
      <dgm:prSet presAssocID="{CBD3F628-F8E8-44AC-8771-F907A684A9A2}" presName="tx1" presStyleLbl="revTx" presStyleIdx="0" presStyleCnt="5"/>
      <dgm:spPr/>
    </dgm:pt>
    <dgm:pt modelId="{011B2155-8946-42EB-9344-057488765209}" type="pres">
      <dgm:prSet presAssocID="{CBD3F628-F8E8-44AC-8771-F907A684A9A2}" presName="vert1" presStyleCnt="0"/>
      <dgm:spPr/>
    </dgm:pt>
    <dgm:pt modelId="{5B4E8531-9664-4FB4-96D3-D79ABE823F26}" type="pres">
      <dgm:prSet presAssocID="{455DC5D1-F953-4DB8-A86B-2E4D0248F906}" presName="thickLine" presStyleLbl="alignNode1" presStyleIdx="1" presStyleCnt="5"/>
      <dgm:spPr/>
    </dgm:pt>
    <dgm:pt modelId="{0D0FD15E-A2E2-4F63-B82D-066584262DC9}" type="pres">
      <dgm:prSet presAssocID="{455DC5D1-F953-4DB8-A86B-2E4D0248F906}" presName="horz1" presStyleCnt="0"/>
      <dgm:spPr/>
    </dgm:pt>
    <dgm:pt modelId="{CFFE60AD-5CCD-453B-B3CD-E81796BC9DDD}" type="pres">
      <dgm:prSet presAssocID="{455DC5D1-F953-4DB8-A86B-2E4D0248F906}" presName="tx1" presStyleLbl="revTx" presStyleIdx="1" presStyleCnt="5"/>
      <dgm:spPr/>
    </dgm:pt>
    <dgm:pt modelId="{9FD3E08C-7E8A-47FA-BAA3-7B50D9226CC0}" type="pres">
      <dgm:prSet presAssocID="{455DC5D1-F953-4DB8-A86B-2E4D0248F906}" presName="vert1" presStyleCnt="0"/>
      <dgm:spPr/>
    </dgm:pt>
    <dgm:pt modelId="{E0B03A3C-BA81-4D29-9181-FC663971D190}" type="pres">
      <dgm:prSet presAssocID="{2198C0EC-4266-4FE1-979B-870715ABCFE4}" presName="thickLine" presStyleLbl="alignNode1" presStyleIdx="2" presStyleCnt="5"/>
      <dgm:spPr/>
    </dgm:pt>
    <dgm:pt modelId="{46CAC1EF-5C88-4EFC-A35E-44B828B2AF9D}" type="pres">
      <dgm:prSet presAssocID="{2198C0EC-4266-4FE1-979B-870715ABCFE4}" presName="horz1" presStyleCnt="0"/>
      <dgm:spPr/>
    </dgm:pt>
    <dgm:pt modelId="{92A22740-03A3-4036-91D8-9F18EDB14A49}" type="pres">
      <dgm:prSet presAssocID="{2198C0EC-4266-4FE1-979B-870715ABCFE4}" presName="tx1" presStyleLbl="revTx" presStyleIdx="2" presStyleCnt="5"/>
      <dgm:spPr/>
    </dgm:pt>
    <dgm:pt modelId="{975096EA-50E7-49A1-87E6-8ECE4F917508}" type="pres">
      <dgm:prSet presAssocID="{2198C0EC-4266-4FE1-979B-870715ABCFE4}" presName="vert1" presStyleCnt="0"/>
      <dgm:spPr/>
    </dgm:pt>
    <dgm:pt modelId="{35F03BAB-35D3-45B6-84DD-DF0DC3DE8B4D}" type="pres">
      <dgm:prSet presAssocID="{0F7F2813-AFBA-44B4-9121-217C427C3F94}" presName="thickLine" presStyleLbl="alignNode1" presStyleIdx="3" presStyleCnt="5"/>
      <dgm:spPr/>
    </dgm:pt>
    <dgm:pt modelId="{0020425B-9B78-46A1-9EF2-A58C4DCA66BF}" type="pres">
      <dgm:prSet presAssocID="{0F7F2813-AFBA-44B4-9121-217C427C3F94}" presName="horz1" presStyleCnt="0"/>
      <dgm:spPr/>
    </dgm:pt>
    <dgm:pt modelId="{D0D861CF-C7B5-44DB-AA9F-13B9881F57FC}" type="pres">
      <dgm:prSet presAssocID="{0F7F2813-AFBA-44B4-9121-217C427C3F94}" presName="tx1" presStyleLbl="revTx" presStyleIdx="3" presStyleCnt="5"/>
      <dgm:spPr/>
    </dgm:pt>
    <dgm:pt modelId="{2E2AC830-1584-480C-8109-784CE17FC723}" type="pres">
      <dgm:prSet presAssocID="{0F7F2813-AFBA-44B4-9121-217C427C3F94}" presName="vert1" presStyleCnt="0"/>
      <dgm:spPr/>
    </dgm:pt>
    <dgm:pt modelId="{9070CA5E-5764-4EE3-8825-9D09F9F28102}" type="pres">
      <dgm:prSet presAssocID="{F0F05757-3BC9-47E1-B0D4-AB0DEEC3DFE5}" presName="thickLine" presStyleLbl="alignNode1" presStyleIdx="4" presStyleCnt="5"/>
      <dgm:spPr/>
    </dgm:pt>
    <dgm:pt modelId="{1DA05894-A0C4-455B-A4FD-54F161456069}" type="pres">
      <dgm:prSet presAssocID="{F0F05757-3BC9-47E1-B0D4-AB0DEEC3DFE5}" presName="horz1" presStyleCnt="0"/>
      <dgm:spPr/>
    </dgm:pt>
    <dgm:pt modelId="{2428FA6A-9A5B-48A5-88AA-82AA4B1537D7}" type="pres">
      <dgm:prSet presAssocID="{F0F05757-3BC9-47E1-B0D4-AB0DEEC3DFE5}" presName="tx1" presStyleLbl="revTx" presStyleIdx="4" presStyleCnt="5"/>
      <dgm:spPr/>
    </dgm:pt>
    <dgm:pt modelId="{C6B5FA57-1D38-4684-BF9C-676610E726B2}" type="pres">
      <dgm:prSet presAssocID="{F0F05757-3BC9-47E1-B0D4-AB0DEEC3DFE5}" presName="vert1" presStyleCnt="0"/>
      <dgm:spPr/>
    </dgm:pt>
  </dgm:ptLst>
  <dgm:cxnLst>
    <dgm:cxn modelId="{43C85F04-FEB2-4592-B1EA-9902EA5B38D5}" type="presOf" srcId="{2198C0EC-4266-4FE1-979B-870715ABCFE4}" destId="{92A22740-03A3-4036-91D8-9F18EDB14A49}" srcOrd="0" destOrd="0" presId="urn:microsoft.com/office/officeart/2008/layout/LinedList"/>
    <dgm:cxn modelId="{92DB940D-ADF1-4299-9E9F-C8ACBC2CB0DA}" srcId="{4A3EA169-4D4A-4F3C-A082-0D362E0F6A34}" destId="{CBD3F628-F8E8-44AC-8771-F907A684A9A2}" srcOrd="0" destOrd="0" parTransId="{DDC8A237-AF2B-4AFB-B8E8-7428D3FB1CE2}" sibTransId="{6EA1DCBB-9005-4C83-BA90-21F3C39311E3}"/>
    <dgm:cxn modelId="{51C4E124-7BE1-4FC2-BB83-EFC48EFD0F39}" srcId="{4A3EA169-4D4A-4F3C-A082-0D362E0F6A34}" destId="{0F7F2813-AFBA-44B4-9121-217C427C3F94}" srcOrd="3" destOrd="0" parTransId="{80B94FCB-8699-4202-AFFD-35525844643E}" sibTransId="{5A50F1E9-552A-4B08-BA2A-D47C17E20946}"/>
    <dgm:cxn modelId="{2D1D313E-3454-448A-8A33-9C6A8D03D05B}" srcId="{4A3EA169-4D4A-4F3C-A082-0D362E0F6A34}" destId="{F0F05757-3BC9-47E1-B0D4-AB0DEEC3DFE5}" srcOrd="4" destOrd="0" parTransId="{80E4DE14-2BA6-4FE4-9DCC-15A520D1AD92}" sibTransId="{17E4D614-6DC7-43FE-8BC8-DCA52AF89208}"/>
    <dgm:cxn modelId="{4CCC065A-31AC-4A20-90E5-4C5643026D49}" type="presOf" srcId="{CBD3F628-F8E8-44AC-8771-F907A684A9A2}" destId="{C1AC343B-67A2-43D5-B214-DDD0914B75EC}" srcOrd="0" destOrd="0" presId="urn:microsoft.com/office/officeart/2008/layout/LinedList"/>
    <dgm:cxn modelId="{EA78D995-1BFC-4458-9B12-3DF3BEC6E53E}" type="presOf" srcId="{F0F05757-3BC9-47E1-B0D4-AB0DEEC3DFE5}" destId="{2428FA6A-9A5B-48A5-88AA-82AA4B1537D7}" srcOrd="0" destOrd="0" presId="urn:microsoft.com/office/officeart/2008/layout/LinedList"/>
    <dgm:cxn modelId="{EF36AC9A-A58B-49B5-ABE7-19AA9B01859C}" type="presOf" srcId="{0F7F2813-AFBA-44B4-9121-217C427C3F94}" destId="{D0D861CF-C7B5-44DB-AA9F-13B9881F57FC}" srcOrd="0" destOrd="0" presId="urn:microsoft.com/office/officeart/2008/layout/LinedList"/>
    <dgm:cxn modelId="{249B3DA3-98D6-4976-BA40-0401269FBED4}" type="presOf" srcId="{4A3EA169-4D4A-4F3C-A082-0D362E0F6A34}" destId="{0D8751EA-420D-4C7C-897F-3F0D77351DA8}" srcOrd="0" destOrd="0" presId="urn:microsoft.com/office/officeart/2008/layout/LinedList"/>
    <dgm:cxn modelId="{5D1EA1D6-DC07-419F-99D2-98463DDA67BE}" srcId="{4A3EA169-4D4A-4F3C-A082-0D362E0F6A34}" destId="{455DC5D1-F953-4DB8-A86B-2E4D0248F906}" srcOrd="1" destOrd="0" parTransId="{3510E95F-3DAF-4D69-AC3F-B8B8CF24F78C}" sibTransId="{85C02A27-0BBE-4AAA-B758-35819247E1FF}"/>
    <dgm:cxn modelId="{87BA6AED-6741-4B5C-ADE7-A98ECCB3A47B}" srcId="{4A3EA169-4D4A-4F3C-A082-0D362E0F6A34}" destId="{2198C0EC-4266-4FE1-979B-870715ABCFE4}" srcOrd="2" destOrd="0" parTransId="{55FE8645-001F-47EA-A763-8CF2BB41AFE2}" sibTransId="{D23429C5-83B9-424E-8B1F-01C26CC98D8C}"/>
    <dgm:cxn modelId="{C68A79FD-5292-44D5-8BBC-677EDCA0023B}" type="presOf" srcId="{455DC5D1-F953-4DB8-A86B-2E4D0248F906}" destId="{CFFE60AD-5CCD-453B-B3CD-E81796BC9DDD}" srcOrd="0" destOrd="0" presId="urn:microsoft.com/office/officeart/2008/layout/LinedList"/>
    <dgm:cxn modelId="{FF513765-4D41-460A-9CDF-9A5BD62BDCC1}" type="presParOf" srcId="{0D8751EA-420D-4C7C-897F-3F0D77351DA8}" destId="{4B39A728-50C3-4BF3-8C9F-8C684469F342}" srcOrd="0" destOrd="0" presId="urn:microsoft.com/office/officeart/2008/layout/LinedList"/>
    <dgm:cxn modelId="{63867830-2CF7-444C-AC86-2DCD2DEFF69F}" type="presParOf" srcId="{0D8751EA-420D-4C7C-897F-3F0D77351DA8}" destId="{8490FB48-D8BE-4337-8AFA-5F30CA875AB0}" srcOrd="1" destOrd="0" presId="urn:microsoft.com/office/officeart/2008/layout/LinedList"/>
    <dgm:cxn modelId="{590046AE-1362-44C4-9E85-4E7746AC3BFA}" type="presParOf" srcId="{8490FB48-D8BE-4337-8AFA-5F30CA875AB0}" destId="{C1AC343B-67A2-43D5-B214-DDD0914B75EC}" srcOrd="0" destOrd="0" presId="urn:microsoft.com/office/officeart/2008/layout/LinedList"/>
    <dgm:cxn modelId="{3E1BB4BE-F97D-4FE6-92CE-1F349CBF72DA}" type="presParOf" srcId="{8490FB48-D8BE-4337-8AFA-5F30CA875AB0}" destId="{011B2155-8946-42EB-9344-057488765209}" srcOrd="1" destOrd="0" presId="urn:microsoft.com/office/officeart/2008/layout/LinedList"/>
    <dgm:cxn modelId="{233AD726-D4B0-46BA-B4E7-E411EA8DBD0D}" type="presParOf" srcId="{0D8751EA-420D-4C7C-897F-3F0D77351DA8}" destId="{5B4E8531-9664-4FB4-96D3-D79ABE823F26}" srcOrd="2" destOrd="0" presId="urn:microsoft.com/office/officeart/2008/layout/LinedList"/>
    <dgm:cxn modelId="{8B3D2581-681E-42A6-8CE3-0AAF3AFBAA6C}" type="presParOf" srcId="{0D8751EA-420D-4C7C-897F-3F0D77351DA8}" destId="{0D0FD15E-A2E2-4F63-B82D-066584262DC9}" srcOrd="3" destOrd="0" presId="urn:microsoft.com/office/officeart/2008/layout/LinedList"/>
    <dgm:cxn modelId="{F41157DF-6031-43D3-96F7-5D88B120D50B}" type="presParOf" srcId="{0D0FD15E-A2E2-4F63-B82D-066584262DC9}" destId="{CFFE60AD-5CCD-453B-B3CD-E81796BC9DDD}" srcOrd="0" destOrd="0" presId="urn:microsoft.com/office/officeart/2008/layout/LinedList"/>
    <dgm:cxn modelId="{C3A4F916-43DB-40BF-B358-9EA1FC61709E}" type="presParOf" srcId="{0D0FD15E-A2E2-4F63-B82D-066584262DC9}" destId="{9FD3E08C-7E8A-47FA-BAA3-7B50D9226CC0}" srcOrd="1" destOrd="0" presId="urn:microsoft.com/office/officeart/2008/layout/LinedList"/>
    <dgm:cxn modelId="{32259D91-A933-48FA-93D3-CE78FDAE5BEE}" type="presParOf" srcId="{0D8751EA-420D-4C7C-897F-3F0D77351DA8}" destId="{E0B03A3C-BA81-4D29-9181-FC663971D190}" srcOrd="4" destOrd="0" presId="urn:microsoft.com/office/officeart/2008/layout/LinedList"/>
    <dgm:cxn modelId="{94E38254-5E08-47DB-BBBA-5A1BD59EF172}" type="presParOf" srcId="{0D8751EA-420D-4C7C-897F-3F0D77351DA8}" destId="{46CAC1EF-5C88-4EFC-A35E-44B828B2AF9D}" srcOrd="5" destOrd="0" presId="urn:microsoft.com/office/officeart/2008/layout/LinedList"/>
    <dgm:cxn modelId="{2EDE719C-4845-40E1-8F27-59BE44529476}" type="presParOf" srcId="{46CAC1EF-5C88-4EFC-A35E-44B828B2AF9D}" destId="{92A22740-03A3-4036-91D8-9F18EDB14A49}" srcOrd="0" destOrd="0" presId="urn:microsoft.com/office/officeart/2008/layout/LinedList"/>
    <dgm:cxn modelId="{F8B7EE0E-0356-490C-921B-2D100E4CA244}" type="presParOf" srcId="{46CAC1EF-5C88-4EFC-A35E-44B828B2AF9D}" destId="{975096EA-50E7-49A1-87E6-8ECE4F917508}" srcOrd="1" destOrd="0" presId="urn:microsoft.com/office/officeart/2008/layout/LinedList"/>
    <dgm:cxn modelId="{EA7D027C-BE6A-471F-8E03-5AD4B57A2024}" type="presParOf" srcId="{0D8751EA-420D-4C7C-897F-3F0D77351DA8}" destId="{35F03BAB-35D3-45B6-84DD-DF0DC3DE8B4D}" srcOrd="6" destOrd="0" presId="urn:microsoft.com/office/officeart/2008/layout/LinedList"/>
    <dgm:cxn modelId="{209A3F07-0F51-46DB-A298-506A3C91C05C}" type="presParOf" srcId="{0D8751EA-420D-4C7C-897F-3F0D77351DA8}" destId="{0020425B-9B78-46A1-9EF2-A58C4DCA66BF}" srcOrd="7" destOrd="0" presId="urn:microsoft.com/office/officeart/2008/layout/LinedList"/>
    <dgm:cxn modelId="{2999C08D-4CC8-421E-B799-4AE2F50D0D33}" type="presParOf" srcId="{0020425B-9B78-46A1-9EF2-A58C4DCA66BF}" destId="{D0D861CF-C7B5-44DB-AA9F-13B9881F57FC}" srcOrd="0" destOrd="0" presId="urn:microsoft.com/office/officeart/2008/layout/LinedList"/>
    <dgm:cxn modelId="{D7817EC3-EFB2-4EA3-8D0F-95B7AA774DEC}" type="presParOf" srcId="{0020425B-9B78-46A1-9EF2-A58C4DCA66BF}" destId="{2E2AC830-1584-480C-8109-784CE17FC723}" srcOrd="1" destOrd="0" presId="urn:microsoft.com/office/officeart/2008/layout/LinedList"/>
    <dgm:cxn modelId="{F30B140B-0A6D-45EA-B3B6-2BDFD42AE225}" type="presParOf" srcId="{0D8751EA-420D-4C7C-897F-3F0D77351DA8}" destId="{9070CA5E-5764-4EE3-8825-9D09F9F28102}" srcOrd="8" destOrd="0" presId="urn:microsoft.com/office/officeart/2008/layout/LinedList"/>
    <dgm:cxn modelId="{318ED71C-860B-4B38-9F1A-9E05562B8BE4}" type="presParOf" srcId="{0D8751EA-420D-4C7C-897F-3F0D77351DA8}" destId="{1DA05894-A0C4-455B-A4FD-54F161456069}" srcOrd="9" destOrd="0" presId="urn:microsoft.com/office/officeart/2008/layout/LinedList"/>
    <dgm:cxn modelId="{CDC2CE63-A48D-4BFD-A7EE-55C2885DCBCB}" type="presParOf" srcId="{1DA05894-A0C4-455B-A4FD-54F161456069}" destId="{2428FA6A-9A5B-48A5-88AA-82AA4B1537D7}" srcOrd="0" destOrd="0" presId="urn:microsoft.com/office/officeart/2008/layout/LinedList"/>
    <dgm:cxn modelId="{5A99350C-5204-45BE-8D28-4D285117F4D6}" type="presParOf" srcId="{1DA05894-A0C4-455B-A4FD-54F161456069}" destId="{C6B5FA57-1D38-4684-BF9C-676610E726B2}"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79F884E-4F48-47B1-A52C-AA554AAA6FB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67CAAA8E-C0EF-4740-9E33-BE397BF709C4}">
      <dgm:prSet phldrT="[Text]" custT="1"/>
      <dgm:spPr>
        <a:solidFill>
          <a:srgbClr val="004F71"/>
        </a:solidFill>
      </dgm:spPr>
      <dgm:t>
        <a:bodyPr/>
        <a:lstStyle/>
        <a:p>
          <a:pPr algn="ctr"/>
          <a:r>
            <a:rPr lang="en-US" sz="2200" dirty="0"/>
            <a:t>HTTP</a:t>
          </a:r>
        </a:p>
      </dgm:t>
    </dgm:pt>
    <dgm:pt modelId="{AD35B61D-9061-427C-91DB-09929A5CCAC8}" type="parTrans" cxnId="{72A77336-E277-494E-B76C-C29830E13B92}">
      <dgm:prSet/>
      <dgm:spPr/>
      <dgm:t>
        <a:bodyPr/>
        <a:lstStyle/>
        <a:p>
          <a:pPr algn="ctr"/>
          <a:endParaRPr lang="en-US"/>
        </a:p>
      </dgm:t>
    </dgm:pt>
    <dgm:pt modelId="{F19F5482-4B3F-4106-BD61-C11A8C9B23F4}" type="sibTrans" cxnId="{72A77336-E277-494E-B76C-C29830E13B92}">
      <dgm:prSet/>
      <dgm:spPr/>
      <dgm:t>
        <a:bodyPr/>
        <a:lstStyle/>
        <a:p>
          <a:pPr algn="ctr"/>
          <a:endParaRPr lang="en-US"/>
        </a:p>
      </dgm:t>
    </dgm:pt>
    <dgm:pt modelId="{FFEDDEB3-B610-4974-B3A1-492DB0B5A789}">
      <dgm:prSet phldrT="[Text]" custT="1"/>
      <dgm:spPr>
        <a:solidFill>
          <a:srgbClr val="004F71"/>
        </a:solidFill>
      </dgm:spPr>
      <dgm:t>
        <a:bodyPr/>
        <a:lstStyle/>
        <a:p>
          <a:pPr algn="ctr"/>
          <a:r>
            <a:rPr lang="en-US" sz="2200" dirty="0"/>
            <a:t>FTP</a:t>
          </a:r>
        </a:p>
      </dgm:t>
    </dgm:pt>
    <dgm:pt modelId="{B534ADF3-111F-4276-BC20-EA6067587188}" type="parTrans" cxnId="{47B25406-8D19-43D3-BA80-ECBF12387856}">
      <dgm:prSet/>
      <dgm:spPr/>
      <dgm:t>
        <a:bodyPr/>
        <a:lstStyle/>
        <a:p>
          <a:pPr algn="ctr"/>
          <a:endParaRPr lang="en-US"/>
        </a:p>
      </dgm:t>
    </dgm:pt>
    <dgm:pt modelId="{251FBD0D-67C5-410E-88E3-71641DDEF747}" type="sibTrans" cxnId="{47B25406-8D19-43D3-BA80-ECBF12387856}">
      <dgm:prSet/>
      <dgm:spPr/>
      <dgm:t>
        <a:bodyPr/>
        <a:lstStyle/>
        <a:p>
          <a:pPr algn="ctr"/>
          <a:endParaRPr lang="en-US"/>
        </a:p>
      </dgm:t>
    </dgm:pt>
    <dgm:pt modelId="{D4268380-08B0-47AE-8A93-6E173AD0CF83}">
      <dgm:prSet phldrT="[Text]" custT="1"/>
      <dgm:spPr>
        <a:solidFill>
          <a:srgbClr val="004F71"/>
        </a:solidFill>
      </dgm:spPr>
      <dgm:t>
        <a:bodyPr/>
        <a:lstStyle/>
        <a:p>
          <a:pPr algn="ctr"/>
          <a:r>
            <a:rPr lang="en-US" sz="2200" dirty="0"/>
            <a:t>SMB</a:t>
          </a:r>
        </a:p>
      </dgm:t>
    </dgm:pt>
    <dgm:pt modelId="{AB2ADA80-C913-4B01-B7B4-FA35C733BC43}" type="parTrans" cxnId="{57EA338C-2EA7-491C-8A44-D61E1DC71075}">
      <dgm:prSet/>
      <dgm:spPr/>
      <dgm:t>
        <a:bodyPr/>
        <a:lstStyle/>
        <a:p>
          <a:pPr algn="ctr"/>
          <a:endParaRPr lang="en-US"/>
        </a:p>
      </dgm:t>
    </dgm:pt>
    <dgm:pt modelId="{5F2EF8E6-BC12-4653-9131-5830A45583CB}" type="sibTrans" cxnId="{57EA338C-2EA7-491C-8A44-D61E1DC71075}">
      <dgm:prSet/>
      <dgm:spPr/>
      <dgm:t>
        <a:bodyPr/>
        <a:lstStyle/>
        <a:p>
          <a:pPr algn="ctr"/>
          <a:endParaRPr lang="en-US"/>
        </a:p>
      </dgm:t>
    </dgm:pt>
    <dgm:pt modelId="{43DC03C7-9C10-4DC6-AA25-7BDD2E735585}">
      <dgm:prSet phldrT="[Text]" custT="1"/>
      <dgm:spPr>
        <a:solidFill>
          <a:srgbClr val="004F71"/>
        </a:solidFill>
      </dgm:spPr>
      <dgm:t>
        <a:bodyPr/>
        <a:lstStyle/>
        <a:p>
          <a:pPr algn="ctr"/>
          <a:r>
            <a:rPr lang="en-US" sz="2200" dirty="0"/>
            <a:t>NAS</a:t>
          </a:r>
        </a:p>
      </dgm:t>
    </dgm:pt>
    <dgm:pt modelId="{F776AF05-E6E3-4D8E-A581-CB402887CAA6}" type="parTrans" cxnId="{63708BFC-88CF-438C-AAA8-293BE95F6559}">
      <dgm:prSet/>
      <dgm:spPr/>
      <dgm:t>
        <a:bodyPr/>
        <a:lstStyle/>
        <a:p>
          <a:pPr algn="ctr"/>
          <a:endParaRPr lang="en-US"/>
        </a:p>
      </dgm:t>
    </dgm:pt>
    <dgm:pt modelId="{06585970-1E8F-4BDE-9593-2E8816023F70}" type="sibTrans" cxnId="{63708BFC-88CF-438C-AAA8-293BE95F6559}">
      <dgm:prSet/>
      <dgm:spPr/>
      <dgm:t>
        <a:bodyPr/>
        <a:lstStyle/>
        <a:p>
          <a:pPr algn="ctr"/>
          <a:endParaRPr lang="en-US"/>
        </a:p>
      </dgm:t>
    </dgm:pt>
    <dgm:pt modelId="{48E26942-844E-4AEF-83C9-2ADB8E644D49}">
      <dgm:prSet phldrT="[Text]" custT="1"/>
      <dgm:spPr>
        <a:solidFill>
          <a:srgbClr val="004F71"/>
        </a:solidFill>
      </dgm:spPr>
      <dgm:t>
        <a:bodyPr/>
        <a:lstStyle/>
        <a:p>
          <a:pPr algn="ctr"/>
          <a:r>
            <a:rPr lang="en-US" sz="2200" dirty="0"/>
            <a:t>RDBMS</a:t>
          </a:r>
        </a:p>
      </dgm:t>
    </dgm:pt>
    <dgm:pt modelId="{0705CD62-6F30-44F8-BBEB-3D81AFBBC79F}" type="parTrans" cxnId="{50C7054E-E56C-4E5F-9AE7-E811A1D27AD7}">
      <dgm:prSet/>
      <dgm:spPr/>
      <dgm:t>
        <a:bodyPr/>
        <a:lstStyle/>
        <a:p>
          <a:pPr algn="ctr"/>
          <a:endParaRPr lang="en-US"/>
        </a:p>
      </dgm:t>
    </dgm:pt>
    <dgm:pt modelId="{D0A48840-4079-4AE7-A5A6-8A6367ACB794}" type="sibTrans" cxnId="{50C7054E-E56C-4E5F-9AE7-E811A1D27AD7}">
      <dgm:prSet/>
      <dgm:spPr/>
      <dgm:t>
        <a:bodyPr/>
        <a:lstStyle/>
        <a:p>
          <a:pPr algn="ctr"/>
          <a:endParaRPr lang="en-US"/>
        </a:p>
      </dgm:t>
    </dgm:pt>
    <dgm:pt modelId="{F34FD960-587E-49EA-8094-7C94976F7761}" type="pres">
      <dgm:prSet presAssocID="{379F884E-4F48-47B1-A52C-AA554AAA6FB6}" presName="linear" presStyleCnt="0">
        <dgm:presLayoutVars>
          <dgm:animLvl val="lvl"/>
          <dgm:resizeHandles val="exact"/>
        </dgm:presLayoutVars>
      </dgm:prSet>
      <dgm:spPr/>
    </dgm:pt>
    <dgm:pt modelId="{B4A56072-A9CC-4D00-8CEF-5226C74E196A}" type="pres">
      <dgm:prSet presAssocID="{67CAAA8E-C0EF-4740-9E33-BE397BF709C4}" presName="parentText" presStyleLbl="node1" presStyleIdx="0" presStyleCnt="5">
        <dgm:presLayoutVars>
          <dgm:chMax val="0"/>
          <dgm:bulletEnabled val="1"/>
        </dgm:presLayoutVars>
      </dgm:prSet>
      <dgm:spPr/>
    </dgm:pt>
    <dgm:pt modelId="{271699A5-4D05-45BF-8551-E330CCB55776}" type="pres">
      <dgm:prSet presAssocID="{F19F5482-4B3F-4106-BD61-C11A8C9B23F4}" presName="spacer" presStyleCnt="0"/>
      <dgm:spPr/>
    </dgm:pt>
    <dgm:pt modelId="{03FFD517-A728-497C-958A-BDDD7FC6437E}" type="pres">
      <dgm:prSet presAssocID="{FFEDDEB3-B610-4974-B3A1-492DB0B5A789}" presName="parentText" presStyleLbl="node1" presStyleIdx="1" presStyleCnt="5">
        <dgm:presLayoutVars>
          <dgm:chMax val="0"/>
          <dgm:bulletEnabled val="1"/>
        </dgm:presLayoutVars>
      </dgm:prSet>
      <dgm:spPr/>
    </dgm:pt>
    <dgm:pt modelId="{ED02A1AA-6FF8-48A3-8945-01F35D7644B5}" type="pres">
      <dgm:prSet presAssocID="{251FBD0D-67C5-410E-88E3-71641DDEF747}" presName="spacer" presStyleCnt="0"/>
      <dgm:spPr/>
    </dgm:pt>
    <dgm:pt modelId="{984EC784-6C9A-4D82-A86B-C7A9F4218B83}" type="pres">
      <dgm:prSet presAssocID="{D4268380-08B0-47AE-8A93-6E173AD0CF83}" presName="parentText" presStyleLbl="node1" presStyleIdx="2" presStyleCnt="5">
        <dgm:presLayoutVars>
          <dgm:chMax val="0"/>
          <dgm:bulletEnabled val="1"/>
        </dgm:presLayoutVars>
      </dgm:prSet>
      <dgm:spPr/>
    </dgm:pt>
    <dgm:pt modelId="{AD6F786E-92C5-44B9-8180-5FF816926AA0}" type="pres">
      <dgm:prSet presAssocID="{5F2EF8E6-BC12-4653-9131-5830A45583CB}" presName="spacer" presStyleCnt="0"/>
      <dgm:spPr/>
    </dgm:pt>
    <dgm:pt modelId="{D317EB48-C86C-4177-B698-F85DA2666763}" type="pres">
      <dgm:prSet presAssocID="{43DC03C7-9C10-4DC6-AA25-7BDD2E735585}" presName="parentText" presStyleLbl="node1" presStyleIdx="3" presStyleCnt="5">
        <dgm:presLayoutVars>
          <dgm:chMax val="0"/>
          <dgm:bulletEnabled val="1"/>
        </dgm:presLayoutVars>
      </dgm:prSet>
      <dgm:spPr/>
    </dgm:pt>
    <dgm:pt modelId="{F7560CFE-3005-45BE-9EB0-C2164099F4E1}" type="pres">
      <dgm:prSet presAssocID="{06585970-1E8F-4BDE-9593-2E8816023F70}" presName="spacer" presStyleCnt="0"/>
      <dgm:spPr/>
    </dgm:pt>
    <dgm:pt modelId="{5327F16A-B276-4CEC-8E3C-BE88DDE8A262}" type="pres">
      <dgm:prSet presAssocID="{48E26942-844E-4AEF-83C9-2ADB8E644D49}" presName="parentText" presStyleLbl="node1" presStyleIdx="4" presStyleCnt="5">
        <dgm:presLayoutVars>
          <dgm:chMax val="0"/>
          <dgm:bulletEnabled val="1"/>
        </dgm:presLayoutVars>
      </dgm:prSet>
      <dgm:spPr/>
    </dgm:pt>
  </dgm:ptLst>
  <dgm:cxnLst>
    <dgm:cxn modelId="{47B25406-8D19-43D3-BA80-ECBF12387856}" srcId="{379F884E-4F48-47B1-A52C-AA554AAA6FB6}" destId="{FFEDDEB3-B610-4974-B3A1-492DB0B5A789}" srcOrd="1" destOrd="0" parTransId="{B534ADF3-111F-4276-BC20-EA6067587188}" sibTransId="{251FBD0D-67C5-410E-88E3-71641DDEF747}"/>
    <dgm:cxn modelId="{C8CDC818-B6B4-4891-AC68-EEBE9A49D9EE}" type="presOf" srcId="{67CAAA8E-C0EF-4740-9E33-BE397BF709C4}" destId="{B4A56072-A9CC-4D00-8CEF-5226C74E196A}" srcOrd="0" destOrd="0" presId="urn:microsoft.com/office/officeart/2005/8/layout/vList2"/>
    <dgm:cxn modelId="{72A77336-E277-494E-B76C-C29830E13B92}" srcId="{379F884E-4F48-47B1-A52C-AA554AAA6FB6}" destId="{67CAAA8E-C0EF-4740-9E33-BE397BF709C4}" srcOrd="0" destOrd="0" parTransId="{AD35B61D-9061-427C-91DB-09929A5CCAC8}" sibTransId="{F19F5482-4B3F-4106-BD61-C11A8C9B23F4}"/>
    <dgm:cxn modelId="{96D1773E-D15C-4319-9784-50BD03F388FD}" type="presOf" srcId="{48E26942-844E-4AEF-83C9-2ADB8E644D49}" destId="{5327F16A-B276-4CEC-8E3C-BE88DDE8A262}" srcOrd="0" destOrd="0" presId="urn:microsoft.com/office/officeart/2005/8/layout/vList2"/>
    <dgm:cxn modelId="{864CCC6C-2C61-4154-9838-2055BC941119}" type="presOf" srcId="{379F884E-4F48-47B1-A52C-AA554AAA6FB6}" destId="{F34FD960-587E-49EA-8094-7C94976F7761}" srcOrd="0" destOrd="0" presId="urn:microsoft.com/office/officeart/2005/8/layout/vList2"/>
    <dgm:cxn modelId="{50C7054E-E56C-4E5F-9AE7-E811A1D27AD7}" srcId="{379F884E-4F48-47B1-A52C-AA554AAA6FB6}" destId="{48E26942-844E-4AEF-83C9-2ADB8E644D49}" srcOrd="4" destOrd="0" parTransId="{0705CD62-6F30-44F8-BBEB-3D81AFBBC79F}" sibTransId="{D0A48840-4079-4AE7-A5A6-8A6367ACB794}"/>
    <dgm:cxn modelId="{E8396250-7354-4F26-8368-D2F8009561C9}" type="presOf" srcId="{43DC03C7-9C10-4DC6-AA25-7BDD2E735585}" destId="{D317EB48-C86C-4177-B698-F85DA2666763}" srcOrd="0" destOrd="0" presId="urn:microsoft.com/office/officeart/2005/8/layout/vList2"/>
    <dgm:cxn modelId="{57EA338C-2EA7-491C-8A44-D61E1DC71075}" srcId="{379F884E-4F48-47B1-A52C-AA554AAA6FB6}" destId="{D4268380-08B0-47AE-8A93-6E173AD0CF83}" srcOrd="2" destOrd="0" parTransId="{AB2ADA80-C913-4B01-B7B4-FA35C733BC43}" sibTransId="{5F2EF8E6-BC12-4653-9131-5830A45583CB}"/>
    <dgm:cxn modelId="{C287DC92-D82E-44E5-819A-09C80112944B}" type="presOf" srcId="{D4268380-08B0-47AE-8A93-6E173AD0CF83}" destId="{984EC784-6C9A-4D82-A86B-C7A9F4218B83}" srcOrd="0" destOrd="0" presId="urn:microsoft.com/office/officeart/2005/8/layout/vList2"/>
    <dgm:cxn modelId="{63708BFC-88CF-438C-AAA8-293BE95F6559}" srcId="{379F884E-4F48-47B1-A52C-AA554AAA6FB6}" destId="{43DC03C7-9C10-4DC6-AA25-7BDD2E735585}" srcOrd="3" destOrd="0" parTransId="{F776AF05-E6E3-4D8E-A581-CB402887CAA6}" sibTransId="{06585970-1E8F-4BDE-9593-2E8816023F70}"/>
    <dgm:cxn modelId="{2A3DB4FC-D11C-4285-91E6-A21A8AD1898B}" type="presOf" srcId="{FFEDDEB3-B610-4974-B3A1-492DB0B5A789}" destId="{03FFD517-A728-497C-958A-BDDD7FC6437E}" srcOrd="0" destOrd="0" presId="urn:microsoft.com/office/officeart/2005/8/layout/vList2"/>
    <dgm:cxn modelId="{3123F89E-1A1D-4884-8B5E-C7DEAEC6F5F8}" type="presParOf" srcId="{F34FD960-587E-49EA-8094-7C94976F7761}" destId="{B4A56072-A9CC-4D00-8CEF-5226C74E196A}" srcOrd="0" destOrd="0" presId="urn:microsoft.com/office/officeart/2005/8/layout/vList2"/>
    <dgm:cxn modelId="{7CE5BC14-9FE5-4BC4-BE7B-CC05710E69EA}" type="presParOf" srcId="{F34FD960-587E-49EA-8094-7C94976F7761}" destId="{271699A5-4D05-45BF-8551-E330CCB55776}" srcOrd="1" destOrd="0" presId="urn:microsoft.com/office/officeart/2005/8/layout/vList2"/>
    <dgm:cxn modelId="{70A88FE8-628F-4D64-BE99-8D83607B8237}" type="presParOf" srcId="{F34FD960-587E-49EA-8094-7C94976F7761}" destId="{03FFD517-A728-497C-958A-BDDD7FC6437E}" srcOrd="2" destOrd="0" presId="urn:microsoft.com/office/officeart/2005/8/layout/vList2"/>
    <dgm:cxn modelId="{270CCFB9-7321-4488-8566-04066E5FDC6D}" type="presParOf" srcId="{F34FD960-587E-49EA-8094-7C94976F7761}" destId="{ED02A1AA-6FF8-48A3-8945-01F35D7644B5}" srcOrd="3" destOrd="0" presId="urn:microsoft.com/office/officeart/2005/8/layout/vList2"/>
    <dgm:cxn modelId="{3F0ED393-CAC5-402D-9D8F-005979853889}" type="presParOf" srcId="{F34FD960-587E-49EA-8094-7C94976F7761}" destId="{984EC784-6C9A-4D82-A86B-C7A9F4218B83}" srcOrd="4" destOrd="0" presId="urn:microsoft.com/office/officeart/2005/8/layout/vList2"/>
    <dgm:cxn modelId="{4E0ADD49-23C1-4DE5-995A-6250AF1BB108}" type="presParOf" srcId="{F34FD960-587E-49EA-8094-7C94976F7761}" destId="{AD6F786E-92C5-44B9-8180-5FF816926AA0}" srcOrd="5" destOrd="0" presId="urn:microsoft.com/office/officeart/2005/8/layout/vList2"/>
    <dgm:cxn modelId="{FDFBE42D-BB2E-4E39-86D7-D43A24AE367A}" type="presParOf" srcId="{F34FD960-587E-49EA-8094-7C94976F7761}" destId="{D317EB48-C86C-4177-B698-F85DA2666763}" srcOrd="6" destOrd="0" presId="urn:microsoft.com/office/officeart/2005/8/layout/vList2"/>
    <dgm:cxn modelId="{EB608450-BC9F-4F89-81D4-2DABA59B1174}" type="presParOf" srcId="{F34FD960-587E-49EA-8094-7C94976F7761}" destId="{F7560CFE-3005-45BE-9EB0-C2164099F4E1}" srcOrd="7" destOrd="0" presId="urn:microsoft.com/office/officeart/2005/8/layout/vList2"/>
    <dgm:cxn modelId="{A09D7A32-4AD2-4010-B590-C290349F8841}" type="presParOf" srcId="{F34FD960-587E-49EA-8094-7C94976F7761}" destId="{5327F16A-B276-4CEC-8E3C-BE88DDE8A262}" srcOrd="8"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E0F1EEEE-2229-4C7A-9F1A-DBF8E1C92FD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22E04BD4-141C-4111-A493-84D6A6666C88}">
      <dgm:prSet phldrT="[Text]" custT="1"/>
      <dgm:spPr/>
      <dgm:t>
        <a:bodyPr/>
        <a:lstStyle/>
        <a:p>
          <a:r>
            <a:rPr lang="en-US" sz="1800" dirty="0"/>
            <a:t>Purpose</a:t>
          </a:r>
        </a:p>
      </dgm:t>
    </dgm:pt>
    <dgm:pt modelId="{12189E18-C48D-4E8A-B061-303C079DD275}" type="parTrans" cxnId="{0C328134-E97D-40D3-A83A-E19B03EA59D1}">
      <dgm:prSet/>
      <dgm:spPr/>
      <dgm:t>
        <a:bodyPr/>
        <a:lstStyle/>
        <a:p>
          <a:endParaRPr lang="en-US"/>
        </a:p>
      </dgm:t>
    </dgm:pt>
    <dgm:pt modelId="{60AE3EE0-6841-43A5-8AA7-82C98A8B1516}" type="sibTrans" cxnId="{0C328134-E97D-40D3-A83A-E19B03EA59D1}">
      <dgm:prSet/>
      <dgm:spPr/>
      <dgm:t>
        <a:bodyPr/>
        <a:lstStyle/>
        <a:p>
          <a:endParaRPr lang="en-US"/>
        </a:p>
      </dgm:t>
    </dgm:pt>
    <dgm:pt modelId="{48AC2143-C069-4B62-B7B1-CBB9D21303C9}">
      <dgm:prSet phldrT="[Text]" custT="1"/>
      <dgm:spPr>
        <a:solidFill>
          <a:schemeClr val="bg1">
            <a:lumMod val="95000"/>
            <a:alpha val="90000"/>
          </a:schemeClr>
        </a:solidFill>
        <a:ln w="9525">
          <a:solidFill>
            <a:schemeClr val="bg1">
              <a:lumMod val="85000"/>
              <a:alpha val="90000"/>
            </a:schemeClr>
          </a:solidFill>
        </a:ln>
      </dgm:spPr>
      <dgm:t>
        <a:bodyPr/>
        <a:lstStyle/>
        <a:p>
          <a:r>
            <a:rPr lang="en-US" sz="1600" dirty="0">
              <a:solidFill>
                <a:srgbClr val="20282F"/>
              </a:solidFill>
            </a:rPr>
            <a:t>Used to send emails from one server to another</a:t>
          </a:r>
        </a:p>
      </dgm:t>
    </dgm:pt>
    <dgm:pt modelId="{9BCD7B2B-D62C-40CD-B64E-556CC377F808}" type="parTrans" cxnId="{CE0CD24E-AD8C-41FB-AA20-DD4D7A84E928}">
      <dgm:prSet/>
      <dgm:spPr/>
      <dgm:t>
        <a:bodyPr/>
        <a:lstStyle/>
        <a:p>
          <a:endParaRPr lang="en-US"/>
        </a:p>
      </dgm:t>
    </dgm:pt>
    <dgm:pt modelId="{6DDE1392-87DF-4629-9D9B-73B309E35E29}" type="sibTrans" cxnId="{CE0CD24E-AD8C-41FB-AA20-DD4D7A84E928}">
      <dgm:prSet/>
      <dgm:spPr/>
      <dgm:t>
        <a:bodyPr/>
        <a:lstStyle/>
        <a:p>
          <a:endParaRPr lang="en-US"/>
        </a:p>
      </dgm:t>
    </dgm:pt>
    <dgm:pt modelId="{AA5B9C18-18A5-4EAF-9779-9794D5D45361}">
      <dgm:prSet phldrT="[Text]" custT="1"/>
      <dgm:spPr>
        <a:solidFill>
          <a:schemeClr val="bg1">
            <a:lumMod val="95000"/>
            <a:alpha val="90000"/>
          </a:schemeClr>
        </a:solidFill>
        <a:ln w="9525">
          <a:solidFill>
            <a:schemeClr val="bg1">
              <a:lumMod val="85000"/>
              <a:alpha val="90000"/>
            </a:schemeClr>
          </a:solidFill>
        </a:ln>
      </dgm:spPr>
      <dgm:t>
        <a:bodyPr/>
        <a:lstStyle/>
        <a:p>
          <a:r>
            <a:rPr lang="en-US" sz="1600" dirty="0">
              <a:solidFill>
                <a:srgbClr val="20282F"/>
              </a:solidFill>
            </a:rPr>
            <a:t>Routes emails from sender’s email client to recipient’s email server</a:t>
          </a:r>
        </a:p>
      </dgm:t>
    </dgm:pt>
    <dgm:pt modelId="{2FE9D101-3B38-4165-82F7-19DBF323AF51}" type="parTrans" cxnId="{FCF8F7D3-541D-407F-BEDE-FCF44CEE59E9}">
      <dgm:prSet/>
      <dgm:spPr/>
      <dgm:t>
        <a:bodyPr/>
        <a:lstStyle/>
        <a:p>
          <a:endParaRPr lang="en-US"/>
        </a:p>
      </dgm:t>
    </dgm:pt>
    <dgm:pt modelId="{693E4E1A-1C3D-4106-B791-D083CD2E1FAF}" type="sibTrans" cxnId="{FCF8F7D3-541D-407F-BEDE-FCF44CEE59E9}">
      <dgm:prSet/>
      <dgm:spPr/>
      <dgm:t>
        <a:bodyPr/>
        <a:lstStyle/>
        <a:p>
          <a:endParaRPr lang="en-US"/>
        </a:p>
      </dgm:t>
    </dgm:pt>
    <dgm:pt modelId="{C47429F2-2AE2-4019-81A0-859FD7A48802}">
      <dgm:prSet phldrT="[Text]" custT="1"/>
      <dgm:spPr/>
      <dgm:t>
        <a:bodyPr/>
        <a:lstStyle/>
        <a:p>
          <a:r>
            <a:rPr lang="en-US" sz="1800" dirty="0"/>
            <a:t>Process</a:t>
          </a:r>
        </a:p>
      </dgm:t>
    </dgm:pt>
    <dgm:pt modelId="{D893CA10-FC78-47EA-8DAA-92F16CED68B5}" type="parTrans" cxnId="{A04604DF-C473-4309-B86A-A3A691403B4D}">
      <dgm:prSet/>
      <dgm:spPr/>
      <dgm:t>
        <a:bodyPr/>
        <a:lstStyle/>
        <a:p>
          <a:endParaRPr lang="en-US"/>
        </a:p>
      </dgm:t>
    </dgm:pt>
    <dgm:pt modelId="{28292C5E-BF80-4732-9FDF-49897A588ABB}" type="sibTrans" cxnId="{A04604DF-C473-4309-B86A-A3A691403B4D}">
      <dgm:prSet/>
      <dgm:spPr/>
      <dgm:t>
        <a:bodyPr/>
        <a:lstStyle/>
        <a:p>
          <a:endParaRPr lang="en-US"/>
        </a:p>
      </dgm:t>
    </dgm:pt>
    <dgm:pt modelId="{9504B32A-6BF1-4BCD-9AA4-26183E3FD7F0}">
      <dgm:prSet phldrT="[Text]" custT="1"/>
      <dgm:spPr/>
      <dgm:t>
        <a:bodyPr/>
        <a:lstStyle/>
        <a:p>
          <a:r>
            <a:rPr lang="en-US" sz="1800" dirty="0"/>
            <a:t>Security </a:t>
          </a:r>
        </a:p>
      </dgm:t>
    </dgm:pt>
    <dgm:pt modelId="{65A48FAC-3649-4202-AC37-7EB9E885D0EF}" type="parTrans" cxnId="{B72D658B-2CBC-4180-A986-2C007082FC1B}">
      <dgm:prSet/>
      <dgm:spPr/>
      <dgm:t>
        <a:bodyPr/>
        <a:lstStyle/>
        <a:p>
          <a:endParaRPr lang="en-US"/>
        </a:p>
      </dgm:t>
    </dgm:pt>
    <dgm:pt modelId="{6A7F54E6-DC75-4352-A597-DC841D431C5E}" type="sibTrans" cxnId="{B72D658B-2CBC-4180-A986-2C007082FC1B}">
      <dgm:prSet/>
      <dgm:spPr/>
      <dgm:t>
        <a:bodyPr/>
        <a:lstStyle/>
        <a:p>
          <a:endParaRPr lang="en-US"/>
        </a:p>
      </dgm:t>
    </dgm:pt>
    <dgm:pt modelId="{715755B1-ECD2-44BB-BBA3-2F4E87EA5B2D}">
      <dgm:prSet phldrT="[Text]" custT="1"/>
      <dgm:spPr>
        <a:solidFill>
          <a:schemeClr val="bg1">
            <a:lumMod val="95000"/>
            <a:alpha val="90000"/>
          </a:schemeClr>
        </a:solidFill>
        <a:ln w="9525">
          <a:solidFill>
            <a:schemeClr val="bg1">
              <a:lumMod val="85000"/>
              <a:alpha val="90000"/>
            </a:schemeClr>
          </a:solidFill>
        </a:ln>
      </dgm:spPr>
      <dgm:t>
        <a:bodyPr/>
        <a:lstStyle/>
        <a:p>
          <a:r>
            <a:rPr lang="en-US" sz="1600" dirty="0">
              <a:solidFill>
                <a:srgbClr val="20282F"/>
              </a:solidFill>
            </a:rPr>
            <a:t>Combinable with TLS to encrypt emails during transmission</a:t>
          </a:r>
        </a:p>
      </dgm:t>
    </dgm:pt>
    <dgm:pt modelId="{F9D381C1-1DEA-4DF1-BB9D-92617902F131}" type="parTrans" cxnId="{C678A9CF-F548-43E7-8FAE-A75A4E7D9090}">
      <dgm:prSet/>
      <dgm:spPr/>
      <dgm:t>
        <a:bodyPr/>
        <a:lstStyle/>
        <a:p>
          <a:endParaRPr lang="en-US"/>
        </a:p>
      </dgm:t>
    </dgm:pt>
    <dgm:pt modelId="{14B2FC45-4EB1-4D3C-A5C9-4D57508B9CA8}" type="sibTrans" cxnId="{C678A9CF-F548-43E7-8FAE-A75A4E7D9090}">
      <dgm:prSet/>
      <dgm:spPr/>
      <dgm:t>
        <a:bodyPr/>
        <a:lstStyle/>
        <a:p>
          <a:endParaRPr lang="en-US"/>
        </a:p>
      </dgm:t>
    </dgm:pt>
    <dgm:pt modelId="{E52AAFC4-7E55-4580-95C9-64E5EB830B31}">
      <dgm:prSet phldrT="[Text]" custT="1"/>
      <dgm:spPr/>
      <dgm:t>
        <a:bodyPr/>
        <a:lstStyle/>
        <a:p>
          <a:r>
            <a:rPr lang="en-US" sz="1800" dirty="0"/>
            <a:t>Ports</a:t>
          </a:r>
        </a:p>
      </dgm:t>
    </dgm:pt>
    <dgm:pt modelId="{F0621ED1-25A4-4DE2-A746-95F61F6586BA}" type="parTrans" cxnId="{4CA395CC-52B5-47C8-9D4D-B34B1241A736}">
      <dgm:prSet/>
      <dgm:spPr/>
      <dgm:t>
        <a:bodyPr/>
        <a:lstStyle/>
        <a:p>
          <a:endParaRPr lang="en-US"/>
        </a:p>
      </dgm:t>
    </dgm:pt>
    <dgm:pt modelId="{7A078737-49D6-48D7-8EA2-87CA13365602}" type="sibTrans" cxnId="{4CA395CC-52B5-47C8-9D4D-B34B1241A736}">
      <dgm:prSet/>
      <dgm:spPr/>
      <dgm:t>
        <a:bodyPr/>
        <a:lstStyle/>
        <a:p>
          <a:endParaRPr lang="en-US"/>
        </a:p>
      </dgm:t>
    </dgm:pt>
    <dgm:pt modelId="{0CE28672-19EB-44F8-BDBE-80802981AF42}">
      <dgm:prSet phldrT="[Text]" custT="1"/>
      <dgm:spPr>
        <a:solidFill>
          <a:schemeClr val="bg1">
            <a:lumMod val="95000"/>
            <a:alpha val="90000"/>
          </a:schemeClr>
        </a:solidFill>
        <a:ln w="9525">
          <a:solidFill>
            <a:schemeClr val="bg1">
              <a:lumMod val="85000"/>
              <a:alpha val="90000"/>
            </a:schemeClr>
          </a:solidFill>
        </a:ln>
      </dgm:spPr>
      <dgm:t>
        <a:bodyPr/>
        <a:lstStyle/>
        <a:p>
          <a:r>
            <a:rPr lang="en-US" sz="1600" dirty="0">
              <a:solidFill>
                <a:srgbClr val="20282F"/>
              </a:solidFill>
            </a:rPr>
            <a:t>Port 25, port 465 with implicit TLS, port 587 with explicit TLS</a:t>
          </a:r>
        </a:p>
      </dgm:t>
    </dgm:pt>
    <dgm:pt modelId="{B3638512-D9BE-4C35-AAE0-A7D03EA908DC}" type="parTrans" cxnId="{9922EE2E-5843-40A5-8C0C-30D5B6320C68}">
      <dgm:prSet/>
      <dgm:spPr/>
      <dgm:t>
        <a:bodyPr/>
        <a:lstStyle/>
        <a:p>
          <a:endParaRPr lang="en-US"/>
        </a:p>
      </dgm:t>
    </dgm:pt>
    <dgm:pt modelId="{28200E97-8F18-409C-9605-96AAFED073DE}" type="sibTrans" cxnId="{9922EE2E-5843-40A5-8C0C-30D5B6320C68}">
      <dgm:prSet/>
      <dgm:spPr/>
      <dgm:t>
        <a:bodyPr/>
        <a:lstStyle/>
        <a:p>
          <a:endParaRPr lang="en-US"/>
        </a:p>
      </dgm:t>
    </dgm:pt>
    <dgm:pt modelId="{9A9DE541-5073-D840-A134-B400A80FF091}" type="pres">
      <dgm:prSet presAssocID="{E0F1EEEE-2229-4C7A-9F1A-DBF8E1C92FDE}" presName="Name0" presStyleCnt="0">
        <dgm:presLayoutVars>
          <dgm:dir/>
          <dgm:animLvl val="lvl"/>
          <dgm:resizeHandles val="exact"/>
        </dgm:presLayoutVars>
      </dgm:prSet>
      <dgm:spPr/>
    </dgm:pt>
    <dgm:pt modelId="{B031FF04-F442-EB45-9001-F177D6BDA644}" type="pres">
      <dgm:prSet presAssocID="{22E04BD4-141C-4111-A493-84D6A6666C88}" presName="composite" presStyleCnt="0"/>
      <dgm:spPr/>
    </dgm:pt>
    <dgm:pt modelId="{E4560434-A1A2-8042-9493-0174C0B8E5D0}" type="pres">
      <dgm:prSet presAssocID="{22E04BD4-141C-4111-A493-84D6A6666C88}" presName="parTx" presStyleLbl="alignNode1" presStyleIdx="0" presStyleCnt="4">
        <dgm:presLayoutVars>
          <dgm:chMax val="0"/>
          <dgm:chPref val="0"/>
          <dgm:bulletEnabled val="1"/>
        </dgm:presLayoutVars>
      </dgm:prSet>
      <dgm:spPr/>
    </dgm:pt>
    <dgm:pt modelId="{2BC163A5-9B5F-1749-B6DA-42947ECAD720}" type="pres">
      <dgm:prSet presAssocID="{22E04BD4-141C-4111-A493-84D6A6666C88}" presName="desTx" presStyleLbl="alignAccFollowNode1" presStyleIdx="0" presStyleCnt="4">
        <dgm:presLayoutVars>
          <dgm:bulletEnabled val="1"/>
        </dgm:presLayoutVars>
      </dgm:prSet>
      <dgm:spPr/>
    </dgm:pt>
    <dgm:pt modelId="{146BF0F6-5959-9A46-990C-5BEAFD3D3E65}" type="pres">
      <dgm:prSet presAssocID="{60AE3EE0-6841-43A5-8AA7-82C98A8B1516}" presName="space" presStyleCnt="0"/>
      <dgm:spPr/>
    </dgm:pt>
    <dgm:pt modelId="{AD116A88-A30D-A242-ACAA-399AA65B8588}" type="pres">
      <dgm:prSet presAssocID="{C47429F2-2AE2-4019-81A0-859FD7A48802}" presName="composite" presStyleCnt="0"/>
      <dgm:spPr/>
    </dgm:pt>
    <dgm:pt modelId="{8F3E5DEA-4C48-CB4D-9082-D2AF6BDB9F89}" type="pres">
      <dgm:prSet presAssocID="{C47429F2-2AE2-4019-81A0-859FD7A48802}" presName="parTx" presStyleLbl="alignNode1" presStyleIdx="1" presStyleCnt="4">
        <dgm:presLayoutVars>
          <dgm:chMax val="0"/>
          <dgm:chPref val="0"/>
          <dgm:bulletEnabled val="1"/>
        </dgm:presLayoutVars>
      </dgm:prSet>
      <dgm:spPr/>
    </dgm:pt>
    <dgm:pt modelId="{002954FE-B7EE-7A42-8EB7-80FA92834298}" type="pres">
      <dgm:prSet presAssocID="{C47429F2-2AE2-4019-81A0-859FD7A48802}" presName="desTx" presStyleLbl="alignAccFollowNode1" presStyleIdx="1" presStyleCnt="4">
        <dgm:presLayoutVars>
          <dgm:bulletEnabled val="1"/>
        </dgm:presLayoutVars>
      </dgm:prSet>
      <dgm:spPr/>
    </dgm:pt>
    <dgm:pt modelId="{3D4621A2-5B49-EE4F-B7E7-8EDBF2A02A2B}" type="pres">
      <dgm:prSet presAssocID="{28292C5E-BF80-4732-9FDF-49897A588ABB}" presName="space" presStyleCnt="0"/>
      <dgm:spPr/>
    </dgm:pt>
    <dgm:pt modelId="{C9DDA41A-0F01-FC42-9CDD-8CBAB372D272}" type="pres">
      <dgm:prSet presAssocID="{9504B32A-6BF1-4BCD-9AA4-26183E3FD7F0}" presName="composite" presStyleCnt="0"/>
      <dgm:spPr/>
    </dgm:pt>
    <dgm:pt modelId="{B2FD48BB-4230-0341-977E-5705D5D13B27}" type="pres">
      <dgm:prSet presAssocID="{9504B32A-6BF1-4BCD-9AA4-26183E3FD7F0}" presName="parTx" presStyleLbl="alignNode1" presStyleIdx="2" presStyleCnt="4">
        <dgm:presLayoutVars>
          <dgm:chMax val="0"/>
          <dgm:chPref val="0"/>
          <dgm:bulletEnabled val="1"/>
        </dgm:presLayoutVars>
      </dgm:prSet>
      <dgm:spPr/>
    </dgm:pt>
    <dgm:pt modelId="{58D59561-4E00-AB42-A038-3136DAC789AE}" type="pres">
      <dgm:prSet presAssocID="{9504B32A-6BF1-4BCD-9AA4-26183E3FD7F0}" presName="desTx" presStyleLbl="alignAccFollowNode1" presStyleIdx="2" presStyleCnt="4">
        <dgm:presLayoutVars>
          <dgm:bulletEnabled val="1"/>
        </dgm:presLayoutVars>
      </dgm:prSet>
      <dgm:spPr/>
    </dgm:pt>
    <dgm:pt modelId="{4F8E807F-224E-5649-AB4E-C59C358E3FD5}" type="pres">
      <dgm:prSet presAssocID="{6A7F54E6-DC75-4352-A597-DC841D431C5E}" presName="space" presStyleCnt="0"/>
      <dgm:spPr/>
    </dgm:pt>
    <dgm:pt modelId="{AD2CCE6B-9068-E44A-8AA6-14C4672B74DB}" type="pres">
      <dgm:prSet presAssocID="{E52AAFC4-7E55-4580-95C9-64E5EB830B31}" presName="composite" presStyleCnt="0"/>
      <dgm:spPr/>
    </dgm:pt>
    <dgm:pt modelId="{10626C9A-5FE6-244C-86C7-7EFDE8401A44}" type="pres">
      <dgm:prSet presAssocID="{E52AAFC4-7E55-4580-95C9-64E5EB830B31}" presName="parTx" presStyleLbl="alignNode1" presStyleIdx="3" presStyleCnt="4">
        <dgm:presLayoutVars>
          <dgm:chMax val="0"/>
          <dgm:chPref val="0"/>
          <dgm:bulletEnabled val="1"/>
        </dgm:presLayoutVars>
      </dgm:prSet>
      <dgm:spPr/>
    </dgm:pt>
    <dgm:pt modelId="{09449661-3902-C14D-93FE-0746E6D15093}" type="pres">
      <dgm:prSet presAssocID="{E52AAFC4-7E55-4580-95C9-64E5EB830B31}" presName="desTx" presStyleLbl="alignAccFollowNode1" presStyleIdx="3" presStyleCnt="4">
        <dgm:presLayoutVars>
          <dgm:bulletEnabled val="1"/>
        </dgm:presLayoutVars>
      </dgm:prSet>
      <dgm:spPr/>
    </dgm:pt>
  </dgm:ptLst>
  <dgm:cxnLst>
    <dgm:cxn modelId="{FD1DF914-495A-C94B-8292-B207F48EBBDB}" type="presOf" srcId="{0CE28672-19EB-44F8-BDBE-80802981AF42}" destId="{09449661-3902-C14D-93FE-0746E6D15093}" srcOrd="0" destOrd="0" presId="urn:microsoft.com/office/officeart/2005/8/layout/hList1"/>
    <dgm:cxn modelId="{640B8615-4146-564E-9930-8DFE2AE9257A}" type="presOf" srcId="{AA5B9C18-18A5-4EAF-9779-9794D5D45361}" destId="{002954FE-B7EE-7A42-8EB7-80FA92834298}" srcOrd="0" destOrd="0" presId="urn:microsoft.com/office/officeart/2005/8/layout/hList1"/>
    <dgm:cxn modelId="{9922EE2E-5843-40A5-8C0C-30D5B6320C68}" srcId="{E52AAFC4-7E55-4580-95C9-64E5EB830B31}" destId="{0CE28672-19EB-44F8-BDBE-80802981AF42}" srcOrd="0" destOrd="0" parTransId="{B3638512-D9BE-4C35-AAE0-A7D03EA908DC}" sibTransId="{28200E97-8F18-409C-9605-96AAFED073DE}"/>
    <dgm:cxn modelId="{D6C9E733-450A-F545-A6AE-F605AC08BE2D}" type="presOf" srcId="{9504B32A-6BF1-4BCD-9AA4-26183E3FD7F0}" destId="{B2FD48BB-4230-0341-977E-5705D5D13B27}" srcOrd="0" destOrd="0" presId="urn:microsoft.com/office/officeart/2005/8/layout/hList1"/>
    <dgm:cxn modelId="{0C328134-E97D-40D3-A83A-E19B03EA59D1}" srcId="{E0F1EEEE-2229-4C7A-9F1A-DBF8E1C92FDE}" destId="{22E04BD4-141C-4111-A493-84D6A6666C88}" srcOrd="0" destOrd="0" parTransId="{12189E18-C48D-4E8A-B061-303C079DD275}" sibTransId="{60AE3EE0-6841-43A5-8AA7-82C98A8B1516}"/>
    <dgm:cxn modelId="{8742E45C-EF43-024E-BAAF-2F6C1E38A3C4}" type="presOf" srcId="{E0F1EEEE-2229-4C7A-9F1A-DBF8E1C92FDE}" destId="{9A9DE541-5073-D840-A134-B400A80FF091}" srcOrd="0" destOrd="0" presId="urn:microsoft.com/office/officeart/2005/8/layout/hList1"/>
    <dgm:cxn modelId="{1702B147-C4EE-B949-89C6-8B35FF1AA89A}" type="presOf" srcId="{715755B1-ECD2-44BB-BBA3-2F4E87EA5B2D}" destId="{58D59561-4E00-AB42-A038-3136DAC789AE}" srcOrd="0" destOrd="0" presId="urn:microsoft.com/office/officeart/2005/8/layout/hList1"/>
    <dgm:cxn modelId="{CE0CD24E-AD8C-41FB-AA20-DD4D7A84E928}" srcId="{22E04BD4-141C-4111-A493-84D6A6666C88}" destId="{48AC2143-C069-4B62-B7B1-CBB9D21303C9}" srcOrd="0" destOrd="0" parTransId="{9BCD7B2B-D62C-40CD-B64E-556CC377F808}" sibTransId="{6DDE1392-87DF-4629-9D9B-73B309E35E29}"/>
    <dgm:cxn modelId="{B72D658B-2CBC-4180-A986-2C007082FC1B}" srcId="{E0F1EEEE-2229-4C7A-9F1A-DBF8E1C92FDE}" destId="{9504B32A-6BF1-4BCD-9AA4-26183E3FD7F0}" srcOrd="2" destOrd="0" parTransId="{65A48FAC-3649-4202-AC37-7EB9E885D0EF}" sibTransId="{6A7F54E6-DC75-4352-A597-DC841D431C5E}"/>
    <dgm:cxn modelId="{3E642095-31F7-FC48-B7B5-E9495624111A}" type="presOf" srcId="{48AC2143-C069-4B62-B7B1-CBB9D21303C9}" destId="{2BC163A5-9B5F-1749-B6DA-42947ECAD720}" srcOrd="0" destOrd="0" presId="urn:microsoft.com/office/officeart/2005/8/layout/hList1"/>
    <dgm:cxn modelId="{3F0003B2-AAEA-EC40-BF73-FB5F49B87CF1}" type="presOf" srcId="{E52AAFC4-7E55-4580-95C9-64E5EB830B31}" destId="{10626C9A-5FE6-244C-86C7-7EFDE8401A44}" srcOrd="0" destOrd="0" presId="urn:microsoft.com/office/officeart/2005/8/layout/hList1"/>
    <dgm:cxn modelId="{4CA395CC-52B5-47C8-9D4D-B34B1241A736}" srcId="{E0F1EEEE-2229-4C7A-9F1A-DBF8E1C92FDE}" destId="{E52AAFC4-7E55-4580-95C9-64E5EB830B31}" srcOrd="3" destOrd="0" parTransId="{F0621ED1-25A4-4DE2-A746-95F61F6586BA}" sibTransId="{7A078737-49D6-48D7-8EA2-87CA13365602}"/>
    <dgm:cxn modelId="{C678A9CF-F548-43E7-8FAE-A75A4E7D9090}" srcId="{9504B32A-6BF1-4BCD-9AA4-26183E3FD7F0}" destId="{715755B1-ECD2-44BB-BBA3-2F4E87EA5B2D}" srcOrd="0" destOrd="0" parTransId="{F9D381C1-1DEA-4DF1-BB9D-92617902F131}" sibTransId="{14B2FC45-4EB1-4D3C-A5C9-4D57508B9CA8}"/>
    <dgm:cxn modelId="{FCF8F7D3-541D-407F-BEDE-FCF44CEE59E9}" srcId="{C47429F2-2AE2-4019-81A0-859FD7A48802}" destId="{AA5B9C18-18A5-4EAF-9779-9794D5D45361}" srcOrd="0" destOrd="0" parTransId="{2FE9D101-3B38-4165-82F7-19DBF323AF51}" sibTransId="{693E4E1A-1C3D-4106-B791-D083CD2E1FAF}"/>
    <dgm:cxn modelId="{A04604DF-C473-4309-B86A-A3A691403B4D}" srcId="{E0F1EEEE-2229-4C7A-9F1A-DBF8E1C92FDE}" destId="{C47429F2-2AE2-4019-81A0-859FD7A48802}" srcOrd="1" destOrd="0" parTransId="{D893CA10-FC78-47EA-8DAA-92F16CED68B5}" sibTransId="{28292C5E-BF80-4732-9FDF-49897A588ABB}"/>
    <dgm:cxn modelId="{1ED645E7-32E1-2C47-8365-CC5E33A5AA24}" type="presOf" srcId="{C47429F2-2AE2-4019-81A0-859FD7A48802}" destId="{8F3E5DEA-4C48-CB4D-9082-D2AF6BDB9F89}" srcOrd="0" destOrd="0" presId="urn:microsoft.com/office/officeart/2005/8/layout/hList1"/>
    <dgm:cxn modelId="{A6B609E9-981D-FD4D-92BF-62C525E9993D}" type="presOf" srcId="{22E04BD4-141C-4111-A493-84D6A6666C88}" destId="{E4560434-A1A2-8042-9493-0174C0B8E5D0}" srcOrd="0" destOrd="0" presId="urn:microsoft.com/office/officeart/2005/8/layout/hList1"/>
    <dgm:cxn modelId="{4F004000-1ADC-2F40-BF27-E5E9291F0896}" type="presParOf" srcId="{9A9DE541-5073-D840-A134-B400A80FF091}" destId="{B031FF04-F442-EB45-9001-F177D6BDA644}" srcOrd="0" destOrd="0" presId="urn:microsoft.com/office/officeart/2005/8/layout/hList1"/>
    <dgm:cxn modelId="{2F5FDCAC-5F92-AD4A-BAEB-F18ABB33EC71}" type="presParOf" srcId="{B031FF04-F442-EB45-9001-F177D6BDA644}" destId="{E4560434-A1A2-8042-9493-0174C0B8E5D0}" srcOrd="0" destOrd="0" presId="urn:microsoft.com/office/officeart/2005/8/layout/hList1"/>
    <dgm:cxn modelId="{EA8AAD36-3DBB-FD4E-98C6-CFBE276F467D}" type="presParOf" srcId="{B031FF04-F442-EB45-9001-F177D6BDA644}" destId="{2BC163A5-9B5F-1749-B6DA-42947ECAD720}" srcOrd="1" destOrd="0" presId="urn:microsoft.com/office/officeart/2005/8/layout/hList1"/>
    <dgm:cxn modelId="{F58A0AF8-1AF5-2C4C-91D2-4E137A915EDD}" type="presParOf" srcId="{9A9DE541-5073-D840-A134-B400A80FF091}" destId="{146BF0F6-5959-9A46-990C-5BEAFD3D3E65}" srcOrd="1" destOrd="0" presId="urn:microsoft.com/office/officeart/2005/8/layout/hList1"/>
    <dgm:cxn modelId="{F4482910-C47F-404E-AB64-7ED6594D484A}" type="presParOf" srcId="{9A9DE541-5073-D840-A134-B400A80FF091}" destId="{AD116A88-A30D-A242-ACAA-399AA65B8588}" srcOrd="2" destOrd="0" presId="urn:microsoft.com/office/officeart/2005/8/layout/hList1"/>
    <dgm:cxn modelId="{BEDEC3FF-C405-E546-A09E-F2D89AB5ADB7}" type="presParOf" srcId="{AD116A88-A30D-A242-ACAA-399AA65B8588}" destId="{8F3E5DEA-4C48-CB4D-9082-D2AF6BDB9F89}" srcOrd="0" destOrd="0" presId="urn:microsoft.com/office/officeart/2005/8/layout/hList1"/>
    <dgm:cxn modelId="{0C82AF48-3132-254D-8DCD-A28AB9594F29}" type="presParOf" srcId="{AD116A88-A30D-A242-ACAA-399AA65B8588}" destId="{002954FE-B7EE-7A42-8EB7-80FA92834298}" srcOrd="1" destOrd="0" presId="urn:microsoft.com/office/officeart/2005/8/layout/hList1"/>
    <dgm:cxn modelId="{E9270429-F8BD-3840-851C-26D3C37036BF}" type="presParOf" srcId="{9A9DE541-5073-D840-A134-B400A80FF091}" destId="{3D4621A2-5B49-EE4F-B7E7-8EDBF2A02A2B}" srcOrd="3" destOrd="0" presId="urn:microsoft.com/office/officeart/2005/8/layout/hList1"/>
    <dgm:cxn modelId="{9A46921E-F996-0B4C-A971-594CB15B693C}" type="presParOf" srcId="{9A9DE541-5073-D840-A134-B400A80FF091}" destId="{C9DDA41A-0F01-FC42-9CDD-8CBAB372D272}" srcOrd="4" destOrd="0" presId="urn:microsoft.com/office/officeart/2005/8/layout/hList1"/>
    <dgm:cxn modelId="{2EE560F6-2EF8-2C40-BA22-6469CA6C44C6}" type="presParOf" srcId="{C9DDA41A-0F01-FC42-9CDD-8CBAB372D272}" destId="{B2FD48BB-4230-0341-977E-5705D5D13B27}" srcOrd="0" destOrd="0" presId="urn:microsoft.com/office/officeart/2005/8/layout/hList1"/>
    <dgm:cxn modelId="{0A66C86B-CC22-7841-BE8D-1620FF70D8E9}" type="presParOf" srcId="{C9DDA41A-0F01-FC42-9CDD-8CBAB372D272}" destId="{58D59561-4E00-AB42-A038-3136DAC789AE}" srcOrd="1" destOrd="0" presId="urn:microsoft.com/office/officeart/2005/8/layout/hList1"/>
    <dgm:cxn modelId="{813C2465-3A32-3D44-872C-FA75726A5BEF}" type="presParOf" srcId="{9A9DE541-5073-D840-A134-B400A80FF091}" destId="{4F8E807F-224E-5649-AB4E-C59C358E3FD5}" srcOrd="5" destOrd="0" presId="urn:microsoft.com/office/officeart/2005/8/layout/hList1"/>
    <dgm:cxn modelId="{F9BBEC3B-9419-DD4C-A37A-07D6B9637873}" type="presParOf" srcId="{9A9DE541-5073-D840-A134-B400A80FF091}" destId="{AD2CCE6B-9068-E44A-8AA6-14C4672B74DB}" srcOrd="6" destOrd="0" presId="urn:microsoft.com/office/officeart/2005/8/layout/hList1"/>
    <dgm:cxn modelId="{20022242-D647-CC4A-BA44-93DA359B2F56}" type="presParOf" srcId="{AD2CCE6B-9068-E44A-8AA6-14C4672B74DB}" destId="{10626C9A-5FE6-244C-86C7-7EFDE8401A44}" srcOrd="0" destOrd="0" presId="urn:microsoft.com/office/officeart/2005/8/layout/hList1"/>
    <dgm:cxn modelId="{AE7A3FFA-51C9-3E4D-9C03-25F1CBDB3707}" type="presParOf" srcId="{AD2CCE6B-9068-E44A-8AA6-14C4672B74DB}" destId="{09449661-3902-C14D-93FE-0746E6D15093}"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9E9905AE-2F8B-4F3D-8BA1-CE3495D073DF}" type="doc">
      <dgm:prSet loTypeId="urn:microsoft.com/office/officeart/2005/8/layout/hList1" loCatId="list" qsTypeId="urn:microsoft.com/office/officeart/2005/8/quickstyle/simple2" qsCatId="simple" csTypeId="urn:microsoft.com/office/officeart/2005/8/colors/accent1_2" csCatId="accent1" phldr="1"/>
      <dgm:spPr/>
      <dgm:t>
        <a:bodyPr/>
        <a:lstStyle/>
        <a:p>
          <a:endParaRPr lang="en-US"/>
        </a:p>
      </dgm:t>
    </dgm:pt>
    <dgm:pt modelId="{3F77ADCA-1A11-4665-B0CB-54E5207D29EE}">
      <dgm:prSet phldrT="[Text]" custT="1"/>
      <dgm:spPr/>
      <dgm:t>
        <a:bodyPr/>
        <a:lstStyle/>
        <a:p>
          <a:r>
            <a:rPr lang="en-US" sz="1800" dirty="0"/>
            <a:t>Purpose</a:t>
          </a:r>
        </a:p>
      </dgm:t>
    </dgm:pt>
    <dgm:pt modelId="{C94639D6-BFB6-4649-AFBE-B681AF99DB40}" type="parTrans" cxnId="{756B8617-86EF-4912-B530-16679CD8B44F}">
      <dgm:prSet/>
      <dgm:spPr/>
      <dgm:t>
        <a:bodyPr/>
        <a:lstStyle/>
        <a:p>
          <a:endParaRPr lang="en-US"/>
        </a:p>
      </dgm:t>
    </dgm:pt>
    <dgm:pt modelId="{4750F45E-FD2C-418A-93ED-EF9E4F6DEE28}" type="sibTrans" cxnId="{756B8617-86EF-4912-B530-16679CD8B44F}">
      <dgm:prSet/>
      <dgm:spPr/>
      <dgm:t>
        <a:bodyPr/>
        <a:lstStyle/>
        <a:p>
          <a:endParaRPr lang="en-US"/>
        </a:p>
      </dgm:t>
    </dgm:pt>
    <dgm:pt modelId="{AC29DB6B-CDE0-4A50-9B3F-7705B33BAEA8}">
      <dgm:prSet phldrT="[Text]" custT="1"/>
      <dgm:spPr>
        <a:solidFill>
          <a:schemeClr val="bg1">
            <a:lumMod val="95000"/>
            <a:alpha val="90000"/>
          </a:schemeClr>
        </a:solidFill>
        <a:ln w="9525">
          <a:solidFill>
            <a:schemeClr val="bg1">
              <a:lumMod val="85000"/>
              <a:alpha val="90000"/>
            </a:schemeClr>
          </a:solidFill>
        </a:ln>
      </dgm:spPr>
      <dgm:t>
        <a:bodyPr/>
        <a:lstStyle/>
        <a:p>
          <a:r>
            <a:rPr lang="en-US" sz="1500" dirty="0">
              <a:solidFill>
                <a:srgbClr val="20282F"/>
              </a:solidFill>
            </a:rPr>
            <a:t>Access and manage email remotely</a:t>
          </a:r>
        </a:p>
      </dgm:t>
    </dgm:pt>
    <dgm:pt modelId="{3F332DE7-BA5E-4F9C-86F2-985C9D4D14FC}" type="parTrans" cxnId="{C85ACBBF-9180-4895-8BC1-9E1D84EC8BF7}">
      <dgm:prSet/>
      <dgm:spPr/>
      <dgm:t>
        <a:bodyPr/>
        <a:lstStyle/>
        <a:p>
          <a:endParaRPr lang="en-US"/>
        </a:p>
      </dgm:t>
    </dgm:pt>
    <dgm:pt modelId="{D330D98C-813B-45DF-96FD-9709E58B30EF}" type="sibTrans" cxnId="{C85ACBBF-9180-4895-8BC1-9E1D84EC8BF7}">
      <dgm:prSet/>
      <dgm:spPr/>
      <dgm:t>
        <a:bodyPr/>
        <a:lstStyle/>
        <a:p>
          <a:endParaRPr lang="en-US"/>
        </a:p>
      </dgm:t>
    </dgm:pt>
    <dgm:pt modelId="{797ED3FA-EF84-495C-84D1-0D2B17BCBA13}">
      <dgm:prSet phldrT="[Text]" custT="1"/>
      <dgm:spPr>
        <a:solidFill>
          <a:schemeClr val="bg1">
            <a:lumMod val="95000"/>
            <a:alpha val="90000"/>
          </a:schemeClr>
        </a:solidFill>
        <a:ln w="9525">
          <a:solidFill>
            <a:schemeClr val="bg1">
              <a:lumMod val="85000"/>
              <a:alpha val="90000"/>
            </a:schemeClr>
          </a:solidFill>
        </a:ln>
      </dgm:spPr>
      <dgm:t>
        <a:bodyPr/>
        <a:lstStyle/>
        <a:p>
          <a:r>
            <a:rPr lang="en-US" sz="1500" dirty="0">
              <a:solidFill>
                <a:srgbClr val="20282F"/>
              </a:solidFill>
            </a:rPr>
            <a:t>Stores emails on server</a:t>
          </a:r>
        </a:p>
      </dgm:t>
    </dgm:pt>
    <dgm:pt modelId="{9A07BCE7-F002-437F-B2CA-35A81E7DC476}" type="parTrans" cxnId="{D030BB5D-8397-46B3-864B-6299AE10B909}">
      <dgm:prSet/>
      <dgm:spPr/>
      <dgm:t>
        <a:bodyPr/>
        <a:lstStyle/>
        <a:p>
          <a:endParaRPr lang="en-US"/>
        </a:p>
      </dgm:t>
    </dgm:pt>
    <dgm:pt modelId="{5B1857FC-4862-48EC-B496-BAC7C50F7604}" type="sibTrans" cxnId="{D030BB5D-8397-46B3-864B-6299AE10B909}">
      <dgm:prSet/>
      <dgm:spPr/>
      <dgm:t>
        <a:bodyPr/>
        <a:lstStyle/>
        <a:p>
          <a:endParaRPr lang="en-US"/>
        </a:p>
      </dgm:t>
    </dgm:pt>
    <dgm:pt modelId="{6881D888-D94C-4484-8408-6F1134339879}">
      <dgm:prSet phldrT="[Text]" custT="1"/>
      <dgm:spPr/>
      <dgm:t>
        <a:bodyPr/>
        <a:lstStyle/>
        <a:p>
          <a:r>
            <a:rPr lang="en-US" sz="1800" dirty="0"/>
            <a:t>Function </a:t>
          </a:r>
        </a:p>
      </dgm:t>
    </dgm:pt>
    <dgm:pt modelId="{46BF8BC7-485C-4D36-909D-F1AE6086CAC4}" type="parTrans" cxnId="{BB9AD659-1D26-4824-89E6-BEA5297C1346}">
      <dgm:prSet/>
      <dgm:spPr/>
      <dgm:t>
        <a:bodyPr/>
        <a:lstStyle/>
        <a:p>
          <a:endParaRPr lang="en-US"/>
        </a:p>
      </dgm:t>
    </dgm:pt>
    <dgm:pt modelId="{1ABB568C-9922-466D-A203-504B73578822}" type="sibTrans" cxnId="{BB9AD659-1D26-4824-89E6-BEA5297C1346}">
      <dgm:prSet/>
      <dgm:spPr/>
      <dgm:t>
        <a:bodyPr/>
        <a:lstStyle/>
        <a:p>
          <a:endParaRPr lang="en-US"/>
        </a:p>
      </dgm:t>
    </dgm:pt>
    <dgm:pt modelId="{B2B91E4E-9C8F-43B3-87C5-E8C9A3FE7416}">
      <dgm:prSet phldrT="[Text]" custT="1"/>
      <dgm:spPr>
        <a:solidFill>
          <a:schemeClr val="bg1">
            <a:lumMod val="95000"/>
            <a:alpha val="90000"/>
          </a:schemeClr>
        </a:solidFill>
        <a:ln w="9525">
          <a:solidFill>
            <a:schemeClr val="bg1">
              <a:lumMod val="85000"/>
              <a:alpha val="90000"/>
            </a:schemeClr>
          </a:solidFill>
        </a:ln>
      </dgm:spPr>
      <dgm:t>
        <a:bodyPr/>
        <a:lstStyle/>
        <a:p>
          <a:r>
            <a:rPr lang="en-US" sz="1500" dirty="0">
              <a:solidFill>
                <a:srgbClr val="20282F"/>
              </a:solidFill>
            </a:rPr>
            <a:t>Connecting to the mail server </a:t>
          </a:r>
        </a:p>
      </dgm:t>
    </dgm:pt>
    <dgm:pt modelId="{08A3E63C-9AF1-403E-A805-CBFC6F3E6B98}" type="parTrans" cxnId="{73555AC6-01FA-477B-8762-39F1721E3BCD}">
      <dgm:prSet/>
      <dgm:spPr/>
      <dgm:t>
        <a:bodyPr/>
        <a:lstStyle/>
        <a:p>
          <a:endParaRPr lang="en-US"/>
        </a:p>
      </dgm:t>
    </dgm:pt>
    <dgm:pt modelId="{42117F02-A286-47E6-89B3-5A06A40C51A2}" type="sibTrans" cxnId="{73555AC6-01FA-477B-8762-39F1721E3BCD}">
      <dgm:prSet/>
      <dgm:spPr/>
      <dgm:t>
        <a:bodyPr/>
        <a:lstStyle/>
        <a:p>
          <a:endParaRPr lang="en-US"/>
        </a:p>
      </dgm:t>
    </dgm:pt>
    <dgm:pt modelId="{7EC950F0-6BA5-4B9E-B137-7C70ABEA8481}">
      <dgm:prSet phldrT="[Text]" custT="1"/>
      <dgm:spPr>
        <a:solidFill>
          <a:schemeClr val="bg1">
            <a:lumMod val="95000"/>
            <a:alpha val="90000"/>
          </a:schemeClr>
        </a:solidFill>
        <a:ln w="9525">
          <a:solidFill>
            <a:schemeClr val="bg1">
              <a:lumMod val="85000"/>
              <a:alpha val="90000"/>
            </a:schemeClr>
          </a:solidFill>
        </a:ln>
      </dgm:spPr>
      <dgm:t>
        <a:bodyPr/>
        <a:lstStyle/>
        <a:p>
          <a:r>
            <a:rPr lang="en-US" sz="1500" dirty="0">
              <a:solidFill>
                <a:srgbClr val="20282F"/>
              </a:solidFill>
            </a:rPr>
            <a:t>Synchronization</a:t>
          </a:r>
        </a:p>
      </dgm:t>
    </dgm:pt>
    <dgm:pt modelId="{A386D871-1983-42EB-8A0A-B2A9EACCECE7}" type="parTrans" cxnId="{7EAC089A-5FB2-4330-8957-B05C7C91077E}">
      <dgm:prSet/>
      <dgm:spPr/>
      <dgm:t>
        <a:bodyPr/>
        <a:lstStyle/>
        <a:p>
          <a:endParaRPr lang="en-US"/>
        </a:p>
      </dgm:t>
    </dgm:pt>
    <dgm:pt modelId="{E60D1A78-FC4A-45D7-8AF9-3189FC7FD859}" type="sibTrans" cxnId="{7EAC089A-5FB2-4330-8957-B05C7C91077E}">
      <dgm:prSet/>
      <dgm:spPr/>
      <dgm:t>
        <a:bodyPr/>
        <a:lstStyle/>
        <a:p>
          <a:endParaRPr lang="en-US"/>
        </a:p>
      </dgm:t>
    </dgm:pt>
    <dgm:pt modelId="{3D5FD112-48C1-4B51-94C1-9646687C221C}">
      <dgm:prSet phldrT="[Text]" custT="1"/>
      <dgm:spPr>
        <a:solidFill>
          <a:schemeClr val="bg1">
            <a:lumMod val="95000"/>
            <a:alpha val="90000"/>
          </a:schemeClr>
        </a:solidFill>
        <a:ln w="9525">
          <a:solidFill>
            <a:schemeClr val="bg1">
              <a:lumMod val="85000"/>
              <a:alpha val="90000"/>
            </a:schemeClr>
          </a:solidFill>
        </a:ln>
      </dgm:spPr>
      <dgm:t>
        <a:bodyPr/>
        <a:lstStyle/>
        <a:p>
          <a:r>
            <a:rPr lang="en-US" sz="1500" dirty="0">
              <a:solidFill>
                <a:srgbClr val="20282F"/>
              </a:solidFill>
            </a:rPr>
            <a:t>Reading emails </a:t>
          </a:r>
        </a:p>
      </dgm:t>
    </dgm:pt>
    <dgm:pt modelId="{CE8DB174-5946-49C2-A260-84B0CC079E1C}" type="parTrans" cxnId="{27F1646B-B917-4CF0-9981-B92292F363CA}">
      <dgm:prSet/>
      <dgm:spPr/>
      <dgm:t>
        <a:bodyPr/>
        <a:lstStyle/>
        <a:p>
          <a:endParaRPr lang="en-US"/>
        </a:p>
      </dgm:t>
    </dgm:pt>
    <dgm:pt modelId="{60762053-E245-43EB-9BD4-05A4CFEA338A}" type="sibTrans" cxnId="{27F1646B-B917-4CF0-9981-B92292F363CA}">
      <dgm:prSet/>
      <dgm:spPr/>
      <dgm:t>
        <a:bodyPr/>
        <a:lstStyle/>
        <a:p>
          <a:endParaRPr lang="en-US"/>
        </a:p>
      </dgm:t>
    </dgm:pt>
    <dgm:pt modelId="{27CBFB27-25B4-4181-A6F3-901230DEF34B}">
      <dgm:prSet phldrT="[Text]" custT="1"/>
      <dgm:spPr>
        <a:solidFill>
          <a:schemeClr val="bg1">
            <a:lumMod val="95000"/>
            <a:alpha val="90000"/>
          </a:schemeClr>
        </a:solidFill>
        <a:ln w="9525">
          <a:solidFill>
            <a:schemeClr val="bg1">
              <a:lumMod val="85000"/>
              <a:alpha val="90000"/>
            </a:schemeClr>
          </a:solidFill>
        </a:ln>
      </dgm:spPr>
      <dgm:t>
        <a:bodyPr/>
        <a:lstStyle/>
        <a:p>
          <a:r>
            <a:rPr lang="en-US" sz="1500" dirty="0">
              <a:solidFill>
                <a:srgbClr val="20282F"/>
              </a:solidFill>
            </a:rPr>
            <a:t>Managing emails </a:t>
          </a:r>
        </a:p>
      </dgm:t>
    </dgm:pt>
    <dgm:pt modelId="{B53F84A6-3A0A-457A-A9EA-242B8DFB39E2}" type="parTrans" cxnId="{766472A1-EE65-41B7-BCFB-C9F9AF3F8F40}">
      <dgm:prSet/>
      <dgm:spPr/>
      <dgm:t>
        <a:bodyPr/>
        <a:lstStyle/>
        <a:p>
          <a:endParaRPr lang="en-US"/>
        </a:p>
      </dgm:t>
    </dgm:pt>
    <dgm:pt modelId="{DF1CE153-50BF-478E-9A2B-D43DF9DA1E20}" type="sibTrans" cxnId="{766472A1-EE65-41B7-BCFB-C9F9AF3F8F40}">
      <dgm:prSet/>
      <dgm:spPr/>
      <dgm:t>
        <a:bodyPr/>
        <a:lstStyle/>
        <a:p>
          <a:endParaRPr lang="en-US"/>
        </a:p>
      </dgm:t>
    </dgm:pt>
    <dgm:pt modelId="{242BFB3C-5BAF-0D4B-A08B-E37BC93C5BA1}" type="pres">
      <dgm:prSet presAssocID="{9E9905AE-2F8B-4F3D-8BA1-CE3495D073DF}" presName="Name0" presStyleCnt="0">
        <dgm:presLayoutVars>
          <dgm:dir/>
          <dgm:animLvl val="lvl"/>
          <dgm:resizeHandles val="exact"/>
        </dgm:presLayoutVars>
      </dgm:prSet>
      <dgm:spPr/>
    </dgm:pt>
    <dgm:pt modelId="{E85B7D13-E91D-864E-A1F3-0FAA3533A304}" type="pres">
      <dgm:prSet presAssocID="{3F77ADCA-1A11-4665-B0CB-54E5207D29EE}" presName="composite" presStyleCnt="0"/>
      <dgm:spPr/>
    </dgm:pt>
    <dgm:pt modelId="{B5061A5E-0513-AB47-AE03-9DA7719BD1A8}" type="pres">
      <dgm:prSet presAssocID="{3F77ADCA-1A11-4665-B0CB-54E5207D29EE}" presName="parTx" presStyleLbl="alignNode1" presStyleIdx="0" presStyleCnt="2">
        <dgm:presLayoutVars>
          <dgm:chMax val="0"/>
          <dgm:chPref val="0"/>
          <dgm:bulletEnabled val="1"/>
        </dgm:presLayoutVars>
      </dgm:prSet>
      <dgm:spPr/>
    </dgm:pt>
    <dgm:pt modelId="{342485B7-8360-6F43-9DFB-6F5A18A78628}" type="pres">
      <dgm:prSet presAssocID="{3F77ADCA-1A11-4665-B0CB-54E5207D29EE}" presName="desTx" presStyleLbl="alignAccFollowNode1" presStyleIdx="0" presStyleCnt="2">
        <dgm:presLayoutVars>
          <dgm:bulletEnabled val="1"/>
        </dgm:presLayoutVars>
      </dgm:prSet>
      <dgm:spPr/>
    </dgm:pt>
    <dgm:pt modelId="{F41FCC65-A840-CA47-A81B-EFB813C13293}" type="pres">
      <dgm:prSet presAssocID="{4750F45E-FD2C-418A-93ED-EF9E4F6DEE28}" presName="space" presStyleCnt="0"/>
      <dgm:spPr/>
    </dgm:pt>
    <dgm:pt modelId="{D4DCC3DF-615D-484D-9E57-BBBC7F3DF860}" type="pres">
      <dgm:prSet presAssocID="{6881D888-D94C-4484-8408-6F1134339879}" presName="composite" presStyleCnt="0"/>
      <dgm:spPr/>
    </dgm:pt>
    <dgm:pt modelId="{D507A39D-5D1F-F447-ACC6-3BEF6BE9451A}" type="pres">
      <dgm:prSet presAssocID="{6881D888-D94C-4484-8408-6F1134339879}" presName="parTx" presStyleLbl="alignNode1" presStyleIdx="1" presStyleCnt="2">
        <dgm:presLayoutVars>
          <dgm:chMax val="0"/>
          <dgm:chPref val="0"/>
          <dgm:bulletEnabled val="1"/>
        </dgm:presLayoutVars>
      </dgm:prSet>
      <dgm:spPr/>
    </dgm:pt>
    <dgm:pt modelId="{B281C9D6-8D8D-A949-A01D-1B1F481A6207}" type="pres">
      <dgm:prSet presAssocID="{6881D888-D94C-4484-8408-6F1134339879}" presName="desTx" presStyleLbl="alignAccFollowNode1" presStyleIdx="1" presStyleCnt="2">
        <dgm:presLayoutVars>
          <dgm:bulletEnabled val="1"/>
        </dgm:presLayoutVars>
      </dgm:prSet>
      <dgm:spPr/>
    </dgm:pt>
  </dgm:ptLst>
  <dgm:cxnLst>
    <dgm:cxn modelId="{756B8617-86EF-4912-B530-16679CD8B44F}" srcId="{9E9905AE-2F8B-4F3D-8BA1-CE3495D073DF}" destId="{3F77ADCA-1A11-4665-B0CB-54E5207D29EE}" srcOrd="0" destOrd="0" parTransId="{C94639D6-BFB6-4649-AFBE-B681AF99DB40}" sibTransId="{4750F45E-FD2C-418A-93ED-EF9E4F6DEE28}"/>
    <dgm:cxn modelId="{A135CE36-867F-BA4A-B356-9F3ECCB62DBD}" type="presOf" srcId="{7EC950F0-6BA5-4B9E-B137-7C70ABEA8481}" destId="{B281C9D6-8D8D-A949-A01D-1B1F481A6207}" srcOrd="0" destOrd="1" presId="urn:microsoft.com/office/officeart/2005/8/layout/hList1"/>
    <dgm:cxn modelId="{F3B76337-1A89-3243-A50D-99A057A1A73A}" type="presOf" srcId="{6881D888-D94C-4484-8408-6F1134339879}" destId="{D507A39D-5D1F-F447-ACC6-3BEF6BE9451A}" srcOrd="0" destOrd="0" presId="urn:microsoft.com/office/officeart/2005/8/layout/hList1"/>
    <dgm:cxn modelId="{7CC40B39-2654-3E4B-98B7-ADFA692DE609}" type="presOf" srcId="{AC29DB6B-CDE0-4A50-9B3F-7705B33BAEA8}" destId="{342485B7-8360-6F43-9DFB-6F5A18A78628}" srcOrd="0" destOrd="0" presId="urn:microsoft.com/office/officeart/2005/8/layout/hList1"/>
    <dgm:cxn modelId="{D030BB5D-8397-46B3-864B-6299AE10B909}" srcId="{3F77ADCA-1A11-4665-B0CB-54E5207D29EE}" destId="{797ED3FA-EF84-495C-84D1-0D2B17BCBA13}" srcOrd="1" destOrd="0" parTransId="{9A07BCE7-F002-437F-B2CA-35A81E7DC476}" sibTransId="{5B1857FC-4862-48EC-B496-BAC7C50F7604}"/>
    <dgm:cxn modelId="{686F715E-DF36-AE40-8E6B-C711D592E649}" type="presOf" srcId="{B2B91E4E-9C8F-43B3-87C5-E8C9A3FE7416}" destId="{B281C9D6-8D8D-A949-A01D-1B1F481A6207}" srcOrd="0" destOrd="0" presId="urn:microsoft.com/office/officeart/2005/8/layout/hList1"/>
    <dgm:cxn modelId="{27F1646B-B917-4CF0-9981-B92292F363CA}" srcId="{6881D888-D94C-4484-8408-6F1134339879}" destId="{3D5FD112-48C1-4B51-94C1-9646687C221C}" srcOrd="2" destOrd="0" parTransId="{CE8DB174-5946-49C2-A260-84B0CC079E1C}" sibTransId="{60762053-E245-43EB-9BD4-05A4CFEA338A}"/>
    <dgm:cxn modelId="{BB9AD659-1D26-4824-89E6-BEA5297C1346}" srcId="{9E9905AE-2F8B-4F3D-8BA1-CE3495D073DF}" destId="{6881D888-D94C-4484-8408-6F1134339879}" srcOrd="1" destOrd="0" parTransId="{46BF8BC7-485C-4D36-909D-F1AE6086CAC4}" sibTransId="{1ABB568C-9922-466D-A203-504B73578822}"/>
    <dgm:cxn modelId="{7EAC089A-5FB2-4330-8957-B05C7C91077E}" srcId="{6881D888-D94C-4484-8408-6F1134339879}" destId="{7EC950F0-6BA5-4B9E-B137-7C70ABEA8481}" srcOrd="1" destOrd="0" parTransId="{A386D871-1983-42EB-8A0A-B2A9EACCECE7}" sibTransId="{E60D1A78-FC4A-45D7-8AF9-3189FC7FD859}"/>
    <dgm:cxn modelId="{91542F9E-0D98-7743-A99D-562A4643ACDA}" type="presOf" srcId="{27CBFB27-25B4-4181-A6F3-901230DEF34B}" destId="{B281C9D6-8D8D-A949-A01D-1B1F481A6207}" srcOrd="0" destOrd="3" presId="urn:microsoft.com/office/officeart/2005/8/layout/hList1"/>
    <dgm:cxn modelId="{766472A1-EE65-41B7-BCFB-C9F9AF3F8F40}" srcId="{6881D888-D94C-4484-8408-6F1134339879}" destId="{27CBFB27-25B4-4181-A6F3-901230DEF34B}" srcOrd="3" destOrd="0" parTransId="{B53F84A6-3A0A-457A-A9EA-242B8DFB39E2}" sibTransId="{DF1CE153-50BF-478E-9A2B-D43DF9DA1E20}"/>
    <dgm:cxn modelId="{C85ACBBF-9180-4895-8BC1-9E1D84EC8BF7}" srcId="{3F77ADCA-1A11-4665-B0CB-54E5207D29EE}" destId="{AC29DB6B-CDE0-4A50-9B3F-7705B33BAEA8}" srcOrd="0" destOrd="0" parTransId="{3F332DE7-BA5E-4F9C-86F2-985C9D4D14FC}" sibTransId="{D330D98C-813B-45DF-96FD-9709E58B30EF}"/>
    <dgm:cxn modelId="{73555AC6-01FA-477B-8762-39F1721E3BCD}" srcId="{6881D888-D94C-4484-8408-6F1134339879}" destId="{B2B91E4E-9C8F-43B3-87C5-E8C9A3FE7416}" srcOrd="0" destOrd="0" parTransId="{08A3E63C-9AF1-403E-A805-CBFC6F3E6B98}" sibTransId="{42117F02-A286-47E6-89B3-5A06A40C51A2}"/>
    <dgm:cxn modelId="{097085D4-9FAE-E14B-A96E-6DFBF65C1B8A}" type="presOf" srcId="{3D5FD112-48C1-4B51-94C1-9646687C221C}" destId="{B281C9D6-8D8D-A949-A01D-1B1F481A6207}" srcOrd="0" destOrd="2" presId="urn:microsoft.com/office/officeart/2005/8/layout/hList1"/>
    <dgm:cxn modelId="{E1ECBBE7-1FD9-EC48-9AF2-01C378B98960}" type="presOf" srcId="{797ED3FA-EF84-495C-84D1-0D2B17BCBA13}" destId="{342485B7-8360-6F43-9DFB-6F5A18A78628}" srcOrd="0" destOrd="1" presId="urn:microsoft.com/office/officeart/2005/8/layout/hList1"/>
    <dgm:cxn modelId="{7D5B87EC-20C5-0143-921C-27B137531753}" type="presOf" srcId="{3F77ADCA-1A11-4665-B0CB-54E5207D29EE}" destId="{B5061A5E-0513-AB47-AE03-9DA7719BD1A8}" srcOrd="0" destOrd="0" presId="urn:microsoft.com/office/officeart/2005/8/layout/hList1"/>
    <dgm:cxn modelId="{531984F6-52EB-334F-8B13-5FBD1775F0EB}" type="presOf" srcId="{9E9905AE-2F8B-4F3D-8BA1-CE3495D073DF}" destId="{242BFB3C-5BAF-0D4B-A08B-E37BC93C5BA1}" srcOrd="0" destOrd="0" presId="urn:microsoft.com/office/officeart/2005/8/layout/hList1"/>
    <dgm:cxn modelId="{F69399C8-6ED3-7B4B-BC3D-3D4C0B9BC95B}" type="presParOf" srcId="{242BFB3C-5BAF-0D4B-A08B-E37BC93C5BA1}" destId="{E85B7D13-E91D-864E-A1F3-0FAA3533A304}" srcOrd="0" destOrd="0" presId="urn:microsoft.com/office/officeart/2005/8/layout/hList1"/>
    <dgm:cxn modelId="{18CF589A-2445-CE42-9DB7-42E37984A85A}" type="presParOf" srcId="{E85B7D13-E91D-864E-A1F3-0FAA3533A304}" destId="{B5061A5E-0513-AB47-AE03-9DA7719BD1A8}" srcOrd="0" destOrd="0" presId="urn:microsoft.com/office/officeart/2005/8/layout/hList1"/>
    <dgm:cxn modelId="{2B1ECE1A-3FF4-F746-803A-93E1031F205E}" type="presParOf" srcId="{E85B7D13-E91D-864E-A1F3-0FAA3533A304}" destId="{342485B7-8360-6F43-9DFB-6F5A18A78628}" srcOrd="1" destOrd="0" presId="urn:microsoft.com/office/officeart/2005/8/layout/hList1"/>
    <dgm:cxn modelId="{A7392A4A-0272-4C43-8199-ECB03AB03337}" type="presParOf" srcId="{242BFB3C-5BAF-0D4B-A08B-E37BC93C5BA1}" destId="{F41FCC65-A840-CA47-A81B-EFB813C13293}" srcOrd="1" destOrd="0" presId="urn:microsoft.com/office/officeart/2005/8/layout/hList1"/>
    <dgm:cxn modelId="{3F684EA5-83DF-D541-8AB7-F63EFD1E517B}" type="presParOf" srcId="{242BFB3C-5BAF-0D4B-A08B-E37BC93C5BA1}" destId="{D4DCC3DF-615D-484D-9E57-BBBC7F3DF860}" srcOrd="2" destOrd="0" presId="urn:microsoft.com/office/officeart/2005/8/layout/hList1"/>
    <dgm:cxn modelId="{1577BE54-3D2E-3144-9BC6-40D381EC00C1}" type="presParOf" srcId="{D4DCC3DF-615D-484D-9E57-BBBC7F3DF860}" destId="{D507A39D-5D1F-F447-ACC6-3BEF6BE9451A}" srcOrd="0" destOrd="0" presId="urn:microsoft.com/office/officeart/2005/8/layout/hList1"/>
    <dgm:cxn modelId="{4EBBB592-E3CF-4141-8B2A-44D6F785BBDD}" type="presParOf" srcId="{D4DCC3DF-615D-484D-9E57-BBBC7F3DF860}" destId="{B281C9D6-8D8D-A949-A01D-1B1F481A6207}"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97B9A85D-3BA8-4C68-BB73-A4BAEE4A8C64}" type="doc">
      <dgm:prSet loTypeId="urn:microsoft.com/office/officeart/2005/8/layout/hList1" loCatId="list" qsTypeId="urn:microsoft.com/office/officeart/2005/8/quickstyle/simple2" qsCatId="simple" csTypeId="urn:microsoft.com/office/officeart/2005/8/colors/accent1_2" csCatId="accent1" phldr="1"/>
      <dgm:spPr/>
      <dgm:t>
        <a:bodyPr/>
        <a:lstStyle/>
        <a:p>
          <a:endParaRPr lang="en-US"/>
        </a:p>
      </dgm:t>
    </dgm:pt>
    <dgm:pt modelId="{8521D842-9883-4BCD-B04B-5D9581713C2C}">
      <dgm:prSet phldrT="[Text]" custT="1"/>
      <dgm:spPr>
        <a:solidFill>
          <a:srgbClr val="004F71"/>
        </a:solidFill>
      </dgm:spPr>
      <dgm:t>
        <a:bodyPr/>
        <a:lstStyle/>
        <a:p>
          <a:pPr>
            <a:spcBef>
              <a:spcPts val="600"/>
            </a:spcBef>
            <a:spcAft>
              <a:spcPts val="600"/>
            </a:spcAft>
          </a:pPr>
          <a:r>
            <a:rPr lang="en-US" sz="1800" dirty="0"/>
            <a:t>VOIP</a:t>
          </a:r>
        </a:p>
      </dgm:t>
    </dgm:pt>
    <dgm:pt modelId="{59D8DB47-89CE-446F-A87C-65D7AD292F4B}" type="parTrans" cxnId="{8F39E2DF-2AAE-45AA-A4C6-673C00F99575}">
      <dgm:prSet/>
      <dgm:spPr/>
      <dgm:t>
        <a:bodyPr/>
        <a:lstStyle/>
        <a:p>
          <a:pPr>
            <a:spcBef>
              <a:spcPts val="600"/>
            </a:spcBef>
            <a:spcAft>
              <a:spcPts val="600"/>
            </a:spcAft>
          </a:pPr>
          <a:endParaRPr lang="en-US"/>
        </a:p>
      </dgm:t>
    </dgm:pt>
    <dgm:pt modelId="{EB73D455-5933-4113-A167-EACC2999FD5A}" type="sibTrans" cxnId="{8F39E2DF-2AAE-45AA-A4C6-673C00F99575}">
      <dgm:prSet/>
      <dgm:spPr/>
      <dgm:t>
        <a:bodyPr/>
        <a:lstStyle/>
        <a:p>
          <a:pPr>
            <a:spcBef>
              <a:spcPts val="600"/>
            </a:spcBef>
            <a:spcAft>
              <a:spcPts val="600"/>
            </a:spcAft>
          </a:pPr>
          <a:endParaRPr lang="en-US"/>
        </a:p>
      </dgm:t>
    </dgm:pt>
    <dgm:pt modelId="{21D6B3FB-5E41-4D44-99EE-53D26BC4C7C0}">
      <dgm:prSet phldrT="[Text]" custT="1"/>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sz="1600" dirty="0">
              <a:solidFill>
                <a:srgbClr val="20282F"/>
              </a:solidFill>
            </a:rPr>
            <a:t>Combines PBX functions with VoIP</a:t>
          </a:r>
        </a:p>
      </dgm:t>
    </dgm:pt>
    <dgm:pt modelId="{185F5F42-A721-4ECE-89AE-8AED2BF7F4FD}" type="parTrans" cxnId="{AD9CDDB7-AD3A-45E3-B0FC-A193336E07A4}">
      <dgm:prSet/>
      <dgm:spPr/>
      <dgm:t>
        <a:bodyPr/>
        <a:lstStyle/>
        <a:p>
          <a:pPr>
            <a:spcBef>
              <a:spcPts val="600"/>
            </a:spcBef>
            <a:spcAft>
              <a:spcPts val="600"/>
            </a:spcAft>
          </a:pPr>
          <a:endParaRPr lang="en-US"/>
        </a:p>
      </dgm:t>
    </dgm:pt>
    <dgm:pt modelId="{DB84C8AA-BC90-42B6-8BD6-AA723B7600DA}" type="sibTrans" cxnId="{AD9CDDB7-AD3A-45E3-B0FC-A193336E07A4}">
      <dgm:prSet/>
      <dgm:spPr/>
      <dgm:t>
        <a:bodyPr/>
        <a:lstStyle/>
        <a:p>
          <a:pPr>
            <a:spcBef>
              <a:spcPts val="600"/>
            </a:spcBef>
            <a:spcAft>
              <a:spcPts val="600"/>
            </a:spcAft>
          </a:pPr>
          <a:endParaRPr lang="en-US"/>
        </a:p>
      </dgm:t>
    </dgm:pt>
    <dgm:pt modelId="{006F9599-1F23-4236-83D9-B9513C2A3458}">
      <dgm:prSet phldrT="[Text]" custT="1"/>
      <dgm:spPr>
        <a:solidFill>
          <a:srgbClr val="004F71"/>
        </a:solidFill>
      </dgm:spPr>
      <dgm:t>
        <a:bodyPr/>
        <a:lstStyle/>
        <a:p>
          <a:pPr>
            <a:spcBef>
              <a:spcPts val="600"/>
            </a:spcBef>
            <a:spcAft>
              <a:spcPts val="600"/>
            </a:spcAft>
          </a:pPr>
          <a:r>
            <a:rPr lang="en-US" sz="1800" dirty="0"/>
            <a:t>PBX</a:t>
          </a:r>
        </a:p>
      </dgm:t>
    </dgm:pt>
    <dgm:pt modelId="{D10660E6-EE79-4FF4-94CC-20580755D162}" type="parTrans" cxnId="{7A104520-F0EB-4EAE-9104-36571AA509C8}">
      <dgm:prSet/>
      <dgm:spPr/>
      <dgm:t>
        <a:bodyPr/>
        <a:lstStyle/>
        <a:p>
          <a:pPr>
            <a:spcBef>
              <a:spcPts val="600"/>
            </a:spcBef>
            <a:spcAft>
              <a:spcPts val="600"/>
            </a:spcAft>
          </a:pPr>
          <a:endParaRPr lang="en-US"/>
        </a:p>
      </dgm:t>
    </dgm:pt>
    <dgm:pt modelId="{CBFC45FC-555D-4B07-A225-5D9254A16414}" type="sibTrans" cxnId="{7A104520-F0EB-4EAE-9104-36571AA509C8}">
      <dgm:prSet/>
      <dgm:spPr/>
      <dgm:t>
        <a:bodyPr/>
        <a:lstStyle/>
        <a:p>
          <a:pPr>
            <a:spcBef>
              <a:spcPts val="600"/>
            </a:spcBef>
            <a:spcAft>
              <a:spcPts val="600"/>
            </a:spcAft>
          </a:pPr>
          <a:endParaRPr lang="en-US"/>
        </a:p>
      </dgm:t>
    </dgm:pt>
    <dgm:pt modelId="{FABD6CE7-DDE5-4962-91B0-F5E31068789A}">
      <dgm:prSet phldrT="[Text]" custT="1"/>
      <dgm:spPr>
        <a:solidFill>
          <a:srgbClr val="004F71"/>
        </a:solidFill>
      </dgm:spPr>
      <dgm:t>
        <a:bodyPr/>
        <a:lstStyle/>
        <a:p>
          <a:pPr>
            <a:spcBef>
              <a:spcPts val="600"/>
            </a:spcBef>
            <a:spcAft>
              <a:spcPts val="600"/>
            </a:spcAft>
          </a:pPr>
          <a:r>
            <a:rPr lang="en-US" sz="1800" dirty="0"/>
            <a:t>VoIP-Enabled PBX</a:t>
          </a:r>
        </a:p>
      </dgm:t>
    </dgm:pt>
    <dgm:pt modelId="{83574116-601A-4FA9-BE36-DD5CD77F9C6B}" type="parTrans" cxnId="{D485FEC5-CC3D-4FA4-86B3-CEFA6330BFB9}">
      <dgm:prSet/>
      <dgm:spPr/>
      <dgm:t>
        <a:bodyPr/>
        <a:lstStyle/>
        <a:p>
          <a:pPr>
            <a:spcBef>
              <a:spcPts val="600"/>
            </a:spcBef>
            <a:spcAft>
              <a:spcPts val="600"/>
            </a:spcAft>
          </a:pPr>
          <a:endParaRPr lang="en-US"/>
        </a:p>
      </dgm:t>
    </dgm:pt>
    <dgm:pt modelId="{3E702A53-5CC0-4CE3-87F0-88D39036DB67}" type="sibTrans" cxnId="{D485FEC5-CC3D-4FA4-86B3-CEFA6330BFB9}">
      <dgm:prSet/>
      <dgm:spPr/>
      <dgm:t>
        <a:bodyPr/>
        <a:lstStyle/>
        <a:p>
          <a:pPr>
            <a:spcBef>
              <a:spcPts val="600"/>
            </a:spcBef>
            <a:spcAft>
              <a:spcPts val="600"/>
            </a:spcAft>
          </a:pPr>
          <a:endParaRPr lang="en-US"/>
        </a:p>
      </dgm:t>
    </dgm:pt>
    <dgm:pt modelId="{2542E597-2257-49F9-B45D-74232136707B}">
      <dgm:prSet phldrT="[Text]" custT="1"/>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sz="1600" dirty="0">
              <a:solidFill>
                <a:srgbClr val="20282F"/>
              </a:solidFill>
            </a:rPr>
            <a:t>Transmits voice calls over IP networks</a:t>
          </a:r>
        </a:p>
      </dgm:t>
    </dgm:pt>
    <dgm:pt modelId="{68A61E68-A86A-4AFF-9110-9CFB6FD67D4C}" type="parTrans" cxnId="{45E8847D-40CB-477F-8068-41C73C49C57F}">
      <dgm:prSet/>
      <dgm:spPr/>
      <dgm:t>
        <a:bodyPr/>
        <a:lstStyle/>
        <a:p>
          <a:pPr>
            <a:spcBef>
              <a:spcPts val="600"/>
            </a:spcBef>
            <a:spcAft>
              <a:spcPts val="600"/>
            </a:spcAft>
          </a:pPr>
          <a:endParaRPr lang="en-US"/>
        </a:p>
      </dgm:t>
    </dgm:pt>
    <dgm:pt modelId="{35C1B15A-96A0-41BD-94EC-47F07F78DB68}" type="sibTrans" cxnId="{45E8847D-40CB-477F-8068-41C73C49C57F}">
      <dgm:prSet/>
      <dgm:spPr/>
      <dgm:t>
        <a:bodyPr/>
        <a:lstStyle/>
        <a:p>
          <a:pPr>
            <a:spcBef>
              <a:spcPts val="600"/>
            </a:spcBef>
            <a:spcAft>
              <a:spcPts val="600"/>
            </a:spcAft>
          </a:pPr>
          <a:endParaRPr lang="en-US"/>
        </a:p>
      </dgm:t>
    </dgm:pt>
    <dgm:pt modelId="{99E9AEB5-2F46-4514-9C09-8991DBA0C807}">
      <dgm:prSet phldrT="[Text]" custT="1"/>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sz="1600" dirty="0">
              <a:solidFill>
                <a:srgbClr val="20282F"/>
              </a:solidFill>
            </a:rPr>
            <a:t>Supports voice, video, and multimedia sessions</a:t>
          </a:r>
        </a:p>
      </dgm:t>
    </dgm:pt>
    <dgm:pt modelId="{70D53896-A5DE-4C84-AF7A-59F07E724713}" type="parTrans" cxnId="{4B601D18-C526-41FB-8482-4E6C23F8638B}">
      <dgm:prSet/>
      <dgm:spPr/>
      <dgm:t>
        <a:bodyPr/>
        <a:lstStyle/>
        <a:p>
          <a:pPr>
            <a:spcBef>
              <a:spcPts val="600"/>
            </a:spcBef>
            <a:spcAft>
              <a:spcPts val="600"/>
            </a:spcAft>
          </a:pPr>
          <a:endParaRPr lang="en-US"/>
        </a:p>
      </dgm:t>
    </dgm:pt>
    <dgm:pt modelId="{D6437913-0E52-448B-8547-E5287A43E340}" type="sibTrans" cxnId="{4B601D18-C526-41FB-8482-4E6C23F8638B}">
      <dgm:prSet/>
      <dgm:spPr/>
      <dgm:t>
        <a:bodyPr/>
        <a:lstStyle/>
        <a:p>
          <a:pPr>
            <a:spcBef>
              <a:spcPts val="600"/>
            </a:spcBef>
            <a:spcAft>
              <a:spcPts val="600"/>
            </a:spcAft>
          </a:pPr>
          <a:endParaRPr lang="en-US"/>
        </a:p>
      </dgm:t>
    </dgm:pt>
    <dgm:pt modelId="{D7B57A21-DA90-4CA5-8485-CCBCA48569D9}">
      <dgm:prSet phldrT="[Text]" custT="1"/>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sz="1600" dirty="0">
              <a:solidFill>
                <a:srgbClr val="20282F"/>
              </a:solidFill>
            </a:rPr>
            <a:t>Private Branch Exchange</a:t>
          </a:r>
        </a:p>
      </dgm:t>
    </dgm:pt>
    <dgm:pt modelId="{B6E18D98-C539-4038-9348-63988DB1292D}" type="parTrans" cxnId="{521DBE25-D400-495C-AFDF-86B0E49EC050}">
      <dgm:prSet/>
      <dgm:spPr/>
      <dgm:t>
        <a:bodyPr/>
        <a:lstStyle/>
        <a:p>
          <a:pPr>
            <a:spcBef>
              <a:spcPts val="600"/>
            </a:spcBef>
            <a:spcAft>
              <a:spcPts val="600"/>
            </a:spcAft>
          </a:pPr>
          <a:endParaRPr lang="en-US"/>
        </a:p>
      </dgm:t>
    </dgm:pt>
    <dgm:pt modelId="{0F882E55-CAC0-4ECF-A0C7-DF01C2FF7D1E}" type="sibTrans" cxnId="{521DBE25-D400-495C-AFDF-86B0E49EC050}">
      <dgm:prSet/>
      <dgm:spPr/>
      <dgm:t>
        <a:bodyPr/>
        <a:lstStyle/>
        <a:p>
          <a:pPr>
            <a:spcBef>
              <a:spcPts val="600"/>
            </a:spcBef>
            <a:spcAft>
              <a:spcPts val="600"/>
            </a:spcAft>
          </a:pPr>
          <a:endParaRPr lang="en-US"/>
        </a:p>
      </dgm:t>
    </dgm:pt>
    <dgm:pt modelId="{088489D9-BB54-45E9-96FB-920AEBF3398A}">
      <dgm:prSet phldrT="[Text]" custT="1"/>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sz="1600" dirty="0">
              <a:solidFill>
                <a:srgbClr val="20282F"/>
              </a:solidFill>
            </a:rPr>
            <a:t>Supports various devices</a:t>
          </a:r>
        </a:p>
      </dgm:t>
    </dgm:pt>
    <dgm:pt modelId="{5E584ABD-C3A3-4417-9D7E-7C4E2C5C81C7}" type="parTrans" cxnId="{8A424C16-471A-4F5B-80BD-F91E9F96DA72}">
      <dgm:prSet/>
      <dgm:spPr/>
      <dgm:t>
        <a:bodyPr/>
        <a:lstStyle/>
        <a:p>
          <a:pPr>
            <a:spcBef>
              <a:spcPts val="600"/>
            </a:spcBef>
            <a:spcAft>
              <a:spcPts val="600"/>
            </a:spcAft>
          </a:pPr>
          <a:endParaRPr lang="en-US"/>
        </a:p>
      </dgm:t>
    </dgm:pt>
    <dgm:pt modelId="{54937FFF-6510-425B-B5C1-629AFA318A45}" type="sibTrans" cxnId="{8A424C16-471A-4F5B-80BD-F91E9F96DA72}">
      <dgm:prSet/>
      <dgm:spPr/>
      <dgm:t>
        <a:bodyPr/>
        <a:lstStyle/>
        <a:p>
          <a:pPr>
            <a:spcBef>
              <a:spcPts val="600"/>
            </a:spcBef>
            <a:spcAft>
              <a:spcPts val="600"/>
            </a:spcAft>
          </a:pPr>
          <a:endParaRPr lang="en-US"/>
        </a:p>
      </dgm:t>
    </dgm:pt>
    <dgm:pt modelId="{1BE0F93C-931D-49ED-9D37-A6F58D5D2A23}">
      <dgm:prSet phldrT="[Text]" custT="1"/>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sz="1600" dirty="0">
              <a:solidFill>
                <a:srgbClr val="20282F"/>
              </a:solidFill>
            </a:rPr>
            <a:t>Manages incoming/ outgoing calls, voicemail, and call forwarding</a:t>
          </a:r>
        </a:p>
      </dgm:t>
    </dgm:pt>
    <dgm:pt modelId="{E4FD4CAE-F619-4EA8-AC6D-B1D56F15DF00}" type="parTrans" cxnId="{22E6BAB4-F869-4D1C-B193-06E3FCE9B950}">
      <dgm:prSet/>
      <dgm:spPr/>
      <dgm:t>
        <a:bodyPr/>
        <a:lstStyle/>
        <a:p>
          <a:pPr>
            <a:spcBef>
              <a:spcPts val="600"/>
            </a:spcBef>
            <a:spcAft>
              <a:spcPts val="600"/>
            </a:spcAft>
          </a:pPr>
          <a:endParaRPr lang="en-US"/>
        </a:p>
      </dgm:t>
    </dgm:pt>
    <dgm:pt modelId="{CB11C371-D0A7-44E0-88AE-8699C30E318F}" type="sibTrans" cxnId="{22E6BAB4-F869-4D1C-B193-06E3FCE9B950}">
      <dgm:prSet/>
      <dgm:spPr/>
      <dgm:t>
        <a:bodyPr/>
        <a:lstStyle/>
        <a:p>
          <a:pPr>
            <a:spcBef>
              <a:spcPts val="600"/>
            </a:spcBef>
            <a:spcAft>
              <a:spcPts val="600"/>
            </a:spcAft>
          </a:pPr>
          <a:endParaRPr lang="en-US"/>
        </a:p>
      </dgm:t>
    </dgm:pt>
    <dgm:pt modelId="{C2E261A5-9E8F-46AF-8345-89F04AF2555D}">
      <dgm:prSet phldrT="[Text]" custT="1"/>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sz="1600" dirty="0">
              <a:solidFill>
                <a:srgbClr val="20282F"/>
              </a:solidFill>
            </a:rPr>
            <a:t>Connects internal phone lines within an organization</a:t>
          </a:r>
        </a:p>
      </dgm:t>
    </dgm:pt>
    <dgm:pt modelId="{E206B8D3-299C-4586-9128-0C3FA6639C5E}" type="parTrans" cxnId="{2846EA2E-B47D-49D3-B873-C69367F80A45}">
      <dgm:prSet/>
      <dgm:spPr/>
      <dgm:t>
        <a:bodyPr/>
        <a:lstStyle/>
        <a:p>
          <a:pPr>
            <a:spcBef>
              <a:spcPts val="600"/>
            </a:spcBef>
            <a:spcAft>
              <a:spcPts val="600"/>
            </a:spcAft>
          </a:pPr>
          <a:endParaRPr lang="en-US"/>
        </a:p>
      </dgm:t>
    </dgm:pt>
    <dgm:pt modelId="{5A844C66-9324-4491-A13E-0FBE77FB3C0C}" type="sibTrans" cxnId="{2846EA2E-B47D-49D3-B873-C69367F80A45}">
      <dgm:prSet/>
      <dgm:spPr/>
      <dgm:t>
        <a:bodyPr/>
        <a:lstStyle/>
        <a:p>
          <a:pPr>
            <a:spcBef>
              <a:spcPts val="600"/>
            </a:spcBef>
            <a:spcAft>
              <a:spcPts val="600"/>
            </a:spcAft>
          </a:pPr>
          <a:endParaRPr lang="en-US"/>
        </a:p>
      </dgm:t>
    </dgm:pt>
    <dgm:pt modelId="{6803C0F1-4537-4D98-8B9E-4059A91E1ACA}">
      <dgm:prSet phldrT="[Text]" custT="1"/>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sz="1600" dirty="0">
              <a:solidFill>
                <a:srgbClr val="20282F"/>
              </a:solidFill>
            </a:rPr>
            <a:t>Operates over LAN or WAN</a:t>
          </a:r>
        </a:p>
      </dgm:t>
    </dgm:pt>
    <dgm:pt modelId="{138DC79B-0FA3-4C19-A4A9-DE374989AB31}" type="parTrans" cxnId="{EAC55DF9-71D7-4C11-B2CB-1442F921C77B}">
      <dgm:prSet/>
      <dgm:spPr/>
      <dgm:t>
        <a:bodyPr/>
        <a:lstStyle/>
        <a:p>
          <a:pPr>
            <a:spcBef>
              <a:spcPts val="600"/>
            </a:spcBef>
            <a:spcAft>
              <a:spcPts val="600"/>
            </a:spcAft>
          </a:pPr>
          <a:endParaRPr lang="en-US"/>
        </a:p>
      </dgm:t>
    </dgm:pt>
    <dgm:pt modelId="{AED9E63F-BCD3-4D00-89E5-8A037DF125D4}" type="sibTrans" cxnId="{EAC55DF9-71D7-4C11-B2CB-1442F921C77B}">
      <dgm:prSet/>
      <dgm:spPr/>
      <dgm:t>
        <a:bodyPr/>
        <a:lstStyle/>
        <a:p>
          <a:pPr>
            <a:spcBef>
              <a:spcPts val="600"/>
            </a:spcBef>
            <a:spcAft>
              <a:spcPts val="600"/>
            </a:spcAft>
          </a:pPr>
          <a:endParaRPr lang="en-US"/>
        </a:p>
      </dgm:t>
    </dgm:pt>
    <dgm:pt modelId="{04F0173A-A520-450C-91EB-4B204004CB04}">
      <dgm:prSet phldrT="[Text]" custT="1"/>
      <dgm:spPr>
        <a:solidFill>
          <a:schemeClr val="bg1">
            <a:lumMod val="95000"/>
            <a:alpha val="90000"/>
          </a:schemeClr>
        </a:solidFill>
        <a:ln w="9525">
          <a:solidFill>
            <a:schemeClr val="bg1">
              <a:lumMod val="85000"/>
              <a:alpha val="90000"/>
            </a:schemeClr>
          </a:solidFill>
        </a:ln>
      </dgm:spPr>
      <dgm:t>
        <a:bodyPr/>
        <a:lstStyle/>
        <a:p>
          <a:pPr>
            <a:spcBef>
              <a:spcPts val="600"/>
            </a:spcBef>
            <a:spcAft>
              <a:spcPts val="600"/>
            </a:spcAft>
          </a:pPr>
          <a:r>
            <a:rPr lang="en-US" sz="1600" dirty="0">
              <a:solidFill>
                <a:srgbClr val="20282F"/>
              </a:solidFill>
            </a:rPr>
            <a:t>Reduces reliance on physical infrastructure</a:t>
          </a:r>
        </a:p>
      </dgm:t>
    </dgm:pt>
    <dgm:pt modelId="{F77C58F2-A97D-4B2B-9597-AF88F150F45F}" type="parTrans" cxnId="{1F6917FD-ECC7-4448-B28B-D78C71194E60}">
      <dgm:prSet/>
      <dgm:spPr/>
      <dgm:t>
        <a:bodyPr/>
        <a:lstStyle/>
        <a:p>
          <a:pPr>
            <a:spcBef>
              <a:spcPts val="600"/>
            </a:spcBef>
            <a:spcAft>
              <a:spcPts val="600"/>
            </a:spcAft>
          </a:pPr>
          <a:endParaRPr lang="en-US"/>
        </a:p>
      </dgm:t>
    </dgm:pt>
    <dgm:pt modelId="{9C4F3AF9-D6F4-4C07-9A9D-BB3F96AB226A}" type="sibTrans" cxnId="{1F6917FD-ECC7-4448-B28B-D78C71194E60}">
      <dgm:prSet/>
      <dgm:spPr/>
      <dgm:t>
        <a:bodyPr/>
        <a:lstStyle/>
        <a:p>
          <a:pPr>
            <a:spcBef>
              <a:spcPts val="600"/>
            </a:spcBef>
            <a:spcAft>
              <a:spcPts val="600"/>
            </a:spcAft>
          </a:pPr>
          <a:endParaRPr lang="en-US"/>
        </a:p>
      </dgm:t>
    </dgm:pt>
    <dgm:pt modelId="{2EFF4359-7DE5-3143-BF91-C7F2E3B3B17D}" type="pres">
      <dgm:prSet presAssocID="{97B9A85D-3BA8-4C68-BB73-A4BAEE4A8C64}" presName="Name0" presStyleCnt="0">
        <dgm:presLayoutVars>
          <dgm:dir/>
          <dgm:animLvl val="lvl"/>
          <dgm:resizeHandles val="exact"/>
        </dgm:presLayoutVars>
      </dgm:prSet>
      <dgm:spPr/>
    </dgm:pt>
    <dgm:pt modelId="{0ED4556F-A7F9-9545-9961-39F570EE0508}" type="pres">
      <dgm:prSet presAssocID="{8521D842-9883-4BCD-B04B-5D9581713C2C}" presName="composite" presStyleCnt="0"/>
      <dgm:spPr/>
    </dgm:pt>
    <dgm:pt modelId="{3EBC6216-8B05-1346-BA3C-0876C90291BD}" type="pres">
      <dgm:prSet presAssocID="{8521D842-9883-4BCD-B04B-5D9581713C2C}" presName="parTx" presStyleLbl="alignNode1" presStyleIdx="0" presStyleCnt="3">
        <dgm:presLayoutVars>
          <dgm:chMax val="0"/>
          <dgm:chPref val="0"/>
          <dgm:bulletEnabled val="1"/>
        </dgm:presLayoutVars>
      </dgm:prSet>
      <dgm:spPr/>
    </dgm:pt>
    <dgm:pt modelId="{C265C1A0-DE45-F74A-864C-883D8DDAF276}" type="pres">
      <dgm:prSet presAssocID="{8521D842-9883-4BCD-B04B-5D9581713C2C}" presName="desTx" presStyleLbl="alignAccFollowNode1" presStyleIdx="0" presStyleCnt="3">
        <dgm:presLayoutVars>
          <dgm:bulletEnabled val="1"/>
        </dgm:presLayoutVars>
      </dgm:prSet>
      <dgm:spPr/>
    </dgm:pt>
    <dgm:pt modelId="{6F54DF11-16E5-5C4C-957A-0D58CA13D76D}" type="pres">
      <dgm:prSet presAssocID="{EB73D455-5933-4113-A167-EACC2999FD5A}" presName="space" presStyleCnt="0"/>
      <dgm:spPr/>
    </dgm:pt>
    <dgm:pt modelId="{7034031A-814D-034B-A02F-067F13206EBC}" type="pres">
      <dgm:prSet presAssocID="{006F9599-1F23-4236-83D9-B9513C2A3458}" presName="composite" presStyleCnt="0"/>
      <dgm:spPr/>
    </dgm:pt>
    <dgm:pt modelId="{178E6FCD-F8EC-C14E-AD97-67942742F187}" type="pres">
      <dgm:prSet presAssocID="{006F9599-1F23-4236-83D9-B9513C2A3458}" presName="parTx" presStyleLbl="alignNode1" presStyleIdx="1" presStyleCnt="3">
        <dgm:presLayoutVars>
          <dgm:chMax val="0"/>
          <dgm:chPref val="0"/>
          <dgm:bulletEnabled val="1"/>
        </dgm:presLayoutVars>
      </dgm:prSet>
      <dgm:spPr/>
    </dgm:pt>
    <dgm:pt modelId="{98D15C40-89A3-0446-B80C-DD8D10D3BB28}" type="pres">
      <dgm:prSet presAssocID="{006F9599-1F23-4236-83D9-B9513C2A3458}" presName="desTx" presStyleLbl="alignAccFollowNode1" presStyleIdx="1" presStyleCnt="3">
        <dgm:presLayoutVars>
          <dgm:bulletEnabled val="1"/>
        </dgm:presLayoutVars>
      </dgm:prSet>
      <dgm:spPr/>
    </dgm:pt>
    <dgm:pt modelId="{669BC2E9-3344-F340-BE60-E4C0628D4A76}" type="pres">
      <dgm:prSet presAssocID="{CBFC45FC-555D-4B07-A225-5D9254A16414}" presName="space" presStyleCnt="0"/>
      <dgm:spPr/>
    </dgm:pt>
    <dgm:pt modelId="{0995ED80-83DE-D84D-84F1-30DC87D95E3E}" type="pres">
      <dgm:prSet presAssocID="{FABD6CE7-DDE5-4962-91B0-F5E31068789A}" presName="composite" presStyleCnt="0"/>
      <dgm:spPr/>
    </dgm:pt>
    <dgm:pt modelId="{04A4BF8B-34F5-0340-8589-1D18CC62EE45}" type="pres">
      <dgm:prSet presAssocID="{FABD6CE7-DDE5-4962-91B0-F5E31068789A}" presName="parTx" presStyleLbl="alignNode1" presStyleIdx="2" presStyleCnt="3">
        <dgm:presLayoutVars>
          <dgm:chMax val="0"/>
          <dgm:chPref val="0"/>
          <dgm:bulletEnabled val="1"/>
        </dgm:presLayoutVars>
      </dgm:prSet>
      <dgm:spPr/>
    </dgm:pt>
    <dgm:pt modelId="{C6891075-97B3-634D-BF5D-DC90E06ABF1F}" type="pres">
      <dgm:prSet presAssocID="{FABD6CE7-DDE5-4962-91B0-F5E31068789A}" presName="desTx" presStyleLbl="alignAccFollowNode1" presStyleIdx="2" presStyleCnt="3">
        <dgm:presLayoutVars>
          <dgm:bulletEnabled val="1"/>
        </dgm:presLayoutVars>
      </dgm:prSet>
      <dgm:spPr/>
    </dgm:pt>
  </dgm:ptLst>
  <dgm:cxnLst>
    <dgm:cxn modelId="{B3B25D0F-42C8-FE41-9AC3-39D6742C813D}" type="presOf" srcId="{8521D842-9883-4BCD-B04B-5D9581713C2C}" destId="{3EBC6216-8B05-1346-BA3C-0876C90291BD}" srcOrd="0" destOrd="0" presId="urn:microsoft.com/office/officeart/2005/8/layout/hList1"/>
    <dgm:cxn modelId="{8A424C16-471A-4F5B-80BD-F91E9F96DA72}" srcId="{8521D842-9883-4BCD-B04B-5D9581713C2C}" destId="{088489D9-BB54-45E9-96FB-920AEBF3398A}" srcOrd="2" destOrd="0" parTransId="{5E584ABD-C3A3-4417-9D7E-7C4E2C5C81C7}" sibTransId="{54937FFF-6510-425B-B5C1-629AFA318A45}"/>
    <dgm:cxn modelId="{4B601D18-C526-41FB-8482-4E6C23F8638B}" srcId="{8521D842-9883-4BCD-B04B-5D9581713C2C}" destId="{99E9AEB5-2F46-4514-9C09-8991DBA0C807}" srcOrd="1" destOrd="0" parTransId="{70D53896-A5DE-4C84-AF7A-59F07E724713}" sibTransId="{D6437913-0E52-448B-8547-E5287A43E340}"/>
    <dgm:cxn modelId="{AC11F918-4A8A-034A-B97D-B3A2F6FC8E45}" type="presOf" srcId="{99E9AEB5-2F46-4514-9C09-8991DBA0C807}" destId="{C265C1A0-DE45-F74A-864C-883D8DDAF276}" srcOrd="0" destOrd="1" presId="urn:microsoft.com/office/officeart/2005/8/layout/hList1"/>
    <dgm:cxn modelId="{7A104520-F0EB-4EAE-9104-36571AA509C8}" srcId="{97B9A85D-3BA8-4C68-BB73-A4BAEE4A8C64}" destId="{006F9599-1F23-4236-83D9-B9513C2A3458}" srcOrd="1" destOrd="0" parTransId="{D10660E6-EE79-4FF4-94CC-20580755D162}" sibTransId="{CBFC45FC-555D-4B07-A225-5D9254A16414}"/>
    <dgm:cxn modelId="{521DBE25-D400-495C-AFDF-86B0E49EC050}" srcId="{006F9599-1F23-4236-83D9-B9513C2A3458}" destId="{D7B57A21-DA90-4CA5-8485-CCBCA48569D9}" srcOrd="0" destOrd="0" parTransId="{B6E18D98-C539-4038-9348-63988DB1292D}" sibTransId="{0F882E55-CAC0-4ECF-A0C7-DF01C2FF7D1E}"/>
    <dgm:cxn modelId="{2846EA2E-B47D-49D3-B873-C69367F80A45}" srcId="{006F9599-1F23-4236-83D9-B9513C2A3458}" destId="{C2E261A5-9E8F-46AF-8345-89F04AF2555D}" srcOrd="1" destOrd="0" parTransId="{E206B8D3-299C-4586-9128-0C3FA6639C5E}" sibTransId="{5A844C66-9324-4491-A13E-0FBE77FB3C0C}"/>
    <dgm:cxn modelId="{58052361-EF2A-B849-8673-EE96B306DA0D}" type="presOf" srcId="{088489D9-BB54-45E9-96FB-920AEBF3398A}" destId="{C265C1A0-DE45-F74A-864C-883D8DDAF276}" srcOrd="0" destOrd="2" presId="urn:microsoft.com/office/officeart/2005/8/layout/hList1"/>
    <dgm:cxn modelId="{79AE0D45-30AE-2146-8863-CEE7B8892596}" type="presOf" srcId="{FABD6CE7-DDE5-4962-91B0-F5E31068789A}" destId="{04A4BF8B-34F5-0340-8589-1D18CC62EE45}" srcOrd="0" destOrd="0" presId="urn:microsoft.com/office/officeart/2005/8/layout/hList1"/>
    <dgm:cxn modelId="{D27AAF4C-B9EA-BC4F-A6F2-941575B48CE7}" type="presOf" srcId="{21D6B3FB-5E41-4D44-99EE-53D26BC4C7C0}" destId="{C6891075-97B3-634D-BF5D-DC90E06ABF1F}" srcOrd="0" destOrd="0" presId="urn:microsoft.com/office/officeart/2005/8/layout/hList1"/>
    <dgm:cxn modelId="{818AB156-0DD7-2543-9EF1-3E692C826EF9}" type="presOf" srcId="{006F9599-1F23-4236-83D9-B9513C2A3458}" destId="{178E6FCD-F8EC-C14E-AD97-67942742F187}" srcOrd="0" destOrd="0" presId="urn:microsoft.com/office/officeart/2005/8/layout/hList1"/>
    <dgm:cxn modelId="{02236458-2B3C-924F-8911-87CC469FE1BC}" type="presOf" srcId="{04F0173A-A520-450C-91EB-4B204004CB04}" destId="{C6891075-97B3-634D-BF5D-DC90E06ABF1F}" srcOrd="0" destOrd="2" presId="urn:microsoft.com/office/officeart/2005/8/layout/hList1"/>
    <dgm:cxn modelId="{45E8847D-40CB-477F-8068-41C73C49C57F}" srcId="{8521D842-9883-4BCD-B04B-5D9581713C2C}" destId="{2542E597-2257-49F9-B45D-74232136707B}" srcOrd="0" destOrd="0" parTransId="{68A61E68-A86A-4AFF-9110-9CFB6FD67D4C}" sibTransId="{35C1B15A-96A0-41BD-94EC-47F07F78DB68}"/>
    <dgm:cxn modelId="{3D78218A-9BC4-FF4C-A178-338432CA4F2E}" type="presOf" srcId="{D7B57A21-DA90-4CA5-8485-CCBCA48569D9}" destId="{98D15C40-89A3-0446-B80C-DD8D10D3BB28}" srcOrd="0" destOrd="0" presId="urn:microsoft.com/office/officeart/2005/8/layout/hList1"/>
    <dgm:cxn modelId="{1EEEEF8D-3AE8-9A45-8665-69DD5C2AACD2}" type="presOf" srcId="{C2E261A5-9E8F-46AF-8345-89F04AF2555D}" destId="{98D15C40-89A3-0446-B80C-DD8D10D3BB28}" srcOrd="0" destOrd="1" presId="urn:microsoft.com/office/officeart/2005/8/layout/hList1"/>
    <dgm:cxn modelId="{AD9F8AA2-3401-8B4B-BE8D-9CCB684E4D3D}" type="presOf" srcId="{97B9A85D-3BA8-4C68-BB73-A4BAEE4A8C64}" destId="{2EFF4359-7DE5-3143-BF91-C7F2E3B3B17D}" srcOrd="0" destOrd="0" presId="urn:microsoft.com/office/officeart/2005/8/layout/hList1"/>
    <dgm:cxn modelId="{D6FB63AD-FA9C-AE44-8FF8-7A0E777A2A6E}" type="presOf" srcId="{6803C0F1-4537-4D98-8B9E-4059A91E1ACA}" destId="{C6891075-97B3-634D-BF5D-DC90E06ABF1F}" srcOrd="0" destOrd="1" presId="urn:microsoft.com/office/officeart/2005/8/layout/hList1"/>
    <dgm:cxn modelId="{22E6BAB4-F869-4D1C-B193-06E3FCE9B950}" srcId="{006F9599-1F23-4236-83D9-B9513C2A3458}" destId="{1BE0F93C-931D-49ED-9D37-A6F58D5D2A23}" srcOrd="2" destOrd="0" parTransId="{E4FD4CAE-F619-4EA8-AC6D-B1D56F15DF00}" sibTransId="{CB11C371-D0A7-44E0-88AE-8699C30E318F}"/>
    <dgm:cxn modelId="{AD9CDDB7-AD3A-45E3-B0FC-A193336E07A4}" srcId="{FABD6CE7-DDE5-4962-91B0-F5E31068789A}" destId="{21D6B3FB-5E41-4D44-99EE-53D26BC4C7C0}" srcOrd="0" destOrd="0" parTransId="{185F5F42-A721-4ECE-89AE-8AED2BF7F4FD}" sibTransId="{DB84C8AA-BC90-42B6-8BD6-AA723B7600DA}"/>
    <dgm:cxn modelId="{88C511BB-0771-7747-8CB9-4E5D4190752B}" type="presOf" srcId="{2542E597-2257-49F9-B45D-74232136707B}" destId="{C265C1A0-DE45-F74A-864C-883D8DDAF276}" srcOrd="0" destOrd="0" presId="urn:microsoft.com/office/officeart/2005/8/layout/hList1"/>
    <dgm:cxn modelId="{78362DC3-6495-2240-910E-F9A32BF12AB5}" type="presOf" srcId="{1BE0F93C-931D-49ED-9D37-A6F58D5D2A23}" destId="{98D15C40-89A3-0446-B80C-DD8D10D3BB28}" srcOrd="0" destOrd="2" presId="urn:microsoft.com/office/officeart/2005/8/layout/hList1"/>
    <dgm:cxn modelId="{D485FEC5-CC3D-4FA4-86B3-CEFA6330BFB9}" srcId="{97B9A85D-3BA8-4C68-BB73-A4BAEE4A8C64}" destId="{FABD6CE7-DDE5-4962-91B0-F5E31068789A}" srcOrd="2" destOrd="0" parTransId="{83574116-601A-4FA9-BE36-DD5CD77F9C6B}" sibTransId="{3E702A53-5CC0-4CE3-87F0-88D39036DB67}"/>
    <dgm:cxn modelId="{8F39E2DF-2AAE-45AA-A4C6-673C00F99575}" srcId="{97B9A85D-3BA8-4C68-BB73-A4BAEE4A8C64}" destId="{8521D842-9883-4BCD-B04B-5D9581713C2C}" srcOrd="0" destOrd="0" parTransId="{59D8DB47-89CE-446F-A87C-65D7AD292F4B}" sibTransId="{EB73D455-5933-4113-A167-EACC2999FD5A}"/>
    <dgm:cxn modelId="{EAC55DF9-71D7-4C11-B2CB-1442F921C77B}" srcId="{FABD6CE7-DDE5-4962-91B0-F5E31068789A}" destId="{6803C0F1-4537-4D98-8B9E-4059A91E1ACA}" srcOrd="1" destOrd="0" parTransId="{138DC79B-0FA3-4C19-A4A9-DE374989AB31}" sibTransId="{AED9E63F-BCD3-4D00-89E5-8A037DF125D4}"/>
    <dgm:cxn modelId="{1F6917FD-ECC7-4448-B28B-D78C71194E60}" srcId="{FABD6CE7-DDE5-4962-91B0-F5E31068789A}" destId="{04F0173A-A520-450C-91EB-4B204004CB04}" srcOrd="2" destOrd="0" parTransId="{F77C58F2-A97D-4B2B-9597-AF88F150F45F}" sibTransId="{9C4F3AF9-D6F4-4C07-9A9D-BB3F96AB226A}"/>
    <dgm:cxn modelId="{05AD1184-C6E1-124D-BDDC-6EAB461662D4}" type="presParOf" srcId="{2EFF4359-7DE5-3143-BF91-C7F2E3B3B17D}" destId="{0ED4556F-A7F9-9545-9961-39F570EE0508}" srcOrd="0" destOrd="0" presId="urn:microsoft.com/office/officeart/2005/8/layout/hList1"/>
    <dgm:cxn modelId="{179735B1-AD65-1740-A2C9-7168F42C271F}" type="presParOf" srcId="{0ED4556F-A7F9-9545-9961-39F570EE0508}" destId="{3EBC6216-8B05-1346-BA3C-0876C90291BD}" srcOrd="0" destOrd="0" presId="urn:microsoft.com/office/officeart/2005/8/layout/hList1"/>
    <dgm:cxn modelId="{2EC6B74C-E544-0F44-BBF6-0A9A1B8B00D3}" type="presParOf" srcId="{0ED4556F-A7F9-9545-9961-39F570EE0508}" destId="{C265C1A0-DE45-F74A-864C-883D8DDAF276}" srcOrd="1" destOrd="0" presId="urn:microsoft.com/office/officeart/2005/8/layout/hList1"/>
    <dgm:cxn modelId="{2FCCEFF6-4949-5841-847E-605FD14DCDEC}" type="presParOf" srcId="{2EFF4359-7DE5-3143-BF91-C7F2E3B3B17D}" destId="{6F54DF11-16E5-5C4C-957A-0D58CA13D76D}" srcOrd="1" destOrd="0" presId="urn:microsoft.com/office/officeart/2005/8/layout/hList1"/>
    <dgm:cxn modelId="{8D750838-114B-C448-8C41-59FF80C4B0D1}" type="presParOf" srcId="{2EFF4359-7DE5-3143-BF91-C7F2E3B3B17D}" destId="{7034031A-814D-034B-A02F-067F13206EBC}" srcOrd="2" destOrd="0" presId="urn:microsoft.com/office/officeart/2005/8/layout/hList1"/>
    <dgm:cxn modelId="{CE02555F-8510-434C-B027-CB9B1E30F1A1}" type="presParOf" srcId="{7034031A-814D-034B-A02F-067F13206EBC}" destId="{178E6FCD-F8EC-C14E-AD97-67942742F187}" srcOrd="0" destOrd="0" presId="urn:microsoft.com/office/officeart/2005/8/layout/hList1"/>
    <dgm:cxn modelId="{CDFB243B-19C7-BE40-975A-0B791A8B6513}" type="presParOf" srcId="{7034031A-814D-034B-A02F-067F13206EBC}" destId="{98D15C40-89A3-0446-B80C-DD8D10D3BB28}" srcOrd="1" destOrd="0" presId="urn:microsoft.com/office/officeart/2005/8/layout/hList1"/>
    <dgm:cxn modelId="{EB35F643-9462-2F42-98EC-4AA34FB030F0}" type="presParOf" srcId="{2EFF4359-7DE5-3143-BF91-C7F2E3B3B17D}" destId="{669BC2E9-3344-F340-BE60-E4C0628D4A76}" srcOrd="3" destOrd="0" presId="urn:microsoft.com/office/officeart/2005/8/layout/hList1"/>
    <dgm:cxn modelId="{59AD48A0-0210-754A-ADE6-07A366C36F11}" type="presParOf" srcId="{2EFF4359-7DE5-3143-BF91-C7F2E3B3B17D}" destId="{0995ED80-83DE-D84D-84F1-30DC87D95E3E}" srcOrd="4" destOrd="0" presId="urn:microsoft.com/office/officeart/2005/8/layout/hList1"/>
    <dgm:cxn modelId="{A91CBA08-AB9D-7848-BB76-4A1A2678EBA3}" type="presParOf" srcId="{0995ED80-83DE-D84D-84F1-30DC87D95E3E}" destId="{04A4BF8B-34F5-0340-8589-1D18CC62EE45}" srcOrd="0" destOrd="0" presId="urn:microsoft.com/office/officeart/2005/8/layout/hList1"/>
    <dgm:cxn modelId="{D221842F-41F7-D74A-A269-93964B79B267}" type="presParOf" srcId="{0995ED80-83DE-D84D-84F1-30DC87D95E3E}" destId="{C6891075-97B3-634D-BF5D-DC90E06ABF1F}"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871BAE07-4A2B-4FE3-BCBE-865CB924A48C}"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67850BE-CBE6-4866-AF01-0904B02F75B7}">
      <dgm:prSet phldrT="[Text]" custT="1"/>
      <dgm:spPr/>
      <dgm:t>
        <a:bodyPr/>
        <a:lstStyle/>
        <a:p>
          <a:r>
            <a:rPr lang="en-US" sz="1500" dirty="0"/>
            <a:t>Real-Time Protocol</a:t>
          </a:r>
        </a:p>
      </dgm:t>
    </dgm:pt>
    <dgm:pt modelId="{B552CB69-1B8A-4BA1-8FC4-ADCAD5B7F954}" type="parTrans" cxnId="{2E2D31D2-86DF-4284-B088-9FE7B91948CC}">
      <dgm:prSet/>
      <dgm:spPr/>
      <dgm:t>
        <a:bodyPr/>
        <a:lstStyle/>
        <a:p>
          <a:endParaRPr lang="en-US"/>
        </a:p>
      </dgm:t>
    </dgm:pt>
    <dgm:pt modelId="{4394C024-15AC-4AA2-80FA-1EFEE518D93F}" type="sibTrans" cxnId="{2E2D31D2-86DF-4284-B088-9FE7B91948CC}">
      <dgm:prSet/>
      <dgm:spPr/>
      <dgm:t>
        <a:bodyPr/>
        <a:lstStyle/>
        <a:p>
          <a:endParaRPr lang="en-US"/>
        </a:p>
      </dgm:t>
    </dgm:pt>
    <dgm:pt modelId="{D412B016-F848-4CBD-8E2E-E44C9EF4C1FF}">
      <dgm:prSet phldrT="[Text]" custT="1"/>
      <dgm:spPr/>
      <dgm:t>
        <a:bodyPr/>
        <a:lstStyle/>
        <a:p>
          <a:r>
            <a:rPr lang="en-US" sz="1500" dirty="0"/>
            <a:t>Real-Time Transport Control Protocol (TRCP)</a:t>
          </a:r>
        </a:p>
      </dgm:t>
    </dgm:pt>
    <dgm:pt modelId="{65586C28-1B08-476A-BD5D-4EF107BFE6A9}" type="parTrans" cxnId="{FB614C8B-D973-4FA0-BB56-A79C800D8D6D}">
      <dgm:prSet/>
      <dgm:spPr/>
      <dgm:t>
        <a:bodyPr/>
        <a:lstStyle/>
        <a:p>
          <a:endParaRPr lang="en-US"/>
        </a:p>
      </dgm:t>
    </dgm:pt>
    <dgm:pt modelId="{107B2D8C-62E8-417B-9313-4B23139F9CDF}" type="sibTrans" cxnId="{FB614C8B-D973-4FA0-BB56-A79C800D8D6D}">
      <dgm:prSet/>
      <dgm:spPr/>
      <dgm:t>
        <a:bodyPr/>
        <a:lstStyle/>
        <a:p>
          <a:endParaRPr lang="en-US"/>
        </a:p>
      </dgm:t>
    </dgm:pt>
    <dgm:pt modelId="{13498F1F-A294-4B79-8F30-B4B9DB72A3D8}">
      <dgm:prSet phldrT="[Text]" custT="1"/>
      <dgm:spPr/>
      <dgm:t>
        <a:bodyPr/>
        <a:lstStyle/>
        <a:p>
          <a:r>
            <a:rPr lang="en-US" sz="1500" dirty="0"/>
            <a:t>Session Initiation </a:t>
          </a:r>
          <a:br>
            <a:rPr lang="en-US" sz="1500" dirty="0"/>
          </a:br>
          <a:r>
            <a:rPr lang="en-US" sz="1500" dirty="0"/>
            <a:t>Protocol (SIP)</a:t>
          </a:r>
        </a:p>
      </dgm:t>
    </dgm:pt>
    <dgm:pt modelId="{FD9C7DF4-6AAC-484A-9A96-0C054A0BBD69}" type="parTrans" cxnId="{42F6BE17-0E7F-414B-8433-FF38D0338F11}">
      <dgm:prSet/>
      <dgm:spPr/>
      <dgm:t>
        <a:bodyPr/>
        <a:lstStyle/>
        <a:p>
          <a:endParaRPr lang="en-US"/>
        </a:p>
      </dgm:t>
    </dgm:pt>
    <dgm:pt modelId="{09CD842E-42E4-4C41-9860-108E366A0E20}" type="sibTrans" cxnId="{42F6BE17-0E7F-414B-8433-FF38D0338F11}">
      <dgm:prSet/>
      <dgm:spPr/>
      <dgm:t>
        <a:bodyPr/>
        <a:lstStyle/>
        <a:p>
          <a:endParaRPr lang="en-US"/>
        </a:p>
      </dgm:t>
    </dgm:pt>
    <dgm:pt modelId="{18DC7110-01F4-4412-A5D5-B9F9DBA7A348}">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Transports audio/video over the Internet in real time</a:t>
          </a:r>
        </a:p>
      </dgm:t>
    </dgm:pt>
    <dgm:pt modelId="{0A905BA5-238A-4E04-8548-E5BF3CE2B739}" type="parTrans" cxnId="{4216EC26-C1E2-42B0-9ABD-FE58FC18DFC6}">
      <dgm:prSet/>
      <dgm:spPr/>
      <dgm:t>
        <a:bodyPr/>
        <a:lstStyle/>
        <a:p>
          <a:endParaRPr lang="en-US"/>
        </a:p>
      </dgm:t>
    </dgm:pt>
    <dgm:pt modelId="{B87C99F3-57DA-4DBD-99AD-4D9A5660260C}" type="sibTrans" cxnId="{4216EC26-C1E2-42B0-9ABD-FE58FC18DFC6}">
      <dgm:prSet/>
      <dgm:spPr/>
      <dgm:t>
        <a:bodyPr/>
        <a:lstStyle/>
        <a:p>
          <a:endParaRPr lang="en-US"/>
        </a:p>
      </dgm:t>
    </dgm:pt>
    <dgm:pt modelId="{192968B7-3700-4411-A4EA-39BFAEBAB937}">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Uses even numbered UDP ports for streaming media</a:t>
          </a:r>
        </a:p>
      </dgm:t>
    </dgm:pt>
    <dgm:pt modelId="{F8D488F1-2829-4822-8227-9DA6C4CF5B4A}" type="parTrans" cxnId="{A84DEB65-3AD0-467D-8916-A105F3EDB25C}">
      <dgm:prSet/>
      <dgm:spPr/>
      <dgm:t>
        <a:bodyPr/>
        <a:lstStyle/>
        <a:p>
          <a:endParaRPr lang="en-US"/>
        </a:p>
      </dgm:t>
    </dgm:pt>
    <dgm:pt modelId="{4E6C1017-F493-4257-9A29-1674E3F37AAB}" type="sibTrans" cxnId="{A84DEB65-3AD0-467D-8916-A105F3EDB25C}">
      <dgm:prSet/>
      <dgm:spPr/>
      <dgm:t>
        <a:bodyPr/>
        <a:lstStyle/>
        <a:p>
          <a:endParaRPr lang="en-US"/>
        </a:p>
      </dgm:t>
    </dgm:pt>
    <dgm:pt modelId="{B33DE403-52A0-4242-B7A1-CE7ED1F4B152}">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Focuses on the delivery of data </a:t>
          </a:r>
        </a:p>
      </dgm:t>
    </dgm:pt>
    <dgm:pt modelId="{8FD91417-F671-48EF-8763-37FE18C6A35D}" type="parTrans" cxnId="{5076CD2E-3B2E-4004-B60C-7D64E3B7842D}">
      <dgm:prSet/>
      <dgm:spPr/>
      <dgm:t>
        <a:bodyPr/>
        <a:lstStyle/>
        <a:p>
          <a:endParaRPr lang="en-US"/>
        </a:p>
      </dgm:t>
    </dgm:pt>
    <dgm:pt modelId="{9B460942-CCFB-4B33-A2BB-507F1E894DA4}" type="sibTrans" cxnId="{5076CD2E-3B2E-4004-B60C-7D64E3B7842D}">
      <dgm:prSet/>
      <dgm:spPr/>
      <dgm:t>
        <a:bodyPr/>
        <a:lstStyle/>
        <a:p>
          <a:endParaRPr lang="en-US"/>
        </a:p>
      </dgm:t>
    </dgm:pt>
    <dgm:pt modelId="{2ECC12F6-4C87-4699-97A0-4B0032717680}">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Provides out-of-band statistics and control information for an RTP session</a:t>
          </a:r>
        </a:p>
      </dgm:t>
    </dgm:pt>
    <dgm:pt modelId="{F7B826FA-A8A8-4822-AA82-B3784A7D7528}" type="parTrans" cxnId="{3624E050-87A1-4DE9-ABD3-FFB49F555386}">
      <dgm:prSet/>
      <dgm:spPr/>
      <dgm:t>
        <a:bodyPr/>
        <a:lstStyle/>
        <a:p>
          <a:endParaRPr lang="en-US"/>
        </a:p>
      </dgm:t>
    </dgm:pt>
    <dgm:pt modelId="{3A176ED3-E2A6-4D33-B022-8A30E006E33D}" type="sibTrans" cxnId="{3624E050-87A1-4DE9-ABD3-FFB49F555386}">
      <dgm:prSet/>
      <dgm:spPr/>
      <dgm:t>
        <a:bodyPr/>
        <a:lstStyle/>
        <a:p>
          <a:endParaRPr lang="en-US"/>
        </a:p>
      </dgm:t>
    </dgm:pt>
    <dgm:pt modelId="{3A9C5BDA-E598-40F3-B452-940F204137DA}">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Uses the next higher odd-numbered port from RTP port </a:t>
          </a:r>
        </a:p>
      </dgm:t>
    </dgm:pt>
    <dgm:pt modelId="{F52BDD6C-0A85-44B0-A0AC-70250DF01C7F}" type="parTrans" cxnId="{DB421EC6-2AC8-4660-A9BD-F2F894FF284B}">
      <dgm:prSet/>
      <dgm:spPr/>
      <dgm:t>
        <a:bodyPr/>
        <a:lstStyle/>
        <a:p>
          <a:endParaRPr lang="en-US"/>
        </a:p>
      </dgm:t>
    </dgm:pt>
    <dgm:pt modelId="{2A3E192D-5C03-41A6-A372-35B01293EBAA}" type="sibTrans" cxnId="{DB421EC6-2AC8-4660-A9BD-F2F894FF284B}">
      <dgm:prSet/>
      <dgm:spPr/>
      <dgm:t>
        <a:bodyPr/>
        <a:lstStyle/>
        <a:p>
          <a:endParaRPr lang="en-US"/>
        </a:p>
      </dgm:t>
    </dgm:pt>
    <dgm:pt modelId="{4ED414C3-8555-48C3-A597-F63FC69FD1E4}">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Offers feedback on packet delivery, loss, and jitter</a:t>
          </a:r>
        </a:p>
      </dgm:t>
    </dgm:pt>
    <dgm:pt modelId="{9F028DE0-5723-4463-80E0-C2EF4FF7AA22}" type="parTrans" cxnId="{D442A637-44D4-4986-9FD5-CC6469C800A8}">
      <dgm:prSet/>
      <dgm:spPr/>
      <dgm:t>
        <a:bodyPr/>
        <a:lstStyle/>
        <a:p>
          <a:endParaRPr lang="en-US"/>
        </a:p>
      </dgm:t>
    </dgm:pt>
    <dgm:pt modelId="{4CCE6964-E43A-4F24-8991-FC1DB4CC4B84}" type="sibTrans" cxnId="{D442A637-44D4-4986-9FD5-CC6469C800A8}">
      <dgm:prSet/>
      <dgm:spPr/>
      <dgm:t>
        <a:bodyPr/>
        <a:lstStyle/>
        <a:p>
          <a:endParaRPr lang="en-US"/>
        </a:p>
      </dgm:t>
    </dgm:pt>
    <dgm:pt modelId="{14D48487-029E-4F09-A75B-743A5A31DF67}">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Initiates, maintains, and terminates real-time communication sessions</a:t>
          </a:r>
        </a:p>
      </dgm:t>
    </dgm:pt>
    <dgm:pt modelId="{41DB4EA2-105C-4CB2-9967-BD3F0D02AE49}" type="parTrans" cxnId="{03EA3481-2A6F-4DDC-9617-B36D2CBA40B7}">
      <dgm:prSet/>
      <dgm:spPr/>
      <dgm:t>
        <a:bodyPr/>
        <a:lstStyle/>
        <a:p>
          <a:endParaRPr lang="en-US"/>
        </a:p>
      </dgm:t>
    </dgm:pt>
    <dgm:pt modelId="{4BA5A303-DB71-41B4-83C6-B83806C26729}" type="sibTrans" cxnId="{03EA3481-2A6F-4DDC-9617-B36D2CBA40B7}">
      <dgm:prSet/>
      <dgm:spPr/>
      <dgm:t>
        <a:bodyPr/>
        <a:lstStyle/>
        <a:p>
          <a:endParaRPr lang="en-US"/>
        </a:p>
      </dgm:t>
    </dgm:pt>
    <dgm:pt modelId="{E1577272-476F-4846-8D00-E2F49D2C8703}">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Uses TCP/UDP ports 5060 (non-encrypted) and 5061 (TLS-encrypted)</a:t>
          </a:r>
        </a:p>
      </dgm:t>
    </dgm:pt>
    <dgm:pt modelId="{FF28F989-E6B7-474A-9FD7-138109BEEAE2}" type="parTrans" cxnId="{9A8A407B-05F2-438D-82F2-28B9907EFAA9}">
      <dgm:prSet/>
      <dgm:spPr/>
      <dgm:t>
        <a:bodyPr/>
        <a:lstStyle/>
        <a:p>
          <a:endParaRPr lang="en-US"/>
        </a:p>
      </dgm:t>
    </dgm:pt>
    <dgm:pt modelId="{103A4CA6-063A-460D-89AF-DF029D0D6C88}" type="sibTrans" cxnId="{9A8A407B-05F2-438D-82F2-28B9907EFAA9}">
      <dgm:prSet/>
      <dgm:spPr/>
      <dgm:t>
        <a:bodyPr/>
        <a:lstStyle/>
        <a:p>
          <a:endParaRPr lang="en-US"/>
        </a:p>
      </dgm:t>
    </dgm:pt>
    <dgm:pt modelId="{8F4590B0-5E50-44F4-BDED-72D2FDF3CFAB}">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Manages call setup and teardown, user location, and messaging.</a:t>
          </a:r>
        </a:p>
      </dgm:t>
    </dgm:pt>
    <dgm:pt modelId="{B0F13126-5B74-4A3E-ACFD-A30CEF9CF11B}" type="parTrans" cxnId="{206849E4-BB5C-4243-BC90-8ABC19F2A04D}">
      <dgm:prSet/>
      <dgm:spPr/>
      <dgm:t>
        <a:bodyPr/>
        <a:lstStyle/>
        <a:p>
          <a:endParaRPr lang="en-US"/>
        </a:p>
      </dgm:t>
    </dgm:pt>
    <dgm:pt modelId="{AA94C56D-13CF-49BD-9B68-FA47AC153FF3}" type="sibTrans" cxnId="{206849E4-BB5C-4243-BC90-8ABC19F2A04D}">
      <dgm:prSet/>
      <dgm:spPr/>
      <dgm:t>
        <a:bodyPr/>
        <a:lstStyle/>
        <a:p>
          <a:endParaRPr lang="en-US"/>
        </a:p>
      </dgm:t>
    </dgm:pt>
    <dgm:pt modelId="{0C509DC7-AE15-7E48-B239-5B6D8F6B5FC3}" type="pres">
      <dgm:prSet presAssocID="{871BAE07-4A2B-4FE3-BCBE-865CB924A48C}" presName="Name0" presStyleCnt="0">
        <dgm:presLayoutVars>
          <dgm:dir/>
          <dgm:animLvl val="lvl"/>
          <dgm:resizeHandles val="exact"/>
        </dgm:presLayoutVars>
      </dgm:prSet>
      <dgm:spPr/>
    </dgm:pt>
    <dgm:pt modelId="{A044D600-7BEA-1A42-9204-3884090FB436}" type="pres">
      <dgm:prSet presAssocID="{467850BE-CBE6-4866-AF01-0904B02F75B7}" presName="composite" presStyleCnt="0"/>
      <dgm:spPr/>
    </dgm:pt>
    <dgm:pt modelId="{E2914F13-8EB2-8240-9E0E-CB66F269BA85}" type="pres">
      <dgm:prSet presAssocID="{467850BE-CBE6-4866-AF01-0904B02F75B7}" presName="parTx" presStyleLbl="alignNode1" presStyleIdx="0" presStyleCnt="3">
        <dgm:presLayoutVars>
          <dgm:chMax val="0"/>
          <dgm:chPref val="0"/>
          <dgm:bulletEnabled val="1"/>
        </dgm:presLayoutVars>
      </dgm:prSet>
      <dgm:spPr/>
    </dgm:pt>
    <dgm:pt modelId="{4AFC6435-183B-414E-8B23-9D5D059ECDA7}" type="pres">
      <dgm:prSet presAssocID="{467850BE-CBE6-4866-AF01-0904B02F75B7}" presName="desTx" presStyleLbl="alignAccFollowNode1" presStyleIdx="0" presStyleCnt="3">
        <dgm:presLayoutVars>
          <dgm:bulletEnabled val="1"/>
        </dgm:presLayoutVars>
      </dgm:prSet>
      <dgm:spPr/>
    </dgm:pt>
    <dgm:pt modelId="{9F88C081-2EA6-0542-BFD0-01562C7D0BE2}" type="pres">
      <dgm:prSet presAssocID="{4394C024-15AC-4AA2-80FA-1EFEE518D93F}" presName="space" presStyleCnt="0"/>
      <dgm:spPr/>
    </dgm:pt>
    <dgm:pt modelId="{A264E058-268E-264F-A048-8715836270B4}" type="pres">
      <dgm:prSet presAssocID="{D412B016-F848-4CBD-8E2E-E44C9EF4C1FF}" presName="composite" presStyleCnt="0"/>
      <dgm:spPr/>
    </dgm:pt>
    <dgm:pt modelId="{665BC521-92CE-2E4F-9198-1212AFA1E257}" type="pres">
      <dgm:prSet presAssocID="{D412B016-F848-4CBD-8E2E-E44C9EF4C1FF}" presName="parTx" presStyleLbl="alignNode1" presStyleIdx="1" presStyleCnt="3">
        <dgm:presLayoutVars>
          <dgm:chMax val="0"/>
          <dgm:chPref val="0"/>
          <dgm:bulletEnabled val="1"/>
        </dgm:presLayoutVars>
      </dgm:prSet>
      <dgm:spPr/>
    </dgm:pt>
    <dgm:pt modelId="{ABB9E47D-35C5-394C-A475-1C943D89710C}" type="pres">
      <dgm:prSet presAssocID="{D412B016-F848-4CBD-8E2E-E44C9EF4C1FF}" presName="desTx" presStyleLbl="alignAccFollowNode1" presStyleIdx="1" presStyleCnt="3">
        <dgm:presLayoutVars>
          <dgm:bulletEnabled val="1"/>
        </dgm:presLayoutVars>
      </dgm:prSet>
      <dgm:spPr/>
    </dgm:pt>
    <dgm:pt modelId="{9B2369AA-1243-034E-9932-A50CB436E8A9}" type="pres">
      <dgm:prSet presAssocID="{107B2D8C-62E8-417B-9313-4B23139F9CDF}" presName="space" presStyleCnt="0"/>
      <dgm:spPr/>
    </dgm:pt>
    <dgm:pt modelId="{3F3DFC7B-762E-F843-801F-A2556542F47B}" type="pres">
      <dgm:prSet presAssocID="{13498F1F-A294-4B79-8F30-B4B9DB72A3D8}" presName="composite" presStyleCnt="0"/>
      <dgm:spPr/>
    </dgm:pt>
    <dgm:pt modelId="{DA23E1B1-C405-6648-8563-EDAC75FAA685}" type="pres">
      <dgm:prSet presAssocID="{13498F1F-A294-4B79-8F30-B4B9DB72A3D8}" presName="parTx" presStyleLbl="alignNode1" presStyleIdx="2" presStyleCnt="3">
        <dgm:presLayoutVars>
          <dgm:chMax val="0"/>
          <dgm:chPref val="0"/>
          <dgm:bulletEnabled val="1"/>
        </dgm:presLayoutVars>
      </dgm:prSet>
      <dgm:spPr/>
    </dgm:pt>
    <dgm:pt modelId="{2410AB2D-6645-AE4D-9C6A-1C3B9842A269}" type="pres">
      <dgm:prSet presAssocID="{13498F1F-A294-4B79-8F30-B4B9DB72A3D8}" presName="desTx" presStyleLbl="alignAccFollowNode1" presStyleIdx="2" presStyleCnt="3">
        <dgm:presLayoutVars>
          <dgm:bulletEnabled val="1"/>
        </dgm:presLayoutVars>
      </dgm:prSet>
      <dgm:spPr/>
    </dgm:pt>
  </dgm:ptLst>
  <dgm:cxnLst>
    <dgm:cxn modelId="{42F6BE17-0E7F-414B-8433-FF38D0338F11}" srcId="{871BAE07-4A2B-4FE3-BCBE-865CB924A48C}" destId="{13498F1F-A294-4B79-8F30-B4B9DB72A3D8}" srcOrd="2" destOrd="0" parTransId="{FD9C7DF4-6AAC-484A-9A96-0C054A0BBD69}" sibTransId="{09CD842E-42E4-4C41-9860-108E366A0E20}"/>
    <dgm:cxn modelId="{57D0B021-F60C-D643-AE34-42E679A6C518}" type="presOf" srcId="{871BAE07-4A2B-4FE3-BCBE-865CB924A48C}" destId="{0C509DC7-AE15-7E48-B239-5B6D8F6B5FC3}" srcOrd="0" destOrd="0" presId="urn:microsoft.com/office/officeart/2005/8/layout/hList1"/>
    <dgm:cxn modelId="{4216EC26-C1E2-42B0-9ABD-FE58FC18DFC6}" srcId="{467850BE-CBE6-4866-AF01-0904B02F75B7}" destId="{18DC7110-01F4-4412-A5D5-B9F9DBA7A348}" srcOrd="0" destOrd="0" parTransId="{0A905BA5-238A-4E04-8548-E5BF3CE2B739}" sibTransId="{B87C99F3-57DA-4DBD-99AD-4D9A5660260C}"/>
    <dgm:cxn modelId="{B81B6228-7925-F24B-8693-46CBFC92A648}" type="presOf" srcId="{3A9C5BDA-E598-40F3-B452-940F204137DA}" destId="{ABB9E47D-35C5-394C-A475-1C943D89710C}" srcOrd="0" destOrd="1" presId="urn:microsoft.com/office/officeart/2005/8/layout/hList1"/>
    <dgm:cxn modelId="{5076CD2E-3B2E-4004-B60C-7D64E3B7842D}" srcId="{467850BE-CBE6-4866-AF01-0904B02F75B7}" destId="{B33DE403-52A0-4242-B7A1-CE7ED1F4B152}" srcOrd="2" destOrd="0" parTransId="{8FD91417-F671-48EF-8763-37FE18C6A35D}" sibTransId="{9B460942-CCFB-4B33-A2BB-507F1E894DA4}"/>
    <dgm:cxn modelId="{D442A637-44D4-4986-9FD5-CC6469C800A8}" srcId="{D412B016-F848-4CBD-8E2E-E44C9EF4C1FF}" destId="{4ED414C3-8555-48C3-A597-F63FC69FD1E4}" srcOrd="2" destOrd="0" parTransId="{9F028DE0-5723-4463-80E0-C2EF4FF7AA22}" sibTransId="{4CCE6964-E43A-4F24-8991-FC1DB4CC4B84}"/>
    <dgm:cxn modelId="{A84DEB65-3AD0-467D-8916-A105F3EDB25C}" srcId="{467850BE-CBE6-4866-AF01-0904B02F75B7}" destId="{192968B7-3700-4411-A4EA-39BFAEBAB937}" srcOrd="1" destOrd="0" parTransId="{F8D488F1-2829-4822-8227-9DA6C4CF5B4A}" sibTransId="{4E6C1017-F493-4257-9A29-1674E3F37AAB}"/>
    <dgm:cxn modelId="{00B46868-B567-814C-A814-C609F1A717B0}" type="presOf" srcId="{B33DE403-52A0-4242-B7A1-CE7ED1F4B152}" destId="{4AFC6435-183B-414E-8B23-9D5D059ECDA7}" srcOrd="0" destOrd="2" presId="urn:microsoft.com/office/officeart/2005/8/layout/hList1"/>
    <dgm:cxn modelId="{3624E050-87A1-4DE9-ABD3-FFB49F555386}" srcId="{D412B016-F848-4CBD-8E2E-E44C9EF4C1FF}" destId="{2ECC12F6-4C87-4699-97A0-4B0032717680}" srcOrd="0" destOrd="0" parTransId="{F7B826FA-A8A8-4822-AA82-B3784A7D7528}" sibTransId="{3A176ED3-E2A6-4D33-B022-8A30E006E33D}"/>
    <dgm:cxn modelId="{41F23255-2548-B449-BF80-6CE2EDC8BC0E}" type="presOf" srcId="{D412B016-F848-4CBD-8E2E-E44C9EF4C1FF}" destId="{665BC521-92CE-2E4F-9198-1212AFA1E257}" srcOrd="0" destOrd="0" presId="urn:microsoft.com/office/officeart/2005/8/layout/hList1"/>
    <dgm:cxn modelId="{0E238F7A-158E-784F-AAF3-A18D9C5C9DF6}" type="presOf" srcId="{2ECC12F6-4C87-4699-97A0-4B0032717680}" destId="{ABB9E47D-35C5-394C-A475-1C943D89710C}" srcOrd="0" destOrd="0" presId="urn:microsoft.com/office/officeart/2005/8/layout/hList1"/>
    <dgm:cxn modelId="{9A8A407B-05F2-438D-82F2-28B9907EFAA9}" srcId="{13498F1F-A294-4B79-8F30-B4B9DB72A3D8}" destId="{E1577272-476F-4846-8D00-E2F49D2C8703}" srcOrd="1" destOrd="0" parTransId="{FF28F989-E6B7-474A-9FD7-138109BEEAE2}" sibTransId="{103A4CA6-063A-460D-89AF-DF029D0D6C88}"/>
    <dgm:cxn modelId="{7C24ED7F-FFCE-E640-914E-02EA061C6ECE}" type="presOf" srcId="{13498F1F-A294-4B79-8F30-B4B9DB72A3D8}" destId="{DA23E1B1-C405-6648-8563-EDAC75FAA685}" srcOrd="0" destOrd="0" presId="urn:microsoft.com/office/officeart/2005/8/layout/hList1"/>
    <dgm:cxn modelId="{03EA3481-2A6F-4DDC-9617-B36D2CBA40B7}" srcId="{13498F1F-A294-4B79-8F30-B4B9DB72A3D8}" destId="{14D48487-029E-4F09-A75B-743A5A31DF67}" srcOrd="0" destOrd="0" parTransId="{41DB4EA2-105C-4CB2-9967-BD3F0D02AE49}" sibTransId="{4BA5A303-DB71-41B4-83C6-B83806C26729}"/>
    <dgm:cxn modelId="{6EA75081-1E6A-5442-9A27-19542423478E}" type="presOf" srcId="{8F4590B0-5E50-44F4-BDED-72D2FDF3CFAB}" destId="{2410AB2D-6645-AE4D-9C6A-1C3B9842A269}" srcOrd="0" destOrd="2" presId="urn:microsoft.com/office/officeart/2005/8/layout/hList1"/>
    <dgm:cxn modelId="{FB614C8B-D973-4FA0-BB56-A79C800D8D6D}" srcId="{871BAE07-4A2B-4FE3-BCBE-865CB924A48C}" destId="{D412B016-F848-4CBD-8E2E-E44C9EF4C1FF}" srcOrd="1" destOrd="0" parTransId="{65586C28-1B08-476A-BD5D-4EF107BFE6A9}" sibTransId="{107B2D8C-62E8-417B-9313-4B23139F9CDF}"/>
    <dgm:cxn modelId="{5DFD08A4-DBBB-F940-8BE6-FFE446DE5A9E}" type="presOf" srcId="{14D48487-029E-4F09-A75B-743A5A31DF67}" destId="{2410AB2D-6645-AE4D-9C6A-1C3B9842A269}" srcOrd="0" destOrd="0" presId="urn:microsoft.com/office/officeart/2005/8/layout/hList1"/>
    <dgm:cxn modelId="{CFC042A7-7F51-9944-9CB1-7E95ABAA270C}" type="presOf" srcId="{18DC7110-01F4-4412-A5D5-B9F9DBA7A348}" destId="{4AFC6435-183B-414E-8B23-9D5D059ECDA7}" srcOrd="0" destOrd="0" presId="urn:microsoft.com/office/officeart/2005/8/layout/hList1"/>
    <dgm:cxn modelId="{ECBD71AE-2160-A240-A315-3644D22B6D7B}" type="presOf" srcId="{467850BE-CBE6-4866-AF01-0904B02F75B7}" destId="{E2914F13-8EB2-8240-9E0E-CB66F269BA85}" srcOrd="0" destOrd="0" presId="urn:microsoft.com/office/officeart/2005/8/layout/hList1"/>
    <dgm:cxn modelId="{C245DBB9-BD61-FA46-B787-9661A708EC8A}" type="presOf" srcId="{192968B7-3700-4411-A4EA-39BFAEBAB937}" destId="{4AFC6435-183B-414E-8B23-9D5D059ECDA7}" srcOrd="0" destOrd="1" presId="urn:microsoft.com/office/officeart/2005/8/layout/hList1"/>
    <dgm:cxn modelId="{DB421EC6-2AC8-4660-A9BD-F2F894FF284B}" srcId="{D412B016-F848-4CBD-8E2E-E44C9EF4C1FF}" destId="{3A9C5BDA-E598-40F3-B452-940F204137DA}" srcOrd="1" destOrd="0" parTransId="{F52BDD6C-0A85-44B0-A0AC-70250DF01C7F}" sibTransId="{2A3E192D-5C03-41A6-A372-35B01293EBAA}"/>
    <dgm:cxn modelId="{2E2D31D2-86DF-4284-B088-9FE7B91948CC}" srcId="{871BAE07-4A2B-4FE3-BCBE-865CB924A48C}" destId="{467850BE-CBE6-4866-AF01-0904B02F75B7}" srcOrd="0" destOrd="0" parTransId="{B552CB69-1B8A-4BA1-8FC4-ADCAD5B7F954}" sibTransId="{4394C024-15AC-4AA2-80FA-1EFEE518D93F}"/>
    <dgm:cxn modelId="{206849E4-BB5C-4243-BC90-8ABC19F2A04D}" srcId="{13498F1F-A294-4B79-8F30-B4B9DB72A3D8}" destId="{8F4590B0-5E50-44F4-BDED-72D2FDF3CFAB}" srcOrd="2" destOrd="0" parTransId="{B0F13126-5B74-4A3E-ACFD-A30CEF9CF11B}" sibTransId="{AA94C56D-13CF-49BD-9B68-FA47AC153FF3}"/>
    <dgm:cxn modelId="{E0718EF6-DF5A-C243-9582-AC85195FDA87}" type="presOf" srcId="{E1577272-476F-4846-8D00-E2F49D2C8703}" destId="{2410AB2D-6645-AE4D-9C6A-1C3B9842A269}" srcOrd="0" destOrd="1" presId="urn:microsoft.com/office/officeart/2005/8/layout/hList1"/>
    <dgm:cxn modelId="{6859CFFF-5EB7-0F4D-B26E-116A23641895}" type="presOf" srcId="{4ED414C3-8555-48C3-A597-F63FC69FD1E4}" destId="{ABB9E47D-35C5-394C-A475-1C943D89710C}" srcOrd="0" destOrd="2" presId="urn:microsoft.com/office/officeart/2005/8/layout/hList1"/>
    <dgm:cxn modelId="{B8E45CEF-DE0C-7140-B0A8-C220C46DFE86}" type="presParOf" srcId="{0C509DC7-AE15-7E48-B239-5B6D8F6B5FC3}" destId="{A044D600-7BEA-1A42-9204-3884090FB436}" srcOrd="0" destOrd="0" presId="urn:microsoft.com/office/officeart/2005/8/layout/hList1"/>
    <dgm:cxn modelId="{B74D582D-BAB7-9945-9ECD-C78589C44EEF}" type="presParOf" srcId="{A044D600-7BEA-1A42-9204-3884090FB436}" destId="{E2914F13-8EB2-8240-9E0E-CB66F269BA85}" srcOrd="0" destOrd="0" presId="urn:microsoft.com/office/officeart/2005/8/layout/hList1"/>
    <dgm:cxn modelId="{354621D6-5DBD-DB4E-9433-F7016112AFB8}" type="presParOf" srcId="{A044D600-7BEA-1A42-9204-3884090FB436}" destId="{4AFC6435-183B-414E-8B23-9D5D059ECDA7}" srcOrd="1" destOrd="0" presId="urn:microsoft.com/office/officeart/2005/8/layout/hList1"/>
    <dgm:cxn modelId="{B00F737C-4540-5A46-815D-18AA330DD545}" type="presParOf" srcId="{0C509DC7-AE15-7E48-B239-5B6D8F6B5FC3}" destId="{9F88C081-2EA6-0542-BFD0-01562C7D0BE2}" srcOrd="1" destOrd="0" presId="urn:microsoft.com/office/officeart/2005/8/layout/hList1"/>
    <dgm:cxn modelId="{3D3CDADE-9BCA-6F46-8A30-079545DA34A1}" type="presParOf" srcId="{0C509DC7-AE15-7E48-B239-5B6D8F6B5FC3}" destId="{A264E058-268E-264F-A048-8715836270B4}" srcOrd="2" destOrd="0" presId="urn:microsoft.com/office/officeart/2005/8/layout/hList1"/>
    <dgm:cxn modelId="{0CA056F1-8E7A-1A46-BEAE-D3D19AB9E350}" type="presParOf" srcId="{A264E058-268E-264F-A048-8715836270B4}" destId="{665BC521-92CE-2E4F-9198-1212AFA1E257}" srcOrd="0" destOrd="0" presId="urn:microsoft.com/office/officeart/2005/8/layout/hList1"/>
    <dgm:cxn modelId="{A6E00BF7-5F9B-B14C-B211-B7FC94232F22}" type="presParOf" srcId="{A264E058-268E-264F-A048-8715836270B4}" destId="{ABB9E47D-35C5-394C-A475-1C943D89710C}" srcOrd="1" destOrd="0" presId="urn:microsoft.com/office/officeart/2005/8/layout/hList1"/>
    <dgm:cxn modelId="{F2A76DEE-17A1-8C46-B124-5C4C0D3DD903}" type="presParOf" srcId="{0C509DC7-AE15-7E48-B239-5B6D8F6B5FC3}" destId="{9B2369AA-1243-034E-9932-A50CB436E8A9}" srcOrd="3" destOrd="0" presId="urn:microsoft.com/office/officeart/2005/8/layout/hList1"/>
    <dgm:cxn modelId="{FC17AEE0-E0A1-9E49-A915-494D243C79A3}" type="presParOf" srcId="{0C509DC7-AE15-7E48-B239-5B6D8F6B5FC3}" destId="{3F3DFC7B-762E-F843-801F-A2556542F47B}" srcOrd="4" destOrd="0" presId="urn:microsoft.com/office/officeart/2005/8/layout/hList1"/>
    <dgm:cxn modelId="{7A0E1C93-3856-174C-819F-15EC5F1F7A95}" type="presParOf" srcId="{3F3DFC7B-762E-F843-801F-A2556542F47B}" destId="{DA23E1B1-C405-6648-8563-EDAC75FAA685}" srcOrd="0" destOrd="0" presId="urn:microsoft.com/office/officeart/2005/8/layout/hList1"/>
    <dgm:cxn modelId="{CF2D5A22-B647-744F-9363-8CC3060EFA10}" type="presParOf" srcId="{3F3DFC7B-762E-F843-801F-A2556542F47B}" destId="{2410AB2D-6645-AE4D-9C6A-1C3B9842A269}"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265A388F-7110-4A4F-8CC3-6B3AF7C7F19B}"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4BEE4312-86E7-4704-B9EC-E56499ABAEB2}">
      <dgm:prSet phldrT="[Text]" custT="1"/>
      <dgm:spPr/>
      <dgm:t>
        <a:bodyPr/>
        <a:lstStyle/>
        <a:p>
          <a:r>
            <a:rPr lang="en-US" sz="1450" dirty="0"/>
            <a:t>Disaster Recovery Plan (BRP)</a:t>
          </a:r>
        </a:p>
      </dgm:t>
    </dgm:pt>
    <dgm:pt modelId="{7689F2AE-8DD3-46B8-9E27-8903641CC876}" type="parTrans" cxnId="{922A0055-A4DC-4352-B94A-63E8400E7209}">
      <dgm:prSet/>
      <dgm:spPr/>
      <dgm:t>
        <a:bodyPr/>
        <a:lstStyle/>
        <a:p>
          <a:endParaRPr lang="en-US" sz="1450"/>
        </a:p>
      </dgm:t>
    </dgm:pt>
    <dgm:pt modelId="{0E56CAB1-9B56-4B92-84EC-35529B11BBC3}" type="sibTrans" cxnId="{922A0055-A4DC-4352-B94A-63E8400E7209}">
      <dgm:prSet/>
      <dgm:spPr/>
      <dgm:t>
        <a:bodyPr/>
        <a:lstStyle/>
        <a:p>
          <a:endParaRPr lang="en-US" sz="1450"/>
        </a:p>
      </dgm:t>
    </dgm:pt>
    <dgm:pt modelId="{11A1F60E-A944-4F67-A02A-01CF3270607E}">
      <dgm:prSet phldrT="[Text]" custT="1"/>
      <dgm:spPr/>
      <dgm:t>
        <a:bodyPr/>
        <a:lstStyle/>
        <a:p>
          <a:r>
            <a:rPr lang="en-US" sz="1450" dirty="0"/>
            <a:t>Tabletop Exercises </a:t>
          </a:r>
        </a:p>
      </dgm:t>
    </dgm:pt>
    <dgm:pt modelId="{072BCCDA-D5EF-49E0-8B7D-52843D6A6B11}" type="parTrans" cxnId="{29DB8F9C-2199-4BA4-9A59-DDD9DFB4CC2C}">
      <dgm:prSet/>
      <dgm:spPr/>
      <dgm:t>
        <a:bodyPr/>
        <a:lstStyle/>
        <a:p>
          <a:endParaRPr lang="en-US" sz="1450"/>
        </a:p>
      </dgm:t>
    </dgm:pt>
    <dgm:pt modelId="{DF8F3F52-8E8B-4FD9-96FD-11B68C5C2A21}" type="sibTrans" cxnId="{29DB8F9C-2199-4BA4-9A59-DDD9DFB4CC2C}">
      <dgm:prSet/>
      <dgm:spPr/>
      <dgm:t>
        <a:bodyPr/>
        <a:lstStyle/>
        <a:p>
          <a:endParaRPr lang="en-US" sz="1450"/>
        </a:p>
      </dgm:t>
    </dgm:pt>
    <dgm:pt modelId="{6C63571A-0625-45FE-861F-729120ACD37C}">
      <dgm:prSet phldrT="[Text]" custT="1"/>
      <dgm:spPr/>
      <dgm:t>
        <a:bodyPr/>
        <a:lstStyle/>
        <a:p>
          <a:r>
            <a:rPr lang="en-US" sz="1450" dirty="0"/>
            <a:t>Validation Tests </a:t>
          </a:r>
        </a:p>
      </dgm:t>
    </dgm:pt>
    <dgm:pt modelId="{24688452-91DA-45AF-B2B1-9FCE09DA9856}" type="parTrans" cxnId="{BDA54DD5-BBE1-4D1D-9D9D-02FE80B773AC}">
      <dgm:prSet/>
      <dgm:spPr/>
      <dgm:t>
        <a:bodyPr/>
        <a:lstStyle/>
        <a:p>
          <a:endParaRPr lang="en-US" sz="1450"/>
        </a:p>
      </dgm:t>
    </dgm:pt>
    <dgm:pt modelId="{158374D3-A829-45CD-B079-9F43A37C5E5C}" type="sibTrans" cxnId="{BDA54DD5-BBE1-4D1D-9D9D-02FE80B773AC}">
      <dgm:prSet/>
      <dgm:spPr/>
      <dgm:t>
        <a:bodyPr/>
        <a:lstStyle/>
        <a:p>
          <a:endParaRPr lang="en-US" sz="1450"/>
        </a:p>
      </dgm:t>
    </dgm:pt>
    <dgm:pt modelId="{04DC5137-5A65-4DF8-8C97-BDEB8087063B}">
      <dgm:prSet phldrT="[Text]" custT="1"/>
      <dgm:spPr/>
      <dgm:t>
        <a:bodyPr/>
        <a:lstStyle/>
        <a:p>
          <a:r>
            <a:rPr lang="en-US" sz="1450" dirty="0"/>
            <a:t>Business Continuity Plan (BCP)</a:t>
          </a:r>
        </a:p>
      </dgm:t>
    </dgm:pt>
    <dgm:pt modelId="{B80B1B11-0628-4894-9307-1D20210B1DBA}" type="parTrans" cxnId="{8992EAE8-45B2-4C35-BC78-D304BEF32478}">
      <dgm:prSet/>
      <dgm:spPr/>
      <dgm:t>
        <a:bodyPr/>
        <a:lstStyle/>
        <a:p>
          <a:endParaRPr lang="en-US" sz="1450"/>
        </a:p>
      </dgm:t>
    </dgm:pt>
    <dgm:pt modelId="{9ABE0C0F-797E-40AB-B6F9-927021BD7FD1}" type="sibTrans" cxnId="{8992EAE8-45B2-4C35-BC78-D304BEF32478}">
      <dgm:prSet/>
      <dgm:spPr/>
      <dgm:t>
        <a:bodyPr/>
        <a:lstStyle/>
        <a:p>
          <a:endParaRPr lang="en-US" sz="1450"/>
        </a:p>
      </dgm:t>
    </dgm:pt>
    <dgm:pt modelId="{4704C791-2462-4B6A-8D6D-0241C0589BCB}">
      <dgm:prSet phldrT="[Text]" custT="1"/>
      <dgm:spPr>
        <a:solidFill>
          <a:schemeClr val="bg1">
            <a:lumMod val="95000"/>
            <a:alpha val="90000"/>
          </a:schemeClr>
        </a:solidFill>
        <a:ln w="9525">
          <a:solidFill>
            <a:schemeClr val="bg1">
              <a:lumMod val="85000"/>
              <a:alpha val="90000"/>
            </a:schemeClr>
          </a:solidFill>
        </a:ln>
      </dgm:spPr>
      <dgm:t>
        <a:bodyPr/>
        <a:lstStyle/>
        <a:p>
          <a:r>
            <a:rPr lang="en-US" sz="1450" dirty="0">
              <a:solidFill>
                <a:srgbClr val="20282F"/>
              </a:solidFill>
            </a:rPr>
            <a:t>Guidelines and procedures</a:t>
          </a:r>
        </a:p>
      </dgm:t>
    </dgm:pt>
    <dgm:pt modelId="{31830C36-3851-4E19-AD16-E60F378BE04E}" type="parTrans" cxnId="{B37470FB-7DD6-4EA6-89B2-6CD20AF1A73F}">
      <dgm:prSet/>
      <dgm:spPr/>
      <dgm:t>
        <a:bodyPr/>
        <a:lstStyle/>
        <a:p>
          <a:endParaRPr lang="en-US" sz="1450"/>
        </a:p>
      </dgm:t>
    </dgm:pt>
    <dgm:pt modelId="{EE6EA877-7C1D-49E8-B650-8B5B2D1062E5}" type="sibTrans" cxnId="{B37470FB-7DD6-4EA6-89B2-6CD20AF1A73F}">
      <dgm:prSet/>
      <dgm:spPr/>
      <dgm:t>
        <a:bodyPr/>
        <a:lstStyle/>
        <a:p>
          <a:endParaRPr lang="en-US" sz="1450"/>
        </a:p>
      </dgm:t>
    </dgm:pt>
    <dgm:pt modelId="{ADA00F49-7099-4C83-A336-CD4172F2A327}">
      <dgm:prSet phldrT="[Text]" custT="1"/>
      <dgm:spPr>
        <a:solidFill>
          <a:schemeClr val="bg1">
            <a:lumMod val="95000"/>
            <a:alpha val="90000"/>
          </a:schemeClr>
        </a:solidFill>
        <a:ln w="9525">
          <a:solidFill>
            <a:schemeClr val="bg1">
              <a:lumMod val="85000"/>
              <a:alpha val="90000"/>
            </a:schemeClr>
          </a:solidFill>
        </a:ln>
      </dgm:spPr>
      <dgm:t>
        <a:bodyPr/>
        <a:lstStyle/>
        <a:p>
          <a:r>
            <a:rPr lang="en-US" sz="1450" dirty="0">
              <a:solidFill>
                <a:srgbClr val="20282F"/>
              </a:solidFill>
            </a:rPr>
            <a:t>Preparation and prevention</a:t>
          </a:r>
        </a:p>
      </dgm:t>
    </dgm:pt>
    <dgm:pt modelId="{35537488-429D-4542-8138-0B757A67E96C}" type="parTrans" cxnId="{3EDABFD6-D294-4B96-B724-62319E63B953}">
      <dgm:prSet/>
      <dgm:spPr/>
      <dgm:t>
        <a:bodyPr/>
        <a:lstStyle/>
        <a:p>
          <a:endParaRPr lang="en-US" sz="1450"/>
        </a:p>
      </dgm:t>
    </dgm:pt>
    <dgm:pt modelId="{749A1D19-67DF-4EAF-AC2D-18FB4C8D4B18}" type="sibTrans" cxnId="{3EDABFD6-D294-4B96-B724-62319E63B953}">
      <dgm:prSet/>
      <dgm:spPr/>
      <dgm:t>
        <a:bodyPr/>
        <a:lstStyle/>
        <a:p>
          <a:endParaRPr lang="en-US" sz="1450"/>
        </a:p>
      </dgm:t>
    </dgm:pt>
    <dgm:pt modelId="{44FD99E6-8A6E-461E-AC9E-3B103E93BC49}">
      <dgm:prSet phldrT="[Text]" custT="1"/>
      <dgm:spPr>
        <a:solidFill>
          <a:schemeClr val="bg1">
            <a:lumMod val="95000"/>
            <a:alpha val="90000"/>
          </a:schemeClr>
        </a:solidFill>
        <a:ln w="9525">
          <a:solidFill>
            <a:schemeClr val="bg1">
              <a:lumMod val="85000"/>
              <a:alpha val="90000"/>
            </a:schemeClr>
          </a:solidFill>
        </a:ln>
      </dgm:spPr>
      <dgm:t>
        <a:bodyPr/>
        <a:lstStyle/>
        <a:p>
          <a:r>
            <a:rPr lang="en-US" sz="1450" dirty="0">
              <a:solidFill>
                <a:srgbClr val="20282F"/>
              </a:solidFill>
            </a:rPr>
            <a:t>Simulation </a:t>
          </a:r>
        </a:p>
      </dgm:t>
    </dgm:pt>
    <dgm:pt modelId="{A1ADDDCB-B26F-4AC8-A4DF-A968F697534A}" type="parTrans" cxnId="{7FCF4ED3-97CE-476D-8804-270D102F2AA0}">
      <dgm:prSet/>
      <dgm:spPr/>
      <dgm:t>
        <a:bodyPr/>
        <a:lstStyle/>
        <a:p>
          <a:endParaRPr lang="en-US" sz="1450"/>
        </a:p>
      </dgm:t>
    </dgm:pt>
    <dgm:pt modelId="{C54726B7-8DCE-4211-B8F2-9787D6375DFD}" type="sibTrans" cxnId="{7FCF4ED3-97CE-476D-8804-270D102F2AA0}">
      <dgm:prSet/>
      <dgm:spPr/>
      <dgm:t>
        <a:bodyPr/>
        <a:lstStyle/>
        <a:p>
          <a:endParaRPr lang="en-US" sz="1450"/>
        </a:p>
      </dgm:t>
    </dgm:pt>
    <dgm:pt modelId="{910B9D58-3D38-49B1-B2FC-3F76E68EB762}">
      <dgm:prSet phldrT="[Text]" custT="1"/>
      <dgm:spPr>
        <a:solidFill>
          <a:schemeClr val="bg1">
            <a:lumMod val="95000"/>
            <a:alpha val="90000"/>
          </a:schemeClr>
        </a:solidFill>
        <a:ln w="9525">
          <a:solidFill>
            <a:schemeClr val="bg1">
              <a:lumMod val="85000"/>
              <a:alpha val="90000"/>
            </a:schemeClr>
          </a:solidFill>
        </a:ln>
      </dgm:spPr>
      <dgm:t>
        <a:bodyPr/>
        <a:lstStyle/>
        <a:p>
          <a:r>
            <a:rPr lang="en-US" sz="1450" dirty="0">
              <a:solidFill>
                <a:srgbClr val="20282F"/>
              </a:solidFill>
            </a:rPr>
            <a:t>Constrictive learning</a:t>
          </a:r>
        </a:p>
      </dgm:t>
    </dgm:pt>
    <dgm:pt modelId="{12E03843-AAE8-4B9E-A7E4-CD32D8744DD2}" type="parTrans" cxnId="{70938B83-53F5-4B06-85B0-248F587DCB27}">
      <dgm:prSet/>
      <dgm:spPr/>
      <dgm:t>
        <a:bodyPr/>
        <a:lstStyle/>
        <a:p>
          <a:endParaRPr lang="en-US" sz="1450"/>
        </a:p>
      </dgm:t>
    </dgm:pt>
    <dgm:pt modelId="{DB1CD753-B8BD-485C-AF6D-561369C350AE}" type="sibTrans" cxnId="{70938B83-53F5-4B06-85B0-248F587DCB27}">
      <dgm:prSet/>
      <dgm:spPr/>
      <dgm:t>
        <a:bodyPr/>
        <a:lstStyle/>
        <a:p>
          <a:endParaRPr lang="en-US" sz="1450"/>
        </a:p>
      </dgm:t>
    </dgm:pt>
    <dgm:pt modelId="{F2CA276A-C383-4F93-8689-E95DA9530B9A}">
      <dgm:prSet phldrT="[Text]" custT="1"/>
      <dgm:spPr>
        <a:solidFill>
          <a:schemeClr val="bg1">
            <a:lumMod val="95000"/>
            <a:alpha val="90000"/>
          </a:schemeClr>
        </a:solidFill>
        <a:ln w="9525">
          <a:solidFill>
            <a:schemeClr val="bg1">
              <a:lumMod val="85000"/>
              <a:alpha val="90000"/>
            </a:schemeClr>
          </a:solidFill>
        </a:ln>
      </dgm:spPr>
      <dgm:t>
        <a:bodyPr/>
        <a:lstStyle/>
        <a:p>
          <a:r>
            <a:rPr lang="en-US" sz="1450" dirty="0">
              <a:solidFill>
                <a:srgbClr val="20282F"/>
              </a:solidFill>
            </a:rPr>
            <a:t>Functional testing</a:t>
          </a:r>
        </a:p>
      </dgm:t>
    </dgm:pt>
    <dgm:pt modelId="{04A33822-D80B-457D-A896-506ADDB63AD2}" type="parTrans" cxnId="{B74E19EF-1934-4F04-B6D7-FFD7D4F34C5E}">
      <dgm:prSet/>
      <dgm:spPr/>
      <dgm:t>
        <a:bodyPr/>
        <a:lstStyle/>
        <a:p>
          <a:endParaRPr lang="en-US" sz="1450"/>
        </a:p>
      </dgm:t>
    </dgm:pt>
    <dgm:pt modelId="{534D188C-6A9F-46DE-9C60-3F00A19D1F22}" type="sibTrans" cxnId="{B74E19EF-1934-4F04-B6D7-FFD7D4F34C5E}">
      <dgm:prSet/>
      <dgm:spPr/>
      <dgm:t>
        <a:bodyPr/>
        <a:lstStyle/>
        <a:p>
          <a:endParaRPr lang="en-US" sz="1450"/>
        </a:p>
      </dgm:t>
    </dgm:pt>
    <dgm:pt modelId="{4295B3DE-64A6-4E3F-8529-67756E53D5EF}">
      <dgm:prSet phldrT="[Text]" custT="1"/>
      <dgm:spPr>
        <a:solidFill>
          <a:schemeClr val="bg1">
            <a:lumMod val="95000"/>
            <a:alpha val="90000"/>
          </a:schemeClr>
        </a:solidFill>
        <a:ln w="9525">
          <a:solidFill>
            <a:schemeClr val="bg1">
              <a:lumMod val="85000"/>
              <a:alpha val="90000"/>
            </a:schemeClr>
          </a:solidFill>
        </a:ln>
      </dgm:spPr>
      <dgm:t>
        <a:bodyPr/>
        <a:lstStyle/>
        <a:p>
          <a:r>
            <a:rPr lang="en-US" sz="1450" dirty="0">
              <a:solidFill>
                <a:srgbClr val="20282F"/>
              </a:solidFill>
            </a:rPr>
            <a:t>Scenario testing</a:t>
          </a:r>
        </a:p>
      </dgm:t>
    </dgm:pt>
    <dgm:pt modelId="{A694657E-150D-439B-A789-9B433E3CA9A8}" type="parTrans" cxnId="{85C79CE1-89BB-4250-B64B-5FE7C884EF68}">
      <dgm:prSet/>
      <dgm:spPr/>
      <dgm:t>
        <a:bodyPr/>
        <a:lstStyle/>
        <a:p>
          <a:endParaRPr lang="en-US" sz="1450"/>
        </a:p>
      </dgm:t>
    </dgm:pt>
    <dgm:pt modelId="{3074649C-8733-4D4F-BFBA-36EDF603A4D5}" type="sibTrans" cxnId="{85C79CE1-89BB-4250-B64B-5FE7C884EF68}">
      <dgm:prSet/>
      <dgm:spPr/>
      <dgm:t>
        <a:bodyPr/>
        <a:lstStyle/>
        <a:p>
          <a:endParaRPr lang="en-US" sz="1450"/>
        </a:p>
      </dgm:t>
    </dgm:pt>
    <dgm:pt modelId="{26E3CE15-9A8A-4BD9-9BA6-FF49B25D2219}">
      <dgm:prSet phldrT="[Text]" custT="1"/>
      <dgm:spPr>
        <a:solidFill>
          <a:schemeClr val="bg1">
            <a:lumMod val="95000"/>
            <a:alpha val="90000"/>
          </a:schemeClr>
        </a:solidFill>
        <a:ln w="9525">
          <a:solidFill>
            <a:schemeClr val="bg1">
              <a:lumMod val="85000"/>
              <a:alpha val="90000"/>
            </a:schemeClr>
          </a:solidFill>
        </a:ln>
      </dgm:spPr>
      <dgm:t>
        <a:bodyPr/>
        <a:lstStyle/>
        <a:p>
          <a:r>
            <a:rPr lang="en-US" sz="1450" dirty="0">
              <a:solidFill>
                <a:srgbClr val="20282F"/>
              </a:solidFill>
            </a:rPr>
            <a:t>Full-scale testing</a:t>
          </a:r>
        </a:p>
      </dgm:t>
    </dgm:pt>
    <dgm:pt modelId="{C2B874A0-7B49-4665-9FC8-8B7F029E0E99}" type="parTrans" cxnId="{10001F33-ECC9-438A-8F90-637DFD446DAA}">
      <dgm:prSet/>
      <dgm:spPr/>
      <dgm:t>
        <a:bodyPr/>
        <a:lstStyle/>
        <a:p>
          <a:endParaRPr lang="en-US" sz="1450"/>
        </a:p>
      </dgm:t>
    </dgm:pt>
    <dgm:pt modelId="{2AD1EA1B-C799-4398-9F72-F1E4525D22E7}" type="sibTrans" cxnId="{10001F33-ECC9-438A-8F90-637DFD446DAA}">
      <dgm:prSet/>
      <dgm:spPr/>
      <dgm:t>
        <a:bodyPr/>
        <a:lstStyle/>
        <a:p>
          <a:endParaRPr lang="en-US" sz="1450"/>
        </a:p>
      </dgm:t>
    </dgm:pt>
    <dgm:pt modelId="{FAD164FC-2565-4F59-A9E1-0C47B62C4986}">
      <dgm:prSet phldrT="[Text]" custT="1"/>
      <dgm:spPr>
        <a:solidFill>
          <a:schemeClr val="bg1">
            <a:lumMod val="95000"/>
            <a:alpha val="90000"/>
          </a:schemeClr>
        </a:solidFill>
        <a:ln w="9525">
          <a:solidFill>
            <a:schemeClr val="bg1">
              <a:lumMod val="85000"/>
              <a:alpha val="90000"/>
            </a:schemeClr>
          </a:solidFill>
        </a:ln>
      </dgm:spPr>
      <dgm:t>
        <a:bodyPr/>
        <a:lstStyle/>
        <a:p>
          <a:r>
            <a:rPr lang="en-US" sz="1450" dirty="0">
              <a:solidFill>
                <a:srgbClr val="20282F"/>
              </a:solidFill>
            </a:rPr>
            <a:t>BCP team </a:t>
          </a:r>
        </a:p>
      </dgm:t>
    </dgm:pt>
    <dgm:pt modelId="{214109BA-1B5D-4C97-B408-9A9A82558B4F}" type="parTrans" cxnId="{5C1FA3F9-093E-46BB-9575-429E3B794FC7}">
      <dgm:prSet/>
      <dgm:spPr/>
      <dgm:t>
        <a:bodyPr/>
        <a:lstStyle/>
        <a:p>
          <a:endParaRPr lang="en-US" sz="1450"/>
        </a:p>
      </dgm:t>
    </dgm:pt>
    <dgm:pt modelId="{EA35CB70-7D61-4127-B61A-2B789A502EF9}" type="sibTrans" cxnId="{5C1FA3F9-093E-46BB-9575-429E3B794FC7}">
      <dgm:prSet/>
      <dgm:spPr/>
      <dgm:t>
        <a:bodyPr/>
        <a:lstStyle/>
        <a:p>
          <a:endParaRPr lang="en-US" sz="1450"/>
        </a:p>
      </dgm:t>
    </dgm:pt>
    <dgm:pt modelId="{E8E65B74-41A0-48A2-B0F3-5D24DCDB2BF0}">
      <dgm:prSet phldrT="[Text]" custT="1"/>
      <dgm:spPr>
        <a:solidFill>
          <a:schemeClr val="bg1">
            <a:lumMod val="95000"/>
            <a:alpha val="90000"/>
          </a:schemeClr>
        </a:solidFill>
        <a:ln w="9525">
          <a:solidFill>
            <a:schemeClr val="bg1">
              <a:lumMod val="85000"/>
              <a:alpha val="90000"/>
            </a:schemeClr>
          </a:solidFill>
        </a:ln>
      </dgm:spPr>
      <dgm:t>
        <a:bodyPr/>
        <a:lstStyle/>
        <a:p>
          <a:r>
            <a:rPr lang="en-US" sz="1450" dirty="0">
              <a:solidFill>
                <a:srgbClr val="20282F"/>
              </a:solidFill>
            </a:rPr>
            <a:t>Business impact analysis (BIA)</a:t>
          </a:r>
        </a:p>
      </dgm:t>
    </dgm:pt>
    <dgm:pt modelId="{2F9324D8-A0B3-49C9-B621-EA359B4551F3}" type="parTrans" cxnId="{8C59087C-10BE-45A2-BD42-38DE2C7F1359}">
      <dgm:prSet/>
      <dgm:spPr/>
      <dgm:t>
        <a:bodyPr/>
        <a:lstStyle/>
        <a:p>
          <a:endParaRPr lang="en-US" sz="1450"/>
        </a:p>
      </dgm:t>
    </dgm:pt>
    <dgm:pt modelId="{C4D48B1D-FF34-4C3B-8119-1A0537C0D73E}" type="sibTrans" cxnId="{8C59087C-10BE-45A2-BD42-38DE2C7F1359}">
      <dgm:prSet/>
      <dgm:spPr/>
      <dgm:t>
        <a:bodyPr/>
        <a:lstStyle/>
        <a:p>
          <a:endParaRPr lang="en-US" sz="1450"/>
        </a:p>
      </dgm:t>
    </dgm:pt>
    <dgm:pt modelId="{39C8E09A-A155-48F1-882F-78C26A7F0231}">
      <dgm:prSet phldrT="[Text]" custT="1"/>
      <dgm:spPr>
        <a:solidFill>
          <a:schemeClr val="bg1">
            <a:lumMod val="95000"/>
            <a:alpha val="90000"/>
          </a:schemeClr>
        </a:solidFill>
        <a:ln w="9525">
          <a:solidFill>
            <a:schemeClr val="bg1">
              <a:lumMod val="85000"/>
              <a:alpha val="90000"/>
            </a:schemeClr>
          </a:solidFill>
        </a:ln>
      </dgm:spPr>
      <dgm:t>
        <a:bodyPr/>
        <a:lstStyle/>
        <a:p>
          <a:r>
            <a:rPr lang="en-US" sz="1450" dirty="0">
              <a:solidFill>
                <a:srgbClr val="20282F"/>
              </a:solidFill>
            </a:rPr>
            <a:t>Crisis communication plan</a:t>
          </a:r>
        </a:p>
      </dgm:t>
    </dgm:pt>
    <dgm:pt modelId="{19B66E77-09EF-4E01-BE06-292ADEE7CD92}" type="parTrans" cxnId="{69C92879-02B5-4E42-8DCD-0E27D3953F02}">
      <dgm:prSet/>
      <dgm:spPr/>
      <dgm:t>
        <a:bodyPr/>
        <a:lstStyle/>
        <a:p>
          <a:endParaRPr lang="en-US" sz="1450"/>
        </a:p>
      </dgm:t>
    </dgm:pt>
    <dgm:pt modelId="{136E6A18-2DF8-442A-BBEB-DD1660B92CB5}" type="sibTrans" cxnId="{69C92879-02B5-4E42-8DCD-0E27D3953F02}">
      <dgm:prSet/>
      <dgm:spPr/>
      <dgm:t>
        <a:bodyPr/>
        <a:lstStyle/>
        <a:p>
          <a:endParaRPr lang="en-US" sz="1450"/>
        </a:p>
      </dgm:t>
    </dgm:pt>
    <dgm:pt modelId="{79466A5F-5573-F641-BCDF-057D5F3A38DE}" type="pres">
      <dgm:prSet presAssocID="{265A388F-7110-4A4F-8CC3-6B3AF7C7F19B}" presName="Name0" presStyleCnt="0">
        <dgm:presLayoutVars>
          <dgm:dir/>
          <dgm:animLvl val="lvl"/>
          <dgm:resizeHandles val="exact"/>
        </dgm:presLayoutVars>
      </dgm:prSet>
      <dgm:spPr/>
    </dgm:pt>
    <dgm:pt modelId="{A1CED229-2C39-4346-97B1-46B348E647A1}" type="pres">
      <dgm:prSet presAssocID="{4BEE4312-86E7-4704-B9EC-E56499ABAEB2}" presName="composite" presStyleCnt="0"/>
      <dgm:spPr/>
    </dgm:pt>
    <dgm:pt modelId="{60108AEB-108E-0E44-8BCC-01E6A6ACECDE}" type="pres">
      <dgm:prSet presAssocID="{4BEE4312-86E7-4704-B9EC-E56499ABAEB2}" presName="parTx" presStyleLbl="alignNode1" presStyleIdx="0" presStyleCnt="4">
        <dgm:presLayoutVars>
          <dgm:chMax val="0"/>
          <dgm:chPref val="0"/>
          <dgm:bulletEnabled val="1"/>
        </dgm:presLayoutVars>
      </dgm:prSet>
      <dgm:spPr/>
    </dgm:pt>
    <dgm:pt modelId="{4BE87653-AEA3-4E49-A6DB-667116FC2A7E}" type="pres">
      <dgm:prSet presAssocID="{4BEE4312-86E7-4704-B9EC-E56499ABAEB2}" presName="desTx" presStyleLbl="alignAccFollowNode1" presStyleIdx="0" presStyleCnt="4">
        <dgm:presLayoutVars>
          <dgm:bulletEnabled val="1"/>
        </dgm:presLayoutVars>
      </dgm:prSet>
      <dgm:spPr/>
    </dgm:pt>
    <dgm:pt modelId="{D140BAEF-69C8-3B42-BD36-F1829AFD366A}" type="pres">
      <dgm:prSet presAssocID="{0E56CAB1-9B56-4B92-84EC-35529B11BBC3}" presName="space" presStyleCnt="0"/>
      <dgm:spPr/>
    </dgm:pt>
    <dgm:pt modelId="{6BE35A04-F9C0-BC46-ABEC-757DF4ECA94C}" type="pres">
      <dgm:prSet presAssocID="{11A1F60E-A944-4F67-A02A-01CF3270607E}" presName="composite" presStyleCnt="0"/>
      <dgm:spPr/>
    </dgm:pt>
    <dgm:pt modelId="{47CF3B4E-C15B-C241-9056-95CF2C5C41C6}" type="pres">
      <dgm:prSet presAssocID="{11A1F60E-A944-4F67-A02A-01CF3270607E}" presName="parTx" presStyleLbl="alignNode1" presStyleIdx="1" presStyleCnt="4">
        <dgm:presLayoutVars>
          <dgm:chMax val="0"/>
          <dgm:chPref val="0"/>
          <dgm:bulletEnabled val="1"/>
        </dgm:presLayoutVars>
      </dgm:prSet>
      <dgm:spPr/>
    </dgm:pt>
    <dgm:pt modelId="{B7E5E6FC-336B-FD48-A565-AADECE511FC7}" type="pres">
      <dgm:prSet presAssocID="{11A1F60E-A944-4F67-A02A-01CF3270607E}" presName="desTx" presStyleLbl="alignAccFollowNode1" presStyleIdx="1" presStyleCnt="4">
        <dgm:presLayoutVars>
          <dgm:bulletEnabled val="1"/>
        </dgm:presLayoutVars>
      </dgm:prSet>
      <dgm:spPr/>
    </dgm:pt>
    <dgm:pt modelId="{206B85D7-062B-3E46-B3F1-59ABFC07C4E1}" type="pres">
      <dgm:prSet presAssocID="{DF8F3F52-8E8B-4FD9-96FD-11B68C5C2A21}" presName="space" presStyleCnt="0"/>
      <dgm:spPr/>
    </dgm:pt>
    <dgm:pt modelId="{EBE9180C-2B90-5D41-96DC-925A873844FE}" type="pres">
      <dgm:prSet presAssocID="{6C63571A-0625-45FE-861F-729120ACD37C}" presName="composite" presStyleCnt="0"/>
      <dgm:spPr/>
    </dgm:pt>
    <dgm:pt modelId="{E885E9D8-04A8-B346-98A3-84B06597F574}" type="pres">
      <dgm:prSet presAssocID="{6C63571A-0625-45FE-861F-729120ACD37C}" presName="parTx" presStyleLbl="alignNode1" presStyleIdx="2" presStyleCnt="4">
        <dgm:presLayoutVars>
          <dgm:chMax val="0"/>
          <dgm:chPref val="0"/>
          <dgm:bulletEnabled val="1"/>
        </dgm:presLayoutVars>
      </dgm:prSet>
      <dgm:spPr/>
    </dgm:pt>
    <dgm:pt modelId="{9448655B-4DC9-B14E-9C30-E9D22ED2102E}" type="pres">
      <dgm:prSet presAssocID="{6C63571A-0625-45FE-861F-729120ACD37C}" presName="desTx" presStyleLbl="alignAccFollowNode1" presStyleIdx="2" presStyleCnt="4">
        <dgm:presLayoutVars>
          <dgm:bulletEnabled val="1"/>
        </dgm:presLayoutVars>
      </dgm:prSet>
      <dgm:spPr/>
    </dgm:pt>
    <dgm:pt modelId="{A3E7CDB8-792F-A942-B733-20B120804E19}" type="pres">
      <dgm:prSet presAssocID="{158374D3-A829-45CD-B079-9F43A37C5E5C}" presName="space" presStyleCnt="0"/>
      <dgm:spPr/>
    </dgm:pt>
    <dgm:pt modelId="{0E006272-F68E-CF43-B013-7E71BA268EEC}" type="pres">
      <dgm:prSet presAssocID="{04DC5137-5A65-4DF8-8C97-BDEB8087063B}" presName="composite" presStyleCnt="0"/>
      <dgm:spPr/>
    </dgm:pt>
    <dgm:pt modelId="{AC075E74-E94D-934C-8D08-85EE39EA57B4}" type="pres">
      <dgm:prSet presAssocID="{04DC5137-5A65-4DF8-8C97-BDEB8087063B}" presName="parTx" presStyleLbl="alignNode1" presStyleIdx="3" presStyleCnt="4">
        <dgm:presLayoutVars>
          <dgm:chMax val="0"/>
          <dgm:chPref val="0"/>
          <dgm:bulletEnabled val="1"/>
        </dgm:presLayoutVars>
      </dgm:prSet>
      <dgm:spPr/>
    </dgm:pt>
    <dgm:pt modelId="{83FB8D87-5DE3-F64A-8C82-B377CF5511A7}" type="pres">
      <dgm:prSet presAssocID="{04DC5137-5A65-4DF8-8C97-BDEB8087063B}" presName="desTx" presStyleLbl="alignAccFollowNode1" presStyleIdx="3" presStyleCnt="4">
        <dgm:presLayoutVars>
          <dgm:bulletEnabled val="1"/>
        </dgm:presLayoutVars>
      </dgm:prSet>
      <dgm:spPr/>
    </dgm:pt>
  </dgm:ptLst>
  <dgm:cxnLst>
    <dgm:cxn modelId="{5005150E-168E-EA47-A5DC-8AC4DE3BBAA3}" type="presOf" srcId="{26E3CE15-9A8A-4BD9-9BA6-FF49B25D2219}" destId="{9448655B-4DC9-B14E-9C30-E9D22ED2102E}" srcOrd="0" destOrd="2" presId="urn:microsoft.com/office/officeart/2005/8/layout/hList1"/>
    <dgm:cxn modelId="{C6449517-7A2D-4644-BCD0-0815595E1166}" type="presOf" srcId="{6C63571A-0625-45FE-861F-729120ACD37C}" destId="{E885E9D8-04A8-B346-98A3-84B06597F574}" srcOrd="0" destOrd="0" presId="urn:microsoft.com/office/officeart/2005/8/layout/hList1"/>
    <dgm:cxn modelId="{10001F33-ECC9-438A-8F90-637DFD446DAA}" srcId="{6C63571A-0625-45FE-861F-729120ACD37C}" destId="{26E3CE15-9A8A-4BD9-9BA6-FF49B25D2219}" srcOrd="2" destOrd="0" parTransId="{C2B874A0-7B49-4665-9FC8-8B7F029E0E99}" sibTransId="{2AD1EA1B-C799-4398-9F72-F1E4525D22E7}"/>
    <dgm:cxn modelId="{5BDAE938-5D8B-0C4A-B294-1EE4F5734061}" type="presOf" srcId="{FAD164FC-2565-4F59-A9E1-0C47B62C4986}" destId="{83FB8D87-5DE3-F64A-8C82-B377CF5511A7}" srcOrd="0" destOrd="0" presId="urn:microsoft.com/office/officeart/2005/8/layout/hList1"/>
    <dgm:cxn modelId="{F6CFF442-CF97-1443-A6D0-56776DB1E15D}" type="presOf" srcId="{44FD99E6-8A6E-461E-AC9E-3B103E93BC49}" destId="{B7E5E6FC-336B-FD48-A565-AADECE511FC7}" srcOrd="0" destOrd="0" presId="urn:microsoft.com/office/officeart/2005/8/layout/hList1"/>
    <dgm:cxn modelId="{A681B668-49D1-184A-ADCC-D68C9334C73F}" type="presOf" srcId="{4704C791-2462-4B6A-8D6D-0241C0589BCB}" destId="{4BE87653-AEA3-4E49-A6DB-667116FC2A7E}" srcOrd="0" destOrd="0" presId="urn:microsoft.com/office/officeart/2005/8/layout/hList1"/>
    <dgm:cxn modelId="{1654904A-3281-D241-B919-C34237D94DD2}" type="presOf" srcId="{E8E65B74-41A0-48A2-B0F3-5D24DCDB2BF0}" destId="{83FB8D87-5DE3-F64A-8C82-B377CF5511A7}" srcOrd="0" destOrd="1" presId="urn:microsoft.com/office/officeart/2005/8/layout/hList1"/>
    <dgm:cxn modelId="{5C651D6E-8704-5A40-906B-64AA86162154}" type="presOf" srcId="{11A1F60E-A944-4F67-A02A-01CF3270607E}" destId="{47CF3B4E-C15B-C241-9056-95CF2C5C41C6}" srcOrd="0" destOrd="0" presId="urn:microsoft.com/office/officeart/2005/8/layout/hList1"/>
    <dgm:cxn modelId="{922A0055-A4DC-4352-B94A-63E8400E7209}" srcId="{265A388F-7110-4A4F-8CC3-6B3AF7C7F19B}" destId="{4BEE4312-86E7-4704-B9EC-E56499ABAEB2}" srcOrd="0" destOrd="0" parTransId="{7689F2AE-8DD3-46B8-9E27-8903641CC876}" sibTransId="{0E56CAB1-9B56-4B92-84EC-35529B11BBC3}"/>
    <dgm:cxn modelId="{69C92879-02B5-4E42-8DCD-0E27D3953F02}" srcId="{04DC5137-5A65-4DF8-8C97-BDEB8087063B}" destId="{39C8E09A-A155-48F1-882F-78C26A7F0231}" srcOrd="2" destOrd="0" parTransId="{19B66E77-09EF-4E01-BE06-292ADEE7CD92}" sibTransId="{136E6A18-2DF8-442A-BBEB-DD1660B92CB5}"/>
    <dgm:cxn modelId="{8C59087C-10BE-45A2-BD42-38DE2C7F1359}" srcId="{04DC5137-5A65-4DF8-8C97-BDEB8087063B}" destId="{E8E65B74-41A0-48A2-B0F3-5D24DCDB2BF0}" srcOrd="1" destOrd="0" parTransId="{2F9324D8-A0B3-49C9-B621-EA359B4551F3}" sibTransId="{C4D48B1D-FF34-4C3B-8119-1A0537C0D73E}"/>
    <dgm:cxn modelId="{51D8637E-7903-E044-89F0-99BC5120E49F}" type="presOf" srcId="{04DC5137-5A65-4DF8-8C97-BDEB8087063B}" destId="{AC075E74-E94D-934C-8D08-85EE39EA57B4}" srcOrd="0" destOrd="0" presId="urn:microsoft.com/office/officeart/2005/8/layout/hList1"/>
    <dgm:cxn modelId="{70938B83-53F5-4B06-85B0-248F587DCB27}" srcId="{11A1F60E-A944-4F67-A02A-01CF3270607E}" destId="{910B9D58-3D38-49B1-B2FC-3F76E68EB762}" srcOrd="1" destOrd="0" parTransId="{12E03843-AAE8-4B9E-A7E4-CD32D8744DD2}" sibTransId="{DB1CD753-B8BD-485C-AF6D-561369C350AE}"/>
    <dgm:cxn modelId="{70B69C88-34AD-F745-A76A-B581C0BB3BD4}" type="presOf" srcId="{910B9D58-3D38-49B1-B2FC-3F76E68EB762}" destId="{B7E5E6FC-336B-FD48-A565-AADECE511FC7}" srcOrd="0" destOrd="1" presId="urn:microsoft.com/office/officeart/2005/8/layout/hList1"/>
    <dgm:cxn modelId="{9448278A-A56C-0743-B930-6E9DAD14C687}" type="presOf" srcId="{39C8E09A-A155-48F1-882F-78C26A7F0231}" destId="{83FB8D87-5DE3-F64A-8C82-B377CF5511A7}" srcOrd="0" destOrd="2" presId="urn:microsoft.com/office/officeart/2005/8/layout/hList1"/>
    <dgm:cxn modelId="{E284DA8A-9540-0E45-A638-7D3CD602FD54}" type="presOf" srcId="{265A388F-7110-4A4F-8CC3-6B3AF7C7F19B}" destId="{79466A5F-5573-F641-BCDF-057D5F3A38DE}" srcOrd="0" destOrd="0" presId="urn:microsoft.com/office/officeart/2005/8/layout/hList1"/>
    <dgm:cxn modelId="{29DB8F9C-2199-4BA4-9A59-DDD9DFB4CC2C}" srcId="{265A388F-7110-4A4F-8CC3-6B3AF7C7F19B}" destId="{11A1F60E-A944-4F67-A02A-01CF3270607E}" srcOrd="1" destOrd="0" parTransId="{072BCCDA-D5EF-49E0-8B7D-52843D6A6B11}" sibTransId="{DF8F3F52-8E8B-4FD9-96FD-11B68C5C2A21}"/>
    <dgm:cxn modelId="{CB5720B4-93C3-E546-AFD9-0CB24FDECC29}" type="presOf" srcId="{4295B3DE-64A6-4E3F-8529-67756E53D5EF}" destId="{9448655B-4DC9-B14E-9C30-E9D22ED2102E}" srcOrd="0" destOrd="1" presId="urn:microsoft.com/office/officeart/2005/8/layout/hList1"/>
    <dgm:cxn modelId="{535DEDB8-A375-4C4B-A81C-B642E17F1601}" type="presOf" srcId="{F2CA276A-C383-4F93-8689-E95DA9530B9A}" destId="{9448655B-4DC9-B14E-9C30-E9D22ED2102E}" srcOrd="0" destOrd="0" presId="urn:microsoft.com/office/officeart/2005/8/layout/hList1"/>
    <dgm:cxn modelId="{7FCF4ED3-97CE-476D-8804-270D102F2AA0}" srcId="{11A1F60E-A944-4F67-A02A-01CF3270607E}" destId="{44FD99E6-8A6E-461E-AC9E-3B103E93BC49}" srcOrd="0" destOrd="0" parTransId="{A1ADDDCB-B26F-4AC8-A4DF-A968F697534A}" sibTransId="{C54726B7-8DCE-4211-B8F2-9787D6375DFD}"/>
    <dgm:cxn modelId="{BDA54DD5-BBE1-4D1D-9D9D-02FE80B773AC}" srcId="{265A388F-7110-4A4F-8CC3-6B3AF7C7F19B}" destId="{6C63571A-0625-45FE-861F-729120ACD37C}" srcOrd="2" destOrd="0" parTransId="{24688452-91DA-45AF-B2B1-9FCE09DA9856}" sibTransId="{158374D3-A829-45CD-B079-9F43A37C5E5C}"/>
    <dgm:cxn modelId="{3EDABFD6-D294-4B96-B724-62319E63B953}" srcId="{4BEE4312-86E7-4704-B9EC-E56499ABAEB2}" destId="{ADA00F49-7099-4C83-A336-CD4172F2A327}" srcOrd="1" destOrd="0" parTransId="{35537488-429D-4542-8138-0B757A67E96C}" sibTransId="{749A1D19-67DF-4EAF-AC2D-18FB4C8D4B18}"/>
    <dgm:cxn modelId="{85C79CE1-89BB-4250-B64B-5FE7C884EF68}" srcId="{6C63571A-0625-45FE-861F-729120ACD37C}" destId="{4295B3DE-64A6-4E3F-8529-67756E53D5EF}" srcOrd="1" destOrd="0" parTransId="{A694657E-150D-439B-A789-9B433E3CA9A8}" sibTransId="{3074649C-8733-4D4F-BFBA-36EDF603A4D5}"/>
    <dgm:cxn modelId="{8992EAE8-45B2-4C35-BC78-D304BEF32478}" srcId="{265A388F-7110-4A4F-8CC3-6B3AF7C7F19B}" destId="{04DC5137-5A65-4DF8-8C97-BDEB8087063B}" srcOrd="3" destOrd="0" parTransId="{B80B1B11-0628-4894-9307-1D20210B1DBA}" sibTransId="{9ABE0C0F-797E-40AB-B6F9-927021BD7FD1}"/>
    <dgm:cxn modelId="{A3E718E9-1022-464D-87C3-D1C40C067289}" type="presOf" srcId="{4BEE4312-86E7-4704-B9EC-E56499ABAEB2}" destId="{60108AEB-108E-0E44-8BCC-01E6A6ACECDE}" srcOrd="0" destOrd="0" presId="urn:microsoft.com/office/officeart/2005/8/layout/hList1"/>
    <dgm:cxn modelId="{B74E19EF-1934-4F04-B6D7-FFD7D4F34C5E}" srcId="{6C63571A-0625-45FE-861F-729120ACD37C}" destId="{F2CA276A-C383-4F93-8689-E95DA9530B9A}" srcOrd="0" destOrd="0" parTransId="{04A33822-D80B-457D-A896-506ADDB63AD2}" sibTransId="{534D188C-6A9F-46DE-9C60-3F00A19D1F22}"/>
    <dgm:cxn modelId="{0CEA62F2-40A9-9743-9BDE-6578CF32DD25}" type="presOf" srcId="{ADA00F49-7099-4C83-A336-CD4172F2A327}" destId="{4BE87653-AEA3-4E49-A6DB-667116FC2A7E}" srcOrd="0" destOrd="1" presId="urn:microsoft.com/office/officeart/2005/8/layout/hList1"/>
    <dgm:cxn modelId="{5C1FA3F9-093E-46BB-9575-429E3B794FC7}" srcId="{04DC5137-5A65-4DF8-8C97-BDEB8087063B}" destId="{FAD164FC-2565-4F59-A9E1-0C47B62C4986}" srcOrd="0" destOrd="0" parTransId="{214109BA-1B5D-4C97-B408-9A9A82558B4F}" sibTransId="{EA35CB70-7D61-4127-B61A-2B789A502EF9}"/>
    <dgm:cxn modelId="{B37470FB-7DD6-4EA6-89B2-6CD20AF1A73F}" srcId="{4BEE4312-86E7-4704-B9EC-E56499ABAEB2}" destId="{4704C791-2462-4B6A-8D6D-0241C0589BCB}" srcOrd="0" destOrd="0" parTransId="{31830C36-3851-4E19-AD16-E60F378BE04E}" sibTransId="{EE6EA877-7C1D-49E8-B650-8B5B2D1062E5}"/>
    <dgm:cxn modelId="{70343638-4BFE-E44F-9B86-B4B33B05C557}" type="presParOf" srcId="{79466A5F-5573-F641-BCDF-057D5F3A38DE}" destId="{A1CED229-2C39-4346-97B1-46B348E647A1}" srcOrd="0" destOrd="0" presId="urn:microsoft.com/office/officeart/2005/8/layout/hList1"/>
    <dgm:cxn modelId="{BF5F29BD-CD09-9948-B933-44C9DB617708}" type="presParOf" srcId="{A1CED229-2C39-4346-97B1-46B348E647A1}" destId="{60108AEB-108E-0E44-8BCC-01E6A6ACECDE}" srcOrd="0" destOrd="0" presId="urn:microsoft.com/office/officeart/2005/8/layout/hList1"/>
    <dgm:cxn modelId="{61E9CEDA-3041-7447-8186-6418D2C11EFF}" type="presParOf" srcId="{A1CED229-2C39-4346-97B1-46B348E647A1}" destId="{4BE87653-AEA3-4E49-A6DB-667116FC2A7E}" srcOrd="1" destOrd="0" presId="urn:microsoft.com/office/officeart/2005/8/layout/hList1"/>
    <dgm:cxn modelId="{4B72046B-4D22-D94B-B134-F56B32BF50B9}" type="presParOf" srcId="{79466A5F-5573-F641-BCDF-057D5F3A38DE}" destId="{D140BAEF-69C8-3B42-BD36-F1829AFD366A}" srcOrd="1" destOrd="0" presId="urn:microsoft.com/office/officeart/2005/8/layout/hList1"/>
    <dgm:cxn modelId="{66DE6915-B228-0143-86FF-8F2B4225788A}" type="presParOf" srcId="{79466A5F-5573-F641-BCDF-057D5F3A38DE}" destId="{6BE35A04-F9C0-BC46-ABEC-757DF4ECA94C}" srcOrd="2" destOrd="0" presId="urn:microsoft.com/office/officeart/2005/8/layout/hList1"/>
    <dgm:cxn modelId="{C9998920-DBCE-C04C-9899-7D7EC9523721}" type="presParOf" srcId="{6BE35A04-F9C0-BC46-ABEC-757DF4ECA94C}" destId="{47CF3B4E-C15B-C241-9056-95CF2C5C41C6}" srcOrd="0" destOrd="0" presId="urn:microsoft.com/office/officeart/2005/8/layout/hList1"/>
    <dgm:cxn modelId="{0D487BBC-A56A-434E-9626-66184BE33E33}" type="presParOf" srcId="{6BE35A04-F9C0-BC46-ABEC-757DF4ECA94C}" destId="{B7E5E6FC-336B-FD48-A565-AADECE511FC7}" srcOrd="1" destOrd="0" presId="urn:microsoft.com/office/officeart/2005/8/layout/hList1"/>
    <dgm:cxn modelId="{D83FE30E-637A-304A-B5B6-91884FEC0610}" type="presParOf" srcId="{79466A5F-5573-F641-BCDF-057D5F3A38DE}" destId="{206B85D7-062B-3E46-B3F1-59ABFC07C4E1}" srcOrd="3" destOrd="0" presId="urn:microsoft.com/office/officeart/2005/8/layout/hList1"/>
    <dgm:cxn modelId="{EA30873E-7AEE-794C-945A-653047F9BA63}" type="presParOf" srcId="{79466A5F-5573-F641-BCDF-057D5F3A38DE}" destId="{EBE9180C-2B90-5D41-96DC-925A873844FE}" srcOrd="4" destOrd="0" presId="urn:microsoft.com/office/officeart/2005/8/layout/hList1"/>
    <dgm:cxn modelId="{F8F33F04-2B10-8E4A-B1BE-EA3F79C07D9A}" type="presParOf" srcId="{EBE9180C-2B90-5D41-96DC-925A873844FE}" destId="{E885E9D8-04A8-B346-98A3-84B06597F574}" srcOrd="0" destOrd="0" presId="urn:microsoft.com/office/officeart/2005/8/layout/hList1"/>
    <dgm:cxn modelId="{67D87D22-59AB-9743-91E7-071D53DC9C7C}" type="presParOf" srcId="{EBE9180C-2B90-5D41-96DC-925A873844FE}" destId="{9448655B-4DC9-B14E-9C30-E9D22ED2102E}" srcOrd="1" destOrd="0" presId="urn:microsoft.com/office/officeart/2005/8/layout/hList1"/>
    <dgm:cxn modelId="{351EB7F7-531B-A24A-856C-E99237BC0702}" type="presParOf" srcId="{79466A5F-5573-F641-BCDF-057D5F3A38DE}" destId="{A3E7CDB8-792F-A942-B733-20B120804E19}" srcOrd="5" destOrd="0" presId="urn:microsoft.com/office/officeart/2005/8/layout/hList1"/>
    <dgm:cxn modelId="{ECB014C8-1F70-6B46-915F-84770221D568}" type="presParOf" srcId="{79466A5F-5573-F641-BCDF-057D5F3A38DE}" destId="{0E006272-F68E-CF43-B013-7E71BA268EEC}" srcOrd="6" destOrd="0" presId="urn:microsoft.com/office/officeart/2005/8/layout/hList1"/>
    <dgm:cxn modelId="{934DE9E2-5367-7D40-B0DB-D855F444E87D}" type="presParOf" srcId="{0E006272-F68E-CF43-B013-7E71BA268EEC}" destId="{AC075E74-E94D-934C-8D08-85EE39EA57B4}" srcOrd="0" destOrd="0" presId="urn:microsoft.com/office/officeart/2005/8/layout/hList1"/>
    <dgm:cxn modelId="{4C2DE92B-87A2-DB41-A434-89D755B0B4EA}" type="presParOf" srcId="{0E006272-F68E-CF43-B013-7E71BA268EEC}" destId="{83FB8D87-5DE3-F64A-8C82-B377CF5511A7}"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976CEBE7-120C-4CDE-9E77-98C387D60434}"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08D57C13-3A20-4670-84D7-C6D78E2C2626}">
      <dgm:prSet phldrT="[Text]"/>
      <dgm:spPr/>
      <dgm:t>
        <a:bodyPr/>
        <a:lstStyle/>
        <a:p>
          <a:r>
            <a:rPr lang="en-US" dirty="0"/>
            <a:t>High availability (HA) </a:t>
          </a:r>
        </a:p>
      </dgm:t>
    </dgm:pt>
    <dgm:pt modelId="{0005FA98-1B57-4F12-9E70-B83A4A3B3270}" type="parTrans" cxnId="{337017DA-3C21-4E74-B285-97F3048CC7BC}">
      <dgm:prSet/>
      <dgm:spPr/>
      <dgm:t>
        <a:bodyPr/>
        <a:lstStyle/>
        <a:p>
          <a:endParaRPr lang="en-US"/>
        </a:p>
      </dgm:t>
    </dgm:pt>
    <dgm:pt modelId="{EFE706D1-7EA3-46D9-B173-75DEFBC218C0}" type="sibTrans" cxnId="{337017DA-3C21-4E74-B285-97F3048CC7BC}">
      <dgm:prSet/>
      <dgm:spPr/>
      <dgm:t>
        <a:bodyPr/>
        <a:lstStyle/>
        <a:p>
          <a:endParaRPr lang="en-US"/>
        </a:p>
      </dgm:t>
    </dgm:pt>
    <dgm:pt modelId="{3E1B8EB4-BD0C-40A9-B277-CB81109C22F7}">
      <dgm:prSet/>
      <dgm:spPr/>
      <dgm:t>
        <a:bodyPr/>
        <a:lstStyle/>
        <a:p>
          <a:r>
            <a:rPr lang="en-US" dirty="0"/>
            <a:t>Maximum tolerable downtime (MTD)</a:t>
          </a:r>
        </a:p>
      </dgm:t>
    </dgm:pt>
    <dgm:pt modelId="{F8520800-0C3A-4803-B0F3-F364F17D6C8D}" type="parTrans" cxnId="{8674B878-8042-4078-8C43-30AD5752589E}">
      <dgm:prSet/>
      <dgm:spPr/>
      <dgm:t>
        <a:bodyPr/>
        <a:lstStyle/>
        <a:p>
          <a:endParaRPr lang="en-US"/>
        </a:p>
      </dgm:t>
    </dgm:pt>
    <dgm:pt modelId="{A0B97325-C6A1-457F-9018-5CD12791195A}" type="sibTrans" cxnId="{8674B878-8042-4078-8C43-30AD5752589E}">
      <dgm:prSet/>
      <dgm:spPr/>
      <dgm:t>
        <a:bodyPr/>
        <a:lstStyle/>
        <a:p>
          <a:endParaRPr lang="en-US"/>
        </a:p>
      </dgm:t>
    </dgm:pt>
    <dgm:pt modelId="{521E7DF0-B22A-414B-B741-9668EE2933D3}">
      <dgm:prSet/>
      <dgm:spPr/>
      <dgm:t>
        <a:bodyPr/>
        <a:lstStyle/>
        <a:p>
          <a:r>
            <a:rPr lang="en-US" dirty="0"/>
            <a:t>Recovery time </a:t>
          </a:r>
          <a:br>
            <a:rPr lang="en-US" dirty="0"/>
          </a:br>
          <a:r>
            <a:rPr lang="en-US" dirty="0"/>
            <a:t>objective (RTO)</a:t>
          </a:r>
        </a:p>
      </dgm:t>
    </dgm:pt>
    <dgm:pt modelId="{ECA73DF4-5272-4D56-A583-D4D3B565D404}" type="parTrans" cxnId="{41C30F4C-4F62-49E2-83AB-1145BC705EBE}">
      <dgm:prSet/>
      <dgm:spPr/>
      <dgm:t>
        <a:bodyPr/>
        <a:lstStyle/>
        <a:p>
          <a:endParaRPr lang="en-US"/>
        </a:p>
      </dgm:t>
    </dgm:pt>
    <dgm:pt modelId="{37E2EC22-5192-4CC9-B4E4-B166B3F8E251}" type="sibTrans" cxnId="{41C30F4C-4F62-49E2-83AB-1145BC705EBE}">
      <dgm:prSet/>
      <dgm:spPr/>
      <dgm:t>
        <a:bodyPr/>
        <a:lstStyle/>
        <a:p>
          <a:endParaRPr lang="en-US"/>
        </a:p>
      </dgm:t>
    </dgm:pt>
    <dgm:pt modelId="{4AEF7C39-DBB9-496C-B70B-D92AACADD20D}">
      <dgm:prSet/>
      <dgm:spPr/>
      <dgm:t>
        <a:bodyPr/>
        <a:lstStyle/>
        <a:p>
          <a:r>
            <a:rPr lang="en-US" dirty="0"/>
            <a:t>Work recovery </a:t>
          </a:r>
          <a:br>
            <a:rPr lang="en-US" dirty="0"/>
          </a:br>
          <a:r>
            <a:rPr lang="en-US" dirty="0"/>
            <a:t>time (WRT)</a:t>
          </a:r>
        </a:p>
      </dgm:t>
    </dgm:pt>
    <dgm:pt modelId="{29A4D1F7-2D4C-47F6-AD03-099E6EF86913}" type="parTrans" cxnId="{D69CD4FA-C180-416C-ADA7-7616CCC28E77}">
      <dgm:prSet/>
      <dgm:spPr/>
      <dgm:t>
        <a:bodyPr/>
        <a:lstStyle/>
        <a:p>
          <a:endParaRPr lang="en-US"/>
        </a:p>
      </dgm:t>
    </dgm:pt>
    <dgm:pt modelId="{85E07C99-5CB3-4943-BE9E-7FE9AD888C98}" type="sibTrans" cxnId="{D69CD4FA-C180-416C-ADA7-7616CCC28E77}">
      <dgm:prSet/>
      <dgm:spPr/>
      <dgm:t>
        <a:bodyPr/>
        <a:lstStyle/>
        <a:p>
          <a:endParaRPr lang="en-US"/>
        </a:p>
      </dgm:t>
    </dgm:pt>
    <dgm:pt modelId="{6CA89850-089B-490F-8B35-F2DD94A31731}">
      <dgm:prSet/>
      <dgm:spPr/>
      <dgm:t>
        <a:bodyPr/>
        <a:lstStyle/>
        <a:p>
          <a:r>
            <a:rPr lang="en-US" dirty="0"/>
            <a:t>Recovery point </a:t>
          </a:r>
          <a:br>
            <a:rPr lang="en-US" dirty="0"/>
          </a:br>
          <a:r>
            <a:rPr lang="en-US" dirty="0"/>
            <a:t>objective (RPO)</a:t>
          </a:r>
        </a:p>
      </dgm:t>
    </dgm:pt>
    <dgm:pt modelId="{717DFE45-E123-4525-95BD-910E2466E608}" type="parTrans" cxnId="{6035B543-6FB7-4EAB-801F-8FA924EE77CE}">
      <dgm:prSet/>
      <dgm:spPr/>
      <dgm:t>
        <a:bodyPr/>
        <a:lstStyle/>
        <a:p>
          <a:endParaRPr lang="en-US"/>
        </a:p>
      </dgm:t>
    </dgm:pt>
    <dgm:pt modelId="{59340303-639F-4D88-A7AA-A4AF03894C49}" type="sibTrans" cxnId="{6035B543-6FB7-4EAB-801F-8FA924EE77CE}">
      <dgm:prSet/>
      <dgm:spPr/>
      <dgm:t>
        <a:bodyPr/>
        <a:lstStyle/>
        <a:p>
          <a:endParaRPr lang="en-US"/>
        </a:p>
      </dgm:t>
    </dgm:pt>
    <dgm:pt modelId="{2BB076F2-8A2E-4D8F-BA8A-7683EA0DBF9F}">
      <dgm:prSet phldrT="[Tex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Ensures consistent system uptime</a:t>
          </a:r>
        </a:p>
      </dgm:t>
    </dgm:pt>
    <dgm:pt modelId="{DD1D6847-F88B-463F-91F1-3FCC38236647}" type="parTrans" cxnId="{08449362-EC3D-46D6-B528-7BF66CA39A10}">
      <dgm:prSet/>
      <dgm:spPr/>
      <dgm:t>
        <a:bodyPr/>
        <a:lstStyle/>
        <a:p>
          <a:endParaRPr lang="en-US"/>
        </a:p>
      </dgm:t>
    </dgm:pt>
    <dgm:pt modelId="{DBEC2E6E-58B8-4AA0-99AB-A9E09A7D536E}" type="sibTrans" cxnId="{08449362-EC3D-46D6-B528-7BF66CA39A10}">
      <dgm:prSet/>
      <dgm:spPr/>
      <dgm:t>
        <a:bodyPr/>
        <a:lstStyle/>
        <a:p>
          <a:endParaRPr lang="en-US"/>
        </a:p>
      </dgm:t>
    </dgm:pt>
    <dgm:pt modelId="{5CAD299E-0521-4D1A-AFE9-7523DAA4A15A}">
      <dgm:prSe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Longest disruption without severe impact</a:t>
          </a:r>
        </a:p>
      </dgm:t>
    </dgm:pt>
    <dgm:pt modelId="{82629CF1-9F54-4FFA-AB35-AF45484996F3}" type="parTrans" cxnId="{75260B30-EFEC-4689-A560-2EBE64F69BC1}">
      <dgm:prSet/>
      <dgm:spPr/>
      <dgm:t>
        <a:bodyPr/>
        <a:lstStyle/>
        <a:p>
          <a:endParaRPr lang="en-US"/>
        </a:p>
      </dgm:t>
    </dgm:pt>
    <dgm:pt modelId="{00B20CF6-C6AB-4EC1-83F0-3259287FE8FD}" type="sibTrans" cxnId="{75260B30-EFEC-4689-A560-2EBE64F69BC1}">
      <dgm:prSet/>
      <dgm:spPr/>
      <dgm:t>
        <a:bodyPr/>
        <a:lstStyle/>
        <a:p>
          <a:endParaRPr lang="en-US"/>
        </a:p>
      </dgm:t>
    </dgm:pt>
    <dgm:pt modelId="{9305AB78-34D5-4EFF-A6F6-DBEFB42F5176}">
      <dgm:prSe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Time to restore services after disruption</a:t>
          </a:r>
        </a:p>
      </dgm:t>
    </dgm:pt>
    <dgm:pt modelId="{9831AD01-9B73-42F3-9F93-90F513F13A70}" type="parTrans" cxnId="{8EE63574-EB16-48C8-B0C2-535F9540F969}">
      <dgm:prSet/>
      <dgm:spPr/>
      <dgm:t>
        <a:bodyPr/>
        <a:lstStyle/>
        <a:p>
          <a:endParaRPr lang="en-US"/>
        </a:p>
      </dgm:t>
    </dgm:pt>
    <dgm:pt modelId="{BAD0DFCC-CDE4-4962-8F19-BD2E5DDB943C}" type="sibTrans" cxnId="{8EE63574-EB16-48C8-B0C2-535F9540F969}">
      <dgm:prSet/>
      <dgm:spPr/>
      <dgm:t>
        <a:bodyPr/>
        <a:lstStyle/>
        <a:p>
          <a:endParaRPr lang="en-US"/>
        </a:p>
      </dgm:t>
    </dgm:pt>
    <dgm:pt modelId="{DCAB78B9-2D0C-4B72-96CC-0CB161D26119}">
      <dgm:prSe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Time to confirm system/data integrity post-recovery</a:t>
          </a:r>
        </a:p>
      </dgm:t>
    </dgm:pt>
    <dgm:pt modelId="{4D08BF06-4B3B-4D0D-BA65-B5003BF1844A}" type="parTrans" cxnId="{BB499F7B-0A05-4E2D-8A9F-7AD746D609F2}">
      <dgm:prSet/>
      <dgm:spPr/>
      <dgm:t>
        <a:bodyPr/>
        <a:lstStyle/>
        <a:p>
          <a:endParaRPr lang="en-US"/>
        </a:p>
      </dgm:t>
    </dgm:pt>
    <dgm:pt modelId="{229A2D80-2318-43E8-BB73-BF0E752250D7}" type="sibTrans" cxnId="{BB499F7B-0A05-4E2D-8A9F-7AD746D609F2}">
      <dgm:prSet/>
      <dgm:spPr/>
      <dgm:t>
        <a:bodyPr/>
        <a:lstStyle/>
        <a:p>
          <a:endParaRPr lang="en-US"/>
        </a:p>
      </dgm:t>
    </dgm:pt>
    <dgm:pt modelId="{6ED2B1F3-EED8-461C-BB97-0CD3CF61AE81}">
      <dgm:prSe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Maximum acceptable loss after an event</a:t>
          </a:r>
        </a:p>
      </dgm:t>
    </dgm:pt>
    <dgm:pt modelId="{D3015607-57B1-4CEA-A181-96ADCD0700A9}" type="parTrans" cxnId="{7D6E840B-7E69-40EC-97AD-9B274C6645FD}">
      <dgm:prSet/>
      <dgm:spPr/>
      <dgm:t>
        <a:bodyPr/>
        <a:lstStyle/>
        <a:p>
          <a:endParaRPr lang="en-US"/>
        </a:p>
      </dgm:t>
    </dgm:pt>
    <dgm:pt modelId="{D621C4E3-6D4D-413F-8111-A919B8AF7D52}" type="sibTrans" cxnId="{7D6E840B-7E69-40EC-97AD-9B274C6645FD}">
      <dgm:prSet/>
      <dgm:spPr/>
      <dgm:t>
        <a:bodyPr/>
        <a:lstStyle/>
        <a:p>
          <a:endParaRPr lang="en-US"/>
        </a:p>
      </dgm:t>
    </dgm:pt>
    <dgm:pt modelId="{CE217B0F-F5E5-1F4F-9A5F-B7590D2C3050}" type="pres">
      <dgm:prSet presAssocID="{976CEBE7-120C-4CDE-9E77-98C387D60434}" presName="Name0" presStyleCnt="0">
        <dgm:presLayoutVars>
          <dgm:dir/>
          <dgm:animLvl val="lvl"/>
          <dgm:resizeHandles val="exact"/>
        </dgm:presLayoutVars>
      </dgm:prSet>
      <dgm:spPr/>
    </dgm:pt>
    <dgm:pt modelId="{0CBCFF30-8928-9A42-8AD4-5E92141440BA}" type="pres">
      <dgm:prSet presAssocID="{08D57C13-3A20-4670-84D7-C6D78E2C2626}" presName="linNode" presStyleCnt="0"/>
      <dgm:spPr/>
    </dgm:pt>
    <dgm:pt modelId="{17827F72-DD86-F746-81B0-9E47B0E3C6F4}" type="pres">
      <dgm:prSet presAssocID="{08D57C13-3A20-4670-84D7-C6D78E2C2626}" presName="parentText" presStyleLbl="node1" presStyleIdx="0" presStyleCnt="5">
        <dgm:presLayoutVars>
          <dgm:chMax val="1"/>
          <dgm:bulletEnabled val="1"/>
        </dgm:presLayoutVars>
      </dgm:prSet>
      <dgm:spPr/>
    </dgm:pt>
    <dgm:pt modelId="{59266A75-9311-EE4B-8520-86B89A1FC502}" type="pres">
      <dgm:prSet presAssocID="{08D57C13-3A20-4670-84D7-C6D78E2C2626}" presName="descendantText" presStyleLbl="alignAccFollowNode1" presStyleIdx="0" presStyleCnt="5">
        <dgm:presLayoutVars>
          <dgm:bulletEnabled val="1"/>
        </dgm:presLayoutVars>
      </dgm:prSet>
      <dgm:spPr/>
    </dgm:pt>
    <dgm:pt modelId="{A654B8E2-6E3E-634A-A63D-71B575107117}" type="pres">
      <dgm:prSet presAssocID="{EFE706D1-7EA3-46D9-B173-75DEFBC218C0}" presName="sp" presStyleCnt="0"/>
      <dgm:spPr/>
    </dgm:pt>
    <dgm:pt modelId="{8620662D-9B66-CE42-BDB1-F6EB5CD490D3}" type="pres">
      <dgm:prSet presAssocID="{3E1B8EB4-BD0C-40A9-B277-CB81109C22F7}" presName="linNode" presStyleCnt="0"/>
      <dgm:spPr/>
    </dgm:pt>
    <dgm:pt modelId="{9EB27C69-704F-E14D-A9BD-FE8FED0E3168}" type="pres">
      <dgm:prSet presAssocID="{3E1B8EB4-BD0C-40A9-B277-CB81109C22F7}" presName="parentText" presStyleLbl="node1" presStyleIdx="1" presStyleCnt="5">
        <dgm:presLayoutVars>
          <dgm:chMax val="1"/>
          <dgm:bulletEnabled val="1"/>
        </dgm:presLayoutVars>
      </dgm:prSet>
      <dgm:spPr/>
    </dgm:pt>
    <dgm:pt modelId="{0502ED8B-6167-0647-AA32-96A67775908E}" type="pres">
      <dgm:prSet presAssocID="{3E1B8EB4-BD0C-40A9-B277-CB81109C22F7}" presName="descendantText" presStyleLbl="alignAccFollowNode1" presStyleIdx="1" presStyleCnt="5">
        <dgm:presLayoutVars>
          <dgm:bulletEnabled val="1"/>
        </dgm:presLayoutVars>
      </dgm:prSet>
      <dgm:spPr/>
    </dgm:pt>
    <dgm:pt modelId="{B1450EE1-8229-E443-BE90-083871B7D43D}" type="pres">
      <dgm:prSet presAssocID="{A0B97325-C6A1-457F-9018-5CD12791195A}" presName="sp" presStyleCnt="0"/>
      <dgm:spPr/>
    </dgm:pt>
    <dgm:pt modelId="{5BC05F8E-A47B-C045-9214-CC851CC46619}" type="pres">
      <dgm:prSet presAssocID="{521E7DF0-B22A-414B-B741-9668EE2933D3}" presName="linNode" presStyleCnt="0"/>
      <dgm:spPr/>
    </dgm:pt>
    <dgm:pt modelId="{B5358386-A142-3B48-A657-6085027F80AD}" type="pres">
      <dgm:prSet presAssocID="{521E7DF0-B22A-414B-B741-9668EE2933D3}" presName="parentText" presStyleLbl="node1" presStyleIdx="2" presStyleCnt="5">
        <dgm:presLayoutVars>
          <dgm:chMax val="1"/>
          <dgm:bulletEnabled val="1"/>
        </dgm:presLayoutVars>
      </dgm:prSet>
      <dgm:spPr/>
    </dgm:pt>
    <dgm:pt modelId="{C824FC10-E653-C84A-BAE7-A0D02071621E}" type="pres">
      <dgm:prSet presAssocID="{521E7DF0-B22A-414B-B741-9668EE2933D3}" presName="descendantText" presStyleLbl="alignAccFollowNode1" presStyleIdx="2" presStyleCnt="5">
        <dgm:presLayoutVars>
          <dgm:bulletEnabled val="1"/>
        </dgm:presLayoutVars>
      </dgm:prSet>
      <dgm:spPr/>
    </dgm:pt>
    <dgm:pt modelId="{0DB852D8-1818-204A-B40F-AB73D76BD222}" type="pres">
      <dgm:prSet presAssocID="{37E2EC22-5192-4CC9-B4E4-B166B3F8E251}" presName="sp" presStyleCnt="0"/>
      <dgm:spPr/>
    </dgm:pt>
    <dgm:pt modelId="{7AB2F0E8-51F0-8D41-90B7-D4E70F3BD371}" type="pres">
      <dgm:prSet presAssocID="{4AEF7C39-DBB9-496C-B70B-D92AACADD20D}" presName="linNode" presStyleCnt="0"/>
      <dgm:spPr/>
    </dgm:pt>
    <dgm:pt modelId="{21968A61-66B8-8149-BFBD-193A87D765DC}" type="pres">
      <dgm:prSet presAssocID="{4AEF7C39-DBB9-496C-B70B-D92AACADD20D}" presName="parentText" presStyleLbl="node1" presStyleIdx="3" presStyleCnt="5">
        <dgm:presLayoutVars>
          <dgm:chMax val="1"/>
          <dgm:bulletEnabled val="1"/>
        </dgm:presLayoutVars>
      </dgm:prSet>
      <dgm:spPr/>
    </dgm:pt>
    <dgm:pt modelId="{B00EA596-F623-F243-AAF0-5DA8D9E0265A}" type="pres">
      <dgm:prSet presAssocID="{4AEF7C39-DBB9-496C-B70B-D92AACADD20D}" presName="descendantText" presStyleLbl="alignAccFollowNode1" presStyleIdx="3" presStyleCnt="5">
        <dgm:presLayoutVars>
          <dgm:bulletEnabled val="1"/>
        </dgm:presLayoutVars>
      </dgm:prSet>
      <dgm:spPr/>
    </dgm:pt>
    <dgm:pt modelId="{AED16BAB-21F9-9A46-8213-F5436255BB2C}" type="pres">
      <dgm:prSet presAssocID="{85E07C99-5CB3-4943-BE9E-7FE9AD888C98}" presName="sp" presStyleCnt="0"/>
      <dgm:spPr/>
    </dgm:pt>
    <dgm:pt modelId="{D1E04E76-5B1C-3A45-8253-018478E69216}" type="pres">
      <dgm:prSet presAssocID="{6CA89850-089B-490F-8B35-F2DD94A31731}" presName="linNode" presStyleCnt="0"/>
      <dgm:spPr/>
    </dgm:pt>
    <dgm:pt modelId="{46C2292F-0AC3-E54A-BCC4-855340A8CBD9}" type="pres">
      <dgm:prSet presAssocID="{6CA89850-089B-490F-8B35-F2DD94A31731}" presName="parentText" presStyleLbl="node1" presStyleIdx="4" presStyleCnt="5">
        <dgm:presLayoutVars>
          <dgm:chMax val="1"/>
          <dgm:bulletEnabled val="1"/>
        </dgm:presLayoutVars>
      </dgm:prSet>
      <dgm:spPr/>
    </dgm:pt>
    <dgm:pt modelId="{02467562-58D1-7041-83B5-C8A859D23718}" type="pres">
      <dgm:prSet presAssocID="{6CA89850-089B-490F-8B35-F2DD94A31731}" presName="descendantText" presStyleLbl="alignAccFollowNode1" presStyleIdx="4" presStyleCnt="5">
        <dgm:presLayoutVars>
          <dgm:bulletEnabled val="1"/>
        </dgm:presLayoutVars>
      </dgm:prSet>
      <dgm:spPr/>
    </dgm:pt>
  </dgm:ptLst>
  <dgm:cxnLst>
    <dgm:cxn modelId="{7EA59A01-74CD-6D4D-B4F1-776D1C3FFC2A}" type="presOf" srcId="{4AEF7C39-DBB9-496C-B70B-D92AACADD20D}" destId="{21968A61-66B8-8149-BFBD-193A87D765DC}" srcOrd="0" destOrd="0" presId="urn:microsoft.com/office/officeart/2005/8/layout/vList5"/>
    <dgm:cxn modelId="{7D6E840B-7E69-40EC-97AD-9B274C6645FD}" srcId="{6CA89850-089B-490F-8B35-F2DD94A31731}" destId="{6ED2B1F3-EED8-461C-BB97-0CD3CF61AE81}" srcOrd="0" destOrd="0" parTransId="{D3015607-57B1-4CEA-A181-96ADCD0700A9}" sibTransId="{D621C4E3-6D4D-413F-8111-A919B8AF7D52}"/>
    <dgm:cxn modelId="{EF497A13-406A-424C-8979-DD7B8BA5464E}" type="presOf" srcId="{521E7DF0-B22A-414B-B741-9668EE2933D3}" destId="{B5358386-A142-3B48-A657-6085027F80AD}" srcOrd="0" destOrd="0" presId="urn:microsoft.com/office/officeart/2005/8/layout/vList5"/>
    <dgm:cxn modelId="{02836414-CA02-B546-8849-265F0F923F8D}" type="presOf" srcId="{3E1B8EB4-BD0C-40A9-B277-CB81109C22F7}" destId="{9EB27C69-704F-E14D-A9BD-FE8FED0E3168}" srcOrd="0" destOrd="0" presId="urn:microsoft.com/office/officeart/2005/8/layout/vList5"/>
    <dgm:cxn modelId="{84FDD417-3132-9A42-94D9-E95B3005BAE9}" type="presOf" srcId="{976CEBE7-120C-4CDE-9E77-98C387D60434}" destId="{CE217B0F-F5E5-1F4F-9A5F-B7590D2C3050}" srcOrd="0" destOrd="0" presId="urn:microsoft.com/office/officeart/2005/8/layout/vList5"/>
    <dgm:cxn modelId="{EB851B2F-2C8F-FE43-A84D-E7517087CCE7}" type="presOf" srcId="{08D57C13-3A20-4670-84D7-C6D78E2C2626}" destId="{17827F72-DD86-F746-81B0-9E47B0E3C6F4}" srcOrd="0" destOrd="0" presId="urn:microsoft.com/office/officeart/2005/8/layout/vList5"/>
    <dgm:cxn modelId="{75260B30-EFEC-4689-A560-2EBE64F69BC1}" srcId="{3E1B8EB4-BD0C-40A9-B277-CB81109C22F7}" destId="{5CAD299E-0521-4D1A-AFE9-7523DAA4A15A}" srcOrd="0" destOrd="0" parTransId="{82629CF1-9F54-4FFA-AB35-AF45484996F3}" sibTransId="{00B20CF6-C6AB-4EC1-83F0-3259287FE8FD}"/>
    <dgm:cxn modelId="{08449362-EC3D-46D6-B528-7BF66CA39A10}" srcId="{08D57C13-3A20-4670-84D7-C6D78E2C2626}" destId="{2BB076F2-8A2E-4D8F-BA8A-7683EA0DBF9F}" srcOrd="0" destOrd="0" parTransId="{DD1D6847-F88B-463F-91F1-3FCC38236647}" sibTransId="{DBEC2E6E-58B8-4AA0-99AB-A9E09A7D536E}"/>
    <dgm:cxn modelId="{6035B543-6FB7-4EAB-801F-8FA924EE77CE}" srcId="{976CEBE7-120C-4CDE-9E77-98C387D60434}" destId="{6CA89850-089B-490F-8B35-F2DD94A31731}" srcOrd="4" destOrd="0" parTransId="{717DFE45-E123-4525-95BD-910E2466E608}" sibTransId="{59340303-639F-4D88-A7AA-A4AF03894C49}"/>
    <dgm:cxn modelId="{D53CD164-670E-D247-B5D8-7C4EF5BF0690}" type="presOf" srcId="{5CAD299E-0521-4D1A-AFE9-7523DAA4A15A}" destId="{0502ED8B-6167-0647-AA32-96A67775908E}" srcOrd="0" destOrd="0" presId="urn:microsoft.com/office/officeart/2005/8/layout/vList5"/>
    <dgm:cxn modelId="{41C30F4C-4F62-49E2-83AB-1145BC705EBE}" srcId="{976CEBE7-120C-4CDE-9E77-98C387D60434}" destId="{521E7DF0-B22A-414B-B741-9668EE2933D3}" srcOrd="2" destOrd="0" parTransId="{ECA73DF4-5272-4D56-A583-D4D3B565D404}" sibTransId="{37E2EC22-5192-4CC9-B4E4-B166B3F8E251}"/>
    <dgm:cxn modelId="{B673BB4C-69AD-0B49-B9AF-40744D711AD7}" type="presOf" srcId="{6ED2B1F3-EED8-461C-BB97-0CD3CF61AE81}" destId="{02467562-58D1-7041-83B5-C8A859D23718}" srcOrd="0" destOrd="0" presId="urn:microsoft.com/office/officeart/2005/8/layout/vList5"/>
    <dgm:cxn modelId="{09B6D752-ED6E-6D4B-A34B-23BD232526CA}" type="presOf" srcId="{6CA89850-089B-490F-8B35-F2DD94A31731}" destId="{46C2292F-0AC3-E54A-BCC4-855340A8CBD9}" srcOrd="0" destOrd="0" presId="urn:microsoft.com/office/officeart/2005/8/layout/vList5"/>
    <dgm:cxn modelId="{8EE63574-EB16-48C8-B0C2-535F9540F969}" srcId="{521E7DF0-B22A-414B-B741-9668EE2933D3}" destId="{9305AB78-34D5-4EFF-A6F6-DBEFB42F5176}" srcOrd="0" destOrd="0" parTransId="{9831AD01-9B73-42F3-9F93-90F513F13A70}" sibTransId="{BAD0DFCC-CDE4-4962-8F19-BD2E5DDB943C}"/>
    <dgm:cxn modelId="{8674B878-8042-4078-8C43-30AD5752589E}" srcId="{976CEBE7-120C-4CDE-9E77-98C387D60434}" destId="{3E1B8EB4-BD0C-40A9-B277-CB81109C22F7}" srcOrd="1" destOrd="0" parTransId="{F8520800-0C3A-4803-B0F3-F364F17D6C8D}" sibTransId="{A0B97325-C6A1-457F-9018-5CD12791195A}"/>
    <dgm:cxn modelId="{BB499F7B-0A05-4E2D-8A9F-7AD746D609F2}" srcId="{4AEF7C39-DBB9-496C-B70B-D92AACADD20D}" destId="{DCAB78B9-2D0C-4B72-96CC-0CB161D26119}" srcOrd="0" destOrd="0" parTransId="{4D08BF06-4B3B-4D0D-BA65-B5003BF1844A}" sibTransId="{229A2D80-2318-43E8-BB73-BF0E752250D7}"/>
    <dgm:cxn modelId="{D8B9837E-FC49-DB46-83F3-63682DF84BD6}" type="presOf" srcId="{2BB076F2-8A2E-4D8F-BA8A-7683EA0DBF9F}" destId="{59266A75-9311-EE4B-8520-86B89A1FC502}" srcOrd="0" destOrd="0" presId="urn:microsoft.com/office/officeart/2005/8/layout/vList5"/>
    <dgm:cxn modelId="{6DF893AA-A3C3-A347-8D0F-28CB17A43B54}" type="presOf" srcId="{DCAB78B9-2D0C-4B72-96CC-0CB161D26119}" destId="{B00EA596-F623-F243-AAF0-5DA8D9E0265A}" srcOrd="0" destOrd="0" presId="urn:microsoft.com/office/officeart/2005/8/layout/vList5"/>
    <dgm:cxn modelId="{337017DA-3C21-4E74-B285-97F3048CC7BC}" srcId="{976CEBE7-120C-4CDE-9E77-98C387D60434}" destId="{08D57C13-3A20-4670-84D7-C6D78E2C2626}" srcOrd="0" destOrd="0" parTransId="{0005FA98-1B57-4F12-9E70-B83A4A3B3270}" sibTransId="{EFE706D1-7EA3-46D9-B173-75DEFBC218C0}"/>
    <dgm:cxn modelId="{19B1A7E5-ABCF-554C-8DDF-C0DBE6CBC83D}" type="presOf" srcId="{9305AB78-34D5-4EFF-A6F6-DBEFB42F5176}" destId="{C824FC10-E653-C84A-BAE7-A0D02071621E}" srcOrd="0" destOrd="0" presId="urn:microsoft.com/office/officeart/2005/8/layout/vList5"/>
    <dgm:cxn modelId="{D69CD4FA-C180-416C-ADA7-7616CCC28E77}" srcId="{976CEBE7-120C-4CDE-9E77-98C387D60434}" destId="{4AEF7C39-DBB9-496C-B70B-D92AACADD20D}" srcOrd="3" destOrd="0" parTransId="{29A4D1F7-2D4C-47F6-AD03-099E6EF86913}" sibTransId="{85E07C99-5CB3-4943-BE9E-7FE9AD888C98}"/>
    <dgm:cxn modelId="{77915E09-EB1D-6A42-B975-07F784F02B5E}" type="presParOf" srcId="{CE217B0F-F5E5-1F4F-9A5F-B7590D2C3050}" destId="{0CBCFF30-8928-9A42-8AD4-5E92141440BA}" srcOrd="0" destOrd="0" presId="urn:microsoft.com/office/officeart/2005/8/layout/vList5"/>
    <dgm:cxn modelId="{F78AB2A9-0D3A-9044-8B5F-CBC6F92D65E3}" type="presParOf" srcId="{0CBCFF30-8928-9A42-8AD4-5E92141440BA}" destId="{17827F72-DD86-F746-81B0-9E47B0E3C6F4}" srcOrd="0" destOrd="0" presId="urn:microsoft.com/office/officeart/2005/8/layout/vList5"/>
    <dgm:cxn modelId="{0B6CFBDC-AEA4-1E4D-8202-68567B9C1C90}" type="presParOf" srcId="{0CBCFF30-8928-9A42-8AD4-5E92141440BA}" destId="{59266A75-9311-EE4B-8520-86B89A1FC502}" srcOrd="1" destOrd="0" presId="urn:microsoft.com/office/officeart/2005/8/layout/vList5"/>
    <dgm:cxn modelId="{4DFC2366-DF25-7E4E-81E6-BE9B9AD30EEC}" type="presParOf" srcId="{CE217B0F-F5E5-1F4F-9A5F-B7590D2C3050}" destId="{A654B8E2-6E3E-634A-A63D-71B575107117}" srcOrd="1" destOrd="0" presId="urn:microsoft.com/office/officeart/2005/8/layout/vList5"/>
    <dgm:cxn modelId="{19335840-AF49-DB44-952C-0E22C5B1D7A9}" type="presParOf" srcId="{CE217B0F-F5E5-1F4F-9A5F-B7590D2C3050}" destId="{8620662D-9B66-CE42-BDB1-F6EB5CD490D3}" srcOrd="2" destOrd="0" presId="urn:microsoft.com/office/officeart/2005/8/layout/vList5"/>
    <dgm:cxn modelId="{20D5B5AA-28B4-324A-B0A7-784384D7B252}" type="presParOf" srcId="{8620662D-9B66-CE42-BDB1-F6EB5CD490D3}" destId="{9EB27C69-704F-E14D-A9BD-FE8FED0E3168}" srcOrd="0" destOrd="0" presId="urn:microsoft.com/office/officeart/2005/8/layout/vList5"/>
    <dgm:cxn modelId="{411C053A-2C01-F244-83D3-37E77777B6BB}" type="presParOf" srcId="{8620662D-9B66-CE42-BDB1-F6EB5CD490D3}" destId="{0502ED8B-6167-0647-AA32-96A67775908E}" srcOrd="1" destOrd="0" presId="urn:microsoft.com/office/officeart/2005/8/layout/vList5"/>
    <dgm:cxn modelId="{7D34C3D6-3F2A-CB4C-B395-8046BC6A21E2}" type="presParOf" srcId="{CE217B0F-F5E5-1F4F-9A5F-B7590D2C3050}" destId="{B1450EE1-8229-E443-BE90-083871B7D43D}" srcOrd="3" destOrd="0" presId="urn:microsoft.com/office/officeart/2005/8/layout/vList5"/>
    <dgm:cxn modelId="{75B2AD7C-FB29-2848-86C1-4F35D67889F7}" type="presParOf" srcId="{CE217B0F-F5E5-1F4F-9A5F-B7590D2C3050}" destId="{5BC05F8E-A47B-C045-9214-CC851CC46619}" srcOrd="4" destOrd="0" presId="urn:microsoft.com/office/officeart/2005/8/layout/vList5"/>
    <dgm:cxn modelId="{636E67F4-2780-8A4D-86A8-C29C0A194295}" type="presParOf" srcId="{5BC05F8E-A47B-C045-9214-CC851CC46619}" destId="{B5358386-A142-3B48-A657-6085027F80AD}" srcOrd="0" destOrd="0" presId="urn:microsoft.com/office/officeart/2005/8/layout/vList5"/>
    <dgm:cxn modelId="{7847E75C-B1CF-EC4F-A88D-5BF0B9D9DB12}" type="presParOf" srcId="{5BC05F8E-A47B-C045-9214-CC851CC46619}" destId="{C824FC10-E653-C84A-BAE7-A0D02071621E}" srcOrd="1" destOrd="0" presId="urn:microsoft.com/office/officeart/2005/8/layout/vList5"/>
    <dgm:cxn modelId="{B2885688-13C6-1C4F-A57E-C0CDD6A85F2F}" type="presParOf" srcId="{CE217B0F-F5E5-1F4F-9A5F-B7590D2C3050}" destId="{0DB852D8-1818-204A-B40F-AB73D76BD222}" srcOrd="5" destOrd="0" presId="urn:microsoft.com/office/officeart/2005/8/layout/vList5"/>
    <dgm:cxn modelId="{13CC5855-C5F9-1947-A579-058C4E536F20}" type="presParOf" srcId="{CE217B0F-F5E5-1F4F-9A5F-B7590D2C3050}" destId="{7AB2F0E8-51F0-8D41-90B7-D4E70F3BD371}" srcOrd="6" destOrd="0" presId="urn:microsoft.com/office/officeart/2005/8/layout/vList5"/>
    <dgm:cxn modelId="{F136ED0C-8CF9-1645-B76D-B8C07B9BB41D}" type="presParOf" srcId="{7AB2F0E8-51F0-8D41-90B7-D4E70F3BD371}" destId="{21968A61-66B8-8149-BFBD-193A87D765DC}" srcOrd="0" destOrd="0" presId="urn:microsoft.com/office/officeart/2005/8/layout/vList5"/>
    <dgm:cxn modelId="{40154663-132B-8D4C-AEC6-734CF53F00F9}" type="presParOf" srcId="{7AB2F0E8-51F0-8D41-90B7-D4E70F3BD371}" destId="{B00EA596-F623-F243-AAF0-5DA8D9E0265A}" srcOrd="1" destOrd="0" presId="urn:microsoft.com/office/officeart/2005/8/layout/vList5"/>
    <dgm:cxn modelId="{548DABE2-0DE4-5E4C-80BB-4DBFAF837FEF}" type="presParOf" srcId="{CE217B0F-F5E5-1F4F-9A5F-B7590D2C3050}" destId="{AED16BAB-21F9-9A46-8213-F5436255BB2C}" srcOrd="7" destOrd="0" presId="urn:microsoft.com/office/officeart/2005/8/layout/vList5"/>
    <dgm:cxn modelId="{F61EAF6C-DC46-B94B-AAAD-625A9C635E72}" type="presParOf" srcId="{CE217B0F-F5E5-1F4F-9A5F-B7590D2C3050}" destId="{D1E04E76-5B1C-3A45-8253-018478E69216}" srcOrd="8" destOrd="0" presId="urn:microsoft.com/office/officeart/2005/8/layout/vList5"/>
    <dgm:cxn modelId="{1F26DBC9-0A5E-6843-9E2D-4A79C1AAD691}" type="presParOf" srcId="{D1E04E76-5B1C-3A45-8253-018478E69216}" destId="{46C2292F-0AC3-E54A-BCC4-855340A8CBD9}" srcOrd="0" destOrd="0" presId="urn:microsoft.com/office/officeart/2005/8/layout/vList5"/>
    <dgm:cxn modelId="{4FC1459F-16E8-9D44-B146-44F60A61AD3A}" type="presParOf" srcId="{D1E04E76-5B1C-3A45-8253-018478E69216}" destId="{02467562-58D1-7041-83B5-C8A859D23718}"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9F875940-8A7D-4892-9A2E-0FF1066665D0}" type="doc">
      <dgm:prSet loTypeId="urn:microsoft.com/office/officeart/2008/layout/BendingPictureCaption" loCatId="list" qsTypeId="urn:microsoft.com/office/officeart/2005/8/quickstyle/simple1" qsCatId="simple" csTypeId="urn:microsoft.com/office/officeart/2005/8/colors/accent1_2" csCatId="accent1" phldr="1"/>
      <dgm:spPr/>
      <dgm:t>
        <a:bodyPr/>
        <a:lstStyle/>
        <a:p>
          <a:endParaRPr lang="en-US"/>
        </a:p>
      </dgm:t>
    </dgm:pt>
    <dgm:pt modelId="{73F46F95-B5DA-4B73-BC87-826084B18A4E}">
      <dgm:prSet phldrT="[Text]" custT="1"/>
      <dgm:spPr/>
      <dgm:t>
        <a:bodyPr/>
        <a:lstStyle/>
        <a:p>
          <a:r>
            <a:rPr lang="en-US" sz="2200" dirty="0"/>
            <a:t>Cold Site</a:t>
          </a:r>
        </a:p>
      </dgm:t>
    </dgm:pt>
    <dgm:pt modelId="{E53F34AF-77F1-4C3E-872C-F316E8A8AA5B}" type="parTrans" cxnId="{0545BDF8-9D0F-49B6-B3D5-4FB98FF13EE6}">
      <dgm:prSet/>
      <dgm:spPr/>
      <dgm:t>
        <a:bodyPr/>
        <a:lstStyle/>
        <a:p>
          <a:endParaRPr lang="en-US">
            <a:solidFill>
              <a:schemeClr val="tx1"/>
            </a:solidFill>
          </a:endParaRPr>
        </a:p>
      </dgm:t>
    </dgm:pt>
    <dgm:pt modelId="{FE1B6E8D-9A79-4ED3-A7E0-F6FA2ECA87BD}" type="sibTrans" cxnId="{0545BDF8-9D0F-49B6-B3D5-4FB98FF13EE6}">
      <dgm:prSet/>
      <dgm:spPr/>
      <dgm:t>
        <a:bodyPr/>
        <a:lstStyle/>
        <a:p>
          <a:endParaRPr lang="en-US">
            <a:solidFill>
              <a:schemeClr val="tx1"/>
            </a:solidFill>
          </a:endParaRPr>
        </a:p>
      </dgm:t>
    </dgm:pt>
    <dgm:pt modelId="{8BE94F4B-B2E0-4491-BEB8-4044BECC432B}">
      <dgm:prSet phldrT="[Text]" custT="1"/>
      <dgm:spPr/>
      <dgm:t>
        <a:bodyPr/>
        <a:lstStyle/>
        <a:p>
          <a:r>
            <a:rPr lang="en-US" sz="2200" dirty="0"/>
            <a:t>Warm Site</a:t>
          </a:r>
        </a:p>
      </dgm:t>
    </dgm:pt>
    <dgm:pt modelId="{F8F4618A-2F61-414F-983A-EB736C957836}" type="parTrans" cxnId="{D92D023E-E6F6-4A2B-B0FC-5FE3F48E935F}">
      <dgm:prSet/>
      <dgm:spPr/>
      <dgm:t>
        <a:bodyPr/>
        <a:lstStyle/>
        <a:p>
          <a:endParaRPr lang="en-US">
            <a:solidFill>
              <a:schemeClr val="tx1"/>
            </a:solidFill>
          </a:endParaRPr>
        </a:p>
      </dgm:t>
    </dgm:pt>
    <dgm:pt modelId="{401B9E90-D869-48E3-BA6F-2465EE4A1F75}" type="sibTrans" cxnId="{D92D023E-E6F6-4A2B-B0FC-5FE3F48E935F}">
      <dgm:prSet/>
      <dgm:spPr/>
      <dgm:t>
        <a:bodyPr/>
        <a:lstStyle/>
        <a:p>
          <a:endParaRPr lang="en-US">
            <a:solidFill>
              <a:schemeClr val="tx1"/>
            </a:solidFill>
          </a:endParaRPr>
        </a:p>
      </dgm:t>
    </dgm:pt>
    <dgm:pt modelId="{A11BA585-D037-41EC-9610-98170D347539}">
      <dgm:prSet phldrT="[Text]" custT="1"/>
      <dgm:spPr/>
      <dgm:t>
        <a:bodyPr/>
        <a:lstStyle/>
        <a:p>
          <a:r>
            <a:rPr lang="en-US" sz="2200"/>
            <a:t>Hot Site</a:t>
          </a:r>
          <a:endParaRPr lang="en-US" sz="2200" dirty="0"/>
        </a:p>
      </dgm:t>
    </dgm:pt>
    <dgm:pt modelId="{988AE345-A974-4997-B23A-320C35159F09}" type="parTrans" cxnId="{074D121F-D9EB-498F-AAA8-00F5FE4A0A1D}">
      <dgm:prSet/>
      <dgm:spPr/>
      <dgm:t>
        <a:bodyPr/>
        <a:lstStyle/>
        <a:p>
          <a:endParaRPr lang="en-US">
            <a:solidFill>
              <a:schemeClr val="tx1"/>
            </a:solidFill>
          </a:endParaRPr>
        </a:p>
      </dgm:t>
    </dgm:pt>
    <dgm:pt modelId="{FE5076FE-5338-4319-AE99-64408E4A813E}" type="sibTrans" cxnId="{074D121F-D9EB-498F-AAA8-00F5FE4A0A1D}">
      <dgm:prSet/>
      <dgm:spPr/>
      <dgm:t>
        <a:bodyPr/>
        <a:lstStyle/>
        <a:p>
          <a:endParaRPr lang="en-US">
            <a:solidFill>
              <a:schemeClr val="tx1"/>
            </a:solidFill>
          </a:endParaRPr>
        </a:p>
      </dgm:t>
    </dgm:pt>
    <dgm:pt modelId="{AFB013A8-123F-2542-AB09-26A45B398E0B}" type="pres">
      <dgm:prSet presAssocID="{9F875940-8A7D-4892-9A2E-0FF1066665D0}" presName="diagram" presStyleCnt="0">
        <dgm:presLayoutVars>
          <dgm:dir/>
        </dgm:presLayoutVars>
      </dgm:prSet>
      <dgm:spPr/>
    </dgm:pt>
    <dgm:pt modelId="{0404573F-414A-C849-BCA9-903267C50A53}" type="pres">
      <dgm:prSet presAssocID="{73F46F95-B5DA-4B73-BC87-826084B18A4E}" presName="composite" presStyleCnt="0"/>
      <dgm:spPr/>
    </dgm:pt>
    <dgm:pt modelId="{4D137090-BBD5-D941-9988-16A9768E8B3B}" type="pres">
      <dgm:prSet presAssocID="{73F46F95-B5DA-4B73-BC87-826084B18A4E}" presName="Image" presStyleLbl="bgShp"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rcRect/>
          <a:stretch>
            <a:fillRect/>
          </a:stretch>
        </a:blipFill>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D368131B-3AD5-D046-9106-F62614E62E23}" type="pres">
      <dgm:prSet presAssocID="{73F46F95-B5DA-4B73-BC87-826084B18A4E}" presName="Parent" presStyleLbl="node0" presStyleIdx="0" presStyleCnt="3">
        <dgm:presLayoutVars>
          <dgm:bulletEnabled val="1"/>
        </dgm:presLayoutVars>
      </dgm:prSet>
      <dgm:spPr/>
    </dgm:pt>
    <dgm:pt modelId="{85329CD5-F0DF-BE44-816C-1DBA94C4C8BA}" type="pres">
      <dgm:prSet presAssocID="{FE1B6E8D-9A79-4ED3-A7E0-F6FA2ECA87BD}" presName="sibTrans" presStyleCnt="0"/>
      <dgm:spPr/>
    </dgm:pt>
    <dgm:pt modelId="{670296CE-4CD5-4244-91F6-141CA843A256}" type="pres">
      <dgm:prSet presAssocID="{8BE94F4B-B2E0-4491-BEB8-4044BECC432B}" presName="composite" presStyleCnt="0"/>
      <dgm:spPr/>
    </dgm:pt>
    <dgm:pt modelId="{A7B5C832-B717-0041-BD48-192B771D6954}" type="pres">
      <dgm:prSet presAssocID="{8BE94F4B-B2E0-4491-BEB8-4044BECC432B}" presName="Image" presStyleLbl="bgShp"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rcRect/>
          <a:stretch>
            <a:fillRect/>
          </a:stretch>
        </a:blipFill>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03B90F19-4DDB-A545-800B-F19185DE5184}" type="pres">
      <dgm:prSet presAssocID="{8BE94F4B-B2E0-4491-BEB8-4044BECC432B}" presName="Parent" presStyleLbl="node0" presStyleIdx="1" presStyleCnt="3">
        <dgm:presLayoutVars>
          <dgm:bulletEnabled val="1"/>
        </dgm:presLayoutVars>
      </dgm:prSet>
      <dgm:spPr/>
    </dgm:pt>
    <dgm:pt modelId="{1BDBCB06-A741-3245-9176-EBDA904148CA}" type="pres">
      <dgm:prSet presAssocID="{401B9E90-D869-48E3-BA6F-2465EE4A1F75}" presName="sibTrans" presStyleCnt="0"/>
      <dgm:spPr/>
    </dgm:pt>
    <dgm:pt modelId="{F8BFEA3C-1DA9-C649-A6B8-1AA760033559}" type="pres">
      <dgm:prSet presAssocID="{A11BA585-D037-41EC-9610-98170D347539}" presName="composite" presStyleCnt="0"/>
      <dgm:spPr/>
    </dgm:pt>
    <dgm:pt modelId="{321FD693-37E9-B74F-8AC2-72EDFFAF70D8}" type="pres">
      <dgm:prSet presAssocID="{A11BA585-D037-41EC-9610-98170D347539}" presName="Image" presStyleLbl="bgShp"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rcRect/>
          <a:stretch>
            <a:fillRect/>
          </a:stretch>
        </a:blipFill>
      </dgm:spPr>
      <dgm:extLst>
        <a:ext uri="{E40237B7-FDA0-4F09-8148-C483321AD2D9}">
          <dgm14:cNvPr xmlns:dgm14="http://schemas.microsoft.com/office/drawing/2010/diagram" id="0" name="">
            <a:extLst>
              <a:ext uri="{C183D7F6-B498-43B3-948B-1728B52AA6E4}">
                <adec:decorative xmlns:adec="http://schemas.microsoft.com/office/drawing/2017/decorative" val="1"/>
              </a:ext>
            </a:extLst>
          </dgm14:cNvPr>
        </a:ext>
      </dgm:extLst>
    </dgm:pt>
    <dgm:pt modelId="{5B87DD87-B9D3-234B-9BFE-4FEFBE68C84C}" type="pres">
      <dgm:prSet presAssocID="{A11BA585-D037-41EC-9610-98170D347539}" presName="Parent" presStyleLbl="node0" presStyleIdx="2" presStyleCnt="3">
        <dgm:presLayoutVars>
          <dgm:bulletEnabled val="1"/>
        </dgm:presLayoutVars>
      </dgm:prSet>
      <dgm:spPr/>
    </dgm:pt>
  </dgm:ptLst>
  <dgm:cxnLst>
    <dgm:cxn modelId="{074D121F-D9EB-498F-AAA8-00F5FE4A0A1D}" srcId="{9F875940-8A7D-4892-9A2E-0FF1066665D0}" destId="{A11BA585-D037-41EC-9610-98170D347539}" srcOrd="2" destOrd="0" parTransId="{988AE345-A974-4997-B23A-320C35159F09}" sibTransId="{FE5076FE-5338-4319-AE99-64408E4A813E}"/>
    <dgm:cxn modelId="{A9F0EE36-EC5F-C642-953A-30FFA6674375}" type="presOf" srcId="{A11BA585-D037-41EC-9610-98170D347539}" destId="{5B87DD87-B9D3-234B-9BFE-4FEFBE68C84C}" srcOrd="0" destOrd="0" presId="urn:microsoft.com/office/officeart/2008/layout/BendingPictureCaption"/>
    <dgm:cxn modelId="{D92D023E-E6F6-4A2B-B0FC-5FE3F48E935F}" srcId="{9F875940-8A7D-4892-9A2E-0FF1066665D0}" destId="{8BE94F4B-B2E0-4491-BEB8-4044BECC432B}" srcOrd="1" destOrd="0" parTransId="{F8F4618A-2F61-414F-983A-EB736C957836}" sibTransId="{401B9E90-D869-48E3-BA6F-2465EE4A1F75}"/>
    <dgm:cxn modelId="{3366368E-4983-D846-A8C0-FD9491B53967}" type="presOf" srcId="{9F875940-8A7D-4892-9A2E-0FF1066665D0}" destId="{AFB013A8-123F-2542-AB09-26A45B398E0B}" srcOrd="0" destOrd="0" presId="urn:microsoft.com/office/officeart/2008/layout/BendingPictureCaption"/>
    <dgm:cxn modelId="{0247C0A3-F058-514F-B356-7CC81D1C22D5}" type="presOf" srcId="{8BE94F4B-B2E0-4491-BEB8-4044BECC432B}" destId="{03B90F19-4DDB-A545-800B-F19185DE5184}" srcOrd="0" destOrd="0" presId="urn:microsoft.com/office/officeart/2008/layout/BendingPictureCaption"/>
    <dgm:cxn modelId="{6AC754C7-1D6B-7743-8CB4-E0114C35BD30}" type="presOf" srcId="{73F46F95-B5DA-4B73-BC87-826084B18A4E}" destId="{D368131B-3AD5-D046-9106-F62614E62E23}" srcOrd="0" destOrd="0" presId="urn:microsoft.com/office/officeart/2008/layout/BendingPictureCaption"/>
    <dgm:cxn modelId="{0545BDF8-9D0F-49B6-B3D5-4FB98FF13EE6}" srcId="{9F875940-8A7D-4892-9A2E-0FF1066665D0}" destId="{73F46F95-B5DA-4B73-BC87-826084B18A4E}" srcOrd="0" destOrd="0" parTransId="{E53F34AF-77F1-4C3E-872C-F316E8A8AA5B}" sibTransId="{FE1B6E8D-9A79-4ED3-A7E0-F6FA2ECA87BD}"/>
    <dgm:cxn modelId="{4033BE92-714A-8B47-AEE5-44A632BDD194}" type="presParOf" srcId="{AFB013A8-123F-2542-AB09-26A45B398E0B}" destId="{0404573F-414A-C849-BCA9-903267C50A53}" srcOrd="0" destOrd="0" presId="urn:microsoft.com/office/officeart/2008/layout/BendingPictureCaption"/>
    <dgm:cxn modelId="{DE85670C-1716-7240-8C30-056ECA0B92E0}" type="presParOf" srcId="{0404573F-414A-C849-BCA9-903267C50A53}" destId="{4D137090-BBD5-D941-9988-16A9768E8B3B}" srcOrd="0" destOrd="0" presId="urn:microsoft.com/office/officeart/2008/layout/BendingPictureCaption"/>
    <dgm:cxn modelId="{6912F50A-5DD1-E84F-BD6B-FDD10364A227}" type="presParOf" srcId="{0404573F-414A-C849-BCA9-903267C50A53}" destId="{D368131B-3AD5-D046-9106-F62614E62E23}" srcOrd="1" destOrd="0" presId="urn:microsoft.com/office/officeart/2008/layout/BendingPictureCaption"/>
    <dgm:cxn modelId="{EE503AFC-B42A-9C4A-95F2-132CBC8A8AB6}" type="presParOf" srcId="{AFB013A8-123F-2542-AB09-26A45B398E0B}" destId="{85329CD5-F0DF-BE44-816C-1DBA94C4C8BA}" srcOrd="1" destOrd="0" presId="urn:microsoft.com/office/officeart/2008/layout/BendingPictureCaption"/>
    <dgm:cxn modelId="{EAA6CE7F-615A-604A-9DE1-B3F65DAD963C}" type="presParOf" srcId="{AFB013A8-123F-2542-AB09-26A45B398E0B}" destId="{670296CE-4CD5-4244-91F6-141CA843A256}" srcOrd="2" destOrd="0" presId="urn:microsoft.com/office/officeart/2008/layout/BendingPictureCaption"/>
    <dgm:cxn modelId="{E83E9891-BAFB-5A48-9F29-378603FA5BD2}" type="presParOf" srcId="{670296CE-4CD5-4244-91F6-141CA843A256}" destId="{A7B5C832-B717-0041-BD48-192B771D6954}" srcOrd="0" destOrd="0" presId="urn:microsoft.com/office/officeart/2008/layout/BendingPictureCaption"/>
    <dgm:cxn modelId="{F013112B-F51C-2644-9B90-7F3B040AA5A9}" type="presParOf" srcId="{670296CE-4CD5-4244-91F6-141CA843A256}" destId="{03B90F19-4DDB-A545-800B-F19185DE5184}" srcOrd="1" destOrd="0" presId="urn:microsoft.com/office/officeart/2008/layout/BendingPictureCaption"/>
    <dgm:cxn modelId="{58A759F6-C0E6-4246-AF25-6B89E14AFAD2}" type="presParOf" srcId="{AFB013A8-123F-2542-AB09-26A45B398E0B}" destId="{1BDBCB06-A741-3245-9176-EBDA904148CA}" srcOrd="3" destOrd="0" presId="urn:microsoft.com/office/officeart/2008/layout/BendingPictureCaption"/>
    <dgm:cxn modelId="{AC60BD3C-497E-A14B-8989-D4FEBD3404FE}" type="presParOf" srcId="{AFB013A8-123F-2542-AB09-26A45B398E0B}" destId="{F8BFEA3C-1DA9-C649-A6B8-1AA760033559}" srcOrd="4" destOrd="0" presId="urn:microsoft.com/office/officeart/2008/layout/BendingPictureCaption"/>
    <dgm:cxn modelId="{C575C695-0200-C740-A831-28454CA70C02}" type="presParOf" srcId="{F8BFEA3C-1DA9-C649-A6B8-1AA760033559}" destId="{321FD693-37E9-B74F-8AC2-72EDFFAF70D8}" srcOrd="0" destOrd="0" presId="urn:microsoft.com/office/officeart/2008/layout/BendingPictureCaption"/>
    <dgm:cxn modelId="{6F16035C-F786-5145-8B12-2DAE7A8FA1EB}" type="presParOf" srcId="{F8BFEA3C-1DA9-C649-A6B8-1AA760033559}" destId="{5B87DD87-B9D3-234B-9BFE-4FEFBE68C84C}" srcOrd="1" destOrd="0" presId="urn:microsoft.com/office/officeart/2008/layout/BendingPictureCaption"/>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E6DCA957-1D74-461F-8389-2DD94EA65438}" type="doc">
      <dgm:prSet loTypeId="urn:microsoft.com/office/officeart/2005/8/layout/list1" loCatId="list" qsTypeId="urn:microsoft.com/office/officeart/2005/8/quickstyle/simple2" qsCatId="simple" csTypeId="urn:microsoft.com/office/officeart/2005/8/colors/accent1_2" csCatId="accent1" phldr="1"/>
      <dgm:spPr/>
      <dgm:t>
        <a:bodyPr/>
        <a:lstStyle/>
        <a:p>
          <a:endParaRPr lang="en-US"/>
        </a:p>
      </dgm:t>
    </dgm:pt>
    <dgm:pt modelId="{CB75D30D-C267-40FF-89AF-D2D1EC5407EF}">
      <dgm:prSet phldrT="[Text]"/>
      <dgm:spPr>
        <a:solidFill>
          <a:srgbClr val="004F71"/>
        </a:solidFill>
      </dgm:spPr>
      <dgm:t>
        <a:bodyPr/>
        <a:lstStyle/>
        <a:p>
          <a:r>
            <a:rPr lang="en-US" dirty="0"/>
            <a:t>Fault Tolerance</a:t>
          </a:r>
        </a:p>
      </dgm:t>
    </dgm:pt>
    <dgm:pt modelId="{72DAE04B-9705-44CB-A97D-EEC1BD1D3BEF}" type="parTrans" cxnId="{2781B0B9-88F7-48B8-882E-BFBD3DFC00B6}">
      <dgm:prSet/>
      <dgm:spPr/>
      <dgm:t>
        <a:bodyPr/>
        <a:lstStyle/>
        <a:p>
          <a:endParaRPr lang="en-US"/>
        </a:p>
      </dgm:t>
    </dgm:pt>
    <dgm:pt modelId="{E5FF4022-920A-443D-B36D-95D63B854B0F}" type="sibTrans" cxnId="{2781B0B9-88F7-48B8-882E-BFBD3DFC00B6}">
      <dgm:prSet/>
      <dgm:spPr/>
      <dgm:t>
        <a:bodyPr/>
        <a:lstStyle/>
        <a:p>
          <a:endParaRPr lang="en-US"/>
        </a:p>
      </dgm:t>
    </dgm:pt>
    <dgm:pt modelId="{6CA36B3C-85DC-4D86-8733-07863D66EB02}">
      <dgm:prSet phldrT="[Text]"/>
      <dgm:spPr>
        <a:solidFill>
          <a:srgbClr val="004F71"/>
        </a:solidFill>
      </dgm:spPr>
      <dgm:t>
        <a:bodyPr/>
        <a:lstStyle/>
        <a:p>
          <a:r>
            <a:rPr lang="en-US" dirty="0"/>
            <a:t>Redundancy</a:t>
          </a:r>
        </a:p>
      </dgm:t>
    </dgm:pt>
    <dgm:pt modelId="{48527E53-4889-4F6D-B796-947F940E874D}" type="parTrans" cxnId="{CFBAEE26-76AF-40F2-A398-130D5365FD68}">
      <dgm:prSet/>
      <dgm:spPr/>
      <dgm:t>
        <a:bodyPr/>
        <a:lstStyle/>
        <a:p>
          <a:endParaRPr lang="en-US"/>
        </a:p>
      </dgm:t>
    </dgm:pt>
    <dgm:pt modelId="{33E4B1C6-B95F-4375-828B-04D2EF8C0D80}" type="sibTrans" cxnId="{CFBAEE26-76AF-40F2-A398-130D5365FD68}">
      <dgm:prSet/>
      <dgm:spPr/>
      <dgm:t>
        <a:bodyPr/>
        <a:lstStyle/>
        <a:p>
          <a:endParaRPr lang="en-US"/>
        </a:p>
      </dgm:t>
    </dgm:pt>
    <dgm:pt modelId="{F8F69915-60E3-4B03-8019-CF97032C1F7E}">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Maintains operation despite component failure</a:t>
          </a:r>
        </a:p>
      </dgm:t>
    </dgm:pt>
    <dgm:pt modelId="{5E9DC27F-017A-4766-BDF7-13FCA715C328}" type="parTrans" cxnId="{7DF57EA1-4260-454C-9802-CA6989E7770D}">
      <dgm:prSet/>
      <dgm:spPr/>
      <dgm:t>
        <a:bodyPr/>
        <a:lstStyle/>
        <a:p>
          <a:endParaRPr lang="en-US"/>
        </a:p>
      </dgm:t>
    </dgm:pt>
    <dgm:pt modelId="{F5A22967-803A-4CF2-B9C7-A26E322BBB19}" type="sibTrans" cxnId="{7DF57EA1-4260-454C-9802-CA6989E7770D}">
      <dgm:prSet/>
      <dgm:spPr/>
      <dgm:t>
        <a:bodyPr/>
        <a:lstStyle/>
        <a:p>
          <a:endParaRPr lang="en-US"/>
        </a:p>
      </dgm:t>
    </dgm:pt>
    <dgm:pt modelId="{D36E2FA6-AE06-4702-B971-314DC71F8554}">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Operates at reduced capacity instead of shutting down</a:t>
          </a:r>
        </a:p>
      </dgm:t>
    </dgm:pt>
    <dgm:pt modelId="{008854B9-2942-48F8-9690-470C67AAAF7D}" type="parTrans" cxnId="{CCDA4386-7244-489A-92FB-F68CD006DFCC}">
      <dgm:prSet/>
      <dgm:spPr/>
      <dgm:t>
        <a:bodyPr/>
        <a:lstStyle/>
        <a:p>
          <a:endParaRPr lang="en-US"/>
        </a:p>
      </dgm:t>
    </dgm:pt>
    <dgm:pt modelId="{344FF863-16B3-4C21-84A7-D29A8335859E}" type="sibTrans" cxnId="{CCDA4386-7244-489A-92FB-F68CD006DFCC}">
      <dgm:prSet/>
      <dgm:spPr/>
      <dgm:t>
        <a:bodyPr/>
        <a:lstStyle/>
        <a:p>
          <a:endParaRPr lang="en-US"/>
        </a:p>
      </dgm:t>
    </dgm:pt>
    <dgm:pt modelId="{B9C591FC-1223-4BD0-A483-3B8DD86F2095}">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Uses replication, error checking, and failover </a:t>
          </a:r>
        </a:p>
      </dgm:t>
    </dgm:pt>
    <dgm:pt modelId="{25BAFBD6-9C48-452A-8278-6E5FF85DFFF2}" type="parTrans" cxnId="{93E6C75E-D62D-418B-A7D7-439A477B723C}">
      <dgm:prSet/>
      <dgm:spPr/>
      <dgm:t>
        <a:bodyPr/>
        <a:lstStyle/>
        <a:p>
          <a:endParaRPr lang="en-US"/>
        </a:p>
      </dgm:t>
    </dgm:pt>
    <dgm:pt modelId="{672C27FF-2568-486C-97A7-2CEE9A99CEB1}" type="sibTrans" cxnId="{93E6C75E-D62D-418B-A7D7-439A477B723C}">
      <dgm:prSet/>
      <dgm:spPr/>
      <dgm:t>
        <a:bodyPr/>
        <a:lstStyle/>
        <a:p>
          <a:endParaRPr lang="en-US"/>
        </a:p>
      </dgm:t>
    </dgm:pt>
    <dgm:pt modelId="{1838E51B-1F09-469A-B53A-EB742CDDF709}">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Duplicates key components for higher reliability</a:t>
          </a:r>
        </a:p>
      </dgm:t>
    </dgm:pt>
    <dgm:pt modelId="{5C54D89E-6BBD-4151-875E-51D98988A9F9}" type="parTrans" cxnId="{FB5DC9D6-5AB7-4E16-9E63-7D6C2D65A44C}">
      <dgm:prSet/>
      <dgm:spPr/>
      <dgm:t>
        <a:bodyPr/>
        <a:lstStyle/>
        <a:p>
          <a:endParaRPr lang="en-US"/>
        </a:p>
      </dgm:t>
    </dgm:pt>
    <dgm:pt modelId="{03DF296B-19AC-497A-9D3B-9A5935E223C1}" type="sibTrans" cxnId="{FB5DC9D6-5AB7-4E16-9E63-7D6C2D65A44C}">
      <dgm:prSet/>
      <dgm:spPr/>
      <dgm:t>
        <a:bodyPr/>
        <a:lstStyle/>
        <a:p>
          <a:endParaRPr lang="en-US"/>
        </a:p>
      </dgm:t>
    </dgm:pt>
    <dgm:pt modelId="{D91DD357-2AFB-4612-A3F1-386F84017B92}">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Offers backup paths/capacity for failed components</a:t>
          </a:r>
        </a:p>
      </dgm:t>
    </dgm:pt>
    <dgm:pt modelId="{45D7F981-5307-4E02-BA12-7889D405D0B0}" type="parTrans" cxnId="{16A61AA7-29A0-45CA-A8DE-AC3D291941AD}">
      <dgm:prSet/>
      <dgm:spPr/>
      <dgm:t>
        <a:bodyPr/>
        <a:lstStyle/>
        <a:p>
          <a:endParaRPr lang="en-US"/>
        </a:p>
      </dgm:t>
    </dgm:pt>
    <dgm:pt modelId="{F79F5C0A-4A8C-4687-A290-91484154D30F}" type="sibTrans" cxnId="{16A61AA7-29A0-45CA-A8DE-AC3D291941AD}">
      <dgm:prSet/>
      <dgm:spPr/>
      <dgm:t>
        <a:bodyPr/>
        <a:lstStyle/>
        <a:p>
          <a:endParaRPr lang="en-US"/>
        </a:p>
      </dgm:t>
    </dgm:pt>
    <dgm:pt modelId="{194C0067-5126-479D-906C-FB89DCBB9BF7}">
      <dgm:prSet phldrT="[Text]"/>
      <dgm:spPr>
        <a:solidFill>
          <a:schemeClr val="bg1">
            <a:lumMod val="95000"/>
            <a:alpha val="90000"/>
          </a:schemeClr>
        </a:solidFill>
        <a:ln w="9525">
          <a:solidFill>
            <a:schemeClr val="bg1">
              <a:lumMod val="85000"/>
            </a:schemeClr>
          </a:solidFill>
        </a:ln>
      </dgm:spPr>
      <dgm:t>
        <a:bodyPr/>
        <a:lstStyle/>
        <a:p>
          <a:r>
            <a:rPr lang="en-US" dirty="0">
              <a:solidFill>
                <a:srgbClr val="20282F"/>
              </a:solidFill>
            </a:rPr>
            <a:t>Prevents system collapse from any single failure</a:t>
          </a:r>
        </a:p>
      </dgm:t>
    </dgm:pt>
    <dgm:pt modelId="{D1625662-3355-4C24-86AD-D50FF0832E93}" type="parTrans" cxnId="{5AA9BAC4-2EC8-4D47-9AB6-30B17BBB1FF3}">
      <dgm:prSet/>
      <dgm:spPr/>
      <dgm:t>
        <a:bodyPr/>
        <a:lstStyle/>
        <a:p>
          <a:endParaRPr lang="en-US"/>
        </a:p>
      </dgm:t>
    </dgm:pt>
    <dgm:pt modelId="{2DD164E3-9181-42D5-8A0D-A9DDC53E743B}" type="sibTrans" cxnId="{5AA9BAC4-2EC8-4D47-9AB6-30B17BBB1FF3}">
      <dgm:prSet/>
      <dgm:spPr/>
      <dgm:t>
        <a:bodyPr/>
        <a:lstStyle/>
        <a:p>
          <a:endParaRPr lang="en-US"/>
        </a:p>
      </dgm:t>
    </dgm:pt>
    <dgm:pt modelId="{D0769EBB-38B9-D543-BA0C-0945338C1886}" type="pres">
      <dgm:prSet presAssocID="{E6DCA957-1D74-461F-8389-2DD94EA65438}" presName="linear" presStyleCnt="0">
        <dgm:presLayoutVars>
          <dgm:dir/>
          <dgm:animLvl val="lvl"/>
          <dgm:resizeHandles val="exact"/>
        </dgm:presLayoutVars>
      </dgm:prSet>
      <dgm:spPr/>
    </dgm:pt>
    <dgm:pt modelId="{90B7409F-4A4A-5545-8347-E72771744665}" type="pres">
      <dgm:prSet presAssocID="{CB75D30D-C267-40FF-89AF-D2D1EC5407EF}" presName="parentLin" presStyleCnt="0"/>
      <dgm:spPr/>
    </dgm:pt>
    <dgm:pt modelId="{67B845C6-97B4-A94D-92AC-3CBF68C9B545}" type="pres">
      <dgm:prSet presAssocID="{CB75D30D-C267-40FF-89AF-D2D1EC5407EF}" presName="parentLeftMargin" presStyleLbl="node1" presStyleIdx="0" presStyleCnt="2"/>
      <dgm:spPr/>
    </dgm:pt>
    <dgm:pt modelId="{7CF850CA-E9E7-BF49-83FA-CD2F1D5AAE9B}" type="pres">
      <dgm:prSet presAssocID="{CB75D30D-C267-40FF-89AF-D2D1EC5407EF}" presName="parentText" presStyleLbl="node1" presStyleIdx="0" presStyleCnt="2">
        <dgm:presLayoutVars>
          <dgm:chMax val="0"/>
          <dgm:bulletEnabled val="1"/>
        </dgm:presLayoutVars>
      </dgm:prSet>
      <dgm:spPr/>
    </dgm:pt>
    <dgm:pt modelId="{B6CD2CDF-063B-4B48-873F-2183CA4B3B41}" type="pres">
      <dgm:prSet presAssocID="{CB75D30D-C267-40FF-89AF-D2D1EC5407EF}" presName="negativeSpace" presStyleCnt="0"/>
      <dgm:spPr/>
    </dgm:pt>
    <dgm:pt modelId="{1C581A4C-C04E-5F49-A12C-DCE02927DDD6}" type="pres">
      <dgm:prSet presAssocID="{CB75D30D-C267-40FF-89AF-D2D1EC5407EF}" presName="childText" presStyleLbl="conFgAcc1" presStyleIdx="0" presStyleCnt="2">
        <dgm:presLayoutVars>
          <dgm:bulletEnabled val="1"/>
        </dgm:presLayoutVars>
      </dgm:prSet>
      <dgm:spPr/>
    </dgm:pt>
    <dgm:pt modelId="{99F1EAC7-C0BB-7F44-9BEB-893A31D685F0}" type="pres">
      <dgm:prSet presAssocID="{E5FF4022-920A-443D-B36D-95D63B854B0F}" presName="spaceBetweenRectangles" presStyleCnt="0"/>
      <dgm:spPr/>
    </dgm:pt>
    <dgm:pt modelId="{82074F37-19F8-0344-A9ED-5FCF3FC0A0C8}" type="pres">
      <dgm:prSet presAssocID="{6CA36B3C-85DC-4D86-8733-07863D66EB02}" presName="parentLin" presStyleCnt="0"/>
      <dgm:spPr/>
    </dgm:pt>
    <dgm:pt modelId="{276068CB-498F-4F41-AC8C-92899DDCF4D1}" type="pres">
      <dgm:prSet presAssocID="{6CA36B3C-85DC-4D86-8733-07863D66EB02}" presName="parentLeftMargin" presStyleLbl="node1" presStyleIdx="0" presStyleCnt="2"/>
      <dgm:spPr/>
    </dgm:pt>
    <dgm:pt modelId="{30DC8B34-3CC6-7C45-B8C4-0C48D5D0C4D0}" type="pres">
      <dgm:prSet presAssocID="{6CA36B3C-85DC-4D86-8733-07863D66EB02}" presName="parentText" presStyleLbl="node1" presStyleIdx="1" presStyleCnt="2">
        <dgm:presLayoutVars>
          <dgm:chMax val="0"/>
          <dgm:bulletEnabled val="1"/>
        </dgm:presLayoutVars>
      </dgm:prSet>
      <dgm:spPr/>
    </dgm:pt>
    <dgm:pt modelId="{ADFCD85A-D3A3-C64E-B64B-C5099118392B}" type="pres">
      <dgm:prSet presAssocID="{6CA36B3C-85DC-4D86-8733-07863D66EB02}" presName="negativeSpace" presStyleCnt="0"/>
      <dgm:spPr/>
    </dgm:pt>
    <dgm:pt modelId="{1DF2E1D5-421D-5C43-B8D1-7BD198CBD0BA}" type="pres">
      <dgm:prSet presAssocID="{6CA36B3C-85DC-4D86-8733-07863D66EB02}" presName="childText" presStyleLbl="conFgAcc1" presStyleIdx="1" presStyleCnt="2">
        <dgm:presLayoutVars>
          <dgm:bulletEnabled val="1"/>
        </dgm:presLayoutVars>
      </dgm:prSet>
      <dgm:spPr/>
    </dgm:pt>
  </dgm:ptLst>
  <dgm:cxnLst>
    <dgm:cxn modelId="{1E80A301-4F22-0C48-90A5-487540EF1A31}" type="presOf" srcId="{6CA36B3C-85DC-4D86-8733-07863D66EB02}" destId="{276068CB-498F-4F41-AC8C-92899DDCF4D1}" srcOrd="0" destOrd="0" presId="urn:microsoft.com/office/officeart/2005/8/layout/list1"/>
    <dgm:cxn modelId="{1DA2140B-B431-374B-8C4D-CDA40CAB1F57}" type="presOf" srcId="{194C0067-5126-479D-906C-FB89DCBB9BF7}" destId="{1DF2E1D5-421D-5C43-B8D1-7BD198CBD0BA}" srcOrd="0" destOrd="2" presId="urn:microsoft.com/office/officeart/2005/8/layout/list1"/>
    <dgm:cxn modelId="{CFBAEE26-76AF-40F2-A398-130D5365FD68}" srcId="{E6DCA957-1D74-461F-8389-2DD94EA65438}" destId="{6CA36B3C-85DC-4D86-8733-07863D66EB02}" srcOrd="1" destOrd="0" parTransId="{48527E53-4889-4F6D-B796-947F940E874D}" sibTransId="{33E4B1C6-B95F-4375-828B-04D2EF8C0D80}"/>
    <dgm:cxn modelId="{3809725C-AD28-054B-92F3-9DE258387F52}" type="presOf" srcId="{1838E51B-1F09-469A-B53A-EB742CDDF709}" destId="{1DF2E1D5-421D-5C43-B8D1-7BD198CBD0BA}" srcOrd="0" destOrd="0" presId="urn:microsoft.com/office/officeart/2005/8/layout/list1"/>
    <dgm:cxn modelId="{93E6C75E-D62D-418B-A7D7-439A477B723C}" srcId="{CB75D30D-C267-40FF-89AF-D2D1EC5407EF}" destId="{B9C591FC-1223-4BD0-A483-3B8DD86F2095}" srcOrd="2" destOrd="0" parTransId="{25BAFBD6-9C48-452A-8278-6E5FF85DFFF2}" sibTransId="{672C27FF-2568-486C-97A7-2CEE9A99CEB1}"/>
    <dgm:cxn modelId="{9B2BB441-5168-074E-9C65-7A8645AC561D}" type="presOf" srcId="{B9C591FC-1223-4BD0-A483-3B8DD86F2095}" destId="{1C581A4C-C04E-5F49-A12C-DCE02927DDD6}" srcOrd="0" destOrd="2" presId="urn:microsoft.com/office/officeart/2005/8/layout/list1"/>
    <dgm:cxn modelId="{354DC753-E18B-244B-8268-9D0E6F4B6183}" type="presOf" srcId="{F8F69915-60E3-4B03-8019-CF97032C1F7E}" destId="{1C581A4C-C04E-5F49-A12C-DCE02927DDD6}" srcOrd="0" destOrd="0" presId="urn:microsoft.com/office/officeart/2005/8/layout/list1"/>
    <dgm:cxn modelId="{CCDA4386-7244-489A-92FB-F68CD006DFCC}" srcId="{CB75D30D-C267-40FF-89AF-D2D1EC5407EF}" destId="{D36E2FA6-AE06-4702-B971-314DC71F8554}" srcOrd="1" destOrd="0" parTransId="{008854B9-2942-48F8-9690-470C67AAAF7D}" sibTransId="{344FF863-16B3-4C21-84A7-D29A8335859E}"/>
    <dgm:cxn modelId="{35DF0889-CEF9-B448-8A17-BC4CDC1B03B5}" type="presOf" srcId="{6CA36B3C-85DC-4D86-8733-07863D66EB02}" destId="{30DC8B34-3CC6-7C45-B8C4-0C48D5D0C4D0}" srcOrd="1" destOrd="0" presId="urn:microsoft.com/office/officeart/2005/8/layout/list1"/>
    <dgm:cxn modelId="{8D59B09F-7C1F-7040-8716-99A1169DF44C}" type="presOf" srcId="{D36E2FA6-AE06-4702-B971-314DC71F8554}" destId="{1C581A4C-C04E-5F49-A12C-DCE02927DDD6}" srcOrd="0" destOrd="1" presId="urn:microsoft.com/office/officeart/2005/8/layout/list1"/>
    <dgm:cxn modelId="{7DF57EA1-4260-454C-9802-CA6989E7770D}" srcId="{CB75D30D-C267-40FF-89AF-D2D1EC5407EF}" destId="{F8F69915-60E3-4B03-8019-CF97032C1F7E}" srcOrd="0" destOrd="0" parTransId="{5E9DC27F-017A-4766-BDF7-13FCA715C328}" sibTransId="{F5A22967-803A-4CF2-B9C7-A26E322BBB19}"/>
    <dgm:cxn modelId="{16A61AA7-29A0-45CA-A8DE-AC3D291941AD}" srcId="{6CA36B3C-85DC-4D86-8733-07863D66EB02}" destId="{D91DD357-2AFB-4612-A3F1-386F84017B92}" srcOrd="1" destOrd="0" parTransId="{45D7F981-5307-4E02-BA12-7889D405D0B0}" sibTransId="{F79F5C0A-4A8C-4687-A290-91484154D30F}"/>
    <dgm:cxn modelId="{2781B0B9-88F7-48B8-882E-BFBD3DFC00B6}" srcId="{E6DCA957-1D74-461F-8389-2DD94EA65438}" destId="{CB75D30D-C267-40FF-89AF-D2D1EC5407EF}" srcOrd="0" destOrd="0" parTransId="{72DAE04B-9705-44CB-A97D-EEC1BD1D3BEF}" sibTransId="{E5FF4022-920A-443D-B36D-95D63B854B0F}"/>
    <dgm:cxn modelId="{5AA9BAC4-2EC8-4D47-9AB6-30B17BBB1FF3}" srcId="{6CA36B3C-85DC-4D86-8733-07863D66EB02}" destId="{194C0067-5126-479D-906C-FB89DCBB9BF7}" srcOrd="2" destOrd="0" parTransId="{D1625662-3355-4C24-86AD-D50FF0832E93}" sibTransId="{2DD164E3-9181-42D5-8A0D-A9DDC53E743B}"/>
    <dgm:cxn modelId="{0380D9C4-D240-0B4A-B444-B4EBC357BA84}" type="presOf" srcId="{E6DCA957-1D74-461F-8389-2DD94EA65438}" destId="{D0769EBB-38B9-D543-BA0C-0945338C1886}" srcOrd="0" destOrd="0" presId="urn:microsoft.com/office/officeart/2005/8/layout/list1"/>
    <dgm:cxn modelId="{4F5FBFCA-98B5-944E-8041-B98394F42EC7}" type="presOf" srcId="{CB75D30D-C267-40FF-89AF-D2D1EC5407EF}" destId="{7CF850CA-E9E7-BF49-83FA-CD2F1D5AAE9B}" srcOrd="1" destOrd="0" presId="urn:microsoft.com/office/officeart/2005/8/layout/list1"/>
    <dgm:cxn modelId="{4E9834D4-BAE1-3B4F-B04B-2852E03A1D83}" type="presOf" srcId="{D91DD357-2AFB-4612-A3F1-386F84017B92}" destId="{1DF2E1D5-421D-5C43-B8D1-7BD198CBD0BA}" srcOrd="0" destOrd="1" presId="urn:microsoft.com/office/officeart/2005/8/layout/list1"/>
    <dgm:cxn modelId="{FB5DC9D6-5AB7-4E16-9E63-7D6C2D65A44C}" srcId="{6CA36B3C-85DC-4D86-8733-07863D66EB02}" destId="{1838E51B-1F09-469A-B53A-EB742CDDF709}" srcOrd="0" destOrd="0" parTransId="{5C54D89E-6BBD-4151-875E-51D98988A9F9}" sibTransId="{03DF296B-19AC-497A-9D3B-9A5935E223C1}"/>
    <dgm:cxn modelId="{38F507F3-8242-9C40-8865-499BF4D98734}" type="presOf" srcId="{CB75D30D-C267-40FF-89AF-D2D1EC5407EF}" destId="{67B845C6-97B4-A94D-92AC-3CBF68C9B545}" srcOrd="0" destOrd="0" presId="urn:microsoft.com/office/officeart/2005/8/layout/list1"/>
    <dgm:cxn modelId="{01A8507E-AFE7-F342-A698-8B1270EF11DF}" type="presParOf" srcId="{D0769EBB-38B9-D543-BA0C-0945338C1886}" destId="{90B7409F-4A4A-5545-8347-E72771744665}" srcOrd="0" destOrd="0" presId="urn:microsoft.com/office/officeart/2005/8/layout/list1"/>
    <dgm:cxn modelId="{E8484E36-C2EF-4F43-A348-2FA58D74EDA9}" type="presParOf" srcId="{90B7409F-4A4A-5545-8347-E72771744665}" destId="{67B845C6-97B4-A94D-92AC-3CBF68C9B545}" srcOrd="0" destOrd="0" presId="urn:microsoft.com/office/officeart/2005/8/layout/list1"/>
    <dgm:cxn modelId="{C950A13D-BDAB-D148-A13F-228DDE39F131}" type="presParOf" srcId="{90B7409F-4A4A-5545-8347-E72771744665}" destId="{7CF850CA-E9E7-BF49-83FA-CD2F1D5AAE9B}" srcOrd="1" destOrd="0" presId="urn:microsoft.com/office/officeart/2005/8/layout/list1"/>
    <dgm:cxn modelId="{019FB53C-6135-3A4D-96F0-D8657B819E18}" type="presParOf" srcId="{D0769EBB-38B9-D543-BA0C-0945338C1886}" destId="{B6CD2CDF-063B-4B48-873F-2183CA4B3B41}" srcOrd="1" destOrd="0" presId="urn:microsoft.com/office/officeart/2005/8/layout/list1"/>
    <dgm:cxn modelId="{890B91B7-7E50-E043-95B3-8233C842FDEB}" type="presParOf" srcId="{D0769EBB-38B9-D543-BA0C-0945338C1886}" destId="{1C581A4C-C04E-5F49-A12C-DCE02927DDD6}" srcOrd="2" destOrd="0" presId="urn:microsoft.com/office/officeart/2005/8/layout/list1"/>
    <dgm:cxn modelId="{0F88FCFE-6096-184F-988B-99EB13847042}" type="presParOf" srcId="{D0769EBB-38B9-D543-BA0C-0945338C1886}" destId="{99F1EAC7-C0BB-7F44-9BEB-893A31D685F0}" srcOrd="3" destOrd="0" presId="urn:microsoft.com/office/officeart/2005/8/layout/list1"/>
    <dgm:cxn modelId="{9CCC31F3-75B7-FB44-B70E-784E79FABA3A}" type="presParOf" srcId="{D0769EBB-38B9-D543-BA0C-0945338C1886}" destId="{82074F37-19F8-0344-A9ED-5FCF3FC0A0C8}" srcOrd="4" destOrd="0" presId="urn:microsoft.com/office/officeart/2005/8/layout/list1"/>
    <dgm:cxn modelId="{AFC639A0-F3D8-0B41-BCBD-DBBF5C1D837A}" type="presParOf" srcId="{82074F37-19F8-0344-A9ED-5FCF3FC0A0C8}" destId="{276068CB-498F-4F41-AC8C-92899DDCF4D1}" srcOrd="0" destOrd="0" presId="urn:microsoft.com/office/officeart/2005/8/layout/list1"/>
    <dgm:cxn modelId="{8517E6A2-748C-F147-AFAF-57B577996AD6}" type="presParOf" srcId="{82074F37-19F8-0344-A9ED-5FCF3FC0A0C8}" destId="{30DC8B34-3CC6-7C45-B8C4-0C48D5D0C4D0}" srcOrd="1" destOrd="0" presId="urn:microsoft.com/office/officeart/2005/8/layout/list1"/>
    <dgm:cxn modelId="{6CD4893F-2BDB-3749-9B53-8D2BFC2DF758}" type="presParOf" srcId="{D0769EBB-38B9-D543-BA0C-0945338C1886}" destId="{ADFCD85A-D3A3-C64E-B64B-C5099118392B}" srcOrd="5" destOrd="0" presId="urn:microsoft.com/office/officeart/2005/8/layout/list1"/>
    <dgm:cxn modelId="{79E92CC0-6094-6F4D-86B6-D32A5B665940}" type="presParOf" srcId="{D0769EBB-38B9-D543-BA0C-0945338C1886}" destId="{1DF2E1D5-421D-5C43-B8D1-7BD198CBD0BA}"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E6DCA957-1D74-461F-8389-2DD94EA65438}"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6CA36B3C-85DC-4D86-8733-07863D66EB02}">
      <dgm:prSet phldrT="[Text]" custT="1"/>
      <dgm:spPr/>
      <dgm:t>
        <a:bodyPr/>
        <a:lstStyle/>
        <a:p>
          <a:r>
            <a:rPr lang="en-US" sz="1600" dirty="0"/>
            <a:t>Mean time between failures (MTBF)</a:t>
          </a:r>
        </a:p>
      </dgm:t>
    </dgm:pt>
    <dgm:pt modelId="{48527E53-4889-4F6D-B796-947F940E874D}" type="parTrans" cxnId="{CFBAEE26-76AF-40F2-A398-130D5365FD68}">
      <dgm:prSet/>
      <dgm:spPr/>
      <dgm:t>
        <a:bodyPr/>
        <a:lstStyle/>
        <a:p>
          <a:endParaRPr lang="en-US"/>
        </a:p>
      </dgm:t>
    </dgm:pt>
    <dgm:pt modelId="{33E4B1C6-B95F-4375-828B-04D2EF8C0D80}" type="sibTrans" cxnId="{CFBAEE26-76AF-40F2-A398-130D5365FD68}">
      <dgm:prSet/>
      <dgm:spPr/>
      <dgm:t>
        <a:bodyPr/>
        <a:lstStyle/>
        <a:p>
          <a:endParaRPr lang="en-US"/>
        </a:p>
      </dgm:t>
    </dgm:pt>
    <dgm:pt modelId="{1356C5DA-EE94-4646-866F-954AC3406727}">
      <dgm:prSet phldrT="[Text]" custT="1"/>
      <dgm:spPr>
        <a:solidFill>
          <a:schemeClr val="bg1">
            <a:lumMod val="95000"/>
            <a:alpha val="90000"/>
          </a:schemeClr>
        </a:solidFill>
        <a:ln w="9525">
          <a:solidFill>
            <a:schemeClr val="bg1">
              <a:lumMod val="85000"/>
              <a:alpha val="90000"/>
            </a:schemeClr>
          </a:solidFill>
        </a:ln>
      </dgm:spPr>
      <dgm:t>
        <a:bodyPr/>
        <a:lstStyle/>
        <a:p>
          <a:r>
            <a:rPr lang="en-US" sz="1500" dirty="0">
              <a:solidFill>
                <a:srgbClr val="20282F"/>
              </a:solidFill>
            </a:rPr>
            <a:t>Average time between system failure </a:t>
          </a:r>
        </a:p>
      </dgm:t>
    </dgm:pt>
    <dgm:pt modelId="{EC7DECEA-58F1-456A-AE18-58205AF8F75D}" type="parTrans" cxnId="{77B5DD50-971B-43AD-BC49-89CAC630A321}">
      <dgm:prSet/>
      <dgm:spPr/>
      <dgm:t>
        <a:bodyPr/>
        <a:lstStyle/>
        <a:p>
          <a:endParaRPr lang="en-US"/>
        </a:p>
      </dgm:t>
    </dgm:pt>
    <dgm:pt modelId="{8B99522F-5948-4C1A-8AA9-C45CD069EC93}" type="sibTrans" cxnId="{77B5DD50-971B-43AD-BC49-89CAC630A321}">
      <dgm:prSet/>
      <dgm:spPr/>
      <dgm:t>
        <a:bodyPr/>
        <a:lstStyle/>
        <a:p>
          <a:endParaRPr lang="en-US"/>
        </a:p>
      </dgm:t>
    </dgm:pt>
    <dgm:pt modelId="{99D1060B-C2D9-418B-AD81-883F7D1905B4}">
      <dgm:prSet phldrT="[Text]" custT="1"/>
      <dgm:spPr>
        <a:solidFill>
          <a:schemeClr val="bg1">
            <a:lumMod val="95000"/>
            <a:alpha val="90000"/>
          </a:schemeClr>
        </a:solidFill>
        <a:ln w="9525">
          <a:solidFill>
            <a:schemeClr val="bg1">
              <a:lumMod val="85000"/>
              <a:alpha val="90000"/>
            </a:schemeClr>
          </a:solidFill>
        </a:ln>
      </dgm:spPr>
      <dgm:t>
        <a:bodyPr/>
        <a:lstStyle/>
        <a:p>
          <a:r>
            <a:rPr lang="en-US" sz="1500" dirty="0">
              <a:solidFill>
                <a:srgbClr val="20282F"/>
              </a:solidFill>
            </a:rPr>
            <a:t>Total operational time divided by # of failures</a:t>
          </a:r>
        </a:p>
      </dgm:t>
    </dgm:pt>
    <dgm:pt modelId="{999DCF7B-5AA9-45CB-9E8B-15334F3B5FCC}" type="parTrans" cxnId="{CCC19090-E6D7-4947-956F-00CA9E39BB7B}">
      <dgm:prSet/>
      <dgm:spPr/>
      <dgm:t>
        <a:bodyPr/>
        <a:lstStyle/>
        <a:p>
          <a:endParaRPr lang="en-US"/>
        </a:p>
      </dgm:t>
    </dgm:pt>
    <dgm:pt modelId="{05F25AE0-8073-4F05-9766-30132EC0F989}" type="sibTrans" cxnId="{CCC19090-E6D7-4947-956F-00CA9E39BB7B}">
      <dgm:prSet/>
      <dgm:spPr/>
      <dgm:t>
        <a:bodyPr/>
        <a:lstStyle/>
        <a:p>
          <a:endParaRPr lang="en-US"/>
        </a:p>
      </dgm:t>
    </dgm:pt>
    <dgm:pt modelId="{7365D6C3-D08B-4790-88A2-6155056C3EBA}">
      <dgm:prSet phldrT="[Text]" custT="1"/>
      <dgm:spPr/>
      <dgm:t>
        <a:bodyPr/>
        <a:lstStyle/>
        <a:p>
          <a:r>
            <a:rPr lang="en-US" sz="1600" dirty="0"/>
            <a:t>Mean time to failure (MTTF)</a:t>
          </a:r>
        </a:p>
      </dgm:t>
    </dgm:pt>
    <dgm:pt modelId="{CB769B34-95F7-488B-BFCE-4DADFB1D9496}" type="parTrans" cxnId="{D379B6CD-9402-43F6-8026-7792FC51EC6B}">
      <dgm:prSet/>
      <dgm:spPr/>
      <dgm:t>
        <a:bodyPr/>
        <a:lstStyle/>
        <a:p>
          <a:endParaRPr lang="en-US"/>
        </a:p>
      </dgm:t>
    </dgm:pt>
    <dgm:pt modelId="{4AACA1AF-C1AB-4709-A6DE-77C4C9B26396}" type="sibTrans" cxnId="{D379B6CD-9402-43F6-8026-7792FC51EC6B}">
      <dgm:prSet/>
      <dgm:spPr/>
      <dgm:t>
        <a:bodyPr/>
        <a:lstStyle/>
        <a:p>
          <a:endParaRPr lang="en-US"/>
        </a:p>
      </dgm:t>
    </dgm:pt>
    <dgm:pt modelId="{3A1A5A4A-3040-40BE-88D8-56E5C43B7BC4}">
      <dgm:prSet phldrT="[Text]" custT="1"/>
      <dgm:spPr>
        <a:solidFill>
          <a:schemeClr val="bg1">
            <a:lumMod val="95000"/>
            <a:alpha val="90000"/>
          </a:schemeClr>
        </a:solidFill>
        <a:ln w="9525">
          <a:solidFill>
            <a:schemeClr val="bg1">
              <a:lumMod val="85000"/>
              <a:alpha val="90000"/>
            </a:schemeClr>
          </a:solidFill>
        </a:ln>
      </dgm:spPr>
      <dgm:t>
        <a:bodyPr/>
        <a:lstStyle/>
        <a:p>
          <a:r>
            <a:rPr lang="en-US" sz="1500" dirty="0">
              <a:solidFill>
                <a:srgbClr val="20282F"/>
              </a:solidFill>
            </a:rPr>
            <a:t>Expected lifespan before a non-repairable </a:t>
          </a:r>
          <a:br>
            <a:rPr lang="en-US" sz="1500" dirty="0">
              <a:solidFill>
                <a:srgbClr val="20282F"/>
              </a:solidFill>
            </a:rPr>
          </a:br>
          <a:r>
            <a:rPr lang="en-US" sz="1500" dirty="0">
              <a:solidFill>
                <a:srgbClr val="20282F"/>
              </a:solidFill>
            </a:rPr>
            <a:t>system fails </a:t>
          </a:r>
        </a:p>
      </dgm:t>
    </dgm:pt>
    <dgm:pt modelId="{C8164CE5-C252-4EDC-8773-31B619BF4AB2}" type="parTrans" cxnId="{2705A8EC-48AF-43FF-8079-AF23EB389018}">
      <dgm:prSet/>
      <dgm:spPr/>
      <dgm:t>
        <a:bodyPr/>
        <a:lstStyle/>
        <a:p>
          <a:endParaRPr lang="en-US"/>
        </a:p>
      </dgm:t>
    </dgm:pt>
    <dgm:pt modelId="{CD24FC5D-2560-4462-A09D-854A772D88DE}" type="sibTrans" cxnId="{2705A8EC-48AF-43FF-8079-AF23EB389018}">
      <dgm:prSet/>
      <dgm:spPr/>
      <dgm:t>
        <a:bodyPr/>
        <a:lstStyle/>
        <a:p>
          <a:endParaRPr lang="en-US"/>
        </a:p>
      </dgm:t>
    </dgm:pt>
    <dgm:pt modelId="{8A7B424A-0122-4CBD-9F85-A044799BC5B8}">
      <dgm:prSet phldrT="[Text]" custT="1"/>
      <dgm:spPr>
        <a:solidFill>
          <a:schemeClr val="bg1">
            <a:lumMod val="95000"/>
            <a:alpha val="90000"/>
          </a:schemeClr>
        </a:solidFill>
        <a:ln w="9525">
          <a:solidFill>
            <a:schemeClr val="bg1">
              <a:lumMod val="85000"/>
              <a:alpha val="90000"/>
            </a:schemeClr>
          </a:solidFill>
        </a:ln>
      </dgm:spPr>
      <dgm:t>
        <a:bodyPr/>
        <a:lstStyle/>
        <a:p>
          <a:r>
            <a:rPr lang="en-US" sz="1500" dirty="0">
              <a:solidFill>
                <a:srgbClr val="20282F"/>
              </a:solidFill>
            </a:rPr>
            <a:t>Total operational time until failure divided by # of units</a:t>
          </a:r>
        </a:p>
      </dgm:t>
    </dgm:pt>
    <dgm:pt modelId="{7568A0D5-13CD-4D85-8631-8A2FB3720866}" type="parTrans" cxnId="{BB92761B-ED03-44C5-B697-F68D5EA617C1}">
      <dgm:prSet/>
      <dgm:spPr/>
      <dgm:t>
        <a:bodyPr/>
        <a:lstStyle/>
        <a:p>
          <a:endParaRPr lang="en-US"/>
        </a:p>
      </dgm:t>
    </dgm:pt>
    <dgm:pt modelId="{2682EB1B-214A-47F0-A2B1-08AC768BB855}" type="sibTrans" cxnId="{BB92761B-ED03-44C5-B697-F68D5EA617C1}">
      <dgm:prSet/>
      <dgm:spPr/>
      <dgm:t>
        <a:bodyPr/>
        <a:lstStyle/>
        <a:p>
          <a:endParaRPr lang="en-US"/>
        </a:p>
      </dgm:t>
    </dgm:pt>
    <dgm:pt modelId="{CD52D645-717C-4948-B118-2C546F7CC53E}">
      <dgm:prSet phldrT="[Text]" custT="1"/>
      <dgm:spPr/>
      <dgm:t>
        <a:bodyPr/>
        <a:lstStyle/>
        <a:p>
          <a:r>
            <a:rPr lang="en-US" sz="1600" dirty="0"/>
            <a:t>Mean time to </a:t>
          </a:r>
          <a:br>
            <a:rPr lang="en-US" sz="1600" dirty="0"/>
          </a:br>
          <a:r>
            <a:rPr lang="en-US" sz="1600" dirty="0"/>
            <a:t>repair (MTTR)</a:t>
          </a:r>
        </a:p>
      </dgm:t>
    </dgm:pt>
    <dgm:pt modelId="{317530DF-234A-4018-8513-4174CB6095AC}" type="parTrans" cxnId="{EF4AA1FC-D21C-424F-8E04-626D224116D2}">
      <dgm:prSet/>
      <dgm:spPr/>
      <dgm:t>
        <a:bodyPr/>
        <a:lstStyle/>
        <a:p>
          <a:endParaRPr lang="en-US"/>
        </a:p>
      </dgm:t>
    </dgm:pt>
    <dgm:pt modelId="{B5CFA44B-5AE8-44ED-8C25-970615CB2BCE}" type="sibTrans" cxnId="{EF4AA1FC-D21C-424F-8E04-626D224116D2}">
      <dgm:prSet/>
      <dgm:spPr/>
      <dgm:t>
        <a:bodyPr/>
        <a:lstStyle/>
        <a:p>
          <a:endParaRPr lang="en-US"/>
        </a:p>
      </dgm:t>
    </dgm:pt>
    <dgm:pt modelId="{835B05D5-5568-4471-9024-B0BAF4087CBD}">
      <dgm:prSet phldrT="[Text]" custT="1"/>
      <dgm:spPr>
        <a:solidFill>
          <a:schemeClr val="bg1">
            <a:lumMod val="95000"/>
            <a:alpha val="90000"/>
          </a:schemeClr>
        </a:solidFill>
        <a:ln w="9525">
          <a:solidFill>
            <a:schemeClr val="bg1">
              <a:lumMod val="85000"/>
              <a:alpha val="90000"/>
            </a:schemeClr>
          </a:solidFill>
        </a:ln>
      </dgm:spPr>
      <dgm:t>
        <a:bodyPr/>
        <a:lstStyle/>
        <a:p>
          <a:r>
            <a:rPr lang="en-US" sz="1500" dirty="0">
              <a:solidFill>
                <a:srgbClr val="20282F"/>
              </a:solidFill>
            </a:rPr>
            <a:t>Average time to fix and restore a failed system</a:t>
          </a:r>
        </a:p>
      </dgm:t>
    </dgm:pt>
    <dgm:pt modelId="{A5788AF8-083A-4536-A7C9-E5A92029F97E}" type="parTrans" cxnId="{4DC9775E-43B0-421F-B534-35086E78A609}">
      <dgm:prSet/>
      <dgm:spPr/>
      <dgm:t>
        <a:bodyPr/>
        <a:lstStyle/>
        <a:p>
          <a:endParaRPr lang="en-US"/>
        </a:p>
      </dgm:t>
    </dgm:pt>
    <dgm:pt modelId="{8BCB9B6B-A824-47FB-80F4-955775A4DA00}" type="sibTrans" cxnId="{4DC9775E-43B0-421F-B534-35086E78A609}">
      <dgm:prSet/>
      <dgm:spPr/>
      <dgm:t>
        <a:bodyPr/>
        <a:lstStyle/>
        <a:p>
          <a:endParaRPr lang="en-US"/>
        </a:p>
      </dgm:t>
    </dgm:pt>
    <dgm:pt modelId="{57BED01D-12D2-4391-A938-8BA968D30D9C}">
      <dgm:prSet phldrT="[Text]" custT="1"/>
      <dgm:spPr>
        <a:solidFill>
          <a:schemeClr val="bg1">
            <a:lumMod val="95000"/>
            <a:alpha val="90000"/>
          </a:schemeClr>
        </a:solidFill>
        <a:ln w="9525">
          <a:solidFill>
            <a:schemeClr val="bg1">
              <a:lumMod val="85000"/>
              <a:alpha val="90000"/>
            </a:schemeClr>
          </a:solidFill>
        </a:ln>
      </dgm:spPr>
      <dgm:t>
        <a:bodyPr/>
        <a:lstStyle/>
        <a:p>
          <a:r>
            <a:rPr lang="en-US" sz="1500" dirty="0">
              <a:solidFill>
                <a:srgbClr val="20282F"/>
              </a:solidFill>
            </a:rPr>
            <a:t>Total time spent on repairs divided by the number of repairs</a:t>
          </a:r>
        </a:p>
      </dgm:t>
    </dgm:pt>
    <dgm:pt modelId="{23FF11B8-BC97-4831-9CF9-189ACD2775C6}" type="parTrans" cxnId="{E113821E-FE89-4156-BEF6-DA4207D0DA9F}">
      <dgm:prSet/>
      <dgm:spPr/>
      <dgm:t>
        <a:bodyPr/>
        <a:lstStyle/>
        <a:p>
          <a:endParaRPr lang="en-US"/>
        </a:p>
      </dgm:t>
    </dgm:pt>
    <dgm:pt modelId="{B8DA7D4E-997F-45F1-B0B2-A7346EC80253}" type="sibTrans" cxnId="{E113821E-FE89-4156-BEF6-DA4207D0DA9F}">
      <dgm:prSet/>
      <dgm:spPr/>
      <dgm:t>
        <a:bodyPr/>
        <a:lstStyle/>
        <a:p>
          <a:endParaRPr lang="en-US"/>
        </a:p>
      </dgm:t>
    </dgm:pt>
    <dgm:pt modelId="{B8D089FB-68DB-8D48-A62B-F2BF955FB467}" type="pres">
      <dgm:prSet presAssocID="{E6DCA957-1D74-461F-8389-2DD94EA65438}" presName="Name0" presStyleCnt="0">
        <dgm:presLayoutVars>
          <dgm:dir/>
          <dgm:animLvl val="lvl"/>
          <dgm:resizeHandles val="exact"/>
        </dgm:presLayoutVars>
      </dgm:prSet>
      <dgm:spPr/>
    </dgm:pt>
    <dgm:pt modelId="{E2C56727-C53F-0B4D-93A6-376069B70EF3}" type="pres">
      <dgm:prSet presAssocID="{6CA36B3C-85DC-4D86-8733-07863D66EB02}" presName="composite" presStyleCnt="0"/>
      <dgm:spPr/>
    </dgm:pt>
    <dgm:pt modelId="{4CFEC646-62EF-2641-9A96-5C3BF3F340F6}" type="pres">
      <dgm:prSet presAssocID="{6CA36B3C-85DC-4D86-8733-07863D66EB02}" presName="parTx" presStyleLbl="alignNode1" presStyleIdx="0" presStyleCnt="3">
        <dgm:presLayoutVars>
          <dgm:chMax val="0"/>
          <dgm:chPref val="0"/>
          <dgm:bulletEnabled val="1"/>
        </dgm:presLayoutVars>
      </dgm:prSet>
      <dgm:spPr/>
    </dgm:pt>
    <dgm:pt modelId="{95FA9B1F-DD61-5846-B728-5AD826E7D358}" type="pres">
      <dgm:prSet presAssocID="{6CA36B3C-85DC-4D86-8733-07863D66EB02}" presName="desTx" presStyleLbl="alignAccFollowNode1" presStyleIdx="0" presStyleCnt="3">
        <dgm:presLayoutVars>
          <dgm:bulletEnabled val="1"/>
        </dgm:presLayoutVars>
      </dgm:prSet>
      <dgm:spPr/>
    </dgm:pt>
    <dgm:pt modelId="{FBDFAA8B-22F0-6E42-A53F-0318CBF9608E}" type="pres">
      <dgm:prSet presAssocID="{33E4B1C6-B95F-4375-828B-04D2EF8C0D80}" presName="space" presStyleCnt="0"/>
      <dgm:spPr/>
    </dgm:pt>
    <dgm:pt modelId="{1BD8B9B7-2D7B-8F47-B360-748DFB50A38C}" type="pres">
      <dgm:prSet presAssocID="{7365D6C3-D08B-4790-88A2-6155056C3EBA}" presName="composite" presStyleCnt="0"/>
      <dgm:spPr/>
    </dgm:pt>
    <dgm:pt modelId="{63385035-EC1F-424F-8F7E-3DA77DBB8B05}" type="pres">
      <dgm:prSet presAssocID="{7365D6C3-D08B-4790-88A2-6155056C3EBA}" presName="parTx" presStyleLbl="alignNode1" presStyleIdx="1" presStyleCnt="3">
        <dgm:presLayoutVars>
          <dgm:chMax val="0"/>
          <dgm:chPref val="0"/>
          <dgm:bulletEnabled val="1"/>
        </dgm:presLayoutVars>
      </dgm:prSet>
      <dgm:spPr/>
    </dgm:pt>
    <dgm:pt modelId="{BAE4EACB-BDC8-1E4F-8BD0-837A6BD24FCB}" type="pres">
      <dgm:prSet presAssocID="{7365D6C3-D08B-4790-88A2-6155056C3EBA}" presName="desTx" presStyleLbl="alignAccFollowNode1" presStyleIdx="1" presStyleCnt="3">
        <dgm:presLayoutVars>
          <dgm:bulletEnabled val="1"/>
        </dgm:presLayoutVars>
      </dgm:prSet>
      <dgm:spPr/>
    </dgm:pt>
    <dgm:pt modelId="{07DA7E1C-A32B-6F49-A61E-4B54D2642306}" type="pres">
      <dgm:prSet presAssocID="{4AACA1AF-C1AB-4709-A6DE-77C4C9B26396}" presName="space" presStyleCnt="0"/>
      <dgm:spPr/>
    </dgm:pt>
    <dgm:pt modelId="{93C06CDD-FE6F-DB45-A57A-4E8FF42A95C1}" type="pres">
      <dgm:prSet presAssocID="{CD52D645-717C-4948-B118-2C546F7CC53E}" presName="composite" presStyleCnt="0"/>
      <dgm:spPr/>
    </dgm:pt>
    <dgm:pt modelId="{096552CA-FE91-C346-898C-D37114BF59A2}" type="pres">
      <dgm:prSet presAssocID="{CD52D645-717C-4948-B118-2C546F7CC53E}" presName="parTx" presStyleLbl="alignNode1" presStyleIdx="2" presStyleCnt="3">
        <dgm:presLayoutVars>
          <dgm:chMax val="0"/>
          <dgm:chPref val="0"/>
          <dgm:bulletEnabled val="1"/>
        </dgm:presLayoutVars>
      </dgm:prSet>
      <dgm:spPr/>
    </dgm:pt>
    <dgm:pt modelId="{A885AB0D-280B-2340-9D07-02E38F8DBB33}" type="pres">
      <dgm:prSet presAssocID="{CD52D645-717C-4948-B118-2C546F7CC53E}" presName="desTx" presStyleLbl="alignAccFollowNode1" presStyleIdx="2" presStyleCnt="3">
        <dgm:presLayoutVars>
          <dgm:bulletEnabled val="1"/>
        </dgm:presLayoutVars>
      </dgm:prSet>
      <dgm:spPr/>
    </dgm:pt>
  </dgm:ptLst>
  <dgm:cxnLst>
    <dgm:cxn modelId="{BB92761B-ED03-44C5-B697-F68D5EA617C1}" srcId="{7365D6C3-D08B-4790-88A2-6155056C3EBA}" destId="{8A7B424A-0122-4CBD-9F85-A044799BC5B8}" srcOrd="1" destOrd="0" parTransId="{7568A0D5-13CD-4D85-8631-8A2FB3720866}" sibTransId="{2682EB1B-214A-47F0-A2B1-08AC768BB855}"/>
    <dgm:cxn modelId="{E113821E-FE89-4156-BEF6-DA4207D0DA9F}" srcId="{CD52D645-717C-4948-B118-2C546F7CC53E}" destId="{57BED01D-12D2-4391-A938-8BA968D30D9C}" srcOrd="1" destOrd="0" parTransId="{23FF11B8-BC97-4831-9CF9-189ACD2775C6}" sibTransId="{B8DA7D4E-997F-45F1-B0B2-A7346EC80253}"/>
    <dgm:cxn modelId="{CFBAEE26-76AF-40F2-A398-130D5365FD68}" srcId="{E6DCA957-1D74-461F-8389-2DD94EA65438}" destId="{6CA36B3C-85DC-4D86-8733-07863D66EB02}" srcOrd="0" destOrd="0" parTransId="{48527E53-4889-4F6D-B796-947F940E874D}" sibTransId="{33E4B1C6-B95F-4375-828B-04D2EF8C0D80}"/>
    <dgm:cxn modelId="{9F4C8A34-41BD-4E4B-84D7-28C9A21C7B06}" type="presOf" srcId="{57BED01D-12D2-4391-A938-8BA968D30D9C}" destId="{A885AB0D-280B-2340-9D07-02E38F8DBB33}" srcOrd="0" destOrd="1" presId="urn:microsoft.com/office/officeart/2005/8/layout/hList1"/>
    <dgm:cxn modelId="{4DC9775E-43B0-421F-B534-35086E78A609}" srcId="{CD52D645-717C-4948-B118-2C546F7CC53E}" destId="{835B05D5-5568-4471-9024-B0BAF4087CBD}" srcOrd="0" destOrd="0" parTransId="{A5788AF8-083A-4536-A7C9-E5A92029F97E}" sibTransId="{8BCB9B6B-A824-47FB-80F4-955775A4DA00}"/>
    <dgm:cxn modelId="{30B44761-F3E0-CD49-94A0-6D08892769AC}" type="presOf" srcId="{835B05D5-5568-4471-9024-B0BAF4087CBD}" destId="{A885AB0D-280B-2340-9D07-02E38F8DBB33}" srcOrd="0" destOrd="0" presId="urn:microsoft.com/office/officeart/2005/8/layout/hList1"/>
    <dgm:cxn modelId="{6E17744E-AEB9-8D4E-BB02-EAC906006591}" type="presOf" srcId="{1356C5DA-EE94-4646-866F-954AC3406727}" destId="{95FA9B1F-DD61-5846-B728-5AD826E7D358}" srcOrd="0" destOrd="0" presId="urn:microsoft.com/office/officeart/2005/8/layout/hList1"/>
    <dgm:cxn modelId="{77B5DD50-971B-43AD-BC49-89CAC630A321}" srcId="{6CA36B3C-85DC-4D86-8733-07863D66EB02}" destId="{1356C5DA-EE94-4646-866F-954AC3406727}" srcOrd="0" destOrd="0" parTransId="{EC7DECEA-58F1-456A-AE18-58205AF8F75D}" sibTransId="{8B99522F-5948-4C1A-8AA9-C45CD069EC93}"/>
    <dgm:cxn modelId="{57509371-3D65-FB47-937A-A0FBA25234A7}" type="presOf" srcId="{7365D6C3-D08B-4790-88A2-6155056C3EBA}" destId="{63385035-EC1F-424F-8F7E-3DA77DBB8B05}" srcOrd="0" destOrd="0" presId="urn:microsoft.com/office/officeart/2005/8/layout/hList1"/>
    <dgm:cxn modelId="{C8217959-D9AD-9842-B817-A9484A5E3674}" type="presOf" srcId="{CD52D645-717C-4948-B118-2C546F7CC53E}" destId="{096552CA-FE91-C346-898C-D37114BF59A2}" srcOrd="0" destOrd="0" presId="urn:microsoft.com/office/officeart/2005/8/layout/hList1"/>
    <dgm:cxn modelId="{13C9687C-6534-1C46-AA5D-5B965DA61F6A}" type="presOf" srcId="{6CA36B3C-85DC-4D86-8733-07863D66EB02}" destId="{4CFEC646-62EF-2641-9A96-5C3BF3F340F6}" srcOrd="0" destOrd="0" presId="urn:microsoft.com/office/officeart/2005/8/layout/hList1"/>
    <dgm:cxn modelId="{08DBA488-57D0-C64F-AA46-D9FB49E2EED2}" type="presOf" srcId="{3A1A5A4A-3040-40BE-88D8-56E5C43B7BC4}" destId="{BAE4EACB-BDC8-1E4F-8BD0-837A6BD24FCB}" srcOrd="0" destOrd="0" presId="urn:microsoft.com/office/officeart/2005/8/layout/hList1"/>
    <dgm:cxn modelId="{CCC19090-E6D7-4947-956F-00CA9E39BB7B}" srcId="{6CA36B3C-85DC-4D86-8733-07863D66EB02}" destId="{99D1060B-C2D9-418B-AD81-883F7D1905B4}" srcOrd="1" destOrd="0" parTransId="{999DCF7B-5AA9-45CB-9E8B-15334F3B5FCC}" sibTransId="{05F25AE0-8073-4F05-9766-30132EC0F989}"/>
    <dgm:cxn modelId="{2E79CBB1-4B38-294F-9DFB-64089DFA0542}" type="presOf" srcId="{99D1060B-C2D9-418B-AD81-883F7D1905B4}" destId="{95FA9B1F-DD61-5846-B728-5AD826E7D358}" srcOrd="0" destOrd="1" presId="urn:microsoft.com/office/officeart/2005/8/layout/hList1"/>
    <dgm:cxn modelId="{D379B6CD-9402-43F6-8026-7792FC51EC6B}" srcId="{E6DCA957-1D74-461F-8389-2DD94EA65438}" destId="{7365D6C3-D08B-4790-88A2-6155056C3EBA}" srcOrd="1" destOrd="0" parTransId="{CB769B34-95F7-488B-BFCE-4DADFB1D9496}" sibTransId="{4AACA1AF-C1AB-4709-A6DE-77C4C9B26396}"/>
    <dgm:cxn modelId="{4FBEA1CF-91AD-2444-88E7-67776FA5F229}" type="presOf" srcId="{8A7B424A-0122-4CBD-9F85-A044799BC5B8}" destId="{BAE4EACB-BDC8-1E4F-8BD0-837A6BD24FCB}" srcOrd="0" destOrd="1" presId="urn:microsoft.com/office/officeart/2005/8/layout/hList1"/>
    <dgm:cxn modelId="{AD842FDD-DC8A-EA43-91A7-B54C40BB4E99}" type="presOf" srcId="{E6DCA957-1D74-461F-8389-2DD94EA65438}" destId="{B8D089FB-68DB-8D48-A62B-F2BF955FB467}" srcOrd="0" destOrd="0" presId="urn:microsoft.com/office/officeart/2005/8/layout/hList1"/>
    <dgm:cxn modelId="{2705A8EC-48AF-43FF-8079-AF23EB389018}" srcId="{7365D6C3-D08B-4790-88A2-6155056C3EBA}" destId="{3A1A5A4A-3040-40BE-88D8-56E5C43B7BC4}" srcOrd="0" destOrd="0" parTransId="{C8164CE5-C252-4EDC-8773-31B619BF4AB2}" sibTransId="{CD24FC5D-2560-4462-A09D-854A772D88DE}"/>
    <dgm:cxn modelId="{EF4AA1FC-D21C-424F-8E04-626D224116D2}" srcId="{E6DCA957-1D74-461F-8389-2DD94EA65438}" destId="{CD52D645-717C-4948-B118-2C546F7CC53E}" srcOrd="2" destOrd="0" parTransId="{317530DF-234A-4018-8513-4174CB6095AC}" sibTransId="{B5CFA44B-5AE8-44ED-8C25-970615CB2BCE}"/>
    <dgm:cxn modelId="{A656AC75-08C2-7A41-8A41-3DD412A91CBE}" type="presParOf" srcId="{B8D089FB-68DB-8D48-A62B-F2BF955FB467}" destId="{E2C56727-C53F-0B4D-93A6-376069B70EF3}" srcOrd="0" destOrd="0" presId="urn:microsoft.com/office/officeart/2005/8/layout/hList1"/>
    <dgm:cxn modelId="{8B3F251A-D7ED-9C4A-ABC0-2B553289E7DC}" type="presParOf" srcId="{E2C56727-C53F-0B4D-93A6-376069B70EF3}" destId="{4CFEC646-62EF-2641-9A96-5C3BF3F340F6}" srcOrd="0" destOrd="0" presId="urn:microsoft.com/office/officeart/2005/8/layout/hList1"/>
    <dgm:cxn modelId="{9CE79C41-56A7-574A-AE56-AE6BD0D99817}" type="presParOf" srcId="{E2C56727-C53F-0B4D-93A6-376069B70EF3}" destId="{95FA9B1F-DD61-5846-B728-5AD826E7D358}" srcOrd="1" destOrd="0" presId="urn:microsoft.com/office/officeart/2005/8/layout/hList1"/>
    <dgm:cxn modelId="{E34850A4-DE61-984D-B4DC-C16DC88C8530}" type="presParOf" srcId="{B8D089FB-68DB-8D48-A62B-F2BF955FB467}" destId="{FBDFAA8B-22F0-6E42-A53F-0318CBF9608E}" srcOrd="1" destOrd="0" presId="urn:microsoft.com/office/officeart/2005/8/layout/hList1"/>
    <dgm:cxn modelId="{7C49DDE6-09EA-3A47-A250-869485AEF618}" type="presParOf" srcId="{B8D089FB-68DB-8D48-A62B-F2BF955FB467}" destId="{1BD8B9B7-2D7B-8F47-B360-748DFB50A38C}" srcOrd="2" destOrd="0" presId="urn:microsoft.com/office/officeart/2005/8/layout/hList1"/>
    <dgm:cxn modelId="{03F0D40F-C801-9245-B831-AD592338C18A}" type="presParOf" srcId="{1BD8B9B7-2D7B-8F47-B360-748DFB50A38C}" destId="{63385035-EC1F-424F-8F7E-3DA77DBB8B05}" srcOrd="0" destOrd="0" presId="urn:microsoft.com/office/officeart/2005/8/layout/hList1"/>
    <dgm:cxn modelId="{0D31E13B-8034-AF40-A6BD-2489E7639803}" type="presParOf" srcId="{1BD8B9B7-2D7B-8F47-B360-748DFB50A38C}" destId="{BAE4EACB-BDC8-1E4F-8BD0-837A6BD24FCB}" srcOrd="1" destOrd="0" presId="urn:microsoft.com/office/officeart/2005/8/layout/hList1"/>
    <dgm:cxn modelId="{66B563C1-421C-064F-8592-B9EE18B33304}" type="presParOf" srcId="{B8D089FB-68DB-8D48-A62B-F2BF955FB467}" destId="{07DA7E1C-A32B-6F49-A61E-4B54D2642306}" srcOrd="3" destOrd="0" presId="urn:microsoft.com/office/officeart/2005/8/layout/hList1"/>
    <dgm:cxn modelId="{B298800C-FA57-EB47-8195-2F5145DA0BD5}" type="presParOf" srcId="{B8D089FB-68DB-8D48-A62B-F2BF955FB467}" destId="{93C06CDD-FE6F-DB45-A57A-4E8FF42A95C1}" srcOrd="4" destOrd="0" presId="urn:microsoft.com/office/officeart/2005/8/layout/hList1"/>
    <dgm:cxn modelId="{7FC18C41-048E-F348-BCB4-CA4EEC16A31E}" type="presParOf" srcId="{93C06CDD-FE6F-DB45-A57A-4E8FF42A95C1}" destId="{096552CA-FE91-C346-898C-D37114BF59A2}" srcOrd="0" destOrd="0" presId="urn:microsoft.com/office/officeart/2005/8/layout/hList1"/>
    <dgm:cxn modelId="{6BCE0478-3599-F941-9505-2B9416A7DB53}" type="presParOf" srcId="{93C06CDD-FE6F-DB45-A57A-4E8FF42A95C1}" destId="{A885AB0D-280B-2340-9D07-02E38F8DBB33}"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9EB9881E-08B8-41B3-A0B1-D064E311EF04}"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054EA76A-8B44-4573-B082-35241614CED8}">
      <dgm:prSet phldrT="[Text]" custT="1"/>
      <dgm:spPr/>
      <dgm:t>
        <a:bodyPr/>
        <a:lstStyle/>
        <a:p>
          <a:r>
            <a:rPr lang="en-US" sz="1600" dirty="0"/>
            <a:t>Purpose</a:t>
          </a:r>
        </a:p>
      </dgm:t>
    </dgm:pt>
    <dgm:pt modelId="{794EC2FB-D803-4366-B890-B9F06CC7D1CB}" type="parTrans" cxnId="{9ED1FDAF-5B92-4C32-93CD-139513D1FC01}">
      <dgm:prSet/>
      <dgm:spPr/>
      <dgm:t>
        <a:bodyPr/>
        <a:lstStyle/>
        <a:p>
          <a:endParaRPr lang="en-US"/>
        </a:p>
      </dgm:t>
    </dgm:pt>
    <dgm:pt modelId="{C977D59D-092D-44C6-B046-4B80D44EA49C}" type="sibTrans" cxnId="{9ED1FDAF-5B92-4C32-93CD-139513D1FC01}">
      <dgm:prSet/>
      <dgm:spPr/>
      <dgm:t>
        <a:bodyPr/>
        <a:lstStyle/>
        <a:p>
          <a:endParaRPr lang="en-US"/>
        </a:p>
      </dgm:t>
    </dgm:pt>
    <dgm:pt modelId="{CAE9C777-3437-4665-ABAA-9E39647B632D}">
      <dgm:prSet phldrT="[Text]" custT="1"/>
      <dgm:spPr/>
      <dgm:t>
        <a:bodyPr/>
        <a:lstStyle/>
        <a:p>
          <a:r>
            <a:rPr lang="en-US" sz="1600" dirty="0"/>
            <a:t>Types</a:t>
          </a:r>
        </a:p>
      </dgm:t>
    </dgm:pt>
    <dgm:pt modelId="{8CA08314-C366-40D2-834F-8768F819BCE7}" type="parTrans" cxnId="{1C4903B8-BC8B-44CE-8C27-2F8127F07273}">
      <dgm:prSet/>
      <dgm:spPr/>
      <dgm:t>
        <a:bodyPr/>
        <a:lstStyle/>
        <a:p>
          <a:endParaRPr lang="en-US"/>
        </a:p>
      </dgm:t>
    </dgm:pt>
    <dgm:pt modelId="{AD5C2EB9-85CD-40DC-BDB1-9151C58AEDE5}" type="sibTrans" cxnId="{1C4903B8-BC8B-44CE-8C27-2F8127F07273}">
      <dgm:prSet/>
      <dgm:spPr/>
      <dgm:t>
        <a:bodyPr/>
        <a:lstStyle/>
        <a:p>
          <a:endParaRPr lang="en-US"/>
        </a:p>
      </dgm:t>
    </dgm:pt>
    <dgm:pt modelId="{E781902F-61E7-4B3D-9C3E-6A1C16807E95}">
      <dgm:prSe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Distributes network traffic across multiple servers</a:t>
          </a:r>
        </a:p>
      </dgm:t>
    </dgm:pt>
    <dgm:pt modelId="{2102C074-092E-4AE2-AA79-D233FE5D9086}" type="parTrans" cxnId="{67ACADC3-E40F-41A6-8BAD-7E797EE71995}">
      <dgm:prSet/>
      <dgm:spPr/>
      <dgm:t>
        <a:bodyPr/>
        <a:lstStyle/>
        <a:p>
          <a:endParaRPr lang="en-US"/>
        </a:p>
      </dgm:t>
    </dgm:pt>
    <dgm:pt modelId="{DB371465-EFC3-4DD5-9AF4-5CD32051A10A}" type="sibTrans" cxnId="{67ACADC3-E40F-41A6-8BAD-7E797EE71995}">
      <dgm:prSet/>
      <dgm:spPr/>
      <dgm:t>
        <a:bodyPr/>
        <a:lstStyle/>
        <a:p>
          <a:endParaRPr lang="en-US"/>
        </a:p>
      </dgm:t>
    </dgm:pt>
    <dgm:pt modelId="{7B4C8F45-CEF8-444F-8412-C71A25033D31}">
      <dgm:prSe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Improves application performance </a:t>
          </a:r>
          <a:br>
            <a:rPr lang="en-US" dirty="0">
              <a:solidFill>
                <a:srgbClr val="20282F"/>
              </a:solidFill>
            </a:rPr>
          </a:br>
          <a:r>
            <a:rPr lang="en-US" dirty="0">
              <a:solidFill>
                <a:srgbClr val="20282F"/>
              </a:solidFill>
            </a:rPr>
            <a:t>and reliability</a:t>
          </a:r>
        </a:p>
      </dgm:t>
    </dgm:pt>
    <dgm:pt modelId="{C141F4C6-1B0A-46E0-AD31-79D881090C8A}" type="parTrans" cxnId="{1846D373-CF13-43CD-965E-8FB9BD649AB9}">
      <dgm:prSet/>
      <dgm:spPr/>
      <dgm:t>
        <a:bodyPr/>
        <a:lstStyle/>
        <a:p>
          <a:endParaRPr lang="en-US"/>
        </a:p>
      </dgm:t>
    </dgm:pt>
    <dgm:pt modelId="{418E50A0-803D-4209-9B2F-CD60CE949BE3}" type="sibTrans" cxnId="{1846D373-CF13-43CD-965E-8FB9BD649AB9}">
      <dgm:prSet/>
      <dgm:spPr/>
      <dgm:t>
        <a:bodyPr/>
        <a:lstStyle/>
        <a:p>
          <a:endParaRPr lang="en-US"/>
        </a:p>
      </dgm:t>
    </dgm:pt>
    <dgm:pt modelId="{6983BF48-9CBC-48AD-BC51-647BDE314EDA}">
      <dgm:prSet custT="1"/>
      <dgm:spPr/>
      <dgm:t>
        <a:bodyPr/>
        <a:lstStyle/>
        <a:p>
          <a:r>
            <a:rPr lang="en-US" sz="1600" dirty="0"/>
            <a:t>Functionality</a:t>
          </a:r>
        </a:p>
      </dgm:t>
    </dgm:pt>
    <dgm:pt modelId="{1E73E192-6791-4BD8-93BA-054F33241CA0}" type="parTrans" cxnId="{CFDFFFFF-F530-41EB-B85F-4C1368BCB48E}">
      <dgm:prSet/>
      <dgm:spPr/>
      <dgm:t>
        <a:bodyPr/>
        <a:lstStyle/>
        <a:p>
          <a:endParaRPr lang="en-US"/>
        </a:p>
      </dgm:t>
    </dgm:pt>
    <dgm:pt modelId="{BC10BC07-6095-4A47-816E-E0F544CAD541}" type="sibTrans" cxnId="{CFDFFFFF-F530-41EB-B85F-4C1368BCB48E}">
      <dgm:prSet/>
      <dgm:spPr/>
      <dgm:t>
        <a:bodyPr/>
        <a:lstStyle/>
        <a:p>
          <a:endParaRPr lang="en-US"/>
        </a:p>
      </dgm:t>
    </dgm:pt>
    <dgm:pt modelId="{51A1088B-3542-4D18-8F56-0CF945F5DFDD}">
      <dgm:prSe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Acts as a “traffic cop” to route client requests</a:t>
          </a:r>
        </a:p>
      </dgm:t>
    </dgm:pt>
    <dgm:pt modelId="{EEFBCAFB-EA76-4304-9310-9AAC34622D83}" type="parTrans" cxnId="{ADE8F0BA-A7B0-4A58-BE2B-145C20E08BB5}">
      <dgm:prSet/>
      <dgm:spPr/>
      <dgm:t>
        <a:bodyPr/>
        <a:lstStyle/>
        <a:p>
          <a:endParaRPr lang="en-US"/>
        </a:p>
      </dgm:t>
    </dgm:pt>
    <dgm:pt modelId="{2A1FA870-467A-4B9C-8F37-3B6ACE9709BE}" type="sibTrans" cxnId="{ADE8F0BA-A7B0-4A58-BE2B-145C20E08BB5}">
      <dgm:prSet/>
      <dgm:spPr/>
      <dgm:t>
        <a:bodyPr/>
        <a:lstStyle/>
        <a:p>
          <a:endParaRPr lang="en-US"/>
        </a:p>
      </dgm:t>
    </dgm:pt>
    <dgm:pt modelId="{BBBB1563-2700-460B-A591-BCC203C39FB9}">
      <dgm:prSe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Ensures no single server is overworked</a:t>
          </a:r>
        </a:p>
      </dgm:t>
    </dgm:pt>
    <dgm:pt modelId="{8EDE912E-2004-4454-BA6E-C0F214F23E75}" type="parTrans" cxnId="{63805685-C943-4759-A85D-943B390E8104}">
      <dgm:prSet/>
      <dgm:spPr/>
      <dgm:t>
        <a:bodyPr/>
        <a:lstStyle/>
        <a:p>
          <a:endParaRPr lang="en-US"/>
        </a:p>
      </dgm:t>
    </dgm:pt>
    <dgm:pt modelId="{097B014B-FBFC-4702-B83D-C98EBA97A876}" type="sibTrans" cxnId="{63805685-C943-4759-A85D-943B390E8104}">
      <dgm:prSet/>
      <dgm:spPr/>
      <dgm:t>
        <a:bodyPr/>
        <a:lstStyle/>
        <a:p>
          <a:endParaRPr lang="en-US"/>
        </a:p>
      </dgm:t>
    </dgm:pt>
    <dgm:pt modelId="{ECBAF2F9-ADC3-4679-BCB2-94CB40F2A6BD}">
      <dgm:prSet custT="1"/>
      <dgm:spPr/>
      <dgm:t>
        <a:bodyPr/>
        <a:lstStyle/>
        <a:p>
          <a:r>
            <a:rPr lang="en-US" sz="1600" dirty="0"/>
            <a:t>Benefits</a:t>
          </a:r>
        </a:p>
      </dgm:t>
    </dgm:pt>
    <dgm:pt modelId="{126A8605-3672-4526-8393-9B0C4197D0FA}" type="parTrans" cxnId="{61BD08A6-1616-49A7-8EB4-2BB0D2100DE4}">
      <dgm:prSet/>
      <dgm:spPr/>
      <dgm:t>
        <a:bodyPr/>
        <a:lstStyle/>
        <a:p>
          <a:endParaRPr lang="en-US"/>
        </a:p>
      </dgm:t>
    </dgm:pt>
    <dgm:pt modelId="{82F5265F-3329-4B0C-9FC9-3EC6D2DC4764}" type="sibTrans" cxnId="{61BD08A6-1616-49A7-8EB4-2BB0D2100DE4}">
      <dgm:prSet/>
      <dgm:spPr/>
      <dgm:t>
        <a:bodyPr/>
        <a:lstStyle/>
        <a:p>
          <a:endParaRPr lang="en-US"/>
        </a:p>
      </dgm:t>
    </dgm:pt>
    <dgm:pt modelId="{E6864A13-EF74-4B57-B75C-0F535CCA6746}">
      <dgm:prSe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Reduces downtime and increases scalability</a:t>
          </a:r>
        </a:p>
      </dgm:t>
    </dgm:pt>
    <dgm:pt modelId="{B43201D5-181B-4244-8721-4181C39F99AB}" type="parTrans" cxnId="{74B292AB-57C0-4403-BBAE-CB6EB1F30FA1}">
      <dgm:prSet/>
      <dgm:spPr/>
      <dgm:t>
        <a:bodyPr/>
        <a:lstStyle/>
        <a:p>
          <a:endParaRPr lang="en-US"/>
        </a:p>
      </dgm:t>
    </dgm:pt>
    <dgm:pt modelId="{1D80C4FC-CE24-45DE-8001-0E53956EDA3D}" type="sibTrans" cxnId="{74B292AB-57C0-4403-BBAE-CB6EB1F30FA1}">
      <dgm:prSet/>
      <dgm:spPr/>
      <dgm:t>
        <a:bodyPr/>
        <a:lstStyle/>
        <a:p>
          <a:endParaRPr lang="en-US"/>
        </a:p>
      </dgm:t>
    </dgm:pt>
    <dgm:pt modelId="{7DFADA91-A5C1-4221-B16C-A3EE75021706}">
      <dgm:prSe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Provides redundancy/</a:t>
          </a:r>
          <a:br>
            <a:rPr lang="en-US" dirty="0">
              <a:solidFill>
                <a:srgbClr val="20282F"/>
              </a:solidFill>
            </a:rPr>
          </a:br>
          <a:r>
            <a:rPr lang="en-US" dirty="0">
              <a:solidFill>
                <a:srgbClr val="20282F"/>
              </a:solidFill>
            </a:rPr>
            <a:t>efficiency in handling requests</a:t>
          </a:r>
        </a:p>
      </dgm:t>
    </dgm:pt>
    <dgm:pt modelId="{CFC43E2B-7012-43F3-BB73-2DDB25978DF7}" type="parTrans" cxnId="{AC669C09-E403-4F9B-AD3B-0714C75251F4}">
      <dgm:prSet/>
      <dgm:spPr/>
      <dgm:t>
        <a:bodyPr/>
        <a:lstStyle/>
        <a:p>
          <a:endParaRPr lang="en-US"/>
        </a:p>
      </dgm:t>
    </dgm:pt>
    <dgm:pt modelId="{F01C296C-FD9A-488F-B224-64B3AD4BDEBA}" type="sibTrans" cxnId="{AC669C09-E403-4F9B-AD3B-0714C75251F4}">
      <dgm:prSet/>
      <dgm:spPr/>
      <dgm:t>
        <a:bodyPr/>
        <a:lstStyle/>
        <a:p>
          <a:endParaRPr lang="en-US"/>
        </a:p>
      </dgm:t>
    </dgm:pt>
    <dgm:pt modelId="{E75C43ED-531D-413E-BEF6-792242F8ED31}">
      <dgm:prSe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Can be hardware-based or software-based</a:t>
          </a:r>
        </a:p>
      </dgm:t>
    </dgm:pt>
    <dgm:pt modelId="{EB45E1BD-4CB3-44CA-88C3-B998C21290D1}" type="parTrans" cxnId="{3150257C-EC59-4B47-9C8F-A5AEF85151EE}">
      <dgm:prSet/>
      <dgm:spPr/>
      <dgm:t>
        <a:bodyPr/>
        <a:lstStyle/>
        <a:p>
          <a:endParaRPr lang="en-US"/>
        </a:p>
      </dgm:t>
    </dgm:pt>
    <dgm:pt modelId="{F44F0EA4-A430-4D68-8960-7D1C08BEE40C}" type="sibTrans" cxnId="{3150257C-EC59-4B47-9C8F-A5AEF85151EE}">
      <dgm:prSet/>
      <dgm:spPr/>
      <dgm:t>
        <a:bodyPr/>
        <a:lstStyle/>
        <a:p>
          <a:endParaRPr lang="en-US"/>
        </a:p>
      </dgm:t>
    </dgm:pt>
    <dgm:pt modelId="{A210BBF9-6630-4DDD-A4D2-CF22C1F0DF9E}">
      <dgm:prSet/>
      <dgm:spPr>
        <a:solidFill>
          <a:schemeClr val="bg1">
            <a:lumMod val="95000"/>
            <a:alpha val="90000"/>
          </a:schemeClr>
        </a:solidFill>
        <a:ln w="9525">
          <a:solidFill>
            <a:schemeClr val="bg1">
              <a:lumMod val="85000"/>
              <a:alpha val="90000"/>
            </a:schemeClr>
          </a:solidFill>
        </a:ln>
      </dgm:spPr>
      <dgm:t>
        <a:bodyPr/>
        <a:lstStyle/>
        <a:p>
          <a:r>
            <a:rPr lang="en-US" dirty="0">
              <a:solidFill>
                <a:srgbClr val="20282F"/>
              </a:solidFill>
            </a:rPr>
            <a:t>Uses various algorithms like Round Robin, Least Connections, etc.</a:t>
          </a:r>
        </a:p>
      </dgm:t>
    </dgm:pt>
    <dgm:pt modelId="{7EBE3FEA-259B-4835-B5FA-FA0D340158BF}" type="parTrans" cxnId="{B5BB7892-90D3-42AD-BCED-4405C910661E}">
      <dgm:prSet/>
      <dgm:spPr/>
      <dgm:t>
        <a:bodyPr/>
        <a:lstStyle/>
        <a:p>
          <a:endParaRPr lang="en-US"/>
        </a:p>
      </dgm:t>
    </dgm:pt>
    <dgm:pt modelId="{17A514F1-0684-4196-8499-55C52D1BD89A}" type="sibTrans" cxnId="{B5BB7892-90D3-42AD-BCED-4405C910661E}">
      <dgm:prSet/>
      <dgm:spPr/>
      <dgm:t>
        <a:bodyPr/>
        <a:lstStyle/>
        <a:p>
          <a:endParaRPr lang="en-US"/>
        </a:p>
      </dgm:t>
    </dgm:pt>
    <dgm:pt modelId="{A33F0403-CF29-9F44-A63A-E797BDF41A10}" type="pres">
      <dgm:prSet presAssocID="{9EB9881E-08B8-41B3-A0B1-D064E311EF04}" presName="Name0" presStyleCnt="0">
        <dgm:presLayoutVars>
          <dgm:dir/>
          <dgm:animLvl val="lvl"/>
          <dgm:resizeHandles val="exact"/>
        </dgm:presLayoutVars>
      </dgm:prSet>
      <dgm:spPr/>
    </dgm:pt>
    <dgm:pt modelId="{D0BC0E71-9496-F24D-A15B-4765CCC13BB4}" type="pres">
      <dgm:prSet presAssocID="{054EA76A-8B44-4573-B082-35241614CED8}" presName="composite" presStyleCnt="0"/>
      <dgm:spPr/>
    </dgm:pt>
    <dgm:pt modelId="{C72CAD73-543B-B44E-8B34-56837BEE019F}" type="pres">
      <dgm:prSet presAssocID="{054EA76A-8B44-4573-B082-35241614CED8}" presName="parTx" presStyleLbl="alignNode1" presStyleIdx="0" presStyleCnt="4">
        <dgm:presLayoutVars>
          <dgm:chMax val="0"/>
          <dgm:chPref val="0"/>
          <dgm:bulletEnabled val="1"/>
        </dgm:presLayoutVars>
      </dgm:prSet>
      <dgm:spPr/>
    </dgm:pt>
    <dgm:pt modelId="{09582F1A-3CDB-E94A-96D5-735F53D2BC69}" type="pres">
      <dgm:prSet presAssocID="{054EA76A-8B44-4573-B082-35241614CED8}" presName="desTx" presStyleLbl="alignAccFollowNode1" presStyleIdx="0" presStyleCnt="4">
        <dgm:presLayoutVars>
          <dgm:bulletEnabled val="1"/>
        </dgm:presLayoutVars>
      </dgm:prSet>
      <dgm:spPr/>
    </dgm:pt>
    <dgm:pt modelId="{CBE7A3AF-F8C6-684F-AAAC-ABB2A1A02666}" type="pres">
      <dgm:prSet presAssocID="{C977D59D-092D-44C6-B046-4B80D44EA49C}" presName="space" presStyleCnt="0"/>
      <dgm:spPr/>
    </dgm:pt>
    <dgm:pt modelId="{59F2340B-8B65-5446-B9DF-CA198993EB5E}" type="pres">
      <dgm:prSet presAssocID="{6983BF48-9CBC-48AD-BC51-647BDE314EDA}" presName="composite" presStyleCnt="0"/>
      <dgm:spPr/>
    </dgm:pt>
    <dgm:pt modelId="{067E581C-B021-154A-BE70-92996E07D8EA}" type="pres">
      <dgm:prSet presAssocID="{6983BF48-9CBC-48AD-BC51-647BDE314EDA}" presName="parTx" presStyleLbl="alignNode1" presStyleIdx="1" presStyleCnt="4">
        <dgm:presLayoutVars>
          <dgm:chMax val="0"/>
          <dgm:chPref val="0"/>
          <dgm:bulletEnabled val="1"/>
        </dgm:presLayoutVars>
      </dgm:prSet>
      <dgm:spPr/>
    </dgm:pt>
    <dgm:pt modelId="{1D2051F1-FB41-6141-BD6B-536C83C7A033}" type="pres">
      <dgm:prSet presAssocID="{6983BF48-9CBC-48AD-BC51-647BDE314EDA}" presName="desTx" presStyleLbl="alignAccFollowNode1" presStyleIdx="1" presStyleCnt="4">
        <dgm:presLayoutVars>
          <dgm:bulletEnabled val="1"/>
        </dgm:presLayoutVars>
      </dgm:prSet>
      <dgm:spPr/>
    </dgm:pt>
    <dgm:pt modelId="{575A45AA-42B8-1F43-B43D-719FF94ED021}" type="pres">
      <dgm:prSet presAssocID="{BC10BC07-6095-4A47-816E-E0F544CAD541}" presName="space" presStyleCnt="0"/>
      <dgm:spPr/>
    </dgm:pt>
    <dgm:pt modelId="{B24CD9FD-C11B-7E4A-A7D2-F4197C7EC95D}" type="pres">
      <dgm:prSet presAssocID="{ECBAF2F9-ADC3-4679-BCB2-94CB40F2A6BD}" presName="composite" presStyleCnt="0"/>
      <dgm:spPr/>
    </dgm:pt>
    <dgm:pt modelId="{DB77ED6C-2CD2-4446-9219-6EDEE58820DE}" type="pres">
      <dgm:prSet presAssocID="{ECBAF2F9-ADC3-4679-BCB2-94CB40F2A6BD}" presName="parTx" presStyleLbl="alignNode1" presStyleIdx="2" presStyleCnt="4">
        <dgm:presLayoutVars>
          <dgm:chMax val="0"/>
          <dgm:chPref val="0"/>
          <dgm:bulletEnabled val="1"/>
        </dgm:presLayoutVars>
      </dgm:prSet>
      <dgm:spPr/>
    </dgm:pt>
    <dgm:pt modelId="{EE18A12B-E6F9-694B-B7AE-102211A56CF0}" type="pres">
      <dgm:prSet presAssocID="{ECBAF2F9-ADC3-4679-BCB2-94CB40F2A6BD}" presName="desTx" presStyleLbl="alignAccFollowNode1" presStyleIdx="2" presStyleCnt="4">
        <dgm:presLayoutVars>
          <dgm:bulletEnabled val="1"/>
        </dgm:presLayoutVars>
      </dgm:prSet>
      <dgm:spPr/>
    </dgm:pt>
    <dgm:pt modelId="{B3436C94-7847-F541-8BDC-66306EAC3750}" type="pres">
      <dgm:prSet presAssocID="{82F5265F-3329-4B0C-9FC9-3EC6D2DC4764}" presName="space" presStyleCnt="0"/>
      <dgm:spPr/>
    </dgm:pt>
    <dgm:pt modelId="{7839E173-1612-B74C-8D22-38F26D94D0BB}" type="pres">
      <dgm:prSet presAssocID="{CAE9C777-3437-4665-ABAA-9E39647B632D}" presName="composite" presStyleCnt="0"/>
      <dgm:spPr/>
    </dgm:pt>
    <dgm:pt modelId="{270DF33D-4E09-E542-930A-969C0EF51E55}" type="pres">
      <dgm:prSet presAssocID="{CAE9C777-3437-4665-ABAA-9E39647B632D}" presName="parTx" presStyleLbl="alignNode1" presStyleIdx="3" presStyleCnt="4">
        <dgm:presLayoutVars>
          <dgm:chMax val="0"/>
          <dgm:chPref val="0"/>
          <dgm:bulletEnabled val="1"/>
        </dgm:presLayoutVars>
      </dgm:prSet>
      <dgm:spPr/>
    </dgm:pt>
    <dgm:pt modelId="{143D8F4B-02AA-7446-B16C-4E098E059A10}" type="pres">
      <dgm:prSet presAssocID="{CAE9C777-3437-4665-ABAA-9E39647B632D}" presName="desTx" presStyleLbl="alignAccFollowNode1" presStyleIdx="3" presStyleCnt="4">
        <dgm:presLayoutVars>
          <dgm:bulletEnabled val="1"/>
        </dgm:presLayoutVars>
      </dgm:prSet>
      <dgm:spPr/>
    </dgm:pt>
  </dgm:ptLst>
  <dgm:cxnLst>
    <dgm:cxn modelId="{34459B09-82DF-A546-89AA-14DBEC137A7B}" type="presOf" srcId="{7DFADA91-A5C1-4221-B16C-A3EE75021706}" destId="{EE18A12B-E6F9-694B-B7AE-102211A56CF0}" srcOrd="0" destOrd="1" presId="urn:microsoft.com/office/officeart/2005/8/layout/hList1"/>
    <dgm:cxn modelId="{AC669C09-E403-4F9B-AD3B-0714C75251F4}" srcId="{ECBAF2F9-ADC3-4679-BCB2-94CB40F2A6BD}" destId="{7DFADA91-A5C1-4221-B16C-A3EE75021706}" srcOrd="1" destOrd="0" parTransId="{CFC43E2B-7012-43F3-BB73-2DDB25978DF7}" sibTransId="{F01C296C-FD9A-488F-B224-64B3AD4BDEBA}"/>
    <dgm:cxn modelId="{6CC4D20C-9075-BA43-BD63-5F439707B71E}" type="presOf" srcId="{51A1088B-3542-4D18-8F56-0CF945F5DFDD}" destId="{1D2051F1-FB41-6141-BD6B-536C83C7A033}" srcOrd="0" destOrd="0" presId="urn:microsoft.com/office/officeart/2005/8/layout/hList1"/>
    <dgm:cxn modelId="{5404421D-7515-BF4B-AB9D-49031F416AB5}" type="presOf" srcId="{CAE9C777-3437-4665-ABAA-9E39647B632D}" destId="{270DF33D-4E09-E542-930A-969C0EF51E55}" srcOrd="0" destOrd="0" presId="urn:microsoft.com/office/officeart/2005/8/layout/hList1"/>
    <dgm:cxn modelId="{45A6951D-EA44-9D46-8FD7-978514CC0EEF}" type="presOf" srcId="{054EA76A-8B44-4573-B082-35241614CED8}" destId="{C72CAD73-543B-B44E-8B34-56837BEE019F}" srcOrd="0" destOrd="0" presId="urn:microsoft.com/office/officeart/2005/8/layout/hList1"/>
    <dgm:cxn modelId="{EE5AFA35-3E16-BE44-82AC-92CEAA8FC890}" type="presOf" srcId="{E6864A13-EF74-4B57-B75C-0F535CCA6746}" destId="{EE18A12B-E6F9-694B-B7AE-102211A56CF0}" srcOrd="0" destOrd="0" presId="urn:microsoft.com/office/officeart/2005/8/layout/hList1"/>
    <dgm:cxn modelId="{1846D373-CF13-43CD-965E-8FB9BD649AB9}" srcId="{054EA76A-8B44-4573-B082-35241614CED8}" destId="{7B4C8F45-CEF8-444F-8412-C71A25033D31}" srcOrd="1" destOrd="0" parTransId="{C141F4C6-1B0A-46E0-AD31-79D881090C8A}" sibTransId="{418E50A0-803D-4209-9B2F-CD60CE949BE3}"/>
    <dgm:cxn modelId="{E8F7E178-790C-B844-A07F-6CA5F6F703BF}" type="presOf" srcId="{A210BBF9-6630-4DDD-A4D2-CF22C1F0DF9E}" destId="{143D8F4B-02AA-7446-B16C-4E098E059A10}" srcOrd="0" destOrd="1" presId="urn:microsoft.com/office/officeart/2005/8/layout/hList1"/>
    <dgm:cxn modelId="{3150257C-EC59-4B47-9C8F-A5AEF85151EE}" srcId="{CAE9C777-3437-4665-ABAA-9E39647B632D}" destId="{E75C43ED-531D-413E-BEF6-792242F8ED31}" srcOrd="0" destOrd="0" parTransId="{EB45E1BD-4CB3-44CA-88C3-B998C21290D1}" sibTransId="{F44F0EA4-A430-4D68-8960-7D1C08BEE40C}"/>
    <dgm:cxn modelId="{63805685-C943-4759-A85D-943B390E8104}" srcId="{6983BF48-9CBC-48AD-BC51-647BDE314EDA}" destId="{BBBB1563-2700-460B-A591-BCC203C39FB9}" srcOrd="1" destOrd="0" parTransId="{8EDE912E-2004-4454-BA6E-C0F214F23E75}" sibTransId="{097B014B-FBFC-4702-B83D-C98EBA97A876}"/>
    <dgm:cxn modelId="{B5BB7892-90D3-42AD-BCED-4405C910661E}" srcId="{CAE9C777-3437-4665-ABAA-9E39647B632D}" destId="{A210BBF9-6630-4DDD-A4D2-CF22C1F0DF9E}" srcOrd="1" destOrd="0" parTransId="{7EBE3FEA-259B-4835-B5FA-FA0D340158BF}" sibTransId="{17A514F1-0684-4196-8499-55C52D1BD89A}"/>
    <dgm:cxn modelId="{C6BDD594-6A04-5742-8F0C-EF9B15A390F5}" type="presOf" srcId="{ECBAF2F9-ADC3-4679-BCB2-94CB40F2A6BD}" destId="{DB77ED6C-2CD2-4446-9219-6EDEE58820DE}" srcOrd="0" destOrd="0" presId="urn:microsoft.com/office/officeart/2005/8/layout/hList1"/>
    <dgm:cxn modelId="{247BD09E-A5BF-324A-A3E3-E5280D188EBE}" type="presOf" srcId="{E781902F-61E7-4B3D-9C3E-6A1C16807E95}" destId="{09582F1A-3CDB-E94A-96D5-735F53D2BC69}" srcOrd="0" destOrd="0" presId="urn:microsoft.com/office/officeart/2005/8/layout/hList1"/>
    <dgm:cxn modelId="{61BD08A6-1616-49A7-8EB4-2BB0D2100DE4}" srcId="{9EB9881E-08B8-41B3-A0B1-D064E311EF04}" destId="{ECBAF2F9-ADC3-4679-BCB2-94CB40F2A6BD}" srcOrd="2" destOrd="0" parTransId="{126A8605-3672-4526-8393-9B0C4197D0FA}" sibTransId="{82F5265F-3329-4B0C-9FC9-3EC6D2DC4764}"/>
    <dgm:cxn modelId="{74B292AB-57C0-4403-BBAE-CB6EB1F30FA1}" srcId="{ECBAF2F9-ADC3-4679-BCB2-94CB40F2A6BD}" destId="{E6864A13-EF74-4B57-B75C-0F535CCA6746}" srcOrd="0" destOrd="0" parTransId="{B43201D5-181B-4244-8721-4181C39F99AB}" sibTransId="{1D80C4FC-CE24-45DE-8001-0E53956EDA3D}"/>
    <dgm:cxn modelId="{F0A430AE-6256-6A46-8EF6-35077BB78032}" type="presOf" srcId="{9EB9881E-08B8-41B3-A0B1-D064E311EF04}" destId="{A33F0403-CF29-9F44-A63A-E797BDF41A10}" srcOrd="0" destOrd="0" presId="urn:microsoft.com/office/officeart/2005/8/layout/hList1"/>
    <dgm:cxn modelId="{9ED1FDAF-5B92-4C32-93CD-139513D1FC01}" srcId="{9EB9881E-08B8-41B3-A0B1-D064E311EF04}" destId="{054EA76A-8B44-4573-B082-35241614CED8}" srcOrd="0" destOrd="0" parTransId="{794EC2FB-D803-4366-B890-B9F06CC7D1CB}" sibTransId="{C977D59D-092D-44C6-B046-4B80D44EA49C}"/>
    <dgm:cxn modelId="{1C4903B8-BC8B-44CE-8C27-2F8127F07273}" srcId="{9EB9881E-08B8-41B3-A0B1-D064E311EF04}" destId="{CAE9C777-3437-4665-ABAA-9E39647B632D}" srcOrd="3" destOrd="0" parTransId="{8CA08314-C366-40D2-834F-8768F819BCE7}" sibTransId="{AD5C2EB9-85CD-40DC-BDB1-9151C58AEDE5}"/>
    <dgm:cxn modelId="{760EB4B9-9267-7048-BA8A-9F0DF65C69ED}" type="presOf" srcId="{E75C43ED-531D-413E-BEF6-792242F8ED31}" destId="{143D8F4B-02AA-7446-B16C-4E098E059A10}" srcOrd="0" destOrd="0" presId="urn:microsoft.com/office/officeart/2005/8/layout/hList1"/>
    <dgm:cxn modelId="{ADE8F0BA-A7B0-4A58-BE2B-145C20E08BB5}" srcId="{6983BF48-9CBC-48AD-BC51-647BDE314EDA}" destId="{51A1088B-3542-4D18-8F56-0CF945F5DFDD}" srcOrd="0" destOrd="0" parTransId="{EEFBCAFB-EA76-4304-9310-9AAC34622D83}" sibTransId="{2A1FA870-467A-4B9C-8F37-3B6ACE9709BE}"/>
    <dgm:cxn modelId="{B3C786C3-9699-C042-89C7-4BC261264D81}" type="presOf" srcId="{7B4C8F45-CEF8-444F-8412-C71A25033D31}" destId="{09582F1A-3CDB-E94A-96D5-735F53D2BC69}" srcOrd="0" destOrd="1" presId="urn:microsoft.com/office/officeart/2005/8/layout/hList1"/>
    <dgm:cxn modelId="{67ACADC3-E40F-41A6-8BAD-7E797EE71995}" srcId="{054EA76A-8B44-4573-B082-35241614CED8}" destId="{E781902F-61E7-4B3D-9C3E-6A1C16807E95}" srcOrd="0" destOrd="0" parTransId="{2102C074-092E-4AE2-AA79-D233FE5D9086}" sibTransId="{DB371465-EFC3-4DD5-9AF4-5CD32051A10A}"/>
    <dgm:cxn modelId="{8E1CB7D1-5824-F342-97A1-19EAA89792FC}" type="presOf" srcId="{6983BF48-9CBC-48AD-BC51-647BDE314EDA}" destId="{067E581C-B021-154A-BE70-92996E07D8EA}" srcOrd="0" destOrd="0" presId="urn:microsoft.com/office/officeart/2005/8/layout/hList1"/>
    <dgm:cxn modelId="{8388E8F3-D8E9-1148-B68B-D599E4741D4B}" type="presOf" srcId="{BBBB1563-2700-460B-A591-BCC203C39FB9}" destId="{1D2051F1-FB41-6141-BD6B-536C83C7A033}" srcOrd="0" destOrd="1" presId="urn:microsoft.com/office/officeart/2005/8/layout/hList1"/>
    <dgm:cxn modelId="{CFDFFFFF-F530-41EB-B85F-4C1368BCB48E}" srcId="{9EB9881E-08B8-41B3-A0B1-D064E311EF04}" destId="{6983BF48-9CBC-48AD-BC51-647BDE314EDA}" srcOrd="1" destOrd="0" parTransId="{1E73E192-6791-4BD8-93BA-054F33241CA0}" sibTransId="{BC10BC07-6095-4A47-816E-E0F544CAD541}"/>
    <dgm:cxn modelId="{8B38AD3B-EC70-A44F-BBD2-2052FFC6694E}" type="presParOf" srcId="{A33F0403-CF29-9F44-A63A-E797BDF41A10}" destId="{D0BC0E71-9496-F24D-A15B-4765CCC13BB4}" srcOrd="0" destOrd="0" presId="urn:microsoft.com/office/officeart/2005/8/layout/hList1"/>
    <dgm:cxn modelId="{938B232F-1084-0346-99C2-C0A35FBF488E}" type="presParOf" srcId="{D0BC0E71-9496-F24D-A15B-4765CCC13BB4}" destId="{C72CAD73-543B-B44E-8B34-56837BEE019F}" srcOrd="0" destOrd="0" presId="urn:microsoft.com/office/officeart/2005/8/layout/hList1"/>
    <dgm:cxn modelId="{831AA4AC-EF53-154E-8EBD-A26171F7A30D}" type="presParOf" srcId="{D0BC0E71-9496-F24D-A15B-4765CCC13BB4}" destId="{09582F1A-3CDB-E94A-96D5-735F53D2BC69}" srcOrd="1" destOrd="0" presId="urn:microsoft.com/office/officeart/2005/8/layout/hList1"/>
    <dgm:cxn modelId="{FD8D9F41-C50A-924C-880A-BE095E622222}" type="presParOf" srcId="{A33F0403-CF29-9F44-A63A-E797BDF41A10}" destId="{CBE7A3AF-F8C6-684F-AAAC-ABB2A1A02666}" srcOrd="1" destOrd="0" presId="urn:microsoft.com/office/officeart/2005/8/layout/hList1"/>
    <dgm:cxn modelId="{D3693491-7D39-9E44-9A32-B1CD82E4AAFE}" type="presParOf" srcId="{A33F0403-CF29-9F44-A63A-E797BDF41A10}" destId="{59F2340B-8B65-5446-B9DF-CA198993EB5E}" srcOrd="2" destOrd="0" presId="urn:microsoft.com/office/officeart/2005/8/layout/hList1"/>
    <dgm:cxn modelId="{12171353-70EC-2149-9D3C-5108D99FF20E}" type="presParOf" srcId="{59F2340B-8B65-5446-B9DF-CA198993EB5E}" destId="{067E581C-B021-154A-BE70-92996E07D8EA}" srcOrd="0" destOrd="0" presId="urn:microsoft.com/office/officeart/2005/8/layout/hList1"/>
    <dgm:cxn modelId="{EAE61419-0731-7B47-8463-50767E428744}" type="presParOf" srcId="{59F2340B-8B65-5446-B9DF-CA198993EB5E}" destId="{1D2051F1-FB41-6141-BD6B-536C83C7A033}" srcOrd="1" destOrd="0" presId="urn:microsoft.com/office/officeart/2005/8/layout/hList1"/>
    <dgm:cxn modelId="{3B3984BE-2AD6-484E-96C7-B3D527D43608}" type="presParOf" srcId="{A33F0403-CF29-9F44-A63A-E797BDF41A10}" destId="{575A45AA-42B8-1F43-B43D-719FF94ED021}" srcOrd="3" destOrd="0" presId="urn:microsoft.com/office/officeart/2005/8/layout/hList1"/>
    <dgm:cxn modelId="{B99E8B6B-FEB0-DE47-B44D-D0BF46F7AD28}" type="presParOf" srcId="{A33F0403-CF29-9F44-A63A-E797BDF41A10}" destId="{B24CD9FD-C11B-7E4A-A7D2-F4197C7EC95D}" srcOrd="4" destOrd="0" presId="urn:microsoft.com/office/officeart/2005/8/layout/hList1"/>
    <dgm:cxn modelId="{DA91D7DB-6B4B-B14B-B00D-8E624CD7D582}" type="presParOf" srcId="{B24CD9FD-C11B-7E4A-A7D2-F4197C7EC95D}" destId="{DB77ED6C-2CD2-4446-9219-6EDEE58820DE}" srcOrd="0" destOrd="0" presId="urn:microsoft.com/office/officeart/2005/8/layout/hList1"/>
    <dgm:cxn modelId="{13FD4AC5-92DC-5544-9217-02035A80D6C7}" type="presParOf" srcId="{B24CD9FD-C11B-7E4A-A7D2-F4197C7EC95D}" destId="{EE18A12B-E6F9-694B-B7AE-102211A56CF0}" srcOrd="1" destOrd="0" presId="urn:microsoft.com/office/officeart/2005/8/layout/hList1"/>
    <dgm:cxn modelId="{268EB7D1-A198-AC4A-AEAC-D4A99860CEC6}" type="presParOf" srcId="{A33F0403-CF29-9F44-A63A-E797BDF41A10}" destId="{B3436C94-7847-F541-8BDC-66306EAC3750}" srcOrd="5" destOrd="0" presId="urn:microsoft.com/office/officeart/2005/8/layout/hList1"/>
    <dgm:cxn modelId="{D1482809-4B32-8247-9FBF-91DD4DC1B3FC}" type="presParOf" srcId="{A33F0403-CF29-9F44-A63A-E797BDF41A10}" destId="{7839E173-1612-B74C-8D22-38F26D94D0BB}" srcOrd="6" destOrd="0" presId="urn:microsoft.com/office/officeart/2005/8/layout/hList1"/>
    <dgm:cxn modelId="{FEB22BAC-FA71-B44C-8DCF-6204BAD3F41C}" type="presParOf" srcId="{7839E173-1612-B74C-8D22-38F26D94D0BB}" destId="{270DF33D-4E09-E542-930A-969C0EF51E55}" srcOrd="0" destOrd="0" presId="urn:microsoft.com/office/officeart/2005/8/layout/hList1"/>
    <dgm:cxn modelId="{CBD890C2-3DF2-DE49-90F6-D7B64D077B0E}" type="presParOf" srcId="{7839E173-1612-B74C-8D22-38F26D94D0BB}" destId="{143D8F4B-02AA-7446-B16C-4E098E059A10}"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02759241-C921-435A-B41A-8A4124AC66F1}" type="doc">
      <dgm:prSet loTypeId="urn:microsoft.com/office/officeart/2005/8/layout/list1" loCatId="list" qsTypeId="urn:microsoft.com/office/officeart/2005/8/quickstyle/simple2" qsCatId="simple" csTypeId="urn:microsoft.com/office/officeart/2005/8/colors/accent1_2" csCatId="accent1" phldr="1"/>
      <dgm:spPr/>
      <dgm:t>
        <a:bodyPr/>
        <a:lstStyle/>
        <a:p>
          <a:endParaRPr lang="en-US"/>
        </a:p>
      </dgm:t>
    </dgm:pt>
    <dgm:pt modelId="{52ED113E-0BEB-4800-96A2-8DA1D82CDD77}">
      <dgm:prSet phldrT="[Text]" custT="1"/>
      <dgm:spPr>
        <a:solidFill>
          <a:srgbClr val="004F71"/>
        </a:solidFill>
      </dgm:spPr>
      <dgm:t>
        <a:bodyPr/>
        <a:lstStyle/>
        <a:p>
          <a:pPr>
            <a:buFont typeface="Arial" panose="020B0604020202020204" pitchFamily="34" charset="0"/>
            <a:buChar char="•"/>
          </a:pPr>
          <a:r>
            <a:rPr lang="en-US" sz="1600" b="0" i="0" dirty="0"/>
            <a:t>High Availability Clusters Function</a:t>
          </a:r>
          <a:endParaRPr lang="en-US" sz="1600" b="0" dirty="0"/>
        </a:p>
      </dgm:t>
    </dgm:pt>
    <dgm:pt modelId="{8AE43D74-4D64-44AD-B8B7-04BB9D96CB3B}" type="parTrans" cxnId="{68137B96-F8CA-4918-A5E4-91E6CE42438E}">
      <dgm:prSet/>
      <dgm:spPr/>
      <dgm:t>
        <a:bodyPr/>
        <a:lstStyle/>
        <a:p>
          <a:endParaRPr lang="en-US"/>
        </a:p>
      </dgm:t>
    </dgm:pt>
    <dgm:pt modelId="{B374896A-4715-4E55-88E2-C8FF28296F4B}" type="sibTrans" cxnId="{68137B96-F8CA-4918-A5E4-91E6CE42438E}">
      <dgm:prSet/>
      <dgm:spPr/>
      <dgm:t>
        <a:bodyPr/>
        <a:lstStyle/>
        <a:p>
          <a:endParaRPr lang="en-US"/>
        </a:p>
      </dgm:t>
    </dgm:pt>
    <dgm:pt modelId="{5C38D473-0AA2-491E-83C2-205F96948F0E}">
      <dgm:prSet/>
      <dgm:spPr>
        <a:solidFill>
          <a:schemeClr val="bg1">
            <a:lumMod val="95000"/>
            <a:alpha val="90000"/>
          </a:schemeClr>
        </a:solidFill>
        <a:ln w="9525">
          <a:solidFill>
            <a:schemeClr val="bg1">
              <a:lumMod val="85000"/>
            </a:schemeClr>
          </a:solidFill>
        </a:ln>
      </dgm:spPr>
      <dgm:t>
        <a:bodyPr/>
        <a:lstStyle/>
        <a:p>
          <a:pPr>
            <a:buFont typeface="Arial" panose="020B0604020202020204" pitchFamily="34" charset="0"/>
            <a:buChar char="•"/>
          </a:pPr>
          <a:r>
            <a:rPr lang="en-US" b="0" i="0" dirty="0">
              <a:solidFill>
                <a:srgbClr val="20282F"/>
              </a:solidFill>
            </a:rPr>
            <a:t>Ensure continuous service/minimal downtime </a:t>
          </a:r>
          <a:br>
            <a:rPr lang="en-US" b="0" i="0" dirty="0">
              <a:solidFill>
                <a:srgbClr val="20282F"/>
              </a:solidFill>
            </a:rPr>
          </a:br>
          <a:r>
            <a:rPr lang="en-US" b="0" i="0" dirty="0">
              <a:solidFill>
                <a:srgbClr val="20282F"/>
              </a:solidFill>
            </a:rPr>
            <a:t>for critical applications</a:t>
          </a:r>
        </a:p>
      </dgm:t>
    </dgm:pt>
    <dgm:pt modelId="{9385922C-A81C-449F-B80D-E3C6646441F2}" type="parTrans" cxnId="{5DD4B1F0-6816-4FE1-8533-752239765B6E}">
      <dgm:prSet/>
      <dgm:spPr/>
      <dgm:t>
        <a:bodyPr/>
        <a:lstStyle/>
        <a:p>
          <a:endParaRPr lang="en-US"/>
        </a:p>
      </dgm:t>
    </dgm:pt>
    <dgm:pt modelId="{60A38E0B-B318-454D-A164-B04560961251}" type="sibTrans" cxnId="{5DD4B1F0-6816-4FE1-8533-752239765B6E}">
      <dgm:prSet/>
      <dgm:spPr/>
      <dgm:t>
        <a:bodyPr/>
        <a:lstStyle/>
        <a:p>
          <a:endParaRPr lang="en-US"/>
        </a:p>
      </dgm:t>
    </dgm:pt>
    <dgm:pt modelId="{39436431-F54A-4641-B900-A5C40546472D}">
      <dgm:prSet/>
      <dgm:spPr>
        <a:solidFill>
          <a:schemeClr val="bg1">
            <a:lumMod val="95000"/>
            <a:alpha val="90000"/>
          </a:schemeClr>
        </a:solidFill>
        <a:ln w="9525">
          <a:solidFill>
            <a:schemeClr val="bg1">
              <a:lumMod val="85000"/>
            </a:schemeClr>
          </a:solidFill>
        </a:ln>
      </dgm:spPr>
      <dgm:t>
        <a:bodyPr/>
        <a:lstStyle/>
        <a:p>
          <a:pPr>
            <a:buFont typeface="Arial" panose="020B0604020202020204" pitchFamily="34" charset="0"/>
            <a:buChar char="•"/>
          </a:pPr>
          <a:r>
            <a:rPr lang="en-US" b="0" i="0" dirty="0">
              <a:solidFill>
                <a:srgbClr val="20282F"/>
              </a:solidFill>
            </a:rPr>
            <a:t>Automatically manage failovers to maintain operations</a:t>
          </a:r>
        </a:p>
      </dgm:t>
    </dgm:pt>
    <dgm:pt modelId="{C08B69C9-8BE4-4F50-94AE-48CD832D98BE}" type="parTrans" cxnId="{76D4D130-4A19-46BE-9732-E6E2BAC813C7}">
      <dgm:prSet/>
      <dgm:spPr/>
      <dgm:t>
        <a:bodyPr/>
        <a:lstStyle/>
        <a:p>
          <a:endParaRPr lang="en-US"/>
        </a:p>
      </dgm:t>
    </dgm:pt>
    <dgm:pt modelId="{8962F780-2F33-496B-A730-4C1FCEDD94C2}" type="sibTrans" cxnId="{76D4D130-4A19-46BE-9732-E6E2BAC813C7}">
      <dgm:prSet/>
      <dgm:spPr/>
      <dgm:t>
        <a:bodyPr/>
        <a:lstStyle/>
        <a:p>
          <a:endParaRPr lang="en-US"/>
        </a:p>
      </dgm:t>
    </dgm:pt>
    <dgm:pt modelId="{67AB0B64-1C30-4300-91E9-84F099E73F20}">
      <dgm:prSet/>
      <dgm:spPr>
        <a:solidFill>
          <a:schemeClr val="bg1">
            <a:lumMod val="95000"/>
            <a:alpha val="90000"/>
          </a:schemeClr>
        </a:solidFill>
        <a:ln w="9525">
          <a:solidFill>
            <a:schemeClr val="bg1">
              <a:lumMod val="85000"/>
            </a:schemeClr>
          </a:solidFill>
        </a:ln>
      </dgm:spPr>
      <dgm:t>
        <a:bodyPr/>
        <a:lstStyle/>
        <a:p>
          <a:pPr>
            <a:buFont typeface="Arial" panose="020B0604020202020204" pitchFamily="34" charset="0"/>
            <a:buChar char="•"/>
          </a:pPr>
          <a:r>
            <a:rPr lang="en-US" b="0" i="0" dirty="0">
              <a:solidFill>
                <a:srgbClr val="20282F"/>
              </a:solidFill>
            </a:rPr>
            <a:t>Monitor system health and provide redundancy</a:t>
          </a:r>
        </a:p>
      </dgm:t>
    </dgm:pt>
    <dgm:pt modelId="{8E5375FB-2977-40F5-BA1E-9542E883EFF6}" type="parTrans" cxnId="{E2A7018B-B63F-45A0-BC9D-43B24B54BE0B}">
      <dgm:prSet/>
      <dgm:spPr/>
      <dgm:t>
        <a:bodyPr/>
        <a:lstStyle/>
        <a:p>
          <a:endParaRPr lang="en-US"/>
        </a:p>
      </dgm:t>
    </dgm:pt>
    <dgm:pt modelId="{5D32E1DE-2245-4CD4-9670-235F373E1B3A}" type="sibTrans" cxnId="{E2A7018B-B63F-45A0-BC9D-43B24B54BE0B}">
      <dgm:prSet/>
      <dgm:spPr/>
      <dgm:t>
        <a:bodyPr/>
        <a:lstStyle/>
        <a:p>
          <a:endParaRPr lang="en-US"/>
        </a:p>
      </dgm:t>
    </dgm:pt>
    <dgm:pt modelId="{E7C08433-0134-40D5-AEAC-DBD0E532575C}">
      <dgm:prSet/>
      <dgm:spPr>
        <a:solidFill>
          <a:schemeClr val="bg1">
            <a:lumMod val="95000"/>
            <a:alpha val="90000"/>
          </a:schemeClr>
        </a:solidFill>
        <a:ln w="9525">
          <a:solidFill>
            <a:schemeClr val="bg1">
              <a:lumMod val="85000"/>
            </a:schemeClr>
          </a:solidFill>
        </a:ln>
      </dgm:spPr>
      <dgm:t>
        <a:bodyPr/>
        <a:lstStyle/>
        <a:p>
          <a:pPr>
            <a:buFont typeface="Arial" panose="020B0604020202020204" pitchFamily="34" charset="0"/>
            <a:buChar char="•"/>
          </a:pPr>
          <a:r>
            <a:rPr lang="en-US" b="0" i="0" dirty="0">
              <a:solidFill>
                <a:srgbClr val="20282F"/>
              </a:solidFill>
            </a:rPr>
            <a:t>Ideal where uptime is crucial (e.g., databases, business services)</a:t>
          </a:r>
        </a:p>
      </dgm:t>
    </dgm:pt>
    <dgm:pt modelId="{CA2CEB7A-5EF8-433E-AAAA-3D83F525A104}" type="parTrans" cxnId="{47E9B3CA-758A-44C8-A9B8-E82670FAA7FF}">
      <dgm:prSet/>
      <dgm:spPr/>
      <dgm:t>
        <a:bodyPr/>
        <a:lstStyle/>
        <a:p>
          <a:endParaRPr lang="en-US"/>
        </a:p>
      </dgm:t>
    </dgm:pt>
    <dgm:pt modelId="{F59FFBB0-D02E-4A29-A238-5ED8075AD2EF}" type="sibTrans" cxnId="{47E9B3CA-758A-44C8-A9B8-E82670FAA7FF}">
      <dgm:prSet/>
      <dgm:spPr/>
      <dgm:t>
        <a:bodyPr/>
        <a:lstStyle/>
        <a:p>
          <a:endParaRPr lang="en-US"/>
        </a:p>
      </dgm:t>
    </dgm:pt>
    <dgm:pt modelId="{443EF54A-2627-4760-BE36-31D80B6E9BC3}">
      <dgm:prSet phldrT="[Text]" custT="1"/>
      <dgm:spPr>
        <a:solidFill>
          <a:srgbClr val="004F71"/>
        </a:solidFill>
      </dgm:spPr>
      <dgm:t>
        <a:bodyPr/>
        <a:lstStyle/>
        <a:p>
          <a:pPr>
            <a:buFont typeface="Arial" panose="020B0604020202020204" pitchFamily="34" charset="0"/>
            <a:buChar char="•"/>
          </a:pPr>
          <a:r>
            <a:rPr lang="en-US" sz="1600" dirty="0"/>
            <a:t>High Availability Clusters Definition</a:t>
          </a:r>
        </a:p>
      </dgm:t>
    </dgm:pt>
    <dgm:pt modelId="{4AFD8068-8B7B-4188-BD6B-2153291D9045}" type="parTrans" cxnId="{DA9A8C30-EE4D-4DC6-9AA9-904A1A4396C4}">
      <dgm:prSet/>
      <dgm:spPr/>
      <dgm:t>
        <a:bodyPr/>
        <a:lstStyle/>
        <a:p>
          <a:endParaRPr lang="en-US"/>
        </a:p>
      </dgm:t>
    </dgm:pt>
    <dgm:pt modelId="{A1D5BE09-6BF9-4057-8A4B-D0A053B30A90}" type="sibTrans" cxnId="{DA9A8C30-EE4D-4DC6-9AA9-904A1A4396C4}">
      <dgm:prSet/>
      <dgm:spPr/>
      <dgm:t>
        <a:bodyPr/>
        <a:lstStyle/>
        <a:p>
          <a:endParaRPr lang="en-US"/>
        </a:p>
      </dgm:t>
    </dgm:pt>
    <dgm:pt modelId="{5C785038-601E-44D1-B236-F6A1C829E034}">
      <dgm:prSet phldrT="[Text]"/>
      <dgm:spPr>
        <a:solidFill>
          <a:schemeClr val="bg1">
            <a:lumMod val="95000"/>
            <a:alpha val="90000"/>
          </a:schemeClr>
        </a:solidFill>
        <a:ln w="9525">
          <a:solidFill>
            <a:schemeClr val="bg1">
              <a:lumMod val="85000"/>
            </a:schemeClr>
          </a:solidFill>
        </a:ln>
      </dgm:spPr>
      <dgm:t>
        <a:bodyPr/>
        <a:lstStyle/>
        <a:p>
          <a:pPr>
            <a:buFont typeface="Arial" panose="020B0604020202020204" pitchFamily="34" charset="0"/>
            <a:buChar char="•"/>
          </a:pPr>
          <a:r>
            <a:rPr lang="en-US" dirty="0">
              <a:solidFill>
                <a:srgbClr val="20282F"/>
              </a:solidFill>
            </a:rPr>
            <a:t>Systems that ensure continuous operation and minimize downtime via redundant components and failover mechanisms</a:t>
          </a:r>
        </a:p>
      </dgm:t>
    </dgm:pt>
    <dgm:pt modelId="{B22AAC31-2707-40C2-81DD-FD001928F3E3}" type="parTrans" cxnId="{8A97B59E-3130-4B0C-A1BF-AEDB5FC1AAEF}">
      <dgm:prSet/>
      <dgm:spPr/>
      <dgm:t>
        <a:bodyPr/>
        <a:lstStyle/>
        <a:p>
          <a:endParaRPr lang="en-US"/>
        </a:p>
      </dgm:t>
    </dgm:pt>
    <dgm:pt modelId="{64DD3EF3-6765-47E2-95DE-3264600C4CF6}" type="sibTrans" cxnId="{8A97B59E-3130-4B0C-A1BF-AEDB5FC1AAEF}">
      <dgm:prSet/>
      <dgm:spPr/>
      <dgm:t>
        <a:bodyPr/>
        <a:lstStyle/>
        <a:p>
          <a:endParaRPr lang="en-US"/>
        </a:p>
      </dgm:t>
    </dgm:pt>
    <dgm:pt modelId="{5EF8561E-7724-B747-9036-815029135413}" type="pres">
      <dgm:prSet presAssocID="{02759241-C921-435A-B41A-8A4124AC66F1}" presName="linear" presStyleCnt="0">
        <dgm:presLayoutVars>
          <dgm:dir/>
          <dgm:animLvl val="lvl"/>
          <dgm:resizeHandles val="exact"/>
        </dgm:presLayoutVars>
      </dgm:prSet>
      <dgm:spPr/>
    </dgm:pt>
    <dgm:pt modelId="{4329DC03-7346-C649-AC82-6D2BFC30A1F1}" type="pres">
      <dgm:prSet presAssocID="{443EF54A-2627-4760-BE36-31D80B6E9BC3}" presName="parentLin" presStyleCnt="0"/>
      <dgm:spPr/>
    </dgm:pt>
    <dgm:pt modelId="{65157949-6434-4441-9802-F5C19F3A9587}" type="pres">
      <dgm:prSet presAssocID="{443EF54A-2627-4760-BE36-31D80B6E9BC3}" presName="parentLeftMargin" presStyleLbl="node1" presStyleIdx="0" presStyleCnt="2"/>
      <dgm:spPr/>
    </dgm:pt>
    <dgm:pt modelId="{494950DE-6C34-AF4B-A5BD-6DFAEC97AD9D}" type="pres">
      <dgm:prSet presAssocID="{443EF54A-2627-4760-BE36-31D80B6E9BC3}" presName="parentText" presStyleLbl="node1" presStyleIdx="0" presStyleCnt="2">
        <dgm:presLayoutVars>
          <dgm:chMax val="0"/>
          <dgm:bulletEnabled val="1"/>
        </dgm:presLayoutVars>
      </dgm:prSet>
      <dgm:spPr/>
    </dgm:pt>
    <dgm:pt modelId="{340F66C3-BCC8-1446-82E4-EBB99C0EC707}" type="pres">
      <dgm:prSet presAssocID="{443EF54A-2627-4760-BE36-31D80B6E9BC3}" presName="negativeSpace" presStyleCnt="0"/>
      <dgm:spPr/>
    </dgm:pt>
    <dgm:pt modelId="{6BFDE1E2-E688-F645-AC5C-0127323E0040}" type="pres">
      <dgm:prSet presAssocID="{443EF54A-2627-4760-BE36-31D80B6E9BC3}" presName="childText" presStyleLbl="conFgAcc1" presStyleIdx="0" presStyleCnt="2">
        <dgm:presLayoutVars>
          <dgm:bulletEnabled val="1"/>
        </dgm:presLayoutVars>
      </dgm:prSet>
      <dgm:spPr/>
    </dgm:pt>
    <dgm:pt modelId="{D871434F-295F-F441-B550-264B0B723E95}" type="pres">
      <dgm:prSet presAssocID="{A1D5BE09-6BF9-4057-8A4B-D0A053B30A90}" presName="spaceBetweenRectangles" presStyleCnt="0"/>
      <dgm:spPr/>
    </dgm:pt>
    <dgm:pt modelId="{3947097A-5961-7245-8B50-8A1FE2220518}" type="pres">
      <dgm:prSet presAssocID="{52ED113E-0BEB-4800-96A2-8DA1D82CDD77}" presName="parentLin" presStyleCnt="0"/>
      <dgm:spPr/>
    </dgm:pt>
    <dgm:pt modelId="{6A8ACB04-6AF5-A944-A796-B7DAD1F94D1C}" type="pres">
      <dgm:prSet presAssocID="{52ED113E-0BEB-4800-96A2-8DA1D82CDD77}" presName="parentLeftMargin" presStyleLbl="node1" presStyleIdx="0" presStyleCnt="2"/>
      <dgm:spPr/>
    </dgm:pt>
    <dgm:pt modelId="{5BC4DC8A-7F67-F74E-8704-C0C8CEAD35EA}" type="pres">
      <dgm:prSet presAssocID="{52ED113E-0BEB-4800-96A2-8DA1D82CDD77}" presName="parentText" presStyleLbl="node1" presStyleIdx="1" presStyleCnt="2">
        <dgm:presLayoutVars>
          <dgm:chMax val="0"/>
          <dgm:bulletEnabled val="1"/>
        </dgm:presLayoutVars>
      </dgm:prSet>
      <dgm:spPr/>
    </dgm:pt>
    <dgm:pt modelId="{FB512D9B-D4A8-2B47-BE45-B180AD36701E}" type="pres">
      <dgm:prSet presAssocID="{52ED113E-0BEB-4800-96A2-8DA1D82CDD77}" presName="negativeSpace" presStyleCnt="0"/>
      <dgm:spPr/>
    </dgm:pt>
    <dgm:pt modelId="{F5EBF50E-2EF3-2C49-93A0-3501289E2502}" type="pres">
      <dgm:prSet presAssocID="{52ED113E-0BEB-4800-96A2-8DA1D82CDD77}" presName="childText" presStyleLbl="conFgAcc1" presStyleIdx="1" presStyleCnt="2">
        <dgm:presLayoutVars>
          <dgm:bulletEnabled val="1"/>
        </dgm:presLayoutVars>
      </dgm:prSet>
      <dgm:spPr/>
    </dgm:pt>
  </dgm:ptLst>
  <dgm:cxnLst>
    <dgm:cxn modelId="{90DD100C-E098-9E45-B002-8C6A66DBB3D0}" type="presOf" srcId="{52ED113E-0BEB-4800-96A2-8DA1D82CDD77}" destId="{6A8ACB04-6AF5-A944-A796-B7DAD1F94D1C}" srcOrd="0" destOrd="0" presId="urn:microsoft.com/office/officeart/2005/8/layout/list1"/>
    <dgm:cxn modelId="{0E92391F-1FDC-594B-8CA8-6B554312A980}" type="presOf" srcId="{E7C08433-0134-40D5-AEAC-DBD0E532575C}" destId="{F5EBF50E-2EF3-2C49-93A0-3501289E2502}" srcOrd="0" destOrd="3" presId="urn:microsoft.com/office/officeart/2005/8/layout/list1"/>
    <dgm:cxn modelId="{3CB1B923-6809-5A49-926E-1FB1D0286F2E}" type="presOf" srcId="{52ED113E-0BEB-4800-96A2-8DA1D82CDD77}" destId="{5BC4DC8A-7F67-F74E-8704-C0C8CEAD35EA}" srcOrd="1" destOrd="0" presId="urn:microsoft.com/office/officeart/2005/8/layout/list1"/>
    <dgm:cxn modelId="{0428EA25-8ECB-0E42-BDA0-C1B9FC51BB92}" type="presOf" srcId="{5C785038-601E-44D1-B236-F6A1C829E034}" destId="{6BFDE1E2-E688-F645-AC5C-0127323E0040}" srcOrd="0" destOrd="0" presId="urn:microsoft.com/office/officeart/2005/8/layout/list1"/>
    <dgm:cxn modelId="{DA9A8C30-EE4D-4DC6-9AA9-904A1A4396C4}" srcId="{02759241-C921-435A-B41A-8A4124AC66F1}" destId="{443EF54A-2627-4760-BE36-31D80B6E9BC3}" srcOrd="0" destOrd="0" parTransId="{4AFD8068-8B7B-4188-BD6B-2153291D9045}" sibTransId="{A1D5BE09-6BF9-4057-8A4B-D0A053B30A90}"/>
    <dgm:cxn modelId="{76D4D130-4A19-46BE-9732-E6E2BAC813C7}" srcId="{52ED113E-0BEB-4800-96A2-8DA1D82CDD77}" destId="{39436431-F54A-4641-B900-A5C40546472D}" srcOrd="1" destOrd="0" parTransId="{C08B69C9-8BE4-4F50-94AE-48CD832D98BE}" sibTransId="{8962F780-2F33-496B-A730-4C1FCEDD94C2}"/>
    <dgm:cxn modelId="{88E6D23E-9CF0-134F-A72F-6E385AB1267E}" type="presOf" srcId="{39436431-F54A-4641-B900-A5C40546472D}" destId="{F5EBF50E-2EF3-2C49-93A0-3501289E2502}" srcOrd="0" destOrd="1" presId="urn:microsoft.com/office/officeart/2005/8/layout/list1"/>
    <dgm:cxn modelId="{0297DA3E-A902-CD44-9ACD-A1A39280D424}" type="presOf" srcId="{67AB0B64-1C30-4300-91E9-84F099E73F20}" destId="{F5EBF50E-2EF3-2C49-93A0-3501289E2502}" srcOrd="0" destOrd="2" presId="urn:microsoft.com/office/officeart/2005/8/layout/list1"/>
    <dgm:cxn modelId="{48311F58-C4DE-E847-9AE6-A0050C897ACF}" type="presOf" srcId="{443EF54A-2627-4760-BE36-31D80B6E9BC3}" destId="{65157949-6434-4441-9802-F5C19F3A9587}" srcOrd="0" destOrd="0" presId="urn:microsoft.com/office/officeart/2005/8/layout/list1"/>
    <dgm:cxn modelId="{E2A7018B-B63F-45A0-BC9D-43B24B54BE0B}" srcId="{52ED113E-0BEB-4800-96A2-8DA1D82CDD77}" destId="{67AB0B64-1C30-4300-91E9-84F099E73F20}" srcOrd="2" destOrd="0" parTransId="{8E5375FB-2977-40F5-BA1E-9542E883EFF6}" sibTransId="{5D32E1DE-2245-4CD4-9670-235F373E1B3A}"/>
    <dgm:cxn modelId="{68137B96-F8CA-4918-A5E4-91E6CE42438E}" srcId="{02759241-C921-435A-B41A-8A4124AC66F1}" destId="{52ED113E-0BEB-4800-96A2-8DA1D82CDD77}" srcOrd="1" destOrd="0" parTransId="{8AE43D74-4D64-44AD-B8B7-04BB9D96CB3B}" sibTransId="{B374896A-4715-4E55-88E2-C8FF28296F4B}"/>
    <dgm:cxn modelId="{72A9DB97-5379-D647-9FC2-10A124CD1329}" type="presOf" srcId="{443EF54A-2627-4760-BE36-31D80B6E9BC3}" destId="{494950DE-6C34-AF4B-A5BD-6DFAEC97AD9D}" srcOrd="1" destOrd="0" presId="urn:microsoft.com/office/officeart/2005/8/layout/list1"/>
    <dgm:cxn modelId="{8A97B59E-3130-4B0C-A1BF-AEDB5FC1AAEF}" srcId="{443EF54A-2627-4760-BE36-31D80B6E9BC3}" destId="{5C785038-601E-44D1-B236-F6A1C829E034}" srcOrd="0" destOrd="0" parTransId="{B22AAC31-2707-40C2-81DD-FD001928F3E3}" sibTransId="{64DD3EF3-6765-47E2-95DE-3264600C4CF6}"/>
    <dgm:cxn modelId="{59059DB7-5C19-BB48-B78A-7C63DDC08D95}" type="presOf" srcId="{5C38D473-0AA2-491E-83C2-205F96948F0E}" destId="{F5EBF50E-2EF3-2C49-93A0-3501289E2502}" srcOrd="0" destOrd="0" presId="urn:microsoft.com/office/officeart/2005/8/layout/list1"/>
    <dgm:cxn modelId="{D2B64DBC-1C84-9341-8596-2D7607C1A7EF}" type="presOf" srcId="{02759241-C921-435A-B41A-8A4124AC66F1}" destId="{5EF8561E-7724-B747-9036-815029135413}" srcOrd="0" destOrd="0" presId="urn:microsoft.com/office/officeart/2005/8/layout/list1"/>
    <dgm:cxn modelId="{47E9B3CA-758A-44C8-A9B8-E82670FAA7FF}" srcId="{52ED113E-0BEB-4800-96A2-8DA1D82CDD77}" destId="{E7C08433-0134-40D5-AEAC-DBD0E532575C}" srcOrd="3" destOrd="0" parTransId="{CA2CEB7A-5EF8-433E-AAAA-3D83F525A104}" sibTransId="{F59FFBB0-D02E-4A29-A238-5ED8075AD2EF}"/>
    <dgm:cxn modelId="{5DD4B1F0-6816-4FE1-8533-752239765B6E}" srcId="{52ED113E-0BEB-4800-96A2-8DA1D82CDD77}" destId="{5C38D473-0AA2-491E-83C2-205F96948F0E}" srcOrd="0" destOrd="0" parTransId="{9385922C-A81C-449F-B80D-E3C6646441F2}" sibTransId="{60A38E0B-B318-454D-A164-B04560961251}"/>
    <dgm:cxn modelId="{3FE320AB-BB99-4F4C-9F3A-8C575BCF5C3C}" type="presParOf" srcId="{5EF8561E-7724-B747-9036-815029135413}" destId="{4329DC03-7346-C649-AC82-6D2BFC30A1F1}" srcOrd="0" destOrd="0" presId="urn:microsoft.com/office/officeart/2005/8/layout/list1"/>
    <dgm:cxn modelId="{8D9E71FD-7744-2A4C-BAA5-F01D9F6279E6}" type="presParOf" srcId="{4329DC03-7346-C649-AC82-6D2BFC30A1F1}" destId="{65157949-6434-4441-9802-F5C19F3A9587}" srcOrd="0" destOrd="0" presId="urn:microsoft.com/office/officeart/2005/8/layout/list1"/>
    <dgm:cxn modelId="{286994B2-A5A1-5E49-9593-55F8FE0C2ABB}" type="presParOf" srcId="{4329DC03-7346-C649-AC82-6D2BFC30A1F1}" destId="{494950DE-6C34-AF4B-A5BD-6DFAEC97AD9D}" srcOrd="1" destOrd="0" presId="urn:microsoft.com/office/officeart/2005/8/layout/list1"/>
    <dgm:cxn modelId="{8ABBD90F-AF39-B14E-8575-55E3213F1F65}" type="presParOf" srcId="{5EF8561E-7724-B747-9036-815029135413}" destId="{340F66C3-BCC8-1446-82E4-EBB99C0EC707}" srcOrd="1" destOrd="0" presId="urn:microsoft.com/office/officeart/2005/8/layout/list1"/>
    <dgm:cxn modelId="{3D483EE9-3E15-F541-95C5-6183D66066F6}" type="presParOf" srcId="{5EF8561E-7724-B747-9036-815029135413}" destId="{6BFDE1E2-E688-F645-AC5C-0127323E0040}" srcOrd="2" destOrd="0" presId="urn:microsoft.com/office/officeart/2005/8/layout/list1"/>
    <dgm:cxn modelId="{4DFE4E78-958C-B64A-8329-27C38F344FAC}" type="presParOf" srcId="{5EF8561E-7724-B747-9036-815029135413}" destId="{D871434F-295F-F441-B550-264B0B723E95}" srcOrd="3" destOrd="0" presId="urn:microsoft.com/office/officeart/2005/8/layout/list1"/>
    <dgm:cxn modelId="{33A3A07C-D2E0-5D41-BFCD-4F3532797A49}" type="presParOf" srcId="{5EF8561E-7724-B747-9036-815029135413}" destId="{3947097A-5961-7245-8B50-8A1FE2220518}" srcOrd="4" destOrd="0" presId="urn:microsoft.com/office/officeart/2005/8/layout/list1"/>
    <dgm:cxn modelId="{DAC14C33-7BCD-E243-AC51-B149939839CD}" type="presParOf" srcId="{3947097A-5961-7245-8B50-8A1FE2220518}" destId="{6A8ACB04-6AF5-A944-A796-B7DAD1F94D1C}" srcOrd="0" destOrd="0" presId="urn:microsoft.com/office/officeart/2005/8/layout/list1"/>
    <dgm:cxn modelId="{F3A9986F-C4D1-5349-AD30-82108E380B0F}" type="presParOf" srcId="{3947097A-5961-7245-8B50-8A1FE2220518}" destId="{5BC4DC8A-7F67-F74E-8704-C0C8CEAD35EA}" srcOrd="1" destOrd="0" presId="urn:microsoft.com/office/officeart/2005/8/layout/list1"/>
    <dgm:cxn modelId="{9341C824-5D07-D343-AF08-88298FFDFF47}" type="presParOf" srcId="{5EF8561E-7724-B747-9036-815029135413}" destId="{FB512D9B-D4A8-2B47-BE45-B180AD36701E}" srcOrd="5" destOrd="0" presId="urn:microsoft.com/office/officeart/2005/8/layout/list1"/>
    <dgm:cxn modelId="{AAC4E723-4C67-E248-9054-9B194422A85D}" type="presParOf" srcId="{5EF8561E-7724-B747-9036-815029135413}" destId="{F5EBF50E-2EF3-2C49-93A0-3501289E2502}"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9B9D5A7E-BA91-4C26-BB80-B8C46A5EB6E7}"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C590A8E0-806E-4792-89C1-30EF74CA1E5B}">
      <dgm:prSet phldrT="[Text]" custT="1"/>
      <dgm:spPr/>
      <dgm:t>
        <a:bodyPr/>
        <a:lstStyle/>
        <a:p>
          <a:r>
            <a:rPr lang="en-US" sz="1700" dirty="0"/>
            <a:t>Functions</a:t>
          </a:r>
        </a:p>
      </dgm:t>
    </dgm:pt>
    <dgm:pt modelId="{8F4C241E-9EDF-469A-A68A-3C57D9AD1762}" type="parTrans" cxnId="{CD8065C6-A6C1-443F-9E02-EDD793512AC9}">
      <dgm:prSet/>
      <dgm:spPr/>
      <dgm:t>
        <a:bodyPr/>
        <a:lstStyle/>
        <a:p>
          <a:endParaRPr lang="en-US"/>
        </a:p>
      </dgm:t>
    </dgm:pt>
    <dgm:pt modelId="{CE8E05A6-A9CF-4F3F-9A24-DA150B147A6F}" type="sibTrans" cxnId="{CD8065C6-A6C1-443F-9E02-EDD793512AC9}">
      <dgm:prSet/>
      <dgm:spPr/>
      <dgm:t>
        <a:bodyPr/>
        <a:lstStyle/>
        <a:p>
          <a:endParaRPr lang="en-US"/>
        </a:p>
      </dgm:t>
    </dgm:pt>
    <dgm:pt modelId="{9167D6DA-369B-4390-A302-E10D27468186}">
      <dgm:prSet custT="1"/>
      <dgm:spPr>
        <a:solidFill>
          <a:schemeClr val="bg1">
            <a:lumMod val="95000"/>
            <a:alpha val="90000"/>
          </a:schemeClr>
        </a:solidFill>
        <a:ln w="9525">
          <a:solidFill>
            <a:schemeClr val="bg1">
              <a:lumMod val="85000"/>
            </a:schemeClr>
          </a:solidFill>
        </a:ln>
      </dgm:spPr>
      <dgm:t>
        <a:bodyPr/>
        <a:lstStyle/>
        <a:p>
          <a:r>
            <a:rPr lang="en-US" sz="1600" dirty="0">
              <a:solidFill>
                <a:srgbClr val="20282F"/>
              </a:solidFill>
            </a:rPr>
            <a:t>Multiple routers prevent single points of failure</a:t>
          </a:r>
        </a:p>
      </dgm:t>
    </dgm:pt>
    <dgm:pt modelId="{D595017D-5F04-46A9-A17D-A8609A26F738}" type="parTrans" cxnId="{D558CF6F-E7C8-4167-AB9C-8860D1C758F9}">
      <dgm:prSet/>
      <dgm:spPr/>
      <dgm:t>
        <a:bodyPr/>
        <a:lstStyle/>
        <a:p>
          <a:endParaRPr lang="en-US"/>
        </a:p>
      </dgm:t>
    </dgm:pt>
    <dgm:pt modelId="{F304BB8C-5372-4D1B-BF97-909C64DD04B9}" type="sibTrans" cxnId="{D558CF6F-E7C8-4167-AB9C-8860D1C758F9}">
      <dgm:prSet/>
      <dgm:spPr/>
      <dgm:t>
        <a:bodyPr/>
        <a:lstStyle/>
        <a:p>
          <a:endParaRPr lang="en-US"/>
        </a:p>
      </dgm:t>
    </dgm:pt>
    <dgm:pt modelId="{7B9E39CA-D10A-416D-B1A3-A8DEA54D2E53}">
      <dgm:prSet custT="1"/>
      <dgm:spPr>
        <a:solidFill>
          <a:schemeClr val="bg1">
            <a:lumMod val="95000"/>
            <a:alpha val="90000"/>
          </a:schemeClr>
        </a:solidFill>
        <a:ln w="9525">
          <a:solidFill>
            <a:schemeClr val="bg1">
              <a:lumMod val="85000"/>
            </a:schemeClr>
          </a:solidFill>
        </a:ln>
      </dgm:spPr>
      <dgm:t>
        <a:bodyPr/>
        <a:lstStyle/>
        <a:p>
          <a:r>
            <a:rPr lang="en-US" sz="1600" dirty="0">
              <a:solidFill>
                <a:srgbClr val="20282F"/>
              </a:solidFill>
            </a:rPr>
            <a:t>Quick failover with protocols like HSRP/VRRP</a:t>
          </a:r>
        </a:p>
      </dgm:t>
    </dgm:pt>
    <dgm:pt modelId="{5FD1F2AE-F6D3-4EE4-B194-7B1842BA23C0}" type="parTrans" cxnId="{737C26D9-47FE-44A2-8F15-FC3C30D19755}">
      <dgm:prSet/>
      <dgm:spPr/>
      <dgm:t>
        <a:bodyPr/>
        <a:lstStyle/>
        <a:p>
          <a:endParaRPr lang="en-US"/>
        </a:p>
      </dgm:t>
    </dgm:pt>
    <dgm:pt modelId="{8C54B9CB-1014-482E-9F82-11672AC7C984}" type="sibTrans" cxnId="{737C26D9-47FE-44A2-8F15-FC3C30D19755}">
      <dgm:prSet/>
      <dgm:spPr/>
      <dgm:t>
        <a:bodyPr/>
        <a:lstStyle/>
        <a:p>
          <a:endParaRPr lang="en-US"/>
        </a:p>
      </dgm:t>
    </dgm:pt>
    <dgm:pt modelId="{C99906AA-3D2F-4BD2-BD59-FD210B5B4494}">
      <dgm:prSet custT="1"/>
      <dgm:spPr>
        <a:solidFill>
          <a:schemeClr val="bg1">
            <a:lumMod val="95000"/>
            <a:alpha val="90000"/>
          </a:schemeClr>
        </a:solidFill>
        <a:ln w="9525">
          <a:solidFill>
            <a:schemeClr val="bg1">
              <a:lumMod val="85000"/>
            </a:schemeClr>
          </a:solidFill>
        </a:ln>
      </dgm:spPr>
      <dgm:t>
        <a:bodyPr/>
        <a:lstStyle/>
        <a:p>
          <a:r>
            <a:rPr lang="en-US" sz="1600" dirty="0">
              <a:solidFill>
                <a:srgbClr val="20282F"/>
              </a:solidFill>
            </a:rPr>
            <a:t>Maintains network access and reliability</a:t>
          </a:r>
        </a:p>
      </dgm:t>
    </dgm:pt>
    <dgm:pt modelId="{4FCFAF62-4D9D-459E-A214-EF2761F3AB5E}" type="parTrans" cxnId="{B4CC258F-95BA-4C74-A1D4-305F7613D94C}">
      <dgm:prSet/>
      <dgm:spPr/>
      <dgm:t>
        <a:bodyPr/>
        <a:lstStyle/>
        <a:p>
          <a:endParaRPr lang="en-US"/>
        </a:p>
      </dgm:t>
    </dgm:pt>
    <dgm:pt modelId="{C92E9C0F-30F3-4AE9-9A67-61262E19619B}" type="sibTrans" cxnId="{B4CC258F-95BA-4C74-A1D4-305F7613D94C}">
      <dgm:prSet/>
      <dgm:spPr/>
      <dgm:t>
        <a:bodyPr/>
        <a:lstStyle/>
        <a:p>
          <a:endParaRPr lang="en-US"/>
        </a:p>
      </dgm:t>
    </dgm:pt>
    <dgm:pt modelId="{67CE0CF4-653F-479B-9E8D-4BAE1B9EC582}">
      <dgm:prSet phldrT="[Text]" custT="1"/>
      <dgm:spPr>
        <a:solidFill>
          <a:schemeClr val="bg1">
            <a:lumMod val="95000"/>
            <a:alpha val="90000"/>
          </a:schemeClr>
        </a:solidFill>
        <a:ln w="9525">
          <a:solidFill>
            <a:schemeClr val="bg1">
              <a:lumMod val="85000"/>
            </a:schemeClr>
          </a:solidFill>
        </a:ln>
      </dgm:spPr>
      <dgm:t>
        <a:bodyPr/>
        <a:lstStyle/>
        <a:p>
          <a:r>
            <a:rPr lang="en-US" sz="1600" dirty="0">
              <a:solidFill>
                <a:srgbClr val="20282F"/>
              </a:solidFill>
            </a:rPr>
            <a:t>Ensures uninterrupted gateway availability</a:t>
          </a:r>
        </a:p>
      </dgm:t>
    </dgm:pt>
    <dgm:pt modelId="{86279D1A-7031-4C01-87B7-D2C5923CEA44}" type="parTrans" cxnId="{786E7F38-75EB-4939-A219-904CE2F12477}">
      <dgm:prSet/>
      <dgm:spPr/>
      <dgm:t>
        <a:bodyPr/>
        <a:lstStyle/>
        <a:p>
          <a:endParaRPr lang="en-US"/>
        </a:p>
      </dgm:t>
    </dgm:pt>
    <dgm:pt modelId="{37D6F3CD-FD06-47B3-A192-F7214C57345E}" type="sibTrans" cxnId="{786E7F38-75EB-4939-A219-904CE2F12477}">
      <dgm:prSet/>
      <dgm:spPr/>
      <dgm:t>
        <a:bodyPr/>
        <a:lstStyle/>
        <a:p>
          <a:endParaRPr lang="en-US"/>
        </a:p>
      </dgm:t>
    </dgm:pt>
    <dgm:pt modelId="{4080C871-6A72-40D9-8F89-02BE04D4865E}">
      <dgm:prSet phldrT="[Text]" custT="1"/>
      <dgm:spPr/>
      <dgm:t>
        <a:bodyPr/>
        <a:lstStyle/>
        <a:p>
          <a:r>
            <a:rPr lang="en-US" sz="1700" dirty="0"/>
            <a:t>First Hop Redundancy Definition</a:t>
          </a:r>
        </a:p>
      </dgm:t>
    </dgm:pt>
    <dgm:pt modelId="{BCD76176-CB70-4921-A391-DBE484F87248}" type="parTrans" cxnId="{3D39C2ED-0C56-471E-8D41-74BC38D05968}">
      <dgm:prSet/>
      <dgm:spPr/>
      <dgm:t>
        <a:bodyPr/>
        <a:lstStyle/>
        <a:p>
          <a:endParaRPr lang="en-US"/>
        </a:p>
      </dgm:t>
    </dgm:pt>
    <dgm:pt modelId="{6C12B95B-A473-42E0-9C90-FC871FBF367D}" type="sibTrans" cxnId="{3D39C2ED-0C56-471E-8D41-74BC38D05968}">
      <dgm:prSet/>
      <dgm:spPr/>
      <dgm:t>
        <a:bodyPr/>
        <a:lstStyle/>
        <a:p>
          <a:endParaRPr lang="en-US"/>
        </a:p>
      </dgm:t>
    </dgm:pt>
    <dgm:pt modelId="{B964546D-6CBF-494C-B6FE-E19C35CCE481}">
      <dgm:prSet phldrT="[Text]" custT="1"/>
      <dgm:spPr>
        <a:solidFill>
          <a:schemeClr val="bg1">
            <a:lumMod val="95000"/>
            <a:alpha val="90000"/>
          </a:schemeClr>
        </a:solidFill>
        <a:ln w="9525">
          <a:solidFill>
            <a:schemeClr val="bg1">
              <a:lumMod val="85000"/>
            </a:schemeClr>
          </a:solidFill>
        </a:ln>
      </dgm:spPr>
      <dgm:t>
        <a:bodyPr/>
        <a:lstStyle/>
        <a:p>
          <a:r>
            <a:rPr lang="en-US" sz="1600" dirty="0">
              <a:solidFill>
                <a:srgbClr val="20282F"/>
              </a:solidFill>
            </a:rPr>
            <a:t>Ensures uninterrupted network service by automatically switching to a backup gateway if the primary one fails</a:t>
          </a:r>
        </a:p>
      </dgm:t>
    </dgm:pt>
    <dgm:pt modelId="{4AD19887-38FE-422C-8106-9D566E963A94}" type="parTrans" cxnId="{305C1112-1D86-4085-A05C-D6267399316A}">
      <dgm:prSet/>
      <dgm:spPr/>
      <dgm:t>
        <a:bodyPr/>
        <a:lstStyle/>
        <a:p>
          <a:endParaRPr lang="en-US"/>
        </a:p>
      </dgm:t>
    </dgm:pt>
    <dgm:pt modelId="{52B8615D-FF38-4516-BB43-3DD42A325380}" type="sibTrans" cxnId="{305C1112-1D86-4085-A05C-D6267399316A}">
      <dgm:prSet/>
      <dgm:spPr/>
      <dgm:t>
        <a:bodyPr/>
        <a:lstStyle/>
        <a:p>
          <a:endParaRPr lang="en-US"/>
        </a:p>
      </dgm:t>
    </dgm:pt>
    <dgm:pt modelId="{D10E7427-34AB-054B-85BC-60CCE2F62DEE}" type="pres">
      <dgm:prSet presAssocID="{9B9D5A7E-BA91-4C26-BB80-B8C46A5EB6E7}" presName="linear" presStyleCnt="0">
        <dgm:presLayoutVars>
          <dgm:dir/>
          <dgm:animLvl val="lvl"/>
          <dgm:resizeHandles val="exact"/>
        </dgm:presLayoutVars>
      </dgm:prSet>
      <dgm:spPr/>
    </dgm:pt>
    <dgm:pt modelId="{2BD6EA04-830A-2F48-A372-9C1798C4F47C}" type="pres">
      <dgm:prSet presAssocID="{4080C871-6A72-40D9-8F89-02BE04D4865E}" presName="parentLin" presStyleCnt="0"/>
      <dgm:spPr/>
    </dgm:pt>
    <dgm:pt modelId="{45F5A039-CC92-FE41-91F3-85A945C98D09}" type="pres">
      <dgm:prSet presAssocID="{4080C871-6A72-40D9-8F89-02BE04D4865E}" presName="parentLeftMargin" presStyleLbl="node1" presStyleIdx="0" presStyleCnt="2"/>
      <dgm:spPr/>
    </dgm:pt>
    <dgm:pt modelId="{C9308ACC-5FBC-4645-992C-B7C5C17FDAB0}" type="pres">
      <dgm:prSet presAssocID="{4080C871-6A72-40D9-8F89-02BE04D4865E}" presName="parentText" presStyleLbl="node1" presStyleIdx="0" presStyleCnt="2">
        <dgm:presLayoutVars>
          <dgm:chMax val="0"/>
          <dgm:bulletEnabled val="1"/>
        </dgm:presLayoutVars>
      </dgm:prSet>
      <dgm:spPr/>
    </dgm:pt>
    <dgm:pt modelId="{72CB3B9E-AE77-C949-A96E-43C0C62378F2}" type="pres">
      <dgm:prSet presAssocID="{4080C871-6A72-40D9-8F89-02BE04D4865E}" presName="negativeSpace" presStyleCnt="0"/>
      <dgm:spPr/>
    </dgm:pt>
    <dgm:pt modelId="{07019CDF-E5D0-4C4E-A73B-FBEDD53C46BA}" type="pres">
      <dgm:prSet presAssocID="{4080C871-6A72-40D9-8F89-02BE04D4865E}" presName="childText" presStyleLbl="conFgAcc1" presStyleIdx="0" presStyleCnt="2">
        <dgm:presLayoutVars>
          <dgm:bulletEnabled val="1"/>
        </dgm:presLayoutVars>
      </dgm:prSet>
      <dgm:spPr/>
    </dgm:pt>
    <dgm:pt modelId="{83957DB4-D509-0847-AD93-2CEC830ACE16}" type="pres">
      <dgm:prSet presAssocID="{6C12B95B-A473-42E0-9C90-FC871FBF367D}" presName="spaceBetweenRectangles" presStyleCnt="0"/>
      <dgm:spPr/>
    </dgm:pt>
    <dgm:pt modelId="{D4AB9E3B-0BA0-AC42-9968-C995E2F0F924}" type="pres">
      <dgm:prSet presAssocID="{C590A8E0-806E-4792-89C1-30EF74CA1E5B}" presName="parentLin" presStyleCnt="0"/>
      <dgm:spPr/>
    </dgm:pt>
    <dgm:pt modelId="{00D8CB7A-84D9-9742-8C12-9ACCC70AB58A}" type="pres">
      <dgm:prSet presAssocID="{C590A8E0-806E-4792-89C1-30EF74CA1E5B}" presName="parentLeftMargin" presStyleLbl="node1" presStyleIdx="0" presStyleCnt="2"/>
      <dgm:spPr/>
    </dgm:pt>
    <dgm:pt modelId="{7316D58E-0FE8-5149-B020-0E89258519F0}" type="pres">
      <dgm:prSet presAssocID="{C590A8E0-806E-4792-89C1-30EF74CA1E5B}" presName="parentText" presStyleLbl="node1" presStyleIdx="1" presStyleCnt="2">
        <dgm:presLayoutVars>
          <dgm:chMax val="0"/>
          <dgm:bulletEnabled val="1"/>
        </dgm:presLayoutVars>
      </dgm:prSet>
      <dgm:spPr/>
    </dgm:pt>
    <dgm:pt modelId="{2A245CC7-79C5-094A-AF0E-5E9CC5AA5B2B}" type="pres">
      <dgm:prSet presAssocID="{C590A8E0-806E-4792-89C1-30EF74CA1E5B}" presName="negativeSpace" presStyleCnt="0"/>
      <dgm:spPr/>
    </dgm:pt>
    <dgm:pt modelId="{A778EFD6-7C9E-2942-9A64-DFAA3BE88303}" type="pres">
      <dgm:prSet presAssocID="{C590A8E0-806E-4792-89C1-30EF74CA1E5B}" presName="childText" presStyleLbl="conFgAcc1" presStyleIdx="1" presStyleCnt="2">
        <dgm:presLayoutVars>
          <dgm:bulletEnabled val="1"/>
        </dgm:presLayoutVars>
      </dgm:prSet>
      <dgm:spPr/>
    </dgm:pt>
  </dgm:ptLst>
  <dgm:cxnLst>
    <dgm:cxn modelId="{BC9A5705-5A95-8048-80AC-F70F301BABA8}" type="presOf" srcId="{7B9E39CA-D10A-416D-B1A3-A8DEA54D2E53}" destId="{A778EFD6-7C9E-2942-9A64-DFAA3BE88303}" srcOrd="0" destOrd="2" presId="urn:microsoft.com/office/officeart/2005/8/layout/list1"/>
    <dgm:cxn modelId="{86DA9511-6DE8-724F-BD09-79DB4F05CEB3}" type="presOf" srcId="{67CE0CF4-653F-479B-9E8D-4BAE1B9EC582}" destId="{A778EFD6-7C9E-2942-9A64-DFAA3BE88303}" srcOrd="0" destOrd="0" presId="urn:microsoft.com/office/officeart/2005/8/layout/list1"/>
    <dgm:cxn modelId="{9A46D811-5268-6146-9497-251638481F9F}" type="presOf" srcId="{C99906AA-3D2F-4BD2-BD59-FD210B5B4494}" destId="{A778EFD6-7C9E-2942-9A64-DFAA3BE88303}" srcOrd="0" destOrd="3" presId="urn:microsoft.com/office/officeart/2005/8/layout/list1"/>
    <dgm:cxn modelId="{305C1112-1D86-4085-A05C-D6267399316A}" srcId="{4080C871-6A72-40D9-8F89-02BE04D4865E}" destId="{B964546D-6CBF-494C-B6FE-E19C35CCE481}" srcOrd="0" destOrd="0" parTransId="{4AD19887-38FE-422C-8106-9D566E963A94}" sibTransId="{52B8615D-FF38-4516-BB43-3DD42A325380}"/>
    <dgm:cxn modelId="{CF6D7E29-4F30-F141-8E30-2C6F1FBF9848}" type="presOf" srcId="{9167D6DA-369B-4390-A302-E10D27468186}" destId="{A778EFD6-7C9E-2942-9A64-DFAA3BE88303}" srcOrd="0" destOrd="1" presId="urn:microsoft.com/office/officeart/2005/8/layout/list1"/>
    <dgm:cxn modelId="{786E7F38-75EB-4939-A219-904CE2F12477}" srcId="{C590A8E0-806E-4792-89C1-30EF74CA1E5B}" destId="{67CE0CF4-653F-479B-9E8D-4BAE1B9EC582}" srcOrd="0" destOrd="0" parTransId="{86279D1A-7031-4C01-87B7-D2C5923CEA44}" sibTransId="{37D6F3CD-FD06-47B3-A192-F7214C57345E}"/>
    <dgm:cxn modelId="{4E22885C-C8A0-964A-8280-A5D23FA35EFE}" type="presOf" srcId="{9B9D5A7E-BA91-4C26-BB80-B8C46A5EB6E7}" destId="{D10E7427-34AB-054B-85BC-60CCE2F62DEE}" srcOrd="0" destOrd="0" presId="urn:microsoft.com/office/officeart/2005/8/layout/list1"/>
    <dgm:cxn modelId="{562F2F6D-A957-E347-B3F1-FFAA1A8A2007}" type="presOf" srcId="{4080C871-6A72-40D9-8F89-02BE04D4865E}" destId="{C9308ACC-5FBC-4645-992C-B7C5C17FDAB0}" srcOrd="1" destOrd="0" presId="urn:microsoft.com/office/officeart/2005/8/layout/list1"/>
    <dgm:cxn modelId="{D558CF6F-E7C8-4167-AB9C-8860D1C758F9}" srcId="{C590A8E0-806E-4792-89C1-30EF74CA1E5B}" destId="{9167D6DA-369B-4390-A302-E10D27468186}" srcOrd="1" destOrd="0" parTransId="{D595017D-5F04-46A9-A17D-A8609A26F738}" sibTransId="{F304BB8C-5372-4D1B-BF97-909C64DD04B9}"/>
    <dgm:cxn modelId="{B4CC258F-95BA-4C74-A1D4-305F7613D94C}" srcId="{C590A8E0-806E-4792-89C1-30EF74CA1E5B}" destId="{C99906AA-3D2F-4BD2-BD59-FD210B5B4494}" srcOrd="3" destOrd="0" parTransId="{4FCFAF62-4D9D-459E-A214-EF2761F3AB5E}" sibTransId="{C92E9C0F-30F3-4AE9-9A67-61262E19619B}"/>
    <dgm:cxn modelId="{14B00F98-5BA7-CD44-9FAA-5FACCD17E783}" type="presOf" srcId="{B964546D-6CBF-494C-B6FE-E19C35CCE481}" destId="{07019CDF-E5D0-4C4E-A73B-FBEDD53C46BA}" srcOrd="0" destOrd="0" presId="urn:microsoft.com/office/officeart/2005/8/layout/list1"/>
    <dgm:cxn modelId="{2B2B73B0-C4B6-6D45-BAE7-CBDE6AE7FAED}" type="presOf" srcId="{4080C871-6A72-40D9-8F89-02BE04D4865E}" destId="{45F5A039-CC92-FE41-91F3-85A945C98D09}" srcOrd="0" destOrd="0" presId="urn:microsoft.com/office/officeart/2005/8/layout/list1"/>
    <dgm:cxn modelId="{43B76AC2-567D-6B43-8D3B-E54BC7D74978}" type="presOf" srcId="{C590A8E0-806E-4792-89C1-30EF74CA1E5B}" destId="{00D8CB7A-84D9-9742-8C12-9ACCC70AB58A}" srcOrd="0" destOrd="0" presId="urn:microsoft.com/office/officeart/2005/8/layout/list1"/>
    <dgm:cxn modelId="{CD8065C6-A6C1-443F-9E02-EDD793512AC9}" srcId="{9B9D5A7E-BA91-4C26-BB80-B8C46A5EB6E7}" destId="{C590A8E0-806E-4792-89C1-30EF74CA1E5B}" srcOrd="1" destOrd="0" parTransId="{8F4C241E-9EDF-469A-A68A-3C57D9AD1762}" sibTransId="{CE8E05A6-A9CF-4F3F-9A24-DA150B147A6F}"/>
    <dgm:cxn modelId="{737C26D9-47FE-44A2-8F15-FC3C30D19755}" srcId="{C590A8E0-806E-4792-89C1-30EF74CA1E5B}" destId="{7B9E39CA-D10A-416D-B1A3-A8DEA54D2E53}" srcOrd="2" destOrd="0" parTransId="{5FD1F2AE-F6D3-4EE4-B194-7B1842BA23C0}" sibTransId="{8C54B9CB-1014-482E-9F82-11672AC7C984}"/>
    <dgm:cxn modelId="{3D39C2ED-0C56-471E-8D41-74BC38D05968}" srcId="{9B9D5A7E-BA91-4C26-BB80-B8C46A5EB6E7}" destId="{4080C871-6A72-40D9-8F89-02BE04D4865E}" srcOrd="0" destOrd="0" parTransId="{BCD76176-CB70-4921-A391-DBE484F87248}" sibTransId="{6C12B95B-A473-42E0-9C90-FC871FBF367D}"/>
    <dgm:cxn modelId="{C45ED0ED-92CE-3C40-9EA2-446410CC1A04}" type="presOf" srcId="{C590A8E0-806E-4792-89C1-30EF74CA1E5B}" destId="{7316D58E-0FE8-5149-B020-0E89258519F0}" srcOrd="1" destOrd="0" presId="urn:microsoft.com/office/officeart/2005/8/layout/list1"/>
    <dgm:cxn modelId="{188AFE42-7502-8149-94E9-FABAC533BB67}" type="presParOf" srcId="{D10E7427-34AB-054B-85BC-60CCE2F62DEE}" destId="{2BD6EA04-830A-2F48-A372-9C1798C4F47C}" srcOrd="0" destOrd="0" presId="urn:microsoft.com/office/officeart/2005/8/layout/list1"/>
    <dgm:cxn modelId="{FE439CDA-2ED3-8249-A528-1E24A90E938E}" type="presParOf" srcId="{2BD6EA04-830A-2F48-A372-9C1798C4F47C}" destId="{45F5A039-CC92-FE41-91F3-85A945C98D09}" srcOrd="0" destOrd="0" presId="urn:microsoft.com/office/officeart/2005/8/layout/list1"/>
    <dgm:cxn modelId="{CADA82EE-6BCC-164A-9D48-0F8BD66362BA}" type="presParOf" srcId="{2BD6EA04-830A-2F48-A372-9C1798C4F47C}" destId="{C9308ACC-5FBC-4645-992C-B7C5C17FDAB0}" srcOrd="1" destOrd="0" presId="urn:microsoft.com/office/officeart/2005/8/layout/list1"/>
    <dgm:cxn modelId="{F6315C1E-4EFE-9A48-9BDA-62B09E405900}" type="presParOf" srcId="{D10E7427-34AB-054B-85BC-60CCE2F62DEE}" destId="{72CB3B9E-AE77-C949-A96E-43C0C62378F2}" srcOrd="1" destOrd="0" presId="urn:microsoft.com/office/officeart/2005/8/layout/list1"/>
    <dgm:cxn modelId="{1C9DA161-71C1-FD42-A59D-2313D7207A48}" type="presParOf" srcId="{D10E7427-34AB-054B-85BC-60CCE2F62DEE}" destId="{07019CDF-E5D0-4C4E-A73B-FBEDD53C46BA}" srcOrd="2" destOrd="0" presId="urn:microsoft.com/office/officeart/2005/8/layout/list1"/>
    <dgm:cxn modelId="{417D9657-EFA3-6943-986C-E67C064565BE}" type="presParOf" srcId="{D10E7427-34AB-054B-85BC-60CCE2F62DEE}" destId="{83957DB4-D509-0847-AD93-2CEC830ACE16}" srcOrd="3" destOrd="0" presId="urn:microsoft.com/office/officeart/2005/8/layout/list1"/>
    <dgm:cxn modelId="{FD498BFE-A8C7-BC4C-81F7-68690D3E0D5E}" type="presParOf" srcId="{D10E7427-34AB-054B-85BC-60CCE2F62DEE}" destId="{D4AB9E3B-0BA0-AC42-9968-C995E2F0F924}" srcOrd="4" destOrd="0" presId="urn:microsoft.com/office/officeart/2005/8/layout/list1"/>
    <dgm:cxn modelId="{4BE82AF1-5C81-244C-BCA0-14E445176B18}" type="presParOf" srcId="{D4AB9E3B-0BA0-AC42-9968-C995E2F0F924}" destId="{00D8CB7A-84D9-9742-8C12-9ACCC70AB58A}" srcOrd="0" destOrd="0" presId="urn:microsoft.com/office/officeart/2005/8/layout/list1"/>
    <dgm:cxn modelId="{2CF026C6-0EF9-344F-9A88-33ACCC79C98E}" type="presParOf" srcId="{D4AB9E3B-0BA0-AC42-9968-C995E2F0F924}" destId="{7316D58E-0FE8-5149-B020-0E89258519F0}" srcOrd="1" destOrd="0" presId="urn:microsoft.com/office/officeart/2005/8/layout/list1"/>
    <dgm:cxn modelId="{48411439-CF39-9748-B1F6-5641F699A90A}" type="presParOf" srcId="{D10E7427-34AB-054B-85BC-60CCE2F62DEE}" destId="{2A245CC7-79C5-094A-AF0E-5E9CC5AA5B2B}" srcOrd="5" destOrd="0" presId="urn:microsoft.com/office/officeart/2005/8/layout/list1"/>
    <dgm:cxn modelId="{1E416519-2602-FF4A-9312-17C1DCD2F0E0}" type="presParOf" srcId="{D10E7427-34AB-054B-85BC-60CCE2F62DEE}" destId="{A778EFD6-7C9E-2942-9A64-DFAA3BE88303}"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EDE372-4177-4656-9572-140C04486BF3}">
      <dsp:nvSpPr>
        <dsp:cNvPr id="0" name=""/>
        <dsp:cNvSpPr/>
      </dsp:nvSpPr>
      <dsp:spPr>
        <a:xfrm rot="5400000">
          <a:off x="3246732" y="-1222282"/>
          <a:ext cx="780365" cy="3422978"/>
        </a:xfrm>
        <a:prstGeom prst="round2Same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solidFill>
                <a:srgbClr val="20282F"/>
              </a:solidFill>
            </a:rPr>
            <a:t>Encrypts the data </a:t>
          </a:r>
        </a:p>
      </dsp:txBody>
      <dsp:txXfrm rot="-5400000">
        <a:off x="1925426" y="137118"/>
        <a:ext cx="3384884" cy="704177"/>
      </dsp:txXfrm>
    </dsp:sp>
    <dsp:sp modelId="{9FE41A8C-7603-46D2-99BC-F6C1A5BA7DC2}">
      <dsp:nvSpPr>
        <dsp:cNvPr id="0" name=""/>
        <dsp:cNvSpPr/>
      </dsp:nvSpPr>
      <dsp:spPr>
        <a:xfrm>
          <a:off x="0" y="1477"/>
          <a:ext cx="1925425" cy="975456"/>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dirty="0"/>
            <a:t>Encryption</a:t>
          </a:r>
        </a:p>
      </dsp:txBody>
      <dsp:txXfrm>
        <a:off x="47618" y="49095"/>
        <a:ext cx="1830189" cy="880220"/>
      </dsp:txXfrm>
    </dsp:sp>
    <dsp:sp modelId="{9EB0EBA8-430B-43FD-8BA3-82609A64BD5C}">
      <dsp:nvSpPr>
        <dsp:cNvPr id="0" name=""/>
        <dsp:cNvSpPr/>
      </dsp:nvSpPr>
      <dsp:spPr>
        <a:xfrm rot="5400000">
          <a:off x="3246732" y="-198053"/>
          <a:ext cx="780365" cy="3422978"/>
        </a:xfrm>
        <a:prstGeom prst="round2Same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solidFill>
                <a:srgbClr val="20282F"/>
              </a:solidFill>
            </a:rPr>
            <a:t>Confirm server identity with certificates</a:t>
          </a:r>
        </a:p>
      </dsp:txBody>
      <dsp:txXfrm rot="-5400000">
        <a:off x="1925426" y="1161347"/>
        <a:ext cx="3384884" cy="704177"/>
      </dsp:txXfrm>
    </dsp:sp>
    <dsp:sp modelId="{D12A7965-0052-4C92-9F1B-84FE98ED764B}">
      <dsp:nvSpPr>
        <dsp:cNvPr id="0" name=""/>
        <dsp:cNvSpPr/>
      </dsp:nvSpPr>
      <dsp:spPr>
        <a:xfrm>
          <a:off x="0" y="1025707"/>
          <a:ext cx="1925425" cy="975456"/>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dirty="0"/>
            <a:t>Authentication </a:t>
          </a:r>
        </a:p>
      </dsp:txBody>
      <dsp:txXfrm>
        <a:off x="47618" y="1073325"/>
        <a:ext cx="1830189" cy="880220"/>
      </dsp:txXfrm>
    </dsp:sp>
    <dsp:sp modelId="{8D3454EB-3349-4CC3-B555-9389A155CB32}">
      <dsp:nvSpPr>
        <dsp:cNvPr id="0" name=""/>
        <dsp:cNvSpPr/>
      </dsp:nvSpPr>
      <dsp:spPr>
        <a:xfrm rot="5400000">
          <a:off x="3246732" y="826176"/>
          <a:ext cx="780365" cy="3422978"/>
        </a:xfrm>
        <a:prstGeom prst="round2Same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solidFill>
                <a:srgbClr val="20282F"/>
              </a:solidFill>
            </a:rPr>
            <a:t>Ensures data </a:t>
          </a:r>
          <a:br>
            <a:rPr lang="en-US" sz="1800" kern="1200" dirty="0">
              <a:solidFill>
                <a:srgbClr val="20282F"/>
              </a:solidFill>
            </a:rPr>
          </a:br>
          <a:r>
            <a:rPr lang="en-US" sz="1800" kern="1200" dirty="0">
              <a:solidFill>
                <a:srgbClr val="20282F"/>
              </a:solidFill>
            </a:rPr>
            <a:t>is unchanged</a:t>
          </a:r>
        </a:p>
      </dsp:txBody>
      <dsp:txXfrm rot="-5400000">
        <a:off x="1925426" y="2185576"/>
        <a:ext cx="3384884" cy="704177"/>
      </dsp:txXfrm>
    </dsp:sp>
    <dsp:sp modelId="{4275615C-3EA6-4FFA-9A89-337902834168}">
      <dsp:nvSpPr>
        <dsp:cNvPr id="0" name=""/>
        <dsp:cNvSpPr/>
      </dsp:nvSpPr>
      <dsp:spPr>
        <a:xfrm>
          <a:off x="0" y="2049937"/>
          <a:ext cx="1925425" cy="975456"/>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en-US" sz="1800" kern="1200" dirty="0"/>
            <a:t>Integrity</a:t>
          </a:r>
        </a:p>
      </dsp:txBody>
      <dsp:txXfrm>
        <a:off x="47618" y="2097555"/>
        <a:ext cx="1830189" cy="8802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0497DD-9396-A84A-A730-15B2915BE73D}">
      <dsp:nvSpPr>
        <dsp:cNvPr id="0" name=""/>
        <dsp:cNvSpPr/>
      </dsp:nvSpPr>
      <dsp:spPr>
        <a:xfrm>
          <a:off x="0" y="191091"/>
          <a:ext cx="7886700" cy="496125"/>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187452" rIns="612096"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solidFill>
                <a:srgbClr val="20282F"/>
              </a:solidFill>
            </a:rPr>
            <a:t>Synchronizes system clocks to Coordinated Universal Time (UTC)</a:t>
          </a:r>
        </a:p>
      </dsp:txBody>
      <dsp:txXfrm>
        <a:off x="0" y="191091"/>
        <a:ext cx="7886700" cy="496125"/>
      </dsp:txXfrm>
    </dsp:sp>
    <dsp:sp modelId="{2B76518D-ED88-9448-87F6-200DA4045A92}">
      <dsp:nvSpPr>
        <dsp:cNvPr id="0" name=""/>
        <dsp:cNvSpPr/>
      </dsp:nvSpPr>
      <dsp:spPr>
        <a:xfrm>
          <a:off x="394335" y="58251"/>
          <a:ext cx="5520690" cy="265680"/>
        </a:xfrm>
        <a:prstGeom prst="roundRect">
          <a:avLst/>
        </a:prstGeom>
        <a:solidFill>
          <a:srgbClr val="004F71"/>
        </a:solidFill>
        <a:ln w="12700" cap="flat" cmpd="sng" algn="ctr">
          <a:solidFill>
            <a:srgbClr val="004F7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622300">
            <a:lnSpc>
              <a:spcPct val="90000"/>
            </a:lnSpc>
            <a:spcBef>
              <a:spcPct val="0"/>
            </a:spcBef>
            <a:spcAft>
              <a:spcPct val="35000"/>
            </a:spcAft>
            <a:buNone/>
          </a:pPr>
          <a:r>
            <a:rPr lang="en-US" sz="1400" b="1" kern="1200" dirty="0"/>
            <a:t>Purpose</a:t>
          </a:r>
        </a:p>
      </dsp:txBody>
      <dsp:txXfrm>
        <a:off x="407304" y="71220"/>
        <a:ext cx="5494752" cy="239742"/>
      </dsp:txXfrm>
    </dsp:sp>
    <dsp:sp modelId="{7FC93099-850D-754A-998B-0BCD99B4CAEE}">
      <dsp:nvSpPr>
        <dsp:cNvPr id="0" name=""/>
        <dsp:cNvSpPr/>
      </dsp:nvSpPr>
      <dsp:spPr>
        <a:xfrm>
          <a:off x="0" y="868656"/>
          <a:ext cx="7886700" cy="496125"/>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187452" rIns="612096"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solidFill>
                <a:srgbClr val="20282F"/>
              </a:solidFill>
            </a:rPr>
            <a:t>Operates over networks using </a:t>
          </a:r>
          <a:r>
            <a:rPr lang="en-US" sz="1300" kern="1200">
              <a:solidFill>
                <a:srgbClr val="20282F"/>
              </a:solidFill>
            </a:rPr>
            <a:t>the UDP </a:t>
          </a:r>
          <a:r>
            <a:rPr lang="en-US" sz="1300" kern="1200" dirty="0">
              <a:solidFill>
                <a:srgbClr val="20282F"/>
              </a:solidFill>
            </a:rPr>
            <a:t>protocol on port 123</a:t>
          </a:r>
        </a:p>
      </dsp:txBody>
      <dsp:txXfrm>
        <a:off x="0" y="868656"/>
        <a:ext cx="7886700" cy="496125"/>
      </dsp:txXfrm>
    </dsp:sp>
    <dsp:sp modelId="{7B8567F8-D7A8-F44C-A8A3-0D46081D72AC}">
      <dsp:nvSpPr>
        <dsp:cNvPr id="0" name=""/>
        <dsp:cNvSpPr/>
      </dsp:nvSpPr>
      <dsp:spPr>
        <a:xfrm>
          <a:off x="394335" y="735816"/>
          <a:ext cx="5520690" cy="265680"/>
        </a:xfrm>
        <a:prstGeom prst="roundRect">
          <a:avLst/>
        </a:prstGeom>
        <a:solidFill>
          <a:srgbClr val="004F71"/>
        </a:solidFill>
        <a:ln w="12700" cap="flat" cmpd="sng" algn="ctr">
          <a:solidFill>
            <a:srgbClr val="004F7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622300">
            <a:lnSpc>
              <a:spcPct val="90000"/>
            </a:lnSpc>
            <a:spcBef>
              <a:spcPct val="0"/>
            </a:spcBef>
            <a:spcAft>
              <a:spcPct val="35000"/>
            </a:spcAft>
            <a:buNone/>
          </a:pPr>
          <a:r>
            <a:rPr lang="en-US" sz="1400" b="1" kern="1200" dirty="0"/>
            <a:t>Operation</a:t>
          </a:r>
        </a:p>
      </dsp:txBody>
      <dsp:txXfrm>
        <a:off x="407304" y="748785"/>
        <a:ext cx="5494752" cy="239742"/>
      </dsp:txXfrm>
    </dsp:sp>
    <dsp:sp modelId="{9C9F3740-2621-F640-8EFD-B91A67E3F795}">
      <dsp:nvSpPr>
        <dsp:cNvPr id="0" name=""/>
        <dsp:cNvSpPr/>
      </dsp:nvSpPr>
      <dsp:spPr>
        <a:xfrm>
          <a:off x="0" y="1546221"/>
          <a:ext cx="7886700" cy="496125"/>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187452" rIns="612096"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solidFill>
                <a:srgbClr val="20282F"/>
              </a:solidFill>
            </a:rPr>
            <a:t>Organizes devices in a hierarchical manner, indicating distance from the clock</a:t>
          </a:r>
        </a:p>
      </dsp:txBody>
      <dsp:txXfrm>
        <a:off x="0" y="1546221"/>
        <a:ext cx="7886700" cy="496125"/>
      </dsp:txXfrm>
    </dsp:sp>
    <dsp:sp modelId="{DDFDD901-9AD4-8341-8526-053CB9EB89F0}">
      <dsp:nvSpPr>
        <dsp:cNvPr id="0" name=""/>
        <dsp:cNvSpPr/>
      </dsp:nvSpPr>
      <dsp:spPr>
        <a:xfrm>
          <a:off x="394335" y="1413381"/>
          <a:ext cx="5520690" cy="265680"/>
        </a:xfrm>
        <a:prstGeom prst="roundRect">
          <a:avLst/>
        </a:prstGeom>
        <a:solidFill>
          <a:srgbClr val="004F71"/>
        </a:solidFill>
        <a:ln w="12700" cap="flat" cmpd="sng" algn="ctr">
          <a:solidFill>
            <a:srgbClr val="004F7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622300">
            <a:lnSpc>
              <a:spcPct val="90000"/>
            </a:lnSpc>
            <a:spcBef>
              <a:spcPct val="0"/>
            </a:spcBef>
            <a:spcAft>
              <a:spcPct val="35000"/>
            </a:spcAft>
            <a:buNone/>
          </a:pPr>
          <a:r>
            <a:rPr lang="en-US" sz="1400" b="1" kern="1200" dirty="0"/>
            <a:t>Hierarchy</a:t>
          </a:r>
        </a:p>
      </dsp:txBody>
      <dsp:txXfrm>
        <a:off x="407304" y="1426350"/>
        <a:ext cx="5494752" cy="239742"/>
      </dsp:txXfrm>
    </dsp:sp>
    <dsp:sp modelId="{107F9E94-2AFB-DE4A-85B6-F7BC2F980C92}">
      <dsp:nvSpPr>
        <dsp:cNvPr id="0" name=""/>
        <dsp:cNvSpPr/>
      </dsp:nvSpPr>
      <dsp:spPr>
        <a:xfrm>
          <a:off x="0" y="2223786"/>
          <a:ext cx="7886700" cy="496125"/>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187452" rIns="612096"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dirty="0">
              <a:solidFill>
                <a:srgbClr val="20282F"/>
              </a:solidFill>
            </a:rPr>
            <a:t>Synchronizes devices by sending timestamped messages to/ from network peers </a:t>
          </a:r>
        </a:p>
      </dsp:txBody>
      <dsp:txXfrm>
        <a:off x="0" y="2223786"/>
        <a:ext cx="7886700" cy="496125"/>
      </dsp:txXfrm>
    </dsp:sp>
    <dsp:sp modelId="{23AD3A8C-494F-EA45-ACE9-D07BD6036C3B}">
      <dsp:nvSpPr>
        <dsp:cNvPr id="0" name=""/>
        <dsp:cNvSpPr/>
      </dsp:nvSpPr>
      <dsp:spPr>
        <a:xfrm>
          <a:off x="394335" y="2090946"/>
          <a:ext cx="5520690" cy="265680"/>
        </a:xfrm>
        <a:prstGeom prst="roundRect">
          <a:avLst/>
        </a:prstGeom>
        <a:solidFill>
          <a:srgbClr val="004F71"/>
        </a:solidFill>
        <a:ln w="12700" cap="flat" cmpd="sng" algn="ctr">
          <a:solidFill>
            <a:srgbClr val="004F7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622300">
            <a:lnSpc>
              <a:spcPct val="90000"/>
            </a:lnSpc>
            <a:spcBef>
              <a:spcPct val="0"/>
            </a:spcBef>
            <a:spcAft>
              <a:spcPct val="35000"/>
            </a:spcAft>
            <a:buNone/>
          </a:pPr>
          <a:r>
            <a:rPr lang="en-US" sz="1400" b="1" kern="1200" dirty="0">
              <a:solidFill>
                <a:srgbClr val="FFFFFF"/>
              </a:solidFill>
              <a:latin typeface="Noto Sans"/>
              <a:ea typeface="+mn-ea"/>
              <a:cs typeface="+mn-cs"/>
            </a:rPr>
            <a:t>Synchronization</a:t>
          </a:r>
        </a:p>
      </dsp:txBody>
      <dsp:txXfrm>
        <a:off x="407304" y="2103915"/>
        <a:ext cx="5494752" cy="239742"/>
      </dsp:txXfrm>
    </dsp:sp>
    <dsp:sp modelId="{7807868F-4DA8-324C-A5B8-95FAD0734A58}">
      <dsp:nvSpPr>
        <dsp:cNvPr id="0" name=""/>
        <dsp:cNvSpPr/>
      </dsp:nvSpPr>
      <dsp:spPr>
        <a:xfrm>
          <a:off x="0" y="2901351"/>
          <a:ext cx="7886700" cy="496125"/>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187452" rIns="612096" bIns="92456" numCol="1" spcCol="1270" anchor="t" anchorCtr="0">
          <a:noAutofit/>
        </a:bodyPr>
        <a:lstStyle/>
        <a:p>
          <a:pPr marL="114300" lvl="1" indent="-114300" algn="l" defTabSz="577850">
            <a:lnSpc>
              <a:spcPct val="90000"/>
            </a:lnSpc>
            <a:spcBef>
              <a:spcPct val="0"/>
            </a:spcBef>
            <a:spcAft>
              <a:spcPct val="15000"/>
            </a:spcAft>
            <a:buFont typeface="Arial" panose="020B0604020202020204" pitchFamily="34" charset="0"/>
            <a:buChar char="•"/>
          </a:pPr>
          <a:r>
            <a:rPr lang="en-US" sz="1300" kern="1200" dirty="0">
              <a:solidFill>
                <a:srgbClr val="20282F"/>
              </a:solidFill>
            </a:rPr>
            <a:t>Uses complex algorithms to account for network delay and jitter</a:t>
          </a:r>
        </a:p>
      </dsp:txBody>
      <dsp:txXfrm>
        <a:off x="0" y="2901351"/>
        <a:ext cx="7886700" cy="496125"/>
      </dsp:txXfrm>
    </dsp:sp>
    <dsp:sp modelId="{2711AD15-1CB9-F947-95E7-85420CBB4288}">
      <dsp:nvSpPr>
        <dsp:cNvPr id="0" name=""/>
        <dsp:cNvSpPr/>
      </dsp:nvSpPr>
      <dsp:spPr>
        <a:xfrm>
          <a:off x="394335" y="2768511"/>
          <a:ext cx="5520690" cy="265680"/>
        </a:xfrm>
        <a:prstGeom prst="roundRect">
          <a:avLst/>
        </a:prstGeom>
        <a:solidFill>
          <a:srgbClr val="004F71"/>
        </a:solidFill>
        <a:ln w="12700" cap="flat" cmpd="sng" algn="ctr">
          <a:solidFill>
            <a:srgbClr val="004F7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622300">
            <a:lnSpc>
              <a:spcPct val="90000"/>
            </a:lnSpc>
            <a:spcBef>
              <a:spcPct val="0"/>
            </a:spcBef>
            <a:spcAft>
              <a:spcPct val="35000"/>
            </a:spcAft>
            <a:buNone/>
          </a:pPr>
          <a:r>
            <a:rPr lang="en-US" sz="1400" b="1" kern="1200" dirty="0"/>
            <a:t>Algorithms</a:t>
          </a:r>
        </a:p>
      </dsp:txBody>
      <dsp:txXfrm>
        <a:off x="407304" y="2781480"/>
        <a:ext cx="5494752" cy="23974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34094D-1617-F743-9A23-E25E460DB2FD}">
      <dsp:nvSpPr>
        <dsp:cNvPr id="0" name=""/>
        <dsp:cNvSpPr/>
      </dsp:nvSpPr>
      <dsp:spPr>
        <a:xfrm>
          <a:off x="2464" y="4311"/>
          <a:ext cx="2402978" cy="604800"/>
        </a:xfrm>
        <a:prstGeom prst="rect">
          <a:avLst/>
        </a:prstGeom>
        <a:solidFill>
          <a:schemeClr val="tx2"/>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kern="1200" dirty="0"/>
            <a:t>Applications</a:t>
          </a:r>
        </a:p>
      </dsp:txBody>
      <dsp:txXfrm>
        <a:off x="2464" y="4311"/>
        <a:ext cx="2402978" cy="604800"/>
      </dsp:txXfrm>
    </dsp:sp>
    <dsp:sp modelId="{EB158464-5247-9B4F-8613-4259E367A54B}">
      <dsp:nvSpPr>
        <dsp:cNvPr id="0" name=""/>
        <dsp:cNvSpPr/>
      </dsp:nvSpPr>
      <dsp:spPr>
        <a:xfrm>
          <a:off x="2464" y="609112"/>
          <a:ext cx="2402978" cy="2132865"/>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rgbClr val="20282F"/>
              </a:solidFill>
            </a:rPr>
            <a:t>Industrial processes </a:t>
          </a:r>
        </a:p>
        <a:p>
          <a:pPr marL="171450" lvl="1" indent="-171450" algn="l" defTabSz="800100">
            <a:lnSpc>
              <a:spcPct val="90000"/>
            </a:lnSpc>
            <a:spcBef>
              <a:spcPct val="0"/>
            </a:spcBef>
            <a:spcAft>
              <a:spcPct val="15000"/>
            </a:spcAft>
            <a:buChar char="•"/>
          </a:pPr>
          <a:r>
            <a:rPr lang="en-US" sz="1800" kern="1200" dirty="0">
              <a:solidFill>
                <a:srgbClr val="20282F"/>
              </a:solidFill>
            </a:rPr>
            <a:t>5G cellular data</a:t>
          </a:r>
        </a:p>
        <a:p>
          <a:pPr marL="171450" lvl="1" indent="-171450" algn="l" defTabSz="800100">
            <a:lnSpc>
              <a:spcPct val="90000"/>
            </a:lnSpc>
            <a:spcBef>
              <a:spcPct val="0"/>
            </a:spcBef>
            <a:spcAft>
              <a:spcPct val="15000"/>
            </a:spcAft>
            <a:buChar char="•"/>
          </a:pPr>
          <a:r>
            <a:rPr lang="en-US" sz="1800" kern="1200" dirty="0">
              <a:solidFill>
                <a:srgbClr val="20282F"/>
              </a:solidFill>
            </a:rPr>
            <a:t>Medical devices </a:t>
          </a:r>
        </a:p>
        <a:p>
          <a:pPr marL="171450" lvl="1" indent="-171450" algn="l" defTabSz="800100">
            <a:lnSpc>
              <a:spcPct val="90000"/>
            </a:lnSpc>
            <a:spcBef>
              <a:spcPct val="0"/>
            </a:spcBef>
            <a:spcAft>
              <a:spcPct val="15000"/>
            </a:spcAft>
            <a:buChar char="•"/>
          </a:pPr>
          <a:r>
            <a:rPr lang="en-US" sz="1800" kern="1200" dirty="0">
              <a:solidFill>
                <a:srgbClr val="20282F"/>
              </a:solidFill>
            </a:rPr>
            <a:t>Financial services </a:t>
          </a:r>
        </a:p>
        <a:p>
          <a:pPr marL="171450" lvl="1" indent="-171450" algn="l" defTabSz="800100">
            <a:lnSpc>
              <a:spcPct val="90000"/>
            </a:lnSpc>
            <a:spcBef>
              <a:spcPct val="0"/>
            </a:spcBef>
            <a:spcAft>
              <a:spcPct val="15000"/>
            </a:spcAft>
            <a:buChar char="•"/>
          </a:pPr>
          <a:r>
            <a:rPr lang="en-US" sz="1800" kern="1200" dirty="0">
              <a:solidFill>
                <a:srgbClr val="20282F"/>
              </a:solidFill>
            </a:rPr>
            <a:t>Broadcasting</a:t>
          </a:r>
        </a:p>
      </dsp:txBody>
      <dsp:txXfrm>
        <a:off x="2464" y="609112"/>
        <a:ext cx="2402978" cy="2132865"/>
      </dsp:txXfrm>
    </dsp:sp>
    <dsp:sp modelId="{213A2E1E-7DF9-7A4C-A6E1-4964827C0A44}">
      <dsp:nvSpPr>
        <dsp:cNvPr id="0" name=""/>
        <dsp:cNvSpPr/>
      </dsp:nvSpPr>
      <dsp:spPr>
        <a:xfrm>
          <a:off x="2741860" y="4311"/>
          <a:ext cx="2402978" cy="604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kern="1200" dirty="0"/>
            <a:t>Clock types </a:t>
          </a:r>
        </a:p>
      </dsp:txBody>
      <dsp:txXfrm>
        <a:off x="2741860" y="4311"/>
        <a:ext cx="2402978" cy="604800"/>
      </dsp:txXfrm>
    </dsp:sp>
    <dsp:sp modelId="{F1DAB7F3-A301-7F45-A0AE-5A711151599D}">
      <dsp:nvSpPr>
        <dsp:cNvPr id="0" name=""/>
        <dsp:cNvSpPr/>
      </dsp:nvSpPr>
      <dsp:spPr>
        <a:xfrm>
          <a:off x="2741860" y="609112"/>
          <a:ext cx="2402978" cy="2132865"/>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rgbClr val="20282F"/>
              </a:solidFill>
            </a:rPr>
            <a:t>Grandmaster clock</a:t>
          </a:r>
        </a:p>
        <a:p>
          <a:pPr marL="171450" lvl="1" indent="-171450" algn="l" defTabSz="800100">
            <a:lnSpc>
              <a:spcPct val="90000"/>
            </a:lnSpc>
            <a:spcBef>
              <a:spcPct val="0"/>
            </a:spcBef>
            <a:spcAft>
              <a:spcPct val="15000"/>
            </a:spcAft>
            <a:buChar char="•"/>
          </a:pPr>
          <a:r>
            <a:rPr lang="en-US" sz="1800" kern="1200" dirty="0">
              <a:solidFill>
                <a:srgbClr val="20282F"/>
              </a:solidFill>
            </a:rPr>
            <a:t>Boundary clock </a:t>
          </a:r>
        </a:p>
        <a:p>
          <a:pPr marL="171450" lvl="1" indent="-171450" algn="l" defTabSz="800100">
            <a:lnSpc>
              <a:spcPct val="90000"/>
            </a:lnSpc>
            <a:spcBef>
              <a:spcPct val="0"/>
            </a:spcBef>
            <a:spcAft>
              <a:spcPct val="15000"/>
            </a:spcAft>
            <a:buChar char="•"/>
          </a:pPr>
          <a:r>
            <a:rPr lang="en-US" sz="1800" kern="1200" dirty="0">
              <a:solidFill>
                <a:srgbClr val="20282F"/>
              </a:solidFill>
            </a:rPr>
            <a:t>Ordinary clock</a:t>
          </a:r>
        </a:p>
      </dsp:txBody>
      <dsp:txXfrm>
        <a:off x="2741860" y="609112"/>
        <a:ext cx="2402978" cy="2132865"/>
      </dsp:txXfrm>
    </dsp:sp>
    <dsp:sp modelId="{4E905CDF-DA64-934C-A152-B4236AFB34C1}">
      <dsp:nvSpPr>
        <dsp:cNvPr id="0" name=""/>
        <dsp:cNvSpPr/>
      </dsp:nvSpPr>
      <dsp:spPr>
        <a:xfrm>
          <a:off x="5481256" y="4311"/>
          <a:ext cx="2402978" cy="604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en-US" sz="2000" kern="1200" dirty="0"/>
            <a:t>Roles </a:t>
          </a:r>
        </a:p>
      </dsp:txBody>
      <dsp:txXfrm>
        <a:off x="5481256" y="4311"/>
        <a:ext cx="2402978" cy="604800"/>
      </dsp:txXfrm>
    </dsp:sp>
    <dsp:sp modelId="{7E49EB6D-748E-414A-A79A-F43756D5CD2B}">
      <dsp:nvSpPr>
        <dsp:cNvPr id="0" name=""/>
        <dsp:cNvSpPr/>
      </dsp:nvSpPr>
      <dsp:spPr>
        <a:xfrm>
          <a:off x="5481256" y="609112"/>
          <a:ext cx="2402978" cy="2132865"/>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rgbClr val="20282F"/>
              </a:solidFill>
            </a:rPr>
            <a:t>TimeTransmitter </a:t>
          </a:r>
        </a:p>
        <a:p>
          <a:pPr marL="171450" lvl="1" indent="-171450" algn="l" defTabSz="800100">
            <a:lnSpc>
              <a:spcPct val="90000"/>
            </a:lnSpc>
            <a:spcBef>
              <a:spcPct val="0"/>
            </a:spcBef>
            <a:spcAft>
              <a:spcPct val="15000"/>
            </a:spcAft>
            <a:buChar char="•"/>
          </a:pPr>
          <a:r>
            <a:rPr lang="en-US" sz="1800" kern="1200" dirty="0">
              <a:solidFill>
                <a:srgbClr val="20282F"/>
              </a:solidFill>
            </a:rPr>
            <a:t>TimeReceiver</a:t>
          </a:r>
        </a:p>
        <a:p>
          <a:pPr marL="171450" lvl="1" indent="-171450" algn="l" defTabSz="800100">
            <a:lnSpc>
              <a:spcPct val="90000"/>
            </a:lnSpc>
            <a:spcBef>
              <a:spcPct val="0"/>
            </a:spcBef>
            <a:spcAft>
              <a:spcPct val="15000"/>
            </a:spcAft>
            <a:buChar char="•"/>
          </a:pPr>
          <a:r>
            <a:rPr lang="en-US" sz="1800" kern="1200" dirty="0">
              <a:solidFill>
                <a:srgbClr val="20282F"/>
              </a:solidFill>
            </a:rPr>
            <a:t>Grandmaster</a:t>
          </a:r>
        </a:p>
        <a:p>
          <a:pPr marL="171450" lvl="1" indent="-171450" algn="l" defTabSz="800100">
            <a:lnSpc>
              <a:spcPct val="90000"/>
            </a:lnSpc>
            <a:spcBef>
              <a:spcPct val="0"/>
            </a:spcBef>
            <a:spcAft>
              <a:spcPct val="15000"/>
            </a:spcAft>
            <a:buChar char="•"/>
          </a:pPr>
          <a:r>
            <a:rPr lang="en-US" sz="1800" kern="1200" dirty="0">
              <a:solidFill>
                <a:srgbClr val="20282F"/>
              </a:solidFill>
            </a:rPr>
            <a:t>Boundary</a:t>
          </a:r>
        </a:p>
      </dsp:txBody>
      <dsp:txXfrm>
        <a:off x="5481256" y="609112"/>
        <a:ext cx="2402978" cy="213286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801C5A-955E-2B44-8C56-547600031452}">
      <dsp:nvSpPr>
        <dsp:cNvPr id="0" name=""/>
        <dsp:cNvSpPr/>
      </dsp:nvSpPr>
      <dsp:spPr>
        <a:xfrm>
          <a:off x="0" y="295461"/>
          <a:ext cx="7775517" cy="1107225"/>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3467" tIns="395732" rIns="603467"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rgbClr val="20282F"/>
              </a:solidFill>
            </a:rPr>
            <a:t>Protocol for fetching resources (HTML documents, images, and videos) from the web</a:t>
          </a:r>
        </a:p>
      </dsp:txBody>
      <dsp:txXfrm>
        <a:off x="0" y="295461"/>
        <a:ext cx="7775517" cy="1107225"/>
      </dsp:txXfrm>
    </dsp:sp>
    <dsp:sp modelId="{09CBEF8F-C776-E544-A71E-924C84098801}">
      <dsp:nvSpPr>
        <dsp:cNvPr id="0" name=""/>
        <dsp:cNvSpPr/>
      </dsp:nvSpPr>
      <dsp:spPr>
        <a:xfrm>
          <a:off x="388775" y="15021"/>
          <a:ext cx="5442861" cy="5608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5727" tIns="0" rIns="205727" bIns="0" numCol="1" spcCol="1270" anchor="ctr" anchorCtr="0">
          <a:noAutofit/>
        </a:bodyPr>
        <a:lstStyle/>
        <a:p>
          <a:pPr marL="0" lvl="0" indent="0" algn="l" defTabSz="844550">
            <a:lnSpc>
              <a:spcPct val="90000"/>
            </a:lnSpc>
            <a:spcBef>
              <a:spcPct val="0"/>
            </a:spcBef>
            <a:spcAft>
              <a:spcPct val="35000"/>
            </a:spcAft>
            <a:buNone/>
          </a:pPr>
          <a:r>
            <a:rPr lang="en-US" sz="1900" kern="1200" dirty="0"/>
            <a:t>Purpose</a:t>
          </a:r>
        </a:p>
      </dsp:txBody>
      <dsp:txXfrm>
        <a:off x="416155" y="42401"/>
        <a:ext cx="5388101" cy="506120"/>
      </dsp:txXfrm>
    </dsp:sp>
    <dsp:sp modelId="{F48EC247-074F-7045-8AB0-5AC7549C6498}">
      <dsp:nvSpPr>
        <dsp:cNvPr id="0" name=""/>
        <dsp:cNvSpPr/>
      </dsp:nvSpPr>
      <dsp:spPr>
        <a:xfrm>
          <a:off x="0" y="1785726"/>
          <a:ext cx="7775517" cy="807975"/>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3467" tIns="395732" rIns="603467"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rgbClr val="20282F"/>
              </a:solidFill>
            </a:rPr>
            <a:t>Basis of any data exchange on the web</a:t>
          </a:r>
        </a:p>
      </dsp:txBody>
      <dsp:txXfrm>
        <a:off x="0" y="1785726"/>
        <a:ext cx="7775517" cy="807975"/>
      </dsp:txXfrm>
    </dsp:sp>
    <dsp:sp modelId="{11F0833E-B3D9-F241-BBCE-3C37B381CA8C}">
      <dsp:nvSpPr>
        <dsp:cNvPr id="0" name=""/>
        <dsp:cNvSpPr/>
      </dsp:nvSpPr>
      <dsp:spPr>
        <a:xfrm>
          <a:off x="388775" y="1505286"/>
          <a:ext cx="5442861" cy="5608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5727" tIns="0" rIns="205727" bIns="0" numCol="1" spcCol="1270" anchor="ctr" anchorCtr="0">
          <a:noAutofit/>
        </a:bodyPr>
        <a:lstStyle/>
        <a:p>
          <a:pPr marL="0" lvl="0" indent="0" algn="l" defTabSz="844550">
            <a:lnSpc>
              <a:spcPct val="90000"/>
            </a:lnSpc>
            <a:spcBef>
              <a:spcPct val="0"/>
            </a:spcBef>
            <a:spcAft>
              <a:spcPct val="35000"/>
            </a:spcAft>
            <a:buNone/>
          </a:pPr>
          <a:r>
            <a:rPr lang="en-US" sz="1900" kern="1200" dirty="0"/>
            <a:t>Foundation</a:t>
          </a:r>
        </a:p>
      </dsp:txBody>
      <dsp:txXfrm>
        <a:off x="416155" y="1532666"/>
        <a:ext cx="5388101" cy="50612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B56C7E-BF8C-4960-868D-A7F181684492}">
      <dsp:nvSpPr>
        <dsp:cNvPr id="0" name=""/>
        <dsp:cNvSpPr/>
      </dsp:nvSpPr>
      <dsp:spPr>
        <a:xfrm>
          <a:off x="3316" y="0"/>
          <a:ext cx="2949468" cy="2195588"/>
        </a:xfrm>
        <a:prstGeom prst="roundRect">
          <a:avLst>
            <a:gd name="adj" fmla="val 10000"/>
          </a:avLst>
        </a:prstGeom>
        <a:blipFill dpi="0" rotWithShape="1">
          <a:blip xmlns:r="http://schemas.openxmlformats.org/officeDocument/2006/relationships" r:embed="rId1" cstate="screen">
            <a:alphaModFix amt="43000"/>
            <a:extLst>
              <a:ext uri="{28A0092B-C50C-407E-A947-70E740481C1C}">
                <a14:useLocalDpi xmlns:a14="http://schemas.microsoft.com/office/drawing/2010/main"/>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F70CB69-203D-473E-AC67-4A6B3311DD84}">
      <dsp:nvSpPr>
        <dsp:cNvPr id="0" name=""/>
        <dsp:cNvSpPr/>
      </dsp:nvSpPr>
      <dsp:spPr>
        <a:xfrm>
          <a:off x="483462" y="1317353"/>
          <a:ext cx="2949468" cy="2195588"/>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t" anchorCtr="0">
          <a:noAutofit/>
        </a:bodyPr>
        <a:lstStyle/>
        <a:p>
          <a:pPr marL="0" lvl="0" indent="0" algn="ctr" defTabSz="933450">
            <a:lnSpc>
              <a:spcPct val="90000"/>
            </a:lnSpc>
            <a:spcBef>
              <a:spcPct val="0"/>
            </a:spcBef>
            <a:spcAft>
              <a:spcPct val="35000"/>
            </a:spcAft>
            <a:buNone/>
          </a:pPr>
          <a:r>
            <a:rPr lang="en-US" sz="2100" kern="1200" dirty="0"/>
            <a:t>HTTP</a:t>
          </a:r>
        </a:p>
        <a:p>
          <a:pPr marL="171450" lvl="1" indent="-171450" algn="l" defTabSz="711200">
            <a:lnSpc>
              <a:spcPct val="90000"/>
            </a:lnSpc>
            <a:spcBef>
              <a:spcPct val="0"/>
            </a:spcBef>
            <a:spcAft>
              <a:spcPct val="15000"/>
            </a:spcAft>
            <a:buChar char="•"/>
          </a:pPr>
          <a:r>
            <a:rPr lang="en-US" sz="1600" kern="1200" dirty="0"/>
            <a:t>Foundational protocol for the Internet</a:t>
          </a:r>
        </a:p>
        <a:p>
          <a:pPr marL="171450" lvl="1" indent="-171450" algn="l" defTabSz="711200">
            <a:lnSpc>
              <a:spcPct val="90000"/>
            </a:lnSpc>
            <a:spcBef>
              <a:spcPct val="0"/>
            </a:spcBef>
            <a:spcAft>
              <a:spcPct val="15000"/>
            </a:spcAft>
            <a:buChar char="•"/>
          </a:pPr>
          <a:r>
            <a:rPr lang="en-US" sz="1600" kern="1200" dirty="0"/>
            <a:t>Does not encrypt data</a:t>
          </a:r>
        </a:p>
        <a:p>
          <a:pPr marL="171450" lvl="1" indent="-171450" algn="l" defTabSz="711200">
            <a:lnSpc>
              <a:spcPct val="90000"/>
            </a:lnSpc>
            <a:spcBef>
              <a:spcPct val="0"/>
            </a:spcBef>
            <a:spcAft>
              <a:spcPct val="15000"/>
            </a:spcAft>
            <a:buChar char="•"/>
          </a:pPr>
          <a:r>
            <a:rPr lang="en-US" sz="1600" kern="1200" dirty="0"/>
            <a:t>Uses port 80</a:t>
          </a:r>
        </a:p>
        <a:p>
          <a:pPr marL="171450" lvl="1" indent="-171450" algn="l" defTabSz="711200">
            <a:lnSpc>
              <a:spcPct val="90000"/>
            </a:lnSpc>
            <a:spcBef>
              <a:spcPct val="0"/>
            </a:spcBef>
            <a:spcAft>
              <a:spcPct val="15000"/>
            </a:spcAft>
            <a:buChar char="•"/>
          </a:pPr>
          <a:r>
            <a:rPr lang="en-US" sz="1600" kern="1200" dirty="0"/>
            <a:t>URL begins with http://</a:t>
          </a:r>
        </a:p>
      </dsp:txBody>
      <dsp:txXfrm>
        <a:off x="547769" y="1381660"/>
        <a:ext cx="2820854" cy="2066974"/>
      </dsp:txXfrm>
    </dsp:sp>
    <dsp:sp modelId="{17485A2A-6C07-4CBC-AC87-3334405309EB}">
      <dsp:nvSpPr>
        <dsp:cNvPr id="0" name=""/>
        <dsp:cNvSpPr/>
      </dsp:nvSpPr>
      <dsp:spPr>
        <a:xfrm>
          <a:off x="3960090" y="2072413"/>
          <a:ext cx="684515" cy="708716"/>
        </a:xfrm>
        <a:prstGeom prst="rightArrow">
          <a:avLst>
            <a:gd name="adj1" fmla="val 60000"/>
            <a:gd name="adj2" fmla="val 50000"/>
          </a:avLst>
        </a:prstGeom>
        <a:solidFill>
          <a:srgbClr val="007377"/>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US" sz="1700" kern="1200" dirty="0"/>
        </a:p>
      </dsp:txBody>
      <dsp:txXfrm>
        <a:off x="3960090" y="2214156"/>
        <a:ext cx="479161" cy="425230"/>
      </dsp:txXfrm>
    </dsp:sp>
    <dsp:sp modelId="{FB20E78C-2CCF-4CB1-93E7-423DF513DAD9}">
      <dsp:nvSpPr>
        <dsp:cNvPr id="0" name=""/>
        <dsp:cNvSpPr/>
      </dsp:nvSpPr>
      <dsp:spPr>
        <a:xfrm>
          <a:off x="4908544" y="0"/>
          <a:ext cx="2949468" cy="2195588"/>
        </a:xfrm>
        <a:prstGeom prst="roundRect">
          <a:avLst>
            <a:gd name="adj" fmla="val 10000"/>
          </a:avLst>
        </a:prstGeom>
        <a:blipFill>
          <a:blip xmlns:r="http://schemas.openxmlformats.org/officeDocument/2006/relationships" r:embed="rId2" cstate="screen">
            <a:extLst>
              <a:ext uri="{28A0092B-C50C-407E-A947-70E740481C1C}">
                <a14:useLocalDpi xmlns:a14="http://schemas.microsoft.com/office/drawing/2010/main"/>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1A721A9-5770-4BC8-AA8D-B8D3171381DE}">
      <dsp:nvSpPr>
        <dsp:cNvPr id="0" name=""/>
        <dsp:cNvSpPr/>
      </dsp:nvSpPr>
      <dsp:spPr>
        <a:xfrm>
          <a:off x="5056167" y="1317353"/>
          <a:ext cx="2949468" cy="2195588"/>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t" anchorCtr="0">
          <a:noAutofit/>
        </a:bodyPr>
        <a:lstStyle/>
        <a:p>
          <a:pPr marL="0" lvl="0" indent="0" algn="ctr" defTabSz="933450">
            <a:lnSpc>
              <a:spcPct val="90000"/>
            </a:lnSpc>
            <a:spcBef>
              <a:spcPct val="0"/>
            </a:spcBef>
            <a:spcAft>
              <a:spcPct val="35000"/>
            </a:spcAft>
            <a:buNone/>
          </a:pPr>
          <a:r>
            <a:rPr lang="en-US" sz="2100" kern="1200" dirty="0"/>
            <a:t>HTTPS</a:t>
          </a:r>
        </a:p>
        <a:p>
          <a:pPr marL="171450" lvl="1" indent="-171450" algn="l" defTabSz="711200">
            <a:lnSpc>
              <a:spcPct val="90000"/>
            </a:lnSpc>
            <a:spcBef>
              <a:spcPct val="0"/>
            </a:spcBef>
            <a:spcAft>
              <a:spcPct val="15000"/>
            </a:spcAft>
            <a:buChar char="•"/>
          </a:pPr>
          <a:r>
            <a:rPr lang="en-US" sz="1600" kern="1200" dirty="0"/>
            <a:t>Secure version of HTTP</a:t>
          </a:r>
        </a:p>
        <a:p>
          <a:pPr marL="171450" lvl="1" indent="-171450" algn="l" defTabSz="711200">
            <a:lnSpc>
              <a:spcPct val="90000"/>
            </a:lnSpc>
            <a:spcBef>
              <a:spcPct val="0"/>
            </a:spcBef>
            <a:spcAft>
              <a:spcPct val="15000"/>
            </a:spcAft>
            <a:buChar char="•"/>
          </a:pPr>
          <a:r>
            <a:rPr lang="en-US" sz="1600" kern="1200" dirty="0"/>
            <a:t>Uses TLS (SSL) encryption</a:t>
          </a:r>
        </a:p>
        <a:p>
          <a:pPr marL="171450" lvl="1" indent="-171450" algn="l" defTabSz="711200">
            <a:lnSpc>
              <a:spcPct val="90000"/>
            </a:lnSpc>
            <a:spcBef>
              <a:spcPct val="0"/>
            </a:spcBef>
            <a:spcAft>
              <a:spcPct val="15000"/>
            </a:spcAft>
            <a:buChar char="•"/>
          </a:pPr>
          <a:r>
            <a:rPr lang="en-US" sz="1600" kern="1200" dirty="0"/>
            <a:t>Uses port 443</a:t>
          </a:r>
        </a:p>
        <a:p>
          <a:pPr marL="171450" lvl="1" indent="-171450" algn="l" defTabSz="711200">
            <a:lnSpc>
              <a:spcPct val="90000"/>
            </a:lnSpc>
            <a:spcBef>
              <a:spcPct val="0"/>
            </a:spcBef>
            <a:spcAft>
              <a:spcPct val="15000"/>
            </a:spcAft>
            <a:buChar char="•"/>
          </a:pPr>
          <a:r>
            <a:rPr lang="en-US" sz="1600" kern="1200" dirty="0"/>
            <a:t>URL begins with https://</a:t>
          </a:r>
        </a:p>
      </dsp:txBody>
      <dsp:txXfrm>
        <a:off x="5120474" y="1381660"/>
        <a:ext cx="2820854" cy="206697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92CC30-AAEE-48D7-A157-2DDAE375CCE8}">
      <dsp:nvSpPr>
        <dsp:cNvPr id="0" name=""/>
        <dsp:cNvSpPr/>
      </dsp:nvSpPr>
      <dsp:spPr>
        <a:xfrm>
          <a:off x="3316" y="0"/>
          <a:ext cx="2949468" cy="2004071"/>
        </a:xfrm>
        <a:prstGeom prst="roundRect">
          <a:avLst>
            <a:gd name="adj" fmla="val 10000"/>
          </a:avLst>
        </a:prstGeom>
        <a:blipFill>
          <a:blip xmlns:r="http://schemas.openxmlformats.org/officeDocument/2006/relationships" r:embed="rId1" cstate="screen">
            <a:extLst>
              <a:ext uri="{28A0092B-C50C-407E-A947-70E740481C1C}">
                <a14:useLocalDpi xmlns:a14="http://schemas.microsoft.com/office/drawing/2010/main"/>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97E51A8-B634-4FD9-A2C3-A4EF5AB43086}">
      <dsp:nvSpPr>
        <dsp:cNvPr id="0" name=""/>
        <dsp:cNvSpPr/>
      </dsp:nvSpPr>
      <dsp:spPr>
        <a:xfrm>
          <a:off x="483462" y="1202442"/>
          <a:ext cx="2949468" cy="2004071"/>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FTP</a:t>
          </a:r>
        </a:p>
        <a:p>
          <a:pPr marL="171450" lvl="1" indent="-171450" algn="l" defTabSz="844550">
            <a:lnSpc>
              <a:spcPct val="90000"/>
            </a:lnSpc>
            <a:spcBef>
              <a:spcPct val="0"/>
            </a:spcBef>
            <a:spcAft>
              <a:spcPct val="15000"/>
            </a:spcAft>
            <a:buChar char="•"/>
          </a:pPr>
          <a:r>
            <a:rPr lang="en-US" sz="1900" kern="1200" dirty="0"/>
            <a:t>Unencrypted data</a:t>
          </a:r>
        </a:p>
        <a:p>
          <a:pPr marL="171450" lvl="1" indent="-171450" algn="l" defTabSz="844550">
            <a:lnSpc>
              <a:spcPct val="90000"/>
            </a:lnSpc>
            <a:spcBef>
              <a:spcPct val="0"/>
            </a:spcBef>
            <a:spcAft>
              <a:spcPct val="15000"/>
            </a:spcAft>
            <a:buChar char="•"/>
          </a:pPr>
          <a:r>
            <a:rPr lang="en-US" sz="1900" kern="1200" dirty="0"/>
            <a:t>Uses two channels</a:t>
          </a:r>
        </a:p>
        <a:p>
          <a:pPr marL="171450" lvl="1" indent="-171450" algn="l" defTabSz="844550">
            <a:lnSpc>
              <a:spcPct val="90000"/>
            </a:lnSpc>
            <a:spcBef>
              <a:spcPct val="0"/>
            </a:spcBef>
            <a:spcAft>
              <a:spcPct val="15000"/>
            </a:spcAft>
            <a:buChar char="•"/>
          </a:pPr>
          <a:r>
            <a:rPr lang="en-US" sz="1900" kern="1200" dirty="0"/>
            <a:t>Uses ports 20 and 21</a:t>
          </a:r>
        </a:p>
      </dsp:txBody>
      <dsp:txXfrm>
        <a:off x="542159" y="1261139"/>
        <a:ext cx="2832074" cy="1886677"/>
      </dsp:txXfrm>
    </dsp:sp>
    <dsp:sp modelId="{D3A4DD7E-BB26-43AD-9ACF-5FD0C834F6D9}">
      <dsp:nvSpPr>
        <dsp:cNvPr id="0" name=""/>
        <dsp:cNvSpPr/>
      </dsp:nvSpPr>
      <dsp:spPr>
        <a:xfrm>
          <a:off x="3961538" y="1835719"/>
          <a:ext cx="568132" cy="708716"/>
        </a:xfrm>
        <a:prstGeom prst="rightArrow">
          <a:avLst>
            <a:gd name="adj1" fmla="val 60000"/>
            <a:gd name="adj2" fmla="val 50000"/>
          </a:avLst>
        </a:prstGeom>
        <a:solidFill>
          <a:srgbClr val="007377"/>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dirty="0"/>
        </a:p>
      </dsp:txBody>
      <dsp:txXfrm>
        <a:off x="3961538" y="1977462"/>
        <a:ext cx="397692" cy="425230"/>
      </dsp:txXfrm>
    </dsp:sp>
    <dsp:sp modelId="{DD2741A6-05F9-43C8-B0D8-947184278362}">
      <dsp:nvSpPr>
        <dsp:cNvPr id="0" name=""/>
        <dsp:cNvSpPr/>
      </dsp:nvSpPr>
      <dsp:spPr>
        <a:xfrm>
          <a:off x="4576021" y="0"/>
          <a:ext cx="2949468" cy="2004071"/>
        </a:xfrm>
        <a:prstGeom prst="roundRect">
          <a:avLst>
            <a:gd name="adj" fmla="val 10000"/>
          </a:avLst>
        </a:prstGeom>
        <a:blipFill>
          <a:blip xmlns:r="http://schemas.openxmlformats.org/officeDocument/2006/relationships" r:embed="rId1" cstate="screen">
            <a:extLst>
              <a:ext uri="{28A0092B-C50C-407E-A947-70E740481C1C}">
                <a14:useLocalDpi xmlns:a14="http://schemas.microsoft.com/office/drawing/2010/main"/>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D6C5B17-5657-44D9-A15B-2E135C0D388C}">
      <dsp:nvSpPr>
        <dsp:cNvPr id="0" name=""/>
        <dsp:cNvSpPr/>
      </dsp:nvSpPr>
      <dsp:spPr>
        <a:xfrm>
          <a:off x="5056167" y="1202442"/>
          <a:ext cx="2949468" cy="2004071"/>
        </a:xfrm>
        <a:prstGeom prst="roundRect">
          <a:avLst>
            <a:gd name="adj" fmla="val 10000"/>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SFTP</a:t>
          </a:r>
        </a:p>
        <a:p>
          <a:pPr marL="171450" lvl="1" indent="-171450" algn="l" defTabSz="844550">
            <a:lnSpc>
              <a:spcPct val="90000"/>
            </a:lnSpc>
            <a:spcBef>
              <a:spcPct val="0"/>
            </a:spcBef>
            <a:spcAft>
              <a:spcPct val="15000"/>
            </a:spcAft>
            <a:buChar char="•"/>
          </a:pPr>
          <a:r>
            <a:rPr lang="en-US" sz="1900" kern="1200" dirty="0"/>
            <a:t>Encrypted data</a:t>
          </a:r>
        </a:p>
        <a:p>
          <a:pPr marL="171450" lvl="1" indent="-171450" algn="l" defTabSz="844550">
            <a:lnSpc>
              <a:spcPct val="90000"/>
            </a:lnSpc>
            <a:spcBef>
              <a:spcPct val="0"/>
            </a:spcBef>
            <a:spcAft>
              <a:spcPct val="15000"/>
            </a:spcAft>
            <a:buChar char="•"/>
          </a:pPr>
          <a:r>
            <a:rPr lang="en-US" sz="1900" kern="1200" dirty="0"/>
            <a:t>Uses one channel</a:t>
          </a:r>
        </a:p>
        <a:p>
          <a:pPr marL="171450" lvl="1" indent="-171450" algn="l" defTabSz="844550">
            <a:lnSpc>
              <a:spcPct val="90000"/>
            </a:lnSpc>
            <a:spcBef>
              <a:spcPct val="0"/>
            </a:spcBef>
            <a:spcAft>
              <a:spcPct val="15000"/>
            </a:spcAft>
            <a:buChar char="•"/>
          </a:pPr>
          <a:r>
            <a:rPr lang="en-US" sz="1900" kern="1200" dirty="0"/>
            <a:t>Uses port 22</a:t>
          </a:r>
        </a:p>
      </dsp:txBody>
      <dsp:txXfrm>
        <a:off x="5114864" y="1261139"/>
        <a:ext cx="2832074" cy="188667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338284-04DA-5349-9DD2-5F50A89C8A05}">
      <dsp:nvSpPr>
        <dsp:cNvPr id="0" name=""/>
        <dsp:cNvSpPr/>
      </dsp:nvSpPr>
      <dsp:spPr>
        <a:xfrm>
          <a:off x="0" y="331492"/>
          <a:ext cx="7886700" cy="11340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416560" rIns="612096"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rgbClr val="20282F"/>
              </a:solidFill>
            </a:rPr>
            <a:t>Allows computers in the same ​network to share resources​ like files and printers</a:t>
          </a:r>
        </a:p>
      </dsp:txBody>
      <dsp:txXfrm>
        <a:off x="0" y="331492"/>
        <a:ext cx="7886700" cy="1134000"/>
      </dsp:txXfrm>
    </dsp:sp>
    <dsp:sp modelId="{4DBB01CE-CD3C-F542-8269-0FE9AA0110FF}">
      <dsp:nvSpPr>
        <dsp:cNvPr id="0" name=""/>
        <dsp:cNvSpPr/>
      </dsp:nvSpPr>
      <dsp:spPr>
        <a:xfrm>
          <a:off x="394335" y="36292"/>
          <a:ext cx="5520690" cy="590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800100">
            <a:lnSpc>
              <a:spcPct val="90000"/>
            </a:lnSpc>
            <a:spcBef>
              <a:spcPct val="0"/>
            </a:spcBef>
            <a:spcAft>
              <a:spcPct val="35000"/>
            </a:spcAft>
            <a:buNone/>
          </a:pPr>
          <a:r>
            <a:rPr lang="en-US" sz="1800" kern="1200" dirty="0"/>
            <a:t>SMB Purpose</a:t>
          </a:r>
        </a:p>
      </dsp:txBody>
      <dsp:txXfrm>
        <a:off x="423156" y="65113"/>
        <a:ext cx="5463048" cy="532758"/>
      </dsp:txXfrm>
    </dsp:sp>
    <dsp:sp modelId="{C8963C69-5E24-2344-9BD3-1858F69C103E}">
      <dsp:nvSpPr>
        <dsp:cNvPr id="0" name=""/>
        <dsp:cNvSpPr/>
      </dsp:nvSpPr>
      <dsp:spPr>
        <a:xfrm>
          <a:off x="0" y="1868692"/>
          <a:ext cx="7886700" cy="11655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416560" rIns="612096"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rgbClr val="20282F"/>
              </a:solidFill>
            </a:rPr>
            <a:t>Windows</a:t>
          </a:r>
        </a:p>
        <a:p>
          <a:pPr marL="171450" lvl="1" indent="-171450" algn="l" defTabSz="800100">
            <a:lnSpc>
              <a:spcPct val="90000"/>
            </a:lnSpc>
            <a:spcBef>
              <a:spcPct val="0"/>
            </a:spcBef>
            <a:spcAft>
              <a:spcPct val="15000"/>
            </a:spcAft>
            <a:buChar char="•"/>
          </a:pPr>
          <a:r>
            <a:rPr lang="en-US" sz="1800" kern="1200" dirty="0">
              <a:solidFill>
                <a:srgbClr val="20282F"/>
              </a:solidFill>
            </a:rPr>
            <a:t>Linux using Samba</a:t>
          </a:r>
        </a:p>
      </dsp:txBody>
      <dsp:txXfrm>
        <a:off x="0" y="1868692"/>
        <a:ext cx="7886700" cy="1165500"/>
      </dsp:txXfrm>
    </dsp:sp>
    <dsp:sp modelId="{DF295282-892C-384F-A986-387A4F117647}">
      <dsp:nvSpPr>
        <dsp:cNvPr id="0" name=""/>
        <dsp:cNvSpPr/>
      </dsp:nvSpPr>
      <dsp:spPr>
        <a:xfrm>
          <a:off x="394335" y="1573492"/>
          <a:ext cx="5520690" cy="590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800100">
            <a:lnSpc>
              <a:spcPct val="90000"/>
            </a:lnSpc>
            <a:spcBef>
              <a:spcPct val="0"/>
            </a:spcBef>
            <a:spcAft>
              <a:spcPct val="35000"/>
            </a:spcAft>
            <a:buNone/>
          </a:pPr>
          <a:r>
            <a:rPr lang="en-US" sz="1800" kern="1200" dirty="0"/>
            <a:t>SMB Usage</a:t>
          </a:r>
        </a:p>
      </dsp:txBody>
      <dsp:txXfrm>
        <a:off x="423156" y="1602313"/>
        <a:ext cx="5463048" cy="53275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A0AA6C-0275-C64D-BA69-278DD4D91312}">
      <dsp:nvSpPr>
        <dsp:cNvPr id="0" name=""/>
        <dsp:cNvSpPr/>
      </dsp:nvSpPr>
      <dsp:spPr>
        <a:xfrm>
          <a:off x="0" y="311586"/>
          <a:ext cx="7886700" cy="11655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416560" rIns="612096"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rgbClr val="20282F"/>
              </a:solidFill>
            </a:rPr>
            <a:t>Provides remote file access</a:t>
          </a:r>
        </a:p>
        <a:p>
          <a:pPr marL="171450" lvl="1" indent="-171450" algn="l" defTabSz="800100">
            <a:lnSpc>
              <a:spcPct val="90000"/>
            </a:lnSpc>
            <a:spcBef>
              <a:spcPct val="0"/>
            </a:spcBef>
            <a:spcAft>
              <a:spcPct val="15000"/>
            </a:spcAft>
            <a:buChar char="•"/>
          </a:pPr>
          <a:r>
            <a:rPr lang="en-US" sz="1800" kern="1200" dirty="0">
              <a:solidFill>
                <a:srgbClr val="20282F"/>
              </a:solidFill>
            </a:rPr>
            <a:t>Concurrent resource access for multiple devices</a:t>
          </a:r>
        </a:p>
      </dsp:txBody>
      <dsp:txXfrm>
        <a:off x="0" y="311586"/>
        <a:ext cx="7886700" cy="1165500"/>
      </dsp:txXfrm>
    </dsp:sp>
    <dsp:sp modelId="{1DBCEF4D-12B2-304D-81EB-10458AB57209}">
      <dsp:nvSpPr>
        <dsp:cNvPr id="0" name=""/>
        <dsp:cNvSpPr/>
      </dsp:nvSpPr>
      <dsp:spPr>
        <a:xfrm>
          <a:off x="394335" y="16386"/>
          <a:ext cx="5520690" cy="590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889000">
            <a:lnSpc>
              <a:spcPct val="90000"/>
            </a:lnSpc>
            <a:spcBef>
              <a:spcPct val="0"/>
            </a:spcBef>
            <a:spcAft>
              <a:spcPct val="35000"/>
            </a:spcAft>
            <a:buNone/>
          </a:pPr>
          <a:r>
            <a:rPr lang="en-US" sz="2000" kern="1200" dirty="0"/>
            <a:t>NAS Purpose</a:t>
          </a:r>
        </a:p>
      </dsp:txBody>
      <dsp:txXfrm>
        <a:off x="423156" y="45207"/>
        <a:ext cx="5463048" cy="532758"/>
      </dsp:txXfrm>
    </dsp:sp>
    <dsp:sp modelId="{3A9997B8-41C2-1248-AE6D-543480AF3E98}">
      <dsp:nvSpPr>
        <dsp:cNvPr id="0" name=""/>
        <dsp:cNvSpPr/>
      </dsp:nvSpPr>
      <dsp:spPr>
        <a:xfrm>
          <a:off x="0" y="1880286"/>
          <a:ext cx="7886700" cy="11655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416560" rIns="612096"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rgbClr val="20282F"/>
              </a:solidFill>
            </a:rPr>
            <a:t>Processor, memory, and hard drives</a:t>
          </a:r>
        </a:p>
        <a:p>
          <a:pPr marL="171450" lvl="1" indent="-171450" algn="l" defTabSz="800100">
            <a:lnSpc>
              <a:spcPct val="90000"/>
            </a:lnSpc>
            <a:spcBef>
              <a:spcPct val="0"/>
            </a:spcBef>
            <a:spcAft>
              <a:spcPct val="15000"/>
            </a:spcAft>
            <a:buChar char="•"/>
          </a:pPr>
          <a:r>
            <a:rPr lang="en-US" sz="1800" kern="1200" dirty="0">
              <a:solidFill>
                <a:srgbClr val="20282F"/>
              </a:solidFill>
            </a:rPr>
            <a:t>Bespoke OS, usually Linux </a:t>
          </a:r>
        </a:p>
      </dsp:txBody>
      <dsp:txXfrm>
        <a:off x="0" y="1880286"/>
        <a:ext cx="7886700" cy="1165500"/>
      </dsp:txXfrm>
    </dsp:sp>
    <dsp:sp modelId="{5C08F378-65AC-9744-9B4D-825FE6FC3D29}">
      <dsp:nvSpPr>
        <dsp:cNvPr id="0" name=""/>
        <dsp:cNvSpPr/>
      </dsp:nvSpPr>
      <dsp:spPr>
        <a:xfrm>
          <a:off x="394335" y="1585086"/>
          <a:ext cx="5520690" cy="590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889000">
            <a:lnSpc>
              <a:spcPct val="90000"/>
            </a:lnSpc>
            <a:spcBef>
              <a:spcPct val="0"/>
            </a:spcBef>
            <a:spcAft>
              <a:spcPct val="35000"/>
            </a:spcAft>
            <a:buNone/>
          </a:pPr>
          <a:r>
            <a:rPr lang="en-US" sz="2000" kern="1200" dirty="0"/>
            <a:t>NAS Components </a:t>
          </a:r>
        </a:p>
      </dsp:txBody>
      <dsp:txXfrm>
        <a:off x="423156" y="1613907"/>
        <a:ext cx="5463048" cy="53275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26FAFA-0D3A-7A42-AADC-EF6EC7D97A4F}">
      <dsp:nvSpPr>
        <dsp:cNvPr id="0" name=""/>
        <dsp:cNvSpPr/>
      </dsp:nvSpPr>
      <dsp:spPr>
        <a:xfrm>
          <a:off x="0" y="445154"/>
          <a:ext cx="7886700" cy="20097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604012" rIns="612096"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rgbClr val="20282F"/>
              </a:solidFill>
            </a:rPr>
            <a:t>Structured storage (tables store data)</a:t>
          </a:r>
        </a:p>
        <a:p>
          <a:pPr marL="171450" lvl="1" indent="-171450" algn="l" defTabSz="800100">
            <a:lnSpc>
              <a:spcPct val="90000"/>
            </a:lnSpc>
            <a:spcBef>
              <a:spcPct val="0"/>
            </a:spcBef>
            <a:spcAft>
              <a:spcPct val="15000"/>
            </a:spcAft>
            <a:buChar char="•"/>
          </a:pPr>
          <a:r>
            <a:rPr lang="en-US" sz="1800" kern="1200" dirty="0">
              <a:solidFill>
                <a:srgbClr val="20282F"/>
              </a:solidFill>
            </a:rPr>
            <a:t>SQL queries to retrieve/update data
Connected tables link data via unique IDs
Encryption via TLS</a:t>
          </a:r>
        </a:p>
      </dsp:txBody>
      <dsp:txXfrm>
        <a:off x="0" y="445154"/>
        <a:ext cx="7886700" cy="2009700"/>
      </dsp:txXfrm>
    </dsp:sp>
    <dsp:sp modelId="{A6FD9792-ED0C-294B-B5F1-ED7F06D95200}">
      <dsp:nvSpPr>
        <dsp:cNvPr id="0" name=""/>
        <dsp:cNvSpPr/>
      </dsp:nvSpPr>
      <dsp:spPr>
        <a:xfrm>
          <a:off x="394335" y="17114"/>
          <a:ext cx="5520690" cy="8560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889000">
            <a:lnSpc>
              <a:spcPct val="90000"/>
            </a:lnSpc>
            <a:spcBef>
              <a:spcPct val="0"/>
            </a:spcBef>
            <a:spcAft>
              <a:spcPct val="35000"/>
            </a:spcAft>
            <a:buNone/>
          </a:pPr>
          <a:r>
            <a:rPr lang="en-US" sz="2000" kern="1200" dirty="0"/>
            <a:t>Relational Database </a:t>
          </a:r>
          <a:br>
            <a:rPr lang="en-US" sz="2000" kern="1200" dirty="0"/>
          </a:br>
          <a:r>
            <a:rPr lang="en-US" sz="2000" kern="1200" dirty="0"/>
            <a:t>Management Systems</a:t>
          </a:r>
        </a:p>
      </dsp:txBody>
      <dsp:txXfrm>
        <a:off x="436125" y="58904"/>
        <a:ext cx="5437110" cy="7725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229471-00F8-9B4D-AC60-9030F553CDCD}">
      <dsp:nvSpPr>
        <dsp:cNvPr id="0" name=""/>
        <dsp:cNvSpPr/>
      </dsp:nvSpPr>
      <dsp:spPr>
        <a:xfrm>
          <a:off x="0" y="354311"/>
          <a:ext cx="7886700" cy="219240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12096" tIns="499872" rIns="612096"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dirty="0">
              <a:solidFill>
                <a:srgbClr val="20282F"/>
              </a:solidFill>
            </a:rPr>
            <a:t>Stores data in different formats </a:t>
          </a:r>
          <a:br>
            <a:rPr lang="en-US" sz="1800" kern="1200" dirty="0">
              <a:solidFill>
                <a:srgbClr val="20282F"/>
              </a:solidFill>
            </a:rPr>
          </a:br>
          <a:r>
            <a:rPr lang="en-US" sz="1800" kern="1200" dirty="0">
              <a:solidFill>
                <a:srgbClr val="20282F"/>
              </a:solidFill>
            </a:rPr>
            <a:t>(key-value pairs/wide columns)</a:t>
          </a:r>
        </a:p>
        <a:p>
          <a:pPr marL="171450" lvl="1" indent="-171450" algn="l" defTabSz="800100">
            <a:lnSpc>
              <a:spcPct val="90000"/>
            </a:lnSpc>
            <a:spcBef>
              <a:spcPct val="0"/>
            </a:spcBef>
            <a:spcAft>
              <a:spcPct val="15000"/>
            </a:spcAft>
            <a:buChar char="•"/>
          </a:pPr>
          <a:r>
            <a:rPr lang="en-US" sz="1800" kern="1200" dirty="0">
              <a:solidFill>
                <a:srgbClr val="20282F"/>
              </a:solidFill>
            </a:rPr>
            <a:t>Simple Access through APIs over HTTPS
Scalable Growth (Horizontal scaling)</a:t>
          </a:r>
        </a:p>
        <a:p>
          <a:pPr marL="171450" lvl="1" indent="-171450" algn="l" defTabSz="800100">
            <a:lnSpc>
              <a:spcPct val="90000"/>
            </a:lnSpc>
            <a:spcBef>
              <a:spcPct val="0"/>
            </a:spcBef>
            <a:spcAft>
              <a:spcPct val="15000"/>
            </a:spcAft>
            <a:buChar char="•"/>
          </a:pPr>
          <a:r>
            <a:rPr lang="en-US" sz="1800" kern="1200" dirty="0">
              <a:solidFill>
                <a:srgbClr val="20282F"/>
              </a:solidFill>
            </a:rPr>
            <a:t>Supports wide range of data models</a:t>
          </a:r>
        </a:p>
      </dsp:txBody>
      <dsp:txXfrm>
        <a:off x="0" y="354311"/>
        <a:ext cx="7886700" cy="2192400"/>
      </dsp:txXfrm>
    </dsp:sp>
    <dsp:sp modelId="{35737336-91E5-8841-AA2D-4303DD42D6F8}">
      <dsp:nvSpPr>
        <dsp:cNvPr id="0" name=""/>
        <dsp:cNvSpPr/>
      </dsp:nvSpPr>
      <dsp:spPr>
        <a:xfrm>
          <a:off x="394335" y="71"/>
          <a:ext cx="5520690" cy="708480"/>
        </a:xfrm>
        <a:prstGeom prst="roundRect">
          <a:avLst/>
        </a:prstGeom>
        <a:solidFill>
          <a:srgbClr val="004F71"/>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889000">
            <a:lnSpc>
              <a:spcPct val="90000"/>
            </a:lnSpc>
            <a:spcBef>
              <a:spcPct val="0"/>
            </a:spcBef>
            <a:spcAft>
              <a:spcPct val="35000"/>
            </a:spcAft>
            <a:buNone/>
          </a:pPr>
          <a:r>
            <a:rPr lang="en-US" sz="2000" kern="1200" dirty="0"/>
            <a:t>NoSQL Databases</a:t>
          </a:r>
        </a:p>
      </dsp:txBody>
      <dsp:txXfrm>
        <a:off x="428920" y="34656"/>
        <a:ext cx="5451520" cy="63931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94C846-5E56-4D64-81B5-94B7D512E8A5}">
      <dsp:nvSpPr>
        <dsp:cNvPr id="0" name=""/>
        <dsp:cNvSpPr/>
      </dsp:nvSpPr>
      <dsp:spPr>
        <a:xfrm>
          <a:off x="3947" y="0"/>
          <a:ext cx="3797014" cy="3384106"/>
        </a:xfrm>
        <a:prstGeom prst="roundRect">
          <a:avLst>
            <a:gd name="adj" fmla="val 10000"/>
          </a:avLst>
        </a:prstGeom>
        <a:solidFill>
          <a:schemeClr val="bg1">
            <a:lumMod val="95000"/>
          </a:schemeClr>
        </a:solidFill>
        <a:ln w="9525">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rgbClr val="20282F"/>
              </a:solidFill>
            </a:rPr>
            <a:t>RDBMS</a:t>
          </a:r>
        </a:p>
      </dsp:txBody>
      <dsp:txXfrm>
        <a:off x="3947" y="0"/>
        <a:ext cx="3797014" cy="1015231"/>
      </dsp:txXfrm>
    </dsp:sp>
    <dsp:sp modelId="{3F946D08-0A73-4478-A1F9-B47F33682910}">
      <dsp:nvSpPr>
        <dsp:cNvPr id="0" name=""/>
        <dsp:cNvSpPr/>
      </dsp:nvSpPr>
      <dsp:spPr>
        <a:xfrm>
          <a:off x="383648" y="1015520"/>
          <a:ext cx="3037611" cy="6648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a:lnSpc>
              <a:spcPct val="90000"/>
            </a:lnSpc>
            <a:spcBef>
              <a:spcPct val="0"/>
            </a:spcBef>
            <a:spcAft>
              <a:spcPct val="35000"/>
            </a:spcAft>
            <a:buNone/>
          </a:pPr>
          <a:r>
            <a:rPr lang="en-US" sz="1700" kern="1200" dirty="0"/>
            <a:t>Requires predefined schema</a:t>
          </a:r>
        </a:p>
      </dsp:txBody>
      <dsp:txXfrm>
        <a:off x="403121" y="1034993"/>
        <a:ext cx="2998665" cy="625895"/>
      </dsp:txXfrm>
    </dsp:sp>
    <dsp:sp modelId="{5719765D-A9FA-434D-8CE3-C504439806F7}">
      <dsp:nvSpPr>
        <dsp:cNvPr id="0" name=""/>
        <dsp:cNvSpPr/>
      </dsp:nvSpPr>
      <dsp:spPr>
        <a:xfrm>
          <a:off x="383648" y="1782645"/>
          <a:ext cx="3037611" cy="6648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a:lnSpc>
              <a:spcPct val="90000"/>
            </a:lnSpc>
            <a:spcBef>
              <a:spcPct val="0"/>
            </a:spcBef>
            <a:spcAft>
              <a:spcPct val="35000"/>
            </a:spcAft>
            <a:buNone/>
          </a:pPr>
          <a:r>
            <a:rPr lang="en-US" sz="1700" kern="1200" dirty="0"/>
            <a:t>Vertically scalable</a:t>
          </a:r>
        </a:p>
      </dsp:txBody>
      <dsp:txXfrm>
        <a:off x="403121" y="1802118"/>
        <a:ext cx="2998665" cy="625895"/>
      </dsp:txXfrm>
    </dsp:sp>
    <dsp:sp modelId="{8D7F0A92-3A28-42A3-AE15-41A1199519A7}">
      <dsp:nvSpPr>
        <dsp:cNvPr id="0" name=""/>
        <dsp:cNvSpPr/>
      </dsp:nvSpPr>
      <dsp:spPr>
        <a:xfrm>
          <a:off x="383648" y="2549770"/>
          <a:ext cx="3037611" cy="6648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a:lnSpc>
              <a:spcPct val="90000"/>
            </a:lnSpc>
            <a:spcBef>
              <a:spcPct val="0"/>
            </a:spcBef>
            <a:spcAft>
              <a:spcPct val="35000"/>
            </a:spcAft>
            <a:buNone/>
          </a:pPr>
          <a:r>
            <a:rPr lang="en-US" sz="1700" kern="1200" dirty="0"/>
            <a:t>Handles complex queries</a:t>
          </a:r>
        </a:p>
      </dsp:txBody>
      <dsp:txXfrm>
        <a:off x="403121" y="2569243"/>
        <a:ext cx="2998665" cy="625895"/>
      </dsp:txXfrm>
    </dsp:sp>
    <dsp:sp modelId="{B5A4FE16-00AC-4D12-BF92-A820A34B57E2}">
      <dsp:nvSpPr>
        <dsp:cNvPr id="0" name=""/>
        <dsp:cNvSpPr/>
      </dsp:nvSpPr>
      <dsp:spPr>
        <a:xfrm>
          <a:off x="4085738" y="0"/>
          <a:ext cx="3797014" cy="3384106"/>
        </a:xfrm>
        <a:prstGeom prst="roundRect">
          <a:avLst>
            <a:gd name="adj" fmla="val 10000"/>
          </a:avLst>
        </a:prstGeom>
        <a:solidFill>
          <a:schemeClr val="bg1">
            <a:lumMod val="95000"/>
          </a:schemeClr>
        </a:solidFill>
        <a:ln w="9525">
          <a:solidFill>
            <a:schemeClr val="bg1">
              <a:lumMod val="85000"/>
            </a:schemeClr>
          </a:solidFill>
        </a:ln>
        <a:effectLst/>
      </dsp:spPr>
      <dsp:style>
        <a:lnRef idx="0">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solidFill>
                <a:srgbClr val="20282F"/>
              </a:solidFill>
            </a:rPr>
            <a:t>NoSQL</a:t>
          </a:r>
        </a:p>
      </dsp:txBody>
      <dsp:txXfrm>
        <a:off x="4085738" y="0"/>
        <a:ext cx="3797014" cy="1015231"/>
      </dsp:txXfrm>
    </dsp:sp>
    <dsp:sp modelId="{681BB56B-2EE9-45DF-9236-4E0AF05B4AD3}">
      <dsp:nvSpPr>
        <dsp:cNvPr id="0" name=""/>
        <dsp:cNvSpPr/>
      </dsp:nvSpPr>
      <dsp:spPr>
        <a:xfrm>
          <a:off x="4465439" y="1015520"/>
          <a:ext cx="3037611" cy="6648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a:lnSpc>
              <a:spcPct val="90000"/>
            </a:lnSpc>
            <a:spcBef>
              <a:spcPct val="0"/>
            </a:spcBef>
            <a:spcAft>
              <a:spcPct val="35000"/>
            </a:spcAft>
            <a:buNone/>
          </a:pPr>
          <a:r>
            <a:rPr lang="en-US" sz="1700" kern="1200" dirty="0"/>
            <a:t>Schema-less or </a:t>
          </a:r>
          <a:br>
            <a:rPr lang="en-US" sz="1700" kern="1200" dirty="0"/>
          </a:br>
          <a:r>
            <a:rPr lang="en-US" sz="1700" kern="1200" dirty="0"/>
            <a:t>dynamic schemas</a:t>
          </a:r>
        </a:p>
      </dsp:txBody>
      <dsp:txXfrm>
        <a:off x="4484912" y="1034993"/>
        <a:ext cx="2998665" cy="625895"/>
      </dsp:txXfrm>
    </dsp:sp>
    <dsp:sp modelId="{6DC8858C-62C2-4689-A62C-A557A614C7B3}">
      <dsp:nvSpPr>
        <dsp:cNvPr id="0" name=""/>
        <dsp:cNvSpPr/>
      </dsp:nvSpPr>
      <dsp:spPr>
        <a:xfrm>
          <a:off x="4465439" y="1782645"/>
          <a:ext cx="3037611" cy="6648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a:lnSpc>
              <a:spcPct val="90000"/>
            </a:lnSpc>
            <a:spcBef>
              <a:spcPct val="0"/>
            </a:spcBef>
            <a:spcAft>
              <a:spcPct val="35000"/>
            </a:spcAft>
            <a:buNone/>
          </a:pPr>
          <a:r>
            <a:rPr lang="en-US" sz="1700" kern="1200" dirty="0"/>
            <a:t>Horizontally scalable</a:t>
          </a:r>
        </a:p>
      </dsp:txBody>
      <dsp:txXfrm>
        <a:off x="4484912" y="1802118"/>
        <a:ext cx="2998665" cy="625895"/>
      </dsp:txXfrm>
    </dsp:sp>
    <dsp:sp modelId="{0C03CBFE-FB60-4F75-834C-DB6AD49CF57E}">
      <dsp:nvSpPr>
        <dsp:cNvPr id="0" name=""/>
        <dsp:cNvSpPr/>
      </dsp:nvSpPr>
      <dsp:spPr>
        <a:xfrm>
          <a:off x="4465439" y="2549770"/>
          <a:ext cx="3037611" cy="6648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a:lnSpc>
              <a:spcPct val="90000"/>
            </a:lnSpc>
            <a:spcBef>
              <a:spcPct val="0"/>
            </a:spcBef>
            <a:spcAft>
              <a:spcPct val="35000"/>
            </a:spcAft>
            <a:buNone/>
          </a:pPr>
          <a:r>
            <a:rPr lang="en-US" sz="1700" kern="1200" dirty="0"/>
            <a:t>Simplicity/speed for specific types of queries</a:t>
          </a:r>
        </a:p>
      </dsp:txBody>
      <dsp:txXfrm>
        <a:off x="4484912" y="2569243"/>
        <a:ext cx="2998665" cy="62589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39A728-50C3-4BF3-8C9F-8C684469F342}">
      <dsp:nvSpPr>
        <dsp:cNvPr id="0" name=""/>
        <dsp:cNvSpPr/>
      </dsp:nvSpPr>
      <dsp:spPr>
        <a:xfrm>
          <a:off x="0" y="384"/>
          <a:ext cx="510067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AC343B-67A2-43D5-B214-DDD0914B75EC}">
      <dsp:nvSpPr>
        <dsp:cNvPr id="0" name=""/>
        <dsp:cNvSpPr/>
      </dsp:nvSpPr>
      <dsp:spPr>
        <a:xfrm>
          <a:off x="0" y="384"/>
          <a:ext cx="5100674" cy="629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solidFill>
                <a:srgbClr val="20282F"/>
              </a:solidFill>
            </a:rPr>
            <a:t>Protocol for web communication</a:t>
          </a:r>
        </a:p>
      </dsp:txBody>
      <dsp:txXfrm>
        <a:off x="0" y="384"/>
        <a:ext cx="5100674" cy="629715"/>
      </dsp:txXfrm>
    </dsp:sp>
    <dsp:sp modelId="{5B4E8531-9664-4FB4-96D3-D79ABE823F26}">
      <dsp:nvSpPr>
        <dsp:cNvPr id="0" name=""/>
        <dsp:cNvSpPr/>
      </dsp:nvSpPr>
      <dsp:spPr>
        <a:xfrm>
          <a:off x="0" y="630099"/>
          <a:ext cx="510067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FFE60AD-5CCD-453B-B3CD-E81796BC9DDD}">
      <dsp:nvSpPr>
        <dsp:cNvPr id="0" name=""/>
        <dsp:cNvSpPr/>
      </dsp:nvSpPr>
      <dsp:spPr>
        <a:xfrm>
          <a:off x="0" y="630099"/>
          <a:ext cx="5100674" cy="629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solidFill>
                <a:srgbClr val="20282F"/>
              </a:solidFill>
            </a:rPr>
            <a:t>Storage accessible over a network</a:t>
          </a:r>
        </a:p>
      </dsp:txBody>
      <dsp:txXfrm>
        <a:off x="0" y="630099"/>
        <a:ext cx="5100674" cy="629715"/>
      </dsp:txXfrm>
    </dsp:sp>
    <dsp:sp modelId="{E0B03A3C-BA81-4D29-9181-FC663971D190}">
      <dsp:nvSpPr>
        <dsp:cNvPr id="0" name=""/>
        <dsp:cNvSpPr/>
      </dsp:nvSpPr>
      <dsp:spPr>
        <a:xfrm>
          <a:off x="0" y="1259814"/>
          <a:ext cx="510067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2A22740-03A3-4036-91D8-9F18EDB14A49}">
      <dsp:nvSpPr>
        <dsp:cNvPr id="0" name=""/>
        <dsp:cNvSpPr/>
      </dsp:nvSpPr>
      <dsp:spPr>
        <a:xfrm>
          <a:off x="0" y="1259814"/>
          <a:ext cx="5100674" cy="629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solidFill>
                <a:srgbClr val="20282F"/>
              </a:solidFill>
            </a:rPr>
            <a:t>Network protocol for file transfer</a:t>
          </a:r>
        </a:p>
      </dsp:txBody>
      <dsp:txXfrm>
        <a:off x="0" y="1259814"/>
        <a:ext cx="5100674" cy="629715"/>
      </dsp:txXfrm>
    </dsp:sp>
    <dsp:sp modelId="{35F03BAB-35D3-45B6-84DD-DF0DC3DE8B4D}">
      <dsp:nvSpPr>
        <dsp:cNvPr id="0" name=""/>
        <dsp:cNvSpPr/>
      </dsp:nvSpPr>
      <dsp:spPr>
        <a:xfrm>
          <a:off x="0" y="1889530"/>
          <a:ext cx="510067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0D861CF-C7B5-44DB-AA9F-13B9881F57FC}">
      <dsp:nvSpPr>
        <dsp:cNvPr id="0" name=""/>
        <dsp:cNvSpPr/>
      </dsp:nvSpPr>
      <dsp:spPr>
        <a:xfrm>
          <a:off x="0" y="1889530"/>
          <a:ext cx="5100674" cy="629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solidFill>
                <a:srgbClr val="20282F"/>
              </a:solidFill>
            </a:rPr>
            <a:t>System for managing relational databases</a:t>
          </a:r>
        </a:p>
      </dsp:txBody>
      <dsp:txXfrm>
        <a:off x="0" y="1889530"/>
        <a:ext cx="5100674" cy="629715"/>
      </dsp:txXfrm>
    </dsp:sp>
    <dsp:sp modelId="{9070CA5E-5764-4EE3-8825-9D09F9F28102}">
      <dsp:nvSpPr>
        <dsp:cNvPr id="0" name=""/>
        <dsp:cNvSpPr/>
      </dsp:nvSpPr>
      <dsp:spPr>
        <a:xfrm>
          <a:off x="0" y="2519245"/>
          <a:ext cx="5100674"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28FA6A-9A5B-48A5-88AA-82AA4B1537D7}">
      <dsp:nvSpPr>
        <dsp:cNvPr id="0" name=""/>
        <dsp:cNvSpPr/>
      </dsp:nvSpPr>
      <dsp:spPr>
        <a:xfrm>
          <a:off x="0" y="2519245"/>
          <a:ext cx="5100674" cy="629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solidFill>
                <a:srgbClr val="20282F"/>
              </a:solidFill>
            </a:rPr>
            <a:t>Protocol for network file sharing</a:t>
          </a:r>
        </a:p>
      </dsp:txBody>
      <dsp:txXfrm>
        <a:off x="0" y="2519245"/>
        <a:ext cx="5100674" cy="62971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A56072-A9CC-4D00-8CEF-5226C74E196A}">
      <dsp:nvSpPr>
        <dsp:cNvPr id="0" name=""/>
        <dsp:cNvSpPr/>
      </dsp:nvSpPr>
      <dsp:spPr>
        <a:xfrm>
          <a:off x="0" y="32252"/>
          <a:ext cx="2405495" cy="56628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HTTP</a:t>
          </a:r>
        </a:p>
      </dsp:txBody>
      <dsp:txXfrm>
        <a:off x="27644" y="59896"/>
        <a:ext cx="2350207" cy="510992"/>
      </dsp:txXfrm>
    </dsp:sp>
    <dsp:sp modelId="{03FFD517-A728-497C-958A-BDDD7FC6437E}">
      <dsp:nvSpPr>
        <dsp:cNvPr id="0" name=""/>
        <dsp:cNvSpPr/>
      </dsp:nvSpPr>
      <dsp:spPr>
        <a:xfrm>
          <a:off x="0" y="661892"/>
          <a:ext cx="2405495" cy="56628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FTP</a:t>
          </a:r>
        </a:p>
      </dsp:txBody>
      <dsp:txXfrm>
        <a:off x="27644" y="689536"/>
        <a:ext cx="2350207" cy="510992"/>
      </dsp:txXfrm>
    </dsp:sp>
    <dsp:sp modelId="{984EC784-6C9A-4D82-A86B-C7A9F4218B83}">
      <dsp:nvSpPr>
        <dsp:cNvPr id="0" name=""/>
        <dsp:cNvSpPr/>
      </dsp:nvSpPr>
      <dsp:spPr>
        <a:xfrm>
          <a:off x="0" y="1291532"/>
          <a:ext cx="2405495" cy="56628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SMB</a:t>
          </a:r>
        </a:p>
      </dsp:txBody>
      <dsp:txXfrm>
        <a:off x="27644" y="1319176"/>
        <a:ext cx="2350207" cy="510992"/>
      </dsp:txXfrm>
    </dsp:sp>
    <dsp:sp modelId="{D317EB48-C86C-4177-B698-F85DA2666763}">
      <dsp:nvSpPr>
        <dsp:cNvPr id="0" name=""/>
        <dsp:cNvSpPr/>
      </dsp:nvSpPr>
      <dsp:spPr>
        <a:xfrm>
          <a:off x="0" y="1921172"/>
          <a:ext cx="2405495" cy="56628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NAS</a:t>
          </a:r>
        </a:p>
      </dsp:txBody>
      <dsp:txXfrm>
        <a:off x="27644" y="1948816"/>
        <a:ext cx="2350207" cy="510992"/>
      </dsp:txXfrm>
    </dsp:sp>
    <dsp:sp modelId="{5327F16A-B276-4CEC-8E3C-BE88DDE8A262}">
      <dsp:nvSpPr>
        <dsp:cNvPr id="0" name=""/>
        <dsp:cNvSpPr/>
      </dsp:nvSpPr>
      <dsp:spPr>
        <a:xfrm>
          <a:off x="0" y="2550812"/>
          <a:ext cx="2405495" cy="566280"/>
        </a:xfrm>
        <a:prstGeom prst="roundRect">
          <a:avLst/>
        </a:prstGeom>
        <a:solidFill>
          <a:srgbClr val="004F7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RDBMS</a:t>
          </a:r>
        </a:p>
      </dsp:txBody>
      <dsp:txXfrm>
        <a:off x="27644" y="2578456"/>
        <a:ext cx="2350207" cy="51099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560434-A1A2-8042-9493-0174C0B8E5D0}">
      <dsp:nvSpPr>
        <dsp:cNvPr id="0" name=""/>
        <dsp:cNvSpPr/>
      </dsp:nvSpPr>
      <dsp:spPr>
        <a:xfrm>
          <a:off x="2965" y="4513"/>
          <a:ext cx="1782979" cy="604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Purpose</a:t>
          </a:r>
        </a:p>
      </dsp:txBody>
      <dsp:txXfrm>
        <a:off x="2965" y="4513"/>
        <a:ext cx="1782979" cy="604800"/>
      </dsp:txXfrm>
    </dsp:sp>
    <dsp:sp modelId="{2BC163A5-9B5F-1749-B6DA-42947ECAD720}">
      <dsp:nvSpPr>
        <dsp:cNvPr id="0" name=""/>
        <dsp:cNvSpPr/>
      </dsp:nvSpPr>
      <dsp:spPr>
        <a:xfrm>
          <a:off x="2965" y="609313"/>
          <a:ext cx="1782979" cy="1475351"/>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solidFill>
                <a:srgbClr val="20282F"/>
              </a:solidFill>
            </a:rPr>
            <a:t>Used to send emails from one server to another</a:t>
          </a:r>
        </a:p>
      </dsp:txBody>
      <dsp:txXfrm>
        <a:off x="2965" y="609313"/>
        <a:ext cx="1782979" cy="1475351"/>
      </dsp:txXfrm>
    </dsp:sp>
    <dsp:sp modelId="{8F3E5DEA-4C48-CB4D-9082-D2AF6BDB9F89}">
      <dsp:nvSpPr>
        <dsp:cNvPr id="0" name=""/>
        <dsp:cNvSpPr/>
      </dsp:nvSpPr>
      <dsp:spPr>
        <a:xfrm>
          <a:off x="2035561" y="4513"/>
          <a:ext cx="1782979" cy="604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Process</a:t>
          </a:r>
        </a:p>
      </dsp:txBody>
      <dsp:txXfrm>
        <a:off x="2035561" y="4513"/>
        <a:ext cx="1782979" cy="604800"/>
      </dsp:txXfrm>
    </dsp:sp>
    <dsp:sp modelId="{002954FE-B7EE-7A42-8EB7-80FA92834298}">
      <dsp:nvSpPr>
        <dsp:cNvPr id="0" name=""/>
        <dsp:cNvSpPr/>
      </dsp:nvSpPr>
      <dsp:spPr>
        <a:xfrm>
          <a:off x="2035561" y="609313"/>
          <a:ext cx="1782979" cy="1475351"/>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solidFill>
                <a:srgbClr val="20282F"/>
              </a:solidFill>
            </a:rPr>
            <a:t>Routes emails from sender’s email client to recipient’s email server</a:t>
          </a:r>
        </a:p>
      </dsp:txBody>
      <dsp:txXfrm>
        <a:off x="2035561" y="609313"/>
        <a:ext cx="1782979" cy="1475351"/>
      </dsp:txXfrm>
    </dsp:sp>
    <dsp:sp modelId="{B2FD48BB-4230-0341-977E-5705D5D13B27}">
      <dsp:nvSpPr>
        <dsp:cNvPr id="0" name=""/>
        <dsp:cNvSpPr/>
      </dsp:nvSpPr>
      <dsp:spPr>
        <a:xfrm>
          <a:off x="4068158" y="4513"/>
          <a:ext cx="1782979" cy="604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Security </a:t>
          </a:r>
        </a:p>
      </dsp:txBody>
      <dsp:txXfrm>
        <a:off x="4068158" y="4513"/>
        <a:ext cx="1782979" cy="604800"/>
      </dsp:txXfrm>
    </dsp:sp>
    <dsp:sp modelId="{58D59561-4E00-AB42-A038-3136DAC789AE}">
      <dsp:nvSpPr>
        <dsp:cNvPr id="0" name=""/>
        <dsp:cNvSpPr/>
      </dsp:nvSpPr>
      <dsp:spPr>
        <a:xfrm>
          <a:off x="4068158" y="609313"/>
          <a:ext cx="1782979" cy="1475351"/>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solidFill>
                <a:srgbClr val="20282F"/>
              </a:solidFill>
            </a:rPr>
            <a:t>Combinable with TLS to encrypt emails during transmission</a:t>
          </a:r>
        </a:p>
      </dsp:txBody>
      <dsp:txXfrm>
        <a:off x="4068158" y="609313"/>
        <a:ext cx="1782979" cy="1475351"/>
      </dsp:txXfrm>
    </dsp:sp>
    <dsp:sp modelId="{10626C9A-5FE6-244C-86C7-7EFDE8401A44}">
      <dsp:nvSpPr>
        <dsp:cNvPr id="0" name=""/>
        <dsp:cNvSpPr/>
      </dsp:nvSpPr>
      <dsp:spPr>
        <a:xfrm>
          <a:off x="6100755" y="4513"/>
          <a:ext cx="1782979" cy="6048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Ports</a:t>
          </a:r>
        </a:p>
      </dsp:txBody>
      <dsp:txXfrm>
        <a:off x="6100755" y="4513"/>
        <a:ext cx="1782979" cy="604800"/>
      </dsp:txXfrm>
    </dsp:sp>
    <dsp:sp modelId="{09449661-3902-C14D-93FE-0746E6D15093}">
      <dsp:nvSpPr>
        <dsp:cNvPr id="0" name=""/>
        <dsp:cNvSpPr/>
      </dsp:nvSpPr>
      <dsp:spPr>
        <a:xfrm>
          <a:off x="6100755" y="609313"/>
          <a:ext cx="1782979" cy="1475351"/>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a:solidFill>
                <a:srgbClr val="20282F"/>
              </a:solidFill>
            </a:rPr>
            <a:t>Port 25, port 465 with implicit TLS, port 587 with explicit TLS</a:t>
          </a:r>
        </a:p>
      </dsp:txBody>
      <dsp:txXfrm>
        <a:off x="6100755" y="609313"/>
        <a:ext cx="1782979" cy="1475351"/>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061A5E-0513-AB47-AE03-9DA7719BD1A8}">
      <dsp:nvSpPr>
        <dsp:cNvPr id="0" name=""/>
        <dsp:cNvSpPr/>
      </dsp:nvSpPr>
      <dsp:spPr>
        <a:xfrm>
          <a:off x="38" y="346"/>
          <a:ext cx="3691650" cy="576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Purpose</a:t>
          </a:r>
        </a:p>
      </dsp:txBody>
      <dsp:txXfrm>
        <a:off x="38" y="346"/>
        <a:ext cx="3691650" cy="576000"/>
      </dsp:txXfrm>
    </dsp:sp>
    <dsp:sp modelId="{342485B7-8360-6F43-9DFB-6F5A18A78628}">
      <dsp:nvSpPr>
        <dsp:cNvPr id="0" name=""/>
        <dsp:cNvSpPr/>
      </dsp:nvSpPr>
      <dsp:spPr>
        <a:xfrm>
          <a:off x="38" y="576346"/>
          <a:ext cx="3691650" cy="1262699"/>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Access and manage email remotely</a:t>
          </a:r>
        </a:p>
        <a:p>
          <a:pPr marL="114300" lvl="1" indent="-114300" algn="l" defTabSz="666750">
            <a:lnSpc>
              <a:spcPct val="90000"/>
            </a:lnSpc>
            <a:spcBef>
              <a:spcPct val="0"/>
            </a:spcBef>
            <a:spcAft>
              <a:spcPct val="15000"/>
            </a:spcAft>
            <a:buChar char="•"/>
          </a:pPr>
          <a:r>
            <a:rPr lang="en-US" sz="1500" kern="1200" dirty="0">
              <a:solidFill>
                <a:srgbClr val="20282F"/>
              </a:solidFill>
            </a:rPr>
            <a:t>Stores emails on server</a:t>
          </a:r>
        </a:p>
      </dsp:txBody>
      <dsp:txXfrm>
        <a:off x="38" y="576346"/>
        <a:ext cx="3691650" cy="1262699"/>
      </dsp:txXfrm>
    </dsp:sp>
    <dsp:sp modelId="{D507A39D-5D1F-F447-ACC6-3BEF6BE9451A}">
      <dsp:nvSpPr>
        <dsp:cNvPr id="0" name=""/>
        <dsp:cNvSpPr/>
      </dsp:nvSpPr>
      <dsp:spPr>
        <a:xfrm>
          <a:off x="4208520" y="346"/>
          <a:ext cx="3691650" cy="576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Function </a:t>
          </a:r>
        </a:p>
      </dsp:txBody>
      <dsp:txXfrm>
        <a:off x="4208520" y="346"/>
        <a:ext cx="3691650" cy="576000"/>
      </dsp:txXfrm>
    </dsp:sp>
    <dsp:sp modelId="{B281C9D6-8D8D-A949-A01D-1B1F481A6207}">
      <dsp:nvSpPr>
        <dsp:cNvPr id="0" name=""/>
        <dsp:cNvSpPr/>
      </dsp:nvSpPr>
      <dsp:spPr>
        <a:xfrm>
          <a:off x="4208520" y="576346"/>
          <a:ext cx="3691650" cy="1262699"/>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Connecting to the mail server </a:t>
          </a:r>
        </a:p>
        <a:p>
          <a:pPr marL="114300" lvl="1" indent="-114300" algn="l" defTabSz="666750">
            <a:lnSpc>
              <a:spcPct val="90000"/>
            </a:lnSpc>
            <a:spcBef>
              <a:spcPct val="0"/>
            </a:spcBef>
            <a:spcAft>
              <a:spcPct val="15000"/>
            </a:spcAft>
            <a:buChar char="•"/>
          </a:pPr>
          <a:r>
            <a:rPr lang="en-US" sz="1500" kern="1200" dirty="0">
              <a:solidFill>
                <a:srgbClr val="20282F"/>
              </a:solidFill>
            </a:rPr>
            <a:t>Synchronization</a:t>
          </a:r>
        </a:p>
        <a:p>
          <a:pPr marL="114300" lvl="1" indent="-114300" algn="l" defTabSz="666750">
            <a:lnSpc>
              <a:spcPct val="90000"/>
            </a:lnSpc>
            <a:spcBef>
              <a:spcPct val="0"/>
            </a:spcBef>
            <a:spcAft>
              <a:spcPct val="15000"/>
            </a:spcAft>
            <a:buChar char="•"/>
          </a:pPr>
          <a:r>
            <a:rPr lang="en-US" sz="1500" kern="1200" dirty="0">
              <a:solidFill>
                <a:srgbClr val="20282F"/>
              </a:solidFill>
            </a:rPr>
            <a:t>Reading emails </a:t>
          </a:r>
        </a:p>
        <a:p>
          <a:pPr marL="114300" lvl="1" indent="-114300" algn="l" defTabSz="666750">
            <a:lnSpc>
              <a:spcPct val="90000"/>
            </a:lnSpc>
            <a:spcBef>
              <a:spcPct val="0"/>
            </a:spcBef>
            <a:spcAft>
              <a:spcPct val="15000"/>
            </a:spcAft>
            <a:buChar char="•"/>
          </a:pPr>
          <a:r>
            <a:rPr lang="en-US" sz="1500" kern="1200" dirty="0">
              <a:solidFill>
                <a:srgbClr val="20282F"/>
              </a:solidFill>
            </a:rPr>
            <a:t>Managing emails </a:t>
          </a:r>
        </a:p>
      </dsp:txBody>
      <dsp:txXfrm>
        <a:off x="4208520" y="576346"/>
        <a:ext cx="3691650" cy="1262699"/>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BC6216-8B05-1346-BA3C-0876C90291BD}">
      <dsp:nvSpPr>
        <dsp:cNvPr id="0" name=""/>
        <dsp:cNvSpPr/>
      </dsp:nvSpPr>
      <dsp:spPr>
        <a:xfrm>
          <a:off x="6313" y="0"/>
          <a:ext cx="2400632" cy="3194773"/>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ts val="600"/>
            </a:spcBef>
            <a:spcAft>
              <a:spcPts val="600"/>
            </a:spcAft>
            <a:buNone/>
          </a:pPr>
          <a:r>
            <a:rPr lang="en-US" sz="1800" kern="1200" dirty="0"/>
            <a:t>VOIP</a:t>
          </a:r>
        </a:p>
      </dsp:txBody>
      <dsp:txXfrm>
        <a:off x="6313" y="0"/>
        <a:ext cx="2400632" cy="3194773"/>
      </dsp:txXfrm>
    </dsp:sp>
    <dsp:sp modelId="{C265C1A0-DE45-F74A-864C-883D8DDAF276}">
      <dsp:nvSpPr>
        <dsp:cNvPr id="0" name=""/>
        <dsp:cNvSpPr/>
      </dsp:nvSpPr>
      <dsp:spPr>
        <a:xfrm>
          <a:off x="6313" y="3194773"/>
          <a:ext cx="2400632" cy="0"/>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ts val="600"/>
            </a:spcBef>
            <a:spcAft>
              <a:spcPts val="600"/>
            </a:spcAft>
            <a:buChar char="•"/>
          </a:pPr>
          <a:r>
            <a:rPr lang="en-US" sz="1600" kern="1200" dirty="0">
              <a:solidFill>
                <a:srgbClr val="20282F"/>
              </a:solidFill>
            </a:rPr>
            <a:t>Transmits voice calls over IP networks</a:t>
          </a:r>
        </a:p>
        <a:p>
          <a:pPr marL="171450" lvl="1" indent="-171450" algn="l" defTabSz="711200">
            <a:lnSpc>
              <a:spcPct val="90000"/>
            </a:lnSpc>
            <a:spcBef>
              <a:spcPts val="600"/>
            </a:spcBef>
            <a:spcAft>
              <a:spcPts val="600"/>
            </a:spcAft>
            <a:buChar char="•"/>
          </a:pPr>
          <a:r>
            <a:rPr lang="en-US" sz="1600" kern="1200" dirty="0">
              <a:solidFill>
                <a:srgbClr val="20282F"/>
              </a:solidFill>
            </a:rPr>
            <a:t>Supports voice, video, and multimedia sessions</a:t>
          </a:r>
        </a:p>
        <a:p>
          <a:pPr marL="171450" lvl="1" indent="-171450" algn="l" defTabSz="711200">
            <a:lnSpc>
              <a:spcPct val="90000"/>
            </a:lnSpc>
            <a:spcBef>
              <a:spcPts val="600"/>
            </a:spcBef>
            <a:spcAft>
              <a:spcPts val="600"/>
            </a:spcAft>
            <a:buChar char="•"/>
          </a:pPr>
          <a:r>
            <a:rPr lang="en-US" sz="1600" kern="1200" dirty="0">
              <a:solidFill>
                <a:srgbClr val="20282F"/>
              </a:solidFill>
            </a:rPr>
            <a:t>Supports various devices</a:t>
          </a:r>
        </a:p>
      </dsp:txBody>
      <dsp:txXfrm>
        <a:off x="6313" y="3194773"/>
        <a:ext cx="2400632" cy="1"/>
      </dsp:txXfrm>
    </dsp:sp>
    <dsp:sp modelId="{178E6FCD-F8EC-C14E-AD97-67942742F187}">
      <dsp:nvSpPr>
        <dsp:cNvPr id="0" name=""/>
        <dsp:cNvSpPr/>
      </dsp:nvSpPr>
      <dsp:spPr>
        <a:xfrm>
          <a:off x="2743033" y="0"/>
          <a:ext cx="2400632" cy="3194773"/>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ts val="600"/>
            </a:spcBef>
            <a:spcAft>
              <a:spcPts val="600"/>
            </a:spcAft>
            <a:buNone/>
          </a:pPr>
          <a:r>
            <a:rPr lang="en-US" sz="1800" kern="1200" dirty="0"/>
            <a:t>PBX</a:t>
          </a:r>
        </a:p>
      </dsp:txBody>
      <dsp:txXfrm>
        <a:off x="2743033" y="0"/>
        <a:ext cx="2400632" cy="3194773"/>
      </dsp:txXfrm>
    </dsp:sp>
    <dsp:sp modelId="{98D15C40-89A3-0446-B80C-DD8D10D3BB28}">
      <dsp:nvSpPr>
        <dsp:cNvPr id="0" name=""/>
        <dsp:cNvSpPr/>
      </dsp:nvSpPr>
      <dsp:spPr>
        <a:xfrm>
          <a:off x="2743033" y="3194773"/>
          <a:ext cx="2400632" cy="0"/>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ts val="600"/>
            </a:spcBef>
            <a:spcAft>
              <a:spcPts val="600"/>
            </a:spcAft>
            <a:buChar char="•"/>
          </a:pPr>
          <a:r>
            <a:rPr lang="en-US" sz="1600" kern="1200" dirty="0">
              <a:solidFill>
                <a:srgbClr val="20282F"/>
              </a:solidFill>
            </a:rPr>
            <a:t>Private Branch Exchange</a:t>
          </a:r>
        </a:p>
        <a:p>
          <a:pPr marL="171450" lvl="1" indent="-171450" algn="l" defTabSz="711200">
            <a:lnSpc>
              <a:spcPct val="90000"/>
            </a:lnSpc>
            <a:spcBef>
              <a:spcPts val="600"/>
            </a:spcBef>
            <a:spcAft>
              <a:spcPts val="600"/>
            </a:spcAft>
            <a:buChar char="•"/>
          </a:pPr>
          <a:r>
            <a:rPr lang="en-US" sz="1600" kern="1200" dirty="0">
              <a:solidFill>
                <a:srgbClr val="20282F"/>
              </a:solidFill>
            </a:rPr>
            <a:t>Connects internal phone lines within an organization</a:t>
          </a:r>
        </a:p>
        <a:p>
          <a:pPr marL="171450" lvl="1" indent="-171450" algn="l" defTabSz="711200">
            <a:lnSpc>
              <a:spcPct val="90000"/>
            </a:lnSpc>
            <a:spcBef>
              <a:spcPts val="600"/>
            </a:spcBef>
            <a:spcAft>
              <a:spcPts val="600"/>
            </a:spcAft>
            <a:buChar char="•"/>
          </a:pPr>
          <a:r>
            <a:rPr lang="en-US" sz="1600" kern="1200" dirty="0">
              <a:solidFill>
                <a:srgbClr val="20282F"/>
              </a:solidFill>
            </a:rPr>
            <a:t>Manages incoming/ outgoing calls, voicemail, and call forwarding</a:t>
          </a:r>
        </a:p>
      </dsp:txBody>
      <dsp:txXfrm>
        <a:off x="2743033" y="3194773"/>
        <a:ext cx="2400632" cy="1"/>
      </dsp:txXfrm>
    </dsp:sp>
    <dsp:sp modelId="{04A4BF8B-34F5-0340-8589-1D18CC62EE45}">
      <dsp:nvSpPr>
        <dsp:cNvPr id="0" name=""/>
        <dsp:cNvSpPr/>
      </dsp:nvSpPr>
      <dsp:spPr>
        <a:xfrm>
          <a:off x="5479754" y="0"/>
          <a:ext cx="2400632" cy="3194773"/>
        </a:xfrm>
        <a:prstGeom prst="rect">
          <a:avLst/>
        </a:prstGeom>
        <a:solidFill>
          <a:srgbClr val="004F7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ts val="600"/>
            </a:spcBef>
            <a:spcAft>
              <a:spcPts val="600"/>
            </a:spcAft>
            <a:buNone/>
          </a:pPr>
          <a:r>
            <a:rPr lang="en-US" sz="1800" kern="1200" dirty="0"/>
            <a:t>VoIP-Enabled PBX</a:t>
          </a:r>
        </a:p>
      </dsp:txBody>
      <dsp:txXfrm>
        <a:off x="5479754" y="0"/>
        <a:ext cx="2400632" cy="3194773"/>
      </dsp:txXfrm>
    </dsp:sp>
    <dsp:sp modelId="{C6891075-97B3-634D-BF5D-DC90E06ABF1F}">
      <dsp:nvSpPr>
        <dsp:cNvPr id="0" name=""/>
        <dsp:cNvSpPr/>
      </dsp:nvSpPr>
      <dsp:spPr>
        <a:xfrm>
          <a:off x="5479754" y="3194773"/>
          <a:ext cx="2400632" cy="0"/>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ts val="600"/>
            </a:spcBef>
            <a:spcAft>
              <a:spcPts val="600"/>
            </a:spcAft>
            <a:buChar char="•"/>
          </a:pPr>
          <a:r>
            <a:rPr lang="en-US" sz="1600" kern="1200" dirty="0">
              <a:solidFill>
                <a:srgbClr val="20282F"/>
              </a:solidFill>
            </a:rPr>
            <a:t>Combines PBX functions with VoIP</a:t>
          </a:r>
        </a:p>
        <a:p>
          <a:pPr marL="171450" lvl="1" indent="-171450" algn="l" defTabSz="711200">
            <a:lnSpc>
              <a:spcPct val="90000"/>
            </a:lnSpc>
            <a:spcBef>
              <a:spcPts val="600"/>
            </a:spcBef>
            <a:spcAft>
              <a:spcPts val="600"/>
            </a:spcAft>
            <a:buChar char="•"/>
          </a:pPr>
          <a:r>
            <a:rPr lang="en-US" sz="1600" kern="1200" dirty="0">
              <a:solidFill>
                <a:srgbClr val="20282F"/>
              </a:solidFill>
            </a:rPr>
            <a:t>Operates over LAN or WAN</a:t>
          </a:r>
        </a:p>
        <a:p>
          <a:pPr marL="171450" lvl="1" indent="-171450" algn="l" defTabSz="711200">
            <a:lnSpc>
              <a:spcPct val="90000"/>
            </a:lnSpc>
            <a:spcBef>
              <a:spcPts val="600"/>
            </a:spcBef>
            <a:spcAft>
              <a:spcPts val="600"/>
            </a:spcAft>
            <a:buChar char="•"/>
          </a:pPr>
          <a:r>
            <a:rPr lang="en-US" sz="1600" kern="1200" dirty="0">
              <a:solidFill>
                <a:srgbClr val="20282F"/>
              </a:solidFill>
            </a:rPr>
            <a:t>Reduces reliance on physical infrastructure</a:t>
          </a:r>
        </a:p>
      </dsp:txBody>
      <dsp:txXfrm>
        <a:off x="5479754" y="3194773"/>
        <a:ext cx="2400632" cy="1"/>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914F13-8EB2-8240-9E0E-CB66F269BA85}">
      <dsp:nvSpPr>
        <dsp:cNvPr id="0" name=""/>
        <dsp:cNvSpPr/>
      </dsp:nvSpPr>
      <dsp:spPr>
        <a:xfrm>
          <a:off x="2464" y="124232"/>
          <a:ext cx="2402978" cy="59500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dirty="0"/>
            <a:t>Real-Time Protocol</a:t>
          </a:r>
        </a:p>
      </dsp:txBody>
      <dsp:txXfrm>
        <a:off x="2464" y="124232"/>
        <a:ext cx="2402978" cy="595009"/>
      </dsp:txXfrm>
    </dsp:sp>
    <dsp:sp modelId="{4AFC6435-183B-414E-8B23-9D5D059ECDA7}">
      <dsp:nvSpPr>
        <dsp:cNvPr id="0" name=""/>
        <dsp:cNvSpPr/>
      </dsp:nvSpPr>
      <dsp:spPr>
        <a:xfrm>
          <a:off x="2464" y="719242"/>
          <a:ext cx="2402978" cy="2482337"/>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US" sz="1400" kern="1200" dirty="0">
              <a:solidFill>
                <a:srgbClr val="20282F"/>
              </a:solidFill>
            </a:rPr>
            <a:t>Transports audio/video over the Internet in real time</a:t>
          </a:r>
        </a:p>
        <a:p>
          <a:pPr marL="114300" lvl="1" indent="-114300" algn="l" defTabSz="622300">
            <a:lnSpc>
              <a:spcPct val="90000"/>
            </a:lnSpc>
            <a:spcBef>
              <a:spcPct val="0"/>
            </a:spcBef>
            <a:spcAft>
              <a:spcPct val="15000"/>
            </a:spcAft>
            <a:buChar char="•"/>
          </a:pPr>
          <a:r>
            <a:rPr lang="en-US" sz="1400" kern="1200" dirty="0">
              <a:solidFill>
                <a:srgbClr val="20282F"/>
              </a:solidFill>
            </a:rPr>
            <a:t>Uses even numbered UDP ports for streaming media</a:t>
          </a:r>
        </a:p>
        <a:p>
          <a:pPr marL="114300" lvl="1" indent="-114300" algn="l" defTabSz="622300">
            <a:lnSpc>
              <a:spcPct val="90000"/>
            </a:lnSpc>
            <a:spcBef>
              <a:spcPct val="0"/>
            </a:spcBef>
            <a:spcAft>
              <a:spcPct val="15000"/>
            </a:spcAft>
            <a:buChar char="•"/>
          </a:pPr>
          <a:r>
            <a:rPr lang="en-US" sz="1400" kern="1200" dirty="0">
              <a:solidFill>
                <a:srgbClr val="20282F"/>
              </a:solidFill>
            </a:rPr>
            <a:t>Focuses on the delivery of data </a:t>
          </a:r>
        </a:p>
      </dsp:txBody>
      <dsp:txXfrm>
        <a:off x="2464" y="719242"/>
        <a:ext cx="2402978" cy="2482337"/>
      </dsp:txXfrm>
    </dsp:sp>
    <dsp:sp modelId="{665BC521-92CE-2E4F-9198-1212AFA1E257}">
      <dsp:nvSpPr>
        <dsp:cNvPr id="0" name=""/>
        <dsp:cNvSpPr/>
      </dsp:nvSpPr>
      <dsp:spPr>
        <a:xfrm>
          <a:off x="2741860" y="124232"/>
          <a:ext cx="2402978" cy="59500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dirty="0"/>
            <a:t>Real-Time Transport Control Protocol (TRCP)</a:t>
          </a:r>
        </a:p>
      </dsp:txBody>
      <dsp:txXfrm>
        <a:off x="2741860" y="124232"/>
        <a:ext cx="2402978" cy="595009"/>
      </dsp:txXfrm>
    </dsp:sp>
    <dsp:sp modelId="{ABB9E47D-35C5-394C-A475-1C943D89710C}">
      <dsp:nvSpPr>
        <dsp:cNvPr id="0" name=""/>
        <dsp:cNvSpPr/>
      </dsp:nvSpPr>
      <dsp:spPr>
        <a:xfrm>
          <a:off x="2741860" y="719242"/>
          <a:ext cx="2402978" cy="2482337"/>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US" sz="1400" kern="1200" dirty="0">
              <a:solidFill>
                <a:srgbClr val="20282F"/>
              </a:solidFill>
            </a:rPr>
            <a:t>Provides out-of-band statistics and control information for an RTP session</a:t>
          </a:r>
        </a:p>
        <a:p>
          <a:pPr marL="114300" lvl="1" indent="-114300" algn="l" defTabSz="622300">
            <a:lnSpc>
              <a:spcPct val="90000"/>
            </a:lnSpc>
            <a:spcBef>
              <a:spcPct val="0"/>
            </a:spcBef>
            <a:spcAft>
              <a:spcPct val="15000"/>
            </a:spcAft>
            <a:buChar char="•"/>
          </a:pPr>
          <a:r>
            <a:rPr lang="en-US" sz="1400" kern="1200" dirty="0">
              <a:solidFill>
                <a:srgbClr val="20282F"/>
              </a:solidFill>
            </a:rPr>
            <a:t>Uses the next higher odd-numbered port from RTP port </a:t>
          </a:r>
        </a:p>
        <a:p>
          <a:pPr marL="114300" lvl="1" indent="-114300" algn="l" defTabSz="622300">
            <a:lnSpc>
              <a:spcPct val="90000"/>
            </a:lnSpc>
            <a:spcBef>
              <a:spcPct val="0"/>
            </a:spcBef>
            <a:spcAft>
              <a:spcPct val="15000"/>
            </a:spcAft>
            <a:buChar char="•"/>
          </a:pPr>
          <a:r>
            <a:rPr lang="en-US" sz="1400" kern="1200" dirty="0">
              <a:solidFill>
                <a:srgbClr val="20282F"/>
              </a:solidFill>
            </a:rPr>
            <a:t>Offers feedback on packet delivery, loss, and jitter</a:t>
          </a:r>
        </a:p>
      </dsp:txBody>
      <dsp:txXfrm>
        <a:off x="2741860" y="719242"/>
        <a:ext cx="2402978" cy="2482337"/>
      </dsp:txXfrm>
    </dsp:sp>
    <dsp:sp modelId="{DA23E1B1-C405-6648-8563-EDAC75FAA685}">
      <dsp:nvSpPr>
        <dsp:cNvPr id="0" name=""/>
        <dsp:cNvSpPr/>
      </dsp:nvSpPr>
      <dsp:spPr>
        <a:xfrm>
          <a:off x="5481256" y="124232"/>
          <a:ext cx="2402978" cy="595009"/>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dirty="0"/>
            <a:t>Session Initiation </a:t>
          </a:r>
          <a:br>
            <a:rPr lang="en-US" sz="1500" kern="1200" dirty="0"/>
          </a:br>
          <a:r>
            <a:rPr lang="en-US" sz="1500" kern="1200" dirty="0"/>
            <a:t>Protocol (SIP)</a:t>
          </a:r>
        </a:p>
      </dsp:txBody>
      <dsp:txXfrm>
        <a:off x="5481256" y="124232"/>
        <a:ext cx="2402978" cy="595009"/>
      </dsp:txXfrm>
    </dsp:sp>
    <dsp:sp modelId="{2410AB2D-6645-AE4D-9C6A-1C3B9842A269}">
      <dsp:nvSpPr>
        <dsp:cNvPr id="0" name=""/>
        <dsp:cNvSpPr/>
      </dsp:nvSpPr>
      <dsp:spPr>
        <a:xfrm>
          <a:off x="5481256" y="719242"/>
          <a:ext cx="2402978" cy="2482337"/>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4676" tIns="74676" rIns="99568" bIns="112014" numCol="1" spcCol="1270" anchor="t" anchorCtr="0">
          <a:noAutofit/>
        </a:bodyPr>
        <a:lstStyle/>
        <a:p>
          <a:pPr marL="114300" lvl="1" indent="-114300" algn="l" defTabSz="622300">
            <a:lnSpc>
              <a:spcPct val="90000"/>
            </a:lnSpc>
            <a:spcBef>
              <a:spcPct val="0"/>
            </a:spcBef>
            <a:spcAft>
              <a:spcPct val="15000"/>
            </a:spcAft>
            <a:buChar char="•"/>
          </a:pPr>
          <a:r>
            <a:rPr lang="en-US" sz="1400" kern="1200" dirty="0">
              <a:solidFill>
                <a:srgbClr val="20282F"/>
              </a:solidFill>
            </a:rPr>
            <a:t>Initiates, maintains, and terminates real-time communication sessions</a:t>
          </a:r>
        </a:p>
        <a:p>
          <a:pPr marL="114300" lvl="1" indent="-114300" algn="l" defTabSz="622300">
            <a:lnSpc>
              <a:spcPct val="90000"/>
            </a:lnSpc>
            <a:spcBef>
              <a:spcPct val="0"/>
            </a:spcBef>
            <a:spcAft>
              <a:spcPct val="15000"/>
            </a:spcAft>
            <a:buChar char="•"/>
          </a:pPr>
          <a:r>
            <a:rPr lang="en-US" sz="1400" kern="1200" dirty="0">
              <a:solidFill>
                <a:srgbClr val="20282F"/>
              </a:solidFill>
            </a:rPr>
            <a:t>Uses TCP/UDP ports 5060 (non-encrypted) and 5061 (TLS-encrypted)</a:t>
          </a:r>
        </a:p>
        <a:p>
          <a:pPr marL="114300" lvl="1" indent="-114300" algn="l" defTabSz="622300">
            <a:lnSpc>
              <a:spcPct val="90000"/>
            </a:lnSpc>
            <a:spcBef>
              <a:spcPct val="0"/>
            </a:spcBef>
            <a:spcAft>
              <a:spcPct val="15000"/>
            </a:spcAft>
            <a:buChar char="•"/>
          </a:pPr>
          <a:r>
            <a:rPr lang="en-US" sz="1400" kern="1200" dirty="0">
              <a:solidFill>
                <a:srgbClr val="20282F"/>
              </a:solidFill>
            </a:rPr>
            <a:t>Manages call setup and teardown, user location, and messaging.</a:t>
          </a:r>
        </a:p>
      </dsp:txBody>
      <dsp:txXfrm>
        <a:off x="5481256" y="719242"/>
        <a:ext cx="2402978" cy="2482337"/>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108AEB-108E-0E44-8BCC-01E6A6ACECDE}">
      <dsp:nvSpPr>
        <dsp:cNvPr id="0" name=""/>
        <dsp:cNvSpPr/>
      </dsp:nvSpPr>
      <dsp:spPr>
        <a:xfrm>
          <a:off x="2965" y="4084"/>
          <a:ext cx="1782979" cy="71319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44525">
            <a:lnSpc>
              <a:spcPct val="90000"/>
            </a:lnSpc>
            <a:spcBef>
              <a:spcPct val="0"/>
            </a:spcBef>
            <a:spcAft>
              <a:spcPct val="35000"/>
            </a:spcAft>
            <a:buNone/>
          </a:pPr>
          <a:r>
            <a:rPr lang="en-US" sz="1450" kern="1200" dirty="0"/>
            <a:t>Disaster Recovery Plan (BRP)</a:t>
          </a:r>
        </a:p>
      </dsp:txBody>
      <dsp:txXfrm>
        <a:off x="2965" y="4084"/>
        <a:ext cx="1782979" cy="713191"/>
      </dsp:txXfrm>
    </dsp:sp>
    <dsp:sp modelId="{4BE87653-AEA3-4E49-A6DB-667116FC2A7E}">
      <dsp:nvSpPr>
        <dsp:cNvPr id="0" name=""/>
        <dsp:cNvSpPr/>
      </dsp:nvSpPr>
      <dsp:spPr>
        <a:xfrm>
          <a:off x="2965" y="717275"/>
          <a:ext cx="1782979" cy="1630529"/>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44525">
            <a:lnSpc>
              <a:spcPct val="90000"/>
            </a:lnSpc>
            <a:spcBef>
              <a:spcPct val="0"/>
            </a:spcBef>
            <a:spcAft>
              <a:spcPct val="15000"/>
            </a:spcAft>
            <a:buChar char="•"/>
          </a:pPr>
          <a:r>
            <a:rPr lang="en-US" sz="1450" kern="1200" dirty="0">
              <a:solidFill>
                <a:srgbClr val="20282F"/>
              </a:solidFill>
            </a:rPr>
            <a:t>Guidelines and procedures</a:t>
          </a:r>
        </a:p>
        <a:p>
          <a:pPr marL="114300" lvl="1" indent="-114300" algn="l" defTabSz="644525">
            <a:lnSpc>
              <a:spcPct val="90000"/>
            </a:lnSpc>
            <a:spcBef>
              <a:spcPct val="0"/>
            </a:spcBef>
            <a:spcAft>
              <a:spcPct val="15000"/>
            </a:spcAft>
            <a:buChar char="•"/>
          </a:pPr>
          <a:r>
            <a:rPr lang="en-US" sz="1450" kern="1200" dirty="0">
              <a:solidFill>
                <a:srgbClr val="20282F"/>
              </a:solidFill>
            </a:rPr>
            <a:t>Preparation and prevention</a:t>
          </a:r>
        </a:p>
      </dsp:txBody>
      <dsp:txXfrm>
        <a:off x="2965" y="717275"/>
        <a:ext cx="1782979" cy="1630529"/>
      </dsp:txXfrm>
    </dsp:sp>
    <dsp:sp modelId="{47CF3B4E-C15B-C241-9056-95CF2C5C41C6}">
      <dsp:nvSpPr>
        <dsp:cNvPr id="0" name=""/>
        <dsp:cNvSpPr/>
      </dsp:nvSpPr>
      <dsp:spPr>
        <a:xfrm>
          <a:off x="2035561" y="4084"/>
          <a:ext cx="1782979" cy="71319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44525">
            <a:lnSpc>
              <a:spcPct val="90000"/>
            </a:lnSpc>
            <a:spcBef>
              <a:spcPct val="0"/>
            </a:spcBef>
            <a:spcAft>
              <a:spcPct val="35000"/>
            </a:spcAft>
            <a:buNone/>
          </a:pPr>
          <a:r>
            <a:rPr lang="en-US" sz="1450" kern="1200" dirty="0"/>
            <a:t>Tabletop Exercises </a:t>
          </a:r>
        </a:p>
      </dsp:txBody>
      <dsp:txXfrm>
        <a:off x="2035561" y="4084"/>
        <a:ext cx="1782979" cy="713191"/>
      </dsp:txXfrm>
    </dsp:sp>
    <dsp:sp modelId="{B7E5E6FC-336B-FD48-A565-AADECE511FC7}">
      <dsp:nvSpPr>
        <dsp:cNvPr id="0" name=""/>
        <dsp:cNvSpPr/>
      </dsp:nvSpPr>
      <dsp:spPr>
        <a:xfrm>
          <a:off x="2035561" y="717275"/>
          <a:ext cx="1782979" cy="1630529"/>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44525">
            <a:lnSpc>
              <a:spcPct val="90000"/>
            </a:lnSpc>
            <a:spcBef>
              <a:spcPct val="0"/>
            </a:spcBef>
            <a:spcAft>
              <a:spcPct val="15000"/>
            </a:spcAft>
            <a:buChar char="•"/>
          </a:pPr>
          <a:r>
            <a:rPr lang="en-US" sz="1450" kern="1200" dirty="0">
              <a:solidFill>
                <a:srgbClr val="20282F"/>
              </a:solidFill>
            </a:rPr>
            <a:t>Simulation </a:t>
          </a:r>
        </a:p>
        <a:p>
          <a:pPr marL="114300" lvl="1" indent="-114300" algn="l" defTabSz="644525">
            <a:lnSpc>
              <a:spcPct val="90000"/>
            </a:lnSpc>
            <a:spcBef>
              <a:spcPct val="0"/>
            </a:spcBef>
            <a:spcAft>
              <a:spcPct val="15000"/>
            </a:spcAft>
            <a:buChar char="•"/>
          </a:pPr>
          <a:r>
            <a:rPr lang="en-US" sz="1450" kern="1200" dirty="0">
              <a:solidFill>
                <a:srgbClr val="20282F"/>
              </a:solidFill>
            </a:rPr>
            <a:t>Constrictive learning</a:t>
          </a:r>
        </a:p>
      </dsp:txBody>
      <dsp:txXfrm>
        <a:off x="2035561" y="717275"/>
        <a:ext cx="1782979" cy="1630529"/>
      </dsp:txXfrm>
    </dsp:sp>
    <dsp:sp modelId="{E885E9D8-04A8-B346-98A3-84B06597F574}">
      <dsp:nvSpPr>
        <dsp:cNvPr id="0" name=""/>
        <dsp:cNvSpPr/>
      </dsp:nvSpPr>
      <dsp:spPr>
        <a:xfrm>
          <a:off x="4068158" y="4084"/>
          <a:ext cx="1782979" cy="71319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44525">
            <a:lnSpc>
              <a:spcPct val="90000"/>
            </a:lnSpc>
            <a:spcBef>
              <a:spcPct val="0"/>
            </a:spcBef>
            <a:spcAft>
              <a:spcPct val="35000"/>
            </a:spcAft>
            <a:buNone/>
          </a:pPr>
          <a:r>
            <a:rPr lang="en-US" sz="1450" kern="1200" dirty="0"/>
            <a:t>Validation Tests </a:t>
          </a:r>
        </a:p>
      </dsp:txBody>
      <dsp:txXfrm>
        <a:off x="4068158" y="4084"/>
        <a:ext cx="1782979" cy="713191"/>
      </dsp:txXfrm>
    </dsp:sp>
    <dsp:sp modelId="{9448655B-4DC9-B14E-9C30-E9D22ED2102E}">
      <dsp:nvSpPr>
        <dsp:cNvPr id="0" name=""/>
        <dsp:cNvSpPr/>
      </dsp:nvSpPr>
      <dsp:spPr>
        <a:xfrm>
          <a:off x="4068158" y="717275"/>
          <a:ext cx="1782979" cy="1630529"/>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44525">
            <a:lnSpc>
              <a:spcPct val="90000"/>
            </a:lnSpc>
            <a:spcBef>
              <a:spcPct val="0"/>
            </a:spcBef>
            <a:spcAft>
              <a:spcPct val="15000"/>
            </a:spcAft>
            <a:buChar char="•"/>
          </a:pPr>
          <a:r>
            <a:rPr lang="en-US" sz="1450" kern="1200" dirty="0">
              <a:solidFill>
                <a:srgbClr val="20282F"/>
              </a:solidFill>
            </a:rPr>
            <a:t>Functional testing</a:t>
          </a:r>
        </a:p>
        <a:p>
          <a:pPr marL="114300" lvl="1" indent="-114300" algn="l" defTabSz="644525">
            <a:lnSpc>
              <a:spcPct val="90000"/>
            </a:lnSpc>
            <a:spcBef>
              <a:spcPct val="0"/>
            </a:spcBef>
            <a:spcAft>
              <a:spcPct val="15000"/>
            </a:spcAft>
            <a:buChar char="•"/>
          </a:pPr>
          <a:r>
            <a:rPr lang="en-US" sz="1450" kern="1200" dirty="0">
              <a:solidFill>
                <a:srgbClr val="20282F"/>
              </a:solidFill>
            </a:rPr>
            <a:t>Scenario testing</a:t>
          </a:r>
        </a:p>
        <a:p>
          <a:pPr marL="114300" lvl="1" indent="-114300" algn="l" defTabSz="644525">
            <a:lnSpc>
              <a:spcPct val="90000"/>
            </a:lnSpc>
            <a:spcBef>
              <a:spcPct val="0"/>
            </a:spcBef>
            <a:spcAft>
              <a:spcPct val="15000"/>
            </a:spcAft>
            <a:buChar char="•"/>
          </a:pPr>
          <a:r>
            <a:rPr lang="en-US" sz="1450" kern="1200" dirty="0">
              <a:solidFill>
                <a:srgbClr val="20282F"/>
              </a:solidFill>
            </a:rPr>
            <a:t>Full-scale testing</a:t>
          </a:r>
        </a:p>
      </dsp:txBody>
      <dsp:txXfrm>
        <a:off x="4068158" y="717275"/>
        <a:ext cx="1782979" cy="1630529"/>
      </dsp:txXfrm>
    </dsp:sp>
    <dsp:sp modelId="{AC075E74-E94D-934C-8D08-85EE39EA57B4}">
      <dsp:nvSpPr>
        <dsp:cNvPr id="0" name=""/>
        <dsp:cNvSpPr/>
      </dsp:nvSpPr>
      <dsp:spPr>
        <a:xfrm>
          <a:off x="6100755" y="4084"/>
          <a:ext cx="1782979" cy="713191"/>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44525">
            <a:lnSpc>
              <a:spcPct val="90000"/>
            </a:lnSpc>
            <a:spcBef>
              <a:spcPct val="0"/>
            </a:spcBef>
            <a:spcAft>
              <a:spcPct val="35000"/>
            </a:spcAft>
            <a:buNone/>
          </a:pPr>
          <a:r>
            <a:rPr lang="en-US" sz="1450" kern="1200" dirty="0"/>
            <a:t>Business Continuity Plan (BCP)</a:t>
          </a:r>
        </a:p>
      </dsp:txBody>
      <dsp:txXfrm>
        <a:off x="6100755" y="4084"/>
        <a:ext cx="1782979" cy="713191"/>
      </dsp:txXfrm>
    </dsp:sp>
    <dsp:sp modelId="{83FB8D87-5DE3-F64A-8C82-B377CF5511A7}">
      <dsp:nvSpPr>
        <dsp:cNvPr id="0" name=""/>
        <dsp:cNvSpPr/>
      </dsp:nvSpPr>
      <dsp:spPr>
        <a:xfrm>
          <a:off x="6100755" y="717275"/>
          <a:ext cx="1782979" cy="1630529"/>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44525">
            <a:lnSpc>
              <a:spcPct val="90000"/>
            </a:lnSpc>
            <a:spcBef>
              <a:spcPct val="0"/>
            </a:spcBef>
            <a:spcAft>
              <a:spcPct val="15000"/>
            </a:spcAft>
            <a:buChar char="•"/>
          </a:pPr>
          <a:r>
            <a:rPr lang="en-US" sz="1450" kern="1200" dirty="0">
              <a:solidFill>
                <a:srgbClr val="20282F"/>
              </a:solidFill>
            </a:rPr>
            <a:t>BCP team </a:t>
          </a:r>
        </a:p>
        <a:p>
          <a:pPr marL="114300" lvl="1" indent="-114300" algn="l" defTabSz="644525">
            <a:lnSpc>
              <a:spcPct val="90000"/>
            </a:lnSpc>
            <a:spcBef>
              <a:spcPct val="0"/>
            </a:spcBef>
            <a:spcAft>
              <a:spcPct val="15000"/>
            </a:spcAft>
            <a:buChar char="•"/>
          </a:pPr>
          <a:r>
            <a:rPr lang="en-US" sz="1450" kern="1200" dirty="0">
              <a:solidFill>
                <a:srgbClr val="20282F"/>
              </a:solidFill>
            </a:rPr>
            <a:t>Business impact analysis (BIA)</a:t>
          </a:r>
        </a:p>
        <a:p>
          <a:pPr marL="114300" lvl="1" indent="-114300" algn="l" defTabSz="644525">
            <a:lnSpc>
              <a:spcPct val="90000"/>
            </a:lnSpc>
            <a:spcBef>
              <a:spcPct val="0"/>
            </a:spcBef>
            <a:spcAft>
              <a:spcPct val="15000"/>
            </a:spcAft>
            <a:buChar char="•"/>
          </a:pPr>
          <a:r>
            <a:rPr lang="en-US" sz="1450" kern="1200" dirty="0">
              <a:solidFill>
                <a:srgbClr val="20282F"/>
              </a:solidFill>
            </a:rPr>
            <a:t>Crisis communication plan</a:t>
          </a:r>
        </a:p>
      </dsp:txBody>
      <dsp:txXfrm>
        <a:off x="6100755" y="717275"/>
        <a:ext cx="1782979" cy="1630529"/>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266A75-9311-EE4B-8520-86B89A1FC502}">
      <dsp:nvSpPr>
        <dsp:cNvPr id="0" name=""/>
        <dsp:cNvSpPr/>
      </dsp:nvSpPr>
      <dsp:spPr>
        <a:xfrm rot="5400000">
          <a:off x="5107349" y="-2202773"/>
          <a:ext cx="511213" cy="5047488"/>
        </a:xfrm>
        <a:prstGeom prst="round2Same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Ensures consistent system uptime</a:t>
          </a:r>
        </a:p>
      </dsp:txBody>
      <dsp:txXfrm rot="-5400000">
        <a:off x="2839212" y="90319"/>
        <a:ext cx="5022533" cy="461303"/>
      </dsp:txXfrm>
    </dsp:sp>
    <dsp:sp modelId="{17827F72-DD86-F746-81B0-9E47B0E3C6F4}">
      <dsp:nvSpPr>
        <dsp:cNvPr id="0" name=""/>
        <dsp:cNvSpPr/>
      </dsp:nvSpPr>
      <dsp:spPr>
        <a:xfrm>
          <a:off x="0" y="1461"/>
          <a:ext cx="2839212" cy="63901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kern="1200" dirty="0"/>
            <a:t>High availability (HA) </a:t>
          </a:r>
        </a:p>
      </dsp:txBody>
      <dsp:txXfrm>
        <a:off x="31194" y="32655"/>
        <a:ext cx="2776824" cy="576629"/>
      </dsp:txXfrm>
    </dsp:sp>
    <dsp:sp modelId="{0502ED8B-6167-0647-AA32-96A67775908E}">
      <dsp:nvSpPr>
        <dsp:cNvPr id="0" name=""/>
        <dsp:cNvSpPr/>
      </dsp:nvSpPr>
      <dsp:spPr>
        <a:xfrm rot="5400000">
          <a:off x="5107349" y="-1531805"/>
          <a:ext cx="511213" cy="5047488"/>
        </a:xfrm>
        <a:prstGeom prst="round2Same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Longest disruption without severe impact</a:t>
          </a:r>
        </a:p>
      </dsp:txBody>
      <dsp:txXfrm rot="-5400000">
        <a:off x="2839212" y="761287"/>
        <a:ext cx="5022533" cy="461303"/>
      </dsp:txXfrm>
    </dsp:sp>
    <dsp:sp modelId="{9EB27C69-704F-E14D-A9BD-FE8FED0E3168}">
      <dsp:nvSpPr>
        <dsp:cNvPr id="0" name=""/>
        <dsp:cNvSpPr/>
      </dsp:nvSpPr>
      <dsp:spPr>
        <a:xfrm>
          <a:off x="0" y="672429"/>
          <a:ext cx="2839212" cy="63901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kern="1200" dirty="0"/>
            <a:t>Maximum tolerable downtime (MTD)</a:t>
          </a:r>
        </a:p>
      </dsp:txBody>
      <dsp:txXfrm>
        <a:off x="31194" y="703623"/>
        <a:ext cx="2776824" cy="576629"/>
      </dsp:txXfrm>
    </dsp:sp>
    <dsp:sp modelId="{C824FC10-E653-C84A-BAE7-A0D02071621E}">
      <dsp:nvSpPr>
        <dsp:cNvPr id="0" name=""/>
        <dsp:cNvSpPr/>
      </dsp:nvSpPr>
      <dsp:spPr>
        <a:xfrm rot="5400000">
          <a:off x="5107349" y="-860837"/>
          <a:ext cx="511213" cy="5047488"/>
        </a:xfrm>
        <a:prstGeom prst="round2Same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Time to restore services after disruption</a:t>
          </a:r>
        </a:p>
      </dsp:txBody>
      <dsp:txXfrm rot="-5400000">
        <a:off x="2839212" y="1432255"/>
        <a:ext cx="5022533" cy="461303"/>
      </dsp:txXfrm>
    </dsp:sp>
    <dsp:sp modelId="{B5358386-A142-3B48-A657-6085027F80AD}">
      <dsp:nvSpPr>
        <dsp:cNvPr id="0" name=""/>
        <dsp:cNvSpPr/>
      </dsp:nvSpPr>
      <dsp:spPr>
        <a:xfrm>
          <a:off x="0" y="1343397"/>
          <a:ext cx="2839212" cy="63901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kern="1200" dirty="0"/>
            <a:t>Recovery time </a:t>
          </a:r>
          <a:br>
            <a:rPr lang="en-US" sz="1600" kern="1200" dirty="0"/>
          </a:br>
          <a:r>
            <a:rPr lang="en-US" sz="1600" kern="1200" dirty="0"/>
            <a:t>objective (RTO)</a:t>
          </a:r>
        </a:p>
      </dsp:txBody>
      <dsp:txXfrm>
        <a:off x="31194" y="1374591"/>
        <a:ext cx="2776824" cy="576629"/>
      </dsp:txXfrm>
    </dsp:sp>
    <dsp:sp modelId="{B00EA596-F623-F243-AAF0-5DA8D9E0265A}">
      <dsp:nvSpPr>
        <dsp:cNvPr id="0" name=""/>
        <dsp:cNvSpPr/>
      </dsp:nvSpPr>
      <dsp:spPr>
        <a:xfrm rot="5400000">
          <a:off x="5107349" y="-189869"/>
          <a:ext cx="511213" cy="5047488"/>
        </a:xfrm>
        <a:prstGeom prst="round2Same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Time to confirm system/data integrity post-recovery</a:t>
          </a:r>
        </a:p>
      </dsp:txBody>
      <dsp:txXfrm rot="-5400000">
        <a:off x="2839212" y="2103223"/>
        <a:ext cx="5022533" cy="461303"/>
      </dsp:txXfrm>
    </dsp:sp>
    <dsp:sp modelId="{21968A61-66B8-8149-BFBD-193A87D765DC}">
      <dsp:nvSpPr>
        <dsp:cNvPr id="0" name=""/>
        <dsp:cNvSpPr/>
      </dsp:nvSpPr>
      <dsp:spPr>
        <a:xfrm>
          <a:off x="0" y="2014366"/>
          <a:ext cx="2839212" cy="63901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kern="1200" dirty="0"/>
            <a:t>Work recovery </a:t>
          </a:r>
          <a:br>
            <a:rPr lang="en-US" sz="1600" kern="1200" dirty="0"/>
          </a:br>
          <a:r>
            <a:rPr lang="en-US" sz="1600" kern="1200" dirty="0"/>
            <a:t>time (WRT)</a:t>
          </a:r>
        </a:p>
      </dsp:txBody>
      <dsp:txXfrm>
        <a:off x="31194" y="2045560"/>
        <a:ext cx="2776824" cy="576629"/>
      </dsp:txXfrm>
    </dsp:sp>
    <dsp:sp modelId="{02467562-58D1-7041-83B5-C8A859D23718}">
      <dsp:nvSpPr>
        <dsp:cNvPr id="0" name=""/>
        <dsp:cNvSpPr/>
      </dsp:nvSpPr>
      <dsp:spPr>
        <a:xfrm rot="5400000">
          <a:off x="5107349" y="481098"/>
          <a:ext cx="511213" cy="5047488"/>
        </a:xfrm>
        <a:prstGeom prst="round2Same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Maximum acceptable loss after an event</a:t>
          </a:r>
        </a:p>
      </dsp:txBody>
      <dsp:txXfrm rot="-5400000">
        <a:off x="2839212" y="2774191"/>
        <a:ext cx="5022533" cy="461303"/>
      </dsp:txXfrm>
    </dsp:sp>
    <dsp:sp modelId="{46C2292F-0AC3-E54A-BCC4-855340A8CBD9}">
      <dsp:nvSpPr>
        <dsp:cNvPr id="0" name=""/>
        <dsp:cNvSpPr/>
      </dsp:nvSpPr>
      <dsp:spPr>
        <a:xfrm>
          <a:off x="0" y="2685334"/>
          <a:ext cx="2839212" cy="63901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kern="1200" dirty="0"/>
            <a:t>Recovery point </a:t>
          </a:r>
          <a:br>
            <a:rPr lang="en-US" sz="1600" kern="1200" dirty="0"/>
          </a:br>
          <a:r>
            <a:rPr lang="en-US" sz="1600" kern="1200" dirty="0"/>
            <a:t>objective (RPO)</a:t>
          </a:r>
        </a:p>
      </dsp:txBody>
      <dsp:txXfrm>
        <a:off x="31194" y="2716528"/>
        <a:ext cx="2776824" cy="576629"/>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137090-BBD5-D941-9988-16A9768E8B3B}">
      <dsp:nvSpPr>
        <dsp:cNvPr id="0" name=""/>
        <dsp:cNvSpPr/>
      </dsp:nvSpPr>
      <dsp:spPr>
        <a:xfrm>
          <a:off x="2466" y="768119"/>
          <a:ext cx="2203680" cy="1628511"/>
        </a:xfrm>
        <a:prstGeom prst="rect">
          <a:avLst/>
        </a:prstGeom>
        <a:blipFill>
          <a:blip xmlns:r="http://schemas.openxmlformats.org/officeDocument/2006/relationships" r:embed="rId1" cstate="screen">
            <a:extLst>
              <a:ext uri="{28A0092B-C50C-407E-A947-70E740481C1C}">
                <a14:useLocalDpi xmlns:a14="http://schemas.microsoft.com/office/drawing/2010/main"/>
              </a:ext>
            </a:extLst>
          </a:blip>
          <a:srcRect/>
          <a:stretch>
            <a:fillRect/>
          </a:stretch>
        </a:blipFill>
        <a:ln>
          <a:noFill/>
        </a:ln>
        <a:effectLst/>
      </dsp:spPr>
      <dsp:style>
        <a:lnRef idx="0">
          <a:scrgbClr r="0" g="0" b="0"/>
        </a:lnRef>
        <a:fillRef idx="1">
          <a:scrgbClr r="0" g="0" b="0"/>
        </a:fillRef>
        <a:effectRef idx="0">
          <a:scrgbClr r="0" g="0" b="0"/>
        </a:effectRef>
        <a:fontRef idx="minor"/>
      </dsp:style>
    </dsp:sp>
    <dsp:sp modelId="{D368131B-3AD5-D046-9106-F62614E62E23}">
      <dsp:nvSpPr>
        <dsp:cNvPr id="0" name=""/>
        <dsp:cNvSpPr/>
      </dsp:nvSpPr>
      <dsp:spPr>
        <a:xfrm>
          <a:off x="447891" y="2101351"/>
          <a:ext cx="1898916" cy="45634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977900">
            <a:lnSpc>
              <a:spcPct val="90000"/>
            </a:lnSpc>
            <a:spcBef>
              <a:spcPct val="0"/>
            </a:spcBef>
            <a:spcAft>
              <a:spcPct val="5000"/>
            </a:spcAft>
            <a:buNone/>
          </a:pPr>
          <a:r>
            <a:rPr lang="en-US" sz="2200" kern="1200" dirty="0"/>
            <a:t>Cold Site</a:t>
          </a:r>
        </a:p>
      </dsp:txBody>
      <dsp:txXfrm>
        <a:off x="447891" y="2101351"/>
        <a:ext cx="1898916" cy="456341"/>
      </dsp:txXfrm>
    </dsp:sp>
    <dsp:sp modelId="{A7B5C832-B717-0041-BD48-192B771D6954}">
      <dsp:nvSpPr>
        <dsp:cNvPr id="0" name=""/>
        <dsp:cNvSpPr/>
      </dsp:nvSpPr>
      <dsp:spPr>
        <a:xfrm>
          <a:off x="2771179" y="768119"/>
          <a:ext cx="2203680" cy="1628511"/>
        </a:xfrm>
        <a:prstGeom prst="rect">
          <a:avLst/>
        </a:prstGeom>
        <a:blipFill>
          <a:blip xmlns:r="http://schemas.openxmlformats.org/officeDocument/2006/relationships" r:embed="rId2" cstate="screen">
            <a:extLst>
              <a:ext uri="{28A0092B-C50C-407E-A947-70E740481C1C}">
                <a14:useLocalDpi xmlns:a14="http://schemas.microsoft.com/office/drawing/2010/main"/>
              </a:ext>
            </a:extLst>
          </a:blip>
          <a:srcRect/>
          <a:stretch>
            <a:fillRect/>
          </a:stretch>
        </a:blipFill>
        <a:ln>
          <a:noFill/>
        </a:ln>
        <a:effectLst/>
      </dsp:spPr>
      <dsp:style>
        <a:lnRef idx="0">
          <a:scrgbClr r="0" g="0" b="0"/>
        </a:lnRef>
        <a:fillRef idx="1">
          <a:scrgbClr r="0" g="0" b="0"/>
        </a:fillRef>
        <a:effectRef idx="0">
          <a:scrgbClr r="0" g="0" b="0"/>
        </a:effectRef>
        <a:fontRef idx="minor"/>
      </dsp:style>
    </dsp:sp>
    <dsp:sp modelId="{03B90F19-4DDB-A545-800B-F19185DE5184}">
      <dsp:nvSpPr>
        <dsp:cNvPr id="0" name=""/>
        <dsp:cNvSpPr/>
      </dsp:nvSpPr>
      <dsp:spPr>
        <a:xfrm>
          <a:off x="3216604" y="2101351"/>
          <a:ext cx="1898916" cy="45634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977900">
            <a:lnSpc>
              <a:spcPct val="90000"/>
            </a:lnSpc>
            <a:spcBef>
              <a:spcPct val="0"/>
            </a:spcBef>
            <a:spcAft>
              <a:spcPct val="5000"/>
            </a:spcAft>
            <a:buNone/>
          </a:pPr>
          <a:r>
            <a:rPr lang="en-US" sz="2200" kern="1200" dirty="0"/>
            <a:t>Warm Site</a:t>
          </a:r>
        </a:p>
      </dsp:txBody>
      <dsp:txXfrm>
        <a:off x="3216604" y="2101351"/>
        <a:ext cx="1898916" cy="456341"/>
      </dsp:txXfrm>
    </dsp:sp>
    <dsp:sp modelId="{321FD693-37E9-B74F-8AC2-72EDFFAF70D8}">
      <dsp:nvSpPr>
        <dsp:cNvPr id="0" name=""/>
        <dsp:cNvSpPr/>
      </dsp:nvSpPr>
      <dsp:spPr>
        <a:xfrm>
          <a:off x="5539892" y="768119"/>
          <a:ext cx="2203680" cy="1628511"/>
        </a:xfrm>
        <a:prstGeom prst="rect">
          <a:avLst/>
        </a:prstGeom>
        <a:blipFill>
          <a:blip xmlns:r="http://schemas.openxmlformats.org/officeDocument/2006/relationships" r:embed="rId3" cstate="screen">
            <a:extLst>
              <a:ext uri="{28A0092B-C50C-407E-A947-70E740481C1C}">
                <a14:useLocalDpi xmlns:a14="http://schemas.microsoft.com/office/drawing/2010/main"/>
              </a:ext>
            </a:extLst>
          </a:blip>
          <a:srcRect/>
          <a:stretch>
            <a:fillRect/>
          </a:stretch>
        </a:blipFill>
        <a:ln>
          <a:noFill/>
        </a:ln>
        <a:effectLst/>
      </dsp:spPr>
      <dsp:style>
        <a:lnRef idx="0">
          <a:scrgbClr r="0" g="0" b="0"/>
        </a:lnRef>
        <a:fillRef idx="1">
          <a:scrgbClr r="0" g="0" b="0"/>
        </a:fillRef>
        <a:effectRef idx="0">
          <a:scrgbClr r="0" g="0" b="0"/>
        </a:effectRef>
        <a:fontRef idx="minor"/>
      </dsp:style>
    </dsp:sp>
    <dsp:sp modelId="{5B87DD87-B9D3-234B-9BFE-4FEFBE68C84C}">
      <dsp:nvSpPr>
        <dsp:cNvPr id="0" name=""/>
        <dsp:cNvSpPr/>
      </dsp:nvSpPr>
      <dsp:spPr>
        <a:xfrm>
          <a:off x="5985317" y="2101351"/>
          <a:ext cx="1898916" cy="45634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977900">
            <a:lnSpc>
              <a:spcPct val="90000"/>
            </a:lnSpc>
            <a:spcBef>
              <a:spcPct val="0"/>
            </a:spcBef>
            <a:spcAft>
              <a:spcPct val="5000"/>
            </a:spcAft>
            <a:buNone/>
          </a:pPr>
          <a:r>
            <a:rPr lang="en-US" sz="2200" kern="1200"/>
            <a:t>Hot Site</a:t>
          </a:r>
          <a:endParaRPr lang="en-US" sz="2200" kern="1200" dirty="0"/>
        </a:p>
      </dsp:txBody>
      <dsp:txXfrm>
        <a:off x="5985317" y="2101351"/>
        <a:ext cx="1898916" cy="456341"/>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581A4C-C04E-5F49-A12C-DCE02927DDD6}">
      <dsp:nvSpPr>
        <dsp:cNvPr id="0" name=""/>
        <dsp:cNvSpPr/>
      </dsp:nvSpPr>
      <dsp:spPr>
        <a:xfrm>
          <a:off x="0" y="251481"/>
          <a:ext cx="7886700" cy="1365525"/>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354076" rIns="612096"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a:solidFill>
                <a:srgbClr val="20282F"/>
              </a:solidFill>
            </a:rPr>
            <a:t>Maintains operation despite component failure</a:t>
          </a:r>
        </a:p>
        <a:p>
          <a:pPr marL="171450" lvl="1" indent="-171450" algn="l" defTabSz="755650">
            <a:lnSpc>
              <a:spcPct val="90000"/>
            </a:lnSpc>
            <a:spcBef>
              <a:spcPct val="0"/>
            </a:spcBef>
            <a:spcAft>
              <a:spcPct val="15000"/>
            </a:spcAft>
            <a:buChar char="•"/>
          </a:pPr>
          <a:r>
            <a:rPr lang="en-US" sz="1700" kern="1200" dirty="0">
              <a:solidFill>
                <a:srgbClr val="20282F"/>
              </a:solidFill>
            </a:rPr>
            <a:t>Operates at reduced capacity instead of shutting down</a:t>
          </a:r>
        </a:p>
        <a:p>
          <a:pPr marL="171450" lvl="1" indent="-171450" algn="l" defTabSz="755650">
            <a:lnSpc>
              <a:spcPct val="90000"/>
            </a:lnSpc>
            <a:spcBef>
              <a:spcPct val="0"/>
            </a:spcBef>
            <a:spcAft>
              <a:spcPct val="15000"/>
            </a:spcAft>
            <a:buChar char="•"/>
          </a:pPr>
          <a:r>
            <a:rPr lang="en-US" sz="1700" kern="1200" dirty="0">
              <a:solidFill>
                <a:srgbClr val="20282F"/>
              </a:solidFill>
            </a:rPr>
            <a:t>Uses replication, error checking, and failover </a:t>
          </a:r>
        </a:p>
      </dsp:txBody>
      <dsp:txXfrm>
        <a:off x="0" y="251481"/>
        <a:ext cx="7886700" cy="1365525"/>
      </dsp:txXfrm>
    </dsp:sp>
    <dsp:sp modelId="{7CF850CA-E9E7-BF49-83FA-CD2F1D5AAE9B}">
      <dsp:nvSpPr>
        <dsp:cNvPr id="0" name=""/>
        <dsp:cNvSpPr/>
      </dsp:nvSpPr>
      <dsp:spPr>
        <a:xfrm>
          <a:off x="394335" y="561"/>
          <a:ext cx="5520690" cy="501840"/>
        </a:xfrm>
        <a:prstGeom prst="roundRect">
          <a:avLst/>
        </a:prstGeom>
        <a:solidFill>
          <a:srgbClr val="004F71"/>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755650">
            <a:lnSpc>
              <a:spcPct val="90000"/>
            </a:lnSpc>
            <a:spcBef>
              <a:spcPct val="0"/>
            </a:spcBef>
            <a:spcAft>
              <a:spcPct val="35000"/>
            </a:spcAft>
            <a:buNone/>
          </a:pPr>
          <a:r>
            <a:rPr lang="en-US" sz="1700" kern="1200" dirty="0"/>
            <a:t>Fault Tolerance</a:t>
          </a:r>
        </a:p>
      </dsp:txBody>
      <dsp:txXfrm>
        <a:off x="418833" y="25059"/>
        <a:ext cx="5471694" cy="452844"/>
      </dsp:txXfrm>
    </dsp:sp>
    <dsp:sp modelId="{1DF2E1D5-421D-5C43-B8D1-7BD198CBD0BA}">
      <dsp:nvSpPr>
        <dsp:cNvPr id="0" name=""/>
        <dsp:cNvSpPr/>
      </dsp:nvSpPr>
      <dsp:spPr>
        <a:xfrm>
          <a:off x="0" y="1959726"/>
          <a:ext cx="7886700" cy="1365525"/>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354076" rIns="612096"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a:solidFill>
                <a:srgbClr val="20282F"/>
              </a:solidFill>
            </a:rPr>
            <a:t>Duplicates key components for higher reliability</a:t>
          </a:r>
        </a:p>
        <a:p>
          <a:pPr marL="171450" lvl="1" indent="-171450" algn="l" defTabSz="755650">
            <a:lnSpc>
              <a:spcPct val="90000"/>
            </a:lnSpc>
            <a:spcBef>
              <a:spcPct val="0"/>
            </a:spcBef>
            <a:spcAft>
              <a:spcPct val="15000"/>
            </a:spcAft>
            <a:buChar char="•"/>
          </a:pPr>
          <a:r>
            <a:rPr lang="en-US" sz="1700" kern="1200" dirty="0">
              <a:solidFill>
                <a:srgbClr val="20282F"/>
              </a:solidFill>
            </a:rPr>
            <a:t>Offers backup paths/capacity for failed components</a:t>
          </a:r>
        </a:p>
        <a:p>
          <a:pPr marL="171450" lvl="1" indent="-171450" algn="l" defTabSz="755650">
            <a:lnSpc>
              <a:spcPct val="90000"/>
            </a:lnSpc>
            <a:spcBef>
              <a:spcPct val="0"/>
            </a:spcBef>
            <a:spcAft>
              <a:spcPct val="15000"/>
            </a:spcAft>
            <a:buChar char="•"/>
          </a:pPr>
          <a:r>
            <a:rPr lang="en-US" sz="1700" kern="1200" dirty="0">
              <a:solidFill>
                <a:srgbClr val="20282F"/>
              </a:solidFill>
            </a:rPr>
            <a:t>Prevents system collapse from any single failure</a:t>
          </a:r>
        </a:p>
      </dsp:txBody>
      <dsp:txXfrm>
        <a:off x="0" y="1959726"/>
        <a:ext cx="7886700" cy="1365525"/>
      </dsp:txXfrm>
    </dsp:sp>
    <dsp:sp modelId="{30DC8B34-3CC6-7C45-B8C4-0C48D5D0C4D0}">
      <dsp:nvSpPr>
        <dsp:cNvPr id="0" name=""/>
        <dsp:cNvSpPr/>
      </dsp:nvSpPr>
      <dsp:spPr>
        <a:xfrm>
          <a:off x="394335" y="1708806"/>
          <a:ext cx="5520690" cy="501840"/>
        </a:xfrm>
        <a:prstGeom prst="roundRect">
          <a:avLst/>
        </a:prstGeom>
        <a:solidFill>
          <a:srgbClr val="004F71"/>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755650">
            <a:lnSpc>
              <a:spcPct val="90000"/>
            </a:lnSpc>
            <a:spcBef>
              <a:spcPct val="0"/>
            </a:spcBef>
            <a:spcAft>
              <a:spcPct val="35000"/>
            </a:spcAft>
            <a:buNone/>
          </a:pPr>
          <a:r>
            <a:rPr lang="en-US" sz="1700" kern="1200" dirty="0"/>
            <a:t>Redundancy</a:t>
          </a:r>
        </a:p>
      </dsp:txBody>
      <dsp:txXfrm>
        <a:off x="418833" y="1733304"/>
        <a:ext cx="5471694" cy="452844"/>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FEC646-62EF-2641-9A96-5C3BF3F340F6}">
      <dsp:nvSpPr>
        <dsp:cNvPr id="0" name=""/>
        <dsp:cNvSpPr/>
      </dsp:nvSpPr>
      <dsp:spPr>
        <a:xfrm>
          <a:off x="2464" y="284"/>
          <a:ext cx="2402978" cy="835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dirty="0"/>
            <a:t>Mean time between failures (MTBF)</a:t>
          </a:r>
        </a:p>
      </dsp:txBody>
      <dsp:txXfrm>
        <a:off x="2464" y="284"/>
        <a:ext cx="2402978" cy="835200"/>
      </dsp:txXfrm>
    </dsp:sp>
    <dsp:sp modelId="{95FA9B1F-DD61-5846-B728-5AD826E7D358}">
      <dsp:nvSpPr>
        <dsp:cNvPr id="0" name=""/>
        <dsp:cNvSpPr/>
      </dsp:nvSpPr>
      <dsp:spPr>
        <a:xfrm>
          <a:off x="2464" y="835484"/>
          <a:ext cx="2402978" cy="1910520"/>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Average time between system failure </a:t>
          </a:r>
        </a:p>
        <a:p>
          <a:pPr marL="114300" lvl="1" indent="-114300" algn="l" defTabSz="666750">
            <a:lnSpc>
              <a:spcPct val="90000"/>
            </a:lnSpc>
            <a:spcBef>
              <a:spcPct val="0"/>
            </a:spcBef>
            <a:spcAft>
              <a:spcPct val="15000"/>
            </a:spcAft>
            <a:buChar char="•"/>
          </a:pPr>
          <a:r>
            <a:rPr lang="en-US" sz="1500" kern="1200" dirty="0">
              <a:solidFill>
                <a:srgbClr val="20282F"/>
              </a:solidFill>
            </a:rPr>
            <a:t>Total operational time divided by # of failures</a:t>
          </a:r>
        </a:p>
      </dsp:txBody>
      <dsp:txXfrm>
        <a:off x="2464" y="835484"/>
        <a:ext cx="2402978" cy="1910520"/>
      </dsp:txXfrm>
    </dsp:sp>
    <dsp:sp modelId="{63385035-EC1F-424F-8F7E-3DA77DBB8B05}">
      <dsp:nvSpPr>
        <dsp:cNvPr id="0" name=""/>
        <dsp:cNvSpPr/>
      </dsp:nvSpPr>
      <dsp:spPr>
        <a:xfrm>
          <a:off x="2741860" y="284"/>
          <a:ext cx="2402978" cy="835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dirty="0"/>
            <a:t>Mean time to failure (MTTF)</a:t>
          </a:r>
        </a:p>
      </dsp:txBody>
      <dsp:txXfrm>
        <a:off x="2741860" y="284"/>
        <a:ext cx="2402978" cy="835200"/>
      </dsp:txXfrm>
    </dsp:sp>
    <dsp:sp modelId="{BAE4EACB-BDC8-1E4F-8BD0-837A6BD24FCB}">
      <dsp:nvSpPr>
        <dsp:cNvPr id="0" name=""/>
        <dsp:cNvSpPr/>
      </dsp:nvSpPr>
      <dsp:spPr>
        <a:xfrm>
          <a:off x="2741860" y="835484"/>
          <a:ext cx="2402978" cy="1910520"/>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Expected lifespan before a non-repairable </a:t>
          </a:r>
          <a:br>
            <a:rPr lang="en-US" sz="1500" kern="1200" dirty="0">
              <a:solidFill>
                <a:srgbClr val="20282F"/>
              </a:solidFill>
            </a:rPr>
          </a:br>
          <a:r>
            <a:rPr lang="en-US" sz="1500" kern="1200" dirty="0">
              <a:solidFill>
                <a:srgbClr val="20282F"/>
              </a:solidFill>
            </a:rPr>
            <a:t>system fails </a:t>
          </a:r>
        </a:p>
        <a:p>
          <a:pPr marL="114300" lvl="1" indent="-114300" algn="l" defTabSz="666750">
            <a:lnSpc>
              <a:spcPct val="90000"/>
            </a:lnSpc>
            <a:spcBef>
              <a:spcPct val="0"/>
            </a:spcBef>
            <a:spcAft>
              <a:spcPct val="15000"/>
            </a:spcAft>
            <a:buChar char="•"/>
          </a:pPr>
          <a:r>
            <a:rPr lang="en-US" sz="1500" kern="1200" dirty="0">
              <a:solidFill>
                <a:srgbClr val="20282F"/>
              </a:solidFill>
            </a:rPr>
            <a:t>Total operational time until failure divided by # of units</a:t>
          </a:r>
        </a:p>
      </dsp:txBody>
      <dsp:txXfrm>
        <a:off x="2741860" y="835484"/>
        <a:ext cx="2402978" cy="1910520"/>
      </dsp:txXfrm>
    </dsp:sp>
    <dsp:sp modelId="{096552CA-FE91-C346-898C-D37114BF59A2}">
      <dsp:nvSpPr>
        <dsp:cNvPr id="0" name=""/>
        <dsp:cNvSpPr/>
      </dsp:nvSpPr>
      <dsp:spPr>
        <a:xfrm>
          <a:off x="5481256" y="284"/>
          <a:ext cx="2402978" cy="835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dirty="0"/>
            <a:t>Mean time to </a:t>
          </a:r>
          <a:br>
            <a:rPr lang="en-US" sz="1600" kern="1200" dirty="0"/>
          </a:br>
          <a:r>
            <a:rPr lang="en-US" sz="1600" kern="1200" dirty="0"/>
            <a:t>repair (MTTR)</a:t>
          </a:r>
        </a:p>
      </dsp:txBody>
      <dsp:txXfrm>
        <a:off x="5481256" y="284"/>
        <a:ext cx="2402978" cy="835200"/>
      </dsp:txXfrm>
    </dsp:sp>
    <dsp:sp modelId="{A885AB0D-280B-2340-9D07-02E38F8DBB33}">
      <dsp:nvSpPr>
        <dsp:cNvPr id="0" name=""/>
        <dsp:cNvSpPr/>
      </dsp:nvSpPr>
      <dsp:spPr>
        <a:xfrm>
          <a:off x="5481256" y="835484"/>
          <a:ext cx="2402978" cy="1910520"/>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Average time to fix and restore a failed system</a:t>
          </a:r>
        </a:p>
        <a:p>
          <a:pPr marL="114300" lvl="1" indent="-114300" algn="l" defTabSz="666750">
            <a:lnSpc>
              <a:spcPct val="90000"/>
            </a:lnSpc>
            <a:spcBef>
              <a:spcPct val="0"/>
            </a:spcBef>
            <a:spcAft>
              <a:spcPct val="15000"/>
            </a:spcAft>
            <a:buChar char="•"/>
          </a:pPr>
          <a:r>
            <a:rPr lang="en-US" sz="1500" kern="1200" dirty="0">
              <a:solidFill>
                <a:srgbClr val="20282F"/>
              </a:solidFill>
            </a:rPr>
            <a:t>Total time spent on repairs divided by the number of repairs</a:t>
          </a:r>
        </a:p>
      </dsp:txBody>
      <dsp:txXfrm>
        <a:off x="5481256" y="835484"/>
        <a:ext cx="2402978" cy="1910520"/>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2CAD73-543B-B44E-8B34-56837BEE019F}">
      <dsp:nvSpPr>
        <dsp:cNvPr id="0" name=""/>
        <dsp:cNvSpPr/>
      </dsp:nvSpPr>
      <dsp:spPr>
        <a:xfrm>
          <a:off x="2965" y="129628"/>
          <a:ext cx="1782979" cy="432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dirty="0"/>
            <a:t>Purpose</a:t>
          </a:r>
        </a:p>
      </dsp:txBody>
      <dsp:txXfrm>
        <a:off x="2965" y="129628"/>
        <a:ext cx="1782979" cy="432000"/>
      </dsp:txXfrm>
    </dsp:sp>
    <dsp:sp modelId="{09582F1A-3CDB-E94A-96D5-735F53D2BC69}">
      <dsp:nvSpPr>
        <dsp:cNvPr id="0" name=""/>
        <dsp:cNvSpPr/>
      </dsp:nvSpPr>
      <dsp:spPr>
        <a:xfrm>
          <a:off x="2965" y="561628"/>
          <a:ext cx="1782979" cy="2634556"/>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Distributes network traffic across multiple servers</a:t>
          </a:r>
        </a:p>
        <a:p>
          <a:pPr marL="114300" lvl="1" indent="-114300" algn="l" defTabSz="666750">
            <a:lnSpc>
              <a:spcPct val="90000"/>
            </a:lnSpc>
            <a:spcBef>
              <a:spcPct val="0"/>
            </a:spcBef>
            <a:spcAft>
              <a:spcPct val="15000"/>
            </a:spcAft>
            <a:buChar char="•"/>
          </a:pPr>
          <a:r>
            <a:rPr lang="en-US" sz="1500" kern="1200" dirty="0">
              <a:solidFill>
                <a:srgbClr val="20282F"/>
              </a:solidFill>
            </a:rPr>
            <a:t>Improves application performance </a:t>
          </a:r>
          <a:br>
            <a:rPr lang="en-US" sz="1500" kern="1200" dirty="0">
              <a:solidFill>
                <a:srgbClr val="20282F"/>
              </a:solidFill>
            </a:rPr>
          </a:br>
          <a:r>
            <a:rPr lang="en-US" sz="1500" kern="1200" dirty="0">
              <a:solidFill>
                <a:srgbClr val="20282F"/>
              </a:solidFill>
            </a:rPr>
            <a:t>and reliability</a:t>
          </a:r>
        </a:p>
      </dsp:txBody>
      <dsp:txXfrm>
        <a:off x="2965" y="561628"/>
        <a:ext cx="1782979" cy="2634556"/>
      </dsp:txXfrm>
    </dsp:sp>
    <dsp:sp modelId="{067E581C-B021-154A-BE70-92996E07D8EA}">
      <dsp:nvSpPr>
        <dsp:cNvPr id="0" name=""/>
        <dsp:cNvSpPr/>
      </dsp:nvSpPr>
      <dsp:spPr>
        <a:xfrm>
          <a:off x="2035561" y="129628"/>
          <a:ext cx="1782979" cy="432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dirty="0"/>
            <a:t>Functionality</a:t>
          </a:r>
        </a:p>
      </dsp:txBody>
      <dsp:txXfrm>
        <a:off x="2035561" y="129628"/>
        <a:ext cx="1782979" cy="432000"/>
      </dsp:txXfrm>
    </dsp:sp>
    <dsp:sp modelId="{1D2051F1-FB41-6141-BD6B-536C83C7A033}">
      <dsp:nvSpPr>
        <dsp:cNvPr id="0" name=""/>
        <dsp:cNvSpPr/>
      </dsp:nvSpPr>
      <dsp:spPr>
        <a:xfrm>
          <a:off x="2035561" y="561628"/>
          <a:ext cx="1782979" cy="2634556"/>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Acts as a “traffic cop” to route client requests</a:t>
          </a:r>
        </a:p>
        <a:p>
          <a:pPr marL="114300" lvl="1" indent="-114300" algn="l" defTabSz="666750">
            <a:lnSpc>
              <a:spcPct val="90000"/>
            </a:lnSpc>
            <a:spcBef>
              <a:spcPct val="0"/>
            </a:spcBef>
            <a:spcAft>
              <a:spcPct val="15000"/>
            </a:spcAft>
            <a:buChar char="•"/>
          </a:pPr>
          <a:r>
            <a:rPr lang="en-US" sz="1500" kern="1200" dirty="0">
              <a:solidFill>
                <a:srgbClr val="20282F"/>
              </a:solidFill>
            </a:rPr>
            <a:t>Ensures no single server is overworked</a:t>
          </a:r>
        </a:p>
      </dsp:txBody>
      <dsp:txXfrm>
        <a:off x="2035561" y="561628"/>
        <a:ext cx="1782979" cy="2634556"/>
      </dsp:txXfrm>
    </dsp:sp>
    <dsp:sp modelId="{DB77ED6C-2CD2-4446-9219-6EDEE58820DE}">
      <dsp:nvSpPr>
        <dsp:cNvPr id="0" name=""/>
        <dsp:cNvSpPr/>
      </dsp:nvSpPr>
      <dsp:spPr>
        <a:xfrm>
          <a:off x="4068158" y="129628"/>
          <a:ext cx="1782979" cy="432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dirty="0"/>
            <a:t>Benefits</a:t>
          </a:r>
        </a:p>
      </dsp:txBody>
      <dsp:txXfrm>
        <a:off x="4068158" y="129628"/>
        <a:ext cx="1782979" cy="432000"/>
      </dsp:txXfrm>
    </dsp:sp>
    <dsp:sp modelId="{EE18A12B-E6F9-694B-B7AE-102211A56CF0}">
      <dsp:nvSpPr>
        <dsp:cNvPr id="0" name=""/>
        <dsp:cNvSpPr/>
      </dsp:nvSpPr>
      <dsp:spPr>
        <a:xfrm>
          <a:off x="4068158" y="561628"/>
          <a:ext cx="1782979" cy="2634556"/>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Reduces downtime and increases scalability</a:t>
          </a:r>
        </a:p>
        <a:p>
          <a:pPr marL="114300" lvl="1" indent="-114300" algn="l" defTabSz="666750">
            <a:lnSpc>
              <a:spcPct val="90000"/>
            </a:lnSpc>
            <a:spcBef>
              <a:spcPct val="0"/>
            </a:spcBef>
            <a:spcAft>
              <a:spcPct val="15000"/>
            </a:spcAft>
            <a:buChar char="•"/>
          </a:pPr>
          <a:r>
            <a:rPr lang="en-US" sz="1500" kern="1200" dirty="0">
              <a:solidFill>
                <a:srgbClr val="20282F"/>
              </a:solidFill>
            </a:rPr>
            <a:t>Provides redundancy/</a:t>
          </a:r>
          <a:br>
            <a:rPr lang="en-US" sz="1500" kern="1200" dirty="0">
              <a:solidFill>
                <a:srgbClr val="20282F"/>
              </a:solidFill>
            </a:rPr>
          </a:br>
          <a:r>
            <a:rPr lang="en-US" sz="1500" kern="1200" dirty="0">
              <a:solidFill>
                <a:srgbClr val="20282F"/>
              </a:solidFill>
            </a:rPr>
            <a:t>efficiency in handling requests</a:t>
          </a:r>
        </a:p>
      </dsp:txBody>
      <dsp:txXfrm>
        <a:off x="4068158" y="561628"/>
        <a:ext cx="1782979" cy="2634556"/>
      </dsp:txXfrm>
    </dsp:sp>
    <dsp:sp modelId="{270DF33D-4E09-E542-930A-969C0EF51E55}">
      <dsp:nvSpPr>
        <dsp:cNvPr id="0" name=""/>
        <dsp:cNvSpPr/>
      </dsp:nvSpPr>
      <dsp:spPr>
        <a:xfrm>
          <a:off x="6100755" y="129628"/>
          <a:ext cx="1782979" cy="432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US" sz="1600" kern="1200" dirty="0"/>
            <a:t>Types</a:t>
          </a:r>
        </a:p>
      </dsp:txBody>
      <dsp:txXfrm>
        <a:off x="6100755" y="129628"/>
        <a:ext cx="1782979" cy="432000"/>
      </dsp:txXfrm>
    </dsp:sp>
    <dsp:sp modelId="{143D8F4B-02AA-7446-B16C-4E098E059A10}">
      <dsp:nvSpPr>
        <dsp:cNvPr id="0" name=""/>
        <dsp:cNvSpPr/>
      </dsp:nvSpPr>
      <dsp:spPr>
        <a:xfrm>
          <a:off x="6100755" y="561628"/>
          <a:ext cx="1782979" cy="2634556"/>
        </a:xfrm>
        <a:prstGeom prst="rect">
          <a:avLst/>
        </a:prstGeom>
        <a:solidFill>
          <a:schemeClr val="bg1">
            <a:lumMod val="95000"/>
            <a:alpha val="90000"/>
          </a:schemeClr>
        </a:solidFill>
        <a:ln w="9525" cap="flat" cmpd="sng" algn="ctr">
          <a:solidFill>
            <a:schemeClr val="bg1">
              <a:lumMod val="85000"/>
              <a:alpha val="90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106680" bIns="120015" numCol="1" spcCol="1270" anchor="t" anchorCtr="0">
          <a:noAutofit/>
        </a:bodyPr>
        <a:lstStyle/>
        <a:p>
          <a:pPr marL="114300" lvl="1" indent="-114300" algn="l" defTabSz="666750">
            <a:lnSpc>
              <a:spcPct val="90000"/>
            </a:lnSpc>
            <a:spcBef>
              <a:spcPct val="0"/>
            </a:spcBef>
            <a:spcAft>
              <a:spcPct val="15000"/>
            </a:spcAft>
            <a:buChar char="•"/>
          </a:pPr>
          <a:r>
            <a:rPr lang="en-US" sz="1500" kern="1200" dirty="0">
              <a:solidFill>
                <a:srgbClr val="20282F"/>
              </a:solidFill>
            </a:rPr>
            <a:t>Can be hardware-based or software-based</a:t>
          </a:r>
        </a:p>
        <a:p>
          <a:pPr marL="114300" lvl="1" indent="-114300" algn="l" defTabSz="666750">
            <a:lnSpc>
              <a:spcPct val="90000"/>
            </a:lnSpc>
            <a:spcBef>
              <a:spcPct val="0"/>
            </a:spcBef>
            <a:spcAft>
              <a:spcPct val="15000"/>
            </a:spcAft>
            <a:buChar char="•"/>
          </a:pPr>
          <a:r>
            <a:rPr lang="en-US" sz="1500" kern="1200" dirty="0">
              <a:solidFill>
                <a:srgbClr val="20282F"/>
              </a:solidFill>
            </a:rPr>
            <a:t>Uses various algorithms like Round Robin, Least Connections, etc.</a:t>
          </a:r>
        </a:p>
      </dsp:txBody>
      <dsp:txXfrm>
        <a:off x="6100755" y="561628"/>
        <a:ext cx="1782979" cy="2634556"/>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FDE1E2-E688-F645-AC5C-0127323E0040}">
      <dsp:nvSpPr>
        <dsp:cNvPr id="0" name=""/>
        <dsp:cNvSpPr/>
      </dsp:nvSpPr>
      <dsp:spPr>
        <a:xfrm>
          <a:off x="0" y="299406"/>
          <a:ext cx="7886700" cy="89775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312420" rIns="612096" bIns="106680" numCol="1" spcCol="1270" anchor="t" anchorCtr="0">
          <a:noAutofit/>
        </a:bodyPr>
        <a:lstStyle/>
        <a:p>
          <a:pPr marL="114300" lvl="1" indent="-114300" algn="l" defTabSz="666750">
            <a:lnSpc>
              <a:spcPct val="90000"/>
            </a:lnSpc>
            <a:spcBef>
              <a:spcPct val="0"/>
            </a:spcBef>
            <a:spcAft>
              <a:spcPct val="15000"/>
            </a:spcAft>
            <a:buFont typeface="Arial" panose="020B0604020202020204" pitchFamily="34" charset="0"/>
            <a:buChar char="•"/>
          </a:pPr>
          <a:r>
            <a:rPr lang="en-US" sz="1500" kern="1200" dirty="0">
              <a:solidFill>
                <a:srgbClr val="20282F"/>
              </a:solidFill>
            </a:rPr>
            <a:t>Systems that ensure continuous operation and minimize downtime via redundant components and failover mechanisms</a:t>
          </a:r>
        </a:p>
      </dsp:txBody>
      <dsp:txXfrm>
        <a:off x="0" y="299406"/>
        <a:ext cx="7886700" cy="897750"/>
      </dsp:txXfrm>
    </dsp:sp>
    <dsp:sp modelId="{494950DE-6C34-AF4B-A5BD-6DFAEC97AD9D}">
      <dsp:nvSpPr>
        <dsp:cNvPr id="0" name=""/>
        <dsp:cNvSpPr/>
      </dsp:nvSpPr>
      <dsp:spPr>
        <a:xfrm>
          <a:off x="394335" y="78006"/>
          <a:ext cx="5520690" cy="442800"/>
        </a:xfrm>
        <a:prstGeom prst="roundRect">
          <a:avLst/>
        </a:prstGeom>
        <a:solidFill>
          <a:srgbClr val="004F71"/>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US" sz="1600" kern="1200" dirty="0"/>
            <a:t>High Availability Clusters Definition</a:t>
          </a:r>
        </a:p>
      </dsp:txBody>
      <dsp:txXfrm>
        <a:off x="415951" y="99622"/>
        <a:ext cx="5477458" cy="399568"/>
      </dsp:txXfrm>
    </dsp:sp>
    <dsp:sp modelId="{F5EBF50E-2EF3-2C49-93A0-3501289E2502}">
      <dsp:nvSpPr>
        <dsp:cNvPr id="0" name=""/>
        <dsp:cNvSpPr/>
      </dsp:nvSpPr>
      <dsp:spPr>
        <a:xfrm>
          <a:off x="0" y="1499556"/>
          <a:ext cx="7886700" cy="174825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312420" rIns="612096" bIns="106680" numCol="1" spcCol="1270" anchor="t" anchorCtr="0">
          <a:noAutofit/>
        </a:bodyPr>
        <a:lstStyle/>
        <a:p>
          <a:pPr marL="114300" lvl="1" indent="-114300" algn="l" defTabSz="666750">
            <a:lnSpc>
              <a:spcPct val="90000"/>
            </a:lnSpc>
            <a:spcBef>
              <a:spcPct val="0"/>
            </a:spcBef>
            <a:spcAft>
              <a:spcPct val="15000"/>
            </a:spcAft>
            <a:buFont typeface="Arial" panose="020B0604020202020204" pitchFamily="34" charset="0"/>
            <a:buChar char="•"/>
          </a:pPr>
          <a:r>
            <a:rPr lang="en-US" sz="1500" b="0" i="0" kern="1200" dirty="0">
              <a:solidFill>
                <a:srgbClr val="20282F"/>
              </a:solidFill>
            </a:rPr>
            <a:t>Ensure continuous service/minimal downtime </a:t>
          </a:r>
          <a:br>
            <a:rPr lang="en-US" sz="1500" b="0" i="0" kern="1200" dirty="0">
              <a:solidFill>
                <a:srgbClr val="20282F"/>
              </a:solidFill>
            </a:rPr>
          </a:br>
          <a:r>
            <a:rPr lang="en-US" sz="1500" b="0" i="0" kern="1200" dirty="0">
              <a:solidFill>
                <a:srgbClr val="20282F"/>
              </a:solidFill>
            </a:rPr>
            <a:t>for critical applications</a:t>
          </a:r>
        </a:p>
        <a:p>
          <a:pPr marL="114300" lvl="1" indent="-114300" algn="l" defTabSz="666750">
            <a:lnSpc>
              <a:spcPct val="90000"/>
            </a:lnSpc>
            <a:spcBef>
              <a:spcPct val="0"/>
            </a:spcBef>
            <a:spcAft>
              <a:spcPct val="15000"/>
            </a:spcAft>
            <a:buFont typeface="Arial" panose="020B0604020202020204" pitchFamily="34" charset="0"/>
            <a:buChar char="•"/>
          </a:pPr>
          <a:r>
            <a:rPr lang="en-US" sz="1500" b="0" i="0" kern="1200" dirty="0">
              <a:solidFill>
                <a:srgbClr val="20282F"/>
              </a:solidFill>
            </a:rPr>
            <a:t>Automatically manage failovers to maintain operations</a:t>
          </a:r>
        </a:p>
        <a:p>
          <a:pPr marL="114300" lvl="1" indent="-114300" algn="l" defTabSz="666750">
            <a:lnSpc>
              <a:spcPct val="90000"/>
            </a:lnSpc>
            <a:spcBef>
              <a:spcPct val="0"/>
            </a:spcBef>
            <a:spcAft>
              <a:spcPct val="15000"/>
            </a:spcAft>
            <a:buFont typeface="Arial" panose="020B0604020202020204" pitchFamily="34" charset="0"/>
            <a:buChar char="•"/>
          </a:pPr>
          <a:r>
            <a:rPr lang="en-US" sz="1500" b="0" i="0" kern="1200" dirty="0">
              <a:solidFill>
                <a:srgbClr val="20282F"/>
              </a:solidFill>
            </a:rPr>
            <a:t>Monitor system health and provide redundancy</a:t>
          </a:r>
        </a:p>
        <a:p>
          <a:pPr marL="114300" lvl="1" indent="-114300" algn="l" defTabSz="666750">
            <a:lnSpc>
              <a:spcPct val="90000"/>
            </a:lnSpc>
            <a:spcBef>
              <a:spcPct val="0"/>
            </a:spcBef>
            <a:spcAft>
              <a:spcPct val="15000"/>
            </a:spcAft>
            <a:buFont typeface="Arial" panose="020B0604020202020204" pitchFamily="34" charset="0"/>
            <a:buChar char="•"/>
          </a:pPr>
          <a:r>
            <a:rPr lang="en-US" sz="1500" b="0" i="0" kern="1200" dirty="0">
              <a:solidFill>
                <a:srgbClr val="20282F"/>
              </a:solidFill>
            </a:rPr>
            <a:t>Ideal where uptime is crucial (e.g., databases, business services)</a:t>
          </a:r>
        </a:p>
      </dsp:txBody>
      <dsp:txXfrm>
        <a:off x="0" y="1499556"/>
        <a:ext cx="7886700" cy="1748250"/>
      </dsp:txXfrm>
    </dsp:sp>
    <dsp:sp modelId="{5BC4DC8A-7F67-F74E-8704-C0C8CEAD35EA}">
      <dsp:nvSpPr>
        <dsp:cNvPr id="0" name=""/>
        <dsp:cNvSpPr/>
      </dsp:nvSpPr>
      <dsp:spPr>
        <a:xfrm>
          <a:off x="394335" y="1278156"/>
          <a:ext cx="5520690" cy="442800"/>
        </a:xfrm>
        <a:prstGeom prst="roundRect">
          <a:avLst/>
        </a:prstGeom>
        <a:solidFill>
          <a:srgbClr val="004F71"/>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US" sz="1600" b="0" i="0" kern="1200" dirty="0"/>
            <a:t>High Availability Clusters Function</a:t>
          </a:r>
          <a:endParaRPr lang="en-US" sz="1600" b="0" kern="1200" dirty="0"/>
        </a:p>
      </dsp:txBody>
      <dsp:txXfrm>
        <a:off x="415951" y="1299772"/>
        <a:ext cx="5477458" cy="399568"/>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019CDF-E5D0-4C4E-A73B-FBEDD53C46BA}">
      <dsp:nvSpPr>
        <dsp:cNvPr id="0" name=""/>
        <dsp:cNvSpPr/>
      </dsp:nvSpPr>
      <dsp:spPr>
        <a:xfrm>
          <a:off x="0" y="278139"/>
          <a:ext cx="7886700" cy="99225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374904" rIns="612096"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solidFill>
                <a:srgbClr val="20282F"/>
              </a:solidFill>
            </a:rPr>
            <a:t>Ensures uninterrupted network service by automatically switching to a backup gateway if the primary one fails</a:t>
          </a:r>
        </a:p>
      </dsp:txBody>
      <dsp:txXfrm>
        <a:off x="0" y="278139"/>
        <a:ext cx="7886700" cy="992250"/>
      </dsp:txXfrm>
    </dsp:sp>
    <dsp:sp modelId="{C9308ACC-5FBC-4645-992C-B7C5C17FDAB0}">
      <dsp:nvSpPr>
        <dsp:cNvPr id="0" name=""/>
        <dsp:cNvSpPr/>
      </dsp:nvSpPr>
      <dsp:spPr>
        <a:xfrm>
          <a:off x="394335" y="12458"/>
          <a:ext cx="5520690" cy="5313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755650">
            <a:lnSpc>
              <a:spcPct val="90000"/>
            </a:lnSpc>
            <a:spcBef>
              <a:spcPct val="0"/>
            </a:spcBef>
            <a:spcAft>
              <a:spcPct val="35000"/>
            </a:spcAft>
            <a:buNone/>
          </a:pPr>
          <a:r>
            <a:rPr lang="en-US" sz="1700" kern="1200" dirty="0"/>
            <a:t>First Hop Redundancy Definition</a:t>
          </a:r>
        </a:p>
      </dsp:txBody>
      <dsp:txXfrm>
        <a:off x="420274" y="38397"/>
        <a:ext cx="5468812" cy="479482"/>
      </dsp:txXfrm>
    </dsp:sp>
    <dsp:sp modelId="{A778EFD6-7C9E-2942-9A64-DFAA3BE88303}">
      <dsp:nvSpPr>
        <dsp:cNvPr id="0" name=""/>
        <dsp:cNvSpPr/>
      </dsp:nvSpPr>
      <dsp:spPr>
        <a:xfrm>
          <a:off x="0" y="1633269"/>
          <a:ext cx="7886700" cy="1615950"/>
        </a:xfrm>
        <a:prstGeom prst="rect">
          <a:avLst/>
        </a:prstGeom>
        <a:solidFill>
          <a:schemeClr val="bg1">
            <a:lumMod val="95000"/>
            <a:alpha val="90000"/>
          </a:schemeClr>
        </a:solidFill>
        <a:ln w="9525" cap="flat" cmpd="sng" algn="ctr">
          <a:solidFill>
            <a:schemeClr val="bg1">
              <a:lumMod val="8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12096" tIns="374904" rIns="612096"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solidFill>
                <a:srgbClr val="20282F"/>
              </a:solidFill>
            </a:rPr>
            <a:t>Ensures uninterrupted gateway availability</a:t>
          </a:r>
        </a:p>
        <a:p>
          <a:pPr marL="171450" lvl="1" indent="-171450" algn="l" defTabSz="711200">
            <a:lnSpc>
              <a:spcPct val="90000"/>
            </a:lnSpc>
            <a:spcBef>
              <a:spcPct val="0"/>
            </a:spcBef>
            <a:spcAft>
              <a:spcPct val="15000"/>
            </a:spcAft>
            <a:buChar char="•"/>
          </a:pPr>
          <a:r>
            <a:rPr lang="en-US" sz="1600" kern="1200" dirty="0">
              <a:solidFill>
                <a:srgbClr val="20282F"/>
              </a:solidFill>
            </a:rPr>
            <a:t>Multiple routers prevent single points of failure</a:t>
          </a:r>
        </a:p>
        <a:p>
          <a:pPr marL="171450" lvl="1" indent="-171450" algn="l" defTabSz="711200">
            <a:lnSpc>
              <a:spcPct val="90000"/>
            </a:lnSpc>
            <a:spcBef>
              <a:spcPct val="0"/>
            </a:spcBef>
            <a:spcAft>
              <a:spcPct val="15000"/>
            </a:spcAft>
            <a:buChar char="•"/>
          </a:pPr>
          <a:r>
            <a:rPr lang="en-US" sz="1600" kern="1200" dirty="0">
              <a:solidFill>
                <a:srgbClr val="20282F"/>
              </a:solidFill>
            </a:rPr>
            <a:t>Quick failover with protocols like HSRP/VRRP</a:t>
          </a:r>
        </a:p>
        <a:p>
          <a:pPr marL="171450" lvl="1" indent="-171450" algn="l" defTabSz="711200">
            <a:lnSpc>
              <a:spcPct val="90000"/>
            </a:lnSpc>
            <a:spcBef>
              <a:spcPct val="0"/>
            </a:spcBef>
            <a:spcAft>
              <a:spcPct val="15000"/>
            </a:spcAft>
            <a:buChar char="•"/>
          </a:pPr>
          <a:r>
            <a:rPr lang="en-US" sz="1600" kern="1200" dirty="0">
              <a:solidFill>
                <a:srgbClr val="20282F"/>
              </a:solidFill>
            </a:rPr>
            <a:t>Maintains network access and reliability</a:t>
          </a:r>
        </a:p>
      </dsp:txBody>
      <dsp:txXfrm>
        <a:off x="0" y="1633269"/>
        <a:ext cx="7886700" cy="1615950"/>
      </dsp:txXfrm>
    </dsp:sp>
    <dsp:sp modelId="{7316D58E-0FE8-5149-B020-0E89258519F0}">
      <dsp:nvSpPr>
        <dsp:cNvPr id="0" name=""/>
        <dsp:cNvSpPr/>
      </dsp:nvSpPr>
      <dsp:spPr>
        <a:xfrm>
          <a:off x="394335" y="1367589"/>
          <a:ext cx="5520690" cy="5313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8669" tIns="0" rIns="208669" bIns="0" numCol="1" spcCol="1270" anchor="ctr" anchorCtr="0">
          <a:noAutofit/>
        </a:bodyPr>
        <a:lstStyle/>
        <a:p>
          <a:pPr marL="0" lvl="0" indent="0" algn="l" defTabSz="755650">
            <a:lnSpc>
              <a:spcPct val="90000"/>
            </a:lnSpc>
            <a:spcBef>
              <a:spcPct val="0"/>
            </a:spcBef>
            <a:spcAft>
              <a:spcPct val="35000"/>
            </a:spcAft>
            <a:buNone/>
          </a:pPr>
          <a:r>
            <a:rPr lang="en-US" sz="1700" kern="1200" dirty="0"/>
            <a:t>Functions</a:t>
          </a:r>
        </a:p>
      </dsp:txBody>
      <dsp:txXfrm>
        <a:off x="420274" y="1393528"/>
        <a:ext cx="5468812" cy="479482"/>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Process10">
  <dgm:title val=""/>
  <dgm:desc val=""/>
  <dgm:catLst>
    <dgm:cat type="process" pri="3000"/>
    <dgm:cat type="picture" pri="30000"/>
    <dgm:cat type="pictureconvert" pri="3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op="equ" fact="0.3333"/>
      <dgm:constr type="primFontSz" for="des" forName="txNode" op="equ" val="65"/>
      <dgm:constr type="primFontSz" for="des" forName="connTx" op="equ" val="55"/>
      <dgm:constr type="primFontSz" for="des" forName="connTx" refType="primFontSz" refFor="des" refForName="txNode" op="lte" fact="0.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imagSh"/>
              <dgm:constr type="w" for="ch" forName="imagSh" refType="w" fact="0.86"/>
              <dgm:constr type="t" for="ch" forName="imagSh"/>
              <dgm:constr type="h" for="ch" forName="imagSh" refType="w" refFor="ch" refForName="imagSh"/>
              <dgm:constr type="l" for="ch" forName="txNode" refType="w" fact="0.14"/>
              <dgm:constr type="w" for="ch" forName="txNode" refType="w" refFor="ch" refForName="imagSh"/>
              <dgm:constr type="t" for="ch" forName="txNode" refType="h" refFor="ch" refForName="imagSh" fact="0.6"/>
              <dgm:constr type="h" for="ch" forName="txNode" refType="h" refFor="ch" refForName="imagSh"/>
            </dgm:constrLst>
          </dgm:if>
          <dgm:else name="Name7">
            <dgm:constrLst>
              <dgm:constr type="l" for="ch" forName="imagSh" refType="w" fact="0.14"/>
              <dgm:constr type="w" for="ch" forName="imagSh" refType="w" fact="0.86"/>
              <dgm:constr type="t" for="ch" forName="imagSh"/>
              <dgm:constr type="h" for="ch" forName="imagSh" refType="w" refFor="ch" refForName="imagSh"/>
              <dgm:constr type="l" for="ch" forName="txNode"/>
              <dgm:constr type="w" for="ch" forName="txNode" refType="w" refFor="ch" refForName="imagSh"/>
              <dgm:constr type="t" for="ch" forName="txNode" refType="h" refFor="ch" refForName="imagSh" fact="0.6"/>
              <dgm:constr type="h" for="ch" forName="txNode" refType="h" refFor="ch" refForName="imagSh"/>
            </dgm:constrLst>
          </dgm:else>
        </dgm:choose>
        <dgm:ruleLst/>
        <dgm:layoutNode name="imagSh" styleLbl="bgImgPlace1">
          <dgm:alg type="sp"/>
          <dgm:shape xmlns:r="http://schemas.openxmlformats.org/officeDocument/2006/relationships" type="roundRect" r:blip="" blipPhldr="1">
            <dgm:adjLst>
              <dgm:adj idx="1" val="0.1"/>
            </dgm:adjLst>
          </dgm:shape>
          <dgm:presOf/>
          <dgm:constrLst/>
          <dgm:ruleLst/>
        </dgm:layoutNode>
        <dgm:layoutNode name="txNode" styleLbl="node1">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sibTransForEach" axis="followSib" ptType="sibTrans" cnt="1">
        <dgm:layoutNode name="sibTrans">
          <dgm:alg type="conn">
            <dgm:param type="begPts" val="auto"/>
            <dgm:param type="endPts" val="auto"/>
            <dgm:param type="srcNode" val="imagSh"/>
            <dgm:param type="dstNode" val="imagSh"/>
          </dgm:alg>
          <dgm:shape xmlns:r="http://schemas.openxmlformats.org/officeDocument/2006/relationships" type="conn" r:blip="">
            <dgm:adjLst/>
          </dgm:shape>
          <dgm:presOf axis="self"/>
          <dgm:constrLst>
            <dgm:constr type="h" refType="w" fact="0.62"/>
            <dgm:constr type="connDist"/>
            <dgm:constr type="begPad" refType="connDist" fact="0.35"/>
            <dgm:constr type="endPad" refType="connDist" fact="0.3"/>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Process10">
  <dgm:title val=""/>
  <dgm:desc val=""/>
  <dgm:catLst>
    <dgm:cat type="process" pri="3000"/>
    <dgm:cat type="picture" pri="30000"/>
    <dgm:cat type="pictureconvert" pri="3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op="equ" fact="0.3333"/>
      <dgm:constr type="primFontSz" for="des" forName="txNode" op="equ" val="65"/>
      <dgm:constr type="primFontSz" for="des" forName="connTx" op="equ" val="55"/>
      <dgm:constr type="primFontSz" for="des" forName="connTx" refType="primFontSz" refFor="des" refForName="txNode" op="lte" fact="0.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imagSh"/>
              <dgm:constr type="w" for="ch" forName="imagSh" refType="w" fact="0.86"/>
              <dgm:constr type="t" for="ch" forName="imagSh"/>
              <dgm:constr type="h" for="ch" forName="imagSh" refType="w" refFor="ch" refForName="imagSh"/>
              <dgm:constr type="l" for="ch" forName="txNode" refType="w" fact="0.14"/>
              <dgm:constr type="w" for="ch" forName="txNode" refType="w" refFor="ch" refForName="imagSh"/>
              <dgm:constr type="t" for="ch" forName="txNode" refType="h" refFor="ch" refForName="imagSh" fact="0.6"/>
              <dgm:constr type="h" for="ch" forName="txNode" refType="h" refFor="ch" refForName="imagSh"/>
            </dgm:constrLst>
          </dgm:if>
          <dgm:else name="Name7">
            <dgm:constrLst>
              <dgm:constr type="l" for="ch" forName="imagSh" refType="w" fact="0.14"/>
              <dgm:constr type="w" for="ch" forName="imagSh" refType="w" fact="0.86"/>
              <dgm:constr type="t" for="ch" forName="imagSh"/>
              <dgm:constr type="h" for="ch" forName="imagSh" refType="w" refFor="ch" refForName="imagSh"/>
              <dgm:constr type="l" for="ch" forName="txNode"/>
              <dgm:constr type="w" for="ch" forName="txNode" refType="w" refFor="ch" refForName="imagSh"/>
              <dgm:constr type="t" for="ch" forName="txNode" refType="h" refFor="ch" refForName="imagSh" fact="0.6"/>
              <dgm:constr type="h" for="ch" forName="txNode" refType="h" refFor="ch" refForName="imagSh"/>
            </dgm:constrLst>
          </dgm:else>
        </dgm:choose>
        <dgm:ruleLst/>
        <dgm:layoutNode name="imagSh" styleLbl="bgImgPlace1">
          <dgm:alg type="sp"/>
          <dgm:shape xmlns:r="http://schemas.openxmlformats.org/officeDocument/2006/relationships" type="roundRect" r:blip="" blipPhldr="1">
            <dgm:adjLst>
              <dgm:adj idx="1" val="0.1"/>
            </dgm:adjLst>
          </dgm:shape>
          <dgm:presOf/>
          <dgm:constrLst/>
          <dgm:ruleLst/>
        </dgm:layoutNode>
        <dgm:layoutNode name="txNode" styleLbl="node1">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sibTransForEach" axis="followSib" ptType="sibTrans" cnt="1">
        <dgm:layoutNode name="sibTrans">
          <dgm:alg type="conn">
            <dgm:param type="begPts" val="auto"/>
            <dgm:param type="endPts" val="auto"/>
            <dgm:param type="srcNode" val="imagSh"/>
            <dgm:param type="dstNode" val="imagSh"/>
          </dgm:alg>
          <dgm:shape xmlns:r="http://schemas.openxmlformats.org/officeDocument/2006/relationships" type="conn" r:blip="">
            <dgm:adjLst/>
          </dgm:shape>
          <dgm:presOf axis="self"/>
          <dgm:constrLst>
            <dgm:constr type="h" refType="w" fact="0.62"/>
            <dgm:constr type="connDist"/>
            <dgm:constr type="begPad" refType="connDist" fact="0.35"/>
            <dgm:constr type="endPad" refType="connDist" fact="0.3"/>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8/layout/BendingPictureCaption">
  <dgm:title val=""/>
  <dgm:desc val=""/>
  <dgm:catLst>
    <dgm:cat type="picture" pri="6000"/>
    <dgm:cat type="pictureconvert" pri="6000"/>
  </dgm:catLst>
  <dgm:sampData>
    <dgm:dataModel>
      <dgm:ptLst>
        <dgm:pt modelId="0" type="doc"/>
        <dgm:pt modelId="1">
          <dgm:prSet phldr="1"/>
        </dgm:pt>
        <dgm:pt modelId="2">
          <dgm:prSet phldr="1"/>
        </dgm:pt>
      </dgm:ptLst>
      <dgm:cxnLst>
        <dgm:cxn modelId="7" srcId="0" destId="1" srcOrd="0" destOrd="0"/>
        <dgm:cxn modelId="8" srcId="0" destId="2" srcOrd="1"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diagram">
    <dgm:varLst>
      <dgm:dir/>
    </dgm:varLst>
    <dgm:choose name="Name0">
      <dgm:if name="Name1" func="var" arg="dir" op="equ" val="norm">
        <dgm:alg type="snake">
          <dgm:param type="off" val="ctr"/>
        </dgm:alg>
      </dgm:if>
      <dgm:else name="Name2">
        <dgm:alg type="snake">
          <dgm:param type="grDir" val="tR"/>
          <dgm:param type="off" val="c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31"/>
        </dgm:alg>
        <dgm:shape xmlns:r="http://schemas.openxmlformats.org/officeDocument/2006/relationships" r:blip="">
          <dgm:adjLst/>
        </dgm:shape>
        <dgm:choose name="Name3">
          <dgm:if name="Name4" func="var" arg="dir" op="equ" val="norm">
            <dgm:constrLst>
              <dgm:constr type="l" for="ch" forName="Image" refType="w" fact="0"/>
              <dgm:constr type="t" for="ch" forName="Image" refType="h" fact="0"/>
              <dgm:constr type="w" for="ch" forName="Image" refType="w" fact="0.94"/>
              <dgm:constr type="h" for="ch" forName="Image" refType="h" fact="0.91"/>
              <dgm:constr type="l" for="ch" forName="Parent" refType="w" fact="0.19"/>
              <dgm:constr type="t" for="ch" forName="Parent" refType="h" fact="0.745"/>
              <dgm:constr type="w" for="ch" forName="Parent" refType="w" fact="0.81"/>
              <dgm:constr type="h" for="ch" forName="Parent" refType="h" fact="0.255"/>
            </dgm:constrLst>
          </dgm:if>
          <dgm:else name="Name5">
            <dgm:constrLst>
              <dgm:constr type="l" for="ch" forName="Image" refType="w" fact="0.06"/>
              <dgm:constr type="t" for="ch" forName="Image" refType="h" fact="0"/>
              <dgm:constr type="w" for="ch" forName="Image" refType="w" fact="0.94"/>
              <dgm:constr type="h" for="ch" forName="Image" refType="h" fact="0.91"/>
              <dgm:constr type="l" for="ch" forName="Parent" refType="w" fact="0"/>
              <dgm:constr type="t" for="ch" forName="Parent" refType="h" fact="0.745"/>
              <dgm:constr type="w" for="ch" forName="Parent" refType="w" fact="0.81"/>
              <dgm:constr type="h" for="ch" forName="Parent" refType="h" fact="0.255"/>
            </dgm:constrLst>
          </dgm:else>
        </dgm:choose>
        <dgm:layoutNode name="Image" styleLbl="bgShp">
          <dgm:alg type="sp"/>
          <dgm:shape xmlns:r="http://schemas.openxmlformats.org/officeDocument/2006/relationships" type="rect" r:blip="" blipPhldr="1">
            <dgm:adjLst/>
          </dgm:shape>
          <dgm:presOf/>
        </dgm:layoutNode>
        <dgm:layoutNode name="Parent" styleLbl="node0">
          <dgm:varLst>
            <dgm:bulletEnabled val="1"/>
          </dgm:varLst>
          <dgm:alg type="tx">
            <dgm:param type="txAnchorVertCh" val="mid"/>
            <dgm:param type="shpTxRTLAlignCh" val="r"/>
            <dgm:param type="lnSpAfParP" val="5"/>
          </dgm:alg>
          <dgm:shape xmlns:r="http://schemas.openxmlformats.org/officeDocument/2006/relationships" type="rect" r:blip="">
            <dgm:adjLst/>
          </dgm:shape>
          <dgm:presOf axis="desOr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B664CF5-B977-BFF1-9097-2EF5A48FFC0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1ED517A-6E36-8F40-7037-3E5D9E3E672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E6B64F8-5C2C-4F29-B303-F399887BD256}" type="datetimeFigureOut">
              <a:rPr lang="en-US" smtClean="0"/>
              <a:t>4/21/2025</a:t>
            </a:fld>
            <a:endParaRPr lang="en-US"/>
          </a:p>
        </p:txBody>
      </p:sp>
      <p:sp>
        <p:nvSpPr>
          <p:cNvPr id="4" name="Footer Placeholder 3">
            <a:extLst>
              <a:ext uri="{FF2B5EF4-FFF2-40B4-BE49-F238E27FC236}">
                <a16:creationId xmlns:a16="http://schemas.microsoft.com/office/drawing/2014/main" id="{1CC002D8-646B-9D97-D45F-99CE31C206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​Copyright © 2024 The Computing Technology Industry Association, Inc. All rights reserved.</a:t>
            </a:r>
          </a:p>
        </p:txBody>
      </p:sp>
      <p:sp>
        <p:nvSpPr>
          <p:cNvPr id="5" name="Slide Number Placeholder 4">
            <a:extLst>
              <a:ext uri="{FF2B5EF4-FFF2-40B4-BE49-F238E27FC236}">
                <a16:creationId xmlns:a16="http://schemas.microsoft.com/office/drawing/2014/main" id="{82E5F993-5C24-0B8C-258C-C9F01125DAE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417901-CBF2-4A23-AAFA-F8975FC9CF90}" type="slidenum">
              <a:rPr lang="en-US" smtClean="0"/>
              <a:t>‹#›</a:t>
            </a:fld>
            <a:endParaRPr lang="en-US"/>
          </a:p>
        </p:txBody>
      </p:sp>
    </p:spTree>
    <p:extLst>
      <p:ext uri="{BB962C8B-B14F-4D97-AF65-F5344CB8AC3E}">
        <p14:creationId xmlns:p14="http://schemas.microsoft.com/office/powerpoint/2010/main" val="168789828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E0AA9D-B8AA-4E3D-B10A-A871A76066C4}" type="datetimeFigureOut">
              <a:rPr lang="en-US" smtClean="0"/>
              <a:t>4/21/2025</a:t>
            </a:fld>
            <a:endParaRPr lang="en-US"/>
          </a:p>
        </p:txBody>
      </p:sp>
      <p:sp>
        <p:nvSpPr>
          <p:cNvPr id="4" name="Slide Image Placeholder 3"/>
          <p:cNvSpPr>
            <a:spLocks noGrp="1" noRot="1" noChangeAspect="1"/>
          </p:cNvSpPr>
          <p:nvPr>
            <p:ph type="sldImg" idx="2"/>
          </p:nvPr>
        </p:nvSpPr>
        <p:spPr>
          <a:xfrm>
            <a:off x="684213" y="1143000"/>
            <a:ext cx="54895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r>
              <a:rPr lang="en-US"/>
              <a:t>​Copyright © 2024 The Computing Technology Industry Association, Inc. All rights reserved.</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FC1154-15AF-4CEB-AEC9-7A3CFB195EFA}" type="slidenum">
              <a:rPr lang="en-US" smtClean="0"/>
              <a:t>‹#›</a:t>
            </a:fld>
            <a:endParaRPr lang="en-US"/>
          </a:p>
        </p:txBody>
      </p:sp>
    </p:spTree>
    <p:extLst>
      <p:ext uri="{BB962C8B-B14F-4D97-AF65-F5344CB8AC3E}">
        <p14:creationId xmlns:p14="http://schemas.microsoft.com/office/powerpoint/2010/main" val="1461633394"/>
      </p:ext>
    </p:extLst>
  </p:cSld>
  <p:clrMap bg1="lt1" tx1="dk1" bg2="lt2" tx2="dk2" accent1="accent1" accent2="accent2" accent3="accent3" accent4="accent4" accent5="accent5" accent6="accent6" hlink="hlink" folHlink="folHlink"/>
  <p:hf hdr="0" dt="0"/>
  <p:notesStyle>
    <a:lvl1pPr marL="0" algn="l" defTabSz="685526" rtl="0" eaLnBrk="1" latinLnBrk="0" hangingPunct="1">
      <a:defRPr sz="900" kern="1200">
        <a:solidFill>
          <a:schemeClr val="tx1"/>
        </a:solidFill>
        <a:latin typeface="+mn-lt"/>
        <a:ea typeface="+mn-ea"/>
        <a:cs typeface="+mn-cs"/>
      </a:defRPr>
    </a:lvl1pPr>
    <a:lvl2pPr marL="342763" algn="l" defTabSz="685526" rtl="0" eaLnBrk="1" latinLnBrk="0" hangingPunct="1">
      <a:defRPr sz="900" kern="1200">
        <a:solidFill>
          <a:schemeClr val="tx1"/>
        </a:solidFill>
        <a:latin typeface="+mn-lt"/>
        <a:ea typeface="+mn-ea"/>
        <a:cs typeface="+mn-cs"/>
      </a:defRPr>
    </a:lvl2pPr>
    <a:lvl3pPr marL="685526" algn="l" defTabSz="685526" rtl="0" eaLnBrk="1" latinLnBrk="0" hangingPunct="1">
      <a:defRPr sz="900" kern="1200">
        <a:solidFill>
          <a:schemeClr val="tx1"/>
        </a:solidFill>
        <a:latin typeface="+mn-lt"/>
        <a:ea typeface="+mn-ea"/>
        <a:cs typeface="+mn-cs"/>
      </a:defRPr>
    </a:lvl3pPr>
    <a:lvl4pPr marL="1028289" algn="l" defTabSz="685526" rtl="0" eaLnBrk="1" latinLnBrk="0" hangingPunct="1">
      <a:defRPr sz="900" kern="1200">
        <a:solidFill>
          <a:schemeClr val="tx1"/>
        </a:solidFill>
        <a:latin typeface="+mn-lt"/>
        <a:ea typeface="+mn-ea"/>
        <a:cs typeface="+mn-cs"/>
      </a:defRPr>
    </a:lvl4pPr>
    <a:lvl5pPr marL="1371051" algn="l" defTabSz="685526" rtl="0" eaLnBrk="1" latinLnBrk="0" hangingPunct="1">
      <a:defRPr sz="900" kern="1200">
        <a:solidFill>
          <a:schemeClr val="tx1"/>
        </a:solidFill>
        <a:latin typeface="+mn-lt"/>
        <a:ea typeface="+mn-ea"/>
        <a:cs typeface="+mn-cs"/>
      </a:defRPr>
    </a:lvl5pPr>
    <a:lvl6pPr marL="1713814" algn="l" defTabSz="685526" rtl="0" eaLnBrk="1" latinLnBrk="0" hangingPunct="1">
      <a:defRPr sz="900" kern="1200">
        <a:solidFill>
          <a:schemeClr val="tx1"/>
        </a:solidFill>
        <a:latin typeface="+mn-lt"/>
        <a:ea typeface="+mn-ea"/>
        <a:cs typeface="+mn-cs"/>
      </a:defRPr>
    </a:lvl6pPr>
    <a:lvl7pPr marL="2056577" algn="l" defTabSz="685526" rtl="0" eaLnBrk="1" latinLnBrk="0" hangingPunct="1">
      <a:defRPr sz="900" kern="1200">
        <a:solidFill>
          <a:schemeClr val="tx1"/>
        </a:solidFill>
        <a:latin typeface="+mn-lt"/>
        <a:ea typeface="+mn-ea"/>
        <a:cs typeface="+mn-cs"/>
      </a:defRPr>
    </a:lvl7pPr>
    <a:lvl8pPr marL="2399340" algn="l" defTabSz="685526" rtl="0" eaLnBrk="1" latinLnBrk="0" hangingPunct="1">
      <a:defRPr sz="900" kern="1200">
        <a:solidFill>
          <a:schemeClr val="tx1"/>
        </a:solidFill>
        <a:latin typeface="+mn-lt"/>
        <a:ea typeface="+mn-ea"/>
        <a:cs typeface="+mn-cs"/>
      </a:defRPr>
    </a:lvl8pPr>
    <a:lvl9pPr marL="2742103" algn="l" defTabSz="685526"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pPr marL="171450" lvl="0" indent="-171450">
              <a:buFont typeface="Arial" panose="020B0604020202020204" pitchFamily="34" charset="0"/>
              <a:buChar char="•"/>
            </a:pPr>
            <a:endParaRPr lang="en-US" b="0" i="0" dirty="0">
              <a:solidFill>
                <a:srgbClr val="FFFFFF"/>
              </a:solidFill>
              <a:effectLst/>
              <a:latin typeface="roboto" panose="02000000000000000000" pitchFamily="2" charset="0"/>
            </a:endParaRPr>
          </a:p>
          <a:p>
            <a:pPr marL="0" lvl="0" indent="0">
              <a:buFont typeface="Courier New" panose="02070309020205020404" pitchFamily="49" charset="0"/>
              <a:buNone/>
            </a:pPr>
            <a:endParaRPr lang="en-GB" dirty="0"/>
          </a:p>
        </p:txBody>
      </p:sp>
      <p:sp>
        <p:nvSpPr>
          <p:cNvPr id="4" name="Footer Placeholder 3">
            <a:extLst>
              <a:ext uri="{FF2B5EF4-FFF2-40B4-BE49-F238E27FC236}">
                <a16:creationId xmlns:a16="http://schemas.microsoft.com/office/drawing/2014/main" id="{12471DED-9A32-9E09-7020-A32CBA15E217}"/>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5377195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4213" y="1143000"/>
            <a:ext cx="5489575" cy="308610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The learning objectives aligns with the following Exam Objectives for Module 7:</a:t>
            </a:r>
          </a:p>
          <a:p>
            <a:pPr marL="179388" marR="0" lvl="0" indent="-17145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Char char="•"/>
              <a:defRPr/>
            </a:pPr>
            <a:r>
              <a:rPr lang="en-US" dirty="0"/>
              <a:t>1.2 Compare and contrast networking appliances, applications, and functions.</a:t>
            </a:r>
          </a:p>
          <a:p>
            <a:pPr marL="179388" marR="0" lvl="0" indent="-17145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Char char="•"/>
              <a:defRPr/>
            </a:pPr>
            <a:r>
              <a:rPr lang="en-US" dirty="0"/>
              <a:t>1.4 Explain common networking ports, protocols, services, and traffic types.</a:t>
            </a:r>
          </a:p>
          <a:p>
            <a:pPr marL="179388" marR="0" lvl="0" indent="-17145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Char char="•"/>
              <a:defRPr/>
            </a:pPr>
            <a:r>
              <a:rPr lang="en-US" dirty="0"/>
              <a:t>2.1 Explain characteristics of routing technologies.</a:t>
            </a:r>
          </a:p>
          <a:p>
            <a:pPr marL="179388" marR="0" lvl="0" indent="-17145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Char char="•"/>
              <a:defRPr/>
            </a:pPr>
            <a:r>
              <a:rPr lang="en-US" dirty="0"/>
              <a:t>3.3 Explain disaster recovery (DR) concepts. </a:t>
            </a:r>
          </a:p>
          <a:p>
            <a:pPr marL="179388" marR="0" lvl="0" indent="-17145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Char char="•"/>
              <a:defRPr/>
            </a:pPr>
            <a:r>
              <a:rPr lang="en-US" dirty="0"/>
              <a:t>3.4 Given a scenario, implement IPv4 and IPv6 network services.</a:t>
            </a:r>
          </a:p>
          <a:p>
            <a:pPr marL="0" indent="0">
              <a:buFont typeface="Arial" panose="020B0604020202020204" pitchFamily="34" charset="0"/>
              <a:buNone/>
            </a:pPr>
            <a:endParaRPr lang="en-US" dirty="0"/>
          </a:p>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4D475287-3A7F-4B73-AE9A-3DD78FAB3CAE}" type="slidenum">
              <a:rPr lang="en-US" smtClean="0"/>
              <a:t>2</a:t>
            </a:fld>
            <a:endParaRPr lang="en-US" dirty="0"/>
          </a:p>
        </p:txBody>
      </p:sp>
      <p:sp>
        <p:nvSpPr>
          <p:cNvPr id="5" name="Footer Placeholder 4">
            <a:extLst>
              <a:ext uri="{FF2B5EF4-FFF2-40B4-BE49-F238E27FC236}">
                <a16:creationId xmlns:a16="http://schemas.microsoft.com/office/drawing/2014/main" id="{53D4C32F-DD7E-2607-57CF-6FD6D64B024C}"/>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4276030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pPr marL="158750" indent="0">
              <a:buNone/>
            </a:pPr>
            <a:r>
              <a:rPr lang="en-US" b="1" dirty="0"/>
              <a:t>Exam Objectives Covered</a:t>
            </a:r>
          </a:p>
          <a:p>
            <a:pPr marL="457200" indent="-298450"/>
            <a:r>
              <a:rPr lang="en-US" dirty="0"/>
              <a:t>1.4 Explain common networking ports, protocols, services, and traffic types.</a:t>
            </a:r>
          </a:p>
          <a:p>
            <a:pPr marL="457200" indent="-298450"/>
            <a:r>
              <a:rPr lang="en-US" dirty="0"/>
              <a:t>3.4 Given a scenario, implement IPv4 and IPv6 network services.</a:t>
            </a:r>
          </a:p>
          <a:p>
            <a:endParaRPr lang="en-GB" dirty="0"/>
          </a:p>
        </p:txBody>
      </p:sp>
      <p:sp>
        <p:nvSpPr>
          <p:cNvPr id="4" name="Footer Placeholder 3">
            <a:extLst>
              <a:ext uri="{FF2B5EF4-FFF2-40B4-BE49-F238E27FC236}">
                <a16:creationId xmlns:a16="http://schemas.microsoft.com/office/drawing/2014/main" id="{EDE5C595-0EA8-9365-0C62-DB99CD1BF9A2}"/>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80100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Transport Layer Security (TLS)</a:t>
            </a:r>
            <a:endParaRPr lang="en-US" dirty="0"/>
          </a:p>
          <a:p>
            <a:r>
              <a:rPr lang="en-US" dirty="0"/>
              <a:t>TLS is like a protective envelope for data sent over the Internet.</a:t>
            </a:r>
          </a:p>
          <a:p>
            <a:endParaRPr lang="en-US" dirty="0"/>
          </a:p>
          <a:p>
            <a:r>
              <a:rPr lang="en-US" dirty="0"/>
              <a:t>Here’s how TLS works in simple terms:</a:t>
            </a:r>
          </a:p>
          <a:p>
            <a:endParaRPr lang="en-US" dirty="0"/>
          </a:p>
          <a:p>
            <a:pPr marL="228600" indent="-228600" algn="l">
              <a:buFont typeface="+mj-lt"/>
              <a:buAutoNum type="arabicPeriod"/>
            </a:pPr>
            <a:r>
              <a:rPr lang="en-US" dirty="0"/>
              <a:t>Encryption: Just like sealing your letter in an envelope, TLS encrypts the data to hide it from anyone who might intercept it. This ensures that only the sender and the recipient, who have the “key” to the “envelope”, can access the contents.</a:t>
            </a:r>
          </a:p>
          <a:p>
            <a:pPr marL="228600" indent="-228600" algn="l">
              <a:buFont typeface="+mj-lt"/>
              <a:buAutoNum type="arabicPeriod"/>
            </a:pPr>
            <a:r>
              <a:rPr lang="en-US" dirty="0"/>
              <a:t>Authentication: Before you send your letter, you want to be sure that the person you’re sending it to is who they say they are. TLS uses certificates, which are like digital IDs, to confirm that the server you’re communicating with is legitimate.</a:t>
            </a:r>
          </a:p>
          <a:p>
            <a:pPr marL="228600" indent="-228600" algn="l">
              <a:buFont typeface="+mj-lt"/>
              <a:buAutoNum type="arabicPeriod"/>
            </a:pPr>
            <a:r>
              <a:rPr lang="en-US" dirty="0"/>
              <a:t>Integrity: You also want to make sure that your letter hasn’t been tampered with during transit. TLS includes checks to ensure that the data remains unchanged from when it was sent to when it’s received.</a:t>
            </a:r>
          </a:p>
          <a:p>
            <a:endParaRPr lang="en-US" dirty="0"/>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4</a:t>
            </a:fld>
            <a:endParaRPr lang="en-US" dirty="0"/>
          </a:p>
        </p:txBody>
      </p:sp>
    </p:spTree>
    <p:extLst>
      <p:ext uri="{BB962C8B-B14F-4D97-AF65-F5344CB8AC3E}">
        <p14:creationId xmlns:p14="http://schemas.microsoft.com/office/powerpoint/2010/main" val="3721342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TLS Handshake</a:t>
            </a:r>
            <a:endParaRPr lang="en-US" dirty="0"/>
          </a:p>
          <a:p>
            <a:pPr marL="228600" indent="-228600" algn="l">
              <a:buFont typeface="+mj-lt"/>
              <a:buAutoNum type="arabicPeriod"/>
            </a:pPr>
            <a:r>
              <a:rPr lang="en-US" i="0" dirty="0">
                <a:effectLst/>
              </a:rPr>
              <a:t>Client Hello</a:t>
            </a:r>
            <a:r>
              <a:rPr lang="en-US" b="0" i="0" dirty="0">
                <a:effectLst/>
              </a:rPr>
              <a:t>: The client initiates the handshake by sending a “hello” message to the server. This message includes:</a:t>
            </a:r>
            <a:endParaRPr lang="en-US" dirty="0"/>
          </a:p>
          <a:p>
            <a:pPr marL="635000" lvl="1" indent="-177800" algn="l">
              <a:buFont typeface="+mj-lt"/>
              <a:buAutoNum type="alphaLcPeriod"/>
            </a:pPr>
            <a:r>
              <a:rPr lang="en-US" b="0" i="0" dirty="0">
                <a:effectLst/>
              </a:rPr>
              <a:t>Supported TLS version</a:t>
            </a:r>
          </a:p>
          <a:p>
            <a:pPr marL="635000" lvl="1" indent="-177800" algn="l">
              <a:buFont typeface="+mj-lt"/>
              <a:buAutoNum type="alphaLcPeriod"/>
            </a:pPr>
            <a:r>
              <a:rPr lang="en-US" b="0" i="0" dirty="0">
                <a:effectLst/>
              </a:rPr>
              <a:t>List of cipher suites</a:t>
            </a:r>
          </a:p>
          <a:p>
            <a:pPr marL="635000" lvl="1" indent="-177800" algn="l">
              <a:buFont typeface="+mj-lt"/>
              <a:buAutoNum type="alphaLcPeriod"/>
            </a:pPr>
            <a:r>
              <a:rPr lang="en-US" b="0" i="0" dirty="0">
                <a:effectLst/>
              </a:rPr>
              <a:t>A random byte string called the “client random”</a:t>
            </a:r>
          </a:p>
          <a:p>
            <a:pPr marL="228600" indent="-228600" algn="l">
              <a:buFont typeface="+mj-lt"/>
              <a:buAutoNum type="arabicPeriod"/>
            </a:pPr>
            <a:r>
              <a:rPr lang="en-US" i="0" dirty="0">
                <a:effectLst/>
              </a:rPr>
              <a:t>Server Hello</a:t>
            </a:r>
            <a:r>
              <a:rPr lang="en-US" b="0" i="0" dirty="0">
                <a:effectLst/>
              </a:rPr>
              <a:t>: In response, the server sends:</a:t>
            </a:r>
          </a:p>
          <a:p>
            <a:pPr marL="635000" lvl="1" indent="-177800" algn="l">
              <a:buFont typeface="+mj-lt"/>
              <a:buAutoNum type="alphaLcPeriod"/>
            </a:pPr>
            <a:r>
              <a:rPr lang="en-US" b="0" i="0" dirty="0">
                <a:effectLst/>
              </a:rPr>
              <a:t>Its SSL certificate</a:t>
            </a:r>
          </a:p>
          <a:p>
            <a:pPr marL="635000" lvl="1" indent="-177800" algn="l">
              <a:buFont typeface="+mj-lt"/>
              <a:buAutoNum type="alphaLcPeriod"/>
            </a:pPr>
            <a:r>
              <a:rPr lang="en-US" b="0" i="0" dirty="0">
                <a:effectLst/>
              </a:rPr>
              <a:t>Chosen cipher suite</a:t>
            </a:r>
          </a:p>
          <a:p>
            <a:pPr marL="635000" lvl="1" indent="-177800" algn="l">
              <a:buFont typeface="+mj-lt"/>
              <a:buAutoNum type="alphaLcPeriod"/>
            </a:pPr>
            <a:r>
              <a:rPr lang="en-US" b="0" i="0" dirty="0">
                <a:effectLst/>
              </a:rPr>
              <a:t>Another random byte string (“server random”)</a:t>
            </a:r>
          </a:p>
          <a:p>
            <a:pPr marL="228600" indent="-228600" algn="l">
              <a:buFont typeface="+mj-lt"/>
              <a:buAutoNum type="arabicPeriod"/>
            </a:pPr>
            <a:r>
              <a:rPr lang="en-US" i="0" dirty="0">
                <a:effectLst/>
              </a:rPr>
              <a:t>Authentication</a:t>
            </a:r>
            <a:r>
              <a:rPr lang="en-US" b="0" i="0" dirty="0">
                <a:effectLst/>
              </a:rPr>
              <a:t>: The client verifies the server’s SSL certificate to authenticate its identity.</a:t>
            </a:r>
          </a:p>
          <a:p>
            <a:pPr marL="228600" indent="-228600" algn="l">
              <a:buFont typeface="+mj-lt"/>
              <a:buAutoNum type="arabicPeriod"/>
            </a:pPr>
            <a:r>
              <a:rPr lang="en-US" i="0" dirty="0">
                <a:effectLst/>
              </a:rPr>
              <a:t>Key Exchange</a:t>
            </a:r>
            <a:r>
              <a:rPr lang="en-US" b="0" i="0" dirty="0">
                <a:effectLst/>
              </a:rPr>
              <a:t>: Both sides agree on a pre-master secret for the session using the chosen cipher suite.</a:t>
            </a:r>
          </a:p>
          <a:p>
            <a:pPr marL="228600" indent="-228600" algn="l">
              <a:buFont typeface="+mj-lt"/>
              <a:buAutoNum type="arabicPeriod"/>
            </a:pPr>
            <a:r>
              <a:rPr lang="en-US" i="0" dirty="0">
                <a:effectLst/>
              </a:rPr>
              <a:t>Session Keys</a:t>
            </a:r>
            <a:r>
              <a:rPr lang="en-US" b="0" i="0" dirty="0">
                <a:effectLst/>
              </a:rPr>
              <a:t>: Session keys are generated from the pre-master secret and random strings exchanged earlier.</a:t>
            </a:r>
          </a:p>
          <a:p>
            <a:pPr marL="228600" indent="-228600" algn="l">
              <a:buFont typeface="+mj-lt"/>
              <a:buAutoNum type="arabicPeriod"/>
            </a:pPr>
            <a:r>
              <a:rPr lang="en-US" i="0" dirty="0">
                <a:effectLst/>
              </a:rPr>
              <a:t>Finished</a:t>
            </a:r>
            <a:r>
              <a:rPr lang="en-US" b="0" i="0" dirty="0">
                <a:effectLst/>
              </a:rPr>
              <a:t>: Both client and server send a “finished” message, encrypted with the session keys, confirming the handshake is complete.</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5</a:t>
            </a:fld>
            <a:endParaRPr lang="en-US" dirty="0"/>
          </a:p>
        </p:txBody>
      </p:sp>
    </p:spTree>
    <p:extLst>
      <p:ext uri="{BB962C8B-B14F-4D97-AF65-F5344CB8AC3E}">
        <p14:creationId xmlns:p14="http://schemas.microsoft.com/office/powerpoint/2010/main" val="24243774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a:buNone/>
            </a:pPr>
            <a:r>
              <a:rPr lang="en-US" b="1" dirty="0"/>
              <a:t>Suggested Instructional Tip – Network Time Protocol (NTP)</a:t>
            </a:r>
          </a:p>
          <a:p>
            <a:r>
              <a:rPr lang="en-US" i="0" dirty="0"/>
              <a:t>Explain NTP as the Internet’s “timekeeper”, making sure that all networked devices have the same, precise time. This is important for logging events, security protocols, and scheduling operations.</a:t>
            </a:r>
            <a:r>
              <a:rPr lang="en-US" dirty="0"/>
              <a:t> </a:t>
            </a:r>
          </a:p>
          <a:p>
            <a:pPr marL="158750" indent="0">
              <a:buNone/>
            </a:pPr>
            <a:endParaRPr lang="en-US" dirty="0"/>
          </a:p>
        </p:txBody>
      </p:sp>
      <p:sp>
        <p:nvSpPr>
          <p:cNvPr id="4" name="Footer Placeholder 3">
            <a:extLst>
              <a:ext uri="{FF2B5EF4-FFF2-40B4-BE49-F238E27FC236}">
                <a16:creationId xmlns:a16="http://schemas.microsoft.com/office/drawing/2014/main" id="{4F4668DC-C2D3-BEB3-AAB8-4A7C4140CD4C}"/>
              </a:ext>
            </a:extLst>
          </p:cNvPr>
          <p:cNvSpPr>
            <a:spLocks noGrp="1"/>
          </p:cNvSpPr>
          <p:nvPr>
            <p:ph type="ftr" sz="quarter" idx="4"/>
          </p:nvPr>
        </p:nvSpPr>
        <p:spPr/>
        <p:txBody>
          <a:bodyPr/>
          <a:lstStyle/>
          <a:p>
            <a:r>
              <a:rPr lang="en-US"/>
              <a:t>​Copyright © 2024 The Computing Technology Industry Association, Inc. All rights reserved.</a:t>
            </a:r>
          </a:p>
        </p:txBody>
      </p:sp>
    </p:spTree>
    <p:extLst>
      <p:ext uri="{BB962C8B-B14F-4D97-AF65-F5344CB8AC3E}">
        <p14:creationId xmlns:p14="http://schemas.microsoft.com/office/powerpoint/2010/main" val="24001417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7938">
              <a:buNone/>
            </a:pPr>
            <a:r>
              <a:rPr lang="en-US" b="1" i="0" dirty="0"/>
              <a:t>NTP Diagram</a:t>
            </a:r>
          </a:p>
          <a:p>
            <a:pPr marL="7938">
              <a:buNone/>
            </a:pPr>
            <a:endParaRPr lang="en-US" b="1" i="0" dirty="0"/>
          </a:p>
          <a:p>
            <a:pPr marL="7938">
              <a:buNone/>
            </a:pPr>
            <a:r>
              <a:rPr lang="en-US" i="0" dirty="0">
                <a:effectLst/>
                <a:cs typeface="Open Sans"/>
              </a:rPr>
              <a:t>Image Caption</a:t>
            </a:r>
          </a:p>
          <a:p>
            <a:pPr marL="7938">
              <a:buNone/>
            </a:pPr>
            <a:r>
              <a:rPr lang="en-US" b="0" i="0" dirty="0">
                <a:effectLst/>
                <a:cs typeface="Open Sans"/>
              </a:rPr>
              <a:t>Stratum 1 NTP servers are directly connected to an accurate clock source. Each stratum level below one represents a network hop away from that accurate time source.</a:t>
            </a:r>
          </a:p>
          <a:p>
            <a:pPr marL="7938"/>
            <a:endParaRPr lang="en-US" b="0" i="0" dirty="0">
              <a:effectLst/>
              <a:highlight>
                <a:srgbClr val="FFFFFF"/>
              </a:highlight>
            </a:endParaRPr>
          </a:p>
          <a:p>
            <a:pPr marL="7938">
              <a:buNone/>
            </a:pPr>
            <a:r>
              <a:rPr lang="en-US" i="0" dirty="0"/>
              <a:t>Image Description</a:t>
            </a:r>
          </a:p>
          <a:p>
            <a:pPr marL="7938">
              <a:buNone/>
            </a:pPr>
            <a:r>
              <a:rPr lang="en-US" i="0" dirty="0"/>
              <a:t>The illustration shows three atomic clock sources (GPS atomic clock sources) in stratum 0 connected to each NTP server via direct links in stratum 1. Each NTP server is connected to same four NTP servers in stratum 2 via NTP network links. The NTP servers are connected to local network application servers and workstations via SNTP network links.</a:t>
            </a:r>
          </a:p>
          <a:p>
            <a:pPr marL="158750" indent="0">
              <a:buNone/>
            </a:pPr>
            <a:endParaRPr lang="en-US" i="0" dirty="0"/>
          </a:p>
        </p:txBody>
      </p:sp>
      <p:sp>
        <p:nvSpPr>
          <p:cNvPr id="4" name="Footer Placeholder 3">
            <a:extLst>
              <a:ext uri="{FF2B5EF4-FFF2-40B4-BE49-F238E27FC236}">
                <a16:creationId xmlns:a16="http://schemas.microsoft.com/office/drawing/2014/main" id="{E361E6D7-B4B9-20C0-9A41-F77AA2DB9DCB}"/>
              </a:ext>
            </a:extLst>
          </p:cNvPr>
          <p:cNvSpPr>
            <a:spLocks noGrp="1"/>
          </p:cNvSpPr>
          <p:nvPr>
            <p:ph type="ftr" sz="quarter" idx="4"/>
          </p:nvPr>
        </p:nvSpPr>
        <p:spPr/>
        <p:txBody>
          <a:bodyPr/>
          <a:lstStyle/>
          <a:p>
            <a:r>
              <a:rPr lang="en-US"/>
              <a:t>​Copyright © 2024 The Computing Technology Industry Association, Inc. All rights reserved.</a:t>
            </a:r>
          </a:p>
        </p:txBody>
      </p:sp>
    </p:spTree>
    <p:extLst>
      <p:ext uri="{BB962C8B-B14F-4D97-AF65-F5344CB8AC3E}">
        <p14:creationId xmlns:p14="http://schemas.microsoft.com/office/powerpoint/2010/main" val="19489219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7938">
              <a:buNone/>
            </a:pPr>
            <a:r>
              <a:rPr lang="en-US" b="1" dirty="0"/>
              <a:t>Suggested Instructional Tips – Precision Time Protocol</a:t>
            </a:r>
            <a:endParaRPr lang="en-US" dirty="0"/>
          </a:p>
          <a:p>
            <a:pPr marL="7938">
              <a:buNone/>
            </a:pPr>
            <a:r>
              <a:rPr lang="en-US" dirty="0"/>
              <a:t>Explain that while NTP can accomplish millisecond precision, PTP is capable of nanosecond precision.</a:t>
            </a:r>
            <a:r>
              <a:rPr lang="en-US" i="1" dirty="0"/>
              <a:t> </a:t>
            </a:r>
            <a:endParaRPr lang="en-US" dirty="0"/>
          </a:p>
          <a:p>
            <a:pPr marL="7938" marR="0" lvl="0" algn="l" defTabSz="914400" rtl="0" eaLnBrk="1" fontAlgn="auto" latinLnBrk="0" hangingPunct="1">
              <a:lnSpc>
                <a:spcPct val="100000"/>
              </a:lnSpc>
              <a:spcBef>
                <a:spcPts val="0"/>
              </a:spcBef>
              <a:spcAft>
                <a:spcPts val="0"/>
              </a:spcAft>
              <a:buClr>
                <a:srgbClr val="000000"/>
              </a:buClr>
              <a:buSzPts val="1100"/>
              <a:buFont typeface="Arial"/>
              <a:buNone/>
              <a:defRPr/>
            </a:pPr>
            <a:r>
              <a:rPr lang="en-US" i="0" dirty="0">
                <a:effectLst/>
              </a:rPr>
              <a:t>Applications</a:t>
            </a:r>
            <a:r>
              <a:rPr lang="en-US" b="0" i="0" dirty="0">
                <a:effectLst/>
              </a:rPr>
              <a:t>: It’s used in networks for industrial processes, 5G cellular data, medical devices, market trading, financial services, and broadcasting.</a:t>
            </a:r>
          </a:p>
          <a:p>
            <a:pPr marL="7938" algn="l">
              <a:buFont typeface="Arial" panose="020B0604020202020204" pitchFamily="34" charset="0"/>
              <a:buNone/>
            </a:pPr>
            <a:endParaRPr lang="en-US" i="0" dirty="0">
              <a:effectLst/>
            </a:endParaRPr>
          </a:p>
          <a:p>
            <a:pPr marL="7938" algn="l">
              <a:buFont typeface="Arial" panose="020B0604020202020204" pitchFamily="34" charset="0"/>
              <a:buNone/>
            </a:pPr>
            <a:r>
              <a:rPr lang="en-US" i="0" dirty="0">
                <a:effectLst/>
              </a:rPr>
              <a:t>Clock Types</a:t>
            </a:r>
            <a:r>
              <a:rPr lang="en-US" b="0" i="0" dirty="0">
                <a:effectLst/>
              </a:rPr>
              <a:t>:</a:t>
            </a:r>
          </a:p>
          <a:p>
            <a:pPr marL="179388" lvl="1" indent="-171450" algn="l">
              <a:buFont typeface="Arial" panose="020B0604020202020204" pitchFamily="34" charset="0"/>
              <a:buChar char="•"/>
            </a:pPr>
            <a:r>
              <a:rPr lang="en-US" i="0" dirty="0">
                <a:effectLst/>
              </a:rPr>
              <a:t>Grandmaster Clock</a:t>
            </a:r>
            <a:r>
              <a:rPr lang="en-US" b="0" i="0" dirty="0">
                <a:effectLst/>
              </a:rPr>
              <a:t>: The main time source in a PTP domain.</a:t>
            </a:r>
          </a:p>
          <a:p>
            <a:pPr marL="179388" lvl="1" indent="-171450" algn="l">
              <a:buFont typeface="Arial" panose="020B0604020202020204" pitchFamily="34" charset="0"/>
              <a:buChar char="•"/>
            </a:pPr>
            <a:r>
              <a:rPr lang="en-US" i="0" dirty="0">
                <a:effectLst/>
              </a:rPr>
              <a:t>Boundary Clock</a:t>
            </a:r>
            <a:r>
              <a:rPr lang="en-US" b="0" i="0" dirty="0">
                <a:effectLst/>
              </a:rPr>
              <a:t>: Has interfaces in multiple PTP segments, acting as a bridge.</a:t>
            </a:r>
          </a:p>
          <a:p>
            <a:pPr marL="179388" lvl="1" indent="-171450" algn="l">
              <a:buFont typeface="Arial" panose="020B0604020202020204" pitchFamily="34" charset="0"/>
              <a:buChar char="•"/>
            </a:pPr>
            <a:r>
              <a:rPr lang="en-US" i="0" dirty="0">
                <a:effectLst/>
              </a:rPr>
              <a:t>Ordinary Clock</a:t>
            </a:r>
            <a:r>
              <a:rPr lang="en-US" b="0" i="0" dirty="0">
                <a:effectLst/>
              </a:rPr>
              <a:t>: A clock with a single PTP interface, typically a time receiver.</a:t>
            </a:r>
          </a:p>
          <a:p>
            <a:pPr marL="7938" algn="l">
              <a:buFont typeface="Arial" panose="020B0604020202020204" pitchFamily="34" charset="0"/>
              <a:buNone/>
            </a:pPr>
            <a:endParaRPr lang="en-US" i="0" dirty="0">
              <a:effectLst/>
            </a:endParaRPr>
          </a:p>
          <a:p>
            <a:pPr marL="7938" algn="l">
              <a:buFont typeface="Arial" panose="020B0604020202020204" pitchFamily="34" charset="0"/>
              <a:buNone/>
            </a:pPr>
            <a:r>
              <a:rPr lang="en-US" i="0" dirty="0">
                <a:effectLst/>
              </a:rPr>
              <a:t>Roles</a:t>
            </a:r>
            <a:r>
              <a:rPr lang="en-US" b="0" i="0" dirty="0">
                <a:effectLst/>
              </a:rPr>
              <a:t>:</a:t>
            </a:r>
          </a:p>
          <a:p>
            <a:pPr marL="179388" lvl="1" indent="-171450" algn="l">
              <a:buFont typeface="Arial" panose="020B0604020202020204" pitchFamily="34" charset="0"/>
              <a:buChar char="•"/>
            </a:pPr>
            <a:r>
              <a:rPr lang="en-US" i="0" dirty="0">
                <a:effectLst/>
              </a:rPr>
              <a:t>TimeTransmitter</a:t>
            </a:r>
            <a:r>
              <a:rPr lang="en-US" b="0" i="0" dirty="0">
                <a:effectLst/>
              </a:rPr>
              <a:t>: The role of an interface sending the time.</a:t>
            </a:r>
          </a:p>
          <a:p>
            <a:pPr marL="179388" lvl="1" indent="-171450" algn="l">
              <a:buFont typeface="Arial" panose="020B0604020202020204" pitchFamily="34" charset="0"/>
              <a:buChar char="•"/>
            </a:pPr>
            <a:r>
              <a:rPr lang="en-US" i="0" dirty="0">
                <a:effectLst/>
              </a:rPr>
              <a:t>TimeReceiver</a:t>
            </a:r>
            <a:r>
              <a:rPr lang="en-US" b="0" i="0" dirty="0">
                <a:effectLst/>
              </a:rPr>
              <a:t>: The role of an interface receiving the time.</a:t>
            </a:r>
          </a:p>
          <a:p>
            <a:pPr marL="179388" lvl="1" indent="-171450" algn="l">
              <a:buFont typeface="Arial" panose="020B0604020202020204" pitchFamily="34" charset="0"/>
              <a:buChar char="•"/>
            </a:pPr>
            <a:r>
              <a:rPr lang="en-US" b="0" i="0" dirty="0">
                <a:effectLst/>
              </a:rPr>
              <a:t>The </a:t>
            </a:r>
            <a:r>
              <a:rPr lang="en-US" i="0" dirty="0">
                <a:effectLst/>
              </a:rPr>
              <a:t>grandmaster</a:t>
            </a:r>
            <a:r>
              <a:rPr lang="en-US" b="0" i="0" dirty="0">
                <a:effectLst/>
              </a:rPr>
              <a:t> clock always transmits time</a:t>
            </a:r>
          </a:p>
          <a:p>
            <a:pPr marL="179388" lvl="1" indent="-171450" algn="l">
              <a:buFont typeface="Arial" panose="020B0604020202020204" pitchFamily="34" charset="0"/>
              <a:buChar char="•"/>
            </a:pPr>
            <a:r>
              <a:rPr lang="en-US" i="0" dirty="0">
                <a:effectLst/>
              </a:rPr>
              <a:t>Boundary</a:t>
            </a:r>
            <a:r>
              <a:rPr lang="en-US" b="0" i="0" dirty="0">
                <a:effectLst/>
              </a:rPr>
              <a:t> clocks can both receive and transmit time.</a:t>
            </a:r>
          </a:p>
          <a:p>
            <a:pPr marL="457200" lvl="1" indent="0" algn="l">
              <a:buFont typeface="Arial" panose="020B0604020202020204" pitchFamily="34" charset="0"/>
              <a:buNone/>
            </a:pPr>
            <a:endParaRPr lang="en-US" b="0" i="0" dirty="0">
              <a:effectLst/>
              <a:highlight>
                <a:srgbClr val="FFFFFF"/>
              </a:highlight>
            </a:endParaRPr>
          </a:p>
          <a:p>
            <a:pPr marL="158750" indent="0">
              <a:buNone/>
            </a:pPr>
            <a:endParaRPr lang="en-US" i="1" dirty="0"/>
          </a:p>
          <a:p>
            <a:pPr marL="158750" indent="0">
              <a:buNone/>
            </a:pPr>
            <a:endParaRPr lang="en-US" i="1" dirty="0"/>
          </a:p>
        </p:txBody>
      </p:sp>
      <p:sp>
        <p:nvSpPr>
          <p:cNvPr id="4" name="Footer Placeholder 3">
            <a:extLst>
              <a:ext uri="{FF2B5EF4-FFF2-40B4-BE49-F238E27FC236}">
                <a16:creationId xmlns:a16="http://schemas.microsoft.com/office/drawing/2014/main" id="{30D7230E-F1D8-5C86-273E-093BC3BD5694}"/>
              </a:ext>
            </a:extLst>
          </p:cNvPr>
          <p:cNvSpPr>
            <a:spLocks noGrp="1"/>
          </p:cNvSpPr>
          <p:nvPr>
            <p:ph type="ftr" sz="quarter" idx="4"/>
          </p:nvPr>
        </p:nvSpPr>
        <p:spPr/>
        <p:txBody>
          <a:bodyPr/>
          <a:lstStyle/>
          <a:p>
            <a:r>
              <a:rPr lang="en-US"/>
              <a:t>​Copyright © 2024 The Computing Technology Industry Association, Inc. All rights reserved.</a:t>
            </a:r>
          </a:p>
        </p:txBody>
      </p:sp>
    </p:spTree>
    <p:extLst>
      <p:ext uri="{BB962C8B-B14F-4D97-AF65-F5344CB8AC3E}">
        <p14:creationId xmlns:p14="http://schemas.microsoft.com/office/powerpoint/2010/main" val="3893949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7938">
              <a:buNone/>
            </a:pPr>
            <a:r>
              <a:rPr lang="en-US" b="1" dirty="0"/>
              <a:t>Suggested Activity - Fill in the Blank</a:t>
            </a:r>
          </a:p>
          <a:p>
            <a:pPr marL="7938">
              <a:buNone/>
            </a:pPr>
            <a:r>
              <a:rPr lang="en-US" dirty="0"/>
              <a:t>Answers:</a:t>
            </a:r>
          </a:p>
          <a:p>
            <a:pPr marL="236538" indent="-228600">
              <a:buFont typeface="+mj-lt"/>
              <a:buAutoNum type="arabicPeriod"/>
            </a:pPr>
            <a:r>
              <a:rPr lang="en-US" dirty="0"/>
              <a:t>Encrypts </a:t>
            </a:r>
          </a:p>
          <a:p>
            <a:pPr marL="236538" indent="-228600">
              <a:buFont typeface="+mj-lt"/>
              <a:buAutoNum type="arabicPeriod"/>
            </a:pPr>
            <a:r>
              <a:rPr lang="en-US" dirty="0"/>
              <a:t>NTP</a:t>
            </a:r>
          </a:p>
          <a:p>
            <a:pPr marL="236538" indent="-228600">
              <a:buFont typeface="+mj-lt"/>
              <a:buAutoNum type="arabicPeriod"/>
            </a:pPr>
            <a:r>
              <a:rPr lang="en-US" dirty="0"/>
              <a:t>Grandmaster</a:t>
            </a:r>
          </a:p>
        </p:txBody>
      </p:sp>
      <p:sp>
        <p:nvSpPr>
          <p:cNvPr id="4" name="Footer Placeholder 3">
            <a:extLst>
              <a:ext uri="{FF2B5EF4-FFF2-40B4-BE49-F238E27FC236}">
                <a16:creationId xmlns:a16="http://schemas.microsoft.com/office/drawing/2014/main" id="{2947D312-5B39-3D10-7EE1-259E1362FE61}"/>
              </a:ext>
            </a:extLst>
          </p:cNvPr>
          <p:cNvSpPr>
            <a:spLocks noGrp="1"/>
          </p:cNvSpPr>
          <p:nvPr>
            <p:ph type="ftr" sz="quarter" idx="4"/>
          </p:nvPr>
        </p:nvSpPr>
        <p:spPr/>
        <p:txBody>
          <a:bodyPr/>
          <a:lstStyle/>
          <a:p>
            <a:r>
              <a:rPr lang="en-US"/>
              <a:t>​Copyright © 2024 The Computing Technology Industry Association, Inc. All rights reserved.</a:t>
            </a:r>
          </a:p>
        </p:txBody>
      </p:sp>
    </p:spTree>
    <p:extLst>
      <p:ext uri="{BB962C8B-B14F-4D97-AF65-F5344CB8AC3E}">
        <p14:creationId xmlns:p14="http://schemas.microsoft.com/office/powerpoint/2010/main" val="76671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pPr marL="7938">
              <a:buNone/>
            </a:pPr>
            <a:r>
              <a:rPr lang="en-US" b="1" dirty="0"/>
              <a:t>Exam Objectives Covered</a:t>
            </a:r>
          </a:p>
          <a:p>
            <a:pPr marL="171450" indent="-163513">
              <a:buFont typeface="Arial" panose="020B0604020202020204" pitchFamily="34" charset="0"/>
              <a:buChar char="•"/>
            </a:pPr>
            <a:r>
              <a:rPr lang="en-US" b="0" dirty="0"/>
              <a:t>1.2 Compare and contrast networking appliances, applications, and functions.</a:t>
            </a:r>
          </a:p>
          <a:p>
            <a:pPr marL="171450" indent="-163513">
              <a:buFont typeface="Arial" panose="020B0604020202020204" pitchFamily="34" charset="0"/>
              <a:buChar char="•"/>
            </a:pPr>
            <a:r>
              <a:rPr lang="en-US" dirty="0"/>
              <a:t>1.4 Explain common networking ports, protocols, services, and traffic types.</a:t>
            </a:r>
          </a:p>
          <a:p>
            <a:pPr marL="457200" indent="-298450"/>
            <a:endParaRPr lang="en-GB" dirty="0"/>
          </a:p>
        </p:txBody>
      </p:sp>
      <p:sp>
        <p:nvSpPr>
          <p:cNvPr id="4" name="Footer Placeholder 3">
            <a:extLst>
              <a:ext uri="{FF2B5EF4-FFF2-40B4-BE49-F238E27FC236}">
                <a16:creationId xmlns:a16="http://schemas.microsoft.com/office/drawing/2014/main" id="{EDE5C595-0EA8-9365-0C62-DB99CD1BF9A2}"/>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1804784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7938">
              <a:buNone/>
            </a:pPr>
            <a:r>
              <a:rPr lang="en-US" b="1" dirty="0"/>
              <a:t>Suggested Instructional Tips – Hyper Text Transfer Protocol (HTTP)</a:t>
            </a:r>
          </a:p>
          <a:p>
            <a:pPr marL="7938">
              <a:buNone/>
            </a:pPr>
            <a:r>
              <a:rPr lang="en-US" dirty="0"/>
              <a:t>When</a:t>
            </a:r>
            <a:r>
              <a:rPr lang="en-US" b="0" i="0" dirty="0"/>
              <a:t> teaching about HTTP, focus on its role as the foundation of data communication for the web. Use everyday scenarios, like ordering at a restaurant, to explain how HTTP functions as a request-response protocol between clients and </a:t>
            </a:r>
            <a:r>
              <a:rPr lang="en-US" dirty="0"/>
              <a:t>servers</a:t>
            </a:r>
            <a:r>
              <a:rPr lang="en-US" b="0" i="0" dirty="0"/>
              <a:t>.</a:t>
            </a:r>
            <a:endParaRPr lang="en-US" dirty="0"/>
          </a:p>
        </p:txBody>
      </p:sp>
      <p:sp>
        <p:nvSpPr>
          <p:cNvPr id="4" name="Footer Placeholder 3">
            <a:extLst>
              <a:ext uri="{FF2B5EF4-FFF2-40B4-BE49-F238E27FC236}">
                <a16:creationId xmlns:a16="http://schemas.microsoft.com/office/drawing/2014/main" id="{B9D029DC-B4CB-5D4A-D2B3-8153104D941C}"/>
              </a:ext>
            </a:extLst>
          </p:cNvPr>
          <p:cNvSpPr>
            <a:spLocks noGrp="1"/>
          </p:cNvSpPr>
          <p:nvPr>
            <p:ph type="ftr" sz="quarter" idx="4"/>
          </p:nvPr>
        </p:nvSpPr>
        <p:spPr/>
        <p:txBody>
          <a:bodyPr/>
          <a:lstStyle/>
          <a:p>
            <a:r>
              <a:rPr lang="en-US"/>
              <a:t>​Copyright © 2024 The Computing Technology Industry Association, Inc. All rights reserved.</a:t>
            </a:r>
          </a:p>
        </p:txBody>
      </p:sp>
    </p:spTree>
    <p:extLst>
      <p:ext uri="{BB962C8B-B14F-4D97-AF65-F5344CB8AC3E}">
        <p14:creationId xmlns:p14="http://schemas.microsoft.com/office/powerpoint/2010/main" val="10129697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12</a:t>
            </a:fld>
            <a:endParaRPr lang="en-US"/>
          </a:p>
        </p:txBody>
      </p:sp>
    </p:spTree>
    <p:extLst>
      <p:ext uri="{BB962C8B-B14F-4D97-AF65-F5344CB8AC3E}">
        <p14:creationId xmlns:p14="http://schemas.microsoft.com/office/powerpoint/2010/main" val="14184168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938">
              <a:buNone/>
            </a:pPr>
            <a:r>
              <a:rPr lang="en-US" b="1" dirty="0"/>
              <a:t>Suggested Instructional Tips – HTTP Secure (HTTPS)</a:t>
            </a:r>
            <a:endParaRPr lang="en-US" dirty="0"/>
          </a:p>
          <a:p>
            <a:pPr marL="7938" algn="l">
              <a:buFont typeface="+mj-lt"/>
              <a:buNone/>
            </a:pPr>
            <a:r>
              <a:rPr lang="en-US" i="0" dirty="0">
                <a:effectLst/>
              </a:rPr>
              <a:t>Protocol Definition</a:t>
            </a:r>
            <a:r>
              <a:rPr lang="en-US" b="0" i="0" dirty="0">
                <a:effectLst/>
              </a:rPr>
              <a:t>:</a:t>
            </a:r>
            <a:endParaRPr lang="en-US" dirty="0"/>
          </a:p>
          <a:p>
            <a:pPr marL="179388" lvl="1" indent="-171450" algn="l">
              <a:buFont typeface="Arial" panose="020B0604020202020204" pitchFamily="34" charset="0"/>
              <a:buChar char="•"/>
            </a:pPr>
            <a:r>
              <a:rPr lang="en-US" i="0" dirty="0">
                <a:effectLst/>
              </a:rPr>
              <a:t>HTTP</a:t>
            </a:r>
            <a:r>
              <a:rPr lang="en-US" b="0" i="0" dirty="0">
                <a:effectLst/>
              </a:rPr>
              <a:t> (Hypertext Transfer Protocol) is the foundational protocol used for transmitting data over the web, particularly from web servers to browsers.</a:t>
            </a:r>
          </a:p>
          <a:p>
            <a:pPr marL="179388" lvl="1" indent="-171450" algn="l">
              <a:buFont typeface="Arial" panose="020B0604020202020204" pitchFamily="34" charset="0"/>
              <a:buChar char="•"/>
            </a:pPr>
            <a:r>
              <a:rPr lang="en-US" i="0" dirty="0">
                <a:effectLst/>
              </a:rPr>
              <a:t>HTTPS</a:t>
            </a:r>
            <a:r>
              <a:rPr lang="en-US" b="0" i="0" dirty="0">
                <a:effectLst/>
              </a:rPr>
              <a:t> (Hypertext Transfer Protocol Secure) is the secure version of HTTP, where communications are encrypted.</a:t>
            </a:r>
          </a:p>
          <a:p>
            <a:pPr marL="7938" algn="l">
              <a:buFont typeface="+mj-lt"/>
              <a:buNone/>
            </a:pPr>
            <a:r>
              <a:rPr lang="en-US" i="0" dirty="0">
                <a:effectLst/>
              </a:rPr>
              <a:t>Security</a:t>
            </a:r>
            <a:r>
              <a:rPr lang="en-US" b="0" i="0" dirty="0">
                <a:effectLst/>
              </a:rPr>
              <a:t>:</a:t>
            </a:r>
          </a:p>
          <a:p>
            <a:pPr marL="179388" lvl="1" indent="-171450" algn="l">
              <a:buFont typeface="Arial" panose="020B0604020202020204" pitchFamily="34" charset="0"/>
              <a:buChar char="•"/>
            </a:pPr>
            <a:r>
              <a:rPr lang="en-US" b="0" i="0" dirty="0">
                <a:effectLst/>
              </a:rPr>
              <a:t>HTTP does not encrypt data, which means information can be intercepted and read by others.</a:t>
            </a:r>
          </a:p>
          <a:p>
            <a:pPr marL="179388" lvl="1" indent="-171450" algn="l">
              <a:buFont typeface="Arial" panose="020B0604020202020204" pitchFamily="34" charset="0"/>
              <a:buChar char="•"/>
            </a:pPr>
            <a:r>
              <a:rPr lang="en-US" b="0" i="0" dirty="0">
                <a:effectLst/>
              </a:rPr>
              <a:t>HTTPS uses TLS (SSL) encryption to protect data, making it secure from eavesdroppers and man-in-the-middle attacks.</a:t>
            </a:r>
          </a:p>
          <a:p>
            <a:pPr marL="7938" algn="l">
              <a:buFont typeface="+mj-lt"/>
              <a:buNone/>
            </a:pPr>
            <a:r>
              <a:rPr lang="en-US" i="0" dirty="0">
                <a:effectLst/>
              </a:rPr>
              <a:t>Port Numbers</a:t>
            </a:r>
            <a:r>
              <a:rPr lang="en-US" b="0" i="0" dirty="0">
                <a:effectLst/>
              </a:rPr>
              <a:t>:</a:t>
            </a:r>
          </a:p>
          <a:p>
            <a:pPr marL="179388" lvl="1" indent="-171450" algn="l">
              <a:buFont typeface="Arial" panose="020B0604020202020204" pitchFamily="34" charset="0"/>
              <a:buChar char="•"/>
            </a:pPr>
            <a:r>
              <a:rPr lang="en-US" b="0" i="0" dirty="0">
                <a:effectLst/>
              </a:rPr>
              <a:t>HTTP typically uses port 80 for communication.</a:t>
            </a:r>
          </a:p>
          <a:p>
            <a:pPr marL="179388" lvl="1" indent="-171450" algn="l">
              <a:buFont typeface="Arial" panose="020B0604020202020204" pitchFamily="34" charset="0"/>
              <a:buChar char="•"/>
            </a:pPr>
            <a:r>
              <a:rPr lang="en-US" b="0" i="0" dirty="0">
                <a:effectLst/>
              </a:rPr>
              <a:t>HTTPS uses port 443 to handle secure communications.</a:t>
            </a:r>
          </a:p>
          <a:p>
            <a:pPr marL="7938" algn="l">
              <a:buFont typeface="+mj-lt"/>
              <a:buNone/>
            </a:pPr>
            <a:r>
              <a:rPr lang="en-US" i="0" dirty="0">
                <a:effectLst/>
              </a:rPr>
              <a:t>URL Format</a:t>
            </a:r>
            <a:r>
              <a:rPr lang="en-US" b="0" i="0" dirty="0">
                <a:effectLst/>
              </a:rPr>
              <a:t>:</a:t>
            </a:r>
          </a:p>
          <a:p>
            <a:pPr marL="179388" lvl="1" indent="-171450" algn="l">
              <a:buFont typeface="Arial" panose="020B0604020202020204" pitchFamily="34" charset="0"/>
              <a:buChar char="•"/>
            </a:pPr>
            <a:r>
              <a:rPr lang="en-US" b="0" i="0" dirty="0">
                <a:effectLst/>
              </a:rPr>
              <a:t>An HTTP URL begins with http://</a:t>
            </a:r>
          </a:p>
          <a:p>
            <a:pPr marL="179388" lvl="1" indent="-171450" algn="l">
              <a:buFont typeface="Arial" panose="020B0604020202020204" pitchFamily="34" charset="0"/>
              <a:buChar char="•"/>
            </a:pPr>
            <a:r>
              <a:rPr lang="en-US" b="0" i="0" dirty="0">
                <a:effectLst/>
              </a:rPr>
              <a:t>An HTTPS URL starts with https://</a:t>
            </a:r>
          </a:p>
          <a:p>
            <a:pPr marL="7938" lvl="0" algn="l">
              <a:buFont typeface="+mj-lt"/>
              <a:buNone/>
            </a:pPr>
            <a:r>
              <a:rPr lang="en-US" i="0" dirty="0">
                <a:effectLst/>
              </a:rPr>
              <a:t>Use Cases</a:t>
            </a:r>
            <a:r>
              <a:rPr lang="en-US" b="0" i="0" dirty="0">
                <a:effectLst/>
              </a:rPr>
              <a:t>:</a:t>
            </a:r>
          </a:p>
          <a:p>
            <a:pPr marL="179388" lvl="1" indent="-171450" algn="l">
              <a:buFont typeface="Arial" panose="020B0604020202020204" pitchFamily="34" charset="0"/>
              <a:buChar char="•"/>
            </a:pPr>
            <a:r>
              <a:rPr lang="en-US" b="0" i="0" dirty="0">
                <a:effectLst/>
              </a:rPr>
              <a:t>HTTP is suitable for browsing websites that do not require data security.</a:t>
            </a:r>
          </a:p>
          <a:p>
            <a:pPr marL="179388" lvl="1" indent="-171450" algn="l">
              <a:buFont typeface="Arial" panose="020B0604020202020204" pitchFamily="34" charset="0"/>
              <a:buChar char="•"/>
            </a:pPr>
            <a:r>
              <a:rPr lang="en-US" b="0" i="0" dirty="0">
                <a:effectLst/>
              </a:rPr>
              <a:t>HTTPS is essential for websites that handle sensitive information like e-commerce sites, banking, and any form of login pages.</a:t>
            </a:r>
          </a:p>
          <a:p>
            <a:pPr marL="7938" algn="l">
              <a:buFont typeface="+mj-lt"/>
              <a:buNone/>
            </a:pPr>
            <a:r>
              <a:rPr lang="en-US" i="0" dirty="0">
                <a:effectLst/>
              </a:rPr>
              <a:t>Performance</a:t>
            </a:r>
            <a:r>
              <a:rPr lang="en-US" b="0" i="0" dirty="0">
                <a:effectLst/>
              </a:rPr>
              <a:t>:</a:t>
            </a:r>
          </a:p>
          <a:p>
            <a:pPr marL="179388" lvl="1" indent="-171450" algn="l">
              <a:buFont typeface="Arial" panose="020B0604020202020204" pitchFamily="34" charset="0"/>
              <a:buChar char="•"/>
            </a:pPr>
            <a:r>
              <a:rPr lang="en-US" b="0" i="0" dirty="0">
                <a:effectLst/>
              </a:rPr>
              <a:t>HTTP has less data overhead because it doesn’t involve encryption, potentially leading to faster load times.</a:t>
            </a:r>
          </a:p>
          <a:p>
            <a:pPr marL="179388" lvl="1" indent="-171450" algn="l">
              <a:buFont typeface="Arial" panose="020B0604020202020204" pitchFamily="34" charset="0"/>
              <a:buChar char="•"/>
            </a:pPr>
            <a:r>
              <a:rPr lang="en-US" b="0" i="0" dirty="0">
                <a:effectLst/>
              </a:rPr>
              <a:t>HTTPS may introduce a slight performance overhead due to encryption, but modern optimization techniques have minimized this impact.</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13</a:t>
            </a:fld>
            <a:endParaRPr lang="en-US" dirty="0"/>
          </a:p>
        </p:txBody>
      </p:sp>
    </p:spTree>
    <p:extLst>
      <p:ext uri="{BB962C8B-B14F-4D97-AF65-F5344CB8AC3E}">
        <p14:creationId xmlns:p14="http://schemas.microsoft.com/office/powerpoint/2010/main" val="33049653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938">
              <a:buNone/>
            </a:pPr>
            <a:r>
              <a:rPr lang="en-US" b="1" dirty="0"/>
              <a:t>Suggested Instructional Tips – Secure File Transfer Protocol (SFTP)</a:t>
            </a:r>
          </a:p>
          <a:p>
            <a:pPr marL="7938">
              <a:buNone/>
            </a:pPr>
            <a:r>
              <a:rPr lang="en-US" dirty="0"/>
              <a:t>When teaching about SFTP, emphasize its security features and practical applications. Explain that SFTP uses SSH (Secure Shell) to provide a secure channel, making it ideal for transferring sensitive data like financial or medical records.</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14</a:t>
            </a:fld>
            <a:endParaRPr lang="en-US" dirty="0"/>
          </a:p>
        </p:txBody>
      </p:sp>
    </p:spTree>
    <p:extLst>
      <p:ext uri="{BB962C8B-B14F-4D97-AF65-F5344CB8AC3E}">
        <p14:creationId xmlns:p14="http://schemas.microsoft.com/office/powerpoint/2010/main" val="36397114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7938">
              <a:buNone/>
            </a:pPr>
            <a:r>
              <a:rPr lang="en-US" b="1" dirty="0"/>
              <a:t>Suggested Instructional Tips - Server Message Block Protocol (SMB)</a:t>
            </a:r>
          </a:p>
          <a:p>
            <a:pPr marL="7938">
              <a:buNone/>
            </a:pPr>
            <a:r>
              <a:rPr lang="en-US" i="0" dirty="0"/>
              <a:t>When teaching SMB, focus on its role in network file sharing. Explain SMB as the protocol that allows computers within the same network to access files, printers, and other shared resources, much like sharing tools in an office.</a:t>
            </a:r>
            <a:endParaRPr lang="en-US" dirty="0"/>
          </a:p>
        </p:txBody>
      </p:sp>
      <p:sp>
        <p:nvSpPr>
          <p:cNvPr id="4" name="Footer Placeholder 3">
            <a:extLst>
              <a:ext uri="{FF2B5EF4-FFF2-40B4-BE49-F238E27FC236}">
                <a16:creationId xmlns:a16="http://schemas.microsoft.com/office/drawing/2014/main" id="{660924CF-F912-9E3A-59C0-DBBB4D897526}"/>
              </a:ext>
            </a:extLst>
          </p:cNvPr>
          <p:cNvSpPr>
            <a:spLocks noGrp="1"/>
          </p:cNvSpPr>
          <p:nvPr>
            <p:ph type="ftr" sz="quarter" idx="4"/>
          </p:nvPr>
        </p:nvSpPr>
        <p:spPr/>
        <p:txBody>
          <a:bodyPr/>
          <a:lstStyle/>
          <a:p>
            <a:r>
              <a:rPr lang="en-US"/>
              <a:t>​Copyright © 2024 The Computing Technology Industry Association, Inc. All rights reserved.</a:t>
            </a:r>
          </a:p>
        </p:txBody>
      </p:sp>
    </p:spTree>
    <p:extLst>
      <p:ext uri="{BB962C8B-B14F-4D97-AF65-F5344CB8AC3E}">
        <p14:creationId xmlns:p14="http://schemas.microsoft.com/office/powerpoint/2010/main" val="23497846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16</a:t>
            </a:fld>
            <a:endParaRPr lang="en-US"/>
          </a:p>
        </p:txBody>
      </p:sp>
    </p:spTree>
    <p:extLst>
      <p:ext uri="{BB962C8B-B14F-4D97-AF65-F5344CB8AC3E}">
        <p14:creationId xmlns:p14="http://schemas.microsoft.com/office/powerpoint/2010/main" val="9859413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7938">
              <a:buNone/>
            </a:pPr>
            <a:r>
              <a:rPr lang="en-US" b="1" dirty="0"/>
              <a:t>Suggested Instructional Tips – Network Attached Storage (NAS)</a:t>
            </a:r>
          </a:p>
          <a:p>
            <a:pPr marL="7938">
              <a:buNone/>
            </a:pPr>
            <a:r>
              <a:rPr lang="en-US" i="0" dirty="0"/>
              <a:t>When teaching about NAS, focus on its convenience and efficiency for centralized data storage. Compare NAS to a library where users can easily store, access, and share a wide variety of books (data) from any device connected to the network.</a:t>
            </a:r>
            <a:endParaRPr lang="en-US" dirty="0"/>
          </a:p>
          <a:p>
            <a:pPr marL="7938">
              <a:buNone/>
            </a:pPr>
            <a:endParaRPr lang="en-US" i="0" dirty="0"/>
          </a:p>
          <a:p>
            <a:pPr marL="7938">
              <a:buNone/>
            </a:pPr>
            <a:r>
              <a:rPr lang="en-US" i="0" dirty="0"/>
              <a:t>NAS Purpose</a:t>
            </a:r>
          </a:p>
          <a:p>
            <a:pPr marL="179388" indent="-171450">
              <a:buFont typeface="Arial" panose="020B0604020202020204" pitchFamily="34" charset="0"/>
              <a:buChar char="•"/>
            </a:pPr>
            <a:r>
              <a:rPr lang="en-US" i="0" dirty="0"/>
              <a:t>Allows devices to store and access files as if they were on their own system</a:t>
            </a:r>
          </a:p>
          <a:p>
            <a:pPr marL="179388" indent="-171450">
              <a:buFont typeface="Arial" panose="020B0604020202020204" pitchFamily="34" charset="0"/>
              <a:buChar char="•"/>
            </a:pPr>
            <a:r>
              <a:rPr lang="en-US" i="0" dirty="0"/>
              <a:t>Multiple devices can access resources concurrently</a:t>
            </a:r>
          </a:p>
          <a:p>
            <a:pPr marL="7938">
              <a:buNone/>
            </a:pPr>
            <a:endParaRPr lang="en-US" i="0" dirty="0"/>
          </a:p>
          <a:p>
            <a:pPr marL="7938">
              <a:buNone/>
            </a:pPr>
            <a:r>
              <a:rPr lang="en-US" i="0" dirty="0"/>
              <a:t>NAS Components </a:t>
            </a:r>
          </a:p>
          <a:p>
            <a:pPr marL="179388" indent="-171450">
              <a:buFont typeface="Arial" panose="020B0604020202020204" pitchFamily="34" charset="0"/>
              <a:buChar char="•"/>
            </a:pPr>
            <a:r>
              <a:rPr lang="en-US" i="0" dirty="0"/>
              <a:t>Includes a processor, memory, and hard drives</a:t>
            </a:r>
          </a:p>
          <a:p>
            <a:pPr marL="179388" indent="-171450">
              <a:buFont typeface="Arial" panose="020B0604020202020204" pitchFamily="34" charset="0"/>
              <a:buChar char="•"/>
            </a:pPr>
            <a:r>
              <a:rPr lang="en-US" i="0" dirty="0"/>
              <a:t>Runs on its own OS, usually Linux </a:t>
            </a:r>
          </a:p>
          <a:p>
            <a:pPr marL="7938">
              <a:buNone/>
            </a:pPr>
            <a:endParaRPr lang="en-US" i="0" dirty="0"/>
          </a:p>
          <a:p>
            <a:pPr marL="158750" indent="0">
              <a:buNone/>
            </a:pPr>
            <a:endParaRPr lang="en-US" i="0" dirty="0"/>
          </a:p>
        </p:txBody>
      </p:sp>
      <p:sp>
        <p:nvSpPr>
          <p:cNvPr id="4" name="Footer Placeholder 3">
            <a:extLst>
              <a:ext uri="{FF2B5EF4-FFF2-40B4-BE49-F238E27FC236}">
                <a16:creationId xmlns:a16="http://schemas.microsoft.com/office/drawing/2014/main" id="{6919F647-949F-CBDE-6E5B-2CA5D2D5D0E9}"/>
              </a:ext>
            </a:extLst>
          </p:cNvPr>
          <p:cNvSpPr>
            <a:spLocks noGrp="1"/>
          </p:cNvSpPr>
          <p:nvPr>
            <p:ph type="ftr" sz="quarter" idx="4"/>
          </p:nvPr>
        </p:nvSpPr>
        <p:spPr/>
        <p:txBody>
          <a:bodyPr/>
          <a:lstStyle/>
          <a:p>
            <a:r>
              <a:rPr lang="en-US"/>
              <a:t>​Copyright © 2024 The Computing Technology Industry Association, Inc. All rights reserved.</a:t>
            </a:r>
          </a:p>
        </p:txBody>
      </p:sp>
    </p:spTree>
    <p:extLst>
      <p:ext uri="{BB962C8B-B14F-4D97-AF65-F5344CB8AC3E}">
        <p14:creationId xmlns:p14="http://schemas.microsoft.com/office/powerpoint/2010/main" val="42345454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938">
              <a:buNone/>
            </a:pPr>
            <a:r>
              <a:rPr lang="en-US" b="1" dirty="0"/>
              <a:t>Suggested Instructional Tips – NAS Diagram</a:t>
            </a:r>
            <a:endParaRPr lang="en-US" dirty="0"/>
          </a:p>
          <a:p>
            <a:pPr marL="179388" indent="-171450">
              <a:buFont typeface="Arial" panose="020B0604020202020204" pitchFamily="34" charset="0"/>
              <a:buChar char="•"/>
            </a:pPr>
            <a:r>
              <a:rPr lang="en-US" dirty="0"/>
              <a:t>NAS: Think of a NAS as a personal cloud storage device for your home network.</a:t>
            </a:r>
          </a:p>
          <a:p>
            <a:pPr marL="179388" indent="-171450">
              <a:buFont typeface="Arial" panose="020B0604020202020204" pitchFamily="34" charset="0"/>
              <a:buChar char="•"/>
            </a:pPr>
            <a:r>
              <a:rPr lang="en-US" dirty="0"/>
              <a:t>Files: Your digital files are like documents and photos you store in a cloud service like Dropbox or Google Drive.</a:t>
            </a:r>
          </a:p>
          <a:p>
            <a:pPr marL="179388" indent="-171450">
              <a:buFont typeface="Arial" panose="020B0604020202020204" pitchFamily="34" charset="0"/>
              <a:buChar char="•"/>
            </a:pPr>
            <a:r>
              <a:rPr lang="en-US" dirty="0"/>
              <a:t>Multiple Users: Authorized devices on your network can access and share the files on the NAS, similar to how you can share folders with others in a cloud service.</a:t>
            </a:r>
          </a:p>
          <a:p>
            <a:pPr marL="179388" indent="-171450">
              <a:buFont typeface="Arial" panose="020B0604020202020204" pitchFamily="34" charset="0"/>
              <a:buChar char="•"/>
            </a:pPr>
            <a:r>
              <a:rPr lang="en-US" dirty="0"/>
              <a:t>Local Control: Unlike cloud storage, a NAS gives you more control over your data since it's physically located on your network.</a:t>
            </a:r>
          </a:p>
          <a:p>
            <a:pPr marL="179388" indent="-171450">
              <a:buFont typeface="Arial" panose="020B0604020202020204" pitchFamily="34" charset="0"/>
              <a:buChar char="•"/>
            </a:pPr>
            <a:r>
              <a:rPr lang="en-US" dirty="0"/>
              <a:t>Scalability (optional): You can expand the storage capacity of your NAS by adding additional drives, similar to upgrading your storage plan on a cloud service.</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18</a:t>
            </a:fld>
            <a:endParaRPr lang="en-US" dirty="0"/>
          </a:p>
        </p:txBody>
      </p:sp>
    </p:spTree>
    <p:extLst>
      <p:ext uri="{BB962C8B-B14F-4D97-AF65-F5344CB8AC3E}">
        <p14:creationId xmlns:p14="http://schemas.microsoft.com/office/powerpoint/2010/main" val="27469705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7938">
              <a:buNone/>
            </a:pPr>
            <a:r>
              <a:rPr lang="en-US" b="1" dirty="0"/>
              <a:t>Suggested Instructional Tips – RDMS Database Service</a:t>
            </a:r>
          </a:p>
          <a:p>
            <a:pPr marL="179388" indent="-171450">
              <a:buFont typeface="Arial" panose="020B0604020202020204" pitchFamily="34" charset="0"/>
              <a:buChar char="•"/>
            </a:pPr>
            <a:r>
              <a:rPr lang="en-US" i="0" dirty="0"/>
              <a:t>Uses tables with rows and columns to store data</a:t>
            </a:r>
          </a:p>
          <a:p>
            <a:pPr marL="179388" indent="-171450">
              <a:buFont typeface="Arial" panose="020B0604020202020204" pitchFamily="34" charset="0"/>
              <a:buChar char="•"/>
            </a:pPr>
            <a:r>
              <a:rPr lang="en-US" i="0" dirty="0"/>
              <a:t>Operates using SQL for tasks like retrieving and updating data </a:t>
            </a:r>
          </a:p>
          <a:p>
            <a:pPr marL="179388" indent="-171450">
              <a:buFont typeface="Arial" panose="020B0604020202020204" pitchFamily="34" charset="0"/>
              <a:buChar char="•"/>
            </a:pPr>
            <a:r>
              <a:rPr lang="en-US" i="0" dirty="0"/>
              <a:t>Establishes relationships between tables using unique identifiers</a:t>
            </a:r>
          </a:p>
          <a:p>
            <a:pPr marL="179388" indent="-171450">
              <a:buFont typeface="Arial" panose="020B0604020202020204" pitchFamily="34" charset="0"/>
              <a:buChar char="•"/>
            </a:pPr>
            <a:r>
              <a:rPr lang="en-US" i="0" dirty="0"/>
              <a:t>Ports can be secured with TLS encryption</a:t>
            </a:r>
          </a:p>
          <a:p>
            <a:pPr marL="158750" indent="0">
              <a:buNone/>
            </a:pPr>
            <a:endParaRPr lang="en-US" i="0" dirty="0"/>
          </a:p>
          <a:p>
            <a:pPr marL="158750" indent="0">
              <a:buNone/>
            </a:pPr>
            <a:endParaRPr lang="en-US" i="0" dirty="0"/>
          </a:p>
        </p:txBody>
      </p:sp>
      <p:sp>
        <p:nvSpPr>
          <p:cNvPr id="4" name="Footer Placeholder 3">
            <a:extLst>
              <a:ext uri="{FF2B5EF4-FFF2-40B4-BE49-F238E27FC236}">
                <a16:creationId xmlns:a16="http://schemas.microsoft.com/office/drawing/2014/main" id="{2408DC8C-0F86-BFA2-D6E1-1EC6237C4C24}"/>
              </a:ext>
            </a:extLst>
          </p:cNvPr>
          <p:cNvSpPr>
            <a:spLocks noGrp="1"/>
          </p:cNvSpPr>
          <p:nvPr>
            <p:ph type="ftr" sz="quarter" idx="4"/>
          </p:nvPr>
        </p:nvSpPr>
        <p:spPr/>
        <p:txBody>
          <a:bodyPr/>
          <a:lstStyle/>
          <a:p>
            <a:r>
              <a:rPr lang="en-US"/>
              <a:t>​Copyright © 2024 The Computing Technology Industry Association, Inc. All rights reserved.</a:t>
            </a:r>
          </a:p>
        </p:txBody>
      </p:sp>
    </p:spTree>
    <p:extLst>
      <p:ext uri="{BB962C8B-B14F-4D97-AF65-F5344CB8AC3E}">
        <p14:creationId xmlns:p14="http://schemas.microsoft.com/office/powerpoint/2010/main" val="35299222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7938">
              <a:buNone/>
            </a:pPr>
            <a:r>
              <a:rPr lang="en-US" b="1" dirty="0"/>
              <a:t>Suggested Instructional Tips – NoSQL Database Service</a:t>
            </a:r>
            <a:endParaRPr lang="en-US" dirty="0"/>
          </a:p>
          <a:p>
            <a:pPr marL="7938"/>
            <a:r>
              <a:rPr lang="en-US" i="0" dirty="0"/>
              <a:t>When teaching about </a:t>
            </a:r>
            <a:r>
              <a:rPr lang="en-US" dirty="0"/>
              <a:t>NoSQL databases, emphasize their flexibility and scalability. </a:t>
            </a:r>
          </a:p>
          <a:p>
            <a:pPr marL="7938"/>
            <a:endParaRPr lang="en-US" dirty="0"/>
          </a:p>
          <a:p>
            <a:pPr marL="7938"/>
            <a:r>
              <a:rPr lang="en-US" dirty="0"/>
              <a:t>NoSQL Databases</a:t>
            </a:r>
          </a:p>
          <a:p>
            <a:pPr marL="179388" indent="-171450">
              <a:buFont typeface="Arial" panose="020B0604020202020204" pitchFamily="34" charset="0"/>
              <a:buChar char="•"/>
            </a:pPr>
            <a:r>
              <a:rPr lang="en-US" dirty="0"/>
              <a:t>Stores data in formats like key-value pairs or wide columns</a:t>
            </a:r>
          </a:p>
          <a:p>
            <a:pPr marL="179388" indent="-171450">
              <a:buFont typeface="Arial" panose="020B0604020202020204" pitchFamily="34" charset="0"/>
              <a:buChar char="•"/>
            </a:pPr>
            <a:r>
              <a:rPr lang="en-US" dirty="0"/>
              <a:t>Accessed through an API over HTTPS</a:t>
            </a:r>
          </a:p>
          <a:p>
            <a:pPr marL="179388" indent="-171450">
              <a:buFont typeface="Arial" panose="020B0604020202020204" pitchFamily="34" charset="0"/>
              <a:buChar char="•"/>
            </a:pPr>
            <a:r>
              <a:rPr lang="en-US" dirty="0"/>
              <a:t>Designed for horizontal scaling across distributed systems</a:t>
            </a:r>
          </a:p>
          <a:p>
            <a:pPr marL="179388" indent="-171450">
              <a:buFont typeface="Arial" panose="020B0604020202020204" pitchFamily="34" charset="0"/>
              <a:buChar char="•"/>
            </a:pPr>
            <a:r>
              <a:rPr lang="en-US" dirty="0"/>
              <a:t>Supports a wide range of data models</a:t>
            </a:r>
          </a:p>
          <a:p>
            <a:pPr marL="7938" indent="0"/>
            <a:endParaRPr lang="en-US" dirty="0"/>
          </a:p>
          <a:p>
            <a:pPr marL="158750" indent="0">
              <a:buNone/>
            </a:pPr>
            <a:endParaRPr lang="en-US" i="1" dirty="0"/>
          </a:p>
        </p:txBody>
      </p:sp>
      <p:sp>
        <p:nvSpPr>
          <p:cNvPr id="4" name="Footer Placeholder 3">
            <a:extLst>
              <a:ext uri="{FF2B5EF4-FFF2-40B4-BE49-F238E27FC236}">
                <a16:creationId xmlns:a16="http://schemas.microsoft.com/office/drawing/2014/main" id="{4ABAF209-9829-FCAF-B376-085036288A98}"/>
              </a:ext>
            </a:extLst>
          </p:cNvPr>
          <p:cNvSpPr>
            <a:spLocks noGrp="1"/>
          </p:cNvSpPr>
          <p:nvPr>
            <p:ph type="ftr" sz="quarter" idx="4"/>
          </p:nvPr>
        </p:nvSpPr>
        <p:spPr/>
        <p:txBody>
          <a:bodyPr/>
          <a:lstStyle/>
          <a:p>
            <a:r>
              <a:rPr lang="en-US"/>
              <a:t>​Copyright © 2024 The Computing Technology Industry Association, Inc. All rights reserved.</a:t>
            </a:r>
          </a:p>
        </p:txBody>
      </p:sp>
    </p:spTree>
    <p:extLst>
      <p:ext uri="{BB962C8B-B14F-4D97-AF65-F5344CB8AC3E}">
        <p14:creationId xmlns:p14="http://schemas.microsoft.com/office/powerpoint/2010/main" val="3409967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938">
              <a:buNone/>
            </a:pPr>
            <a:r>
              <a:rPr lang="en-US" b="1" dirty="0"/>
              <a:t>Suggested Instructional Tips</a:t>
            </a:r>
            <a:r>
              <a:rPr lang="en-US" i="1" dirty="0"/>
              <a:t> </a:t>
            </a:r>
            <a:r>
              <a:rPr lang="en-US" b="1" i="1" dirty="0"/>
              <a:t>- </a:t>
            </a:r>
            <a:r>
              <a:rPr lang="en-US" b="1" i="0" dirty="0"/>
              <a:t>RDBMS vs NoSQL</a:t>
            </a:r>
            <a:endParaRPr lang="en-US" i="0" dirty="0"/>
          </a:p>
          <a:p>
            <a:pPr marL="7938">
              <a:buNone/>
            </a:pPr>
            <a:r>
              <a:rPr lang="en-US" dirty="0"/>
              <a:t>Highlight how NoSQL databases differ from traditional relational databases by allowing for varied data models and accommodating large volumes of unstructured data, making them ideal for big data applications and real-time web apps</a:t>
            </a:r>
          </a:p>
          <a:p>
            <a:pPr marL="7938"/>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21</a:t>
            </a:fld>
            <a:endParaRPr lang="en-US" dirty="0"/>
          </a:p>
        </p:txBody>
      </p:sp>
    </p:spTree>
    <p:extLst>
      <p:ext uri="{BB962C8B-B14F-4D97-AF65-F5344CB8AC3E}">
        <p14:creationId xmlns:p14="http://schemas.microsoft.com/office/powerpoint/2010/main" val="21333327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7938">
              <a:buNone/>
            </a:pPr>
            <a:r>
              <a:rPr lang="en-US" b="1" dirty="0"/>
              <a:t>Suggested Activity - Matching</a:t>
            </a:r>
          </a:p>
          <a:p>
            <a:pPr marL="7938">
              <a:buNone/>
            </a:pPr>
            <a:endParaRPr lang="en-US" dirty="0"/>
          </a:p>
          <a:p>
            <a:pPr marL="7938">
              <a:buNone/>
            </a:pPr>
            <a:r>
              <a:rPr lang="en-US" dirty="0"/>
              <a:t>Answers:</a:t>
            </a:r>
          </a:p>
          <a:p>
            <a:pPr marL="7938">
              <a:buNone/>
            </a:pPr>
            <a:r>
              <a:rPr lang="en-US" dirty="0"/>
              <a:t>HTTP: Protocol for web communication</a:t>
            </a:r>
          </a:p>
          <a:p>
            <a:pPr marL="7938">
              <a:buNone/>
            </a:pPr>
            <a:r>
              <a:rPr lang="en-US" dirty="0"/>
              <a:t>FTP: Network protocol for file transfer</a:t>
            </a:r>
          </a:p>
          <a:p>
            <a:pPr marL="7938">
              <a:buNone/>
            </a:pPr>
            <a:r>
              <a:rPr lang="en-US" dirty="0"/>
              <a:t>SMB: Protocol for network file sharing</a:t>
            </a:r>
          </a:p>
          <a:p>
            <a:pPr marL="7938">
              <a:buNone/>
            </a:pPr>
            <a:r>
              <a:rPr lang="en-US" dirty="0"/>
              <a:t>NAS: Storage accessible over a network</a:t>
            </a:r>
          </a:p>
          <a:p>
            <a:pPr marL="7938">
              <a:buNone/>
            </a:pPr>
            <a:r>
              <a:rPr lang="en-US" dirty="0"/>
              <a:t>RDBMS: System for managing relational databases</a:t>
            </a:r>
          </a:p>
        </p:txBody>
      </p:sp>
      <p:sp>
        <p:nvSpPr>
          <p:cNvPr id="4" name="Footer Placeholder 3">
            <a:extLst>
              <a:ext uri="{FF2B5EF4-FFF2-40B4-BE49-F238E27FC236}">
                <a16:creationId xmlns:a16="http://schemas.microsoft.com/office/drawing/2014/main" id="{1E3EAB26-50CE-15F6-551A-A00D1272D237}"/>
              </a:ext>
            </a:extLst>
          </p:cNvPr>
          <p:cNvSpPr>
            <a:spLocks noGrp="1"/>
          </p:cNvSpPr>
          <p:nvPr>
            <p:ph type="ftr" sz="quarter" idx="4"/>
          </p:nvPr>
        </p:nvSpPr>
        <p:spPr/>
        <p:txBody>
          <a:bodyPr/>
          <a:lstStyle/>
          <a:p>
            <a:r>
              <a:rPr lang="en-US"/>
              <a:t>​Copyright © 2024 The Computing Technology Industry Association, Inc. All rights reserved.</a:t>
            </a:r>
          </a:p>
        </p:txBody>
      </p:sp>
    </p:spTree>
    <p:extLst>
      <p:ext uri="{BB962C8B-B14F-4D97-AF65-F5344CB8AC3E}">
        <p14:creationId xmlns:p14="http://schemas.microsoft.com/office/powerpoint/2010/main" val="3161734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pPr marL="457200" indent="-298450"/>
            <a:endParaRPr lang="en-GB" dirty="0"/>
          </a:p>
        </p:txBody>
      </p:sp>
      <p:sp>
        <p:nvSpPr>
          <p:cNvPr id="4" name="Footer Placeholder 3">
            <a:extLst>
              <a:ext uri="{FF2B5EF4-FFF2-40B4-BE49-F238E27FC236}">
                <a16:creationId xmlns:a16="http://schemas.microsoft.com/office/drawing/2014/main" id="{EDE5C595-0EA8-9365-0C62-DB99CD1BF9A2}"/>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38898683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158750" indent="0">
              <a:buNone/>
            </a:pPr>
            <a:endParaRPr lang="en-US" i="0" dirty="0"/>
          </a:p>
        </p:txBody>
      </p:sp>
      <p:sp>
        <p:nvSpPr>
          <p:cNvPr id="4" name="Footer Placeholder 3">
            <a:extLst>
              <a:ext uri="{FF2B5EF4-FFF2-40B4-BE49-F238E27FC236}">
                <a16:creationId xmlns:a16="http://schemas.microsoft.com/office/drawing/2014/main" id="{9AE5A2FE-AD11-4B02-D04C-CA9ABD9AC830}"/>
              </a:ext>
            </a:extLst>
          </p:cNvPr>
          <p:cNvSpPr>
            <a:spLocks noGrp="1"/>
          </p:cNvSpPr>
          <p:nvPr>
            <p:ph type="ftr" sz="quarter" idx="4"/>
          </p:nvPr>
        </p:nvSpPr>
        <p:spPr/>
        <p:txBody>
          <a:bodyPr/>
          <a:lstStyle/>
          <a:p>
            <a:r>
              <a:rPr lang="en-US"/>
              <a:t>​Copyright © 2024 The Computing Technology Industry Association, Inc. All rights reserved.</a:t>
            </a:r>
          </a:p>
        </p:txBody>
      </p:sp>
    </p:spTree>
    <p:extLst>
      <p:ext uri="{BB962C8B-B14F-4D97-AF65-F5344CB8AC3E}">
        <p14:creationId xmlns:p14="http://schemas.microsoft.com/office/powerpoint/2010/main" val="33887256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7938" lvl="1">
              <a:buNone/>
            </a:pPr>
            <a:r>
              <a:rPr lang="en-US" b="1" dirty="0"/>
              <a:t>Suggested Instructional Tips – Internet Message Access Protocol (IMAP)</a:t>
            </a:r>
          </a:p>
          <a:p>
            <a:pPr marL="7938" lvl="1">
              <a:buNone/>
            </a:pPr>
            <a:endParaRPr lang="en-US" dirty="0"/>
          </a:p>
          <a:p>
            <a:pPr marL="7938" lvl="1" algn="l">
              <a:buFont typeface="+mj-lt"/>
              <a:buNone/>
            </a:pPr>
            <a:r>
              <a:rPr lang="en-US" i="0" dirty="0">
                <a:effectLst/>
              </a:rPr>
              <a:t>Purpose</a:t>
            </a:r>
            <a:endParaRPr lang="en-US" dirty="0"/>
          </a:p>
          <a:p>
            <a:pPr marL="179388" lvl="1" indent="-171450" algn="l">
              <a:buFont typeface="Arial" panose="020B0604020202020204" pitchFamily="34" charset="0"/>
              <a:buChar char="•"/>
            </a:pPr>
            <a:r>
              <a:rPr lang="en-US" b="0" i="0" dirty="0">
                <a:effectLst/>
              </a:rPr>
              <a:t>IMAP is an email protocol that allows you to access and manage your email messages stored on a remote mail server.</a:t>
            </a:r>
          </a:p>
          <a:p>
            <a:pPr marL="179388" lvl="1" indent="-171450" algn="l">
              <a:buFont typeface="Arial" panose="020B0604020202020204" pitchFamily="34" charset="0"/>
              <a:buChar char="•"/>
            </a:pPr>
            <a:r>
              <a:rPr lang="en-US" b="0" i="0" dirty="0">
                <a:effectLst/>
              </a:rPr>
              <a:t>Unlike downloading messages locally, IMAP keeps your emails on the server, making them accessible from multiple devices.</a:t>
            </a:r>
          </a:p>
          <a:p>
            <a:pPr marL="7938" lvl="1" algn="l">
              <a:buFont typeface="+mj-lt"/>
              <a:buNone/>
            </a:pPr>
            <a:endParaRPr lang="en-US" i="0" dirty="0">
              <a:effectLst/>
            </a:endParaRPr>
          </a:p>
          <a:p>
            <a:pPr marL="7938" lvl="1" algn="l">
              <a:buFont typeface="+mj-lt"/>
              <a:buNone/>
            </a:pPr>
            <a:r>
              <a:rPr lang="en-US" i="0" dirty="0">
                <a:effectLst/>
              </a:rPr>
              <a:t>Function</a:t>
            </a:r>
          </a:p>
          <a:p>
            <a:pPr marL="179388" lvl="1" indent="-171450" algn="l">
              <a:buFont typeface="Arial" panose="020B0604020202020204" pitchFamily="34" charset="0"/>
              <a:buChar char="•"/>
            </a:pPr>
            <a:r>
              <a:rPr lang="en-US" i="0" dirty="0">
                <a:effectLst/>
              </a:rPr>
              <a:t>Connecting to the mail server:</a:t>
            </a:r>
            <a:r>
              <a:rPr lang="en-US" b="0" i="0" dirty="0">
                <a:effectLst/>
              </a:rPr>
              <a:t> When you sign in to your email client (e.g., Gmail, Outlook), it connects to the mail server hosting your email account.</a:t>
            </a:r>
          </a:p>
          <a:p>
            <a:pPr marL="179388" lvl="1" indent="-171450" algn="l">
              <a:buFont typeface="Arial" panose="020B0604020202020204" pitchFamily="34" charset="0"/>
              <a:buChar char="•"/>
            </a:pPr>
            <a:r>
              <a:rPr lang="en-US" i="0" dirty="0">
                <a:effectLst/>
              </a:rPr>
              <a:t>Synchronization: </a:t>
            </a:r>
            <a:r>
              <a:rPr lang="en-US" b="0" i="0" dirty="0">
                <a:effectLst/>
              </a:rPr>
              <a:t>The server sends an updated list of emails (headers, subjects, senders) to your mailbox.</a:t>
            </a:r>
          </a:p>
          <a:p>
            <a:pPr marL="179388" lvl="1" indent="-171450" algn="l">
              <a:buFont typeface="Arial" panose="020B0604020202020204" pitchFamily="34" charset="0"/>
              <a:buChar char="•"/>
            </a:pPr>
            <a:r>
              <a:rPr lang="en-US" i="0" dirty="0">
                <a:effectLst/>
              </a:rPr>
              <a:t>Reading emails: </a:t>
            </a:r>
            <a:r>
              <a:rPr lang="en-US" b="0" i="0" dirty="0">
                <a:effectLst/>
              </a:rPr>
              <a:t>Clicking on an email requests the server to deliver its full content (including attachments) for display.</a:t>
            </a:r>
          </a:p>
          <a:p>
            <a:pPr marL="179388" lvl="1" indent="-171450" algn="l">
              <a:buFont typeface="Arial" panose="020B0604020202020204" pitchFamily="34" charset="0"/>
              <a:buChar char="•"/>
            </a:pPr>
            <a:r>
              <a:rPr lang="en-US" i="0" dirty="0">
                <a:effectLst/>
              </a:rPr>
              <a:t>Managing emails: </a:t>
            </a:r>
            <a:r>
              <a:rPr lang="en-US" b="0" i="0" dirty="0">
                <a:effectLst/>
              </a:rPr>
              <a:t>IMAP allows actions like deleting, moving, and flagging messages, ensuring synchronization across all devices.</a:t>
            </a:r>
          </a:p>
          <a:p>
            <a:endParaRPr lang="en-US" dirty="0"/>
          </a:p>
        </p:txBody>
      </p:sp>
      <p:sp>
        <p:nvSpPr>
          <p:cNvPr id="4" name="Footer Placeholder 3">
            <a:extLst>
              <a:ext uri="{FF2B5EF4-FFF2-40B4-BE49-F238E27FC236}">
                <a16:creationId xmlns:a16="http://schemas.microsoft.com/office/drawing/2014/main" id="{4A42B250-47DE-4BBF-AFB6-45DCF08BF9F0}"/>
              </a:ext>
            </a:extLst>
          </p:cNvPr>
          <p:cNvSpPr>
            <a:spLocks noGrp="1"/>
          </p:cNvSpPr>
          <p:nvPr>
            <p:ph type="ftr" sz="quarter" idx="4"/>
          </p:nvPr>
        </p:nvSpPr>
        <p:spPr/>
        <p:txBody>
          <a:bodyPr/>
          <a:lstStyle/>
          <a:p>
            <a:r>
              <a:rPr lang="en-US"/>
              <a:t>​Copyright © 2024 The Computing Technology Industry Association, Inc. All rights reserved.</a:t>
            </a:r>
          </a:p>
        </p:txBody>
      </p:sp>
    </p:spTree>
    <p:extLst>
      <p:ext uri="{BB962C8B-B14F-4D97-AF65-F5344CB8AC3E}">
        <p14:creationId xmlns:p14="http://schemas.microsoft.com/office/powerpoint/2010/main" val="34263597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Instructional Tips – SMTP and IMAP Diagram</a:t>
            </a:r>
            <a:endParaRPr lang="en-US" dirty="0"/>
          </a:p>
          <a:p>
            <a:pPr marL="171450" indent="-171450">
              <a:buFont typeface="Arial" panose="020B0604020202020204" pitchFamily="34" charset="0"/>
              <a:buChar char="•"/>
            </a:pPr>
            <a:r>
              <a:rPr lang="en-US" dirty="0"/>
              <a:t>User composes an email and sends it through their email client (Outlook, Gmail etc.).</a:t>
            </a:r>
          </a:p>
          <a:p>
            <a:pPr marL="171450" indent="-171450">
              <a:buFont typeface="Arial" panose="020B0604020202020204" pitchFamily="34" charset="0"/>
              <a:buChar char="•"/>
            </a:pPr>
            <a:r>
              <a:rPr lang="en-US" dirty="0"/>
              <a:t>The email client connects to the sender's email server (port 587).</a:t>
            </a:r>
          </a:p>
          <a:p>
            <a:pPr marL="171450" indent="-171450">
              <a:buFont typeface="Arial" panose="020B0604020202020204" pitchFamily="34" charset="0"/>
              <a:buChar char="•"/>
            </a:pPr>
            <a:r>
              <a:rPr lang="en-US" dirty="0"/>
              <a:t>The sender's server transmits the email content and recipient information to the recipient's server using SMTP (often on port 25).</a:t>
            </a:r>
          </a:p>
          <a:p>
            <a:pPr marL="171450" indent="-171450">
              <a:buFont typeface="Arial" panose="020B0604020202020204" pitchFamily="34" charset="0"/>
              <a:buChar char="•"/>
            </a:pPr>
            <a:r>
              <a:rPr lang="en-US" dirty="0"/>
              <a:t>IMAP allows users to access and manage emails stored on the email server.</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26</a:t>
            </a:fld>
            <a:endParaRPr lang="en-US" dirty="0"/>
          </a:p>
        </p:txBody>
      </p:sp>
    </p:spTree>
    <p:extLst>
      <p:ext uri="{BB962C8B-B14F-4D97-AF65-F5344CB8AC3E}">
        <p14:creationId xmlns:p14="http://schemas.microsoft.com/office/powerpoint/2010/main" val="17838761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7938">
              <a:buNone/>
            </a:pPr>
            <a:r>
              <a:rPr lang="en-US" b="1" dirty="0"/>
              <a:t>Suggested Instructional Tips – Voice and Video Services</a:t>
            </a:r>
            <a:endParaRPr lang="en-US" dirty="0"/>
          </a:p>
          <a:p>
            <a:pPr marL="179388" indent="-171450">
              <a:buFont typeface="Arial" panose="020B0604020202020204" pitchFamily="34" charset="0"/>
              <a:buChar char="•"/>
            </a:pPr>
            <a:r>
              <a:rPr lang="en-US" dirty="0"/>
              <a:t>PBX is not an exam content example, but you will need to introduce the term to discuss telephony and gateways.</a:t>
            </a:r>
          </a:p>
          <a:p>
            <a:pPr marL="179388" indent="-171450">
              <a:buFont typeface="Arial" panose="020B0604020202020204" pitchFamily="34" charset="0"/>
              <a:buChar char="•"/>
            </a:pPr>
            <a:r>
              <a:rPr lang="en-US" dirty="0"/>
              <a:t>VoIP is the underlying technology that allows voice calls to be transmitted over the internet.</a:t>
            </a:r>
          </a:p>
          <a:p>
            <a:pPr marL="179388" indent="-171450">
              <a:buFont typeface="Arial" panose="020B0604020202020204" pitchFamily="34" charset="0"/>
              <a:buChar char="•"/>
            </a:pPr>
            <a:r>
              <a:rPr lang="en-US" dirty="0"/>
              <a:t>PBX is a traditional phone system managing calls within an organization, often using dedicated phone lines.</a:t>
            </a:r>
          </a:p>
          <a:p>
            <a:pPr marL="179388" indent="-171450">
              <a:buFont typeface="Arial" panose="020B0604020202020204" pitchFamily="34" charset="0"/>
              <a:buChar char="•"/>
            </a:pPr>
            <a:r>
              <a:rPr lang="en-US" dirty="0"/>
              <a:t>VoIP-Enabled PBX combines VoIP and PBX functionalities, offering internet-based call management with features like call forwarding, voicemail, and potentially more.</a:t>
            </a:r>
          </a:p>
        </p:txBody>
      </p:sp>
      <p:sp>
        <p:nvSpPr>
          <p:cNvPr id="4" name="Footer Placeholder 3">
            <a:extLst>
              <a:ext uri="{FF2B5EF4-FFF2-40B4-BE49-F238E27FC236}">
                <a16:creationId xmlns:a16="http://schemas.microsoft.com/office/drawing/2014/main" id="{61867C51-D98C-CBE2-8D1F-F57023357DD5}"/>
              </a:ext>
            </a:extLst>
          </p:cNvPr>
          <p:cNvSpPr>
            <a:spLocks noGrp="1"/>
          </p:cNvSpPr>
          <p:nvPr>
            <p:ph type="ftr" sz="quarter" idx="4"/>
          </p:nvPr>
        </p:nvSpPr>
        <p:spPr/>
        <p:txBody>
          <a:bodyPr/>
          <a:lstStyle/>
          <a:p>
            <a:r>
              <a:rPr lang="en-US"/>
              <a:t>​Copyright © 2024 The Computing Technology Industry Association, Inc. All rights reserved.</a:t>
            </a:r>
          </a:p>
        </p:txBody>
      </p:sp>
    </p:spTree>
    <p:extLst>
      <p:ext uri="{BB962C8B-B14F-4D97-AF65-F5344CB8AC3E}">
        <p14:creationId xmlns:p14="http://schemas.microsoft.com/office/powerpoint/2010/main" val="27401940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r>
              <a:rPr lang="en-US" b="1" dirty="0">
                <a:effectLst/>
              </a:rPr>
              <a:t>Suggested Instructional Tips – VoIP Protocols</a:t>
            </a:r>
            <a:endParaRPr lang="en-US" dirty="0">
              <a:effectLst/>
            </a:endParaRPr>
          </a:p>
          <a:p>
            <a:pPr marL="171450" indent="-171450">
              <a:buFont typeface="Arial" panose="020B0604020202020204" pitchFamily="34" charset="0"/>
              <a:buChar char="•"/>
            </a:pPr>
            <a:r>
              <a:rPr lang="en-US" dirty="0">
                <a:effectLst/>
              </a:rPr>
              <a:t>These protocols work together in VoIP and other real-time communication systems to deliver and manage multimedia over the internet. RTP and RTCP focus on the transport and quality control of media streams, while SIP handles the overall session management.</a:t>
            </a:r>
            <a:endParaRPr lang="en-US" dirty="0"/>
          </a:p>
          <a:p>
            <a:pPr marL="171450" indent="-171450">
              <a:buFont typeface="Arial" panose="020B0604020202020204" pitchFamily="34" charset="0"/>
              <a:buChar char="•"/>
            </a:pPr>
            <a:r>
              <a:rPr lang="en-US" dirty="0"/>
              <a:t>Emphasize the different requirements of real-time data applications compared to "bursty" data applications, and the basic function of SIP and RTP. Mention that many of these protocols use UDP for transport, rather than TCP, to reduce overhead.</a:t>
            </a:r>
          </a:p>
        </p:txBody>
      </p:sp>
      <p:sp>
        <p:nvSpPr>
          <p:cNvPr id="4" name="Footer Placeholder 3">
            <a:extLst>
              <a:ext uri="{FF2B5EF4-FFF2-40B4-BE49-F238E27FC236}">
                <a16:creationId xmlns:a16="http://schemas.microsoft.com/office/drawing/2014/main" id="{DEA358F5-7451-03D9-C38E-3194F92634B8}"/>
              </a:ext>
            </a:extLst>
          </p:cNvPr>
          <p:cNvSpPr>
            <a:spLocks noGrp="1"/>
          </p:cNvSpPr>
          <p:nvPr>
            <p:ph type="ftr" sz="quarter" idx="4"/>
          </p:nvPr>
        </p:nvSpPr>
        <p:spPr/>
        <p:txBody>
          <a:bodyPr/>
          <a:lstStyle/>
          <a:p>
            <a:r>
              <a:rPr lang="en-US"/>
              <a:t>​Copyright © 2024 The Computing Technology Industry Association, Inc. All rights reserved.</a:t>
            </a:r>
          </a:p>
        </p:txBody>
      </p:sp>
    </p:spTree>
    <p:extLst>
      <p:ext uri="{BB962C8B-B14F-4D97-AF65-F5344CB8AC3E}">
        <p14:creationId xmlns:p14="http://schemas.microsoft.com/office/powerpoint/2010/main" val="32308647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Suggested Activity – Trivia</a:t>
            </a:r>
            <a:endParaRPr lang="en-US" dirty="0"/>
          </a:p>
          <a:p>
            <a:pPr marL="171450" indent="-171450">
              <a:buFont typeface="Arial" panose="020B0604020202020204" pitchFamily="34" charset="0"/>
              <a:buChar char="•"/>
            </a:pPr>
            <a:r>
              <a:rPr lang="en-US" dirty="0"/>
              <a:t>IMAP (Internet Message Access Protocol)</a:t>
            </a:r>
          </a:p>
          <a:p>
            <a:pPr marL="171450" indent="-171450">
              <a:buFont typeface="Arial" panose="020B0604020202020204" pitchFamily="34" charset="0"/>
              <a:buChar char="•"/>
            </a:pPr>
            <a:r>
              <a:rPr lang="en-US" dirty="0"/>
              <a:t>SMTP (Simple Mail Transfer Protocol)</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29</a:t>
            </a:fld>
            <a:endParaRPr lang="en-US" dirty="0"/>
          </a:p>
        </p:txBody>
      </p:sp>
    </p:spTree>
    <p:extLst>
      <p:ext uri="{BB962C8B-B14F-4D97-AF65-F5344CB8AC3E}">
        <p14:creationId xmlns:p14="http://schemas.microsoft.com/office/powerpoint/2010/main" val="142785714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311150"/>
            <a:ext cx="6099175" cy="3429000"/>
          </a:xfrm>
        </p:spPr>
      </p:sp>
      <p:sp>
        <p:nvSpPr>
          <p:cNvPr id="3" name="Notes Placeholder 2"/>
          <p:cNvSpPr>
            <a:spLocks noGrp="1"/>
          </p:cNvSpPr>
          <p:nvPr>
            <p:ph type="body" idx="1"/>
          </p:nvPr>
        </p:nvSpPr>
        <p:spPr/>
        <p:txBody>
          <a:bodyPr/>
          <a:lstStyle/>
          <a:p>
            <a:pPr marL="457200" indent="-298450"/>
            <a:endParaRPr lang="en-GB" dirty="0"/>
          </a:p>
        </p:txBody>
      </p:sp>
      <p:sp>
        <p:nvSpPr>
          <p:cNvPr id="4" name="Footer Placeholder 3">
            <a:extLst>
              <a:ext uri="{FF2B5EF4-FFF2-40B4-BE49-F238E27FC236}">
                <a16:creationId xmlns:a16="http://schemas.microsoft.com/office/drawing/2014/main" id="{EDE5C595-0EA8-9365-0C62-DB99CD1BF9A2}"/>
              </a:ext>
            </a:extLst>
          </p:cNvPr>
          <p:cNvSpPr>
            <a:spLocks noGrp="1"/>
          </p:cNvSpPr>
          <p:nvPr>
            <p:ph type="ftr" sz="quarter" idx="4"/>
          </p:nvPr>
        </p:nvSpPr>
        <p:spPr/>
        <p:txBody>
          <a:bodyPr/>
          <a:lstStyle/>
          <a:p>
            <a:r>
              <a:rPr lang="en-US" dirty="0"/>
              <a:t>​Copyright © 2024 The Computing Technology Industry Association, Inc. All rights reserved.</a:t>
            </a:r>
          </a:p>
        </p:txBody>
      </p:sp>
    </p:spTree>
    <p:extLst>
      <p:ext uri="{BB962C8B-B14F-4D97-AF65-F5344CB8AC3E}">
        <p14:creationId xmlns:p14="http://schemas.microsoft.com/office/powerpoint/2010/main" val="28199955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4213" y="696913"/>
            <a:ext cx="5489575" cy="3086100"/>
          </a:xfrm>
        </p:spPr>
      </p:sp>
      <p:sp>
        <p:nvSpPr>
          <p:cNvPr id="3" name="Notes Placeholder 2"/>
          <p:cNvSpPr>
            <a:spLocks noGrp="1"/>
          </p:cNvSpPr>
          <p:nvPr>
            <p:ph type="body" idx="1"/>
          </p:nvPr>
        </p:nvSpPr>
        <p:spPr>
          <a:xfrm>
            <a:off x="685800" y="3951978"/>
            <a:ext cx="5486400" cy="3600450"/>
          </a:xfrm>
        </p:spPr>
        <p:txBody>
          <a:bodyPr/>
          <a:lstStyle/>
          <a:p>
            <a:r>
              <a:rPr lang="en-US" b="1" dirty="0"/>
              <a:t>Suggested Instructional Tips – Disaster Recovery Concepts</a:t>
            </a:r>
          </a:p>
          <a:p>
            <a:endParaRPr lang="en-US" b="1" dirty="0"/>
          </a:p>
          <a:p>
            <a:pPr marL="171450" indent="-171450">
              <a:buFont typeface="Arial" panose="020B0604020202020204" pitchFamily="34" charset="0"/>
              <a:buChar char="•"/>
            </a:pPr>
            <a:r>
              <a:rPr lang="en-US" b="0" dirty="0"/>
              <a:t>Disaster Recovery Plan (DRP):</a:t>
            </a:r>
          </a:p>
          <a:p>
            <a:pPr marL="514213" lvl="1" indent="-171450">
              <a:buFont typeface="Courier New" panose="02070309020205020404" pitchFamily="49" charset="0"/>
              <a:buChar char="o"/>
            </a:pPr>
            <a:r>
              <a:rPr lang="en-US" b="0" dirty="0"/>
              <a:t>Guidelines and Procedures: A DRP provides a structured approach to resume operations after an incident, focusing on data and critical system avail</a:t>
            </a:r>
            <a:r>
              <a:rPr lang="en-US" dirty="0"/>
              <a:t>ability.</a:t>
            </a:r>
          </a:p>
          <a:p>
            <a:pPr marL="514213" lvl="1" indent="-171450">
              <a:buFont typeface="Courier New" panose="02070309020205020404" pitchFamily="49" charset="0"/>
              <a:buChar char="o"/>
            </a:pPr>
            <a:r>
              <a:rPr lang="en-US" dirty="0"/>
              <a:t>Preparation and Prevention: It includes risk analysis, data backups, and contingency planning to minimize damage and recover quickly.</a:t>
            </a:r>
          </a:p>
          <a:p>
            <a:pPr marL="171450" indent="-171450">
              <a:buFont typeface="Arial" panose="020B0604020202020204" pitchFamily="34" charset="0"/>
              <a:buChar char="•"/>
            </a:pPr>
            <a:r>
              <a:rPr lang="en-US" dirty="0"/>
              <a:t>Tabletop Exercises:</a:t>
            </a:r>
          </a:p>
          <a:p>
            <a:pPr marL="514213" lvl="1" indent="-171450">
              <a:buFont typeface="Courier New" panose="02070309020205020404" pitchFamily="49" charset="0"/>
              <a:buChar char="o"/>
            </a:pPr>
            <a:r>
              <a:rPr lang="en-US" dirty="0"/>
              <a:t>Simulation: These are discussion-based sessions where teams role-play through disaster scenarios to evaluate response plans.</a:t>
            </a:r>
          </a:p>
          <a:p>
            <a:pPr marL="514213" lvl="1" indent="-171450">
              <a:buFont typeface="Courier New" panose="02070309020205020404" pitchFamily="49" charset="0"/>
              <a:buChar char="o"/>
            </a:pPr>
            <a:r>
              <a:rPr lang="en-US" dirty="0"/>
              <a:t>Constructive Learning: The exercises are designed to identify gaps in plans and improve emergency response in a low-stress environment.</a:t>
            </a:r>
          </a:p>
          <a:p>
            <a:pPr marL="171450" lvl="0" indent="-171450">
              <a:buFont typeface="Arial" panose="020B0604020202020204" pitchFamily="34" charset="0"/>
              <a:buChar char="•"/>
            </a:pPr>
            <a:r>
              <a:rPr lang="en-US" dirty="0"/>
              <a:t>Validation Tests:</a:t>
            </a:r>
          </a:p>
          <a:p>
            <a:pPr marL="514213" lvl="1" indent="-171450">
              <a:buFont typeface="Courier New" panose="02070309020205020404" pitchFamily="49" charset="0"/>
              <a:buChar char="o"/>
            </a:pPr>
            <a:r>
              <a:rPr lang="en-US" dirty="0"/>
              <a:t>Purpose: Validation tests ensure that disaster recovery and business continuity plans are effective and reliable.</a:t>
            </a:r>
          </a:p>
          <a:p>
            <a:pPr marL="514213" lvl="1" indent="-171450">
              <a:buFont typeface="Courier New" panose="02070309020205020404" pitchFamily="49" charset="0"/>
              <a:buChar char="o"/>
            </a:pPr>
            <a:r>
              <a:rPr lang="en-US" dirty="0"/>
              <a:t>Types:</a:t>
            </a:r>
          </a:p>
          <a:p>
            <a:pPr marL="685800" lvl="2" indent="-120650" algn="l">
              <a:buFont typeface="Wingdings" pitchFamily="2" charset="2"/>
              <a:buChar char="§"/>
            </a:pPr>
            <a:r>
              <a:rPr lang="en-US" dirty="0"/>
              <a:t>Functional Testing: Verifies that individual components (e.g., servers, backups) work as expected.</a:t>
            </a:r>
          </a:p>
          <a:p>
            <a:pPr marL="685800" lvl="2" indent="-120650">
              <a:buFont typeface="Wingdings" pitchFamily="2" charset="2"/>
              <a:buChar char="§"/>
            </a:pPr>
            <a:r>
              <a:rPr lang="en-US" dirty="0"/>
              <a:t>Scenario Testing: Simulates specific disaster scenarios (e.g., fire, cyberattack) to assess the plan’s response.</a:t>
            </a:r>
          </a:p>
          <a:p>
            <a:pPr marL="685800" lvl="2" indent="-120650">
              <a:buFont typeface="Wingdings" pitchFamily="2" charset="2"/>
              <a:buChar char="§"/>
            </a:pPr>
            <a:r>
              <a:rPr lang="en-US" dirty="0"/>
              <a:t>Full-Scale Testing: Comprehensive end-to-end testing involving all stakeholders.</a:t>
            </a:r>
          </a:p>
          <a:p>
            <a:pPr marL="514213" lvl="1" indent="-171450">
              <a:buFont typeface="Courier New" panose="02070309020205020404" pitchFamily="49" charset="0"/>
              <a:buChar char="o"/>
            </a:pPr>
            <a:r>
              <a:rPr lang="en-US" dirty="0"/>
              <a:t>Importance: Identifies weaknesses, validates procedures, and builds confidence in the plan.</a:t>
            </a:r>
          </a:p>
          <a:p>
            <a:pPr marL="171450" indent="-171450">
              <a:buFont typeface="Arial" panose="020B0604020202020204" pitchFamily="34" charset="0"/>
              <a:buChar char="•"/>
            </a:pPr>
            <a:r>
              <a:rPr lang="en-US" dirty="0"/>
              <a:t>Business Continuity Plan: A BCP outlines procedures to maintain essential functions during disruptions (e.g., natural disasters, cyber incidents).</a:t>
            </a:r>
          </a:p>
          <a:p>
            <a:pPr marL="514213" lvl="1" indent="-171450">
              <a:buFont typeface="Courier New" panose="02070309020205020404" pitchFamily="49" charset="0"/>
              <a:buChar char="o"/>
            </a:pPr>
            <a:r>
              <a:rPr lang="en-US" dirty="0"/>
              <a:t>Components:</a:t>
            </a:r>
          </a:p>
          <a:p>
            <a:pPr marL="685800" lvl="2" indent="-120650">
              <a:buFont typeface="Wingdings" pitchFamily="2" charset="2"/>
              <a:buChar char="§"/>
            </a:pPr>
            <a:r>
              <a:rPr lang="en-US" dirty="0"/>
              <a:t>BCP Team: Responsible for planning and testing continuity strategies.</a:t>
            </a:r>
          </a:p>
          <a:p>
            <a:pPr marL="685800" lvl="2" indent="-120650">
              <a:buFont typeface="Wingdings" pitchFamily="2" charset="2"/>
              <a:buChar char="§"/>
            </a:pPr>
            <a:r>
              <a:rPr lang="en-US" dirty="0"/>
              <a:t>Business Impact Analysis (BIA): Identifies risks and potential disruptions.</a:t>
            </a:r>
          </a:p>
          <a:p>
            <a:pPr marL="685800" lvl="2" indent="-120650">
              <a:buFont typeface="Wingdings" pitchFamily="2" charset="2"/>
              <a:buChar char="§"/>
            </a:pPr>
            <a:r>
              <a:rPr lang="en-US" dirty="0"/>
              <a:t>Crisis Communication Plan: Ensures effective communication during crises.</a:t>
            </a:r>
          </a:p>
          <a:p>
            <a:pPr marL="514213" lvl="1" indent="-171450">
              <a:buFont typeface="Courier New" panose="02070309020205020404" pitchFamily="49" charset="0"/>
              <a:buChar char="o"/>
            </a:pPr>
            <a:r>
              <a:rPr lang="en-US" dirty="0"/>
              <a:t>Importance: Protects reputation, minimizes financial losses, and empowers employees to handle disruptions.</a:t>
            </a:r>
          </a:p>
          <a:p>
            <a:pPr marL="0" lvl="0" indent="0" algn="l">
              <a:buNone/>
            </a:pPr>
            <a:endParaRPr lang="en-US" dirty="0"/>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31</a:t>
            </a:fld>
            <a:endParaRPr lang="en-US" dirty="0"/>
          </a:p>
        </p:txBody>
      </p:sp>
    </p:spTree>
    <p:extLst>
      <p:ext uri="{BB962C8B-B14F-4D97-AF65-F5344CB8AC3E}">
        <p14:creationId xmlns:p14="http://schemas.microsoft.com/office/powerpoint/2010/main" val="2717980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7938">
              <a:buNone/>
            </a:pPr>
            <a:r>
              <a:rPr lang="en-US" b="1" dirty="0"/>
              <a:t>Suggested Instructional Tips – Disaster Recovery Metrics</a:t>
            </a:r>
            <a:endParaRPr lang="en-US" dirty="0">
              <a:cs typeface="Open Sans"/>
            </a:endParaRPr>
          </a:p>
          <a:p>
            <a:pPr marL="7938">
              <a:buNone/>
            </a:pPr>
            <a:r>
              <a:rPr lang="en-US" dirty="0">
                <a:cs typeface="Open Sans"/>
              </a:rPr>
              <a:t>Note</a:t>
            </a:r>
            <a:r>
              <a:rPr lang="en-US" b="0" i="0" dirty="0">
                <a:effectLst/>
                <a:cs typeface="Open Sans"/>
              </a:rPr>
              <a:t> that RTO and RPO are objectives, not measures of elapsed time. If there is an outage, these objectives set an upper limit on the time you have to restore a system or the minimum frequency with which secure backups need to be made.</a:t>
            </a:r>
          </a:p>
          <a:p>
            <a:pPr marL="7938">
              <a:buNone/>
            </a:pPr>
            <a:endParaRPr lang="en-US" b="0" i="0" dirty="0">
              <a:effectLst/>
              <a:cs typeface="Open Sans"/>
            </a:endParaRPr>
          </a:p>
          <a:p>
            <a:pPr marL="7938" marR="0" lvl="0" algn="l" defTabSz="685526" rtl="0" eaLnBrk="1" fontAlgn="auto" latinLnBrk="0" hangingPunct="1">
              <a:lnSpc>
                <a:spcPct val="100000"/>
              </a:lnSpc>
              <a:spcBef>
                <a:spcPts val="0"/>
              </a:spcBef>
              <a:spcAft>
                <a:spcPts val="0"/>
              </a:spcAft>
              <a:buClrTx/>
              <a:buSzTx/>
              <a:buFontTx/>
              <a:buNone/>
              <a:defRPr/>
            </a:pPr>
            <a:r>
              <a:rPr lang="en-US" dirty="0">
                <a:effectLst/>
              </a:rPr>
              <a:t>Recovery Point Objective (RPO) is how much data can be lost, measured over time. For example if a server and it's data crashes on Thursday, and the RPO is 48 hours, that means the company is OK with loosing 2 days of data, but no more.</a:t>
            </a:r>
            <a:endParaRPr lang="en-US" dirty="0"/>
          </a:p>
        </p:txBody>
      </p:sp>
      <p:sp>
        <p:nvSpPr>
          <p:cNvPr id="4" name="Footer Placeholder 3">
            <a:extLst>
              <a:ext uri="{FF2B5EF4-FFF2-40B4-BE49-F238E27FC236}">
                <a16:creationId xmlns:a16="http://schemas.microsoft.com/office/drawing/2014/main" id="{96E2E4CF-50B2-F1BF-2316-5EE53231A598}"/>
              </a:ext>
            </a:extLst>
          </p:cNvPr>
          <p:cNvSpPr>
            <a:spLocks noGrp="1"/>
          </p:cNvSpPr>
          <p:nvPr>
            <p:ph type="ftr" sz="quarter" idx="4"/>
          </p:nvPr>
        </p:nvSpPr>
        <p:spPr/>
        <p:txBody>
          <a:bodyPr/>
          <a:lstStyle/>
          <a:p>
            <a:r>
              <a:rPr lang="en-US"/>
              <a:t>​Copyright © 2024 The Computing Technology Industry Association, Inc. All rights reserved.</a:t>
            </a:r>
          </a:p>
        </p:txBody>
      </p:sp>
    </p:spTree>
    <p:extLst>
      <p:ext uri="{BB962C8B-B14F-4D97-AF65-F5344CB8AC3E}">
        <p14:creationId xmlns:p14="http://schemas.microsoft.com/office/powerpoint/2010/main" val="30990809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cs typeface="Calibri"/>
              </a:rPr>
              <a:t>Suggested Instructional Tips – Disaster Recovery Sites</a:t>
            </a:r>
          </a:p>
          <a:p>
            <a:pPr marL="171450" indent="-171450" algn="l">
              <a:buFont typeface="Arial" panose="020B0604020202020204" pitchFamily="34" charset="0"/>
              <a:buChar char="•"/>
            </a:pPr>
            <a:r>
              <a:rPr lang="en-US" dirty="0">
                <a:cs typeface="Open Sans"/>
              </a:rPr>
              <a:t>Cold site: No equipment is set up, data is not present, staff is not present. Failover time is slow. </a:t>
            </a:r>
          </a:p>
          <a:p>
            <a:pPr marL="171450" indent="-171450" algn="l">
              <a:buFont typeface="Arial" panose="020B0604020202020204" pitchFamily="34" charset="0"/>
              <a:buChar char="•"/>
            </a:pPr>
            <a:r>
              <a:rPr lang="en-US" dirty="0">
                <a:cs typeface="Open Sans"/>
              </a:rPr>
              <a:t>Warm site: Equipment is set up, some data may be present (but not current), some staff may be present. Failover time is quick but not immediate. </a:t>
            </a:r>
          </a:p>
          <a:p>
            <a:pPr marL="171450" indent="-171450" algn="l">
              <a:buFont typeface="Arial" panose="020B0604020202020204" pitchFamily="34" charset="0"/>
              <a:buChar char="•"/>
            </a:pPr>
            <a:r>
              <a:rPr lang="en-US" dirty="0">
                <a:cs typeface="Open Sans"/>
              </a:rPr>
              <a:t>Hot site: All equipment and data are available, and a qualified staff is present on location. Failover is immediate. </a:t>
            </a:r>
          </a:p>
          <a:p>
            <a:endParaRPr lang="en-US" dirty="0">
              <a:cs typeface="Open Sans"/>
            </a:endParaRPr>
          </a:p>
          <a:p>
            <a:endParaRPr lang="en-US" dirty="0">
              <a:cs typeface="Open Sans"/>
            </a:endParaRPr>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33</a:t>
            </a:fld>
            <a:endParaRPr lang="en-US" dirty="0"/>
          </a:p>
        </p:txBody>
      </p:sp>
    </p:spTree>
    <p:extLst>
      <p:ext uri="{BB962C8B-B14F-4D97-AF65-F5344CB8AC3E}">
        <p14:creationId xmlns:p14="http://schemas.microsoft.com/office/powerpoint/2010/main" val="24946859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7938">
              <a:buNone/>
            </a:pPr>
            <a:r>
              <a:rPr lang="en-US" b="1" dirty="0"/>
              <a:t>Suggested Instructional Tips – Fault Tolerance and Redundancy</a:t>
            </a:r>
            <a:endParaRPr lang="en-US" dirty="0"/>
          </a:p>
          <a:p>
            <a:pPr marL="179388" indent="-171450">
              <a:buFont typeface="Arial" panose="020B0604020202020204" pitchFamily="34" charset="0"/>
              <a:buChar char="•"/>
            </a:pPr>
            <a:r>
              <a:rPr lang="en-US" dirty="0"/>
              <a:t>Fault tolerance prevents downtime during failures.</a:t>
            </a:r>
          </a:p>
          <a:p>
            <a:pPr marL="179388" indent="-171450">
              <a:buFont typeface="Arial" panose="020B0604020202020204" pitchFamily="34" charset="0"/>
              <a:buChar char="•"/>
            </a:pPr>
            <a:r>
              <a:rPr lang="en-US" dirty="0"/>
              <a:t>Redundancy provides a way to recover after a complete system outage.</a:t>
            </a:r>
          </a:p>
          <a:p>
            <a:pPr marL="7938">
              <a:buNone/>
            </a:pPr>
            <a:endParaRPr lang="en-US" dirty="0"/>
          </a:p>
          <a:p>
            <a:pPr marL="7938">
              <a:buNone/>
            </a:pPr>
            <a:r>
              <a:rPr lang="en-US" dirty="0"/>
              <a:t>Suggested Analogy</a:t>
            </a:r>
          </a:p>
          <a:p>
            <a:pPr marL="179388" indent="-171450">
              <a:buFont typeface="Arial" panose="020B0604020202020204" pitchFamily="34" charset="0"/>
              <a:buChar char="•"/>
            </a:pPr>
            <a:r>
              <a:rPr lang="en-US" dirty="0"/>
              <a:t>Think of fault tolerance as a car with two spare tires. Even if one tire gets a flat, the car can keep running on the spares.</a:t>
            </a:r>
          </a:p>
          <a:p>
            <a:pPr marL="179388" indent="-171450">
              <a:buFont typeface="Arial" panose="020B0604020202020204" pitchFamily="34" charset="0"/>
              <a:buChar char="•"/>
            </a:pPr>
            <a:r>
              <a:rPr lang="en-US" dirty="0"/>
              <a:t>Redundancy is like having a second car parked nearby. If your primary car breaks down completely, you can still get where you need to go with the backup car.</a:t>
            </a:r>
          </a:p>
        </p:txBody>
      </p:sp>
      <p:sp>
        <p:nvSpPr>
          <p:cNvPr id="4" name="Footer Placeholder 3">
            <a:extLst>
              <a:ext uri="{FF2B5EF4-FFF2-40B4-BE49-F238E27FC236}">
                <a16:creationId xmlns:a16="http://schemas.microsoft.com/office/drawing/2014/main" id="{E44B19BE-D7BC-6F65-1668-FB7DFF525AE2}"/>
              </a:ext>
            </a:extLst>
          </p:cNvPr>
          <p:cNvSpPr>
            <a:spLocks noGrp="1"/>
          </p:cNvSpPr>
          <p:nvPr>
            <p:ph type="ftr" sz="quarter" idx="4"/>
          </p:nvPr>
        </p:nvSpPr>
        <p:spPr/>
        <p:txBody>
          <a:bodyPr/>
          <a:lstStyle/>
          <a:p>
            <a:r>
              <a:rPr lang="en-US"/>
              <a:t>​Copyright © 2024 The Computing Technology Industry Association, Inc. All rights reserved.</a:t>
            </a:r>
          </a:p>
        </p:txBody>
      </p:sp>
    </p:spTree>
    <p:extLst>
      <p:ext uri="{BB962C8B-B14F-4D97-AF65-F5344CB8AC3E}">
        <p14:creationId xmlns:p14="http://schemas.microsoft.com/office/powerpoint/2010/main" val="41527272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7938">
              <a:buNone/>
            </a:pPr>
            <a:r>
              <a:rPr lang="en-US" b="1" dirty="0"/>
              <a:t>Suggested Instructional Tips – Key Performance Indicators (KPIs)</a:t>
            </a:r>
            <a:endParaRPr lang="en-US" dirty="0"/>
          </a:p>
          <a:p>
            <a:pPr marL="7938">
              <a:buNone/>
            </a:pPr>
            <a:r>
              <a:rPr lang="en-US" dirty="0"/>
              <a:t>Metrics for System Reliability:</a:t>
            </a:r>
          </a:p>
          <a:p>
            <a:pPr marL="179388" indent="-171450">
              <a:buFont typeface="Arial" panose="020B0604020202020204" pitchFamily="34" charset="0"/>
              <a:buChar char="•"/>
            </a:pPr>
            <a:r>
              <a:rPr lang="en-US" dirty="0"/>
              <a:t>MTBF (Mean Time Between Failures): This metric represents the average time a system operates without failure. A higher MTBF indicates a more reliable system with fewer breakdowns.</a:t>
            </a:r>
          </a:p>
          <a:p>
            <a:pPr marL="179388" indent="-171450">
              <a:buFont typeface="Arial" panose="020B0604020202020204" pitchFamily="34" charset="0"/>
              <a:buChar char="•"/>
            </a:pPr>
            <a:r>
              <a:rPr lang="en-US" dirty="0"/>
              <a:t>MTTF (Mean Time To Failure): Similar to MTBF, MTTF signifies the average lifespan of a component or system before it fails for the first time. It's often used for non-repairable items like lightbulbs.</a:t>
            </a:r>
          </a:p>
          <a:p>
            <a:pPr marL="179388" indent="-171450">
              <a:buFont typeface="Arial" panose="020B0604020202020204" pitchFamily="34" charset="0"/>
              <a:buChar char="•"/>
            </a:pPr>
            <a:r>
              <a:rPr lang="en-US" dirty="0"/>
              <a:t>MTTR (Mean Time To Repair): This metric focuses on how long it typically takes to repair a failed system and restore functionality. A lower MTTR indicates a faster recovery time and minimizes downtime.</a:t>
            </a:r>
          </a:p>
          <a:p>
            <a:pPr marL="7938">
              <a:buNone/>
            </a:pPr>
            <a:endParaRPr lang="en-US" dirty="0"/>
          </a:p>
          <a:p>
            <a:pPr marL="7938">
              <a:buNone/>
            </a:pPr>
            <a:r>
              <a:rPr lang="en-US" dirty="0"/>
              <a:t>Key Differences:</a:t>
            </a:r>
          </a:p>
          <a:p>
            <a:pPr marL="179388" indent="-171450">
              <a:buFont typeface="Arial" panose="020B0604020202020204" pitchFamily="34" charset="0"/>
              <a:buChar char="•"/>
            </a:pPr>
            <a:r>
              <a:rPr lang="en-US" dirty="0"/>
              <a:t>Focus: MTBF and MTTF look at the time before failures, while MTTR deals with the time after a failure to get the system back up.</a:t>
            </a:r>
          </a:p>
          <a:p>
            <a:pPr marL="179388" indent="-171450">
              <a:buFont typeface="Arial" panose="020B0604020202020204" pitchFamily="34" charset="0"/>
              <a:buChar char="•"/>
            </a:pPr>
            <a:r>
              <a:rPr lang="en-US" dirty="0"/>
              <a:t>Application: MTBF is generally used for repairable systems, while MTTF is often used for non-repairable ones.</a:t>
            </a:r>
          </a:p>
        </p:txBody>
      </p:sp>
      <p:sp>
        <p:nvSpPr>
          <p:cNvPr id="4" name="Footer Placeholder 3">
            <a:extLst>
              <a:ext uri="{FF2B5EF4-FFF2-40B4-BE49-F238E27FC236}">
                <a16:creationId xmlns:a16="http://schemas.microsoft.com/office/drawing/2014/main" id="{303EE236-C5CC-7499-A1FD-C517352D5D77}"/>
              </a:ext>
            </a:extLst>
          </p:cNvPr>
          <p:cNvSpPr>
            <a:spLocks noGrp="1"/>
          </p:cNvSpPr>
          <p:nvPr>
            <p:ph type="ftr" sz="quarter" idx="4"/>
          </p:nvPr>
        </p:nvSpPr>
        <p:spPr/>
        <p:txBody>
          <a:bodyPr/>
          <a:lstStyle/>
          <a:p>
            <a:r>
              <a:rPr lang="en-US"/>
              <a:t>​Copyright © 2024 The Computing Technology Industry Association, Inc. All rights reserved.</a:t>
            </a:r>
          </a:p>
        </p:txBody>
      </p:sp>
    </p:spTree>
    <p:extLst>
      <p:ext uri="{BB962C8B-B14F-4D97-AF65-F5344CB8AC3E}">
        <p14:creationId xmlns:p14="http://schemas.microsoft.com/office/powerpoint/2010/main" val="15923271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938">
              <a:buNone/>
            </a:pPr>
            <a:r>
              <a:rPr lang="en-US" b="1" dirty="0"/>
              <a:t>Suggested Instructional Tips – Load Balancers</a:t>
            </a:r>
            <a:endParaRPr lang="en-US" dirty="0"/>
          </a:p>
          <a:p>
            <a:pPr marL="7938">
              <a:buNone/>
            </a:pPr>
            <a:r>
              <a:rPr lang="en-US" dirty="0"/>
              <a:t>Ensure students understand the uses and placement of load balancers.</a:t>
            </a:r>
          </a:p>
          <a:p>
            <a:pPr marL="7938">
              <a:buNone/>
            </a:pPr>
            <a:endParaRPr lang="en-US" dirty="0"/>
          </a:p>
          <a:p>
            <a:pPr marL="7938">
              <a:buNone/>
            </a:pPr>
            <a:r>
              <a:rPr lang="en-US" dirty="0"/>
              <a:t>Load Balancers: Traffic Directors for Your Network</a:t>
            </a:r>
          </a:p>
          <a:p>
            <a:pPr marL="179388" indent="-171450">
              <a:buFont typeface="Arial" panose="020B0604020202020204" pitchFamily="34" charset="0"/>
              <a:buChar char="•"/>
            </a:pPr>
            <a:r>
              <a:rPr lang="en-US" dirty="0"/>
              <a:t>Function: Distribute incoming network traffic (requests) across multiple servers in a network. This prevents any single server from becoming overloaded and ensures smooth performance for users.</a:t>
            </a:r>
          </a:p>
          <a:p>
            <a:pPr marL="179388" indent="-171450">
              <a:buFont typeface="Arial" panose="020B0604020202020204" pitchFamily="34" charset="0"/>
              <a:buChar char="•"/>
            </a:pPr>
            <a:r>
              <a:rPr lang="en-US" dirty="0"/>
              <a:t>Benefits:</a:t>
            </a:r>
          </a:p>
          <a:p>
            <a:pPr marL="522151" lvl="2" indent="-171450">
              <a:buFont typeface="Courier New" panose="02070309020205020404" pitchFamily="49" charset="0"/>
              <a:buChar char="o"/>
            </a:pPr>
            <a:r>
              <a:rPr lang="en-US" dirty="0"/>
              <a:t>Improved Scalability: Easily handle increased traffic by distributing it across multiple servers.</a:t>
            </a:r>
          </a:p>
          <a:p>
            <a:pPr marL="522151" lvl="2" indent="-171450">
              <a:buFont typeface="Courier New" panose="02070309020205020404" pitchFamily="49" charset="0"/>
              <a:buChar char="o"/>
            </a:pPr>
            <a:r>
              <a:rPr lang="en-US" dirty="0"/>
              <a:t>Enhanced Availability: If one server fails, the load balancer redirects traffic to functioning servers, minimizing downtime.</a:t>
            </a:r>
          </a:p>
          <a:p>
            <a:pPr marL="522151" lvl="2" indent="-171450">
              <a:buFont typeface="Courier New" panose="02070309020205020404" pitchFamily="49" charset="0"/>
              <a:buChar char="o"/>
            </a:pPr>
            <a:r>
              <a:rPr lang="en-US" dirty="0"/>
              <a:t>Increased Performance: Users experience faster response times due to efficient traffic distribution.</a:t>
            </a:r>
          </a:p>
          <a:p>
            <a:pPr marL="179388" indent="-171450">
              <a:buFont typeface="Arial" panose="020B0604020202020204" pitchFamily="34" charset="0"/>
              <a:buChar char="•"/>
            </a:pPr>
            <a:r>
              <a:rPr lang="en-US" dirty="0"/>
              <a:t>Types:</a:t>
            </a:r>
          </a:p>
          <a:p>
            <a:pPr marL="522151" lvl="2" indent="-171450">
              <a:buFont typeface="Courier New" panose="02070309020205020404" pitchFamily="49" charset="0"/>
              <a:buChar char="o"/>
            </a:pPr>
            <a:r>
              <a:rPr lang="en-US" dirty="0"/>
              <a:t>Hardware Load Balancers: Dedicated physical devices specifically designed for high-performance traffic management.</a:t>
            </a:r>
          </a:p>
          <a:p>
            <a:pPr marL="522151" lvl="2" indent="-171450">
              <a:buFont typeface="Courier New" panose="02070309020205020404" pitchFamily="49" charset="0"/>
              <a:buChar char="o"/>
            </a:pPr>
            <a:r>
              <a:rPr lang="en-US" dirty="0"/>
              <a:t>Software Load Balancers: Software programs installed on existing servers, offering a more cost-effective solution for moderate traffic loads.</a:t>
            </a:r>
          </a:p>
          <a:p>
            <a:pPr marL="179388" indent="-171450">
              <a:buFont typeface="Arial" panose="020B0604020202020204" pitchFamily="34" charset="0"/>
              <a:buChar char="•"/>
            </a:pPr>
            <a:r>
              <a:rPr lang="en-US" dirty="0"/>
              <a:t>Considerations:</a:t>
            </a:r>
          </a:p>
          <a:p>
            <a:pPr marL="522151" lvl="2" indent="-171450">
              <a:buFont typeface="Courier New" panose="02070309020205020404" pitchFamily="49" charset="0"/>
              <a:buChar char="o"/>
            </a:pPr>
            <a:r>
              <a:rPr lang="en-US" dirty="0"/>
              <a:t>Load Balancing Algorithm: Different algorithms exist (e.g., round robin, least connections) to determine how traffic is distributed among servers.</a:t>
            </a:r>
          </a:p>
          <a:p>
            <a:pPr marL="522151" lvl="2" indent="-171450">
              <a:buFont typeface="Courier New" panose="02070309020205020404" pitchFamily="49" charset="0"/>
              <a:buChar char="o"/>
            </a:pPr>
            <a:r>
              <a:rPr lang="en-US" dirty="0"/>
              <a:t>Session Management: Certain applications require maintaining user sessions on a specific server. Load balancers with session persistence ensure users stay connected to the same server during their session.</a:t>
            </a:r>
          </a:p>
          <a:p>
            <a:pPr marL="179388" indent="-171450">
              <a:buFont typeface="Arial" panose="020B0604020202020204" pitchFamily="34" charset="0"/>
              <a:buChar char="•"/>
            </a:pPr>
            <a:r>
              <a:rPr lang="en-US" dirty="0"/>
              <a:t>Analogy: Think of a load balancer as a traffic director at a busy intersection. It receives client requests and routes them to available servers.</a:t>
            </a:r>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36</a:t>
            </a:fld>
            <a:endParaRPr lang="en-US" dirty="0"/>
          </a:p>
        </p:txBody>
      </p:sp>
    </p:spTree>
    <p:extLst>
      <p:ext uri="{BB962C8B-B14F-4D97-AF65-F5344CB8AC3E}">
        <p14:creationId xmlns:p14="http://schemas.microsoft.com/office/powerpoint/2010/main" val="334305691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7938">
              <a:buNone/>
            </a:pPr>
            <a:r>
              <a:rPr lang="en-US" b="1" dirty="0"/>
              <a:t>Suggested Instructional Tips – Load Balancer Diagram</a:t>
            </a:r>
            <a:endParaRPr lang="en-US" dirty="0"/>
          </a:p>
          <a:p>
            <a:pPr marL="7938">
              <a:buNone/>
            </a:pPr>
            <a:r>
              <a:rPr lang="en-US" dirty="0"/>
              <a:t>Ensure students understand the uses and placement of load balancers.</a:t>
            </a:r>
          </a:p>
          <a:p>
            <a:pPr marL="7938"/>
            <a:endParaRPr lang="en-US" dirty="0"/>
          </a:p>
          <a:p>
            <a:pPr marL="7938">
              <a:buNone/>
            </a:pPr>
            <a:r>
              <a:rPr lang="en-US" dirty="0"/>
              <a:t>Image Description</a:t>
            </a:r>
          </a:p>
          <a:p>
            <a:pPr marL="236538" indent="-228600">
              <a:buFont typeface="+mj-lt"/>
              <a:buAutoNum type="arabicPeriod"/>
            </a:pPr>
            <a:r>
              <a:rPr lang="en-US" dirty="0"/>
              <a:t>Client connects to the virtual server over the Internet. </a:t>
            </a:r>
          </a:p>
          <a:p>
            <a:pPr marL="236538" indent="-228600">
              <a:buFont typeface="+mj-lt"/>
              <a:buAutoNum type="arabicPeriod"/>
            </a:pPr>
            <a:r>
              <a:rPr lang="en-US" dirty="0"/>
              <a:t>The load balancer selects a web server instance to handle the connection and forwards the traffic. </a:t>
            </a:r>
          </a:p>
          <a:p>
            <a:pPr marL="236538" indent="-228600">
              <a:buFont typeface="+mj-lt"/>
              <a:buAutoNum type="arabicPeriod"/>
            </a:pPr>
            <a:r>
              <a:rPr lang="en-US" dirty="0"/>
              <a:t>A persistence mechanism can keep the client connected to the same server, if it is available.</a:t>
            </a:r>
          </a:p>
          <a:p>
            <a:pPr marL="7938">
              <a:buNone/>
            </a:pPr>
            <a:endParaRPr lang="en-US" dirty="0"/>
          </a:p>
          <a:p>
            <a:pPr marL="7938">
              <a:buNone/>
            </a:pPr>
            <a:r>
              <a:rPr lang="en-US" dirty="0"/>
              <a:t>Image Caption</a:t>
            </a:r>
          </a:p>
          <a:p>
            <a:pPr marL="7938"/>
            <a:r>
              <a:rPr lang="en-US" dirty="0"/>
              <a:t>Topology of basic load balancing architecture. (Images © 123RF.com.)</a:t>
            </a:r>
          </a:p>
        </p:txBody>
      </p:sp>
      <p:sp>
        <p:nvSpPr>
          <p:cNvPr id="4" name="Footer Placeholder 3">
            <a:extLst>
              <a:ext uri="{FF2B5EF4-FFF2-40B4-BE49-F238E27FC236}">
                <a16:creationId xmlns:a16="http://schemas.microsoft.com/office/drawing/2014/main" id="{E3D25F51-8F8E-A94B-9E8A-83D46CB63CD4}"/>
              </a:ext>
            </a:extLst>
          </p:cNvPr>
          <p:cNvSpPr>
            <a:spLocks noGrp="1"/>
          </p:cNvSpPr>
          <p:nvPr>
            <p:ph type="ftr" sz="quarter" idx="4"/>
          </p:nvPr>
        </p:nvSpPr>
        <p:spPr/>
        <p:txBody>
          <a:bodyPr/>
          <a:lstStyle/>
          <a:p>
            <a:r>
              <a:rPr lang="en-US"/>
              <a:t>​Copyright © 2024 The Computing Technology Industry Association, Inc. All rights reserved.</a:t>
            </a:r>
          </a:p>
        </p:txBody>
      </p:sp>
    </p:spTree>
    <p:extLst>
      <p:ext uri="{BB962C8B-B14F-4D97-AF65-F5344CB8AC3E}">
        <p14:creationId xmlns:p14="http://schemas.microsoft.com/office/powerpoint/2010/main" val="18446898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7938">
              <a:buNone/>
            </a:pPr>
            <a:r>
              <a:rPr lang="en-US" b="1" dirty="0"/>
              <a:t>Suggested Instructional Tips – High Availability Clusters</a:t>
            </a:r>
          </a:p>
          <a:p>
            <a:pPr marL="7938">
              <a:buNone/>
            </a:pPr>
            <a:r>
              <a:rPr lang="en-US" dirty="0"/>
              <a:t>Where basic load balancing just directs traffic between nodes, failover clusters share information so that if one node fails, another can take over.</a:t>
            </a:r>
          </a:p>
          <a:p>
            <a:pPr marL="7938"/>
            <a:endParaRPr lang="en-US" dirty="0"/>
          </a:p>
          <a:p>
            <a:pPr marL="7938">
              <a:buNone/>
            </a:pPr>
            <a:r>
              <a:rPr lang="en-US" dirty="0"/>
              <a:t>High Availability Clusters Definition</a:t>
            </a:r>
          </a:p>
          <a:p>
            <a:pPr marL="179388" indent="-171450">
              <a:buFont typeface="Arial" panose="020B0604020202020204" pitchFamily="34" charset="0"/>
              <a:buChar char="•"/>
            </a:pPr>
            <a:r>
              <a:rPr lang="en-US" dirty="0"/>
              <a:t>Systems that ensure continuous operational performance and minimize downtime via redundant components and failover mechanisms</a:t>
            </a:r>
          </a:p>
          <a:p>
            <a:pPr marL="7938">
              <a:buNone/>
            </a:pPr>
            <a:endParaRPr lang="en-US" dirty="0"/>
          </a:p>
          <a:p>
            <a:pPr marL="7938">
              <a:buNone/>
            </a:pPr>
            <a:r>
              <a:rPr lang="en-US" dirty="0"/>
              <a:t>High Availability Clusters Function</a:t>
            </a:r>
          </a:p>
          <a:p>
            <a:pPr marL="179388" indent="-171450">
              <a:buFont typeface="Arial" panose="020B0604020202020204" pitchFamily="34" charset="0"/>
              <a:buChar char="•"/>
            </a:pPr>
            <a:r>
              <a:rPr lang="en-US" dirty="0"/>
              <a:t>Ensure continuous service and minimal downtime for critical applications</a:t>
            </a:r>
          </a:p>
          <a:p>
            <a:pPr marL="179388" indent="-171450">
              <a:buFont typeface="Arial" panose="020B0604020202020204" pitchFamily="34" charset="0"/>
              <a:buChar char="•"/>
            </a:pPr>
            <a:r>
              <a:rPr lang="en-US" dirty="0"/>
              <a:t>Automatically manage failovers to maintain operations.</a:t>
            </a:r>
          </a:p>
          <a:p>
            <a:pPr marL="179388" indent="-171450">
              <a:buFont typeface="Arial" panose="020B0604020202020204" pitchFamily="34" charset="0"/>
              <a:buChar char="•"/>
            </a:pPr>
            <a:r>
              <a:rPr lang="en-US" dirty="0"/>
              <a:t>Monitor system health and provide redundancy</a:t>
            </a:r>
          </a:p>
          <a:p>
            <a:pPr marL="179388" indent="-171450">
              <a:buFont typeface="Arial" panose="020B0604020202020204" pitchFamily="34" charset="0"/>
              <a:buChar char="•"/>
            </a:pPr>
            <a:r>
              <a:rPr lang="en-US" dirty="0"/>
              <a:t>Ideal for environments where uptime is crucial, like databases and business services</a:t>
            </a:r>
          </a:p>
          <a:p>
            <a:endParaRPr lang="en-US" dirty="0"/>
          </a:p>
          <a:p>
            <a:endParaRPr lang="en-US" dirty="0"/>
          </a:p>
        </p:txBody>
      </p:sp>
      <p:sp>
        <p:nvSpPr>
          <p:cNvPr id="4" name="Footer Placeholder 3">
            <a:extLst>
              <a:ext uri="{FF2B5EF4-FFF2-40B4-BE49-F238E27FC236}">
                <a16:creationId xmlns:a16="http://schemas.microsoft.com/office/drawing/2014/main" id="{831C612C-9D23-0EB1-23A6-34DE6FA9764D}"/>
              </a:ext>
            </a:extLst>
          </p:cNvPr>
          <p:cNvSpPr>
            <a:spLocks noGrp="1"/>
          </p:cNvSpPr>
          <p:nvPr>
            <p:ph type="ftr" sz="quarter" idx="4"/>
          </p:nvPr>
        </p:nvSpPr>
        <p:spPr/>
        <p:txBody>
          <a:bodyPr/>
          <a:lstStyle/>
          <a:p>
            <a:r>
              <a:rPr lang="en-US"/>
              <a:t>​Copyright © 2024 The Computing Technology Industry Association, Inc. All rights reserved.</a:t>
            </a:r>
          </a:p>
        </p:txBody>
      </p:sp>
    </p:spTree>
    <p:extLst>
      <p:ext uri="{BB962C8B-B14F-4D97-AF65-F5344CB8AC3E}">
        <p14:creationId xmlns:p14="http://schemas.microsoft.com/office/powerpoint/2010/main" val="19965516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7938">
              <a:buNone/>
            </a:pPr>
            <a:r>
              <a:rPr lang="en-US" dirty="0"/>
              <a:t>Image Description</a:t>
            </a:r>
          </a:p>
          <a:p>
            <a:pPr marL="236538" indent="-228600">
              <a:buFont typeface="+mj-lt"/>
              <a:buAutoNum type="arabicPeriod"/>
            </a:pPr>
            <a:r>
              <a:rPr lang="en-US" dirty="0"/>
              <a:t>Load balancing service configured as active or passive cluster.</a:t>
            </a:r>
          </a:p>
          <a:p>
            <a:pPr marL="236538" indent="-228600">
              <a:buFont typeface="+mj-lt"/>
              <a:buAutoNum type="arabicPeriod"/>
            </a:pPr>
            <a:r>
              <a:rPr lang="en-US" dirty="0"/>
              <a:t>Nodes in the cluster are connected by internal IPs and a redundancy protocol.</a:t>
            </a:r>
          </a:p>
          <a:p>
            <a:pPr marL="236538" indent="-228600">
              <a:buFont typeface="+mj-lt"/>
              <a:buAutoNum type="arabicPeriod"/>
            </a:pPr>
            <a:r>
              <a:rPr lang="en-US" dirty="0"/>
              <a:t>The active nodes responds to requests on the virtual IP.</a:t>
            </a:r>
          </a:p>
          <a:p>
            <a:pPr marL="7938">
              <a:buNone/>
            </a:pPr>
            <a:endParaRPr lang="en-US" dirty="0"/>
          </a:p>
          <a:p>
            <a:pPr marL="7938">
              <a:buNone/>
            </a:pPr>
            <a:r>
              <a:rPr lang="en-US" dirty="0"/>
              <a:t>Image Caption</a:t>
            </a:r>
          </a:p>
          <a:p>
            <a:pPr marL="7938">
              <a:buNone/>
            </a:pPr>
            <a:r>
              <a:rPr lang="en-US" dirty="0"/>
              <a:t>Topology of clustered load balancing architecture. (Images © 123RF.com.)</a:t>
            </a:r>
          </a:p>
        </p:txBody>
      </p:sp>
      <p:sp>
        <p:nvSpPr>
          <p:cNvPr id="4" name="Footer Placeholder 3">
            <a:extLst>
              <a:ext uri="{FF2B5EF4-FFF2-40B4-BE49-F238E27FC236}">
                <a16:creationId xmlns:a16="http://schemas.microsoft.com/office/drawing/2014/main" id="{D73009B7-A2F9-E9FE-03F0-1FB1D62C9EB0}"/>
              </a:ext>
            </a:extLst>
          </p:cNvPr>
          <p:cNvSpPr>
            <a:spLocks noGrp="1"/>
          </p:cNvSpPr>
          <p:nvPr>
            <p:ph type="ftr" sz="quarter" idx="4"/>
          </p:nvPr>
        </p:nvSpPr>
        <p:spPr/>
        <p:txBody>
          <a:bodyPr/>
          <a:lstStyle/>
          <a:p>
            <a:r>
              <a:rPr lang="en-US"/>
              <a:t>​Copyright © 2024 The Computing Technology Industry Association, Inc. All rights reserved.</a:t>
            </a:r>
          </a:p>
        </p:txBody>
      </p:sp>
    </p:spTree>
    <p:extLst>
      <p:ext uri="{BB962C8B-B14F-4D97-AF65-F5344CB8AC3E}">
        <p14:creationId xmlns:p14="http://schemas.microsoft.com/office/powerpoint/2010/main" val="384547157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7938">
              <a:buNone/>
            </a:pPr>
            <a:r>
              <a:rPr lang="en-US" b="1" dirty="0"/>
              <a:t>Suggested Instructional Tips – First Hop Redundancy</a:t>
            </a:r>
            <a:endParaRPr lang="en-US" dirty="0"/>
          </a:p>
          <a:p>
            <a:pPr marL="7938">
              <a:buNone/>
            </a:pPr>
            <a:r>
              <a:rPr lang="en-US" dirty="0"/>
              <a:t>Always on the Right Path: First Hop Redundancy</a:t>
            </a:r>
          </a:p>
          <a:p>
            <a:pPr marL="179388" indent="-171450">
              <a:buFont typeface="Arial" panose="020B0604020202020204" pitchFamily="34" charset="0"/>
              <a:buChar char="•"/>
            </a:pPr>
            <a:r>
              <a:rPr lang="en-US" dirty="0"/>
              <a:t>Function: Ensures uninterrupted network access by providing a backup for the default gateway (router) on a subnet.</a:t>
            </a:r>
          </a:p>
          <a:p>
            <a:pPr marL="179388" indent="-171450">
              <a:buFont typeface="Arial" panose="020B0604020202020204" pitchFamily="34" charset="0"/>
              <a:buChar char="•"/>
            </a:pPr>
            <a:r>
              <a:rPr lang="en-US" dirty="0"/>
              <a:t>How it Works:</a:t>
            </a:r>
          </a:p>
          <a:p>
            <a:pPr marL="522151" lvl="2" indent="-171450">
              <a:buFont typeface="Courier New" panose="02070309020205020404" pitchFamily="49" charset="0"/>
              <a:buChar char="o"/>
            </a:pPr>
            <a:r>
              <a:rPr lang="en-US" dirty="0"/>
              <a:t>Uses a virtual IP (VIP) and virtual MAC address shared by multiple routers.</a:t>
            </a:r>
          </a:p>
          <a:p>
            <a:pPr marL="522151" lvl="2" indent="-171450">
              <a:buFont typeface="Courier New" panose="02070309020205020404" pitchFamily="49" charset="0"/>
              <a:buChar char="o"/>
            </a:pPr>
            <a:r>
              <a:rPr lang="en-US" dirty="0"/>
              <a:t>One router acts as the active gateway, forwarding traffic.</a:t>
            </a:r>
          </a:p>
          <a:p>
            <a:pPr marL="522151" lvl="2" indent="-171450">
              <a:buFont typeface="Courier New" panose="02070309020205020404" pitchFamily="49" charset="0"/>
              <a:buChar char="o"/>
            </a:pPr>
            <a:r>
              <a:rPr lang="en-US" dirty="0"/>
              <a:t>Standby routers monitor the active one.</a:t>
            </a:r>
          </a:p>
          <a:p>
            <a:pPr marL="522151" lvl="2" indent="-171450">
              <a:buFont typeface="Courier New" panose="02070309020205020404" pitchFamily="49" charset="0"/>
              <a:buChar char="o"/>
            </a:pPr>
            <a:r>
              <a:rPr lang="en-US" dirty="0"/>
              <a:t>If the active gateway fails, a standby router seamlessly takes over-using the VIP and MAC, minimizing downtime for connected devices.</a:t>
            </a:r>
          </a:p>
          <a:p>
            <a:pPr marL="179388" indent="-171450">
              <a:buFont typeface="Arial" panose="020B0604020202020204" pitchFamily="34" charset="0"/>
              <a:buChar char="•"/>
            </a:pPr>
            <a:r>
              <a:rPr lang="en-US" dirty="0"/>
              <a:t>Benefits:</a:t>
            </a:r>
          </a:p>
          <a:p>
            <a:pPr marL="522151" lvl="2" indent="-171450">
              <a:buFont typeface="Courier New" panose="02070309020205020404" pitchFamily="49" charset="0"/>
              <a:buChar char="o"/>
            </a:pPr>
            <a:r>
              <a:rPr lang="en-US" dirty="0"/>
              <a:t>High Availability: Prevents network disruptions caused by a single router failure.</a:t>
            </a:r>
          </a:p>
          <a:p>
            <a:pPr marL="522151" lvl="2" indent="-171450">
              <a:buFont typeface="Courier New" panose="02070309020205020404" pitchFamily="49" charset="0"/>
              <a:buChar char="o"/>
            </a:pPr>
            <a:r>
              <a:rPr lang="en-US" dirty="0"/>
              <a:t>Improved Fault Tolerance: The network remains operational even if the primary gateway goes down.</a:t>
            </a:r>
          </a:p>
          <a:p>
            <a:pPr marL="522151" lvl="2" indent="-171450">
              <a:buFont typeface="Courier New" panose="02070309020205020404" pitchFamily="49" charset="0"/>
              <a:buChar char="o"/>
            </a:pPr>
            <a:r>
              <a:rPr lang="en-US" dirty="0"/>
              <a:t>Transparent Failover: Devices automatically connect to the available router without needing manual intervention.</a:t>
            </a:r>
          </a:p>
          <a:p>
            <a:pPr marL="179388" indent="-171450">
              <a:buFont typeface="Arial" panose="020B0604020202020204" pitchFamily="34" charset="0"/>
              <a:buChar char="•"/>
            </a:pPr>
            <a:r>
              <a:rPr lang="en-US" dirty="0"/>
              <a:t>Analogy:  Think of FHR as having a designated backup driver on a road trip. If the main driver gets tired or encounters an issue, the backup driver can take the wheel seamlessly, ensuring you reach your destination without delay.</a:t>
            </a:r>
          </a:p>
        </p:txBody>
      </p:sp>
      <p:sp>
        <p:nvSpPr>
          <p:cNvPr id="4" name="Footer Placeholder 3">
            <a:extLst>
              <a:ext uri="{FF2B5EF4-FFF2-40B4-BE49-F238E27FC236}">
                <a16:creationId xmlns:a16="http://schemas.microsoft.com/office/drawing/2014/main" id="{2698492B-AFBF-A801-619C-49042BBB5C3E}"/>
              </a:ext>
            </a:extLst>
          </p:cNvPr>
          <p:cNvSpPr>
            <a:spLocks noGrp="1"/>
          </p:cNvSpPr>
          <p:nvPr>
            <p:ph type="ftr" sz="quarter" idx="4"/>
          </p:nvPr>
        </p:nvSpPr>
        <p:spPr/>
        <p:txBody>
          <a:bodyPr/>
          <a:lstStyle/>
          <a:p>
            <a:r>
              <a:rPr lang="en-US"/>
              <a:t>​Copyright © 2024 The Computing Technology Industry Association, Inc. All rights reserved.</a:t>
            </a:r>
          </a:p>
        </p:txBody>
      </p:sp>
    </p:spTree>
    <p:extLst>
      <p:ext uri="{BB962C8B-B14F-4D97-AF65-F5344CB8AC3E}">
        <p14:creationId xmlns:p14="http://schemas.microsoft.com/office/powerpoint/2010/main" val="37837397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7938" marR="0" lvl="0" algn="l" defTabSz="685526" rtl="0" eaLnBrk="1" fontAlgn="auto" latinLnBrk="0" hangingPunct="1">
              <a:lnSpc>
                <a:spcPct val="100000"/>
              </a:lnSpc>
              <a:spcBef>
                <a:spcPts val="0"/>
              </a:spcBef>
              <a:spcAft>
                <a:spcPts val="0"/>
              </a:spcAft>
              <a:buClrTx/>
              <a:buSzTx/>
              <a:buFontTx/>
              <a:buNone/>
              <a:defRPr/>
            </a:pPr>
            <a:r>
              <a:rPr lang="en-US" dirty="0"/>
              <a:t>Image Description - First Hop Redundancy</a:t>
            </a:r>
          </a:p>
          <a:p>
            <a:pPr marL="7938">
              <a:buNone/>
            </a:pPr>
            <a:r>
              <a:rPr lang="en-US" dirty="0"/>
              <a:t>The diagram shows remote networks connected to two routers or layer 3 switches labeled active 10.1.0.253 and standby 10.1.0.252. </a:t>
            </a:r>
          </a:p>
          <a:p>
            <a:pPr marL="7938">
              <a:buNone/>
            </a:pPr>
            <a:r>
              <a:rPr lang="en-US" dirty="0"/>
              <a:t>The two switches are connected via a dashed line labeled heartbeat. </a:t>
            </a:r>
          </a:p>
          <a:p>
            <a:pPr marL="7938">
              <a:buNone/>
            </a:pPr>
            <a:r>
              <a:rPr lang="en-US" dirty="0"/>
              <a:t>The switches are connected to a router or layer 3 switch labeled virtual IP 10.1.0.254. </a:t>
            </a:r>
          </a:p>
          <a:p>
            <a:pPr marL="7938">
              <a:buNone/>
            </a:pPr>
            <a:r>
              <a:rPr lang="en-US" dirty="0"/>
              <a:t>The first two routers or layer 3 switches are connected to 3 end systems. </a:t>
            </a:r>
          </a:p>
          <a:p>
            <a:pPr marL="7938">
              <a:buNone/>
            </a:pPr>
            <a:r>
              <a:rPr lang="en-US" dirty="0"/>
              <a:t>First end system: IP: 10.1.0.1; DG: 10.1.0.254. </a:t>
            </a:r>
          </a:p>
          <a:p>
            <a:pPr marL="7938">
              <a:buNone/>
            </a:pPr>
            <a:r>
              <a:rPr lang="en-US" dirty="0"/>
              <a:t>Second end system: IP: 10.1.0.2; DG: 10.1.0.254. </a:t>
            </a:r>
          </a:p>
          <a:p>
            <a:pPr marL="7938">
              <a:buNone/>
            </a:pPr>
            <a:r>
              <a:rPr lang="en-US" dirty="0"/>
              <a:t>Third end system: IP: 10.1.0.3. DG: 10.1.0.254.</a:t>
            </a:r>
          </a:p>
          <a:p>
            <a:pPr marL="7938">
              <a:buNone/>
            </a:pPr>
            <a:endParaRPr lang="en-US" dirty="0"/>
          </a:p>
          <a:p>
            <a:pPr marL="7938">
              <a:buNone/>
            </a:pPr>
            <a:r>
              <a:rPr lang="en-US" dirty="0"/>
              <a:t>Image Caption</a:t>
            </a:r>
          </a:p>
          <a:p>
            <a:pPr marL="7938">
              <a:buNone/>
            </a:pPr>
            <a:r>
              <a:rPr lang="en-US" dirty="0"/>
              <a:t>Hot Standby Router Protocol (HSRP) topology. (Image © 123RF.com.)</a:t>
            </a:r>
          </a:p>
        </p:txBody>
      </p:sp>
      <p:sp>
        <p:nvSpPr>
          <p:cNvPr id="4" name="Footer Placeholder 3">
            <a:extLst>
              <a:ext uri="{FF2B5EF4-FFF2-40B4-BE49-F238E27FC236}">
                <a16:creationId xmlns:a16="http://schemas.microsoft.com/office/drawing/2014/main" id="{A3015323-9983-28B3-809B-02FB7BB56FC6}"/>
              </a:ext>
            </a:extLst>
          </p:cNvPr>
          <p:cNvSpPr>
            <a:spLocks noGrp="1"/>
          </p:cNvSpPr>
          <p:nvPr>
            <p:ph type="ftr" sz="quarter" idx="4"/>
          </p:nvPr>
        </p:nvSpPr>
        <p:spPr/>
        <p:txBody>
          <a:bodyPr/>
          <a:lstStyle/>
          <a:p>
            <a:r>
              <a:rPr lang="en-US"/>
              <a:t>​Copyright © 2024 The Computing Technology Industry Association, Inc. All rights reserved.</a:t>
            </a:r>
          </a:p>
        </p:txBody>
      </p:sp>
    </p:spTree>
    <p:extLst>
      <p:ext uri="{BB962C8B-B14F-4D97-AF65-F5344CB8AC3E}">
        <p14:creationId xmlns:p14="http://schemas.microsoft.com/office/powerpoint/2010/main" val="95784311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79413" y="685800"/>
            <a:ext cx="6099175" cy="3429000"/>
          </a:xfrm>
        </p:spPr>
      </p:sp>
      <p:sp>
        <p:nvSpPr>
          <p:cNvPr id="3" name="Notes Placeholder 2"/>
          <p:cNvSpPr>
            <a:spLocks noGrp="1"/>
          </p:cNvSpPr>
          <p:nvPr>
            <p:ph type="body" idx="1"/>
          </p:nvPr>
        </p:nvSpPr>
        <p:spPr/>
        <p:txBody>
          <a:bodyPr/>
          <a:lstStyle/>
          <a:p>
            <a:pPr marL="171450" lvl="0" indent="-171450" algn="l"/>
            <a:r>
              <a:rPr lang="en-US" b="1" dirty="0">
                <a:solidFill>
                  <a:srgbClr val="111111"/>
                </a:solidFill>
              </a:rPr>
              <a:t>Suggested Activity – Hot, Warm, or Cold?</a:t>
            </a:r>
          </a:p>
          <a:p>
            <a:pPr marL="171450" lvl="0" indent="-171450" algn="l"/>
            <a:endParaRPr lang="en-US" dirty="0">
              <a:solidFill>
                <a:srgbClr val="111111"/>
              </a:solidFill>
            </a:endParaRPr>
          </a:p>
          <a:p>
            <a:pPr marL="171450" lvl="0" indent="-171450" algn="l"/>
            <a:r>
              <a:rPr lang="en-US" dirty="0">
                <a:solidFill>
                  <a:srgbClr val="111111"/>
                </a:solidFill>
              </a:rPr>
              <a:t>Scenario Expansion:</a:t>
            </a:r>
          </a:p>
          <a:p>
            <a:pPr marL="7938" lvl="1" algn="l">
              <a:buNone/>
            </a:pPr>
            <a:r>
              <a:rPr lang="en-US" dirty="0">
                <a:solidFill>
                  <a:srgbClr val="111111"/>
                </a:solidFill>
              </a:rPr>
              <a:t>The company operates in a competitive market where even a few minutes of downtime can lead to customers switching to competitors. They handle sensitive financial data requiring strict compliance with regulatory standards, making data integrity and security paramount. The IT infrastructure is complex, with interdependent systems that need to be fully synchronized for operations.</a:t>
            </a:r>
          </a:p>
          <a:p>
            <a:pPr marL="171450" lvl="0" indent="-171450" algn="l"/>
            <a:endParaRPr lang="en-US" dirty="0">
              <a:solidFill>
                <a:srgbClr val="111111"/>
              </a:solidFill>
            </a:endParaRPr>
          </a:p>
          <a:p>
            <a:pPr marL="171450" lvl="0" indent="-171450" algn="l"/>
            <a:r>
              <a:rPr lang="en-US" b="1" dirty="0">
                <a:solidFill>
                  <a:srgbClr val="111111"/>
                </a:solidFill>
              </a:rPr>
              <a:t>Solution</a:t>
            </a:r>
            <a:endParaRPr lang="en-US" b="1" dirty="0">
              <a:solidFill>
                <a:srgbClr val="111111"/>
              </a:solidFill>
              <a:ea typeface="Calibri"/>
              <a:cs typeface="Calibri"/>
            </a:endParaRPr>
          </a:p>
          <a:p>
            <a:pPr marL="171450" lvl="0" indent="-171450" algn="l"/>
            <a:r>
              <a:rPr lang="en-US" dirty="0">
                <a:solidFill>
                  <a:srgbClr val="111111"/>
                </a:solidFill>
              </a:rPr>
              <a:t>**Hot site**</a:t>
            </a:r>
          </a:p>
          <a:p>
            <a:pPr marL="171450" indent="-171450" algn="l">
              <a:buFont typeface="Arial" panose="020B0604020202020204" pitchFamily="34" charset="0"/>
              <a:buChar char="•"/>
            </a:pPr>
            <a:r>
              <a:rPr lang="en-US" b="0" i="0" dirty="0">
                <a:solidFill>
                  <a:srgbClr val="111111"/>
                </a:solidFill>
                <a:effectLst/>
              </a:rPr>
              <a:t>A hot site is the optimal choice because it offers a near-instantaneous transition with minimal service interruption.</a:t>
            </a:r>
          </a:p>
          <a:p>
            <a:pPr marL="171450" indent="-171450" algn="l">
              <a:buFont typeface="Arial" panose="020B0604020202020204" pitchFamily="34" charset="0"/>
              <a:buChar char="•"/>
            </a:pPr>
            <a:r>
              <a:rPr lang="en-US" b="0" i="0" dirty="0">
                <a:solidFill>
                  <a:srgbClr val="111111"/>
                </a:solidFill>
                <a:effectLst/>
              </a:rPr>
              <a:t>It mirrors the primary site with real-time data replication, ensuring that all transactions are up-to-date.</a:t>
            </a:r>
          </a:p>
          <a:p>
            <a:pPr marL="171450" indent="-171450" algn="l">
              <a:buFont typeface="Arial" panose="020B0604020202020204" pitchFamily="34" charset="0"/>
              <a:buChar char="•"/>
            </a:pPr>
            <a:r>
              <a:rPr lang="en-US" b="0" i="0" dirty="0">
                <a:solidFill>
                  <a:srgbClr val="111111"/>
                </a:solidFill>
                <a:effectLst/>
              </a:rPr>
              <a:t>The hot site is fully equipped with the necessary hardware and software, making it ready to take over immediately in the event of a disaster.</a:t>
            </a:r>
          </a:p>
          <a:p>
            <a:pPr marL="171450" lvl="0" indent="-171450" algn="l"/>
            <a:endParaRPr lang="en-US" b="0" i="0" dirty="0">
              <a:solidFill>
                <a:srgbClr val="111111"/>
              </a:solidFill>
              <a:effectLst/>
            </a:endParaRPr>
          </a:p>
          <a:p>
            <a:pPr marL="171450" indent="-171450"/>
            <a:r>
              <a:rPr lang="en-US" b="0" i="0" dirty="0">
                <a:solidFill>
                  <a:srgbClr val="111111"/>
                </a:solidFill>
                <a:effectLst/>
              </a:rPr>
              <a:t>Cold site:</a:t>
            </a:r>
            <a:r>
              <a:rPr lang="en-US" dirty="0">
                <a:solidFill>
                  <a:srgbClr val="111111"/>
                </a:solidFill>
              </a:rPr>
              <a:t> </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solidFill>
                  <a:srgbClr val="111111"/>
                </a:solidFill>
                <a:effectLst/>
              </a:rPr>
              <a:t>A cold site would be too slow to bring online, risking significant financial and reputational damage.</a:t>
            </a:r>
            <a:r>
              <a:rPr lang="en-US" dirty="0">
                <a:solidFill>
                  <a:srgbClr val="111111"/>
                </a:solidFill>
              </a:rPr>
              <a:t> </a:t>
            </a:r>
            <a:endParaRPr lang="en-US" b="0" i="0" dirty="0">
              <a:solidFill>
                <a:srgbClr val="111111"/>
              </a:solidFill>
              <a:effectLst/>
            </a:endParaRPr>
          </a:p>
          <a:p>
            <a:pPr marL="171450" lvl="0" indent="-171450" algn="l"/>
            <a:endParaRPr lang="en-US" b="0" i="0" dirty="0">
              <a:solidFill>
                <a:srgbClr val="111111"/>
              </a:solidFill>
              <a:effectLst/>
            </a:endParaRPr>
          </a:p>
          <a:p>
            <a:pPr marL="171450" lvl="0" indent="-171450" algn="l"/>
            <a:r>
              <a:rPr lang="en-US" b="0" i="0" dirty="0">
                <a:solidFill>
                  <a:srgbClr val="111111"/>
                </a:solidFill>
                <a:effectLst/>
              </a:rPr>
              <a:t>Warm site:</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solidFill>
                  <a:srgbClr val="111111"/>
                </a:solidFill>
                <a:effectLst/>
              </a:rPr>
              <a:t>A warm site might be quicker to activate but could still lead to unacceptable delays in restoring full service.</a:t>
            </a:r>
            <a:r>
              <a:rPr lang="en-US" dirty="0">
                <a:solidFill>
                  <a:srgbClr val="111111"/>
                </a:solidFill>
              </a:rPr>
              <a:t> </a:t>
            </a:r>
            <a:endParaRPr lang="en-US" b="0" i="0" dirty="0">
              <a:solidFill>
                <a:srgbClr val="111111"/>
              </a:solidFill>
              <a:effectLst/>
            </a:endParaRPr>
          </a:p>
          <a:p>
            <a:pPr marL="171450" lvl="0" indent="-171450" algn="l"/>
            <a:endParaRPr lang="en-US" b="0" i="0" dirty="0">
              <a:solidFill>
                <a:srgbClr val="111111"/>
              </a:solidFill>
              <a:effectLst/>
            </a:endParaRPr>
          </a:p>
        </p:txBody>
      </p:sp>
      <p:sp>
        <p:nvSpPr>
          <p:cNvPr id="4" name="Footer Placeholder 3">
            <a:extLst>
              <a:ext uri="{FF2B5EF4-FFF2-40B4-BE49-F238E27FC236}">
                <a16:creationId xmlns:a16="http://schemas.microsoft.com/office/drawing/2014/main" id="{F50C9A8C-2A32-C2C1-6AD9-65E31591BC49}"/>
              </a:ext>
            </a:extLst>
          </p:cNvPr>
          <p:cNvSpPr>
            <a:spLocks noGrp="1"/>
          </p:cNvSpPr>
          <p:nvPr>
            <p:ph type="ftr" sz="quarter" idx="4"/>
          </p:nvPr>
        </p:nvSpPr>
        <p:spPr/>
        <p:txBody>
          <a:bodyPr/>
          <a:lstStyle/>
          <a:p>
            <a:r>
              <a:rPr lang="en-US"/>
              <a:t>​Copyright © 2024 The Computing Technology Industry Association, Inc. All rights reserved.</a:t>
            </a:r>
          </a:p>
        </p:txBody>
      </p:sp>
    </p:spTree>
    <p:extLst>
      <p:ext uri="{BB962C8B-B14F-4D97-AF65-F5344CB8AC3E}">
        <p14:creationId xmlns:p14="http://schemas.microsoft.com/office/powerpoint/2010/main" val="6199697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effectLst/>
                <a:uLnTx/>
                <a:uFillTx/>
                <a:ea typeface="+mn-ea"/>
                <a:cs typeface="+mn-cs"/>
              </a:rPr>
              <a:t>Suggested Instructional Tips</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effectLst/>
                <a:uLnTx/>
                <a:uFillTx/>
                <a:ea typeface="+mn-ea"/>
                <a:cs typeface="+mn-cs"/>
              </a:rPr>
              <a:t>Ask learners to summarize their key takeaways from this module</a:t>
            </a:r>
          </a:p>
          <a:p>
            <a:pPr marL="171450" marR="0" lvl="0" indent="-171450" algn="l" defTabSz="685526"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b="0" i="0" u="none" strike="noStrike" kern="1200" cap="none" spc="0" normalizeH="0" baseline="0" noProof="0" dirty="0">
                <a:ln>
                  <a:noFill/>
                </a:ln>
                <a:effectLst/>
                <a:uLnTx/>
                <a:uFillTx/>
                <a:ea typeface="+mn-ea"/>
                <a:cs typeface="+mn-cs"/>
              </a:rPr>
              <a:t>Conclude by going over main points on the next slide</a:t>
            </a:r>
            <a:endParaRPr lang="en-US" b="1" dirty="0"/>
          </a:p>
          <a:p>
            <a:endParaRPr lang="en-US" dirty="0"/>
          </a:p>
        </p:txBody>
      </p:sp>
      <p:sp>
        <p:nvSpPr>
          <p:cNvPr id="4" name="Footer Placeholder 3"/>
          <p:cNvSpPr>
            <a:spLocks noGrp="1"/>
          </p:cNvSpPr>
          <p:nvPr>
            <p:ph type="ftr" sz="quarter" idx="4"/>
          </p:nvPr>
        </p:nvSpPr>
        <p:spPr/>
        <p:txBody>
          <a:bodyPr/>
          <a:lstStyle/>
          <a:p>
            <a:r>
              <a:rPr lang="en-US" dirty="0"/>
              <a:t>​Copyright © 2024 The Computing Technology Industry Association, Inc. All rights reserved.</a:t>
            </a:r>
          </a:p>
        </p:txBody>
      </p:sp>
      <p:sp>
        <p:nvSpPr>
          <p:cNvPr id="5" name="Slide Number Placeholder 4"/>
          <p:cNvSpPr>
            <a:spLocks noGrp="1"/>
          </p:cNvSpPr>
          <p:nvPr>
            <p:ph type="sldNum" sz="quarter" idx="5"/>
          </p:nvPr>
        </p:nvSpPr>
        <p:spPr/>
        <p:txBody>
          <a:bodyPr/>
          <a:lstStyle/>
          <a:p>
            <a:fld id="{64FC1154-15AF-4CEB-AEC9-7A3CFB195EFA}" type="slidenum">
              <a:rPr lang="en-US" smtClean="0"/>
              <a:t>43</a:t>
            </a:fld>
            <a:endParaRPr lang="en-US" dirty="0"/>
          </a:p>
        </p:txBody>
      </p:sp>
    </p:spTree>
    <p:extLst>
      <p:ext uri="{BB962C8B-B14F-4D97-AF65-F5344CB8AC3E}">
        <p14:creationId xmlns:p14="http://schemas.microsoft.com/office/powerpoint/2010/main" val="10019362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mn-lt"/>
              </a:rPr>
              <a:t>Reiterate the relevance of each point:</a:t>
            </a:r>
            <a:r>
              <a:rPr lang="en-US" b="0" i="0" dirty="0">
                <a:solidFill>
                  <a:srgbClr val="000000"/>
                </a:solidFill>
                <a:effectLst/>
                <a:latin typeface="+mn-lt"/>
              </a:rPr>
              <a:t>​</a:t>
            </a:r>
          </a:p>
          <a:p>
            <a:pPr marL="171450" indent="-171450">
              <a:buFont typeface="Arial" panose="020B0604020202020204" pitchFamily="34" charset="0"/>
              <a:buChar char="•"/>
            </a:pPr>
            <a:r>
              <a:rPr lang="en-US" b="0" dirty="0">
                <a:latin typeface="+mn-lt"/>
              </a:rPr>
              <a:t>Configure web servers with a valid certificate to enable HTTPS over TCP/443.</a:t>
            </a:r>
          </a:p>
          <a:p>
            <a:pPr marL="171450" indent="-171450">
              <a:buFont typeface="Arial" panose="020B0604020202020204" pitchFamily="34" charset="0"/>
              <a:buChar char="•"/>
            </a:pPr>
            <a:r>
              <a:rPr lang="en-US" b="0" dirty="0">
                <a:latin typeface="+mn-lt"/>
              </a:rPr>
              <a:t>Enable secure FTP on web servers, file servers, and appliances as a means of transferring files securely. FTP can be secured using SSL or TLS.</a:t>
            </a:r>
          </a:p>
          <a:p>
            <a:pPr marL="171450" indent="-171450">
              <a:buFont typeface="Arial" panose="020B0604020202020204" pitchFamily="34" charset="0"/>
              <a:buChar char="•"/>
            </a:pPr>
            <a:r>
              <a:rPr lang="en-US" b="0" dirty="0">
                <a:latin typeface="+mn-lt"/>
              </a:rPr>
              <a:t>Ensure unencrypted local file and printer sharing services such as SMB are used only on trusted local networks.</a:t>
            </a:r>
          </a:p>
          <a:p>
            <a:pPr marL="171450" indent="-171450">
              <a:buFont typeface="Arial" panose="020B0604020202020204" pitchFamily="34" charset="0"/>
              <a:buChar char="•"/>
            </a:pPr>
            <a:r>
              <a:rPr lang="en-US" b="0" dirty="0">
                <a:latin typeface="+mn-lt"/>
              </a:rPr>
              <a:t>Develop disaster recovery and high availability plans and provision supporting resources.</a:t>
            </a:r>
          </a:p>
        </p:txBody>
      </p:sp>
      <p:sp>
        <p:nvSpPr>
          <p:cNvPr id="5" name="Slide Number Placeholder 4"/>
          <p:cNvSpPr>
            <a:spLocks noGrp="1"/>
          </p:cNvSpPr>
          <p:nvPr>
            <p:ph type="sldNum" sz="quarter" idx="5"/>
          </p:nvPr>
        </p:nvSpPr>
        <p:spPr/>
        <p:txBody>
          <a:bodyPr/>
          <a:lstStyle/>
          <a:p>
            <a:pPr marL="0" marR="0" lvl="0" indent="0" algn="r" defTabSz="685526" rtl="0" eaLnBrk="1" fontAlgn="auto" latinLnBrk="0" hangingPunct="1">
              <a:lnSpc>
                <a:spcPct val="100000"/>
              </a:lnSpc>
              <a:spcBef>
                <a:spcPts val="0"/>
              </a:spcBef>
              <a:spcAft>
                <a:spcPts val="0"/>
              </a:spcAft>
              <a:buClrTx/>
              <a:buSzTx/>
              <a:buFontTx/>
              <a:buNone/>
              <a:tabLst/>
              <a:defRPr/>
            </a:pPr>
            <a:fld id="{64FC1154-15AF-4CEB-AEC9-7A3CFB195EF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526"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627BE41C-27A1-D841-3BB1-B0AFFB15F5DD}"/>
              </a:ext>
            </a:extLst>
          </p:cNvPr>
          <p:cNvSpPr>
            <a:spLocks noGrp="1"/>
          </p:cNvSpPr>
          <p:nvPr>
            <p:ph type="ftr" sz="quarter" idx="4"/>
          </p:nvPr>
        </p:nvSpPr>
        <p:spPr/>
        <p:txBody>
          <a:bodyPr/>
          <a:lstStyle/>
          <a:p>
            <a:r>
              <a:rPr lang="en-US"/>
              <a:t>​Copyright © 2024 The Computing Technology Industry Association, Inc. All rights reserved.</a:t>
            </a:r>
          </a:p>
        </p:txBody>
      </p:sp>
    </p:spTree>
    <p:extLst>
      <p:ext uri="{BB962C8B-B14F-4D97-AF65-F5344CB8AC3E}">
        <p14:creationId xmlns:p14="http://schemas.microsoft.com/office/powerpoint/2010/main" val="10884491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FBD57-5C8B-4B5F-28AC-A9D9993C3633}"/>
              </a:ext>
            </a:extLst>
          </p:cNvPr>
          <p:cNvSpPr>
            <a:spLocks noGrp="1"/>
          </p:cNvSpPr>
          <p:nvPr>
            <p:ph type="ctrTitle"/>
          </p:nvPr>
        </p:nvSpPr>
        <p:spPr>
          <a:xfrm>
            <a:off x="682580" y="840993"/>
            <a:ext cx="7318420" cy="1397942"/>
          </a:xfrm>
        </p:spPr>
        <p:txBody>
          <a:bodyPr anchor="b">
            <a:normAutofit/>
          </a:bodyPr>
          <a:lstStyle>
            <a:lvl1pPr algn="l">
              <a:defRPr sz="4400"/>
            </a:lvl1pPr>
          </a:lstStyle>
          <a:p>
            <a:r>
              <a:rPr lang="en-US" dirty="0"/>
              <a:t>Click to edit Master title style</a:t>
            </a:r>
          </a:p>
        </p:txBody>
      </p:sp>
      <p:sp>
        <p:nvSpPr>
          <p:cNvPr id="3" name="Subtitle 2">
            <a:extLst>
              <a:ext uri="{FF2B5EF4-FFF2-40B4-BE49-F238E27FC236}">
                <a16:creationId xmlns:a16="http://schemas.microsoft.com/office/drawing/2014/main" id="{FE36F76B-7651-FDF8-344E-4DD8AB0A1A9C}"/>
              </a:ext>
            </a:extLst>
          </p:cNvPr>
          <p:cNvSpPr>
            <a:spLocks noGrp="1"/>
          </p:cNvSpPr>
          <p:nvPr>
            <p:ph type="subTitle" idx="1"/>
          </p:nvPr>
        </p:nvSpPr>
        <p:spPr>
          <a:xfrm>
            <a:off x="682580" y="2306171"/>
            <a:ext cx="7318420" cy="1633528"/>
          </a:xfrm>
        </p:spPr>
        <p:txBody>
          <a:bodyPr>
            <a:normAutofit/>
          </a:bodyPr>
          <a:lstStyle>
            <a:lvl1pPr marL="0" indent="0" algn="l">
              <a:buNone/>
              <a:defRPr sz="2800">
                <a:solidFill>
                  <a:srgbClr val="586169"/>
                </a:solidFill>
              </a:defRPr>
            </a:lvl1pPr>
            <a:lvl2pPr marL="342580" indent="0" algn="ctr">
              <a:buNone/>
              <a:defRPr sz="1499"/>
            </a:lvl2pPr>
            <a:lvl3pPr marL="685160" indent="0" algn="ctr">
              <a:buNone/>
              <a:defRPr sz="1349"/>
            </a:lvl3pPr>
            <a:lvl4pPr marL="1027740" indent="0" algn="ctr">
              <a:buNone/>
              <a:defRPr sz="1199"/>
            </a:lvl4pPr>
            <a:lvl5pPr marL="1370320" indent="0" algn="ctr">
              <a:buNone/>
              <a:defRPr sz="1199"/>
            </a:lvl5pPr>
            <a:lvl6pPr marL="1712900" indent="0" algn="ctr">
              <a:buNone/>
              <a:defRPr sz="1199"/>
            </a:lvl6pPr>
            <a:lvl7pPr marL="2055480" indent="0" algn="ctr">
              <a:buNone/>
              <a:defRPr sz="1199"/>
            </a:lvl7pPr>
            <a:lvl8pPr marL="2398060" indent="0" algn="ctr">
              <a:buNone/>
              <a:defRPr sz="1199"/>
            </a:lvl8pPr>
            <a:lvl9pPr marL="2740640" indent="0" algn="ctr">
              <a:buNone/>
              <a:defRPr sz="1199"/>
            </a:lvl9pPr>
          </a:lstStyle>
          <a:p>
            <a:r>
              <a:rPr lang="en-US" dirty="0"/>
              <a:t>Click to edit Master subtitle style</a:t>
            </a:r>
          </a:p>
        </p:txBody>
      </p:sp>
      <p:sp>
        <p:nvSpPr>
          <p:cNvPr id="6" name="Slide Number Placeholder 5">
            <a:extLst>
              <a:ext uri="{FF2B5EF4-FFF2-40B4-BE49-F238E27FC236}">
                <a16:creationId xmlns:a16="http://schemas.microsoft.com/office/drawing/2014/main" id="{B881CDD2-F96C-1334-02DA-CF6D908B1ADB}"/>
              </a:ext>
            </a:extLst>
          </p:cNvPr>
          <p:cNvSpPr>
            <a:spLocks noGrp="1"/>
          </p:cNvSpPr>
          <p:nvPr>
            <p:ph type="sldNum" sz="quarter" idx="12"/>
          </p:nvPr>
        </p:nvSpPr>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dirty="0"/>
          </a:p>
        </p:txBody>
      </p:sp>
      <p:sp>
        <p:nvSpPr>
          <p:cNvPr id="8" name="Google Shape;230;p20">
            <a:extLst>
              <a:ext uri="{FF2B5EF4-FFF2-40B4-BE49-F238E27FC236}">
                <a16:creationId xmlns:a16="http://schemas.microsoft.com/office/drawing/2014/main" id="{D71797A5-02F7-5055-CA1F-75A9AF94B589}"/>
              </a:ext>
            </a:extLst>
          </p:cNvPr>
          <p:cNvSpPr/>
          <p:nvPr userDrawn="1"/>
        </p:nvSpPr>
        <p:spPr>
          <a:xfrm rot="5400000">
            <a:off x="279830" y="1750579"/>
            <a:ext cx="7602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5" name="Footer Placeholder 6">
            <a:extLst>
              <a:ext uri="{FF2B5EF4-FFF2-40B4-BE49-F238E27FC236}">
                <a16:creationId xmlns:a16="http://schemas.microsoft.com/office/drawing/2014/main" id="{04428E15-5C5F-D7D8-73D1-15EC716FD308}"/>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19405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EB498-E060-0735-18E5-DB0DB698EE31}"/>
              </a:ext>
            </a:extLst>
          </p:cNvPr>
          <p:cNvSpPr>
            <a:spLocks noGrp="1"/>
          </p:cNvSpPr>
          <p:nvPr>
            <p:ph type="title"/>
          </p:nvPr>
        </p:nvSpPr>
        <p:spPr>
          <a:xfrm>
            <a:off x="628649" y="584942"/>
            <a:ext cx="7886699" cy="572790"/>
          </a:xfrm>
        </p:spPr>
        <p:txBody>
          <a:bodyPr anchor="t" anchorCtr="0"/>
          <a:lstStyle/>
          <a:p>
            <a:r>
              <a:rPr lang="en-US"/>
              <a:t>Click to edit Master title style</a:t>
            </a:r>
          </a:p>
        </p:txBody>
      </p:sp>
      <p:sp>
        <p:nvSpPr>
          <p:cNvPr id="3" name="Content Placeholder 2">
            <a:extLst>
              <a:ext uri="{FF2B5EF4-FFF2-40B4-BE49-F238E27FC236}">
                <a16:creationId xmlns:a16="http://schemas.microsoft.com/office/drawing/2014/main" id="{BDC45777-C83D-250B-69F6-100491C1BB6A}"/>
              </a:ext>
            </a:extLst>
          </p:cNvPr>
          <p:cNvSpPr>
            <a:spLocks noGrp="1"/>
          </p:cNvSpPr>
          <p:nvPr>
            <p:ph idx="1"/>
          </p:nvPr>
        </p:nvSpPr>
        <p:spPr>
          <a:xfrm>
            <a:off x="628650" y="1216369"/>
            <a:ext cx="7886700" cy="3325066"/>
          </a:xfrm>
        </p:spPr>
        <p:txBody>
          <a:bodyPr/>
          <a:lstStyle>
            <a:lvl2pPr marL="571500" indent="-22860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CCDBBB7A-14A3-FE2D-5516-E9543BAC81B0}"/>
              </a:ext>
            </a:extLst>
          </p:cNvPr>
          <p:cNvSpPr>
            <a:spLocks noGrp="1"/>
          </p:cNvSpPr>
          <p:nvPr>
            <p:ph type="sldNum" sz="quarter" idx="12"/>
          </p:nvPr>
        </p:nvSpPr>
        <p:spPr/>
        <p:txBody>
          <a:bodyPr/>
          <a:lstStyle>
            <a:lvl1pPr>
              <a:defRPr>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fld id="{64537577-822C-42C9-B1FE-62AC5F07B59D}" type="slidenum">
              <a:rPr lang="en-US" smtClean="0"/>
              <a:pPr/>
              <a:t>‹#›</a:t>
            </a:fld>
            <a:endParaRPr lang="en-US" dirty="0"/>
          </a:p>
        </p:txBody>
      </p:sp>
      <p:sp>
        <p:nvSpPr>
          <p:cNvPr id="4" name="Google Shape;138;p9">
            <a:extLst>
              <a:ext uri="{FF2B5EF4-FFF2-40B4-BE49-F238E27FC236}">
                <a16:creationId xmlns:a16="http://schemas.microsoft.com/office/drawing/2014/main" id="{554BAC3A-6458-8EB9-8C2A-E21A36ED286A}"/>
              </a:ext>
            </a:extLst>
          </p:cNvPr>
          <p:cNvSpPr/>
          <p:nvPr userDrawn="1"/>
        </p:nvSpPr>
        <p:spPr>
          <a:xfrm rot="10800000">
            <a:off x="594226" y="482831"/>
            <a:ext cx="3750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8" name="Footer Placeholder 6">
            <a:extLst>
              <a:ext uri="{FF2B5EF4-FFF2-40B4-BE49-F238E27FC236}">
                <a16:creationId xmlns:a16="http://schemas.microsoft.com/office/drawing/2014/main" id="{717CB0EC-ED7F-EC59-A549-E28B9C72F899}"/>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1477570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41F25-496E-8FB7-AC55-7F389601248E}"/>
              </a:ext>
            </a:extLst>
          </p:cNvPr>
          <p:cNvSpPr>
            <a:spLocks noGrp="1"/>
          </p:cNvSpPr>
          <p:nvPr>
            <p:ph type="title"/>
          </p:nvPr>
        </p:nvSpPr>
        <p:spPr>
          <a:xfrm>
            <a:off x="628650" y="591921"/>
            <a:ext cx="7921125" cy="496626"/>
          </a:xfrm>
        </p:spPr>
        <p:txBody>
          <a:bodyPr anchor="t" anchorCtr="0"/>
          <a:lstStyle/>
          <a:p>
            <a:r>
              <a:rPr lang="en-US" dirty="0"/>
              <a:t>Click to edit Master title style</a:t>
            </a:r>
          </a:p>
        </p:txBody>
      </p:sp>
      <p:sp>
        <p:nvSpPr>
          <p:cNvPr id="3" name="Content Placeholder 2">
            <a:extLst>
              <a:ext uri="{FF2B5EF4-FFF2-40B4-BE49-F238E27FC236}">
                <a16:creationId xmlns:a16="http://schemas.microsoft.com/office/drawing/2014/main" id="{2E733F0E-E307-67CB-90D9-8C7E28E1C35D}"/>
              </a:ext>
            </a:extLst>
          </p:cNvPr>
          <p:cNvSpPr>
            <a:spLocks noGrp="1"/>
          </p:cNvSpPr>
          <p:nvPr>
            <p:ph sz="half" idx="1"/>
          </p:nvPr>
        </p:nvSpPr>
        <p:spPr>
          <a:xfrm>
            <a:off x="628650" y="1149214"/>
            <a:ext cx="3886200" cy="336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4EBFBD7-C540-FEB6-389B-B746C232F921}"/>
              </a:ext>
            </a:extLst>
          </p:cNvPr>
          <p:cNvSpPr>
            <a:spLocks noGrp="1"/>
          </p:cNvSpPr>
          <p:nvPr>
            <p:ph sz="half" idx="2"/>
          </p:nvPr>
        </p:nvSpPr>
        <p:spPr>
          <a:xfrm>
            <a:off x="4629150" y="1149214"/>
            <a:ext cx="3886200" cy="336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FC7584C7-B9DD-DCA9-C73C-F41AFF8409DA}"/>
              </a:ext>
            </a:extLst>
          </p:cNvPr>
          <p:cNvSpPr>
            <a:spLocks noGrp="1"/>
          </p:cNvSpPr>
          <p:nvPr>
            <p:ph type="sldNum" sz="quarter" idx="12"/>
          </p:nvPr>
        </p:nvSpPr>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a:p>
        </p:txBody>
      </p:sp>
      <p:sp>
        <p:nvSpPr>
          <p:cNvPr id="5" name="Google Shape;138;p9">
            <a:extLst>
              <a:ext uri="{FF2B5EF4-FFF2-40B4-BE49-F238E27FC236}">
                <a16:creationId xmlns:a16="http://schemas.microsoft.com/office/drawing/2014/main" id="{CE2721F1-28D7-991F-5E6A-BF6EB798AE50}"/>
              </a:ext>
            </a:extLst>
          </p:cNvPr>
          <p:cNvSpPr/>
          <p:nvPr userDrawn="1"/>
        </p:nvSpPr>
        <p:spPr>
          <a:xfrm rot="10800000">
            <a:off x="594226" y="482831"/>
            <a:ext cx="3750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6" name="Footer Placeholder 6">
            <a:extLst>
              <a:ext uri="{FF2B5EF4-FFF2-40B4-BE49-F238E27FC236}">
                <a16:creationId xmlns:a16="http://schemas.microsoft.com/office/drawing/2014/main" id="{A3BEE632-F49C-08B5-0252-FF6EB512F170}"/>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3499983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5E801-7CBF-19EF-2385-BDBDFDEB6793}"/>
              </a:ext>
            </a:extLst>
          </p:cNvPr>
          <p:cNvSpPr>
            <a:spLocks noGrp="1"/>
          </p:cNvSpPr>
          <p:nvPr>
            <p:ph type="title"/>
          </p:nvPr>
        </p:nvSpPr>
        <p:spPr>
          <a:xfrm>
            <a:off x="627460" y="589118"/>
            <a:ext cx="7922315" cy="496626"/>
          </a:xfrm>
        </p:spPr>
        <p:txBody>
          <a:bodyPr anchor="t" anchorCtr="0"/>
          <a:lstStyle/>
          <a:p>
            <a:r>
              <a:rPr lang="en-US" dirty="0"/>
              <a:t>Click to edit Master title style</a:t>
            </a:r>
          </a:p>
        </p:txBody>
      </p:sp>
      <p:sp>
        <p:nvSpPr>
          <p:cNvPr id="3" name="Text Placeholder 2">
            <a:extLst>
              <a:ext uri="{FF2B5EF4-FFF2-40B4-BE49-F238E27FC236}">
                <a16:creationId xmlns:a16="http://schemas.microsoft.com/office/drawing/2014/main" id="{23706BAF-57F5-BDA6-72EB-972D8CC30708}"/>
              </a:ext>
            </a:extLst>
          </p:cNvPr>
          <p:cNvSpPr>
            <a:spLocks noGrp="1"/>
          </p:cNvSpPr>
          <p:nvPr>
            <p:ph type="body" idx="1"/>
          </p:nvPr>
        </p:nvSpPr>
        <p:spPr>
          <a:xfrm>
            <a:off x="627460" y="1146610"/>
            <a:ext cx="3868340" cy="617362"/>
          </a:xfrm>
        </p:spPr>
        <p:txBody>
          <a:bodyPr anchor="b">
            <a:noAutofit/>
          </a:bodyPr>
          <a:lstStyle>
            <a:lvl1pPr marL="0" indent="0" algn="ctr">
              <a:buNone/>
              <a:defRPr sz="2000" b="0">
                <a:solidFill>
                  <a:srgbClr val="586169"/>
                </a:solidFill>
                <a:latin typeface="+mj-lt"/>
                <a:ea typeface="Noto Sans Condensed" panose="020B0502040504020204" pitchFamily="34" charset="0"/>
                <a:cs typeface="Noto Sans Condensed" panose="020B0502040504020204" pitchFamily="34" charset="0"/>
              </a:defRPr>
            </a:lvl1pPr>
            <a:lvl2pPr marL="342580" indent="0">
              <a:buNone/>
              <a:defRPr sz="1499" b="1"/>
            </a:lvl2pPr>
            <a:lvl3pPr marL="685160" indent="0">
              <a:buNone/>
              <a:defRPr sz="1349" b="1"/>
            </a:lvl3pPr>
            <a:lvl4pPr marL="1027740" indent="0">
              <a:buNone/>
              <a:defRPr sz="1199" b="1"/>
            </a:lvl4pPr>
            <a:lvl5pPr marL="1370320" indent="0">
              <a:buNone/>
              <a:defRPr sz="1199" b="1"/>
            </a:lvl5pPr>
            <a:lvl6pPr marL="1712900" indent="0">
              <a:buNone/>
              <a:defRPr sz="1199" b="1"/>
            </a:lvl6pPr>
            <a:lvl7pPr marL="2055480" indent="0">
              <a:buNone/>
              <a:defRPr sz="1199" b="1"/>
            </a:lvl7pPr>
            <a:lvl8pPr marL="2398060" indent="0">
              <a:buNone/>
              <a:defRPr sz="1199" b="1"/>
            </a:lvl8pPr>
            <a:lvl9pPr marL="2740640" indent="0">
              <a:buNone/>
              <a:defRPr sz="1199"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FDD8B87-3F77-0AE4-2F64-80AD7EA7DC12}"/>
              </a:ext>
            </a:extLst>
          </p:cNvPr>
          <p:cNvSpPr>
            <a:spLocks noGrp="1"/>
          </p:cNvSpPr>
          <p:nvPr>
            <p:ph sz="half" idx="2"/>
          </p:nvPr>
        </p:nvSpPr>
        <p:spPr>
          <a:xfrm>
            <a:off x="627460" y="1763972"/>
            <a:ext cx="3868340" cy="2760883"/>
          </a:xfrm>
        </p:spPr>
        <p:txBody>
          <a:bodyPr/>
          <a:lstStyle>
            <a:lvl1pPr>
              <a:defRPr sz="1800"/>
            </a:lvl1pPr>
            <a:lvl2pPr>
              <a:defRPr sz="1600"/>
            </a:lvl2pPr>
            <a:lvl3pPr>
              <a:defRPr sz="1600"/>
            </a:lvl3pPr>
            <a:lvl4pPr>
              <a:defRPr sz="14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90C8C0E-F899-4D2C-660B-5FF26E5C2315}"/>
              </a:ext>
            </a:extLst>
          </p:cNvPr>
          <p:cNvSpPr>
            <a:spLocks noGrp="1"/>
          </p:cNvSpPr>
          <p:nvPr>
            <p:ph type="body" sz="quarter" idx="3"/>
          </p:nvPr>
        </p:nvSpPr>
        <p:spPr>
          <a:xfrm>
            <a:off x="4514255" y="1146610"/>
            <a:ext cx="3887391" cy="617362"/>
          </a:xfrm>
        </p:spPr>
        <p:txBody>
          <a:bodyPr anchor="b">
            <a:noAutofit/>
          </a:bodyPr>
          <a:lstStyle>
            <a:lvl1pPr marL="0" indent="0" algn="ctr">
              <a:buNone/>
              <a:defRPr sz="2000" b="0">
                <a:solidFill>
                  <a:srgbClr val="586169"/>
                </a:solidFill>
                <a:latin typeface="+mj-lt"/>
                <a:ea typeface="Noto Sans Condensed" panose="020B0502040504020204" pitchFamily="34" charset="0"/>
                <a:cs typeface="Noto Sans Condensed" panose="020B0502040504020204" pitchFamily="34" charset="0"/>
              </a:defRPr>
            </a:lvl1pPr>
            <a:lvl2pPr marL="342580" indent="0">
              <a:buNone/>
              <a:defRPr sz="1499" b="1"/>
            </a:lvl2pPr>
            <a:lvl3pPr marL="685160" indent="0">
              <a:buNone/>
              <a:defRPr sz="1349" b="1"/>
            </a:lvl3pPr>
            <a:lvl4pPr marL="1027740" indent="0">
              <a:buNone/>
              <a:defRPr sz="1199" b="1"/>
            </a:lvl4pPr>
            <a:lvl5pPr marL="1370320" indent="0">
              <a:buNone/>
              <a:defRPr sz="1199" b="1"/>
            </a:lvl5pPr>
            <a:lvl6pPr marL="1712900" indent="0">
              <a:buNone/>
              <a:defRPr sz="1199" b="1"/>
            </a:lvl6pPr>
            <a:lvl7pPr marL="2055480" indent="0">
              <a:buNone/>
              <a:defRPr sz="1199" b="1"/>
            </a:lvl7pPr>
            <a:lvl8pPr marL="2398060" indent="0">
              <a:buNone/>
              <a:defRPr sz="1199" b="1"/>
            </a:lvl8pPr>
            <a:lvl9pPr marL="2740640" indent="0">
              <a:buNone/>
              <a:defRPr sz="1199"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4CC6281D-0F62-7BB0-0D32-55593D34C5D9}"/>
              </a:ext>
            </a:extLst>
          </p:cNvPr>
          <p:cNvSpPr>
            <a:spLocks noGrp="1"/>
          </p:cNvSpPr>
          <p:nvPr>
            <p:ph sz="quarter" idx="4"/>
          </p:nvPr>
        </p:nvSpPr>
        <p:spPr>
          <a:xfrm>
            <a:off x="4514255" y="1763972"/>
            <a:ext cx="3887391" cy="2760883"/>
          </a:xfrm>
        </p:spPr>
        <p:txBody>
          <a:bodyPr/>
          <a:lstStyle>
            <a:lvl1pPr>
              <a:defRPr sz="1800"/>
            </a:lvl1pPr>
            <a:lvl2pPr>
              <a:defRPr sz="1600"/>
            </a:lvl2pPr>
            <a:lvl3pPr>
              <a:defRPr sz="1600"/>
            </a:lvl3pPr>
            <a:lvl4pPr>
              <a:defRPr sz="1400"/>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5FD9B665-E777-009A-52AA-49E8F565BB5B}"/>
              </a:ext>
            </a:extLst>
          </p:cNvPr>
          <p:cNvSpPr>
            <a:spLocks noGrp="1"/>
          </p:cNvSpPr>
          <p:nvPr>
            <p:ph type="sldNum" sz="quarter" idx="12"/>
          </p:nvPr>
        </p:nvSpPr>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a:p>
        </p:txBody>
      </p:sp>
      <p:sp>
        <p:nvSpPr>
          <p:cNvPr id="7" name="Google Shape;138;p9">
            <a:extLst>
              <a:ext uri="{FF2B5EF4-FFF2-40B4-BE49-F238E27FC236}">
                <a16:creationId xmlns:a16="http://schemas.microsoft.com/office/drawing/2014/main" id="{643C68CC-38BB-EC6D-3E62-41E88722DAEC}"/>
              </a:ext>
            </a:extLst>
          </p:cNvPr>
          <p:cNvSpPr/>
          <p:nvPr userDrawn="1"/>
        </p:nvSpPr>
        <p:spPr>
          <a:xfrm rot="10800000">
            <a:off x="594226" y="482831"/>
            <a:ext cx="3750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8" name="Footer Placeholder 6">
            <a:extLst>
              <a:ext uri="{FF2B5EF4-FFF2-40B4-BE49-F238E27FC236}">
                <a16:creationId xmlns:a16="http://schemas.microsoft.com/office/drawing/2014/main" id="{08234280-C41C-DE8D-CE3F-D157ECAE66CF}"/>
              </a:ext>
            </a:extLst>
          </p:cNvPr>
          <p:cNvSpPr>
            <a:spLocks noGrp="1"/>
          </p:cNvSpPr>
          <p:nvPr>
            <p:ph type="ftr" sz="quarter" idx="1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31775224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0DC66-E0A2-7F55-EB53-533A8B6C83FE}"/>
              </a:ext>
            </a:extLst>
          </p:cNvPr>
          <p:cNvSpPr>
            <a:spLocks noGrp="1"/>
          </p:cNvSpPr>
          <p:nvPr>
            <p:ph type="title"/>
          </p:nvPr>
        </p:nvSpPr>
        <p:spPr>
          <a:xfrm>
            <a:off x="141194" y="0"/>
            <a:ext cx="7886700" cy="993252"/>
          </a:xfrm>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AEF202C2-7EFE-0924-CAE5-57059CA87430}"/>
              </a:ext>
            </a:extLst>
          </p:cNvPr>
          <p:cNvSpPr>
            <a:spLocks noGrp="1"/>
          </p:cNvSpPr>
          <p:nvPr>
            <p:ph type="sldNum" sz="quarter" idx="12"/>
          </p:nvPr>
        </p:nvSpPr>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a:p>
        </p:txBody>
      </p:sp>
      <p:sp>
        <p:nvSpPr>
          <p:cNvPr id="3" name="Footer Placeholder 6">
            <a:extLst>
              <a:ext uri="{FF2B5EF4-FFF2-40B4-BE49-F238E27FC236}">
                <a16:creationId xmlns:a16="http://schemas.microsoft.com/office/drawing/2014/main" id="{59783566-1CF9-C15E-0F0A-C21EF9BC2EF9}"/>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327411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73C8B8-889F-7FFE-FDF7-F1FBA95C0D68}"/>
              </a:ext>
            </a:extLst>
          </p:cNvPr>
          <p:cNvSpPr>
            <a:spLocks noGrp="1"/>
          </p:cNvSpPr>
          <p:nvPr>
            <p:ph type="sldNum" sz="quarter" idx="12"/>
          </p:nvPr>
        </p:nvSpPr>
        <p:spPr/>
        <p:txBody>
          <a:bodyPr/>
          <a:lstStyle>
            <a:lvl1pPr>
              <a:defRPr>
                <a:solidFill>
                  <a:schemeClr val="bg1">
                    <a:lumMod val="85000"/>
                  </a:schemeClr>
                </a:solidFill>
              </a:defRPr>
            </a:lvl1pPr>
          </a:lstStyle>
          <a:p>
            <a:fld id="{64537577-822C-42C9-B1FE-62AC5F07B59D}" type="slidenum">
              <a:rPr lang="en-US" smtClean="0"/>
              <a:pPr/>
              <a:t>‹#›</a:t>
            </a:fld>
            <a:endParaRPr lang="en-US"/>
          </a:p>
        </p:txBody>
      </p:sp>
      <p:sp>
        <p:nvSpPr>
          <p:cNvPr id="2" name="Footer Placeholder 6">
            <a:extLst>
              <a:ext uri="{FF2B5EF4-FFF2-40B4-BE49-F238E27FC236}">
                <a16:creationId xmlns:a16="http://schemas.microsoft.com/office/drawing/2014/main" id="{A8B8CD61-C7BC-09FD-E1FF-F3950BF1584A}"/>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3610294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opic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6ABF4-8313-754B-E9F8-F5BC953386C7}"/>
              </a:ext>
            </a:extLst>
          </p:cNvPr>
          <p:cNvSpPr>
            <a:spLocks noGrp="1"/>
          </p:cNvSpPr>
          <p:nvPr>
            <p:ph type="title"/>
          </p:nvPr>
        </p:nvSpPr>
        <p:spPr>
          <a:xfrm>
            <a:off x="682580" y="1550954"/>
            <a:ext cx="7886700" cy="602375"/>
          </a:xfrm>
        </p:spPr>
        <p:txBody>
          <a:bodyPr>
            <a:noAutofit/>
          </a:bodyPr>
          <a:lstStyle>
            <a:lvl1pPr algn="l">
              <a:defRPr sz="4400">
                <a:solidFill>
                  <a:srgbClr val="586169"/>
                </a:solidFill>
                <a:latin typeface="+mj-lt"/>
              </a:defRPr>
            </a:lvl1pPr>
          </a:lstStyle>
          <a:p>
            <a:r>
              <a:rPr lang="en-US" dirty="0"/>
              <a:t>Click to edit Master title style</a:t>
            </a:r>
          </a:p>
        </p:txBody>
      </p:sp>
      <p:sp>
        <p:nvSpPr>
          <p:cNvPr id="4" name="Google Shape;230;p20">
            <a:extLst>
              <a:ext uri="{FF2B5EF4-FFF2-40B4-BE49-F238E27FC236}">
                <a16:creationId xmlns:a16="http://schemas.microsoft.com/office/drawing/2014/main" id="{757C5F44-22F2-7208-5BB0-E5F13581B3AF}"/>
              </a:ext>
            </a:extLst>
          </p:cNvPr>
          <p:cNvSpPr/>
          <p:nvPr userDrawn="1"/>
        </p:nvSpPr>
        <p:spPr>
          <a:xfrm rot="5400000">
            <a:off x="279830" y="1750579"/>
            <a:ext cx="760200" cy="45300"/>
          </a:xfrm>
          <a:prstGeom prst="rect">
            <a:avLst/>
          </a:prstGeom>
          <a:solidFill>
            <a:srgbClr val="C8102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Lato"/>
              <a:ea typeface="Lato"/>
              <a:cs typeface="Lato"/>
              <a:sym typeface="Lato"/>
            </a:endParaRPr>
          </a:p>
        </p:txBody>
      </p:sp>
      <p:sp>
        <p:nvSpPr>
          <p:cNvPr id="5" name="Slide Number Placeholder 3">
            <a:extLst>
              <a:ext uri="{FF2B5EF4-FFF2-40B4-BE49-F238E27FC236}">
                <a16:creationId xmlns:a16="http://schemas.microsoft.com/office/drawing/2014/main" id="{57894FEE-28A4-FB53-A70B-FBB307673B19}"/>
              </a:ext>
            </a:extLst>
          </p:cNvPr>
          <p:cNvSpPr>
            <a:spLocks noGrp="1"/>
          </p:cNvSpPr>
          <p:nvPr>
            <p:ph type="sldNum" sz="quarter" idx="12"/>
          </p:nvPr>
        </p:nvSpPr>
        <p:spPr>
          <a:xfrm>
            <a:off x="6457950" y="4762849"/>
            <a:ext cx="2057400" cy="273590"/>
          </a:xfrm>
        </p:spPr>
        <p:txBody>
          <a:bodyPr/>
          <a:lstStyle>
            <a:lvl1pPr>
              <a:defRPr>
                <a:solidFill>
                  <a:schemeClr val="bg1">
                    <a:lumMod val="85000"/>
                  </a:schemeClr>
                </a:solidFill>
                <a:latin typeface="+mn-lt"/>
              </a:defRPr>
            </a:lvl1pPr>
          </a:lstStyle>
          <a:p>
            <a:fld id="{64537577-822C-42C9-B1FE-62AC5F07B59D}" type="slidenum">
              <a:rPr lang="en-US" smtClean="0"/>
              <a:pPr/>
              <a:t>‹#›</a:t>
            </a:fld>
            <a:endParaRPr lang="en-US" dirty="0"/>
          </a:p>
        </p:txBody>
      </p:sp>
      <p:sp>
        <p:nvSpPr>
          <p:cNvPr id="6" name="Footer Placeholder 6">
            <a:extLst>
              <a:ext uri="{FF2B5EF4-FFF2-40B4-BE49-F238E27FC236}">
                <a16:creationId xmlns:a16="http://schemas.microsoft.com/office/drawing/2014/main" id="{CE697EAA-7B89-F7BD-5B7E-3D46CFFBFD2B}"/>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4066883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and Cita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08C50-1C6F-52AE-5678-98EB5F266985}"/>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63050ADF-47A2-90B1-A686-38CE4DEE8933}"/>
              </a:ext>
            </a:extLst>
          </p:cNvPr>
          <p:cNvSpPr>
            <a:spLocks noGrp="1"/>
          </p:cNvSpPr>
          <p:nvPr>
            <p:ph type="sldNum" sz="quarter" idx="10"/>
          </p:nvPr>
        </p:nvSpPr>
        <p:spPr/>
        <p:txBody>
          <a:bodyPr/>
          <a:lstStyle>
            <a:lvl1pPr>
              <a:defRPr>
                <a:solidFill>
                  <a:schemeClr val="bg1">
                    <a:lumMod val="85000"/>
                  </a:schemeClr>
                </a:solidFill>
              </a:defRPr>
            </a:lvl1pPr>
          </a:lstStyle>
          <a:p>
            <a:fld id="{64537577-822C-42C9-B1FE-62AC5F07B59D}" type="slidenum">
              <a:rPr lang="en-US" smtClean="0"/>
              <a:pPr/>
              <a:t>‹#›</a:t>
            </a:fld>
            <a:endParaRPr lang="en-US" dirty="0"/>
          </a:p>
        </p:txBody>
      </p:sp>
      <p:sp>
        <p:nvSpPr>
          <p:cNvPr id="6" name="Picture Placeholder 5">
            <a:extLst>
              <a:ext uri="{FF2B5EF4-FFF2-40B4-BE49-F238E27FC236}">
                <a16:creationId xmlns:a16="http://schemas.microsoft.com/office/drawing/2014/main" id="{8374F4F7-8DB0-40E8-6E15-6BDF3D1E780D}"/>
              </a:ext>
            </a:extLst>
          </p:cNvPr>
          <p:cNvSpPr>
            <a:spLocks noGrp="1"/>
          </p:cNvSpPr>
          <p:nvPr>
            <p:ph type="pic" sz="quarter" idx="12"/>
          </p:nvPr>
        </p:nvSpPr>
        <p:spPr>
          <a:xfrm>
            <a:off x="628650" y="1358900"/>
            <a:ext cx="8002700" cy="3065463"/>
          </a:xfrm>
        </p:spPr>
        <p:txBody>
          <a:bodyPr/>
          <a:lstStyle/>
          <a:p>
            <a:endParaRPr lang="en-US" dirty="0"/>
          </a:p>
        </p:txBody>
      </p:sp>
      <p:sp>
        <p:nvSpPr>
          <p:cNvPr id="10" name="Text Placeholder 9">
            <a:extLst>
              <a:ext uri="{FF2B5EF4-FFF2-40B4-BE49-F238E27FC236}">
                <a16:creationId xmlns:a16="http://schemas.microsoft.com/office/drawing/2014/main" id="{ED18884B-15BB-117D-6488-38ECE9320718}"/>
              </a:ext>
            </a:extLst>
          </p:cNvPr>
          <p:cNvSpPr>
            <a:spLocks noGrp="1"/>
          </p:cNvSpPr>
          <p:nvPr>
            <p:ph type="body" sz="quarter" idx="13" hasCustomPrompt="1"/>
          </p:nvPr>
        </p:nvSpPr>
        <p:spPr>
          <a:xfrm>
            <a:off x="628650" y="4484688"/>
            <a:ext cx="8002700" cy="201612"/>
          </a:xfrm>
        </p:spPr>
        <p:txBody>
          <a:bodyPr>
            <a:normAutofit/>
          </a:bodyPr>
          <a:lstStyle>
            <a:lvl1pPr marL="0" indent="0" algn="ctr">
              <a:buNone/>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pPr lvl="0"/>
            <a:r>
              <a:rPr lang="en-US" dirty="0"/>
              <a:t>Citation</a:t>
            </a:r>
          </a:p>
        </p:txBody>
      </p:sp>
      <p:sp>
        <p:nvSpPr>
          <p:cNvPr id="5" name="Footer Placeholder 6">
            <a:extLst>
              <a:ext uri="{FF2B5EF4-FFF2-40B4-BE49-F238E27FC236}">
                <a16:creationId xmlns:a16="http://schemas.microsoft.com/office/drawing/2014/main" id="{BF705B26-CC1D-A019-9217-3BC5766A5492}"/>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3025565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030D9C-ED69-04DC-6777-0E1A290685AF}"/>
              </a:ext>
            </a:extLst>
          </p:cNvPr>
          <p:cNvSpPr>
            <a:spLocks noGrp="1"/>
          </p:cNvSpPr>
          <p:nvPr>
            <p:ph type="title"/>
          </p:nvPr>
        </p:nvSpPr>
        <p:spPr>
          <a:xfrm>
            <a:off x="628650" y="273591"/>
            <a:ext cx="7886700" cy="99325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054F26-3F7F-EE94-90E3-0BF96A46F3E1}"/>
              </a:ext>
            </a:extLst>
          </p:cNvPr>
          <p:cNvSpPr>
            <a:spLocks noGrp="1"/>
          </p:cNvSpPr>
          <p:nvPr>
            <p:ph type="body" idx="1"/>
          </p:nvPr>
        </p:nvSpPr>
        <p:spPr>
          <a:xfrm>
            <a:off x="628650" y="1367951"/>
            <a:ext cx="7886700" cy="290425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E6BE0285-3B44-EF97-28EA-1501C6405FB8}"/>
              </a:ext>
            </a:extLst>
          </p:cNvPr>
          <p:cNvSpPr>
            <a:spLocks noGrp="1"/>
          </p:cNvSpPr>
          <p:nvPr>
            <p:ph type="sldNum" sz="quarter" idx="4"/>
          </p:nvPr>
        </p:nvSpPr>
        <p:spPr>
          <a:xfrm>
            <a:off x="6457949" y="4762849"/>
            <a:ext cx="2173401" cy="273590"/>
          </a:xfrm>
          <a:prstGeom prst="rect">
            <a:avLst/>
          </a:prstGeom>
        </p:spPr>
        <p:txBody>
          <a:bodyPr vert="horz" lIns="91440" tIns="45720" rIns="91440" bIns="45720" rtlCol="0" anchor="ctr"/>
          <a:lstStyle>
            <a:lvl1pPr algn="r">
              <a:defRPr sz="800">
                <a:solidFill>
                  <a:schemeClr val="bg1">
                    <a:lumMod val="85000"/>
                  </a:schemeClr>
                </a:solidFill>
                <a:latin typeface="+mn-lt"/>
              </a:defRPr>
            </a:lvl1pPr>
          </a:lstStyle>
          <a:p>
            <a:fld id="{64537577-822C-42C9-B1FE-62AC5F07B59D}" type="slidenum">
              <a:rPr lang="en-US" smtClean="0"/>
              <a:pPr/>
              <a:t>‹#›</a:t>
            </a:fld>
            <a:endParaRPr lang="en-US" dirty="0"/>
          </a:p>
        </p:txBody>
      </p:sp>
      <p:pic>
        <p:nvPicPr>
          <p:cNvPr id="4" name="Google Shape;139;p9">
            <a:extLst>
              <a:ext uri="{FF2B5EF4-FFF2-40B4-BE49-F238E27FC236}">
                <a16:creationId xmlns:a16="http://schemas.microsoft.com/office/drawing/2014/main" id="{83DC1A23-2A71-97EE-22B0-923C06AFC881}"/>
              </a:ext>
            </a:extLst>
          </p:cNvPr>
          <p:cNvPicPr preferRelativeResize="0"/>
          <p:nvPr userDrawn="1"/>
        </p:nvPicPr>
        <p:blipFill rotWithShape="1">
          <a:blip r:embed="rId10" cstate="screen">
            <a:alphaModFix/>
            <a:extLst>
              <a:ext uri="{28A0092B-C50C-407E-A947-70E740481C1C}">
                <a14:useLocalDpi xmlns:a14="http://schemas.microsoft.com/office/drawing/2010/main"/>
              </a:ext>
            </a:extLst>
          </a:blip>
          <a:srcRect t="-79132" b="-79132"/>
          <a:stretch/>
        </p:blipFill>
        <p:spPr>
          <a:xfrm>
            <a:off x="7803060" y="74469"/>
            <a:ext cx="883274" cy="883275"/>
          </a:xfrm>
          <a:prstGeom prst="rect">
            <a:avLst/>
          </a:prstGeom>
          <a:noFill/>
          <a:ln>
            <a:noFill/>
          </a:ln>
        </p:spPr>
      </p:pic>
      <p:sp>
        <p:nvSpPr>
          <p:cNvPr id="7" name="Footer Placeholder 6">
            <a:extLst>
              <a:ext uri="{FF2B5EF4-FFF2-40B4-BE49-F238E27FC236}">
                <a16:creationId xmlns:a16="http://schemas.microsoft.com/office/drawing/2014/main" id="{9E30C74C-2574-AABC-AFDB-80246E498262}"/>
              </a:ext>
            </a:extLst>
          </p:cNvPr>
          <p:cNvSpPr>
            <a:spLocks noGrp="1"/>
          </p:cNvSpPr>
          <p:nvPr>
            <p:ph type="ftr" sz="quarter" idx="3"/>
          </p:nvPr>
        </p:nvSpPr>
        <p:spPr>
          <a:xfrm>
            <a:off x="628650" y="4762500"/>
            <a:ext cx="3943350" cy="274638"/>
          </a:xfrm>
          <a:prstGeom prst="rect">
            <a:avLst/>
          </a:prstGeom>
        </p:spPr>
        <p:txBody>
          <a:bodyPr vert="horz" lIns="91440" tIns="45720" rIns="91440" bIns="45720" rtlCol="0" anchor="ctr"/>
          <a:lstStyle>
            <a:lvl1pPr algn="l">
              <a:defRPr sz="800">
                <a:solidFill>
                  <a:schemeClr val="bg1">
                    <a:lumMod val="85000"/>
                  </a:schemeClr>
                </a:solidFill>
                <a:latin typeface="Noto Sans Condensed" panose="020B0502040504020204" pitchFamily="34" charset="0"/>
                <a:ea typeface="Noto Sans Condensed" panose="020B0502040504020204" pitchFamily="34" charset="0"/>
                <a:cs typeface="Noto Sans Condensed" panose="020B0502040504020204" pitchFamily="34" charset="0"/>
              </a:defRPr>
            </a:lvl1pPr>
          </a:lstStyle>
          <a:p>
            <a:r>
              <a:rPr lang="en-US"/>
              <a:t>​Copyright © 2025 CompTIA, Inc. All Rights Reserved. </a:t>
            </a:r>
            <a:endParaRPr lang="en-US" dirty="0"/>
          </a:p>
        </p:txBody>
      </p:sp>
    </p:spTree>
    <p:extLst>
      <p:ext uri="{BB962C8B-B14F-4D97-AF65-F5344CB8AC3E}">
        <p14:creationId xmlns:p14="http://schemas.microsoft.com/office/powerpoint/2010/main" val="1234008098"/>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71" r:id="rId7"/>
    <p:sldLayoutId id="2147483672" r:id="rId8"/>
  </p:sldLayoutIdLst>
  <p:hf hdr="0" dt="0"/>
  <p:txStyles>
    <p:titleStyle>
      <a:lvl1pPr algn="l" defTabSz="685160" rtl="0" eaLnBrk="1" latinLnBrk="0" hangingPunct="1">
        <a:lnSpc>
          <a:spcPct val="90000"/>
        </a:lnSpc>
        <a:spcBef>
          <a:spcPct val="0"/>
        </a:spcBef>
        <a:buNone/>
        <a:defRPr sz="3600" kern="1200">
          <a:solidFill>
            <a:srgbClr val="404448"/>
          </a:solidFill>
          <a:latin typeface="+mj-lt"/>
          <a:ea typeface="+mj-ea"/>
          <a:cs typeface="+mj-cs"/>
        </a:defRPr>
      </a:lvl1pPr>
    </p:titleStyle>
    <p:bodyStyle>
      <a:lvl1pPr marL="171290" indent="-171290" algn="l" defTabSz="685160" rtl="0" eaLnBrk="1" latinLnBrk="0" hangingPunct="1">
        <a:lnSpc>
          <a:spcPct val="100000"/>
        </a:lnSpc>
        <a:spcBef>
          <a:spcPts val="0"/>
        </a:spcBef>
        <a:buFont typeface="Arial" panose="020B0604020202020204" pitchFamily="34" charset="0"/>
        <a:buChar char="•"/>
        <a:defRPr sz="2400" kern="1200">
          <a:solidFill>
            <a:srgbClr val="404448"/>
          </a:solidFill>
          <a:latin typeface="+mn-lt"/>
          <a:ea typeface="+mn-ea"/>
          <a:cs typeface="+mn-cs"/>
        </a:defRPr>
      </a:lvl1pPr>
      <a:lvl2pPr marL="513870" indent="-171290" algn="l" defTabSz="685160" rtl="0" eaLnBrk="1" latinLnBrk="0" hangingPunct="1">
        <a:lnSpc>
          <a:spcPct val="100000"/>
        </a:lnSpc>
        <a:spcBef>
          <a:spcPts val="0"/>
        </a:spcBef>
        <a:buFont typeface="Courier New" panose="02070309020205020404" pitchFamily="49" charset="0"/>
        <a:buChar char="o"/>
        <a:defRPr sz="2000" kern="1200">
          <a:solidFill>
            <a:srgbClr val="404448"/>
          </a:solidFill>
          <a:latin typeface="+mn-lt"/>
          <a:ea typeface="+mn-ea"/>
          <a:cs typeface="+mn-cs"/>
        </a:defRPr>
      </a:lvl2pPr>
      <a:lvl3pPr marL="856450" indent="-171290" algn="l" defTabSz="685160" rtl="0" eaLnBrk="1" latinLnBrk="0" hangingPunct="1">
        <a:lnSpc>
          <a:spcPct val="100000"/>
        </a:lnSpc>
        <a:spcBef>
          <a:spcPts val="0"/>
        </a:spcBef>
        <a:buFont typeface="Wingdings" panose="05000000000000000000" pitchFamily="2" charset="2"/>
        <a:buChar char="§"/>
        <a:defRPr sz="1800" kern="1200">
          <a:solidFill>
            <a:srgbClr val="404448"/>
          </a:solidFill>
          <a:latin typeface="+mn-lt"/>
          <a:ea typeface="+mn-ea"/>
          <a:cs typeface="+mn-cs"/>
        </a:defRPr>
      </a:lvl3pPr>
      <a:lvl4pPr marL="1199030" indent="-171290" algn="l" defTabSz="685160" rtl="0" eaLnBrk="1" latinLnBrk="0" hangingPunct="1">
        <a:lnSpc>
          <a:spcPct val="100000"/>
        </a:lnSpc>
        <a:spcBef>
          <a:spcPts val="0"/>
        </a:spcBef>
        <a:buFont typeface="Arial" panose="020B0604020202020204" pitchFamily="34" charset="0"/>
        <a:buChar char="•"/>
        <a:defRPr sz="1600" kern="1200">
          <a:solidFill>
            <a:srgbClr val="404448"/>
          </a:solidFill>
          <a:latin typeface="+mn-lt"/>
          <a:ea typeface="+mn-ea"/>
          <a:cs typeface="+mn-cs"/>
        </a:defRPr>
      </a:lvl4pPr>
      <a:lvl5pPr marL="1541610" indent="-171290" algn="l" defTabSz="685160" rtl="0" eaLnBrk="1" latinLnBrk="0" hangingPunct="1">
        <a:lnSpc>
          <a:spcPct val="100000"/>
        </a:lnSpc>
        <a:spcBef>
          <a:spcPts val="0"/>
        </a:spcBef>
        <a:buFont typeface="Courier New" panose="02070309020205020404" pitchFamily="49" charset="0"/>
        <a:buChar char="o"/>
        <a:defRPr sz="1400" kern="1200">
          <a:solidFill>
            <a:srgbClr val="404448"/>
          </a:solidFill>
          <a:latin typeface="+mn-lt"/>
          <a:ea typeface="+mn-ea"/>
          <a:cs typeface="+mn-cs"/>
        </a:defRPr>
      </a:lvl5pPr>
      <a:lvl6pPr marL="188419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6pPr>
      <a:lvl7pPr marL="222677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7pPr>
      <a:lvl8pPr marL="256935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8pPr>
      <a:lvl9pPr marL="2911930" indent="-171290" algn="l" defTabSz="685160" rtl="0" eaLnBrk="1" latinLnBrk="0" hangingPunct="1">
        <a:lnSpc>
          <a:spcPct val="90000"/>
        </a:lnSpc>
        <a:spcBef>
          <a:spcPts val="375"/>
        </a:spcBef>
        <a:buFont typeface="Arial" panose="020B0604020202020204" pitchFamily="34" charset="0"/>
        <a:buChar char="•"/>
        <a:defRPr sz="1349" kern="1200">
          <a:solidFill>
            <a:schemeClr val="tx1"/>
          </a:solidFill>
          <a:latin typeface="+mn-lt"/>
          <a:ea typeface="+mn-ea"/>
          <a:cs typeface="+mn-cs"/>
        </a:defRPr>
      </a:lvl9pPr>
    </p:bodyStyle>
    <p:otherStyle>
      <a:defPPr>
        <a:defRPr lang="en-US"/>
      </a:defPPr>
      <a:lvl1pPr marL="0" algn="l" defTabSz="685160" rtl="0" eaLnBrk="1" latinLnBrk="0" hangingPunct="1">
        <a:defRPr sz="1349" kern="1200">
          <a:solidFill>
            <a:schemeClr val="tx1"/>
          </a:solidFill>
          <a:latin typeface="+mn-lt"/>
          <a:ea typeface="+mn-ea"/>
          <a:cs typeface="+mn-cs"/>
        </a:defRPr>
      </a:lvl1pPr>
      <a:lvl2pPr marL="342580" algn="l" defTabSz="685160" rtl="0" eaLnBrk="1" latinLnBrk="0" hangingPunct="1">
        <a:defRPr sz="1349" kern="1200">
          <a:solidFill>
            <a:schemeClr val="tx1"/>
          </a:solidFill>
          <a:latin typeface="+mn-lt"/>
          <a:ea typeface="+mn-ea"/>
          <a:cs typeface="+mn-cs"/>
        </a:defRPr>
      </a:lvl2pPr>
      <a:lvl3pPr marL="685160" algn="l" defTabSz="685160" rtl="0" eaLnBrk="1" latinLnBrk="0" hangingPunct="1">
        <a:defRPr sz="1349" kern="1200">
          <a:solidFill>
            <a:schemeClr val="tx1"/>
          </a:solidFill>
          <a:latin typeface="+mn-lt"/>
          <a:ea typeface="+mn-ea"/>
          <a:cs typeface="+mn-cs"/>
        </a:defRPr>
      </a:lvl3pPr>
      <a:lvl4pPr marL="1027740" algn="l" defTabSz="685160" rtl="0" eaLnBrk="1" latinLnBrk="0" hangingPunct="1">
        <a:defRPr sz="1349" kern="1200">
          <a:solidFill>
            <a:schemeClr val="tx1"/>
          </a:solidFill>
          <a:latin typeface="+mn-lt"/>
          <a:ea typeface="+mn-ea"/>
          <a:cs typeface="+mn-cs"/>
        </a:defRPr>
      </a:lvl4pPr>
      <a:lvl5pPr marL="1370320" algn="l" defTabSz="685160" rtl="0" eaLnBrk="1" latinLnBrk="0" hangingPunct="1">
        <a:defRPr sz="1349" kern="1200">
          <a:solidFill>
            <a:schemeClr val="tx1"/>
          </a:solidFill>
          <a:latin typeface="+mn-lt"/>
          <a:ea typeface="+mn-ea"/>
          <a:cs typeface="+mn-cs"/>
        </a:defRPr>
      </a:lvl5pPr>
      <a:lvl6pPr marL="1712900" algn="l" defTabSz="685160" rtl="0" eaLnBrk="1" latinLnBrk="0" hangingPunct="1">
        <a:defRPr sz="1349" kern="1200">
          <a:solidFill>
            <a:schemeClr val="tx1"/>
          </a:solidFill>
          <a:latin typeface="+mn-lt"/>
          <a:ea typeface="+mn-ea"/>
          <a:cs typeface="+mn-cs"/>
        </a:defRPr>
      </a:lvl6pPr>
      <a:lvl7pPr marL="2055480" algn="l" defTabSz="685160" rtl="0" eaLnBrk="1" latinLnBrk="0" hangingPunct="1">
        <a:defRPr sz="1349" kern="1200">
          <a:solidFill>
            <a:schemeClr val="tx1"/>
          </a:solidFill>
          <a:latin typeface="+mn-lt"/>
          <a:ea typeface="+mn-ea"/>
          <a:cs typeface="+mn-cs"/>
        </a:defRPr>
      </a:lvl7pPr>
      <a:lvl8pPr marL="2398060" algn="l" defTabSz="685160" rtl="0" eaLnBrk="1" latinLnBrk="0" hangingPunct="1">
        <a:defRPr sz="1349" kern="1200">
          <a:solidFill>
            <a:schemeClr val="tx1"/>
          </a:solidFill>
          <a:latin typeface="+mn-lt"/>
          <a:ea typeface="+mn-ea"/>
          <a:cs typeface="+mn-cs"/>
        </a:defRPr>
      </a:lvl8pPr>
      <a:lvl9pPr marL="2740640" algn="l" defTabSz="685160" rtl="0" eaLnBrk="1" latinLnBrk="0" hangingPunct="1">
        <a:defRPr sz="134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 Id="rId9" Type="http://schemas.openxmlformats.org/officeDocument/2006/relationships/image" Target="../media/image18.svg"/></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6.sv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22.xml.rels><?xml version="1.0" encoding="UTF-8" standalone="yes"?>
<Relationships xmlns="http://schemas.openxmlformats.org/package/2006/relationships"><Relationship Id="rId8" Type="http://schemas.openxmlformats.org/officeDocument/2006/relationships/diagramData" Target="../diagrams/data13.xml"/><Relationship Id="rId3" Type="http://schemas.openxmlformats.org/officeDocument/2006/relationships/diagramData" Target="../diagrams/data12.xml"/><Relationship Id="rId7" Type="http://schemas.microsoft.com/office/2007/relationships/diagramDrawing" Target="../diagrams/drawing12.xml"/><Relationship Id="rId12" Type="http://schemas.microsoft.com/office/2007/relationships/diagramDrawing" Target="../diagrams/drawing13.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12.xml"/><Relationship Id="rId11" Type="http://schemas.openxmlformats.org/officeDocument/2006/relationships/diagramColors" Target="../diagrams/colors13.xml"/><Relationship Id="rId5" Type="http://schemas.openxmlformats.org/officeDocument/2006/relationships/diagramQuickStyle" Target="../diagrams/quickStyle12.xml"/><Relationship Id="rId10" Type="http://schemas.openxmlformats.org/officeDocument/2006/relationships/diagramQuickStyle" Target="../diagrams/quickStyle13.xml"/><Relationship Id="rId4" Type="http://schemas.openxmlformats.org/officeDocument/2006/relationships/diagramLayout" Target="../diagrams/layout12.xml"/><Relationship Id="rId9" Type="http://schemas.openxmlformats.org/officeDocument/2006/relationships/diagramLayout" Target="../diagrams/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26.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5.png"/><Relationship Id="rId7"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6.svg"/></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noAutofit/>
          </a:bodyPr>
          <a:lstStyle/>
          <a:p>
            <a:r>
              <a:rPr lang="en-US" dirty="0"/>
              <a:t>Module 7</a:t>
            </a:r>
          </a:p>
        </p:txBody>
      </p:sp>
      <p:sp>
        <p:nvSpPr>
          <p:cNvPr id="9" name="Subtitle 8">
            <a:extLst>
              <a:ext uri="{FF2B5EF4-FFF2-40B4-BE49-F238E27FC236}">
                <a16:creationId xmlns:a16="http://schemas.microsoft.com/office/drawing/2014/main" id="{D63358E7-0213-9FB6-3B08-E3D4DDBCFFA3}"/>
              </a:ext>
            </a:extLst>
          </p:cNvPr>
          <p:cNvSpPr>
            <a:spLocks noGrp="1"/>
          </p:cNvSpPr>
          <p:nvPr>
            <p:ph type="subTitle" idx="1"/>
          </p:nvPr>
        </p:nvSpPr>
        <p:spPr>
          <a:xfrm>
            <a:off x="682580" y="2306171"/>
            <a:ext cx="7318420" cy="1633528"/>
          </a:xfrm>
        </p:spPr>
        <p:txBody>
          <a:bodyPr/>
          <a:lstStyle/>
          <a:p>
            <a:r>
              <a:rPr lang="en-US" dirty="0"/>
              <a:t>Explaining Application Services</a:t>
            </a:r>
          </a:p>
        </p:txBody>
      </p:sp>
      <p:sp>
        <p:nvSpPr>
          <p:cNvPr id="3" name="Slide Number Placeholder 2">
            <a:extLst>
              <a:ext uri="{FF2B5EF4-FFF2-40B4-BE49-F238E27FC236}">
                <a16:creationId xmlns:a16="http://schemas.microsoft.com/office/drawing/2014/main" id="{A19EDDD7-D961-BACA-D0B3-A0EF95FE5CE2}"/>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a:t>
            </a:fld>
            <a:endParaRPr lang="en-US" dirty="0"/>
          </a:p>
        </p:txBody>
      </p:sp>
      <p:sp>
        <p:nvSpPr>
          <p:cNvPr id="5" name="Footer Placeholder 4">
            <a:extLst>
              <a:ext uri="{FF2B5EF4-FFF2-40B4-BE49-F238E27FC236}">
                <a16:creationId xmlns:a16="http://schemas.microsoft.com/office/drawing/2014/main" id="{90243474-261F-A771-C57C-CA6791F58B47}"/>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28472514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C18DF-222B-4060-1637-B7A41743E470}"/>
              </a:ext>
            </a:extLst>
          </p:cNvPr>
          <p:cNvSpPr>
            <a:spLocks noGrp="1" noChangeAspect="1"/>
          </p:cNvSpPr>
          <p:nvPr>
            <p:ph type="title"/>
          </p:nvPr>
        </p:nvSpPr>
        <p:spPr>
          <a:xfrm>
            <a:off x="628649" y="584942"/>
            <a:ext cx="7886699" cy="572790"/>
          </a:xfrm>
        </p:spPr>
        <p:txBody>
          <a:bodyPr>
            <a:normAutofit fontScale="90000"/>
          </a:bodyPr>
          <a:lstStyle/>
          <a:p>
            <a:r>
              <a:rPr lang="en-US" noProof="0" dirty="0"/>
              <a:t>Module Objectives</a:t>
            </a:r>
            <a:endParaRPr lang="en-US" dirty="0"/>
          </a:p>
        </p:txBody>
      </p:sp>
      <p:sp>
        <p:nvSpPr>
          <p:cNvPr id="3" name="Text Placeholder 2">
            <a:extLst>
              <a:ext uri="{FF2B5EF4-FFF2-40B4-BE49-F238E27FC236}">
                <a16:creationId xmlns:a16="http://schemas.microsoft.com/office/drawing/2014/main" id="{ED85CB01-734E-D1AF-CC68-1737ADEF8EEB}"/>
              </a:ext>
            </a:extLst>
          </p:cNvPr>
          <p:cNvSpPr>
            <a:spLocks noGrp="1" noChangeAspect="1"/>
          </p:cNvSpPr>
          <p:nvPr>
            <p:ph idx="1"/>
          </p:nvPr>
        </p:nvSpPr>
        <p:spPr>
          <a:xfrm>
            <a:off x="628650" y="1216369"/>
            <a:ext cx="7886700" cy="3325066"/>
          </a:xfrm>
        </p:spPr>
        <p:txBody>
          <a:bodyPr>
            <a:noAutofit/>
          </a:bodyPr>
          <a:lstStyle/>
          <a:p>
            <a:r>
              <a:rPr lang="en-US" dirty="0"/>
              <a:t>Explain the importance of time </a:t>
            </a:r>
            <a:br>
              <a:rPr lang="en-US" dirty="0"/>
            </a:br>
            <a:r>
              <a:rPr lang="en-US" dirty="0"/>
              <a:t>synchronization and the role of NTP.</a:t>
            </a:r>
          </a:p>
          <a:p>
            <a:r>
              <a:rPr lang="en-US" dirty="0"/>
              <a:t>Explain the use of web, file/print, </a:t>
            </a:r>
            <a:br>
              <a:rPr lang="en-US" dirty="0"/>
            </a:br>
            <a:r>
              <a:rPr lang="en-US" dirty="0"/>
              <a:t>and database services.</a:t>
            </a:r>
          </a:p>
          <a:p>
            <a:r>
              <a:rPr lang="en-US" dirty="0"/>
              <a:t>Explain the use of email and voice services.</a:t>
            </a:r>
          </a:p>
          <a:p>
            <a:r>
              <a:rPr lang="en-US" dirty="0"/>
              <a:t>Explain how high availability services are provisioned using redundancy and load balancing.</a:t>
            </a:r>
          </a:p>
        </p:txBody>
      </p:sp>
      <p:sp>
        <p:nvSpPr>
          <p:cNvPr id="5" name="Slide Number Placeholder 4">
            <a:extLst>
              <a:ext uri="{FF2B5EF4-FFF2-40B4-BE49-F238E27FC236}">
                <a16:creationId xmlns:a16="http://schemas.microsoft.com/office/drawing/2014/main" id="{39CEFD03-84B2-CB6E-715A-6BC305F17389}"/>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a:t>
            </a:fld>
            <a:endParaRPr lang="en-US" dirty="0"/>
          </a:p>
        </p:txBody>
      </p:sp>
      <p:sp>
        <p:nvSpPr>
          <p:cNvPr id="6" name="Footer Placeholder 5">
            <a:extLst>
              <a:ext uri="{FF2B5EF4-FFF2-40B4-BE49-F238E27FC236}">
                <a16:creationId xmlns:a16="http://schemas.microsoft.com/office/drawing/2014/main" id="{27DCE673-84DF-2B69-4394-7809DF990615}"/>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456784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7.1</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4671473" cy="1633528"/>
          </a:xfrm>
        </p:spPr>
        <p:txBody>
          <a:bodyPr/>
          <a:lstStyle/>
          <a:p>
            <a:r>
              <a:rPr lang="en-US" dirty="0"/>
              <a:t>Application Security and Time Synchronization</a:t>
            </a:r>
          </a:p>
        </p:txBody>
      </p:sp>
      <p:sp>
        <p:nvSpPr>
          <p:cNvPr id="5" name="Slide Number Placeholder 4">
            <a:extLst>
              <a:ext uri="{FF2B5EF4-FFF2-40B4-BE49-F238E27FC236}">
                <a16:creationId xmlns:a16="http://schemas.microsoft.com/office/drawing/2014/main" id="{0B61656D-2A53-DEE0-D0BC-F1453B30FD62}"/>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a:t>
            </a:fld>
            <a:endParaRPr lang="en-US" dirty="0"/>
          </a:p>
        </p:txBody>
      </p:sp>
      <p:sp>
        <p:nvSpPr>
          <p:cNvPr id="6" name="Footer Placeholder 5">
            <a:extLst>
              <a:ext uri="{FF2B5EF4-FFF2-40B4-BE49-F238E27FC236}">
                <a16:creationId xmlns:a16="http://schemas.microsoft.com/office/drawing/2014/main" id="{3CBB153C-2318-2AF5-967B-B7BAA4F2A82B}"/>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3015136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6DF02-B403-F373-DFC8-97252EE69014}"/>
              </a:ext>
            </a:extLst>
          </p:cNvPr>
          <p:cNvSpPr>
            <a:spLocks noGrp="1"/>
          </p:cNvSpPr>
          <p:nvPr>
            <p:ph type="title"/>
          </p:nvPr>
        </p:nvSpPr>
        <p:spPr/>
        <p:txBody>
          <a:bodyPr>
            <a:normAutofit fontScale="90000"/>
          </a:bodyPr>
          <a:lstStyle/>
          <a:p>
            <a:r>
              <a:rPr lang="en-US" dirty="0"/>
              <a:t>Transport Layer Security (TLS)</a:t>
            </a:r>
          </a:p>
        </p:txBody>
      </p:sp>
      <p:sp>
        <p:nvSpPr>
          <p:cNvPr id="3" name="Slide Number Placeholder 2">
            <a:extLst>
              <a:ext uri="{FF2B5EF4-FFF2-40B4-BE49-F238E27FC236}">
                <a16:creationId xmlns:a16="http://schemas.microsoft.com/office/drawing/2014/main" id="{F4366EA5-4CCB-A40D-4615-9CD64C3BD7B3}"/>
              </a:ext>
            </a:extLst>
          </p:cNvPr>
          <p:cNvSpPr>
            <a:spLocks noGrp="1"/>
          </p:cNvSpPr>
          <p:nvPr>
            <p:ph type="sldNum" sz="quarter" idx="12"/>
          </p:nvPr>
        </p:nvSpPr>
        <p:spPr/>
        <p:txBody>
          <a:bodyPr/>
          <a:lstStyle/>
          <a:p>
            <a:fld id="{64537577-822C-42C9-B1FE-62AC5F07B59D}" type="slidenum">
              <a:rPr lang="en-US" smtClean="0"/>
              <a:pPr/>
              <a:t>4</a:t>
            </a:fld>
            <a:endParaRPr lang="en-US" dirty="0"/>
          </a:p>
        </p:txBody>
      </p:sp>
      <p:sp>
        <p:nvSpPr>
          <p:cNvPr id="6" name="Footer Placeholder 5">
            <a:extLst>
              <a:ext uri="{FF2B5EF4-FFF2-40B4-BE49-F238E27FC236}">
                <a16:creationId xmlns:a16="http://schemas.microsoft.com/office/drawing/2014/main" id="{6819E0B2-F597-B77F-79B9-A63B2F69DB40}"/>
              </a:ext>
            </a:extLst>
          </p:cNvPr>
          <p:cNvSpPr>
            <a:spLocks noGrp="1"/>
          </p:cNvSpPr>
          <p:nvPr>
            <p:ph type="ftr" sz="quarter" idx="3"/>
          </p:nvPr>
        </p:nvSpPr>
        <p:spPr/>
        <p:txBody>
          <a:bodyPr/>
          <a:lstStyle/>
          <a:p>
            <a:r>
              <a:rPr lang="en-US"/>
              <a:t>​Copyright © 2025 CompTIA, Inc. All Rights Reserved. </a:t>
            </a:r>
            <a:endParaRPr lang="en-US" dirty="0"/>
          </a:p>
        </p:txBody>
      </p:sp>
      <p:graphicFrame>
        <p:nvGraphicFramePr>
          <p:cNvPr id="13" name="Content Placeholder 12">
            <a:extLst>
              <a:ext uri="{FF2B5EF4-FFF2-40B4-BE49-F238E27FC236}">
                <a16:creationId xmlns:a16="http://schemas.microsoft.com/office/drawing/2014/main" id="{5B53A5B2-878C-AC01-1A32-674B8A15FF07}"/>
              </a:ext>
            </a:extLst>
          </p:cNvPr>
          <p:cNvGraphicFramePr>
            <a:graphicFrameLocks noGrp="1"/>
          </p:cNvGraphicFramePr>
          <p:nvPr>
            <p:ph sz="half" idx="2"/>
            <p:extLst>
              <p:ext uri="{D42A27DB-BD31-4B8C-83A1-F6EECF244321}">
                <p14:modId xmlns:p14="http://schemas.microsoft.com/office/powerpoint/2010/main" val="2393252540"/>
              </p:ext>
            </p:extLst>
          </p:nvPr>
        </p:nvGraphicFramePr>
        <p:xfrm>
          <a:off x="3117070" y="1411913"/>
          <a:ext cx="5348404" cy="30268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4" name="Content Placeholder 13" descr="A black and green symbol with a shield and a green check mark&#10;&#10;Description automatically generated">
            <a:extLst>
              <a:ext uri="{FF2B5EF4-FFF2-40B4-BE49-F238E27FC236}">
                <a16:creationId xmlns:a16="http://schemas.microsoft.com/office/drawing/2014/main" id="{D66871D8-7B99-C5F8-12DF-4F0B952F1BEF}"/>
              </a:ext>
            </a:extLst>
          </p:cNvPr>
          <p:cNvPicPr>
            <a:picLocks noGrp="1" noChangeAspect="1"/>
          </p:cNvPicPr>
          <p:nvPr>
            <p:ph sz="half" idx="1"/>
          </p:nvPr>
        </p:nvPicPr>
        <p:blipFill rotWithShape="1">
          <a:blip r:embed="rId8" cstate="screen">
            <a:extLst>
              <a:ext uri="{28A0092B-C50C-407E-A947-70E740481C1C}">
                <a14:useLocalDpi xmlns:a14="http://schemas.microsoft.com/office/drawing/2010/main"/>
              </a:ext>
            </a:extLst>
          </a:blip>
          <a:srcRect/>
          <a:stretch/>
        </p:blipFill>
        <p:spPr>
          <a:xfrm>
            <a:off x="780585" y="1844093"/>
            <a:ext cx="1837721" cy="2007219"/>
          </a:xfrm>
          <a:prstGeom prst="rect">
            <a:avLst/>
          </a:prstGeom>
        </p:spPr>
      </p:pic>
    </p:spTree>
    <p:extLst>
      <p:ext uri="{BB962C8B-B14F-4D97-AF65-F5344CB8AC3E}">
        <p14:creationId xmlns:p14="http://schemas.microsoft.com/office/powerpoint/2010/main" val="2558301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0C5A0-AF82-CDD6-F73D-D28CBC69B60B}"/>
              </a:ext>
            </a:extLst>
          </p:cNvPr>
          <p:cNvSpPr>
            <a:spLocks noGrp="1"/>
          </p:cNvSpPr>
          <p:nvPr>
            <p:ph type="title"/>
          </p:nvPr>
        </p:nvSpPr>
        <p:spPr>
          <a:xfrm>
            <a:off x="628649" y="584942"/>
            <a:ext cx="7886699" cy="572790"/>
          </a:xfrm>
        </p:spPr>
        <p:txBody>
          <a:bodyPr>
            <a:normAutofit fontScale="90000"/>
          </a:bodyPr>
          <a:lstStyle/>
          <a:p>
            <a:r>
              <a:rPr lang="en-US" dirty="0"/>
              <a:t>TLS Handshake</a:t>
            </a:r>
          </a:p>
        </p:txBody>
      </p:sp>
      <p:sp>
        <p:nvSpPr>
          <p:cNvPr id="3" name="Slide Number Placeholder 2">
            <a:extLst>
              <a:ext uri="{FF2B5EF4-FFF2-40B4-BE49-F238E27FC236}">
                <a16:creationId xmlns:a16="http://schemas.microsoft.com/office/drawing/2014/main" id="{7F2EEBDF-CC7F-0658-2D43-9A543B64CA09}"/>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5</a:t>
            </a:fld>
            <a:endParaRPr lang="en-US" dirty="0"/>
          </a:p>
        </p:txBody>
      </p:sp>
      <p:sp>
        <p:nvSpPr>
          <p:cNvPr id="20" name="Footer Placeholder 19">
            <a:extLst>
              <a:ext uri="{FF2B5EF4-FFF2-40B4-BE49-F238E27FC236}">
                <a16:creationId xmlns:a16="http://schemas.microsoft.com/office/drawing/2014/main" id="{99603447-79BD-F4A1-65CF-54C71EC790D0}"/>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
        <p:nvSpPr>
          <p:cNvPr id="5" name="Title 1">
            <a:extLst>
              <a:ext uri="{FF2B5EF4-FFF2-40B4-BE49-F238E27FC236}">
                <a16:creationId xmlns:a16="http://schemas.microsoft.com/office/drawing/2014/main" id="{8A268D88-4CEF-8269-0F10-FDE17E8D5C54}"/>
              </a:ext>
            </a:extLst>
          </p:cNvPr>
          <p:cNvSpPr txBox="1">
            <a:spLocks/>
          </p:cNvSpPr>
          <p:nvPr/>
        </p:nvSpPr>
        <p:spPr>
          <a:xfrm>
            <a:off x="141194" y="0"/>
            <a:ext cx="7886700" cy="993252"/>
          </a:xfrm>
          <a:prstGeom prst="rect">
            <a:avLst/>
          </a:prstGeom>
        </p:spPr>
        <p:txBody>
          <a:bodyPr vert="horz" lIns="91440" tIns="45720" rIns="91440" bIns="45720" rtlCol="0" anchor="ctr">
            <a:normAutofit/>
          </a:bodyPr>
          <a:lstStyle>
            <a:lvl1pPr algn="l" defTabSz="685160" rtl="0" eaLnBrk="1" latinLnBrk="0" hangingPunct="1">
              <a:lnSpc>
                <a:spcPct val="90000"/>
              </a:lnSpc>
              <a:spcBef>
                <a:spcPct val="0"/>
              </a:spcBef>
              <a:buNone/>
              <a:defRPr sz="3600" kern="1200">
                <a:solidFill>
                  <a:srgbClr val="404448"/>
                </a:solidFill>
                <a:latin typeface="+mj-lt"/>
                <a:ea typeface="+mj-ea"/>
                <a:cs typeface="+mj-cs"/>
              </a:defRPr>
            </a:lvl1pPr>
          </a:lstStyle>
          <a:p>
            <a:r>
              <a:rPr lang="en-US" sz="3397" dirty="0"/>
              <a:t> </a:t>
            </a:r>
          </a:p>
        </p:txBody>
      </p:sp>
      <p:cxnSp>
        <p:nvCxnSpPr>
          <p:cNvPr id="8" name="Straight Connector 7">
            <a:extLst>
              <a:ext uri="{FF2B5EF4-FFF2-40B4-BE49-F238E27FC236}">
                <a16:creationId xmlns:a16="http://schemas.microsoft.com/office/drawing/2014/main" id="{F9F34237-67D3-894B-7C46-294723731216}"/>
              </a:ext>
            </a:extLst>
          </p:cNvPr>
          <p:cNvCxnSpPr/>
          <p:nvPr/>
        </p:nvCxnSpPr>
        <p:spPr>
          <a:xfrm>
            <a:off x="2790008" y="1408112"/>
            <a:ext cx="0" cy="3233881"/>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120F7CC-FB27-F79B-ECF8-0DCAB3557926}"/>
              </a:ext>
            </a:extLst>
          </p:cNvPr>
          <p:cNvCxnSpPr/>
          <p:nvPr/>
        </p:nvCxnSpPr>
        <p:spPr>
          <a:xfrm>
            <a:off x="6438582" y="1408112"/>
            <a:ext cx="0" cy="3233881"/>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A1EEA4A-6D73-893D-8257-E5333412342F}"/>
              </a:ext>
            </a:extLst>
          </p:cNvPr>
          <p:cNvSpPr/>
          <p:nvPr/>
        </p:nvSpPr>
        <p:spPr>
          <a:xfrm>
            <a:off x="3900933" y="1551504"/>
            <a:ext cx="1342132" cy="3174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348" dirty="0">
                <a:solidFill>
                  <a:srgbClr val="20282F"/>
                </a:solidFill>
              </a:rPr>
              <a:t>Client Hello</a:t>
            </a:r>
          </a:p>
        </p:txBody>
      </p:sp>
      <p:cxnSp>
        <p:nvCxnSpPr>
          <p:cNvPr id="11" name="Straight Arrow Connector 10">
            <a:extLst>
              <a:ext uri="{FF2B5EF4-FFF2-40B4-BE49-F238E27FC236}">
                <a16:creationId xmlns:a16="http://schemas.microsoft.com/office/drawing/2014/main" id="{3DBC4F3C-B7E2-71D3-9DC4-F1B2E1559C0E}"/>
              </a:ext>
            </a:extLst>
          </p:cNvPr>
          <p:cNvCxnSpPr>
            <a:cxnSpLocks/>
          </p:cNvCxnSpPr>
          <p:nvPr/>
        </p:nvCxnSpPr>
        <p:spPr>
          <a:xfrm flipH="1">
            <a:off x="3046591" y="1893931"/>
            <a:ext cx="3124128"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C46953F-79D7-90A7-2E5C-653F38DA2270}"/>
              </a:ext>
            </a:extLst>
          </p:cNvPr>
          <p:cNvCxnSpPr>
            <a:cxnSpLocks/>
          </p:cNvCxnSpPr>
          <p:nvPr/>
        </p:nvCxnSpPr>
        <p:spPr>
          <a:xfrm>
            <a:off x="3111441" y="2453976"/>
            <a:ext cx="3059278"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6D42B849-59EF-2749-CCD3-A21B450FF107}"/>
              </a:ext>
            </a:extLst>
          </p:cNvPr>
          <p:cNvSpPr/>
          <p:nvPr/>
        </p:nvSpPr>
        <p:spPr>
          <a:xfrm>
            <a:off x="3900933" y="2131375"/>
            <a:ext cx="1342132" cy="31748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348" dirty="0">
                <a:solidFill>
                  <a:srgbClr val="20282F"/>
                </a:solidFill>
              </a:rPr>
              <a:t>Server Hello</a:t>
            </a:r>
          </a:p>
        </p:txBody>
      </p:sp>
      <p:cxnSp>
        <p:nvCxnSpPr>
          <p:cNvPr id="14" name="Straight Arrow Connector 13">
            <a:extLst>
              <a:ext uri="{FF2B5EF4-FFF2-40B4-BE49-F238E27FC236}">
                <a16:creationId xmlns:a16="http://schemas.microsoft.com/office/drawing/2014/main" id="{FA4CD2D9-A98B-A775-7BCD-305C42148EA1}"/>
              </a:ext>
            </a:extLst>
          </p:cNvPr>
          <p:cNvCxnSpPr>
            <a:cxnSpLocks/>
          </p:cNvCxnSpPr>
          <p:nvPr/>
        </p:nvCxnSpPr>
        <p:spPr>
          <a:xfrm flipH="1">
            <a:off x="3111441" y="3025053"/>
            <a:ext cx="3059278"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325C58BD-D919-6254-1940-F48792B2C118}"/>
              </a:ext>
            </a:extLst>
          </p:cNvPr>
          <p:cNvSpPr/>
          <p:nvPr/>
        </p:nvSpPr>
        <p:spPr>
          <a:xfrm>
            <a:off x="3631661" y="2730260"/>
            <a:ext cx="1880676" cy="2896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348" dirty="0">
                <a:solidFill>
                  <a:srgbClr val="20282F"/>
                </a:solidFill>
              </a:rPr>
              <a:t>Client Key Exchange</a:t>
            </a:r>
          </a:p>
        </p:txBody>
      </p:sp>
      <p:cxnSp>
        <p:nvCxnSpPr>
          <p:cNvPr id="16" name="Straight Arrow Connector 15">
            <a:extLst>
              <a:ext uri="{FF2B5EF4-FFF2-40B4-BE49-F238E27FC236}">
                <a16:creationId xmlns:a16="http://schemas.microsoft.com/office/drawing/2014/main" id="{D914C5F2-3BF7-5430-3739-F4CEBADE0855}"/>
              </a:ext>
            </a:extLst>
          </p:cNvPr>
          <p:cNvCxnSpPr>
            <a:cxnSpLocks/>
          </p:cNvCxnSpPr>
          <p:nvPr/>
        </p:nvCxnSpPr>
        <p:spPr>
          <a:xfrm flipH="1">
            <a:off x="3111440" y="3617170"/>
            <a:ext cx="3059278" cy="0"/>
          </a:xfrm>
          <a:prstGeom prst="straightConnector1">
            <a:avLst/>
          </a:prstGeom>
          <a:ln w="38100">
            <a:solidFill>
              <a:schemeClr val="accent5"/>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8446E4CD-8C1E-2031-77B6-D7F5851F2E81}"/>
              </a:ext>
            </a:extLst>
          </p:cNvPr>
          <p:cNvSpPr/>
          <p:nvPr/>
        </p:nvSpPr>
        <p:spPr>
          <a:xfrm>
            <a:off x="3501964" y="3282029"/>
            <a:ext cx="2223261" cy="33002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348" dirty="0">
                <a:solidFill>
                  <a:srgbClr val="20282F"/>
                </a:solidFill>
              </a:rPr>
              <a:t>Session Key Established</a:t>
            </a:r>
          </a:p>
        </p:txBody>
      </p:sp>
      <p:cxnSp>
        <p:nvCxnSpPr>
          <p:cNvPr id="18" name="Straight Arrow Connector 17">
            <a:extLst>
              <a:ext uri="{FF2B5EF4-FFF2-40B4-BE49-F238E27FC236}">
                <a16:creationId xmlns:a16="http://schemas.microsoft.com/office/drawing/2014/main" id="{97CB3595-8403-7DBB-429D-7D14C7D568AC}"/>
              </a:ext>
            </a:extLst>
          </p:cNvPr>
          <p:cNvCxnSpPr>
            <a:cxnSpLocks/>
          </p:cNvCxnSpPr>
          <p:nvPr/>
        </p:nvCxnSpPr>
        <p:spPr>
          <a:xfrm>
            <a:off x="3111440" y="4117546"/>
            <a:ext cx="3059278" cy="0"/>
          </a:xfrm>
          <a:prstGeom prst="straightConnector1">
            <a:avLst/>
          </a:prstGeom>
          <a:ln w="381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94496763-3F55-A369-83C3-43D17C4CCCE7}"/>
              </a:ext>
            </a:extLst>
          </p:cNvPr>
          <p:cNvSpPr/>
          <p:nvPr/>
        </p:nvSpPr>
        <p:spPr>
          <a:xfrm>
            <a:off x="3460368" y="3782404"/>
            <a:ext cx="2223261" cy="33002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348" dirty="0">
                <a:solidFill>
                  <a:srgbClr val="20282F"/>
                </a:solidFill>
              </a:rPr>
              <a:t>Server Finished</a:t>
            </a:r>
          </a:p>
        </p:txBody>
      </p:sp>
      <p:pic>
        <p:nvPicPr>
          <p:cNvPr id="21" name="Graphic 20" descr="Monitor with solid fill">
            <a:extLst>
              <a:ext uri="{FF2B5EF4-FFF2-40B4-BE49-F238E27FC236}">
                <a16:creationId xmlns:a16="http://schemas.microsoft.com/office/drawing/2014/main" id="{78119C0D-0FC6-086E-22C9-E6A54239EC4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71796" y="1265521"/>
            <a:ext cx="1419693" cy="1419693"/>
          </a:xfrm>
          <a:prstGeom prst="rect">
            <a:avLst/>
          </a:prstGeom>
        </p:spPr>
      </p:pic>
      <p:pic>
        <p:nvPicPr>
          <p:cNvPr id="23" name="Graphic 22" descr="Database with solid fill">
            <a:extLst>
              <a:ext uri="{FF2B5EF4-FFF2-40B4-BE49-F238E27FC236}">
                <a16:creationId xmlns:a16="http://schemas.microsoft.com/office/drawing/2014/main" id="{EBE9D4E4-8EB6-6795-B8B4-AE6240B7452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2822" y="1265521"/>
            <a:ext cx="1354079" cy="1354079"/>
          </a:xfrm>
          <a:prstGeom prst="rect">
            <a:avLst/>
          </a:prstGeom>
        </p:spPr>
      </p:pic>
    </p:spTree>
    <p:extLst>
      <p:ext uri="{BB962C8B-B14F-4D97-AF65-F5344CB8AC3E}">
        <p14:creationId xmlns:p14="http://schemas.microsoft.com/office/powerpoint/2010/main" val="572333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876C1-EDDD-5652-1521-4F896A1E3B0B}"/>
              </a:ext>
            </a:extLst>
          </p:cNvPr>
          <p:cNvSpPr>
            <a:spLocks noGrp="1"/>
          </p:cNvSpPr>
          <p:nvPr>
            <p:ph type="title"/>
          </p:nvPr>
        </p:nvSpPr>
        <p:spPr>
          <a:xfrm>
            <a:off x="628649" y="584942"/>
            <a:ext cx="7886699" cy="572790"/>
          </a:xfrm>
        </p:spPr>
        <p:txBody>
          <a:bodyPr anchor="ctr">
            <a:normAutofit fontScale="90000"/>
          </a:bodyPr>
          <a:lstStyle/>
          <a:p>
            <a:r>
              <a:rPr lang="en-US" dirty="0"/>
              <a:t>Network Time Protocol (NTP)</a:t>
            </a:r>
          </a:p>
        </p:txBody>
      </p:sp>
      <p:sp>
        <p:nvSpPr>
          <p:cNvPr id="4" name="Slide Number Placeholder 3">
            <a:extLst>
              <a:ext uri="{FF2B5EF4-FFF2-40B4-BE49-F238E27FC236}">
                <a16:creationId xmlns:a16="http://schemas.microsoft.com/office/drawing/2014/main" id="{8AF36AE0-1090-ADE6-C359-F82AB8A57254}"/>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6</a:t>
            </a:fld>
            <a:endParaRPr lang="en-US" dirty="0"/>
          </a:p>
        </p:txBody>
      </p:sp>
      <p:sp>
        <p:nvSpPr>
          <p:cNvPr id="6" name="Footer Placeholder 5">
            <a:extLst>
              <a:ext uri="{FF2B5EF4-FFF2-40B4-BE49-F238E27FC236}">
                <a16:creationId xmlns:a16="http://schemas.microsoft.com/office/drawing/2014/main" id="{284D1592-D7A5-C94C-990D-EF18E5880020}"/>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graphicFrame>
        <p:nvGraphicFramePr>
          <p:cNvPr id="11" name="Content Placeholder 10">
            <a:extLst>
              <a:ext uri="{FF2B5EF4-FFF2-40B4-BE49-F238E27FC236}">
                <a16:creationId xmlns:a16="http://schemas.microsoft.com/office/drawing/2014/main" id="{270F3255-B7E0-1485-D9A9-0C00FAC8E70A}"/>
              </a:ext>
            </a:extLst>
          </p:cNvPr>
          <p:cNvGraphicFramePr>
            <a:graphicFrameLocks noGrp="1"/>
          </p:cNvGraphicFramePr>
          <p:nvPr>
            <p:ph idx="1"/>
            <p:extLst>
              <p:ext uri="{D42A27DB-BD31-4B8C-83A1-F6EECF244321}">
                <p14:modId xmlns:p14="http://schemas.microsoft.com/office/powerpoint/2010/main" val="905527301"/>
              </p:ext>
            </p:extLst>
          </p:nvPr>
        </p:nvGraphicFramePr>
        <p:xfrm>
          <a:off x="628650" y="1216025"/>
          <a:ext cx="7886700" cy="345572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989450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094D6-5FB4-9DD0-52E0-806F0BD63D09}"/>
              </a:ext>
            </a:extLst>
          </p:cNvPr>
          <p:cNvSpPr>
            <a:spLocks noGrp="1"/>
          </p:cNvSpPr>
          <p:nvPr>
            <p:ph type="title"/>
          </p:nvPr>
        </p:nvSpPr>
        <p:spPr>
          <a:xfrm>
            <a:off x="628649" y="584942"/>
            <a:ext cx="7886699" cy="572790"/>
          </a:xfrm>
        </p:spPr>
        <p:txBody>
          <a:bodyPr anchor="ctr">
            <a:normAutofit fontScale="90000"/>
          </a:bodyPr>
          <a:lstStyle/>
          <a:p>
            <a:r>
              <a:rPr lang="en-US" dirty="0"/>
              <a:t>NTP Diagram</a:t>
            </a:r>
          </a:p>
        </p:txBody>
      </p:sp>
      <p:sp>
        <p:nvSpPr>
          <p:cNvPr id="3" name="Slide Number Placeholder 2">
            <a:extLst>
              <a:ext uri="{FF2B5EF4-FFF2-40B4-BE49-F238E27FC236}">
                <a16:creationId xmlns:a16="http://schemas.microsoft.com/office/drawing/2014/main" id="{F505961D-9840-9049-A990-35D4AD12EB76}"/>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7</a:t>
            </a:fld>
            <a:endParaRPr lang="en-US" dirty="0"/>
          </a:p>
        </p:txBody>
      </p:sp>
      <p:sp>
        <p:nvSpPr>
          <p:cNvPr id="4" name="Footer Placeholder 3">
            <a:extLst>
              <a:ext uri="{FF2B5EF4-FFF2-40B4-BE49-F238E27FC236}">
                <a16:creationId xmlns:a16="http://schemas.microsoft.com/office/drawing/2014/main" id="{3B73EB37-27B9-F4DF-B9F8-9BE259B9A882}"/>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pic>
        <p:nvPicPr>
          <p:cNvPr id="9" name="Picture 2" descr="An illustration represents stratum 1 N T P servers.">
            <a:extLst>
              <a:ext uri="{FF2B5EF4-FFF2-40B4-BE49-F238E27FC236}">
                <a16:creationId xmlns:a16="http://schemas.microsoft.com/office/drawing/2014/main" id="{F653DB71-0A2D-09BC-0855-0B9EC535E477}"/>
              </a:ext>
            </a:extLst>
          </p:cNvPr>
          <p:cNvPicPr>
            <a:picLocks noGrp="1" noChangeAspect="1" noChangeArrowheads="1"/>
          </p:cNvPicPr>
          <p:nvPr>
            <p:ph idx="1"/>
          </p:nvPr>
        </p:nvPicPr>
        <p:blipFill>
          <a:blip r:embed="rId3" cstate="screen">
            <a:extLst>
              <a:ext uri="{28A0092B-C50C-407E-A947-70E740481C1C}">
                <a14:useLocalDpi xmlns:a14="http://schemas.microsoft.com/office/drawing/2010/main"/>
              </a:ext>
            </a:extLst>
          </a:blip>
          <a:stretch>
            <a:fillRect/>
          </a:stretch>
        </p:blipFill>
        <p:spPr bwMode="auto">
          <a:xfrm>
            <a:off x="2219093" y="1152612"/>
            <a:ext cx="4636697" cy="3401925"/>
          </a:xfrm>
          <a:prstGeom prst="rect">
            <a:avLst/>
          </a:prstGeom>
          <a:solidFill>
            <a:srgbClr val="FFFFFF"/>
          </a:solidFill>
        </p:spPr>
      </p:pic>
    </p:spTree>
    <p:extLst>
      <p:ext uri="{BB962C8B-B14F-4D97-AF65-F5344CB8AC3E}">
        <p14:creationId xmlns:p14="http://schemas.microsoft.com/office/powerpoint/2010/main" val="1621858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BF970-E772-82BC-1666-0FA240CFF3BB}"/>
              </a:ext>
            </a:extLst>
          </p:cNvPr>
          <p:cNvSpPr>
            <a:spLocks noGrp="1"/>
          </p:cNvSpPr>
          <p:nvPr>
            <p:ph type="title"/>
          </p:nvPr>
        </p:nvSpPr>
        <p:spPr>
          <a:xfrm>
            <a:off x="628649" y="584942"/>
            <a:ext cx="7886699" cy="572790"/>
          </a:xfrm>
        </p:spPr>
        <p:txBody>
          <a:bodyPr anchor="ctr">
            <a:normAutofit fontScale="90000"/>
          </a:bodyPr>
          <a:lstStyle/>
          <a:p>
            <a:r>
              <a:rPr lang="en-US" dirty="0"/>
              <a:t>Precision Time Protocol (PTP)</a:t>
            </a:r>
          </a:p>
        </p:txBody>
      </p:sp>
      <p:sp>
        <p:nvSpPr>
          <p:cNvPr id="4" name="Slide Number Placeholder 3">
            <a:extLst>
              <a:ext uri="{FF2B5EF4-FFF2-40B4-BE49-F238E27FC236}">
                <a16:creationId xmlns:a16="http://schemas.microsoft.com/office/drawing/2014/main" id="{06DFD626-5849-2331-3F5E-0E781E92508C}"/>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8</a:t>
            </a:fld>
            <a:endParaRPr lang="en-US" dirty="0"/>
          </a:p>
        </p:txBody>
      </p:sp>
      <p:sp>
        <p:nvSpPr>
          <p:cNvPr id="5" name="Footer Placeholder 4">
            <a:extLst>
              <a:ext uri="{FF2B5EF4-FFF2-40B4-BE49-F238E27FC236}">
                <a16:creationId xmlns:a16="http://schemas.microsoft.com/office/drawing/2014/main" id="{5CD0D827-DC11-58CB-0AAC-C5B01D507CF2}"/>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graphicFrame>
        <p:nvGraphicFramePr>
          <p:cNvPr id="10" name="Content Placeholder 9">
            <a:extLst>
              <a:ext uri="{FF2B5EF4-FFF2-40B4-BE49-F238E27FC236}">
                <a16:creationId xmlns:a16="http://schemas.microsoft.com/office/drawing/2014/main" id="{7D396BCE-A3CD-D77F-147F-82943B184245}"/>
              </a:ext>
            </a:extLst>
          </p:cNvPr>
          <p:cNvGraphicFramePr>
            <a:graphicFrameLocks noGrp="1"/>
          </p:cNvGraphicFramePr>
          <p:nvPr>
            <p:ph idx="1"/>
            <p:extLst>
              <p:ext uri="{D42A27DB-BD31-4B8C-83A1-F6EECF244321}">
                <p14:modId xmlns:p14="http://schemas.microsoft.com/office/powerpoint/2010/main" val="2829565834"/>
              </p:ext>
            </p:extLst>
          </p:nvPr>
        </p:nvGraphicFramePr>
        <p:xfrm>
          <a:off x="628648" y="1413162"/>
          <a:ext cx="7886700" cy="27462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98984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8B088-36FF-918F-3359-5264E0421D09}"/>
              </a:ext>
            </a:extLst>
          </p:cNvPr>
          <p:cNvSpPr>
            <a:spLocks noGrp="1"/>
          </p:cNvSpPr>
          <p:nvPr>
            <p:ph type="title"/>
          </p:nvPr>
        </p:nvSpPr>
        <p:spPr/>
        <p:txBody>
          <a:bodyPr vert="horz" lIns="91440" tIns="45720" rIns="91440" bIns="45720" rtlCol="0" anchor="ctr">
            <a:normAutofit fontScale="90000"/>
          </a:bodyPr>
          <a:lstStyle/>
          <a:p>
            <a:r>
              <a:rPr lang="en-US" dirty="0"/>
              <a:t>Activity: Fill in the Blank </a:t>
            </a:r>
          </a:p>
        </p:txBody>
      </p:sp>
      <p:sp>
        <p:nvSpPr>
          <p:cNvPr id="13" name="Content Placeholder 12">
            <a:extLst>
              <a:ext uri="{FF2B5EF4-FFF2-40B4-BE49-F238E27FC236}">
                <a16:creationId xmlns:a16="http://schemas.microsoft.com/office/drawing/2014/main" id="{A5AC2EBA-A3B5-56FB-8E7A-C177DD7C0FE9}"/>
              </a:ext>
            </a:extLst>
          </p:cNvPr>
          <p:cNvSpPr>
            <a:spLocks noGrp="1"/>
          </p:cNvSpPr>
          <p:nvPr>
            <p:ph idx="1"/>
          </p:nvPr>
        </p:nvSpPr>
        <p:spPr/>
        <p:txBody>
          <a:bodyPr>
            <a:normAutofit/>
          </a:bodyPr>
          <a:lstStyle/>
          <a:p>
            <a:pPr marL="457200" indent="-457200">
              <a:spcAft>
                <a:spcPts val="1200"/>
              </a:spcAft>
              <a:buFont typeface="+mj-lt"/>
              <a:buAutoNum type="arabicPeriod"/>
            </a:pPr>
            <a:r>
              <a:rPr lang="en-US" dirty="0"/>
              <a:t>TLS __________ the data to hide it from anyone who might intercept it. </a:t>
            </a:r>
          </a:p>
          <a:p>
            <a:pPr marL="457200" indent="-457200">
              <a:spcAft>
                <a:spcPts val="1200"/>
              </a:spcAft>
              <a:buFont typeface="+mj-lt"/>
              <a:buAutoNum type="arabicPeriod"/>
            </a:pPr>
            <a:r>
              <a:rPr lang="en-US" dirty="0"/>
              <a:t>__________ is used to synchronize clocks to Coordinated Universal Time. </a:t>
            </a:r>
          </a:p>
          <a:p>
            <a:pPr marL="457200" indent="-457200">
              <a:spcAft>
                <a:spcPts val="1200"/>
              </a:spcAft>
              <a:buFont typeface="+mj-lt"/>
              <a:buAutoNum type="arabicPeriod"/>
            </a:pPr>
            <a:r>
              <a:rPr lang="en-US" dirty="0"/>
              <a:t>The __________ clock is the main time source in the </a:t>
            </a:r>
            <a:br>
              <a:rPr lang="en-US" dirty="0"/>
            </a:br>
            <a:r>
              <a:rPr lang="en-US" dirty="0"/>
              <a:t>PTP domain.</a:t>
            </a:r>
          </a:p>
        </p:txBody>
      </p:sp>
      <p:sp>
        <p:nvSpPr>
          <p:cNvPr id="3" name="Slide Number Placeholder 2">
            <a:extLst>
              <a:ext uri="{FF2B5EF4-FFF2-40B4-BE49-F238E27FC236}">
                <a16:creationId xmlns:a16="http://schemas.microsoft.com/office/drawing/2014/main" id="{0B6EAAEB-2510-595B-0113-9638657AC7C6}"/>
              </a:ext>
            </a:extLst>
          </p:cNvPr>
          <p:cNvSpPr>
            <a:spLocks noGrp="1"/>
          </p:cNvSpPr>
          <p:nvPr>
            <p:ph type="sldNum" sz="quarter" idx="12"/>
          </p:nvPr>
        </p:nvSpPr>
        <p:spPr/>
        <p:txBody>
          <a:bodyPr/>
          <a:lstStyle/>
          <a:p>
            <a:fld id="{64537577-822C-42C9-B1FE-62AC5F07B59D}" type="slidenum">
              <a:rPr lang="en-US" smtClean="0"/>
              <a:pPr/>
              <a:t>9</a:t>
            </a:fld>
            <a:endParaRPr lang="en-US" dirty="0"/>
          </a:p>
        </p:txBody>
      </p:sp>
      <p:sp>
        <p:nvSpPr>
          <p:cNvPr id="6" name="Footer Placeholder 5">
            <a:extLst>
              <a:ext uri="{FF2B5EF4-FFF2-40B4-BE49-F238E27FC236}">
                <a16:creationId xmlns:a16="http://schemas.microsoft.com/office/drawing/2014/main" id="{F2630B51-03FB-C924-6909-0A6078184922}"/>
              </a:ext>
            </a:extLst>
          </p:cNvPr>
          <p:cNvSpPr>
            <a:spLocks noGrp="1"/>
          </p:cNvSpPr>
          <p:nvPr>
            <p:ph type="ftr" sz="quarter" idx="3"/>
          </p:nvPr>
        </p:nvSpPr>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2020568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7.2</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Web, File/Print, and Database Services</a:t>
            </a:r>
          </a:p>
        </p:txBody>
      </p:sp>
      <p:sp>
        <p:nvSpPr>
          <p:cNvPr id="5" name="Slide Number Placeholder 4">
            <a:extLst>
              <a:ext uri="{FF2B5EF4-FFF2-40B4-BE49-F238E27FC236}">
                <a16:creationId xmlns:a16="http://schemas.microsoft.com/office/drawing/2014/main" id="{B34B6A75-A8E6-8729-BEF9-CBDAD0E9C76D}"/>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10</a:t>
            </a:fld>
            <a:endParaRPr lang="en-US" dirty="0"/>
          </a:p>
        </p:txBody>
      </p:sp>
      <p:sp>
        <p:nvSpPr>
          <p:cNvPr id="6" name="Footer Placeholder 5">
            <a:extLst>
              <a:ext uri="{FF2B5EF4-FFF2-40B4-BE49-F238E27FC236}">
                <a16:creationId xmlns:a16="http://schemas.microsoft.com/office/drawing/2014/main" id="{526BD19B-1E03-3735-A5A7-E459314D603E}"/>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5564551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2283D-1B66-C0B0-4C83-6253B7A40F8F}"/>
              </a:ext>
            </a:extLst>
          </p:cNvPr>
          <p:cNvSpPr>
            <a:spLocks noGrp="1"/>
          </p:cNvSpPr>
          <p:nvPr>
            <p:ph type="title"/>
          </p:nvPr>
        </p:nvSpPr>
        <p:spPr>
          <a:xfrm>
            <a:off x="628649" y="584942"/>
            <a:ext cx="7886699" cy="572790"/>
          </a:xfrm>
        </p:spPr>
        <p:txBody>
          <a:bodyPr anchor="ctr">
            <a:normAutofit fontScale="90000"/>
          </a:bodyPr>
          <a:lstStyle/>
          <a:p>
            <a:r>
              <a:rPr lang="en-US" dirty="0"/>
              <a:t>Hyper Text Transfer Protocol (HTTP)</a:t>
            </a:r>
          </a:p>
        </p:txBody>
      </p:sp>
      <p:sp>
        <p:nvSpPr>
          <p:cNvPr id="4" name="Slide Number Placeholder 3">
            <a:extLst>
              <a:ext uri="{FF2B5EF4-FFF2-40B4-BE49-F238E27FC236}">
                <a16:creationId xmlns:a16="http://schemas.microsoft.com/office/drawing/2014/main" id="{5F008E93-00A9-A906-A5BF-54B730A94D43}"/>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11</a:t>
            </a:fld>
            <a:endParaRPr lang="en-US" dirty="0"/>
          </a:p>
        </p:txBody>
      </p:sp>
      <p:sp>
        <p:nvSpPr>
          <p:cNvPr id="5" name="Footer Placeholder 4">
            <a:extLst>
              <a:ext uri="{FF2B5EF4-FFF2-40B4-BE49-F238E27FC236}">
                <a16:creationId xmlns:a16="http://schemas.microsoft.com/office/drawing/2014/main" id="{B0B0CCFC-8D5F-09DB-5600-D2C8F411B5FE}"/>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graphicFrame>
        <p:nvGraphicFramePr>
          <p:cNvPr id="10" name="Content Placeholder 9">
            <a:extLst>
              <a:ext uri="{FF2B5EF4-FFF2-40B4-BE49-F238E27FC236}">
                <a16:creationId xmlns:a16="http://schemas.microsoft.com/office/drawing/2014/main" id="{1317C48B-F81B-B1F5-9107-BF76CC285EAB}"/>
              </a:ext>
            </a:extLst>
          </p:cNvPr>
          <p:cNvGraphicFramePr>
            <a:graphicFrameLocks noGrp="1"/>
          </p:cNvGraphicFramePr>
          <p:nvPr>
            <p:ph idx="1"/>
            <p:extLst>
              <p:ext uri="{D42A27DB-BD31-4B8C-83A1-F6EECF244321}">
                <p14:modId xmlns:p14="http://schemas.microsoft.com/office/powerpoint/2010/main" val="2121742609"/>
              </p:ext>
            </p:extLst>
          </p:nvPr>
        </p:nvGraphicFramePr>
        <p:xfrm>
          <a:off x="684239" y="1365654"/>
          <a:ext cx="7775517" cy="26087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306201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873F1-308A-9922-FB9E-07ADB7A37C4A}"/>
              </a:ext>
            </a:extLst>
          </p:cNvPr>
          <p:cNvSpPr>
            <a:spLocks noGrp="1"/>
          </p:cNvSpPr>
          <p:nvPr>
            <p:ph type="title"/>
          </p:nvPr>
        </p:nvSpPr>
        <p:spPr>
          <a:xfrm>
            <a:off x="628649" y="584942"/>
            <a:ext cx="7886699" cy="572790"/>
          </a:xfrm>
        </p:spPr>
        <p:txBody>
          <a:bodyPr>
            <a:normAutofit fontScale="90000"/>
          </a:bodyPr>
          <a:lstStyle/>
          <a:p>
            <a:r>
              <a:rPr lang="en-US" dirty="0"/>
              <a:t>Hyper Text Transfer Protocol (HTTP)</a:t>
            </a:r>
          </a:p>
        </p:txBody>
      </p:sp>
      <p:sp>
        <p:nvSpPr>
          <p:cNvPr id="3" name="Slide Number Placeholder 2">
            <a:extLst>
              <a:ext uri="{FF2B5EF4-FFF2-40B4-BE49-F238E27FC236}">
                <a16:creationId xmlns:a16="http://schemas.microsoft.com/office/drawing/2014/main" id="{23D15A10-D4AA-7425-28C6-5BCE70ADC8A1}"/>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12</a:t>
            </a:fld>
            <a:endParaRPr lang="en-US" dirty="0"/>
          </a:p>
        </p:txBody>
      </p:sp>
      <p:sp>
        <p:nvSpPr>
          <p:cNvPr id="5" name="Footer Placeholder 4">
            <a:extLst>
              <a:ext uri="{FF2B5EF4-FFF2-40B4-BE49-F238E27FC236}">
                <a16:creationId xmlns:a16="http://schemas.microsoft.com/office/drawing/2014/main" id="{3CB06230-D80F-27B3-5729-A2B53F5B8C40}"/>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pic>
        <p:nvPicPr>
          <p:cNvPr id="6" name="Graphic 5" descr="Server outline">
            <a:extLst>
              <a:ext uri="{FF2B5EF4-FFF2-40B4-BE49-F238E27FC236}">
                <a16:creationId xmlns:a16="http://schemas.microsoft.com/office/drawing/2014/main" id="{22B44F22-4BBA-032F-DD82-B5B1F618BDE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2436" y="2015411"/>
            <a:ext cx="1531614" cy="1531614"/>
          </a:xfrm>
          <a:prstGeom prst="rect">
            <a:avLst/>
          </a:prstGeom>
        </p:spPr>
      </p:pic>
      <p:pic>
        <p:nvPicPr>
          <p:cNvPr id="7" name="Graphic 6" descr="Monitor outline">
            <a:extLst>
              <a:ext uri="{FF2B5EF4-FFF2-40B4-BE49-F238E27FC236}">
                <a16:creationId xmlns:a16="http://schemas.microsoft.com/office/drawing/2014/main" id="{4B67A12E-EB03-B468-0F85-BEA0D903074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44013" y="2026777"/>
            <a:ext cx="1301400" cy="1301400"/>
          </a:xfrm>
          <a:prstGeom prst="rect">
            <a:avLst/>
          </a:prstGeom>
        </p:spPr>
      </p:pic>
      <p:sp>
        <p:nvSpPr>
          <p:cNvPr id="8" name="TextBox 7">
            <a:extLst>
              <a:ext uri="{FF2B5EF4-FFF2-40B4-BE49-F238E27FC236}">
                <a16:creationId xmlns:a16="http://schemas.microsoft.com/office/drawing/2014/main" id="{B4A4C9AC-1E5B-FE4F-B0DB-64EF3CE63F79}"/>
              </a:ext>
            </a:extLst>
          </p:cNvPr>
          <p:cNvSpPr txBox="1"/>
          <p:nvPr/>
        </p:nvSpPr>
        <p:spPr>
          <a:xfrm>
            <a:off x="3662501" y="2498559"/>
            <a:ext cx="1247895" cy="307492"/>
          </a:xfrm>
          <a:prstGeom prst="rect">
            <a:avLst/>
          </a:prstGeom>
          <a:solidFill>
            <a:srgbClr val="004F71"/>
          </a:solidFill>
        </p:spPr>
        <p:txBody>
          <a:bodyPr wrap="square" rtlCol="0">
            <a:spAutoFit/>
          </a:bodyPr>
          <a:lstStyle/>
          <a:p>
            <a:pPr algn="ctr"/>
            <a:r>
              <a:rPr lang="en-US" sz="1348" dirty="0">
                <a:solidFill>
                  <a:schemeClr val="bg1"/>
                </a:solidFill>
              </a:rPr>
              <a:t>Browser</a:t>
            </a:r>
          </a:p>
        </p:txBody>
      </p:sp>
      <p:sp>
        <p:nvSpPr>
          <p:cNvPr id="9" name="TextBox 8">
            <a:extLst>
              <a:ext uri="{FF2B5EF4-FFF2-40B4-BE49-F238E27FC236}">
                <a16:creationId xmlns:a16="http://schemas.microsoft.com/office/drawing/2014/main" id="{8A50A6C0-2B1D-2385-5A3D-837E891B2770}"/>
              </a:ext>
            </a:extLst>
          </p:cNvPr>
          <p:cNvSpPr txBox="1"/>
          <p:nvPr/>
        </p:nvSpPr>
        <p:spPr>
          <a:xfrm>
            <a:off x="6730161" y="2501025"/>
            <a:ext cx="1247895" cy="307492"/>
          </a:xfrm>
          <a:prstGeom prst="rect">
            <a:avLst/>
          </a:prstGeom>
          <a:solidFill>
            <a:srgbClr val="004F71"/>
          </a:solidFill>
        </p:spPr>
        <p:txBody>
          <a:bodyPr wrap="square" rtlCol="0">
            <a:spAutoFit/>
          </a:bodyPr>
          <a:lstStyle/>
          <a:p>
            <a:pPr algn="ctr"/>
            <a:r>
              <a:rPr lang="en-US" sz="1348" dirty="0">
                <a:solidFill>
                  <a:schemeClr val="bg1"/>
                </a:solidFill>
              </a:rPr>
              <a:t>Web</a:t>
            </a:r>
            <a:r>
              <a:rPr lang="en-US" sz="1348" dirty="0"/>
              <a:t> </a:t>
            </a:r>
            <a:r>
              <a:rPr lang="en-US" sz="1348" dirty="0">
                <a:solidFill>
                  <a:schemeClr val="bg1"/>
                </a:solidFill>
              </a:rPr>
              <a:t>Server</a:t>
            </a:r>
          </a:p>
        </p:txBody>
      </p:sp>
      <p:pic>
        <p:nvPicPr>
          <p:cNvPr id="10" name="Graphic 9" descr="User outline">
            <a:extLst>
              <a:ext uri="{FF2B5EF4-FFF2-40B4-BE49-F238E27FC236}">
                <a16:creationId xmlns:a16="http://schemas.microsoft.com/office/drawing/2014/main" id="{AA91B1BD-A6DA-0CB6-E964-AF09BDB84A7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1408" y="2014513"/>
            <a:ext cx="1313664" cy="1313664"/>
          </a:xfrm>
          <a:prstGeom prst="rect">
            <a:avLst/>
          </a:prstGeom>
        </p:spPr>
      </p:pic>
      <p:sp>
        <p:nvSpPr>
          <p:cNvPr id="11" name="TextBox 10">
            <a:extLst>
              <a:ext uri="{FF2B5EF4-FFF2-40B4-BE49-F238E27FC236}">
                <a16:creationId xmlns:a16="http://schemas.microsoft.com/office/drawing/2014/main" id="{36E3F6DA-0FE5-A2B2-1ACB-2F9068895A17}"/>
              </a:ext>
            </a:extLst>
          </p:cNvPr>
          <p:cNvSpPr txBox="1"/>
          <p:nvPr/>
        </p:nvSpPr>
        <p:spPr>
          <a:xfrm>
            <a:off x="716140" y="2500214"/>
            <a:ext cx="1247895" cy="307492"/>
          </a:xfrm>
          <a:prstGeom prst="rect">
            <a:avLst/>
          </a:prstGeom>
          <a:solidFill>
            <a:srgbClr val="004F71"/>
          </a:solidFill>
        </p:spPr>
        <p:txBody>
          <a:bodyPr wrap="square" rtlCol="0">
            <a:spAutoFit/>
          </a:bodyPr>
          <a:lstStyle/>
          <a:p>
            <a:pPr algn="ctr"/>
            <a:r>
              <a:rPr lang="en-US" sz="1348" dirty="0">
                <a:solidFill>
                  <a:schemeClr val="bg1"/>
                </a:solidFill>
              </a:rPr>
              <a:t>User</a:t>
            </a:r>
          </a:p>
        </p:txBody>
      </p:sp>
      <p:cxnSp>
        <p:nvCxnSpPr>
          <p:cNvPr id="12" name="Straight Arrow Connector 11">
            <a:extLst>
              <a:ext uri="{FF2B5EF4-FFF2-40B4-BE49-F238E27FC236}">
                <a16:creationId xmlns:a16="http://schemas.microsoft.com/office/drawing/2014/main" id="{B4A70649-6B28-1E13-410F-B870FDE95A01}"/>
              </a:ext>
            </a:extLst>
          </p:cNvPr>
          <p:cNvCxnSpPr/>
          <p:nvPr/>
        </p:nvCxnSpPr>
        <p:spPr>
          <a:xfrm>
            <a:off x="2130616" y="2558185"/>
            <a:ext cx="1365620" cy="0"/>
          </a:xfrm>
          <a:prstGeom prst="straightConnector1">
            <a:avLst/>
          </a:prstGeom>
          <a:ln w="38100">
            <a:solidFill>
              <a:srgbClr val="582C83"/>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A9BF2E2-41B4-2447-663F-6BBF7CA06CF9}"/>
              </a:ext>
            </a:extLst>
          </p:cNvPr>
          <p:cNvCxnSpPr/>
          <p:nvPr/>
        </p:nvCxnSpPr>
        <p:spPr>
          <a:xfrm>
            <a:off x="5153224" y="2569369"/>
            <a:ext cx="1365620" cy="0"/>
          </a:xfrm>
          <a:prstGeom prst="straightConnector1">
            <a:avLst/>
          </a:prstGeom>
          <a:ln w="38100">
            <a:solidFill>
              <a:srgbClr val="582C83"/>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4DE1607-C279-DC86-C22C-6D8FB133783E}"/>
              </a:ext>
            </a:extLst>
          </p:cNvPr>
          <p:cNvSpPr txBox="1"/>
          <p:nvPr/>
        </p:nvSpPr>
        <p:spPr>
          <a:xfrm>
            <a:off x="2192324" y="2147890"/>
            <a:ext cx="1247895" cy="307492"/>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348" dirty="0">
                <a:solidFill>
                  <a:srgbClr val="20282F"/>
                </a:solidFill>
              </a:rPr>
              <a:t>2. URL</a:t>
            </a:r>
          </a:p>
        </p:txBody>
      </p:sp>
      <p:sp>
        <p:nvSpPr>
          <p:cNvPr id="15" name="TextBox 14">
            <a:extLst>
              <a:ext uri="{FF2B5EF4-FFF2-40B4-BE49-F238E27FC236}">
                <a16:creationId xmlns:a16="http://schemas.microsoft.com/office/drawing/2014/main" id="{098F5304-8290-2A85-7193-60068DC31EE0}"/>
              </a:ext>
            </a:extLst>
          </p:cNvPr>
          <p:cNvSpPr txBox="1"/>
          <p:nvPr/>
        </p:nvSpPr>
        <p:spPr>
          <a:xfrm>
            <a:off x="5003712" y="2147890"/>
            <a:ext cx="1664645" cy="30749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348" dirty="0">
                <a:solidFill>
                  <a:srgbClr val="20282F"/>
                </a:solidFill>
              </a:rPr>
              <a:t> 4. HTTP Request</a:t>
            </a:r>
          </a:p>
        </p:txBody>
      </p:sp>
      <p:cxnSp>
        <p:nvCxnSpPr>
          <p:cNvPr id="16" name="Straight Arrow Connector 15">
            <a:extLst>
              <a:ext uri="{FF2B5EF4-FFF2-40B4-BE49-F238E27FC236}">
                <a16:creationId xmlns:a16="http://schemas.microsoft.com/office/drawing/2014/main" id="{D18F9438-6972-D30E-793E-BE8857374FF9}"/>
              </a:ext>
            </a:extLst>
          </p:cNvPr>
          <p:cNvCxnSpPr>
            <a:cxnSpLocks/>
          </p:cNvCxnSpPr>
          <p:nvPr/>
        </p:nvCxnSpPr>
        <p:spPr>
          <a:xfrm flipH="1">
            <a:off x="2158868" y="3015157"/>
            <a:ext cx="1309117" cy="0"/>
          </a:xfrm>
          <a:prstGeom prst="straightConnector1">
            <a:avLst/>
          </a:prstGeom>
          <a:ln w="38100">
            <a:solidFill>
              <a:srgbClr val="007377"/>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78465C6-525C-943C-D103-57A79F0442AD}"/>
              </a:ext>
            </a:extLst>
          </p:cNvPr>
          <p:cNvCxnSpPr>
            <a:cxnSpLocks/>
          </p:cNvCxnSpPr>
          <p:nvPr/>
        </p:nvCxnSpPr>
        <p:spPr>
          <a:xfrm flipH="1">
            <a:off x="5181476" y="3016530"/>
            <a:ext cx="1309117" cy="0"/>
          </a:xfrm>
          <a:prstGeom prst="straightConnector1">
            <a:avLst/>
          </a:prstGeom>
          <a:ln w="38100">
            <a:solidFill>
              <a:srgbClr val="007377"/>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8349D64-8D52-8A6C-30D9-FABE269C62E7}"/>
              </a:ext>
            </a:extLst>
          </p:cNvPr>
          <p:cNvSpPr txBox="1"/>
          <p:nvPr/>
        </p:nvSpPr>
        <p:spPr>
          <a:xfrm>
            <a:off x="4899209" y="2626121"/>
            <a:ext cx="1833584" cy="30749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348" dirty="0">
                <a:solidFill>
                  <a:srgbClr val="20282F"/>
                </a:solidFill>
              </a:rPr>
              <a:t> 5. HTTP Response</a:t>
            </a:r>
          </a:p>
        </p:txBody>
      </p:sp>
      <p:sp>
        <p:nvSpPr>
          <p:cNvPr id="19" name="TextBox 18">
            <a:extLst>
              <a:ext uri="{FF2B5EF4-FFF2-40B4-BE49-F238E27FC236}">
                <a16:creationId xmlns:a16="http://schemas.microsoft.com/office/drawing/2014/main" id="{5046FEE6-B918-0857-CE53-94342E987EE3}"/>
              </a:ext>
            </a:extLst>
          </p:cNvPr>
          <p:cNvSpPr txBox="1"/>
          <p:nvPr/>
        </p:nvSpPr>
        <p:spPr>
          <a:xfrm>
            <a:off x="1976990" y="2650876"/>
            <a:ext cx="1664645" cy="30749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348" dirty="0">
                <a:solidFill>
                  <a:srgbClr val="20282F"/>
                </a:solidFill>
              </a:rPr>
              <a:t>7. Webpage</a:t>
            </a:r>
          </a:p>
        </p:txBody>
      </p:sp>
      <p:sp>
        <p:nvSpPr>
          <p:cNvPr id="20" name="TextBox 19">
            <a:extLst>
              <a:ext uri="{FF2B5EF4-FFF2-40B4-BE49-F238E27FC236}">
                <a16:creationId xmlns:a16="http://schemas.microsoft.com/office/drawing/2014/main" id="{429B8597-86CA-9AD1-ADC5-2E2301833785}"/>
              </a:ext>
            </a:extLst>
          </p:cNvPr>
          <p:cNvSpPr txBox="1"/>
          <p:nvPr/>
        </p:nvSpPr>
        <p:spPr>
          <a:xfrm>
            <a:off x="515743" y="1777794"/>
            <a:ext cx="1724993" cy="299762"/>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348" dirty="0">
                <a:solidFill>
                  <a:schemeClr val="accent1"/>
                </a:solidFill>
              </a:rPr>
              <a:t>1. User enters URL</a:t>
            </a:r>
          </a:p>
        </p:txBody>
      </p:sp>
      <p:sp>
        <p:nvSpPr>
          <p:cNvPr id="21" name="TextBox 20">
            <a:extLst>
              <a:ext uri="{FF2B5EF4-FFF2-40B4-BE49-F238E27FC236}">
                <a16:creationId xmlns:a16="http://schemas.microsoft.com/office/drawing/2014/main" id="{A283849C-EC76-8CD8-4F0A-80DBA19DF5A4}"/>
              </a:ext>
            </a:extLst>
          </p:cNvPr>
          <p:cNvSpPr txBox="1"/>
          <p:nvPr/>
        </p:nvSpPr>
        <p:spPr>
          <a:xfrm>
            <a:off x="3585714" y="1368311"/>
            <a:ext cx="1336159" cy="737980"/>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348" dirty="0">
                <a:solidFill>
                  <a:schemeClr val="accent1"/>
                </a:solidFill>
              </a:rPr>
              <a:t>3. Translates URL into HTTP request</a:t>
            </a:r>
          </a:p>
        </p:txBody>
      </p:sp>
      <p:sp>
        <p:nvSpPr>
          <p:cNvPr id="22" name="TextBox 21">
            <a:extLst>
              <a:ext uri="{FF2B5EF4-FFF2-40B4-BE49-F238E27FC236}">
                <a16:creationId xmlns:a16="http://schemas.microsoft.com/office/drawing/2014/main" id="{77476801-E052-0C2D-6D99-B6B99C9F7D5E}"/>
              </a:ext>
            </a:extLst>
          </p:cNvPr>
          <p:cNvSpPr txBox="1"/>
          <p:nvPr/>
        </p:nvSpPr>
        <p:spPr>
          <a:xfrm>
            <a:off x="6362863" y="1288796"/>
            <a:ext cx="2011934" cy="737980"/>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348" dirty="0">
                <a:solidFill>
                  <a:schemeClr val="accent1"/>
                </a:solidFill>
              </a:rPr>
              <a:t>5. Interprets request and retrieves requested data files</a:t>
            </a:r>
          </a:p>
        </p:txBody>
      </p:sp>
      <p:sp>
        <p:nvSpPr>
          <p:cNvPr id="23" name="TextBox 22">
            <a:extLst>
              <a:ext uri="{FF2B5EF4-FFF2-40B4-BE49-F238E27FC236}">
                <a16:creationId xmlns:a16="http://schemas.microsoft.com/office/drawing/2014/main" id="{8A37AD4E-3349-5048-5A4F-4AFEFAA3F54C}"/>
              </a:ext>
            </a:extLst>
          </p:cNvPr>
          <p:cNvSpPr txBox="1"/>
          <p:nvPr/>
        </p:nvSpPr>
        <p:spPr>
          <a:xfrm>
            <a:off x="504632" y="3402493"/>
            <a:ext cx="1875090" cy="506720"/>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348" dirty="0">
                <a:solidFill>
                  <a:srgbClr val="007377"/>
                </a:solidFill>
              </a:rPr>
              <a:t>8. Displays webpage on user screen</a:t>
            </a:r>
          </a:p>
        </p:txBody>
      </p:sp>
      <p:sp>
        <p:nvSpPr>
          <p:cNvPr id="24" name="TextBox 23">
            <a:extLst>
              <a:ext uri="{FF2B5EF4-FFF2-40B4-BE49-F238E27FC236}">
                <a16:creationId xmlns:a16="http://schemas.microsoft.com/office/drawing/2014/main" id="{7576F47C-68D8-F0A1-B583-C9235545B621}"/>
              </a:ext>
            </a:extLst>
          </p:cNvPr>
          <p:cNvSpPr txBox="1"/>
          <p:nvPr/>
        </p:nvSpPr>
        <p:spPr>
          <a:xfrm>
            <a:off x="3560411" y="3350025"/>
            <a:ext cx="1492949" cy="522736"/>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348" dirty="0">
                <a:solidFill>
                  <a:srgbClr val="007377"/>
                </a:solidFill>
              </a:rPr>
              <a:t>6. Renders data into a webpage</a:t>
            </a:r>
          </a:p>
        </p:txBody>
      </p:sp>
      <p:sp>
        <p:nvSpPr>
          <p:cNvPr id="25" name="TextBox 24">
            <a:extLst>
              <a:ext uri="{FF2B5EF4-FFF2-40B4-BE49-F238E27FC236}">
                <a16:creationId xmlns:a16="http://schemas.microsoft.com/office/drawing/2014/main" id="{27717F0E-564E-DD00-EE00-C6667645F4A4}"/>
              </a:ext>
            </a:extLst>
          </p:cNvPr>
          <p:cNvSpPr txBox="1"/>
          <p:nvPr/>
        </p:nvSpPr>
        <p:spPr>
          <a:xfrm>
            <a:off x="6472738" y="3406770"/>
            <a:ext cx="1762740" cy="737980"/>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en-US" sz="1348" dirty="0">
                <a:solidFill>
                  <a:srgbClr val="007377"/>
                </a:solidFill>
              </a:rPr>
              <a:t>6. Sends status code and webpage data</a:t>
            </a:r>
          </a:p>
        </p:txBody>
      </p:sp>
    </p:spTree>
    <p:extLst>
      <p:ext uri="{BB962C8B-B14F-4D97-AF65-F5344CB8AC3E}">
        <p14:creationId xmlns:p14="http://schemas.microsoft.com/office/powerpoint/2010/main" val="3960532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68618-26F9-99F4-F52B-0CE6733EEF16}"/>
              </a:ext>
            </a:extLst>
          </p:cNvPr>
          <p:cNvSpPr>
            <a:spLocks noGrp="1"/>
          </p:cNvSpPr>
          <p:nvPr>
            <p:ph type="title"/>
          </p:nvPr>
        </p:nvSpPr>
        <p:spPr>
          <a:xfrm>
            <a:off x="628649" y="584942"/>
            <a:ext cx="7886699" cy="572790"/>
          </a:xfrm>
        </p:spPr>
        <p:txBody>
          <a:bodyPr>
            <a:normAutofit fontScale="90000"/>
          </a:bodyPr>
          <a:lstStyle/>
          <a:p>
            <a:r>
              <a:rPr lang="en-US" dirty="0"/>
              <a:t>HTTP Secure (HTTPS)</a:t>
            </a:r>
          </a:p>
        </p:txBody>
      </p:sp>
      <p:sp>
        <p:nvSpPr>
          <p:cNvPr id="3" name="Slide Number Placeholder 2">
            <a:extLst>
              <a:ext uri="{FF2B5EF4-FFF2-40B4-BE49-F238E27FC236}">
                <a16:creationId xmlns:a16="http://schemas.microsoft.com/office/drawing/2014/main" id="{AC305B5E-D459-8B34-F6A1-9256AE2BBA39}"/>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13</a:t>
            </a:fld>
            <a:endParaRPr lang="en-US" dirty="0"/>
          </a:p>
        </p:txBody>
      </p:sp>
      <p:sp>
        <p:nvSpPr>
          <p:cNvPr id="5" name="Footer Placeholder 4">
            <a:extLst>
              <a:ext uri="{FF2B5EF4-FFF2-40B4-BE49-F238E27FC236}">
                <a16:creationId xmlns:a16="http://schemas.microsoft.com/office/drawing/2014/main" id="{631521BC-1C76-1357-1CCA-EFEAB799C510}"/>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graphicFrame>
        <p:nvGraphicFramePr>
          <p:cNvPr id="6" name="Diagram 5">
            <a:extLst>
              <a:ext uri="{FF2B5EF4-FFF2-40B4-BE49-F238E27FC236}">
                <a16:creationId xmlns:a16="http://schemas.microsoft.com/office/drawing/2014/main" id="{63DCF994-D11D-C836-DF3F-33FC1DD2ED87}"/>
              </a:ext>
            </a:extLst>
          </p:cNvPr>
          <p:cNvGraphicFramePr/>
          <p:nvPr>
            <p:extLst>
              <p:ext uri="{D42A27DB-BD31-4B8C-83A1-F6EECF244321}">
                <p14:modId xmlns:p14="http://schemas.microsoft.com/office/powerpoint/2010/main" val="237915897"/>
              </p:ext>
            </p:extLst>
          </p:nvPr>
        </p:nvGraphicFramePr>
        <p:xfrm>
          <a:off x="490014" y="1245171"/>
          <a:ext cx="8008952" cy="35129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31954FCD-9CA9-125B-933C-C54545A090DD}"/>
              </a:ext>
            </a:extLst>
          </p:cNvPr>
          <p:cNvSpPr txBox="1"/>
          <p:nvPr/>
        </p:nvSpPr>
        <p:spPr>
          <a:xfrm>
            <a:off x="1674075" y="1240435"/>
            <a:ext cx="3189249" cy="677108"/>
          </a:xfrm>
          <a:prstGeom prst="rect">
            <a:avLst/>
          </a:prstGeom>
          <a:noFill/>
        </p:spPr>
        <p:txBody>
          <a:bodyPr wrap="square" rtlCol="0">
            <a:spAutoFit/>
          </a:bodyPr>
          <a:lstStyle/>
          <a:p>
            <a:r>
              <a:rPr lang="en-US" sz="3800" b="1" dirty="0">
                <a:solidFill>
                  <a:srgbClr val="92A9B9"/>
                </a:solidFill>
              </a:rPr>
              <a:t>non-secure</a:t>
            </a:r>
          </a:p>
        </p:txBody>
      </p:sp>
    </p:spTree>
    <p:extLst>
      <p:ext uri="{BB962C8B-B14F-4D97-AF65-F5344CB8AC3E}">
        <p14:creationId xmlns:p14="http://schemas.microsoft.com/office/powerpoint/2010/main" val="9111811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CF1DC698-6A89-7E6E-75D2-85E115972EA7}"/>
              </a:ext>
            </a:extLst>
          </p:cNvPr>
          <p:cNvGraphicFramePr/>
          <p:nvPr>
            <p:extLst>
              <p:ext uri="{D42A27DB-BD31-4B8C-83A1-F6EECF244321}">
                <p14:modId xmlns:p14="http://schemas.microsoft.com/office/powerpoint/2010/main" val="3286380244"/>
              </p:ext>
            </p:extLst>
          </p:nvPr>
        </p:nvGraphicFramePr>
        <p:xfrm>
          <a:off x="567522" y="1473548"/>
          <a:ext cx="8008952" cy="32065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C5BACCE7-63CA-3651-E7D0-2B86ACC8B0A8}"/>
              </a:ext>
            </a:extLst>
          </p:cNvPr>
          <p:cNvSpPr>
            <a:spLocks noGrp="1"/>
          </p:cNvSpPr>
          <p:nvPr>
            <p:ph type="title"/>
          </p:nvPr>
        </p:nvSpPr>
        <p:spPr>
          <a:xfrm>
            <a:off x="628649" y="584942"/>
            <a:ext cx="7886699" cy="572790"/>
          </a:xfrm>
        </p:spPr>
        <p:txBody>
          <a:bodyPr>
            <a:normAutofit fontScale="90000"/>
          </a:bodyPr>
          <a:lstStyle/>
          <a:p>
            <a:r>
              <a:rPr lang="en-US" dirty="0"/>
              <a:t>File Transfer Protocol (FTP) </a:t>
            </a:r>
            <a:br>
              <a:rPr lang="en-US" dirty="0"/>
            </a:br>
            <a:r>
              <a:rPr lang="en-US" dirty="0"/>
              <a:t>vs. Secure File Transfer Protocol (SFTP)</a:t>
            </a:r>
          </a:p>
        </p:txBody>
      </p:sp>
      <p:sp>
        <p:nvSpPr>
          <p:cNvPr id="3" name="Slide Number Placeholder 2">
            <a:extLst>
              <a:ext uri="{FF2B5EF4-FFF2-40B4-BE49-F238E27FC236}">
                <a16:creationId xmlns:a16="http://schemas.microsoft.com/office/drawing/2014/main" id="{C2716209-984A-F33E-B6C6-31A93AC41AFC}"/>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14</a:t>
            </a:fld>
            <a:endParaRPr lang="en-US" dirty="0"/>
          </a:p>
        </p:txBody>
      </p:sp>
      <p:sp>
        <p:nvSpPr>
          <p:cNvPr id="5" name="Footer Placeholder 4">
            <a:extLst>
              <a:ext uri="{FF2B5EF4-FFF2-40B4-BE49-F238E27FC236}">
                <a16:creationId xmlns:a16="http://schemas.microsoft.com/office/drawing/2014/main" id="{1BE8A2B8-CB9F-E1AC-C8DF-2AA3B9E684E6}"/>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pic>
        <p:nvPicPr>
          <p:cNvPr id="7" name="Graphic 6" descr="Lock outline">
            <a:extLst>
              <a:ext uri="{FF2B5EF4-FFF2-40B4-BE49-F238E27FC236}">
                <a16:creationId xmlns:a16="http://schemas.microsoft.com/office/drawing/2014/main" id="{5916A105-0FF6-AB27-611C-77D473C2DF0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07850" y="1778891"/>
            <a:ext cx="790478" cy="790478"/>
          </a:xfrm>
          <a:prstGeom prst="rect">
            <a:avLst/>
          </a:prstGeom>
        </p:spPr>
      </p:pic>
    </p:spTree>
    <p:extLst>
      <p:ext uri="{BB962C8B-B14F-4D97-AF65-F5344CB8AC3E}">
        <p14:creationId xmlns:p14="http://schemas.microsoft.com/office/powerpoint/2010/main" val="39640174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A4CD1-1874-3C60-2AC1-B69A3587F80E}"/>
              </a:ext>
            </a:extLst>
          </p:cNvPr>
          <p:cNvSpPr>
            <a:spLocks noGrp="1"/>
          </p:cNvSpPr>
          <p:nvPr>
            <p:ph type="title"/>
          </p:nvPr>
        </p:nvSpPr>
        <p:spPr>
          <a:xfrm>
            <a:off x="628649" y="584942"/>
            <a:ext cx="7886699" cy="572790"/>
          </a:xfrm>
        </p:spPr>
        <p:txBody>
          <a:bodyPr anchor="ctr">
            <a:normAutofit fontScale="90000"/>
          </a:bodyPr>
          <a:lstStyle/>
          <a:p>
            <a:r>
              <a:rPr lang="en-US" dirty="0"/>
              <a:t>Server Message Block Protocol (SMB)</a:t>
            </a:r>
          </a:p>
        </p:txBody>
      </p:sp>
      <p:sp>
        <p:nvSpPr>
          <p:cNvPr id="4" name="Slide Number Placeholder 3">
            <a:extLst>
              <a:ext uri="{FF2B5EF4-FFF2-40B4-BE49-F238E27FC236}">
                <a16:creationId xmlns:a16="http://schemas.microsoft.com/office/drawing/2014/main" id="{52CD4053-9910-62D2-0C22-E2B4453A0F10}"/>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15</a:t>
            </a:fld>
            <a:endParaRPr lang="en-US" dirty="0"/>
          </a:p>
        </p:txBody>
      </p:sp>
      <p:sp>
        <p:nvSpPr>
          <p:cNvPr id="5" name="Footer Placeholder 4">
            <a:extLst>
              <a:ext uri="{FF2B5EF4-FFF2-40B4-BE49-F238E27FC236}">
                <a16:creationId xmlns:a16="http://schemas.microsoft.com/office/drawing/2014/main" id="{DE7AC732-211A-D01A-ECC4-646E8A3840CE}"/>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graphicFrame>
        <p:nvGraphicFramePr>
          <p:cNvPr id="10" name="Content Placeholder 9">
            <a:extLst>
              <a:ext uri="{FF2B5EF4-FFF2-40B4-BE49-F238E27FC236}">
                <a16:creationId xmlns:a16="http://schemas.microsoft.com/office/drawing/2014/main" id="{2277F975-56F8-D839-A41B-8582AD6CF719}"/>
              </a:ext>
            </a:extLst>
          </p:cNvPr>
          <p:cNvGraphicFramePr>
            <a:graphicFrameLocks noGrp="1"/>
          </p:cNvGraphicFramePr>
          <p:nvPr>
            <p:ph idx="1"/>
            <p:extLst>
              <p:ext uri="{D42A27DB-BD31-4B8C-83A1-F6EECF244321}">
                <p14:modId xmlns:p14="http://schemas.microsoft.com/office/powerpoint/2010/main" val="2000384252"/>
              </p:ext>
            </p:extLst>
          </p:nvPr>
        </p:nvGraphicFramePr>
        <p:xfrm>
          <a:off x="628650" y="1321724"/>
          <a:ext cx="7886700" cy="30704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594811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69CE8-88AC-1071-B004-F41CB35F7404}"/>
              </a:ext>
            </a:extLst>
          </p:cNvPr>
          <p:cNvSpPr>
            <a:spLocks noGrp="1"/>
          </p:cNvSpPr>
          <p:nvPr>
            <p:ph type="title"/>
          </p:nvPr>
        </p:nvSpPr>
        <p:spPr>
          <a:xfrm>
            <a:off x="628649" y="584942"/>
            <a:ext cx="7886699" cy="572790"/>
          </a:xfrm>
        </p:spPr>
        <p:txBody>
          <a:bodyPr>
            <a:normAutofit fontScale="90000"/>
          </a:bodyPr>
          <a:lstStyle/>
          <a:p>
            <a:r>
              <a:rPr lang="en-US" dirty="0"/>
              <a:t>SMB Diagram</a:t>
            </a:r>
          </a:p>
        </p:txBody>
      </p:sp>
      <p:sp>
        <p:nvSpPr>
          <p:cNvPr id="3" name="Slide Number Placeholder 2">
            <a:extLst>
              <a:ext uri="{FF2B5EF4-FFF2-40B4-BE49-F238E27FC236}">
                <a16:creationId xmlns:a16="http://schemas.microsoft.com/office/drawing/2014/main" id="{45206925-ECA6-67FF-2EC8-9D8BC02A1747}"/>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16</a:t>
            </a:fld>
            <a:endParaRPr lang="en-US" dirty="0"/>
          </a:p>
        </p:txBody>
      </p:sp>
      <p:sp>
        <p:nvSpPr>
          <p:cNvPr id="5" name="Footer Placeholder 4">
            <a:extLst>
              <a:ext uri="{FF2B5EF4-FFF2-40B4-BE49-F238E27FC236}">
                <a16:creationId xmlns:a16="http://schemas.microsoft.com/office/drawing/2014/main" id="{07A0810E-DA29-7508-3B29-8FF621706508}"/>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
        <p:nvSpPr>
          <p:cNvPr id="8" name="TextBox 7">
            <a:extLst>
              <a:ext uri="{FF2B5EF4-FFF2-40B4-BE49-F238E27FC236}">
                <a16:creationId xmlns:a16="http://schemas.microsoft.com/office/drawing/2014/main" id="{BE869438-4E53-EAB5-C02F-D955B5D24D16}"/>
              </a:ext>
            </a:extLst>
          </p:cNvPr>
          <p:cNvSpPr txBox="1"/>
          <p:nvPr/>
        </p:nvSpPr>
        <p:spPr>
          <a:xfrm>
            <a:off x="1010987" y="3085555"/>
            <a:ext cx="1655815" cy="368990"/>
          </a:xfrm>
          <a:prstGeom prst="rect">
            <a:avLst/>
          </a:prstGeom>
          <a:solidFill>
            <a:schemeClr val="bg1">
              <a:lumMod val="95000"/>
            </a:schemeClr>
          </a:solidFill>
          <a:ln w="9525">
            <a:solidFill>
              <a:schemeClr val="bg1">
                <a:lumMod val="85000"/>
              </a:schemeClr>
            </a:solidFill>
          </a:ln>
        </p:spPr>
        <p:txBody>
          <a:bodyPr wrap="square" rtlCol="0">
            <a:spAutoFit/>
          </a:bodyPr>
          <a:lstStyle/>
          <a:p>
            <a:pPr algn="ctr"/>
            <a:r>
              <a:rPr lang="en-US" sz="1798" dirty="0">
                <a:solidFill>
                  <a:srgbClr val="20282F"/>
                </a:solidFill>
              </a:rPr>
              <a:t>Client</a:t>
            </a:r>
          </a:p>
        </p:txBody>
      </p:sp>
      <p:sp>
        <p:nvSpPr>
          <p:cNvPr id="9" name="TextBox 8">
            <a:extLst>
              <a:ext uri="{FF2B5EF4-FFF2-40B4-BE49-F238E27FC236}">
                <a16:creationId xmlns:a16="http://schemas.microsoft.com/office/drawing/2014/main" id="{9739AA9B-8DA4-01AA-7ADF-0E4624D66766}"/>
              </a:ext>
            </a:extLst>
          </p:cNvPr>
          <p:cNvSpPr txBox="1"/>
          <p:nvPr/>
        </p:nvSpPr>
        <p:spPr>
          <a:xfrm>
            <a:off x="5857993" y="3085555"/>
            <a:ext cx="1909185" cy="368990"/>
          </a:xfrm>
          <a:prstGeom prst="rect">
            <a:avLst/>
          </a:prstGeom>
          <a:solidFill>
            <a:schemeClr val="bg1">
              <a:lumMod val="95000"/>
            </a:schemeClr>
          </a:solidFill>
          <a:ln w="9525">
            <a:solidFill>
              <a:schemeClr val="bg1">
                <a:lumMod val="85000"/>
              </a:schemeClr>
            </a:solidFill>
          </a:ln>
        </p:spPr>
        <p:txBody>
          <a:bodyPr wrap="square" rtlCol="0">
            <a:spAutoFit/>
          </a:bodyPr>
          <a:lstStyle/>
          <a:p>
            <a:pPr algn="ctr"/>
            <a:r>
              <a:rPr lang="en-US" sz="1798" dirty="0">
                <a:solidFill>
                  <a:srgbClr val="20282F"/>
                </a:solidFill>
              </a:rPr>
              <a:t>Server </a:t>
            </a:r>
          </a:p>
        </p:txBody>
      </p:sp>
      <p:cxnSp>
        <p:nvCxnSpPr>
          <p:cNvPr id="10" name="Straight Connector 9">
            <a:extLst>
              <a:ext uri="{FF2B5EF4-FFF2-40B4-BE49-F238E27FC236}">
                <a16:creationId xmlns:a16="http://schemas.microsoft.com/office/drawing/2014/main" id="{86DC3AD7-DDB8-5197-5C88-78E8B175C164}"/>
              </a:ext>
            </a:extLst>
          </p:cNvPr>
          <p:cNvCxnSpPr>
            <a:cxnSpLocks/>
          </p:cNvCxnSpPr>
          <p:nvPr/>
        </p:nvCxnSpPr>
        <p:spPr>
          <a:xfrm>
            <a:off x="2727023" y="2003293"/>
            <a:ext cx="3191190" cy="0"/>
          </a:xfrm>
          <a:prstGeom prst="line">
            <a:avLst/>
          </a:prstGeom>
          <a:ln w="38100">
            <a:solidFill>
              <a:srgbClr val="007377"/>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5ED2F4C-C7AA-23F4-EFFE-B3C498B64A88}"/>
              </a:ext>
            </a:extLst>
          </p:cNvPr>
          <p:cNvSpPr txBox="1"/>
          <p:nvPr/>
        </p:nvSpPr>
        <p:spPr>
          <a:xfrm>
            <a:off x="2982622" y="2139600"/>
            <a:ext cx="2875372" cy="645690"/>
          </a:xfrm>
          <a:prstGeom prst="rect">
            <a:avLst/>
          </a:prstGeom>
          <a:noFill/>
        </p:spPr>
        <p:txBody>
          <a:bodyPr wrap="square" rtlCol="0">
            <a:spAutoFit/>
          </a:bodyPr>
          <a:lstStyle/>
          <a:p>
            <a:pPr algn="ctr"/>
            <a:r>
              <a:rPr lang="en-US" sz="1798" dirty="0">
                <a:solidFill>
                  <a:srgbClr val="20282F"/>
                </a:solidFill>
              </a:rPr>
              <a:t>Client requests access to SMB shared resource</a:t>
            </a:r>
          </a:p>
        </p:txBody>
      </p:sp>
      <p:cxnSp>
        <p:nvCxnSpPr>
          <p:cNvPr id="12" name="Straight Connector 11">
            <a:extLst>
              <a:ext uri="{FF2B5EF4-FFF2-40B4-BE49-F238E27FC236}">
                <a16:creationId xmlns:a16="http://schemas.microsoft.com/office/drawing/2014/main" id="{4D7608A9-DB99-FCF3-14D9-133770C08819}"/>
              </a:ext>
            </a:extLst>
          </p:cNvPr>
          <p:cNvCxnSpPr>
            <a:cxnSpLocks/>
          </p:cNvCxnSpPr>
          <p:nvPr/>
        </p:nvCxnSpPr>
        <p:spPr>
          <a:xfrm>
            <a:off x="2727023" y="2984420"/>
            <a:ext cx="3191190" cy="0"/>
          </a:xfrm>
          <a:prstGeom prst="line">
            <a:avLst/>
          </a:prstGeom>
          <a:ln w="38100">
            <a:solidFill>
              <a:srgbClr val="004F71"/>
            </a:solidFill>
            <a:head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B29A7F7-D7E2-D349-AC59-606CE4908FB8}"/>
              </a:ext>
            </a:extLst>
          </p:cNvPr>
          <p:cNvSpPr txBox="1"/>
          <p:nvPr/>
        </p:nvSpPr>
        <p:spPr>
          <a:xfrm>
            <a:off x="2962102" y="3086915"/>
            <a:ext cx="2721033" cy="922475"/>
          </a:xfrm>
          <a:prstGeom prst="rect">
            <a:avLst/>
          </a:prstGeom>
          <a:noFill/>
        </p:spPr>
        <p:txBody>
          <a:bodyPr wrap="square" rtlCol="0">
            <a:spAutoFit/>
          </a:bodyPr>
          <a:lstStyle/>
          <a:p>
            <a:pPr algn="ctr"/>
            <a:r>
              <a:rPr lang="en-US" sz="1798" dirty="0">
                <a:solidFill>
                  <a:srgbClr val="20282F"/>
                </a:solidFill>
              </a:rPr>
              <a:t>Server grants or denies access to SMB shared resource</a:t>
            </a:r>
          </a:p>
        </p:txBody>
      </p:sp>
      <p:pic>
        <p:nvPicPr>
          <p:cNvPr id="19" name="Picture 18">
            <a:extLst>
              <a:ext uri="{FF2B5EF4-FFF2-40B4-BE49-F238E27FC236}">
                <a16:creationId xmlns:a16="http://schemas.microsoft.com/office/drawing/2014/main" id="{7C77AAC1-C6DC-A187-C04E-672F970ADE1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468180" y="2293484"/>
            <a:ext cx="473858" cy="473858"/>
          </a:xfrm>
          <a:prstGeom prst="rect">
            <a:avLst/>
          </a:prstGeom>
        </p:spPr>
      </p:pic>
      <p:sp>
        <p:nvSpPr>
          <p:cNvPr id="21" name="TextBox 20">
            <a:extLst>
              <a:ext uri="{FF2B5EF4-FFF2-40B4-BE49-F238E27FC236}">
                <a16:creationId xmlns:a16="http://schemas.microsoft.com/office/drawing/2014/main" id="{ED2ED1D8-1490-FD0E-FBF5-BE7CF06F3940}"/>
              </a:ext>
            </a:extLst>
          </p:cNvPr>
          <p:cNvSpPr txBox="1"/>
          <p:nvPr/>
        </p:nvSpPr>
        <p:spPr>
          <a:xfrm>
            <a:off x="7384412" y="1803517"/>
            <a:ext cx="765532" cy="584775"/>
          </a:xfrm>
          <a:prstGeom prst="rect">
            <a:avLst/>
          </a:prstGeom>
          <a:noFill/>
        </p:spPr>
        <p:txBody>
          <a:bodyPr wrap="square">
            <a:spAutoFit/>
          </a:bodyPr>
          <a:lstStyle/>
          <a:p>
            <a:r>
              <a:rPr lang="en-US" sz="3200" b="0" i="0" u="none" strike="noStrike" dirty="0">
                <a:solidFill>
                  <a:srgbClr val="000000"/>
                </a:solidFill>
                <a:effectLst/>
                <a:latin typeface="Arial" panose="020B0604020202020204" pitchFamily="34" charset="0"/>
              </a:rPr>
              <a:t>🖨</a:t>
            </a:r>
            <a:endParaRPr lang="en-US" sz="3200" dirty="0"/>
          </a:p>
        </p:txBody>
      </p:sp>
      <p:pic>
        <p:nvPicPr>
          <p:cNvPr id="23" name="Graphic 22" descr="Monitor with solid fill">
            <a:extLst>
              <a:ext uri="{FF2B5EF4-FFF2-40B4-BE49-F238E27FC236}">
                <a16:creationId xmlns:a16="http://schemas.microsoft.com/office/drawing/2014/main" id="{43E52BDF-88B1-3204-830A-C8EEF507575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78871" y="1415875"/>
            <a:ext cx="1655815" cy="1655815"/>
          </a:xfrm>
          <a:prstGeom prst="rect">
            <a:avLst/>
          </a:prstGeom>
        </p:spPr>
      </p:pic>
      <p:pic>
        <p:nvPicPr>
          <p:cNvPr id="25" name="Graphic 24" descr="Database with solid fill">
            <a:extLst>
              <a:ext uri="{FF2B5EF4-FFF2-40B4-BE49-F238E27FC236}">
                <a16:creationId xmlns:a16="http://schemas.microsoft.com/office/drawing/2014/main" id="{0CC61B71-D084-D834-572D-FE2CE6EC54B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21811" y="1378967"/>
            <a:ext cx="1622820" cy="1622820"/>
          </a:xfrm>
          <a:prstGeom prst="rect">
            <a:avLst/>
          </a:prstGeom>
        </p:spPr>
      </p:pic>
    </p:spTree>
    <p:extLst>
      <p:ext uri="{BB962C8B-B14F-4D97-AF65-F5344CB8AC3E}">
        <p14:creationId xmlns:p14="http://schemas.microsoft.com/office/powerpoint/2010/main" val="41027450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84F72-3D30-1522-88E1-F3E7C3DFF521}"/>
              </a:ext>
            </a:extLst>
          </p:cNvPr>
          <p:cNvSpPr>
            <a:spLocks noGrp="1"/>
          </p:cNvSpPr>
          <p:nvPr>
            <p:ph type="title"/>
          </p:nvPr>
        </p:nvSpPr>
        <p:spPr>
          <a:xfrm>
            <a:off x="628649" y="584942"/>
            <a:ext cx="7886699" cy="572790"/>
          </a:xfrm>
        </p:spPr>
        <p:txBody>
          <a:bodyPr anchor="ctr">
            <a:normAutofit fontScale="90000"/>
          </a:bodyPr>
          <a:lstStyle/>
          <a:p>
            <a:r>
              <a:rPr lang="en-US" dirty="0"/>
              <a:t>Network Attached Storage (NAS)</a:t>
            </a:r>
          </a:p>
        </p:txBody>
      </p:sp>
      <p:graphicFrame>
        <p:nvGraphicFramePr>
          <p:cNvPr id="10" name="Content Placeholder 9">
            <a:extLst>
              <a:ext uri="{FF2B5EF4-FFF2-40B4-BE49-F238E27FC236}">
                <a16:creationId xmlns:a16="http://schemas.microsoft.com/office/drawing/2014/main" id="{377CEEE2-210C-D657-EE29-81347623FCE1}"/>
              </a:ext>
            </a:extLst>
          </p:cNvPr>
          <p:cNvGraphicFramePr>
            <a:graphicFrameLocks noGrp="1"/>
          </p:cNvGraphicFramePr>
          <p:nvPr>
            <p:ph idx="1"/>
            <p:extLst>
              <p:ext uri="{D42A27DB-BD31-4B8C-83A1-F6EECF244321}">
                <p14:modId xmlns:p14="http://schemas.microsoft.com/office/powerpoint/2010/main" val="2514891612"/>
              </p:ext>
            </p:extLst>
          </p:nvPr>
        </p:nvGraphicFramePr>
        <p:xfrm>
          <a:off x="628650" y="1354973"/>
          <a:ext cx="7886700" cy="30621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74C6B858-4AB8-D57D-C403-746D3168C38B}"/>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17</a:t>
            </a:fld>
            <a:endParaRPr lang="en-US" dirty="0"/>
          </a:p>
        </p:txBody>
      </p:sp>
      <p:sp>
        <p:nvSpPr>
          <p:cNvPr id="5" name="Footer Placeholder 4">
            <a:extLst>
              <a:ext uri="{FF2B5EF4-FFF2-40B4-BE49-F238E27FC236}">
                <a16:creationId xmlns:a16="http://schemas.microsoft.com/office/drawing/2014/main" id="{46474230-BFCF-B513-A321-5C6E857C6735}"/>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22845426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2D797-32F1-B8A5-0B22-5678ED1C7B88}"/>
              </a:ext>
            </a:extLst>
          </p:cNvPr>
          <p:cNvSpPr>
            <a:spLocks noGrp="1"/>
          </p:cNvSpPr>
          <p:nvPr>
            <p:ph type="title"/>
          </p:nvPr>
        </p:nvSpPr>
        <p:spPr>
          <a:xfrm>
            <a:off x="628649" y="584942"/>
            <a:ext cx="7886699" cy="572790"/>
          </a:xfrm>
        </p:spPr>
        <p:txBody>
          <a:bodyPr>
            <a:normAutofit fontScale="90000"/>
          </a:bodyPr>
          <a:lstStyle/>
          <a:p>
            <a:r>
              <a:rPr lang="en-US" dirty="0"/>
              <a:t>NAS Diagram</a:t>
            </a:r>
          </a:p>
        </p:txBody>
      </p:sp>
      <p:sp>
        <p:nvSpPr>
          <p:cNvPr id="3" name="Slide Number Placeholder 2">
            <a:extLst>
              <a:ext uri="{FF2B5EF4-FFF2-40B4-BE49-F238E27FC236}">
                <a16:creationId xmlns:a16="http://schemas.microsoft.com/office/drawing/2014/main" id="{2356C44F-7834-C5C7-1722-04CDF371FE65}"/>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18</a:t>
            </a:fld>
            <a:endParaRPr lang="en-US" dirty="0"/>
          </a:p>
        </p:txBody>
      </p:sp>
      <p:sp>
        <p:nvSpPr>
          <p:cNvPr id="5" name="Footer Placeholder 4">
            <a:extLst>
              <a:ext uri="{FF2B5EF4-FFF2-40B4-BE49-F238E27FC236}">
                <a16:creationId xmlns:a16="http://schemas.microsoft.com/office/drawing/2014/main" id="{51530D34-A299-3CCF-A534-A692F6292AB6}"/>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cxnSp>
        <p:nvCxnSpPr>
          <p:cNvPr id="10" name="Straight Connector 9">
            <a:extLst>
              <a:ext uri="{FF2B5EF4-FFF2-40B4-BE49-F238E27FC236}">
                <a16:creationId xmlns:a16="http://schemas.microsoft.com/office/drawing/2014/main" id="{390A6F67-3543-EE57-4383-EC8730532BE0}"/>
              </a:ext>
            </a:extLst>
          </p:cNvPr>
          <p:cNvCxnSpPr/>
          <p:nvPr/>
        </p:nvCxnSpPr>
        <p:spPr>
          <a:xfrm>
            <a:off x="2475360" y="3311631"/>
            <a:ext cx="6080839" cy="0"/>
          </a:xfrm>
          <a:prstGeom prst="line">
            <a:avLst/>
          </a:prstGeom>
          <a:ln w="762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1BAD079-1097-6478-998B-43628AA3708C}"/>
              </a:ext>
            </a:extLst>
          </p:cNvPr>
          <p:cNvCxnSpPr/>
          <p:nvPr/>
        </p:nvCxnSpPr>
        <p:spPr>
          <a:xfrm flipV="1">
            <a:off x="3908246" y="2877719"/>
            <a:ext cx="0" cy="433912"/>
          </a:xfrm>
          <a:prstGeom prst="straightConnector1">
            <a:avLst/>
          </a:prstGeom>
          <a:ln w="76200">
            <a:solidFill>
              <a:srgbClr val="004F7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A83DFEF-836C-E93C-66E0-0FB214875C26}"/>
              </a:ext>
            </a:extLst>
          </p:cNvPr>
          <p:cNvCxnSpPr/>
          <p:nvPr/>
        </p:nvCxnSpPr>
        <p:spPr>
          <a:xfrm flipV="1">
            <a:off x="5806723" y="2884393"/>
            <a:ext cx="0" cy="433912"/>
          </a:xfrm>
          <a:prstGeom prst="straightConnector1">
            <a:avLst/>
          </a:prstGeom>
          <a:ln w="76200">
            <a:solidFill>
              <a:srgbClr val="004F7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C4008CE-0728-854D-3464-62EF07724C62}"/>
              </a:ext>
            </a:extLst>
          </p:cNvPr>
          <p:cNvCxnSpPr/>
          <p:nvPr/>
        </p:nvCxnSpPr>
        <p:spPr>
          <a:xfrm flipV="1">
            <a:off x="7705199" y="2877719"/>
            <a:ext cx="0" cy="433912"/>
          </a:xfrm>
          <a:prstGeom prst="straightConnector1">
            <a:avLst/>
          </a:prstGeom>
          <a:ln w="76200">
            <a:solidFill>
              <a:srgbClr val="004F71"/>
            </a:solidFill>
            <a:tailEnd type="triangle"/>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CB9592A8-A355-63F4-504E-0D4A7838ADDD}"/>
              </a:ext>
            </a:extLst>
          </p:cNvPr>
          <p:cNvGrpSpPr/>
          <p:nvPr/>
        </p:nvGrpSpPr>
        <p:grpSpPr>
          <a:xfrm>
            <a:off x="891887" y="1526449"/>
            <a:ext cx="1902132" cy="2602202"/>
            <a:chOff x="628648" y="1692707"/>
            <a:chExt cx="1902132" cy="2602202"/>
          </a:xfrm>
        </p:grpSpPr>
        <p:sp>
          <p:nvSpPr>
            <p:cNvPr id="15" name="Round Same Side Corner Rectangle 14">
              <a:extLst>
                <a:ext uri="{FF2B5EF4-FFF2-40B4-BE49-F238E27FC236}">
                  <a16:creationId xmlns:a16="http://schemas.microsoft.com/office/drawing/2014/main" id="{8C8126E1-891A-78DF-149F-44AB47C12999}"/>
                </a:ext>
              </a:extLst>
            </p:cNvPr>
            <p:cNvSpPr/>
            <p:nvPr/>
          </p:nvSpPr>
          <p:spPr>
            <a:xfrm rot="10800000">
              <a:off x="628649" y="1967345"/>
              <a:ext cx="1902131" cy="2327564"/>
            </a:xfrm>
            <a:prstGeom prst="round2SameRect">
              <a:avLst>
                <a:gd name="adj1" fmla="val 9469"/>
                <a:gd name="adj2" fmla="val 0"/>
              </a:avLst>
            </a:prstGeom>
            <a:solidFill>
              <a:schemeClr val="accent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Manual Operation 16">
              <a:extLst>
                <a:ext uri="{FF2B5EF4-FFF2-40B4-BE49-F238E27FC236}">
                  <a16:creationId xmlns:a16="http://schemas.microsoft.com/office/drawing/2014/main" id="{DA31CCF9-D45F-B105-0C0B-DCBD0B29E260}"/>
                </a:ext>
              </a:extLst>
            </p:cNvPr>
            <p:cNvSpPr/>
            <p:nvPr/>
          </p:nvSpPr>
          <p:spPr>
            <a:xfrm rot="10800000">
              <a:off x="628648" y="1692707"/>
              <a:ext cx="1902132" cy="274638"/>
            </a:xfrm>
            <a:prstGeom prst="flowChartManualOperation">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4C9F8846-313F-5B2A-9D17-B173C4ED4217}"/>
                </a:ext>
              </a:extLst>
            </p:cNvPr>
            <p:cNvSpPr/>
            <p:nvPr/>
          </p:nvSpPr>
          <p:spPr>
            <a:xfrm>
              <a:off x="903426" y="2502321"/>
              <a:ext cx="168902" cy="16890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5931BF8-736C-E0A2-F760-6F201E635D44}"/>
                </a:ext>
              </a:extLst>
            </p:cNvPr>
            <p:cNvSpPr/>
            <p:nvPr/>
          </p:nvSpPr>
          <p:spPr>
            <a:xfrm>
              <a:off x="903426" y="2799942"/>
              <a:ext cx="168902" cy="168902"/>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10796D99-3AD8-E953-F158-AEAFCB8E1A1B}"/>
                </a:ext>
              </a:extLst>
            </p:cNvPr>
            <p:cNvGrpSpPr/>
            <p:nvPr/>
          </p:nvGrpSpPr>
          <p:grpSpPr>
            <a:xfrm>
              <a:off x="1385065" y="2135839"/>
              <a:ext cx="228600" cy="1990575"/>
              <a:chOff x="1367568" y="2121742"/>
              <a:chExt cx="228600" cy="1990575"/>
            </a:xfrm>
          </p:grpSpPr>
          <p:sp>
            <p:nvSpPr>
              <p:cNvPr id="20" name="Rounded Rectangle 19">
                <a:extLst>
                  <a:ext uri="{FF2B5EF4-FFF2-40B4-BE49-F238E27FC236}">
                    <a16:creationId xmlns:a16="http://schemas.microsoft.com/office/drawing/2014/main" id="{D247A618-3817-93EA-F9FC-6E93AFE4F3D7}"/>
                  </a:ext>
                </a:extLst>
              </p:cNvPr>
              <p:cNvSpPr/>
              <p:nvPr/>
            </p:nvSpPr>
            <p:spPr>
              <a:xfrm>
                <a:off x="1367568" y="2121742"/>
                <a:ext cx="228600" cy="1990575"/>
              </a:xfrm>
              <a:prstGeom prst="roundRect">
                <a:avLst>
                  <a:gd name="adj" fmla="val 16563"/>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91BE0692-42EE-16C7-7279-40CF06BFACE9}"/>
                  </a:ext>
                </a:extLst>
              </p:cNvPr>
              <p:cNvSpPr/>
              <p:nvPr/>
            </p:nvSpPr>
            <p:spPr>
              <a:xfrm>
                <a:off x="1400738" y="2214742"/>
                <a:ext cx="168902" cy="168902"/>
              </a:xfrm>
              <a:prstGeom prst="ellipse">
                <a:avLst/>
              </a:prstGeom>
              <a:solidFill>
                <a:schemeClr val="accent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7" name="Straight Connector 26">
              <a:extLst>
                <a:ext uri="{FF2B5EF4-FFF2-40B4-BE49-F238E27FC236}">
                  <a16:creationId xmlns:a16="http://schemas.microsoft.com/office/drawing/2014/main" id="{3E9B4F5B-3AD1-043F-416F-BE1B1BA7CC75}"/>
                </a:ext>
              </a:extLst>
            </p:cNvPr>
            <p:cNvCxnSpPr>
              <a:cxnSpLocks/>
            </p:cNvCxnSpPr>
            <p:nvPr/>
          </p:nvCxnSpPr>
          <p:spPr>
            <a:xfrm>
              <a:off x="872837" y="3222661"/>
              <a:ext cx="230081" cy="0"/>
            </a:xfrm>
            <a:prstGeom prst="line">
              <a:avLst/>
            </a:prstGeom>
            <a:ln w="571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D413B30-B431-3B6B-9313-531838AAB4F4}"/>
                </a:ext>
              </a:extLst>
            </p:cNvPr>
            <p:cNvCxnSpPr>
              <a:cxnSpLocks/>
            </p:cNvCxnSpPr>
            <p:nvPr/>
          </p:nvCxnSpPr>
          <p:spPr>
            <a:xfrm>
              <a:off x="872837" y="3351088"/>
              <a:ext cx="230081" cy="0"/>
            </a:xfrm>
            <a:prstGeom prst="line">
              <a:avLst/>
            </a:prstGeom>
            <a:ln w="57150" cap="rnd">
              <a:solidFill>
                <a:schemeClr val="bg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5321E149-ACFF-9B98-7BF2-1AFDB2935C8F}"/>
                </a:ext>
              </a:extLst>
            </p:cNvPr>
            <p:cNvSpPr txBox="1"/>
            <p:nvPr/>
          </p:nvSpPr>
          <p:spPr>
            <a:xfrm>
              <a:off x="648194" y="3740912"/>
              <a:ext cx="653688" cy="369332"/>
            </a:xfrm>
            <a:prstGeom prst="rect">
              <a:avLst/>
            </a:prstGeom>
            <a:noFill/>
          </p:spPr>
          <p:txBody>
            <a:bodyPr wrap="square" rtlCol="0">
              <a:spAutoFit/>
            </a:bodyPr>
            <a:lstStyle/>
            <a:p>
              <a:r>
                <a:rPr lang="en-US" sz="1800" b="1" dirty="0">
                  <a:solidFill>
                    <a:schemeClr val="bg1"/>
                  </a:solidFill>
                </a:rPr>
                <a:t>NAS</a:t>
              </a:r>
            </a:p>
          </p:txBody>
        </p:sp>
        <p:grpSp>
          <p:nvGrpSpPr>
            <p:cNvPr id="32" name="Group 31">
              <a:extLst>
                <a:ext uri="{FF2B5EF4-FFF2-40B4-BE49-F238E27FC236}">
                  <a16:creationId xmlns:a16="http://schemas.microsoft.com/office/drawing/2014/main" id="{488BD8B7-C8A0-2659-6DEA-5A34BE34B7F1}"/>
                </a:ext>
              </a:extLst>
            </p:cNvPr>
            <p:cNvGrpSpPr/>
            <p:nvPr/>
          </p:nvGrpSpPr>
          <p:grpSpPr>
            <a:xfrm>
              <a:off x="1722502" y="2136831"/>
              <a:ext cx="228600" cy="1990575"/>
              <a:chOff x="1367568" y="2121742"/>
              <a:chExt cx="228600" cy="1990575"/>
            </a:xfrm>
          </p:grpSpPr>
          <p:sp>
            <p:nvSpPr>
              <p:cNvPr id="33" name="Rounded Rectangle 32">
                <a:extLst>
                  <a:ext uri="{FF2B5EF4-FFF2-40B4-BE49-F238E27FC236}">
                    <a16:creationId xmlns:a16="http://schemas.microsoft.com/office/drawing/2014/main" id="{ABF58EC0-5683-08EB-9F7F-606B15D8112D}"/>
                  </a:ext>
                </a:extLst>
              </p:cNvPr>
              <p:cNvSpPr/>
              <p:nvPr/>
            </p:nvSpPr>
            <p:spPr>
              <a:xfrm>
                <a:off x="1367568" y="2121742"/>
                <a:ext cx="228600" cy="1990575"/>
              </a:xfrm>
              <a:prstGeom prst="roundRect">
                <a:avLst>
                  <a:gd name="adj" fmla="val 16563"/>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E847ECE2-6BF2-D497-BC3F-C42CF5C5BBDA}"/>
                  </a:ext>
                </a:extLst>
              </p:cNvPr>
              <p:cNvSpPr/>
              <p:nvPr/>
            </p:nvSpPr>
            <p:spPr>
              <a:xfrm>
                <a:off x="1400738" y="2214742"/>
                <a:ext cx="168902" cy="168902"/>
              </a:xfrm>
              <a:prstGeom prst="ellipse">
                <a:avLst/>
              </a:prstGeom>
              <a:solidFill>
                <a:schemeClr val="accent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a:extLst>
                <a:ext uri="{FF2B5EF4-FFF2-40B4-BE49-F238E27FC236}">
                  <a16:creationId xmlns:a16="http://schemas.microsoft.com/office/drawing/2014/main" id="{9B0EC219-C508-C7EA-1FB4-D3EF627076AC}"/>
                </a:ext>
              </a:extLst>
            </p:cNvPr>
            <p:cNvGrpSpPr/>
            <p:nvPr/>
          </p:nvGrpSpPr>
          <p:grpSpPr>
            <a:xfrm>
              <a:off x="2048817" y="2135839"/>
              <a:ext cx="228600" cy="1990575"/>
              <a:chOff x="1367568" y="2121742"/>
              <a:chExt cx="228600" cy="1990575"/>
            </a:xfrm>
          </p:grpSpPr>
          <p:sp>
            <p:nvSpPr>
              <p:cNvPr id="36" name="Rounded Rectangle 35">
                <a:extLst>
                  <a:ext uri="{FF2B5EF4-FFF2-40B4-BE49-F238E27FC236}">
                    <a16:creationId xmlns:a16="http://schemas.microsoft.com/office/drawing/2014/main" id="{064B389F-0BBD-BA40-C2E8-4B9C96CA7FDE}"/>
                  </a:ext>
                </a:extLst>
              </p:cNvPr>
              <p:cNvSpPr/>
              <p:nvPr/>
            </p:nvSpPr>
            <p:spPr>
              <a:xfrm>
                <a:off x="1367568" y="2121742"/>
                <a:ext cx="228600" cy="1990575"/>
              </a:xfrm>
              <a:prstGeom prst="roundRect">
                <a:avLst>
                  <a:gd name="adj" fmla="val 16563"/>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C9A1E9C0-947A-71ED-E298-173A5576E432}"/>
                  </a:ext>
                </a:extLst>
              </p:cNvPr>
              <p:cNvSpPr/>
              <p:nvPr/>
            </p:nvSpPr>
            <p:spPr>
              <a:xfrm>
                <a:off x="1400738" y="2214742"/>
                <a:ext cx="168902" cy="168902"/>
              </a:xfrm>
              <a:prstGeom prst="ellipse">
                <a:avLst/>
              </a:prstGeom>
              <a:solidFill>
                <a:schemeClr val="accent6"/>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pic>
        <p:nvPicPr>
          <p:cNvPr id="42" name="Graphic 41" descr="Monitor with solid fill">
            <a:extLst>
              <a:ext uri="{FF2B5EF4-FFF2-40B4-BE49-F238E27FC236}">
                <a16:creationId xmlns:a16="http://schemas.microsoft.com/office/drawing/2014/main" id="{093F8465-C570-6EB6-C675-2409F3012A7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149715" y="1527681"/>
            <a:ext cx="1517060" cy="1517060"/>
          </a:xfrm>
          <a:prstGeom prst="rect">
            <a:avLst/>
          </a:prstGeom>
        </p:spPr>
      </p:pic>
      <p:pic>
        <p:nvPicPr>
          <p:cNvPr id="43" name="Graphic 42" descr="Monitor with solid fill">
            <a:extLst>
              <a:ext uri="{FF2B5EF4-FFF2-40B4-BE49-F238E27FC236}">
                <a16:creationId xmlns:a16="http://schemas.microsoft.com/office/drawing/2014/main" id="{26432F5D-BA5D-33F2-9D3F-BCAAAF1778C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8192" y="1527681"/>
            <a:ext cx="1517060" cy="1517060"/>
          </a:xfrm>
          <a:prstGeom prst="rect">
            <a:avLst/>
          </a:prstGeom>
        </p:spPr>
      </p:pic>
      <p:pic>
        <p:nvPicPr>
          <p:cNvPr id="44" name="Graphic 43" descr="Monitor with solid fill">
            <a:extLst>
              <a:ext uri="{FF2B5EF4-FFF2-40B4-BE49-F238E27FC236}">
                <a16:creationId xmlns:a16="http://schemas.microsoft.com/office/drawing/2014/main" id="{78ADB714-658E-FFC4-5FFD-B1F2D974009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46669" y="1527681"/>
            <a:ext cx="1517060" cy="1517060"/>
          </a:xfrm>
          <a:prstGeom prst="rect">
            <a:avLst/>
          </a:prstGeom>
        </p:spPr>
      </p:pic>
    </p:spTree>
    <p:extLst>
      <p:ext uri="{BB962C8B-B14F-4D97-AF65-F5344CB8AC3E}">
        <p14:creationId xmlns:p14="http://schemas.microsoft.com/office/powerpoint/2010/main" val="5430214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96AE1-F20D-85E5-A5C8-7D508FC97882}"/>
              </a:ext>
            </a:extLst>
          </p:cNvPr>
          <p:cNvSpPr>
            <a:spLocks noGrp="1"/>
          </p:cNvSpPr>
          <p:nvPr>
            <p:ph type="title"/>
          </p:nvPr>
        </p:nvSpPr>
        <p:spPr>
          <a:xfrm>
            <a:off x="628649" y="584942"/>
            <a:ext cx="7886699" cy="572790"/>
          </a:xfrm>
        </p:spPr>
        <p:txBody>
          <a:bodyPr anchor="ctr">
            <a:normAutofit fontScale="90000"/>
          </a:bodyPr>
          <a:lstStyle/>
          <a:p>
            <a:r>
              <a:rPr lang="en-US" dirty="0"/>
              <a:t>RDBMS Database Service</a:t>
            </a:r>
          </a:p>
        </p:txBody>
      </p:sp>
      <p:sp>
        <p:nvSpPr>
          <p:cNvPr id="4" name="Slide Number Placeholder 3">
            <a:extLst>
              <a:ext uri="{FF2B5EF4-FFF2-40B4-BE49-F238E27FC236}">
                <a16:creationId xmlns:a16="http://schemas.microsoft.com/office/drawing/2014/main" id="{A1835497-D9F3-59D5-E669-226EBC4D1351}"/>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19</a:t>
            </a:fld>
            <a:endParaRPr lang="en-US" dirty="0"/>
          </a:p>
        </p:txBody>
      </p:sp>
      <p:sp>
        <p:nvSpPr>
          <p:cNvPr id="5" name="Footer Placeholder 4">
            <a:extLst>
              <a:ext uri="{FF2B5EF4-FFF2-40B4-BE49-F238E27FC236}">
                <a16:creationId xmlns:a16="http://schemas.microsoft.com/office/drawing/2014/main" id="{885663E0-E17F-6A55-CD7B-B45ED9B08AEC}"/>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graphicFrame>
        <p:nvGraphicFramePr>
          <p:cNvPr id="10" name="Content Placeholder 9">
            <a:extLst>
              <a:ext uri="{FF2B5EF4-FFF2-40B4-BE49-F238E27FC236}">
                <a16:creationId xmlns:a16="http://schemas.microsoft.com/office/drawing/2014/main" id="{1DC16FCC-962A-53A4-1361-982DF9CD8939}"/>
              </a:ext>
            </a:extLst>
          </p:cNvPr>
          <p:cNvGraphicFramePr>
            <a:graphicFrameLocks noGrp="1"/>
          </p:cNvGraphicFramePr>
          <p:nvPr>
            <p:ph idx="1"/>
            <p:extLst>
              <p:ext uri="{D42A27DB-BD31-4B8C-83A1-F6EECF244321}">
                <p14:modId xmlns:p14="http://schemas.microsoft.com/office/powerpoint/2010/main" val="1030062396"/>
              </p:ext>
            </p:extLst>
          </p:nvPr>
        </p:nvGraphicFramePr>
        <p:xfrm>
          <a:off x="628650" y="1497079"/>
          <a:ext cx="7886700" cy="24719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429753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96AE1-F20D-85E5-A5C8-7D508FC97882}"/>
              </a:ext>
            </a:extLst>
          </p:cNvPr>
          <p:cNvSpPr>
            <a:spLocks noGrp="1"/>
          </p:cNvSpPr>
          <p:nvPr>
            <p:ph type="title"/>
          </p:nvPr>
        </p:nvSpPr>
        <p:spPr>
          <a:xfrm>
            <a:off x="628649" y="584942"/>
            <a:ext cx="7886699" cy="572790"/>
          </a:xfrm>
        </p:spPr>
        <p:txBody>
          <a:bodyPr anchor="ctr">
            <a:normAutofit fontScale="90000"/>
          </a:bodyPr>
          <a:lstStyle/>
          <a:p>
            <a:r>
              <a:rPr lang="en-US" dirty="0"/>
              <a:t>NoSQL Database Service</a:t>
            </a:r>
          </a:p>
        </p:txBody>
      </p:sp>
      <p:sp>
        <p:nvSpPr>
          <p:cNvPr id="4" name="Slide Number Placeholder 3">
            <a:extLst>
              <a:ext uri="{FF2B5EF4-FFF2-40B4-BE49-F238E27FC236}">
                <a16:creationId xmlns:a16="http://schemas.microsoft.com/office/drawing/2014/main" id="{1DEA0EFE-7C11-CD52-B858-BA807D727E4D}"/>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20</a:t>
            </a:fld>
            <a:endParaRPr lang="en-US" dirty="0"/>
          </a:p>
        </p:txBody>
      </p:sp>
      <p:sp>
        <p:nvSpPr>
          <p:cNvPr id="5" name="Footer Placeholder 4">
            <a:extLst>
              <a:ext uri="{FF2B5EF4-FFF2-40B4-BE49-F238E27FC236}">
                <a16:creationId xmlns:a16="http://schemas.microsoft.com/office/drawing/2014/main" id="{7B1461B5-4D9C-9EAF-4C27-856C2C9DC1DE}"/>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graphicFrame>
        <p:nvGraphicFramePr>
          <p:cNvPr id="10" name="Content Placeholder 9">
            <a:extLst>
              <a:ext uri="{FF2B5EF4-FFF2-40B4-BE49-F238E27FC236}">
                <a16:creationId xmlns:a16="http://schemas.microsoft.com/office/drawing/2014/main" id="{0000B743-0E6D-78E6-1955-B9FE8311473E}"/>
              </a:ext>
            </a:extLst>
          </p:cNvPr>
          <p:cNvGraphicFramePr>
            <a:graphicFrameLocks noGrp="1"/>
          </p:cNvGraphicFramePr>
          <p:nvPr>
            <p:ph idx="1"/>
            <p:extLst>
              <p:ext uri="{D42A27DB-BD31-4B8C-83A1-F6EECF244321}">
                <p14:modId xmlns:p14="http://schemas.microsoft.com/office/powerpoint/2010/main" val="573166000"/>
              </p:ext>
            </p:extLst>
          </p:nvPr>
        </p:nvGraphicFramePr>
        <p:xfrm>
          <a:off x="628648" y="1512916"/>
          <a:ext cx="7886700" cy="25467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415806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B3E8E-0398-94F4-DE6D-B432A390852E}"/>
              </a:ext>
            </a:extLst>
          </p:cNvPr>
          <p:cNvSpPr>
            <a:spLocks noGrp="1"/>
          </p:cNvSpPr>
          <p:nvPr>
            <p:ph type="title"/>
          </p:nvPr>
        </p:nvSpPr>
        <p:spPr>
          <a:xfrm>
            <a:off x="628649" y="584942"/>
            <a:ext cx="7886699" cy="572790"/>
          </a:xfrm>
        </p:spPr>
        <p:txBody>
          <a:bodyPr>
            <a:normAutofit fontScale="90000"/>
          </a:bodyPr>
          <a:lstStyle/>
          <a:p>
            <a:r>
              <a:rPr lang="en-US" dirty="0"/>
              <a:t>RDBMS vs NoSQL</a:t>
            </a:r>
          </a:p>
        </p:txBody>
      </p:sp>
      <p:sp>
        <p:nvSpPr>
          <p:cNvPr id="3" name="Slide Number Placeholder 2">
            <a:extLst>
              <a:ext uri="{FF2B5EF4-FFF2-40B4-BE49-F238E27FC236}">
                <a16:creationId xmlns:a16="http://schemas.microsoft.com/office/drawing/2014/main" id="{682AE4CA-A959-133D-509C-C1F7AB735066}"/>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21</a:t>
            </a:fld>
            <a:endParaRPr lang="en-US" dirty="0"/>
          </a:p>
        </p:txBody>
      </p:sp>
      <p:sp>
        <p:nvSpPr>
          <p:cNvPr id="8" name="Footer Placeholder 7">
            <a:extLst>
              <a:ext uri="{FF2B5EF4-FFF2-40B4-BE49-F238E27FC236}">
                <a16:creationId xmlns:a16="http://schemas.microsoft.com/office/drawing/2014/main" id="{80CEEC7E-43A5-EF20-B19B-3F5B5F03A06A}"/>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
        <p:nvSpPr>
          <p:cNvPr id="6" name="Title 1">
            <a:extLst>
              <a:ext uri="{FF2B5EF4-FFF2-40B4-BE49-F238E27FC236}">
                <a16:creationId xmlns:a16="http://schemas.microsoft.com/office/drawing/2014/main" id="{996DCC13-D651-D280-7DB1-0FB963D8BCD8}"/>
              </a:ext>
            </a:extLst>
          </p:cNvPr>
          <p:cNvSpPr txBox="1">
            <a:spLocks/>
          </p:cNvSpPr>
          <p:nvPr/>
        </p:nvSpPr>
        <p:spPr>
          <a:xfrm>
            <a:off x="141194" y="0"/>
            <a:ext cx="7886700" cy="993252"/>
          </a:xfrm>
          <a:prstGeom prst="rect">
            <a:avLst/>
          </a:prstGeom>
        </p:spPr>
        <p:txBody>
          <a:bodyPr vert="horz" lIns="91440" tIns="45720" rIns="91440" bIns="45720" rtlCol="0" anchor="ctr">
            <a:normAutofit/>
          </a:bodyPr>
          <a:lstStyle>
            <a:lvl1pPr algn="l" defTabSz="685160" rtl="0" eaLnBrk="1" latinLnBrk="0" hangingPunct="1">
              <a:lnSpc>
                <a:spcPct val="90000"/>
              </a:lnSpc>
              <a:spcBef>
                <a:spcPct val="0"/>
              </a:spcBef>
              <a:buNone/>
              <a:defRPr sz="3600" kern="1200">
                <a:solidFill>
                  <a:srgbClr val="404448"/>
                </a:solidFill>
                <a:latin typeface="+mj-lt"/>
                <a:ea typeface="+mj-ea"/>
                <a:cs typeface="+mj-cs"/>
              </a:defRPr>
            </a:lvl1pPr>
          </a:lstStyle>
          <a:p>
            <a:endParaRPr lang="en-US" sz="3397" dirty="0"/>
          </a:p>
        </p:txBody>
      </p:sp>
      <p:graphicFrame>
        <p:nvGraphicFramePr>
          <p:cNvPr id="12" name="Content Placeholder 11">
            <a:extLst>
              <a:ext uri="{FF2B5EF4-FFF2-40B4-BE49-F238E27FC236}">
                <a16:creationId xmlns:a16="http://schemas.microsoft.com/office/drawing/2014/main" id="{6089C8FE-3D86-B72C-3774-B3764FE56FC1}"/>
              </a:ext>
            </a:extLst>
          </p:cNvPr>
          <p:cNvGraphicFramePr>
            <a:graphicFrameLocks noGrp="1"/>
          </p:cNvGraphicFramePr>
          <p:nvPr>
            <p:ph idx="1"/>
            <p:extLst>
              <p:ext uri="{D42A27DB-BD31-4B8C-83A1-F6EECF244321}">
                <p14:modId xmlns:p14="http://schemas.microsoft.com/office/powerpoint/2010/main" val="2193125101"/>
              </p:ext>
            </p:extLst>
          </p:nvPr>
        </p:nvGraphicFramePr>
        <p:xfrm>
          <a:off x="628649" y="1267889"/>
          <a:ext cx="7886700" cy="33841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496836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2C7D2-9855-9E8F-552F-DCEF1577F423}"/>
              </a:ext>
            </a:extLst>
          </p:cNvPr>
          <p:cNvSpPr>
            <a:spLocks noGrp="1"/>
          </p:cNvSpPr>
          <p:nvPr>
            <p:ph type="title"/>
          </p:nvPr>
        </p:nvSpPr>
        <p:spPr/>
        <p:txBody>
          <a:bodyPr>
            <a:normAutofit fontScale="90000"/>
          </a:bodyPr>
          <a:lstStyle/>
          <a:p>
            <a:r>
              <a:rPr lang="en-US" dirty="0"/>
              <a:t>Activity: Matching</a:t>
            </a:r>
          </a:p>
        </p:txBody>
      </p:sp>
      <p:sp>
        <p:nvSpPr>
          <p:cNvPr id="6" name="Slide Number Placeholder 5">
            <a:extLst>
              <a:ext uri="{FF2B5EF4-FFF2-40B4-BE49-F238E27FC236}">
                <a16:creationId xmlns:a16="http://schemas.microsoft.com/office/drawing/2014/main" id="{83AB778F-AF9C-1FC2-3238-5B263CC73AB7}"/>
              </a:ext>
            </a:extLst>
          </p:cNvPr>
          <p:cNvSpPr>
            <a:spLocks noGrp="1"/>
          </p:cNvSpPr>
          <p:nvPr>
            <p:ph type="sldNum" sz="quarter" idx="12"/>
          </p:nvPr>
        </p:nvSpPr>
        <p:spPr/>
        <p:txBody>
          <a:bodyPr/>
          <a:lstStyle/>
          <a:p>
            <a:fld id="{64537577-822C-42C9-B1FE-62AC5F07B59D}" type="slidenum">
              <a:rPr lang="en-US" smtClean="0"/>
              <a:pPr/>
              <a:t>22</a:t>
            </a:fld>
            <a:endParaRPr lang="en-US" dirty="0"/>
          </a:p>
        </p:txBody>
      </p:sp>
      <p:sp>
        <p:nvSpPr>
          <p:cNvPr id="7" name="Footer Placeholder 6">
            <a:extLst>
              <a:ext uri="{FF2B5EF4-FFF2-40B4-BE49-F238E27FC236}">
                <a16:creationId xmlns:a16="http://schemas.microsoft.com/office/drawing/2014/main" id="{4CD98EF5-5A6A-F0DF-2BD9-F60E7213C61B}"/>
              </a:ext>
            </a:extLst>
          </p:cNvPr>
          <p:cNvSpPr>
            <a:spLocks noGrp="1"/>
          </p:cNvSpPr>
          <p:nvPr>
            <p:ph type="ftr" sz="quarter" idx="3"/>
          </p:nvPr>
        </p:nvSpPr>
        <p:spPr/>
        <p:txBody>
          <a:bodyPr/>
          <a:lstStyle/>
          <a:p>
            <a:r>
              <a:rPr lang="en-US"/>
              <a:t>​Copyright © 2025 CompTIA, Inc. All Rights Reserved. </a:t>
            </a:r>
            <a:endParaRPr lang="en-US" dirty="0"/>
          </a:p>
        </p:txBody>
      </p:sp>
      <p:graphicFrame>
        <p:nvGraphicFramePr>
          <p:cNvPr id="4" name="Diagram 3">
            <a:extLst>
              <a:ext uri="{FF2B5EF4-FFF2-40B4-BE49-F238E27FC236}">
                <a16:creationId xmlns:a16="http://schemas.microsoft.com/office/drawing/2014/main" id="{5E77E15C-7C09-EFFA-5EC0-FDCF31DA9747}"/>
              </a:ext>
            </a:extLst>
          </p:cNvPr>
          <p:cNvGraphicFramePr/>
          <p:nvPr>
            <p:extLst>
              <p:ext uri="{D42A27DB-BD31-4B8C-83A1-F6EECF244321}">
                <p14:modId xmlns:p14="http://schemas.microsoft.com/office/powerpoint/2010/main" val="1469223117"/>
              </p:ext>
            </p:extLst>
          </p:nvPr>
        </p:nvGraphicFramePr>
        <p:xfrm>
          <a:off x="3414674" y="1381224"/>
          <a:ext cx="5100674" cy="31493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Content Placeholder 7">
            <a:extLst>
              <a:ext uri="{FF2B5EF4-FFF2-40B4-BE49-F238E27FC236}">
                <a16:creationId xmlns:a16="http://schemas.microsoft.com/office/drawing/2014/main" id="{9CC1EC70-6154-D783-D2F3-E2B392695D9D}"/>
              </a:ext>
            </a:extLst>
          </p:cNvPr>
          <p:cNvGraphicFramePr>
            <a:graphicFrameLocks noGrp="1"/>
          </p:cNvGraphicFramePr>
          <p:nvPr>
            <p:ph idx="1"/>
            <p:extLst>
              <p:ext uri="{D42A27DB-BD31-4B8C-83A1-F6EECF244321}">
                <p14:modId xmlns:p14="http://schemas.microsoft.com/office/powerpoint/2010/main" val="4244946885"/>
              </p:ext>
            </p:extLst>
          </p:nvPr>
        </p:nvGraphicFramePr>
        <p:xfrm>
          <a:off x="628649" y="1276115"/>
          <a:ext cx="2405495" cy="314934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926718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7.3</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Email and Voice Services</a:t>
            </a:r>
          </a:p>
        </p:txBody>
      </p:sp>
      <p:sp>
        <p:nvSpPr>
          <p:cNvPr id="5" name="Slide Number Placeholder 4">
            <a:extLst>
              <a:ext uri="{FF2B5EF4-FFF2-40B4-BE49-F238E27FC236}">
                <a16:creationId xmlns:a16="http://schemas.microsoft.com/office/drawing/2014/main" id="{7FF7CB7C-7C58-7B71-7A0A-737598111765}"/>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23</a:t>
            </a:fld>
            <a:endParaRPr lang="en-US" dirty="0"/>
          </a:p>
        </p:txBody>
      </p:sp>
      <p:sp>
        <p:nvSpPr>
          <p:cNvPr id="6" name="Footer Placeholder 5">
            <a:extLst>
              <a:ext uri="{FF2B5EF4-FFF2-40B4-BE49-F238E27FC236}">
                <a16:creationId xmlns:a16="http://schemas.microsoft.com/office/drawing/2014/main" id="{9F100DD2-8B17-565A-B1C8-AE0DECC4DBAC}"/>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28406896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AF92E-8234-1DE7-2842-3D90D6044656}"/>
              </a:ext>
            </a:extLst>
          </p:cNvPr>
          <p:cNvSpPr>
            <a:spLocks noGrp="1"/>
          </p:cNvSpPr>
          <p:nvPr>
            <p:ph type="title"/>
          </p:nvPr>
        </p:nvSpPr>
        <p:spPr>
          <a:xfrm>
            <a:off x="628649" y="584942"/>
            <a:ext cx="7886699" cy="572790"/>
          </a:xfrm>
        </p:spPr>
        <p:txBody>
          <a:bodyPr anchor="ctr">
            <a:normAutofit fontScale="90000"/>
          </a:bodyPr>
          <a:lstStyle/>
          <a:p>
            <a:r>
              <a:rPr lang="en-US" dirty="0"/>
              <a:t>Simple Mail Transfer Protocol (SMTP)</a:t>
            </a:r>
          </a:p>
        </p:txBody>
      </p:sp>
      <p:sp>
        <p:nvSpPr>
          <p:cNvPr id="4" name="Slide Number Placeholder 3">
            <a:extLst>
              <a:ext uri="{FF2B5EF4-FFF2-40B4-BE49-F238E27FC236}">
                <a16:creationId xmlns:a16="http://schemas.microsoft.com/office/drawing/2014/main" id="{3C4265BA-36E7-40C2-8743-C0E3634587BB}"/>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24</a:t>
            </a:fld>
            <a:endParaRPr lang="en-US" dirty="0"/>
          </a:p>
        </p:txBody>
      </p:sp>
      <p:sp>
        <p:nvSpPr>
          <p:cNvPr id="5" name="Footer Placeholder 4">
            <a:extLst>
              <a:ext uri="{FF2B5EF4-FFF2-40B4-BE49-F238E27FC236}">
                <a16:creationId xmlns:a16="http://schemas.microsoft.com/office/drawing/2014/main" id="{5111E6DD-CB20-36E8-06BA-E13052EB438F}"/>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graphicFrame>
        <p:nvGraphicFramePr>
          <p:cNvPr id="3" name="Diagram 2">
            <a:extLst>
              <a:ext uri="{FF2B5EF4-FFF2-40B4-BE49-F238E27FC236}">
                <a16:creationId xmlns:a16="http://schemas.microsoft.com/office/drawing/2014/main" id="{8DF1762B-5478-8920-8682-9A32311CA241}"/>
              </a:ext>
            </a:extLst>
          </p:cNvPr>
          <p:cNvGraphicFramePr/>
          <p:nvPr>
            <p:extLst>
              <p:ext uri="{D42A27DB-BD31-4B8C-83A1-F6EECF244321}">
                <p14:modId xmlns:p14="http://schemas.microsoft.com/office/powerpoint/2010/main" val="1242041083"/>
              </p:ext>
            </p:extLst>
          </p:nvPr>
        </p:nvGraphicFramePr>
        <p:xfrm>
          <a:off x="628650" y="1524780"/>
          <a:ext cx="7886700" cy="208917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671818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6D719-BEA5-87CB-A029-3BA08F5FE1BB}"/>
              </a:ext>
            </a:extLst>
          </p:cNvPr>
          <p:cNvSpPr>
            <a:spLocks noGrp="1"/>
          </p:cNvSpPr>
          <p:nvPr>
            <p:ph type="title"/>
          </p:nvPr>
        </p:nvSpPr>
        <p:spPr>
          <a:xfrm>
            <a:off x="628649" y="584942"/>
            <a:ext cx="8338370" cy="572790"/>
          </a:xfrm>
        </p:spPr>
        <p:txBody>
          <a:bodyPr anchor="ctr">
            <a:normAutofit fontScale="90000"/>
          </a:bodyPr>
          <a:lstStyle/>
          <a:p>
            <a:r>
              <a:rPr lang="en-US" dirty="0"/>
              <a:t>Internet Message Access Protocol (IMAP)</a:t>
            </a:r>
          </a:p>
        </p:txBody>
      </p:sp>
      <p:sp>
        <p:nvSpPr>
          <p:cNvPr id="4" name="Slide Number Placeholder 3">
            <a:extLst>
              <a:ext uri="{FF2B5EF4-FFF2-40B4-BE49-F238E27FC236}">
                <a16:creationId xmlns:a16="http://schemas.microsoft.com/office/drawing/2014/main" id="{8E71E1E9-ED9B-FDDE-EB59-88487CB269A6}"/>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25</a:t>
            </a:fld>
            <a:endParaRPr lang="en-US" dirty="0"/>
          </a:p>
        </p:txBody>
      </p:sp>
      <p:sp>
        <p:nvSpPr>
          <p:cNvPr id="5" name="Footer Placeholder 4">
            <a:extLst>
              <a:ext uri="{FF2B5EF4-FFF2-40B4-BE49-F238E27FC236}">
                <a16:creationId xmlns:a16="http://schemas.microsoft.com/office/drawing/2014/main" id="{B0ECF488-1562-465C-AE3F-BE10932BC3B2}"/>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graphicFrame>
        <p:nvGraphicFramePr>
          <p:cNvPr id="19" name="Content Placeholder 15">
            <a:extLst>
              <a:ext uri="{FF2B5EF4-FFF2-40B4-BE49-F238E27FC236}">
                <a16:creationId xmlns:a16="http://schemas.microsoft.com/office/drawing/2014/main" id="{D3AE9D51-6F12-6208-765F-2EB9C825A503}"/>
              </a:ext>
            </a:extLst>
          </p:cNvPr>
          <p:cNvGraphicFramePr>
            <a:graphicFrameLocks noGrp="1"/>
          </p:cNvGraphicFramePr>
          <p:nvPr>
            <p:ph idx="1"/>
            <p:extLst>
              <p:ext uri="{D42A27DB-BD31-4B8C-83A1-F6EECF244321}">
                <p14:modId xmlns:p14="http://schemas.microsoft.com/office/powerpoint/2010/main" val="2288560225"/>
              </p:ext>
            </p:extLst>
          </p:nvPr>
        </p:nvGraphicFramePr>
        <p:xfrm>
          <a:off x="635403" y="1649672"/>
          <a:ext cx="7900209" cy="18393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502028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2385E-9CEB-D8BB-CEB3-46E7C6F60202}"/>
              </a:ext>
            </a:extLst>
          </p:cNvPr>
          <p:cNvSpPr>
            <a:spLocks noGrp="1"/>
          </p:cNvSpPr>
          <p:nvPr>
            <p:ph type="title"/>
          </p:nvPr>
        </p:nvSpPr>
        <p:spPr>
          <a:xfrm>
            <a:off x="628649" y="584942"/>
            <a:ext cx="7886699" cy="572790"/>
          </a:xfrm>
        </p:spPr>
        <p:txBody>
          <a:bodyPr>
            <a:normAutofit fontScale="90000"/>
          </a:bodyPr>
          <a:lstStyle/>
          <a:p>
            <a:r>
              <a:rPr lang="en-US" dirty="0"/>
              <a:t>SMTP and IMAP Diagram</a:t>
            </a:r>
          </a:p>
        </p:txBody>
      </p:sp>
      <p:sp>
        <p:nvSpPr>
          <p:cNvPr id="3" name="Slide Number Placeholder 2">
            <a:extLst>
              <a:ext uri="{FF2B5EF4-FFF2-40B4-BE49-F238E27FC236}">
                <a16:creationId xmlns:a16="http://schemas.microsoft.com/office/drawing/2014/main" id="{F1B9A002-F0B4-5985-4DC2-6F7C92D8AF16}"/>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26</a:t>
            </a:fld>
            <a:endParaRPr lang="en-US" dirty="0"/>
          </a:p>
        </p:txBody>
      </p:sp>
      <p:sp>
        <p:nvSpPr>
          <p:cNvPr id="5" name="Footer Placeholder 4">
            <a:extLst>
              <a:ext uri="{FF2B5EF4-FFF2-40B4-BE49-F238E27FC236}">
                <a16:creationId xmlns:a16="http://schemas.microsoft.com/office/drawing/2014/main" id="{6B07C4C0-1468-17AE-C991-4F856C21AC31}"/>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
        <p:nvSpPr>
          <p:cNvPr id="12" name="TextBox 11">
            <a:extLst>
              <a:ext uri="{FF2B5EF4-FFF2-40B4-BE49-F238E27FC236}">
                <a16:creationId xmlns:a16="http://schemas.microsoft.com/office/drawing/2014/main" id="{7CCCC11F-B36D-8A95-6C2E-2E326DAACC2B}"/>
              </a:ext>
            </a:extLst>
          </p:cNvPr>
          <p:cNvSpPr txBox="1"/>
          <p:nvPr/>
        </p:nvSpPr>
        <p:spPr>
          <a:xfrm>
            <a:off x="1730333" y="3824211"/>
            <a:ext cx="1641541" cy="584775"/>
          </a:xfrm>
          <a:prstGeom prst="rect">
            <a:avLst/>
          </a:prstGeom>
          <a:noFill/>
        </p:spPr>
        <p:txBody>
          <a:bodyPr wrap="square" rtlCol="0">
            <a:spAutoFit/>
          </a:bodyPr>
          <a:lstStyle/>
          <a:p>
            <a:pPr algn="ctr"/>
            <a:r>
              <a:rPr lang="en-US" sz="1600" dirty="0">
                <a:solidFill>
                  <a:srgbClr val="20282F"/>
                </a:solidFill>
                <a:latin typeface="+mj-lt"/>
              </a:rPr>
              <a:t>Sender’s </a:t>
            </a:r>
            <a:br>
              <a:rPr lang="en-US" sz="1600" dirty="0">
                <a:solidFill>
                  <a:srgbClr val="20282F"/>
                </a:solidFill>
                <a:latin typeface="+mj-lt"/>
              </a:rPr>
            </a:br>
            <a:r>
              <a:rPr lang="en-US" sz="1600" dirty="0">
                <a:solidFill>
                  <a:srgbClr val="20282F"/>
                </a:solidFill>
                <a:latin typeface="+mj-lt"/>
              </a:rPr>
              <a:t>Email Server</a:t>
            </a:r>
          </a:p>
        </p:txBody>
      </p:sp>
      <p:sp>
        <p:nvSpPr>
          <p:cNvPr id="13" name="TextBox 12">
            <a:extLst>
              <a:ext uri="{FF2B5EF4-FFF2-40B4-BE49-F238E27FC236}">
                <a16:creationId xmlns:a16="http://schemas.microsoft.com/office/drawing/2014/main" id="{FE7224E2-AEEA-2B42-195B-7D85CAD1B88B}"/>
              </a:ext>
            </a:extLst>
          </p:cNvPr>
          <p:cNvSpPr txBox="1"/>
          <p:nvPr/>
        </p:nvSpPr>
        <p:spPr>
          <a:xfrm>
            <a:off x="5843497" y="3832523"/>
            <a:ext cx="1641541" cy="584775"/>
          </a:xfrm>
          <a:prstGeom prst="rect">
            <a:avLst/>
          </a:prstGeom>
          <a:noFill/>
        </p:spPr>
        <p:txBody>
          <a:bodyPr wrap="square" rtlCol="0">
            <a:spAutoFit/>
          </a:bodyPr>
          <a:lstStyle/>
          <a:p>
            <a:pPr algn="ctr"/>
            <a:r>
              <a:rPr lang="en-US" sz="1600" dirty="0">
                <a:solidFill>
                  <a:srgbClr val="20282F"/>
                </a:solidFill>
                <a:latin typeface="+mj-lt"/>
              </a:rPr>
              <a:t>Receiver’s Email Server</a:t>
            </a:r>
          </a:p>
        </p:txBody>
      </p:sp>
      <p:cxnSp>
        <p:nvCxnSpPr>
          <p:cNvPr id="15" name="Straight Arrow Connector 14">
            <a:extLst>
              <a:ext uri="{FF2B5EF4-FFF2-40B4-BE49-F238E27FC236}">
                <a16:creationId xmlns:a16="http://schemas.microsoft.com/office/drawing/2014/main" id="{DAC20C12-A443-33FC-5651-05BCA2123DFC}"/>
              </a:ext>
            </a:extLst>
          </p:cNvPr>
          <p:cNvCxnSpPr>
            <a:cxnSpLocks/>
          </p:cNvCxnSpPr>
          <p:nvPr/>
        </p:nvCxnSpPr>
        <p:spPr>
          <a:xfrm>
            <a:off x="1177331" y="2661049"/>
            <a:ext cx="833668" cy="1466434"/>
          </a:xfrm>
          <a:prstGeom prst="straightConnector1">
            <a:avLst/>
          </a:prstGeom>
          <a:ln w="38100">
            <a:solidFill>
              <a:srgbClr val="007377"/>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3C162A9E-14CE-3FF4-5DE6-C8CA7151DE8F}"/>
              </a:ext>
            </a:extLst>
          </p:cNvPr>
          <p:cNvCxnSpPr>
            <a:cxnSpLocks/>
          </p:cNvCxnSpPr>
          <p:nvPr/>
        </p:nvCxnSpPr>
        <p:spPr>
          <a:xfrm>
            <a:off x="3243707" y="4088627"/>
            <a:ext cx="543209" cy="0"/>
          </a:xfrm>
          <a:prstGeom prst="straightConnector1">
            <a:avLst/>
          </a:prstGeom>
          <a:ln w="38100">
            <a:solidFill>
              <a:srgbClr val="007377"/>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C83D9B4-AB57-FC82-79A9-4C6F4F90D418}"/>
              </a:ext>
            </a:extLst>
          </p:cNvPr>
          <p:cNvCxnSpPr>
            <a:cxnSpLocks/>
          </p:cNvCxnSpPr>
          <p:nvPr/>
        </p:nvCxnSpPr>
        <p:spPr>
          <a:xfrm>
            <a:off x="5428456" y="4088627"/>
            <a:ext cx="642343" cy="0"/>
          </a:xfrm>
          <a:prstGeom prst="straightConnector1">
            <a:avLst/>
          </a:prstGeom>
          <a:ln w="38100">
            <a:solidFill>
              <a:srgbClr val="007377"/>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FC525EC-F35B-3714-24E2-68C2F70A6227}"/>
              </a:ext>
            </a:extLst>
          </p:cNvPr>
          <p:cNvCxnSpPr>
            <a:cxnSpLocks/>
          </p:cNvCxnSpPr>
          <p:nvPr/>
        </p:nvCxnSpPr>
        <p:spPr>
          <a:xfrm>
            <a:off x="4250829" y="4088627"/>
            <a:ext cx="642343" cy="0"/>
          </a:xfrm>
          <a:prstGeom prst="straightConnector1">
            <a:avLst/>
          </a:prstGeom>
          <a:ln w="38100">
            <a:solidFill>
              <a:srgbClr val="007377"/>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1E67553-D500-6D1B-2D18-B21FCF267DDD}"/>
              </a:ext>
            </a:extLst>
          </p:cNvPr>
          <p:cNvSpPr txBox="1"/>
          <p:nvPr/>
        </p:nvSpPr>
        <p:spPr>
          <a:xfrm>
            <a:off x="628649" y="3033861"/>
            <a:ext cx="1280160" cy="338554"/>
          </a:xfrm>
          <a:prstGeom prst="rect">
            <a:avLst/>
          </a:prstGeom>
          <a:solidFill>
            <a:srgbClr val="004F71"/>
          </a:solidFill>
        </p:spPr>
        <p:txBody>
          <a:bodyPr wrap="square" rtlCol="0">
            <a:spAutoFit/>
          </a:bodyPr>
          <a:lstStyle/>
          <a:p>
            <a:pPr algn="ctr"/>
            <a:r>
              <a:rPr lang="en-US" sz="1600" dirty="0">
                <a:solidFill>
                  <a:schemeClr val="bg1"/>
                </a:solidFill>
              </a:rPr>
              <a:t>SMTP</a:t>
            </a:r>
          </a:p>
        </p:txBody>
      </p:sp>
      <p:cxnSp>
        <p:nvCxnSpPr>
          <p:cNvPr id="20" name="Straight Arrow Connector 19">
            <a:extLst>
              <a:ext uri="{FF2B5EF4-FFF2-40B4-BE49-F238E27FC236}">
                <a16:creationId xmlns:a16="http://schemas.microsoft.com/office/drawing/2014/main" id="{3A6C3E0F-EA9B-9430-1638-53C97BA2DFBA}"/>
              </a:ext>
            </a:extLst>
          </p:cNvPr>
          <p:cNvCxnSpPr>
            <a:cxnSpLocks/>
          </p:cNvCxnSpPr>
          <p:nvPr/>
        </p:nvCxnSpPr>
        <p:spPr>
          <a:xfrm flipV="1">
            <a:off x="7299473" y="2678868"/>
            <a:ext cx="694145" cy="1409760"/>
          </a:xfrm>
          <a:prstGeom prst="straightConnector1">
            <a:avLst/>
          </a:prstGeom>
          <a:ln w="38100">
            <a:solidFill>
              <a:srgbClr val="007377"/>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41EDBAE7-902C-A0FC-CEC5-1E187F01AB8F}"/>
              </a:ext>
            </a:extLst>
          </p:cNvPr>
          <p:cNvSpPr txBox="1"/>
          <p:nvPr/>
        </p:nvSpPr>
        <p:spPr>
          <a:xfrm>
            <a:off x="7284954" y="3115565"/>
            <a:ext cx="1133124" cy="338554"/>
          </a:xfrm>
          <a:prstGeom prst="rect">
            <a:avLst/>
          </a:prstGeom>
          <a:solidFill>
            <a:srgbClr val="004F71"/>
          </a:solidFill>
        </p:spPr>
        <p:txBody>
          <a:bodyPr wrap="square" rtlCol="0">
            <a:spAutoFit/>
          </a:bodyPr>
          <a:lstStyle/>
          <a:p>
            <a:pPr algn="ctr"/>
            <a:r>
              <a:rPr lang="en-US" sz="1600" dirty="0">
                <a:solidFill>
                  <a:schemeClr val="bg1"/>
                </a:solidFill>
              </a:rPr>
              <a:t>IMAP</a:t>
            </a:r>
          </a:p>
        </p:txBody>
      </p:sp>
      <p:sp>
        <p:nvSpPr>
          <p:cNvPr id="22" name="TextBox 21">
            <a:extLst>
              <a:ext uri="{FF2B5EF4-FFF2-40B4-BE49-F238E27FC236}">
                <a16:creationId xmlns:a16="http://schemas.microsoft.com/office/drawing/2014/main" id="{8206440D-F519-9414-64D1-2B1CFF8E2F77}"/>
              </a:ext>
            </a:extLst>
          </p:cNvPr>
          <p:cNvSpPr txBox="1"/>
          <p:nvPr/>
        </p:nvSpPr>
        <p:spPr>
          <a:xfrm>
            <a:off x="3880454" y="3501189"/>
            <a:ext cx="1641541" cy="368990"/>
          </a:xfrm>
          <a:prstGeom prst="rect">
            <a:avLst/>
          </a:prstGeom>
          <a:solidFill>
            <a:srgbClr val="004F71"/>
          </a:solidFill>
        </p:spPr>
        <p:txBody>
          <a:bodyPr wrap="square" rtlCol="0">
            <a:spAutoFit/>
          </a:bodyPr>
          <a:lstStyle/>
          <a:p>
            <a:pPr algn="ctr"/>
            <a:r>
              <a:rPr lang="en-US" sz="1798" dirty="0">
                <a:solidFill>
                  <a:schemeClr val="bg1"/>
                </a:solidFill>
                <a:latin typeface="+mj-lt"/>
              </a:rPr>
              <a:t>SMTP</a:t>
            </a:r>
          </a:p>
        </p:txBody>
      </p:sp>
      <p:pic>
        <p:nvPicPr>
          <p:cNvPr id="23" name="Graphic 22" descr="Database with solid fill">
            <a:extLst>
              <a:ext uri="{FF2B5EF4-FFF2-40B4-BE49-F238E27FC236}">
                <a16:creationId xmlns:a16="http://schemas.microsoft.com/office/drawing/2014/main" id="{AB8E2930-8D4E-ED23-454C-E51DFE81B90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59046" y="2555696"/>
            <a:ext cx="1341781" cy="1341781"/>
          </a:xfrm>
          <a:prstGeom prst="rect">
            <a:avLst/>
          </a:prstGeom>
        </p:spPr>
      </p:pic>
      <p:pic>
        <p:nvPicPr>
          <p:cNvPr id="24" name="Graphic 23" descr="Database with solid fill">
            <a:extLst>
              <a:ext uri="{FF2B5EF4-FFF2-40B4-BE49-F238E27FC236}">
                <a16:creationId xmlns:a16="http://schemas.microsoft.com/office/drawing/2014/main" id="{DE40B896-0C3E-A70E-5991-92F37A5E58E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70122" y="1990159"/>
            <a:ext cx="1341781" cy="1341781"/>
          </a:xfrm>
          <a:prstGeom prst="rect">
            <a:avLst/>
          </a:prstGeom>
        </p:spPr>
      </p:pic>
      <p:grpSp>
        <p:nvGrpSpPr>
          <p:cNvPr id="30" name="Group 29">
            <a:extLst>
              <a:ext uri="{FF2B5EF4-FFF2-40B4-BE49-F238E27FC236}">
                <a16:creationId xmlns:a16="http://schemas.microsoft.com/office/drawing/2014/main" id="{24ECDE3E-7603-5B7B-A4DE-4C7D018C3CD9}"/>
              </a:ext>
            </a:extLst>
          </p:cNvPr>
          <p:cNvGrpSpPr/>
          <p:nvPr/>
        </p:nvGrpSpPr>
        <p:grpSpPr>
          <a:xfrm>
            <a:off x="527791" y="1487674"/>
            <a:ext cx="1280160" cy="1280160"/>
            <a:chOff x="576887" y="1615338"/>
            <a:chExt cx="1280160" cy="1280160"/>
          </a:xfrm>
        </p:grpSpPr>
        <p:sp>
          <p:nvSpPr>
            <p:cNvPr id="11" name="TextBox 10">
              <a:extLst>
                <a:ext uri="{FF2B5EF4-FFF2-40B4-BE49-F238E27FC236}">
                  <a16:creationId xmlns:a16="http://schemas.microsoft.com/office/drawing/2014/main" id="{E3A189D8-6C92-5A6A-5C91-B3B21612F4B9}"/>
                </a:ext>
              </a:extLst>
            </p:cNvPr>
            <p:cNvSpPr txBox="1"/>
            <p:nvPr/>
          </p:nvSpPr>
          <p:spPr>
            <a:xfrm>
              <a:off x="734291" y="1999020"/>
              <a:ext cx="990843" cy="338554"/>
            </a:xfrm>
            <a:prstGeom prst="rect">
              <a:avLst/>
            </a:prstGeom>
            <a:noFill/>
          </p:spPr>
          <p:txBody>
            <a:bodyPr wrap="square" rtlCol="0">
              <a:spAutoFit/>
            </a:bodyPr>
            <a:lstStyle/>
            <a:p>
              <a:pPr algn="ctr"/>
              <a:r>
                <a:rPr lang="en-US" sz="1600" dirty="0">
                  <a:solidFill>
                    <a:srgbClr val="20282F"/>
                  </a:solidFill>
                </a:rPr>
                <a:t>Sender</a:t>
              </a:r>
            </a:p>
          </p:txBody>
        </p:sp>
        <p:pic>
          <p:nvPicPr>
            <p:cNvPr id="28" name="Graphic 27" descr="Monitor with solid fill">
              <a:extLst>
                <a:ext uri="{FF2B5EF4-FFF2-40B4-BE49-F238E27FC236}">
                  <a16:creationId xmlns:a16="http://schemas.microsoft.com/office/drawing/2014/main" id="{64432762-582F-FAA3-D8B8-20738995924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6887" y="1615338"/>
              <a:ext cx="1280160" cy="1280160"/>
            </a:xfrm>
            <a:prstGeom prst="rect">
              <a:avLst/>
            </a:prstGeom>
          </p:spPr>
        </p:pic>
      </p:grpSp>
      <p:grpSp>
        <p:nvGrpSpPr>
          <p:cNvPr id="31" name="Group 30">
            <a:extLst>
              <a:ext uri="{FF2B5EF4-FFF2-40B4-BE49-F238E27FC236}">
                <a16:creationId xmlns:a16="http://schemas.microsoft.com/office/drawing/2014/main" id="{EE489EB3-A789-9306-A94D-CBF9C6DA5D89}"/>
              </a:ext>
            </a:extLst>
          </p:cNvPr>
          <p:cNvGrpSpPr/>
          <p:nvPr/>
        </p:nvGrpSpPr>
        <p:grpSpPr>
          <a:xfrm>
            <a:off x="7372127" y="1490727"/>
            <a:ext cx="1280160" cy="1280160"/>
            <a:chOff x="7406952" y="1642465"/>
            <a:chExt cx="1280160" cy="1280160"/>
          </a:xfrm>
        </p:grpSpPr>
        <p:sp>
          <p:nvSpPr>
            <p:cNvPr id="14" name="TextBox 13">
              <a:extLst>
                <a:ext uri="{FF2B5EF4-FFF2-40B4-BE49-F238E27FC236}">
                  <a16:creationId xmlns:a16="http://schemas.microsoft.com/office/drawing/2014/main" id="{67D71CDB-99DD-CA3A-B069-2600160F9F5C}"/>
                </a:ext>
              </a:extLst>
            </p:cNvPr>
            <p:cNvSpPr txBox="1"/>
            <p:nvPr/>
          </p:nvSpPr>
          <p:spPr>
            <a:xfrm>
              <a:off x="7498226" y="2022373"/>
              <a:ext cx="1061754" cy="338554"/>
            </a:xfrm>
            <a:prstGeom prst="rect">
              <a:avLst/>
            </a:prstGeom>
            <a:noFill/>
          </p:spPr>
          <p:txBody>
            <a:bodyPr wrap="square" rtlCol="0">
              <a:spAutoFit/>
            </a:bodyPr>
            <a:lstStyle/>
            <a:p>
              <a:pPr algn="ctr"/>
              <a:r>
                <a:rPr lang="en-US" sz="1600" dirty="0">
                  <a:solidFill>
                    <a:srgbClr val="20282F"/>
                  </a:solidFill>
                </a:rPr>
                <a:t>Receiver</a:t>
              </a:r>
            </a:p>
          </p:txBody>
        </p:sp>
        <p:pic>
          <p:nvPicPr>
            <p:cNvPr id="29" name="Graphic 28" descr="Monitor with solid fill">
              <a:extLst>
                <a:ext uri="{FF2B5EF4-FFF2-40B4-BE49-F238E27FC236}">
                  <a16:creationId xmlns:a16="http://schemas.microsoft.com/office/drawing/2014/main" id="{AE662525-9B3F-F821-C75B-35F56F46D6F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06952" y="1642465"/>
              <a:ext cx="1280160" cy="1280160"/>
            </a:xfrm>
            <a:prstGeom prst="rect">
              <a:avLst/>
            </a:prstGeom>
          </p:spPr>
        </p:pic>
      </p:grpSp>
      <p:grpSp>
        <p:nvGrpSpPr>
          <p:cNvPr id="34" name="Group 33">
            <a:extLst>
              <a:ext uri="{FF2B5EF4-FFF2-40B4-BE49-F238E27FC236}">
                <a16:creationId xmlns:a16="http://schemas.microsoft.com/office/drawing/2014/main" id="{8DB9C19C-979C-F4DE-7858-1560D3E510C5}"/>
              </a:ext>
            </a:extLst>
          </p:cNvPr>
          <p:cNvGrpSpPr/>
          <p:nvPr/>
        </p:nvGrpSpPr>
        <p:grpSpPr>
          <a:xfrm>
            <a:off x="3347439" y="1500227"/>
            <a:ext cx="2520493" cy="2520493"/>
            <a:chOff x="3371874" y="4176153"/>
            <a:chExt cx="2520493" cy="2520493"/>
          </a:xfrm>
        </p:grpSpPr>
        <p:pic>
          <p:nvPicPr>
            <p:cNvPr id="26" name="Graphic 25" descr="Cloud with solid fill">
              <a:extLst>
                <a:ext uri="{FF2B5EF4-FFF2-40B4-BE49-F238E27FC236}">
                  <a16:creationId xmlns:a16="http://schemas.microsoft.com/office/drawing/2014/main" id="{F191DAD2-73AE-5F80-0D7E-D147BE5FAC0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371874" y="4176153"/>
              <a:ext cx="2520493" cy="2520493"/>
            </a:xfrm>
            <a:prstGeom prst="rect">
              <a:avLst/>
            </a:prstGeom>
          </p:spPr>
        </p:pic>
        <p:sp>
          <p:nvSpPr>
            <p:cNvPr id="33" name="TextBox 32">
              <a:extLst>
                <a:ext uri="{FF2B5EF4-FFF2-40B4-BE49-F238E27FC236}">
                  <a16:creationId xmlns:a16="http://schemas.microsoft.com/office/drawing/2014/main" id="{858277E8-FF3D-EB36-59E3-8E51619A3DE2}"/>
                </a:ext>
              </a:extLst>
            </p:cNvPr>
            <p:cNvSpPr txBox="1"/>
            <p:nvPr/>
          </p:nvSpPr>
          <p:spPr>
            <a:xfrm>
              <a:off x="4063393" y="5354794"/>
              <a:ext cx="990843" cy="338554"/>
            </a:xfrm>
            <a:prstGeom prst="rect">
              <a:avLst/>
            </a:prstGeom>
            <a:noFill/>
          </p:spPr>
          <p:txBody>
            <a:bodyPr wrap="square" rtlCol="0">
              <a:spAutoFit/>
            </a:bodyPr>
            <a:lstStyle/>
            <a:p>
              <a:pPr algn="ctr"/>
              <a:r>
                <a:rPr lang="en-US" sz="1600" dirty="0">
                  <a:solidFill>
                    <a:schemeClr val="bg1"/>
                  </a:solidFill>
                </a:rPr>
                <a:t>Internet</a:t>
              </a:r>
            </a:p>
          </p:txBody>
        </p:sp>
      </p:grpSp>
    </p:spTree>
    <p:extLst>
      <p:ext uri="{BB962C8B-B14F-4D97-AF65-F5344CB8AC3E}">
        <p14:creationId xmlns:p14="http://schemas.microsoft.com/office/powerpoint/2010/main" val="13208216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97CF9-FA04-AF43-AD5C-A0640F313F16}"/>
              </a:ext>
            </a:extLst>
          </p:cNvPr>
          <p:cNvSpPr>
            <a:spLocks noGrp="1"/>
          </p:cNvSpPr>
          <p:nvPr>
            <p:ph type="title"/>
          </p:nvPr>
        </p:nvSpPr>
        <p:spPr>
          <a:xfrm>
            <a:off x="628649" y="584942"/>
            <a:ext cx="7886699" cy="572790"/>
          </a:xfrm>
        </p:spPr>
        <p:txBody>
          <a:bodyPr anchor="ctr">
            <a:normAutofit fontScale="90000"/>
          </a:bodyPr>
          <a:lstStyle/>
          <a:p>
            <a:r>
              <a:rPr lang="en-US" dirty="0"/>
              <a:t>Voice and Video Services</a:t>
            </a:r>
          </a:p>
        </p:txBody>
      </p:sp>
      <p:sp>
        <p:nvSpPr>
          <p:cNvPr id="4" name="Slide Number Placeholder 3">
            <a:extLst>
              <a:ext uri="{FF2B5EF4-FFF2-40B4-BE49-F238E27FC236}">
                <a16:creationId xmlns:a16="http://schemas.microsoft.com/office/drawing/2014/main" id="{FA61B48D-2F6D-39FE-A680-90A944E765FA}"/>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27</a:t>
            </a:fld>
            <a:endParaRPr lang="en-US" dirty="0"/>
          </a:p>
        </p:txBody>
      </p:sp>
      <p:sp>
        <p:nvSpPr>
          <p:cNvPr id="5" name="Footer Placeholder 4">
            <a:extLst>
              <a:ext uri="{FF2B5EF4-FFF2-40B4-BE49-F238E27FC236}">
                <a16:creationId xmlns:a16="http://schemas.microsoft.com/office/drawing/2014/main" id="{FFFC375A-6503-5D0C-D134-421A93984FA9}"/>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graphicFrame>
        <p:nvGraphicFramePr>
          <p:cNvPr id="3" name="Diagram 2">
            <a:extLst>
              <a:ext uri="{FF2B5EF4-FFF2-40B4-BE49-F238E27FC236}">
                <a16:creationId xmlns:a16="http://schemas.microsoft.com/office/drawing/2014/main" id="{AD7BA845-06C3-1C53-620B-2575855191A6}"/>
              </a:ext>
            </a:extLst>
          </p:cNvPr>
          <p:cNvGraphicFramePr/>
          <p:nvPr>
            <p:extLst>
              <p:ext uri="{D42A27DB-BD31-4B8C-83A1-F6EECF244321}">
                <p14:modId xmlns:p14="http://schemas.microsoft.com/office/powerpoint/2010/main" val="552092962"/>
              </p:ext>
            </p:extLst>
          </p:nvPr>
        </p:nvGraphicFramePr>
        <p:xfrm>
          <a:off x="628650" y="1359023"/>
          <a:ext cx="7886700" cy="31947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351911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7FB60-FFB6-5732-C129-1BA3EBF1F68E}"/>
              </a:ext>
            </a:extLst>
          </p:cNvPr>
          <p:cNvSpPr>
            <a:spLocks noGrp="1"/>
          </p:cNvSpPr>
          <p:nvPr>
            <p:ph type="title"/>
          </p:nvPr>
        </p:nvSpPr>
        <p:spPr>
          <a:xfrm>
            <a:off x="628649" y="584942"/>
            <a:ext cx="7886699" cy="572790"/>
          </a:xfrm>
        </p:spPr>
        <p:txBody>
          <a:bodyPr anchor="ctr">
            <a:normAutofit fontScale="90000"/>
          </a:bodyPr>
          <a:lstStyle/>
          <a:p>
            <a:r>
              <a:rPr lang="en-US" dirty="0"/>
              <a:t>VoIP Protocols</a:t>
            </a:r>
          </a:p>
        </p:txBody>
      </p:sp>
      <p:sp>
        <p:nvSpPr>
          <p:cNvPr id="4" name="Slide Number Placeholder 3">
            <a:extLst>
              <a:ext uri="{FF2B5EF4-FFF2-40B4-BE49-F238E27FC236}">
                <a16:creationId xmlns:a16="http://schemas.microsoft.com/office/drawing/2014/main" id="{02BFCF33-C66D-2D1F-F59F-702C535DE9A5}"/>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28</a:t>
            </a:fld>
            <a:endParaRPr lang="en-US" dirty="0"/>
          </a:p>
        </p:txBody>
      </p:sp>
      <p:sp>
        <p:nvSpPr>
          <p:cNvPr id="5" name="Footer Placeholder 4">
            <a:extLst>
              <a:ext uri="{FF2B5EF4-FFF2-40B4-BE49-F238E27FC236}">
                <a16:creationId xmlns:a16="http://schemas.microsoft.com/office/drawing/2014/main" id="{314C289C-EB9F-62D7-764A-2BD8026F04CA}"/>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graphicFrame>
        <p:nvGraphicFramePr>
          <p:cNvPr id="10" name="Content Placeholder 9">
            <a:extLst>
              <a:ext uri="{FF2B5EF4-FFF2-40B4-BE49-F238E27FC236}">
                <a16:creationId xmlns:a16="http://schemas.microsoft.com/office/drawing/2014/main" id="{7454C9D7-B290-5B38-FACC-1F540CEE781C}"/>
              </a:ext>
            </a:extLst>
          </p:cNvPr>
          <p:cNvGraphicFramePr>
            <a:graphicFrameLocks noGrp="1"/>
          </p:cNvGraphicFramePr>
          <p:nvPr>
            <p:ph idx="1"/>
            <p:extLst>
              <p:ext uri="{D42A27DB-BD31-4B8C-83A1-F6EECF244321}">
                <p14:modId xmlns:p14="http://schemas.microsoft.com/office/powerpoint/2010/main" val="550791116"/>
              </p:ext>
            </p:extLst>
          </p:nvPr>
        </p:nvGraphicFramePr>
        <p:xfrm>
          <a:off x="628648" y="129703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575585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2046B-1210-C903-C2EE-CB797C3B076D}"/>
              </a:ext>
            </a:extLst>
          </p:cNvPr>
          <p:cNvSpPr>
            <a:spLocks noGrp="1"/>
          </p:cNvSpPr>
          <p:nvPr>
            <p:ph type="title"/>
          </p:nvPr>
        </p:nvSpPr>
        <p:spPr>
          <a:xfrm>
            <a:off x="628649" y="584942"/>
            <a:ext cx="7886699" cy="572790"/>
          </a:xfrm>
        </p:spPr>
        <p:txBody>
          <a:bodyPr>
            <a:normAutofit fontScale="90000"/>
          </a:bodyPr>
          <a:lstStyle/>
          <a:p>
            <a:r>
              <a:rPr lang="en-US" dirty="0"/>
              <a:t>Activity: Trivia</a:t>
            </a:r>
          </a:p>
        </p:txBody>
      </p:sp>
      <p:sp>
        <p:nvSpPr>
          <p:cNvPr id="10" name="Content Placeholder 9">
            <a:extLst>
              <a:ext uri="{FF2B5EF4-FFF2-40B4-BE49-F238E27FC236}">
                <a16:creationId xmlns:a16="http://schemas.microsoft.com/office/drawing/2014/main" id="{CDFF4550-3AB8-BC77-F3FD-BCF1A54ADB97}"/>
              </a:ext>
            </a:extLst>
          </p:cNvPr>
          <p:cNvSpPr>
            <a:spLocks noGrp="1"/>
          </p:cNvSpPr>
          <p:nvPr>
            <p:ph idx="1"/>
          </p:nvPr>
        </p:nvSpPr>
        <p:spPr/>
        <p:txBody>
          <a:bodyPr/>
          <a:lstStyle/>
          <a:p>
            <a:r>
              <a:rPr lang="en-US" dirty="0"/>
              <a:t>Which protocol allows you to access and manage emails remotely?</a:t>
            </a:r>
          </a:p>
          <a:p>
            <a:r>
              <a:rPr lang="en-US" dirty="0"/>
              <a:t>Which protocol is used to send emails from one server to another?</a:t>
            </a:r>
          </a:p>
          <a:p>
            <a:endParaRPr lang="en-US" dirty="0"/>
          </a:p>
          <a:p>
            <a:endParaRPr lang="en-US" dirty="0"/>
          </a:p>
        </p:txBody>
      </p:sp>
      <p:sp>
        <p:nvSpPr>
          <p:cNvPr id="3" name="Slide Number Placeholder 2">
            <a:extLst>
              <a:ext uri="{FF2B5EF4-FFF2-40B4-BE49-F238E27FC236}">
                <a16:creationId xmlns:a16="http://schemas.microsoft.com/office/drawing/2014/main" id="{DFD50CBC-C9D8-BDA7-6727-CF5A4AEB15F3}"/>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29</a:t>
            </a:fld>
            <a:endParaRPr lang="en-US" dirty="0"/>
          </a:p>
        </p:txBody>
      </p:sp>
      <p:sp>
        <p:nvSpPr>
          <p:cNvPr id="6" name="Footer Placeholder 5">
            <a:extLst>
              <a:ext uri="{FF2B5EF4-FFF2-40B4-BE49-F238E27FC236}">
                <a16:creationId xmlns:a16="http://schemas.microsoft.com/office/drawing/2014/main" id="{EF040A75-117D-BCE4-3AA4-691D043E9464}"/>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22141406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2F3BC-D347-48A7-8850-F194A742FBD5}"/>
              </a:ext>
            </a:extLst>
          </p:cNvPr>
          <p:cNvSpPr>
            <a:spLocks noGrp="1" noChangeAspect="1"/>
          </p:cNvSpPr>
          <p:nvPr>
            <p:ph type="ctrTitle"/>
          </p:nvPr>
        </p:nvSpPr>
        <p:spPr>
          <a:xfrm>
            <a:off x="682580" y="840993"/>
            <a:ext cx="7318420" cy="1397942"/>
          </a:xfrm>
        </p:spPr>
        <p:txBody>
          <a:bodyPr/>
          <a:lstStyle/>
          <a:p>
            <a:r>
              <a:rPr lang="en-US" dirty="0"/>
              <a:t>Lesson 7.4</a:t>
            </a:r>
          </a:p>
        </p:txBody>
      </p:sp>
      <p:sp>
        <p:nvSpPr>
          <p:cNvPr id="3" name="Subtitle 2">
            <a:extLst>
              <a:ext uri="{FF2B5EF4-FFF2-40B4-BE49-F238E27FC236}">
                <a16:creationId xmlns:a16="http://schemas.microsoft.com/office/drawing/2014/main" id="{757F8B1A-ABEE-9019-B206-45E1AD81DADE}"/>
              </a:ext>
            </a:extLst>
          </p:cNvPr>
          <p:cNvSpPr>
            <a:spLocks noGrp="1"/>
          </p:cNvSpPr>
          <p:nvPr>
            <p:ph type="subTitle" idx="1"/>
          </p:nvPr>
        </p:nvSpPr>
        <p:spPr>
          <a:xfrm>
            <a:off x="682580" y="2306171"/>
            <a:ext cx="7318420" cy="1633528"/>
          </a:xfrm>
        </p:spPr>
        <p:txBody>
          <a:bodyPr/>
          <a:lstStyle/>
          <a:p>
            <a:r>
              <a:rPr lang="en-US" dirty="0"/>
              <a:t>Disaster Recovery and High Availability</a:t>
            </a:r>
          </a:p>
        </p:txBody>
      </p:sp>
      <p:sp>
        <p:nvSpPr>
          <p:cNvPr id="5" name="Slide Number Placeholder 4">
            <a:extLst>
              <a:ext uri="{FF2B5EF4-FFF2-40B4-BE49-F238E27FC236}">
                <a16:creationId xmlns:a16="http://schemas.microsoft.com/office/drawing/2014/main" id="{7F485B5E-77B6-1A24-1F80-5CBC1EF14147}"/>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30</a:t>
            </a:fld>
            <a:endParaRPr lang="en-US" dirty="0"/>
          </a:p>
        </p:txBody>
      </p:sp>
      <p:sp>
        <p:nvSpPr>
          <p:cNvPr id="6" name="Footer Placeholder 5">
            <a:extLst>
              <a:ext uri="{FF2B5EF4-FFF2-40B4-BE49-F238E27FC236}">
                <a16:creationId xmlns:a16="http://schemas.microsoft.com/office/drawing/2014/main" id="{0815F6BE-0C72-C3BF-1C92-30066667BFDE}"/>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7715737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372FE-1D16-5260-1135-C44A464C1E32}"/>
              </a:ext>
            </a:extLst>
          </p:cNvPr>
          <p:cNvSpPr>
            <a:spLocks noGrp="1"/>
          </p:cNvSpPr>
          <p:nvPr>
            <p:ph type="title"/>
          </p:nvPr>
        </p:nvSpPr>
        <p:spPr>
          <a:xfrm>
            <a:off x="628649" y="584942"/>
            <a:ext cx="7886699" cy="572790"/>
          </a:xfrm>
        </p:spPr>
        <p:txBody>
          <a:bodyPr>
            <a:normAutofit fontScale="90000"/>
          </a:bodyPr>
          <a:lstStyle/>
          <a:p>
            <a:r>
              <a:rPr lang="en-US" dirty="0"/>
              <a:t>Disaster Recovery Concepts</a:t>
            </a:r>
          </a:p>
        </p:txBody>
      </p:sp>
      <p:sp>
        <p:nvSpPr>
          <p:cNvPr id="3" name="Slide Number Placeholder 2">
            <a:extLst>
              <a:ext uri="{FF2B5EF4-FFF2-40B4-BE49-F238E27FC236}">
                <a16:creationId xmlns:a16="http://schemas.microsoft.com/office/drawing/2014/main" id="{B88F0CE9-1953-B915-1066-B9DD5A2FD2ED}"/>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31</a:t>
            </a:fld>
            <a:endParaRPr lang="en-US" dirty="0"/>
          </a:p>
        </p:txBody>
      </p:sp>
      <p:sp>
        <p:nvSpPr>
          <p:cNvPr id="5" name="Footer Placeholder 4">
            <a:extLst>
              <a:ext uri="{FF2B5EF4-FFF2-40B4-BE49-F238E27FC236}">
                <a16:creationId xmlns:a16="http://schemas.microsoft.com/office/drawing/2014/main" id="{7F3ACC72-F82D-9F0C-DD44-44066A53E778}"/>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graphicFrame>
        <p:nvGraphicFramePr>
          <p:cNvPr id="11" name="Content Placeholder 10">
            <a:extLst>
              <a:ext uri="{FF2B5EF4-FFF2-40B4-BE49-F238E27FC236}">
                <a16:creationId xmlns:a16="http://schemas.microsoft.com/office/drawing/2014/main" id="{9E48981C-64EB-39DB-D4CA-6D73A6300AA8}"/>
              </a:ext>
            </a:extLst>
          </p:cNvPr>
          <p:cNvGraphicFramePr>
            <a:graphicFrameLocks noGrp="1"/>
          </p:cNvGraphicFramePr>
          <p:nvPr>
            <p:ph idx="1"/>
            <p:extLst>
              <p:ext uri="{D42A27DB-BD31-4B8C-83A1-F6EECF244321}">
                <p14:modId xmlns:p14="http://schemas.microsoft.com/office/powerpoint/2010/main" val="3385256193"/>
              </p:ext>
            </p:extLst>
          </p:nvPr>
        </p:nvGraphicFramePr>
        <p:xfrm>
          <a:off x="628649" y="1393424"/>
          <a:ext cx="7886700" cy="23518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716261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949F-BF43-3FE5-5BC2-FE87CB10D352}"/>
              </a:ext>
            </a:extLst>
          </p:cNvPr>
          <p:cNvSpPr>
            <a:spLocks noGrp="1"/>
          </p:cNvSpPr>
          <p:nvPr>
            <p:ph type="title"/>
          </p:nvPr>
        </p:nvSpPr>
        <p:spPr>
          <a:xfrm>
            <a:off x="628649" y="584942"/>
            <a:ext cx="7886699" cy="572790"/>
          </a:xfrm>
        </p:spPr>
        <p:txBody>
          <a:bodyPr anchor="ctr">
            <a:normAutofit fontScale="90000"/>
          </a:bodyPr>
          <a:lstStyle/>
          <a:p>
            <a:r>
              <a:rPr lang="en-US" dirty="0"/>
              <a:t>Disaster Recovery Metrics </a:t>
            </a:r>
          </a:p>
        </p:txBody>
      </p:sp>
      <p:sp>
        <p:nvSpPr>
          <p:cNvPr id="4" name="Slide Number Placeholder 3">
            <a:extLst>
              <a:ext uri="{FF2B5EF4-FFF2-40B4-BE49-F238E27FC236}">
                <a16:creationId xmlns:a16="http://schemas.microsoft.com/office/drawing/2014/main" id="{921D9165-CA56-E129-35E4-37C70DBEE46F}"/>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32</a:t>
            </a:fld>
            <a:endParaRPr lang="en-US" dirty="0"/>
          </a:p>
        </p:txBody>
      </p:sp>
      <p:sp>
        <p:nvSpPr>
          <p:cNvPr id="5" name="Footer Placeholder 4">
            <a:extLst>
              <a:ext uri="{FF2B5EF4-FFF2-40B4-BE49-F238E27FC236}">
                <a16:creationId xmlns:a16="http://schemas.microsoft.com/office/drawing/2014/main" id="{A80BDFC2-1006-2612-2345-5B9CBEE02ADF}"/>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graphicFrame>
        <p:nvGraphicFramePr>
          <p:cNvPr id="10" name="Content Placeholder 9">
            <a:extLst>
              <a:ext uri="{FF2B5EF4-FFF2-40B4-BE49-F238E27FC236}">
                <a16:creationId xmlns:a16="http://schemas.microsoft.com/office/drawing/2014/main" id="{62174E2B-1EE6-7E57-74AC-32ECE04BC5F3}"/>
              </a:ext>
            </a:extLst>
          </p:cNvPr>
          <p:cNvGraphicFramePr>
            <a:graphicFrameLocks noGrp="1"/>
          </p:cNvGraphicFramePr>
          <p:nvPr>
            <p:ph idx="1"/>
            <p:extLst>
              <p:ext uri="{D42A27DB-BD31-4B8C-83A1-F6EECF244321}">
                <p14:modId xmlns:p14="http://schemas.microsoft.com/office/powerpoint/2010/main" val="2314392683"/>
              </p:ext>
            </p:extLst>
          </p:nvPr>
        </p:nvGraphicFramePr>
        <p:xfrm>
          <a:off x="628649" y="129703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560283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22F42-D978-6ABF-49EB-C8B0E297322C}"/>
              </a:ext>
            </a:extLst>
          </p:cNvPr>
          <p:cNvSpPr>
            <a:spLocks noGrp="1"/>
          </p:cNvSpPr>
          <p:nvPr>
            <p:ph type="title"/>
          </p:nvPr>
        </p:nvSpPr>
        <p:spPr>
          <a:xfrm>
            <a:off x="628649" y="584942"/>
            <a:ext cx="7886699" cy="572790"/>
          </a:xfrm>
        </p:spPr>
        <p:txBody>
          <a:bodyPr>
            <a:normAutofit fontScale="90000"/>
          </a:bodyPr>
          <a:lstStyle/>
          <a:p>
            <a:r>
              <a:rPr lang="en-US" dirty="0"/>
              <a:t>Disaster Recovery Sites</a:t>
            </a:r>
          </a:p>
        </p:txBody>
      </p:sp>
      <p:sp>
        <p:nvSpPr>
          <p:cNvPr id="3" name="Slide Number Placeholder 2">
            <a:extLst>
              <a:ext uri="{FF2B5EF4-FFF2-40B4-BE49-F238E27FC236}">
                <a16:creationId xmlns:a16="http://schemas.microsoft.com/office/drawing/2014/main" id="{BE85B008-60CE-447E-EC58-60D1CEEDE623}"/>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33</a:t>
            </a:fld>
            <a:endParaRPr lang="en-US" dirty="0"/>
          </a:p>
        </p:txBody>
      </p:sp>
      <p:sp>
        <p:nvSpPr>
          <p:cNvPr id="5" name="Footer Placeholder 4">
            <a:extLst>
              <a:ext uri="{FF2B5EF4-FFF2-40B4-BE49-F238E27FC236}">
                <a16:creationId xmlns:a16="http://schemas.microsoft.com/office/drawing/2014/main" id="{B394C691-5117-953E-E041-81BD4DE9A13D}"/>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graphicFrame>
        <p:nvGraphicFramePr>
          <p:cNvPr id="10" name="Content Placeholder 9">
            <a:extLst>
              <a:ext uri="{FF2B5EF4-FFF2-40B4-BE49-F238E27FC236}">
                <a16:creationId xmlns:a16="http://schemas.microsoft.com/office/drawing/2014/main" id="{7A72EF3A-0EEC-375E-2C04-221707EDDC0D}"/>
              </a:ext>
            </a:extLst>
          </p:cNvPr>
          <p:cNvGraphicFramePr>
            <a:graphicFrameLocks noGrp="1"/>
          </p:cNvGraphicFramePr>
          <p:nvPr>
            <p:ph idx="1"/>
            <p:extLst>
              <p:ext uri="{D42A27DB-BD31-4B8C-83A1-F6EECF244321}">
                <p14:modId xmlns:p14="http://schemas.microsoft.com/office/powerpoint/2010/main" val="1587132935"/>
              </p:ext>
            </p:extLst>
          </p:nvPr>
        </p:nvGraphicFramePr>
        <p:xfrm>
          <a:off x="628650" y="121602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182249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97E58-1936-953F-D3B0-3AC6C8F862DC}"/>
              </a:ext>
            </a:extLst>
          </p:cNvPr>
          <p:cNvSpPr>
            <a:spLocks noGrp="1"/>
          </p:cNvSpPr>
          <p:nvPr>
            <p:ph type="title"/>
          </p:nvPr>
        </p:nvSpPr>
        <p:spPr>
          <a:xfrm>
            <a:off x="628649" y="584942"/>
            <a:ext cx="7886699" cy="572790"/>
          </a:xfrm>
        </p:spPr>
        <p:txBody>
          <a:bodyPr anchor="ctr">
            <a:normAutofit fontScale="90000"/>
          </a:bodyPr>
          <a:lstStyle/>
          <a:p>
            <a:r>
              <a:rPr lang="en-US" dirty="0"/>
              <a:t>Fault Tolerance and Redundancy</a:t>
            </a:r>
          </a:p>
        </p:txBody>
      </p:sp>
      <p:sp>
        <p:nvSpPr>
          <p:cNvPr id="4" name="Slide Number Placeholder 3">
            <a:extLst>
              <a:ext uri="{FF2B5EF4-FFF2-40B4-BE49-F238E27FC236}">
                <a16:creationId xmlns:a16="http://schemas.microsoft.com/office/drawing/2014/main" id="{493C5F34-0B75-4F9A-2120-1949CFAAE222}"/>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34</a:t>
            </a:fld>
            <a:endParaRPr lang="en-US" dirty="0"/>
          </a:p>
        </p:txBody>
      </p:sp>
      <p:sp>
        <p:nvSpPr>
          <p:cNvPr id="5" name="Footer Placeholder 4">
            <a:extLst>
              <a:ext uri="{FF2B5EF4-FFF2-40B4-BE49-F238E27FC236}">
                <a16:creationId xmlns:a16="http://schemas.microsoft.com/office/drawing/2014/main" id="{4734DE10-7F7A-70B2-400C-402283D4444D}"/>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graphicFrame>
        <p:nvGraphicFramePr>
          <p:cNvPr id="10" name="Content Placeholder 9">
            <a:extLst>
              <a:ext uri="{FF2B5EF4-FFF2-40B4-BE49-F238E27FC236}">
                <a16:creationId xmlns:a16="http://schemas.microsoft.com/office/drawing/2014/main" id="{D2F9C362-169D-7B44-95C1-09CACAA1BC32}"/>
              </a:ext>
            </a:extLst>
          </p:cNvPr>
          <p:cNvGraphicFramePr>
            <a:graphicFrameLocks noGrp="1"/>
          </p:cNvGraphicFramePr>
          <p:nvPr>
            <p:ph idx="1"/>
            <p:extLst>
              <p:ext uri="{D42A27DB-BD31-4B8C-83A1-F6EECF244321}">
                <p14:modId xmlns:p14="http://schemas.microsoft.com/office/powerpoint/2010/main" val="1930402437"/>
              </p:ext>
            </p:extLst>
          </p:nvPr>
        </p:nvGraphicFramePr>
        <p:xfrm>
          <a:off x="628649" y="129703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41254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97E58-1936-953F-D3B0-3AC6C8F862DC}"/>
              </a:ext>
            </a:extLst>
          </p:cNvPr>
          <p:cNvSpPr>
            <a:spLocks noGrp="1"/>
          </p:cNvSpPr>
          <p:nvPr>
            <p:ph type="title"/>
          </p:nvPr>
        </p:nvSpPr>
        <p:spPr>
          <a:xfrm>
            <a:off x="628649" y="584942"/>
            <a:ext cx="7886699" cy="572790"/>
          </a:xfrm>
        </p:spPr>
        <p:txBody>
          <a:bodyPr anchor="ctr">
            <a:normAutofit fontScale="90000"/>
          </a:bodyPr>
          <a:lstStyle/>
          <a:p>
            <a:r>
              <a:rPr lang="en-US" dirty="0"/>
              <a:t>Key Performance Indicators (KPIs)</a:t>
            </a:r>
          </a:p>
        </p:txBody>
      </p:sp>
      <p:sp>
        <p:nvSpPr>
          <p:cNvPr id="4" name="Slide Number Placeholder 3">
            <a:extLst>
              <a:ext uri="{FF2B5EF4-FFF2-40B4-BE49-F238E27FC236}">
                <a16:creationId xmlns:a16="http://schemas.microsoft.com/office/drawing/2014/main" id="{646FAFDB-C03C-E1B9-7F2E-456452659D9B}"/>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35</a:t>
            </a:fld>
            <a:endParaRPr lang="en-US" dirty="0"/>
          </a:p>
        </p:txBody>
      </p:sp>
      <p:sp>
        <p:nvSpPr>
          <p:cNvPr id="6" name="Footer Placeholder 5">
            <a:extLst>
              <a:ext uri="{FF2B5EF4-FFF2-40B4-BE49-F238E27FC236}">
                <a16:creationId xmlns:a16="http://schemas.microsoft.com/office/drawing/2014/main" id="{288B3253-8D10-D2FB-F815-B62B56113F1C}"/>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graphicFrame>
        <p:nvGraphicFramePr>
          <p:cNvPr id="11" name="Content Placeholder 10">
            <a:extLst>
              <a:ext uri="{FF2B5EF4-FFF2-40B4-BE49-F238E27FC236}">
                <a16:creationId xmlns:a16="http://schemas.microsoft.com/office/drawing/2014/main" id="{24FB48F0-4F31-BC19-87CE-0220AA9DC8D1}"/>
              </a:ext>
            </a:extLst>
          </p:cNvPr>
          <p:cNvGraphicFramePr>
            <a:graphicFrameLocks noGrp="1"/>
          </p:cNvGraphicFramePr>
          <p:nvPr>
            <p:ph idx="1"/>
            <p:extLst>
              <p:ext uri="{D42A27DB-BD31-4B8C-83A1-F6EECF244321}">
                <p14:modId xmlns:p14="http://schemas.microsoft.com/office/powerpoint/2010/main" val="174036413"/>
              </p:ext>
            </p:extLst>
          </p:nvPr>
        </p:nvGraphicFramePr>
        <p:xfrm>
          <a:off x="628648" y="1362968"/>
          <a:ext cx="7886700" cy="27462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074679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78A0E-9E22-6A82-A4D5-9CABC8BD4113}"/>
              </a:ext>
            </a:extLst>
          </p:cNvPr>
          <p:cNvSpPr>
            <a:spLocks noGrp="1"/>
          </p:cNvSpPr>
          <p:nvPr>
            <p:ph type="title"/>
          </p:nvPr>
        </p:nvSpPr>
        <p:spPr>
          <a:xfrm>
            <a:off x="628649" y="584942"/>
            <a:ext cx="7886699" cy="572790"/>
          </a:xfrm>
        </p:spPr>
        <p:txBody>
          <a:bodyPr>
            <a:normAutofit fontScale="90000"/>
          </a:bodyPr>
          <a:lstStyle/>
          <a:p>
            <a:r>
              <a:rPr lang="en-US" dirty="0"/>
              <a:t>Load Balancers</a:t>
            </a:r>
          </a:p>
        </p:txBody>
      </p:sp>
      <p:sp>
        <p:nvSpPr>
          <p:cNvPr id="3" name="Slide Number Placeholder 2">
            <a:extLst>
              <a:ext uri="{FF2B5EF4-FFF2-40B4-BE49-F238E27FC236}">
                <a16:creationId xmlns:a16="http://schemas.microsoft.com/office/drawing/2014/main" id="{65C77583-2FB5-9968-0E06-1D90D7A7C881}"/>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36</a:t>
            </a:fld>
            <a:endParaRPr lang="en-US" dirty="0"/>
          </a:p>
        </p:txBody>
      </p:sp>
      <p:sp>
        <p:nvSpPr>
          <p:cNvPr id="5" name="Footer Placeholder 4">
            <a:extLst>
              <a:ext uri="{FF2B5EF4-FFF2-40B4-BE49-F238E27FC236}">
                <a16:creationId xmlns:a16="http://schemas.microsoft.com/office/drawing/2014/main" id="{D69E59F9-B9DB-6E4B-9316-9962651BA0DE}"/>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graphicFrame>
        <p:nvGraphicFramePr>
          <p:cNvPr id="10" name="Content Placeholder 9">
            <a:extLst>
              <a:ext uri="{FF2B5EF4-FFF2-40B4-BE49-F238E27FC236}">
                <a16:creationId xmlns:a16="http://schemas.microsoft.com/office/drawing/2014/main" id="{F306CC3E-AAC5-8410-F854-08164A867334}"/>
              </a:ext>
            </a:extLst>
          </p:cNvPr>
          <p:cNvGraphicFramePr>
            <a:graphicFrameLocks noGrp="1"/>
          </p:cNvGraphicFramePr>
          <p:nvPr>
            <p:ph idx="1"/>
            <p:extLst>
              <p:ext uri="{D42A27DB-BD31-4B8C-83A1-F6EECF244321}">
                <p14:modId xmlns:p14="http://schemas.microsoft.com/office/powerpoint/2010/main" val="2379575331"/>
              </p:ext>
            </p:extLst>
          </p:nvPr>
        </p:nvGraphicFramePr>
        <p:xfrm>
          <a:off x="628649" y="1299402"/>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460490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1AF89-23EA-2FCB-AE77-DCCD0BBDBF4C}"/>
              </a:ext>
            </a:extLst>
          </p:cNvPr>
          <p:cNvSpPr>
            <a:spLocks noGrp="1"/>
          </p:cNvSpPr>
          <p:nvPr>
            <p:ph type="title"/>
          </p:nvPr>
        </p:nvSpPr>
        <p:spPr>
          <a:xfrm>
            <a:off x="628649" y="584942"/>
            <a:ext cx="7886699" cy="572790"/>
          </a:xfrm>
        </p:spPr>
        <p:txBody>
          <a:bodyPr anchor="ctr">
            <a:normAutofit fontScale="90000"/>
          </a:bodyPr>
          <a:lstStyle/>
          <a:p>
            <a:r>
              <a:rPr lang="en-US" dirty="0"/>
              <a:t>Load Balancer Diagram</a:t>
            </a:r>
          </a:p>
        </p:txBody>
      </p:sp>
      <p:sp>
        <p:nvSpPr>
          <p:cNvPr id="3" name="Slide Number Placeholder 2">
            <a:extLst>
              <a:ext uri="{FF2B5EF4-FFF2-40B4-BE49-F238E27FC236}">
                <a16:creationId xmlns:a16="http://schemas.microsoft.com/office/drawing/2014/main" id="{17AF4C45-3476-5CF1-5533-FF95AC6C0C63}"/>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37</a:t>
            </a:fld>
            <a:endParaRPr lang="en-US" dirty="0"/>
          </a:p>
        </p:txBody>
      </p:sp>
      <p:sp>
        <p:nvSpPr>
          <p:cNvPr id="4" name="Footer Placeholder 3">
            <a:extLst>
              <a:ext uri="{FF2B5EF4-FFF2-40B4-BE49-F238E27FC236}">
                <a16:creationId xmlns:a16="http://schemas.microsoft.com/office/drawing/2014/main" id="{9B5C0F17-DD89-112B-CC3D-199B4A8A68EA}"/>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pic>
        <p:nvPicPr>
          <p:cNvPr id="9" name="Picture 2" descr="A diagram represents a basic load-balancing architecture.">
            <a:extLst>
              <a:ext uri="{FF2B5EF4-FFF2-40B4-BE49-F238E27FC236}">
                <a16:creationId xmlns:a16="http://schemas.microsoft.com/office/drawing/2014/main" id="{CA47C3D0-9021-A57A-33FA-5F00C7FD862C}"/>
              </a:ext>
            </a:extLst>
          </p:cNvPr>
          <p:cNvPicPr>
            <a:picLocks noGrp="1" noChangeAspect="1" noChangeArrowheads="1"/>
          </p:cNvPicPr>
          <p:nvPr>
            <p:ph idx="1"/>
          </p:nvPr>
        </p:nvPicPr>
        <p:blipFill>
          <a:blip r:embed="rId3" cstate="screen">
            <a:extLst>
              <a:ext uri="{28A0092B-C50C-407E-A947-70E740481C1C}">
                <a14:useLocalDpi xmlns:a14="http://schemas.microsoft.com/office/drawing/2010/main"/>
              </a:ext>
            </a:extLst>
          </a:blip>
          <a:stretch>
            <a:fillRect/>
          </a:stretch>
        </p:blipFill>
        <p:spPr bwMode="auto">
          <a:xfrm>
            <a:off x="1418790" y="1399761"/>
            <a:ext cx="6306416" cy="3120362"/>
          </a:xfrm>
          <a:prstGeom prst="rect">
            <a:avLst/>
          </a:prstGeom>
          <a:solidFill>
            <a:srgbClr val="FFFFFF"/>
          </a:solidFill>
        </p:spPr>
      </p:pic>
    </p:spTree>
    <p:extLst>
      <p:ext uri="{BB962C8B-B14F-4D97-AF65-F5344CB8AC3E}">
        <p14:creationId xmlns:p14="http://schemas.microsoft.com/office/powerpoint/2010/main" val="15248432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A2D8C-EAA2-DE4B-BD05-81CCD08DD59D}"/>
              </a:ext>
            </a:extLst>
          </p:cNvPr>
          <p:cNvSpPr>
            <a:spLocks noGrp="1"/>
          </p:cNvSpPr>
          <p:nvPr>
            <p:ph type="title"/>
          </p:nvPr>
        </p:nvSpPr>
        <p:spPr>
          <a:xfrm>
            <a:off x="628649" y="584942"/>
            <a:ext cx="7886699" cy="572790"/>
          </a:xfrm>
        </p:spPr>
        <p:txBody>
          <a:bodyPr anchor="ctr">
            <a:normAutofit fontScale="90000"/>
          </a:bodyPr>
          <a:lstStyle/>
          <a:p>
            <a:r>
              <a:rPr lang="en-US" dirty="0"/>
              <a:t>High Availability Clusters</a:t>
            </a:r>
          </a:p>
        </p:txBody>
      </p:sp>
      <p:sp>
        <p:nvSpPr>
          <p:cNvPr id="4" name="Slide Number Placeholder 3">
            <a:extLst>
              <a:ext uri="{FF2B5EF4-FFF2-40B4-BE49-F238E27FC236}">
                <a16:creationId xmlns:a16="http://schemas.microsoft.com/office/drawing/2014/main" id="{0BC783E7-EA87-E216-8131-C16CE42A89E4}"/>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38</a:t>
            </a:fld>
            <a:endParaRPr lang="en-US" dirty="0"/>
          </a:p>
        </p:txBody>
      </p:sp>
      <p:sp>
        <p:nvSpPr>
          <p:cNvPr id="5" name="Footer Placeholder 4">
            <a:extLst>
              <a:ext uri="{FF2B5EF4-FFF2-40B4-BE49-F238E27FC236}">
                <a16:creationId xmlns:a16="http://schemas.microsoft.com/office/drawing/2014/main" id="{722CC63F-2475-8761-08C4-51A3F1AEB7E5}"/>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graphicFrame>
        <p:nvGraphicFramePr>
          <p:cNvPr id="10" name="Content Placeholder 9">
            <a:extLst>
              <a:ext uri="{FF2B5EF4-FFF2-40B4-BE49-F238E27FC236}">
                <a16:creationId xmlns:a16="http://schemas.microsoft.com/office/drawing/2014/main" id="{2F7273F4-AAD1-9742-2E21-911494D42E3D}"/>
              </a:ext>
            </a:extLst>
          </p:cNvPr>
          <p:cNvGraphicFramePr>
            <a:graphicFrameLocks noGrp="1"/>
          </p:cNvGraphicFramePr>
          <p:nvPr>
            <p:ph idx="1"/>
            <p:extLst>
              <p:ext uri="{D42A27DB-BD31-4B8C-83A1-F6EECF244321}">
                <p14:modId xmlns:p14="http://schemas.microsoft.com/office/powerpoint/2010/main" val="645905389"/>
              </p:ext>
            </p:extLst>
          </p:nvPr>
        </p:nvGraphicFramePr>
        <p:xfrm>
          <a:off x="628648" y="1297035"/>
          <a:ext cx="7886700" cy="3325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59743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A2D8C-EAA2-DE4B-BD05-81CCD08DD59D}"/>
              </a:ext>
            </a:extLst>
          </p:cNvPr>
          <p:cNvSpPr>
            <a:spLocks noGrp="1"/>
          </p:cNvSpPr>
          <p:nvPr>
            <p:ph type="title"/>
          </p:nvPr>
        </p:nvSpPr>
        <p:spPr>
          <a:xfrm>
            <a:off x="628649" y="584942"/>
            <a:ext cx="7886699" cy="572790"/>
          </a:xfrm>
        </p:spPr>
        <p:txBody>
          <a:bodyPr anchor="ctr">
            <a:normAutofit fontScale="90000"/>
          </a:bodyPr>
          <a:lstStyle/>
          <a:p>
            <a:r>
              <a:rPr lang="en-US" dirty="0"/>
              <a:t>High Availability Clusters Diagram</a:t>
            </a:r>
          </a:p>
        </p:txBody>
      </p:sp>
      <p:sp>
        <p:nvSpPr>
          <p:cNvPr id="3" name="Slide Number Placeholder 2">
            <a:extLst>
              <a:ext uri="{FF2B5EF4-FFF2-40B4-BE49-F238E27FC236}">
                <a16:creationId xmlns:a16="http://schemas.microsoft.com/office/drawing/2014/main" id="{E5F4C2F4-B410-23AE-4DC0-5EF2A98D231E}"/>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39</a:t>
            </a:fld>
            <a:endParaRPr lang="en-US" dirty="0"/>
          </a:p>
        </p:txBody>
      </p:sp>
      <p:sp>
        <p:nvSpPr>
          <p:cNvPr id="4" name="Footer Placeholder 3">
            <a:extLst>
              <a:ext uri="{FF2B5EF4-FFF2-40B4-BE49-F238E27FC236}">
                <a16:creationId xmlns:a16="http://schemas.microsoft.com/office/drawing/2014/main" id="{3968B445-DC64-7194-26E8-B5C752BD56E3}"/>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pic>
        <p:nvPicPr>
          <p:cNvPr id="7170" name="Picture 2" descr="A diagram represents a clustered load-balancing architecture.">
            <a:extLst>
              <a:ext uri="{FF2B5EF4-FFF2-40B4-BE49-F238E27FC236}">
                <a16:creationId xmlns:a16="http://schemas.microsoft.com/office/drawing/2014/main" id="{6491878D-E2C1-C890-F9BF-2B72EBB7130F}"/>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tretch>
            <a:fillRect/>
          </a:stretch>
        </p:blipFill>
        <p:spPr bwMode="auto">
          <a:xfrm>
            <a:off x="2249559" y="1325601"/>
            <a:ext cx="4644881" cy="3228195"/>
          </a:xfrm>
          <a:prstGeom prst="rect">
            <a:avLst/>
          </a:prstGeom>
          <a:solidFill>
            <a:srgbClr val="FFFFFF"/>
          </a:solidFill>
        </p:spPr>
      </p:pic>
    </p:spTree>
    <p:extLst>
      <p:ext uri="{BB962C8B-B14F-4D97-AF65-F5344CB8AC3E}">
        <p14:creationId xmlns:p14="http://schemas.microsoft.com/office/powerpoint/2010/main" val="42040979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AD6F2-5BC6-EF99-3288-F96DE22B9FF6}"/>
              </a:ext>
            </a:extLst>
          </p:cNvPr>
          <p:cNvSpPr>
            <a:spLocks noGrp="1"/>
          </p:cNvSpPr>
          <p:nvPr>
            <p:ph type="title"/>
          </p:nvPr>
        </p:nvSpPr>
        <p:spPr>
          <a:xfrm>
            <a:off x="628649" y="584942"/>
            <a:ext cx="7886699" cy="572790"/>
          </a:xfrm>
        </p:spPr>
        <p:txBody>
          <a:bodyPr anchor="ctr">
            <a:normAutofit fontScale="90000"/>
          </a:bodyPr>
          <a:lstStyle/>
          <a:p>
            <a:r>
              <a:rPr lang="en-US" dirty="0"/>
              <a:t>First Hop Redundancy</a:t>
            </a:r>
          </a:p>
        </p:txBody>
      </p:sp>
      <p:sp>
        <p:nvSpPr>
          <p:cNvPr id="4" name="Slide Number Placeholder 3">
            <a:extLst>
              <a:ext uri="{FF2B5EF4-FFF2-40B4-BE49-F238E27FC236}">
                <a16:creationId xmlns:a16="http://schemas.microsoft.com/office/drawing/2014/main" id="{7B6D709E-9865-1977-4DD0-7837835816E1}"/>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40</a:t>
            </a:fld>
            <a:endParaRPr lang="en-US" dirty="0"/>
          </a:p>
        </p:txBody>
      </p:sp>
      <p:sp>
        <p:nvSpPr>
          <p:cNvPr id="5" name="Footer Placeholder 4">
            <a:extLst>
              <a:ext uri="{FF2B5EF4-FFF2-40B4-BE49-F238E27FC236}">
                <a16:creationId xmlns:a16="http://schemas.microsoft.com/office/drawing/2014/main" id="{4B0043AF-FB1C-47FA-ED8E-F49EA324D9E2}"/>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graphicFrame>
        <p:nvGraphicFramePr>
          <p:cNvPr id="10" name="Content Placeholder 9">
            <a:extLst>
              <a:ext uri="{FF2B5EF4-FFF2-40B4-BE49-F238E27FC236}">
                <a16:creationId xmlns:a16="http://schemas.microsoft.com/office/drawing/2014/main" id="{A047E825-C745-16B8-B31F-66346F73ED5A}"/>
              </a:ext>
            </a:extLst>
          </p:cNvPr>
          <p:cNvGraphicFramePr>
            <a:graphicFrameLocks noGrp="1"/>
          </p:cNvGraphicFramePr>
          <p:nvPr>
            <p:ph idx="1"/>
            <p:extLst>
              <p:ext uri="{D42A27DB-BD31-4B8C-83A1-F6EECF244321}">
                <p14:modId xmlns:p14="http://schemas.microsoft.com/office/powerpoint/2010/main" val="3789983552"/>
              </p:ext>
            </p:extLst>
          </p:nvPr>
        </p:nvGraphicFramePr>
        <p:xfrm>
          <a:off x="628648" y="1292118"/>
          <a:ext cx="7886700" cy="326167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380270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AD6F2-5BC6-EF99-3288-F96DE22B9FF6}"/>
              </a:ext>
            </a:extLst>
          </p:cNvPr>
          <p:cNvSpPr>
            <a:spLocks noGrp="1"/>
          </p:cNvSpPr>
          <p:nvPr>
            <p:ph type="title"/>
          </p:nvPr>
        </p:nvSpPr>
        <p:spPr>
          <a:xfrm>
            <a:off x="628649" y="584942"/>
            <a:ext cx="7886699" cy="572790"/>
          </a:xfrm>
        </p:spPr>
        <p:txBody>
          <a:bodyPr anchor="ctr">
            <a:normAutofit fontScale="90000"/>
          </a:bodyPr>
          <a:lstStyle/>
          <a:p>
            <a:r>
              <a:rPr lang="en-US" dirty="0"/>
              <a:t>First Hop Redundancy Diagram</a:t>
            </a:r>
          </a:p>
        </p:txBody>
      </p:sp>
      <p:sp>
        <p:nvSpPr>
          <p:cNvPr id="3" name="Slide Number Placeholder 2">
            <a:extLst>
              <a:ext uri="{FF2B5EF4-FFF2-40B4-BE49-F238E27FC236}">
                <a16:creationId xmlns:a16="http://schemas.microsoft.com/office/drawing/2014/main" id="{90FB5D56-82A2-7464-583D-CC12644455CF}"/>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41</a:t>
            </a:fld>
            <a:endParaRPr lang="en-US" dirty="0"/>
          </a:p>
        </p:txBody>
      </p:sp>
      <p:sp>
        <p:nvSpPr>
          <p:cNvPr id="4" name="Footer Placeholder 3">
            <a:extLst>
              <a:ext uri="{FF2B5EF4-FFF2-40B4-BE49-F238E27FC236}">
                <a16:creationId xmlns:a16="http://schemas.microsoft.com/office/drawing/2014/main" id="{754651D6-4466-F19B-9D62-C8E382EC066E}"/>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pic>
        <p:nvPicPr>
          <p:cNvPr id="9" name="Picture 2" descr="A diagram represents H S R P topology.">
            <a:extLst>
              <a:ext uri="{FF2B5EF4-FFF2-40B4-BE49-F238E27FC236}">
                <a16:creationId xmlns:a16="http://schemas.microsoft.com/office/drawing/2014/main" id="{E1E3E8A0-459A-66FE-490D-A1A37A3604AB}"/>
              </a:ext>
            </a:extLst>
          </p:cNvPr>
          <p:cNvPicPr>
            <a:picLocks noGrp="1" noChangeAspect="1" noChangeArrowheads="1"/>
          </p:cNvPicPr>
          <p:nvPr>
            <p:ph idx="1"/>
          </p:nvPr>
        </p:nvPicPr>
        <p:blipFill>
          <a:blip r:embed="rId3" cstate="screen">
            <a:extLst>
              <a:ext uri="{28A0092B-C50C-407E-A947-70E740481C1C}">
                <a14:useLocalDpi xmlns:a14="http://schemas.microsoft.com/office/drawing/2010/main"/>
              </a:ext>
            </a:extLst>
          </a:blip>
          <a:stretch>
            <a:fillRect/>
          </a:stretch>
        </p:blipFill>
        <p:spPr bwMode="auto">
          <a:xfrm>
            <a:off x="2900216" y="1261076"/>
            <a:ext cx="3343564" cy="3398079"/>
          </a:xfrm>
          <a:prstGeom prst="rect">
            <a:avLst/>
          </a:prstGeom>
          <a:solidFill>
            <a:srgbClr val="FFFFFF"/>
          </a:solidFill>
        </p:spPr>
      </p:pic>
    </p:spTree>
    <p:extLst>
      <p:ext uri="{BB962C8B-B14F-4D97-AF65-F5344CB8AC3E}">
        <p14:creationId xmlns:p14="http://schemas.microsoft.com/office/powerpoint/2010/main" val="41306613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C5ADB-0F6C-CE10-E553-3CDDEABBDEB3}"/>
              </a:ext>
            </a:extLst>
          </p:cNvPr>
          <p:cNvSpPr>
            <a:spLocks noGrp="1"/>
          </p:cNvSpPr>
          <p:nvPr>
            <p:ph type="title"/>
          </p:nvPr>
        </p:nvSpPr>
        <p:spPr>
          <a:xfrm>
            <a:off x="628649" y="584942"/>
            <a:ext cx="7886699" cy="572790"/>
          </a:xfrm>
        </p:spPr>
        <p:txBody>
          <a:bodyPr vert="horz" lIns="91440" tIns="45720" rIns="91440" bIns="45720" rtlCol="0" anchor="ctr">
            <a:normAutofit fontScale="90000"/>
          </a:bodyPr>
          <a:lstStyle/>
          <a:p>
            <a:r>
              <a:rPr lang="en-US" dirty="0"/>
              <a:t>Activity: Hot, Warm, or Cold?</a:t>
            </a:r>
          </a:p>
        </p:txBody>
      </p:sp>
      <p:sp>
        <p:nvSpPr>
          <p:cNvPr id="7" name="Content Placeholder 6">
            <a:extLst>
              <a:ext uri="{FF2B5EF4-FFF2-40B4-BE49-F238E27FC236}">
                <a16:creationId xmlns:a16="http://schemas.microsoft.com/office/drawing/2014/main" id="{53D7E0AF-2152-5DD9-9743-5C7735D5594B}"/>
              </a:ext>
            </a:extLst>
          </p:cNvPr>
          <p:cNvSpPr>
            <a:spLocks noGrp="1"/>
          </p:cNvSpPr>
          <p:nvPr>
            <p:ph idx="1"/>
          </p:nvPr>
        </p:nvSpPr>
        <p:spPr>
          <a:xfrm>
            <a:off x="628650" y="1216369"/>
            <a:ext cx="7886700" cy="3325066"/>
          </a:xfrm>
        </p:spPr>
        <p:txBody>
          <a:bodyPr>
            <a:normAutofit/>
          </a:bodyPr>
          <a:lstStyle/>
          <a:p>
            <a:pPr marL="0" indent="0">
              <a:buNone/>
            </a:pPr>
            <a:r>
              <a:rPr lang="en-US" sz="2000" dirty="0"/>
              <a:t>A financial services company that processes high-volume transactions cannot afford more than a few minutes of downtime. Any downtime can result in significant financial loss and erosion of customer confidence. </a:t>
            </a:r>
          </a:p>
          <a:p>
            <a:pPr marL="0" indent="0">
              <a:buNone/>
            </a:pPr>
            <a:endParaRPr lang="en-US" sz="800" b="1" dirty="0"/>
          </a:p>
          <a:p>
            <a:pPr marL="0" indent="0">
              <a:buNone/>
            </a:pPr>
            <a:r>
              <a:rPr lang="en-US" sz="2000" dirty="0"/>
              <a:t>Which type of recovery site would be best for their situation?</a:t>
            </a:r>
          </a:p>
        </p:txBody>
      </p:sp>
      <p:sp>
        <p:nvSpPr>
          <p:cNvPr id="4" name="Slide Number Placeholder 3">
            <a:extLst>
              <a:ext uri="{FF2B5EF4-FFF2-40B4-BE49-F238E27FC236}">
                <a16:creationId xmlns:a16="http://schemas.microsoft.com/office/drawing/2014/main" id="{1E5AD126-5E97-17A2-7E0E-31AAE1726FA3}"/>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42</a:t>
            </a:fld>
            <a:endParaRPr lang="en-US" dirty="0"/>
          </a:p>
        </p:txBody>
      </p:sp>
      <p:sp>
        <p:nvSpPr>
          <p:cNvPr id="6" name="Footer Placeholder 5">
            <a:extLst>
              <a:ext uri="{FF2B5EF4-FFF2-40B4-BE49-F238E27FC236}">
                <a16:creationId xmlns:a16="http://schemas.microsoft.com/office/drawing/2014/main" id="{6C4AB4E3-7931-1787-FF0B-19410DEA3227}"/>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pic>
        <p:nvPicPr>
          <p:cNvPr id="5" name="Picture 4">
            <a:extLst>
              <a:ext uri="{FF2B5EF4-FFF2-40B4-BE49-F238E27FC236}">
                <a16:creationId xmlns:a16="http://schemas.microsoft.com/office/drawing/2014/main" id="{573F43B7-4B47-04BE-544C-35DC27A52E7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119226" y="2983391"/>
            <a:ext cx="4905548" cy="1716940"/>
          </a:xfrm>
          <a:prstGeom prst="rect">
            <a:avLst/>
          </a:prstGeom>
          <a:noFill/>
        </p:spPr>
      </p:pic>
    </p:spTree>
    <p:extLst>
      <p:ext uri="{BB962C8B-B14F-4D97-AF65-F5344CB8AC3E}">
        <p14:creationId xmlns:p14="http://schemas.microsoft.com/office/powerpoint/2010/main" val="31498425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67E3B-31C2-35D2-5527-9365308F6DFB}"/>
              </a:ext>
            </a:extLst>
          </p:cNvPr>
          <p:cNvSpPr>
            <a:spLocks noGrp="1"/>
          </p:cNvSpPr>
          <p:nvPr>
            <p:ph type="ctrTitle"/>
          </p:nvPr>
        </p:nvSpPr>
        <p:spPr>
          <a:xfrm>
            <a:off x="682580" y="840993"/>
            <a:ext cx="7318420" cy="1397942"/>
          </a:xfrm>
        </p:spPr>
        <p:txBody>
          <a:bodyPr anchor="b">
            <a:normAutofit/>
          </a:bodyPr>
          <a:lstStyle/>
          <a:p>
            <a:r>
              <a:rPr lang="en-US" dirty="0"/>
              <a:t>Summary</a:t>
            </a:r>
          </a:p>
        </p:txBody>
      </p:sp>
      <p:sp>
        <p:nvSpPr>
          <p:cNvPr id="11" name="Subtitle 10">
            <a:extLst>
              <a:ext uri="{FF2B5EF4-FFF2-40B4-BE49-F238E27FC236}">
                <a16:creationId xmlns:a16="http://schemas.microsoft.com/office/drawing/2014/main" id="{4CB98ADB-A04A-2206-270A-B2D8BA689573}"/>
              </a:ext>
            </a:extLst>
          </p:cNvPr>
          <p:cNvSpPr>
            <a:spLocks noGrp="1"/>
          </p:cNvSpPr>
          <p:nvPr>
            <p:ph type="subTitle" idx="1"/>
          </p:nvPr>
        </p:nvSpPr>
        <p:spPr>
          <a:xfrm>
            <a:off x="682580" y="2306171"/>
            <a:ext cx="7318420" cy="1633528"/>
          </a:xfrm>
        </p:spPr>
        <p:txBody>
          <a:bodyPr/>
          <a:lstStyle/>
          <a:p>
            <a:r>
              <a:rPr lang="en-US"/>
              <a:t>Explaining Application Services</a:t>
            </a:r>
          </a:p>
        </p:txBody>
      </p:sp>
      <p:sp>
        <p:nvSpPr>
          <p:cNvPr id="5" name="Slide Number Placeholder 4">
            <a:extLst>
              <a:ext uri="{FF2B5EF4-FFF2-40B4-BE49-F238E27FC236}">
                <a16:creationId xmlns:a16="http://schemas.microsoft.com/office/drawing/2014/main" id="{CB9F06C0-21B5-C8FF-42ED-C8C2C8B26E03}"/>
              </a:ext>
            </a:extLst>
          </p:cNvPr>
          <p:cNvSpPr>
            <a:spLocks noGrp="1"/>
          </p:cNvSpPr>
          <p:nvPr>
            <p:ph type="sldNum" sz="quarter" idx="12"/>
          </p:nvPr>
        </p:nvSpPr>
        <p:spPr>
          <a:xfrm>
            <a:off x="6457949" y="4762849"/>
            <a:ext cx="2173401" cy="273590"/>
          </a:xfrm>
        </p:spPr>
        <p:txBody>
          <a:bodyPr/>
          <a:lstStyle/>
          <a:p>
            <a:fld id="{64537577-822C-42C9-B1FE-62AC5F07B59D}" type="slidenum">
              <a:rPr lang="en-US" smtClean="0"/>
              <a:pPr/>
              <a:t>43</a:t>
            </a:fld>
            <a:endParaRPr lang="en-US" dirty="0"/>
          </a:p>
        </p:txBody>
      </p:sp>
      <p:sp>
        <p:nvSpPr>
          <p:cNvPr id="6" name="Footer Placeholder 5">
            <a:extLst>
              <a:ext uri="{FF2B5EF4-FFF2-40B4-BE49-F238E27FC236}">
                <a16:creationId xmlns:a16="http://schemas.microsoft.com/office/drawing/2014/main" id="{609406A0-EFEB-E9E8-691F-7DEB84D1F449}"/>
              </a:ext>
            </a:extLst>
          </p:cNvPr>
          <p:cNvSpPr>
            <a:spLocks noGrp="1"/>
          </p:cNvSpPr>
          <p:nvPr>
            <p:ph type="ftr" sz="quarter" idx="3"/>
          </p:nvPr>
        </p:nvSpPr>
        <p:spPr>
          <a:xfrm>
            <a:off x="628650" y="4762500"/>
            <a:ext cx="3943350" cy="274638"/>
          </a:xfrm>
        </p:spPr>
        <p:txBody>
          <a:bodyPr/>
          <a:lstStyle/>
          <a:p>
            <a:r>
              <a:rPr lang="en-US"/>
              <a:t>​Copyright © 2025 CompTIA, Inc. All Rights Reserved. </a:t>
            </a:r>
            <a:endParaRPr lang="en-US" dirty="0"/>
          </a:p>
        </p:txBody>
      </p:sp>
    </p:spTree>
    <p:extLst>
      <p:ext uri="{BB962C8B-B14F-4D97-AF65-F5344CB8AC3E}">
        <p14:creationId xmlns:p14="http://schemas.microsoft.com/office/powerpoint/2010/main" val="984566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5FD4B-B953-BEFC-78A3-725F1DE08E27}"/>
              </a:ext>
            </a:extLst>
          </p:cNvPr>
          <p:cNvSpPr>
            <a:spLocks noGrp="1"/>
          </p:cNvSpPr>
          <p:nvPr>
            <p:ph type="title"/>
          </p:nvPr>
        </p:nvSpPr>
        <p:spPr/>
        <p:txBody>
          <a:bodyPr>
            <a:normAutofit fontScale="90000"/>
          </a:bodyPr>
          <a:lstStyle/>
          <a:p>
            <a:r>
              <a:rPr lang="en-US" dirty="0"/>
              <a:t>Main Points</a:t>
            </a:r>
          </a:p>
        </p:txBody>
      </p:sp>
      <p:sp>
        <p:nvSpPr>
          <p:cNvPr id="3" name="Content Placeholder 2">
            <a:extLst>
              <a:ext uri="{FF2B5EF4-FFF2-40B4-BE49-F238E27FC236}">
                <a16:creationId xmlns:a16="http://schemas.microsoft.com/office/drawing/2014/main" id="{37F4092C-34AC-1128-EC89-05BCF335B867}"/>
              </a:ext>
            </a:extLst>
          </p:cNvPr>
          <p:cNvSpPr>
            <a:spLocks noGrp="1"/>
          </p:cNvSpPr>
          <p:nvPr>
            <p:ph idx="1"/>
          </p:nvPr>
        </p:nvSpPr>
        <p:spPr/>
        <p:txBody>
          <a:bodyPr/>
          <a:lstStyle/>
          <a:p>
            <a:pPr>
              <a:spcAft>
                <a:spcPts val="600"/>
              </a:spcAft>
            </a:pPr>
            <a:r>
              <a:rPr lang="en-US" b="1" dirty="0"/>
              <a:t>HTTPS everywhere</a:t>
            </a:r>
            <a:r>
              <a:rPr lang="en-US" dirty="0"/>
              <a:t>: Implement HTTPS (TLS/443) on web servers for secure communication</a:t>
            </a:r>
          </a:p>
          <a:p>
            <a:pPr>
              <a:spcAft>
                <a:spcPts val="600"/>
              </a:spcAft>
            </a:pPr>
            <a:r>
              <a:rPr lang="en-US" b="1" dirty="0"/>
              <a:t>Secure file transfer</a:t>
            </a:r>
            <a:r>
              <a:rPr lang="en-US" dirty="0"/>
              <a:t>: Utilize secure protocols like SFTP/FTPS (SSL/TLS) for file transfers</a:t>
            </a:r>
          </a:p>
          <a:p>
            <a:pPr>
              <a:spcAft>
                <a:spcPts val="600"/>
              </a:spcAft>
            </a:pPr>
            <a:r>
              <a:rPr lang="en-US" b="1" dirty="0"/>
              <a:t>Limit unencrypted sharing</a:t>
            </a:r>
            <a:r>
              <a:rPr lang="en-US" dirty="0"/>
              <a:t>: Restrict unencrypted services (SMB) to trusted internal networks</a:t>
            </a:r>
          </a:p>
          <a:p>
            <a:pPr>
              <a:spcAft>
                <a:spcPts val="600"/>
              </a:spcAft>
            </a:pPr>
            <a:r>
              <a:rPr lang="en-US" b="1" dirty="0"/>
              <a:t>Plan for disruptions</a:t>
            </a:r>
            <a:r>
              <a:rPr lang="en-US" dirty="0"/>
              <a:t>: Develop DR/HA plans with dedicated resources for business continuity</a:t>
            </a:r>
          </a:p>
        </p:txBody>
      </p:sp>
      <p:sp>
        <p:nvSpPr>
          <p:cNvPr id="5" name="Slide Number Placeholder 4">
            <a:extLst>
              <a:ext uri="{FF2B5EF4-FFF2-40B4-BE49-F238E27FC236}">
                <a16:creationId xmlns:a16="http://schemas.microsoft.com/office/drawing/2014/main" id="{6162B12D-82F6-F044-7F35-BFF181ED918B}"/>
              </a:ext>
            </a:extLst>
          </p:cNvPr>
          <p:cNvSpPr>
            <a:spLocks noGrp="1"/>
          </p:cNvSpPr>
          <p:nvPr>
            <p:ph type="sldNum" sz="quarter" idx="12"/>
          </p:nvPr>
        </p:nvSpPr>
        <p:spPr/>
        <p:txBody>
          <a:bodyPr/>
          <a:lstStyle/>
          <a:p>
            <a:pPr marL="0" marR="0" lvl="0" indent="0" algn="r" defTabSz="685526" rtl="0" eaLnBrk="1" fontAlgn="auto" latinLnBrk="0" hangingPunct="1">
              <a:lnSpc>
                <a:spcPct val="100000"/>
              </a:lnSpc>
              <a:spcBef>
                <a:spcPts val="0"/>
              </a:spcBef>
              <a:spcAft>
                <a:spcPts val="0"/>
              </a:spcAft>
              <a:buClrTx/>
              <a:buSzTx/>
              <a:buFontTx/>
              <a:buNone/>
              <a:tabLst/>
              <a:defRPr/>
            </a:pPr>
            <a:fld id="{64537577-822C-42C9-B1FE-62AC5F07B59D}" type="slidenum">
              <a:rPr kumimoji="0" lang="en-US" sz="800" b="0" i="0" u="none" strike="noStrike" kern="1200" cap="none" spc="0" normalizeH="0" baseline="0" noProof="0" smtClean="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pPr marL="0" marR="0" lvl="0" indent="0" algn="r" defTabSz="685526" rtl="0" eaLnBrk="1" fontAlgn="auto" latinLnBrk="0" hangingPunct="1">
                <a:lnSpc>
                  <a:spcPct val="100000"/>
                </a:lnSpc>
                <a:spcBef>
                  <a:spcPts val="0"/>
                </a:spcBef>
                <a:spcAft>
                  <a:spcPts val="0"/>
                </a:spcAft>
                <a:buClrTx/>
                <a:buSzTx/>
                <a:buFontTx/>
                <a:buNone/>
                <a:tabLst/>
                <a:defRPr/>
              </a:pPr>
              <a:t>44</a:t>
            </a:fld>
            <a:endPar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
        <p:nvSpPr>
          <p:cNvPr id="6" name="Footer Placeholder 5">
            <a:extLst>
              <a:ext uri="{FF2B5EF4-FFF2-40B4-BE49-F238E27FC236}">
                <a16:creationId xmlns:a16="http://schemas.microsoft.com/office/drawing/2014/main" id="{ED706EE9-3CE9-6395-9A93-722FD9D7A9E7}"/>
              </a:ext>
            </a:extLst>
          </p:cNvPr>
          <p:cNvSpPr>
            <a:spLocks noGrp="1"/>
          </p:cNvSpPr>
          <p:nvPr>
            <p:ph type="ftr" sz="quarter" idx="3"/>
          </p:nvPr>
        </p:nvSpPr>
        <p:spPr/>
        <p:txBody>
          <a:bodyPr/>
          <a:lstStyle/>
          <a:p>
            <a:pPr marL="0" marR="0" lvl="0" indent="0" algn="l" defTabSz="6855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rPr>
              <a:t>​Copyright © 2025 CompTIA, Inc. All Rights Reserved. </a:t>
            </a:r>
            <a:endParaRPr kumimoji="0" lang="en-US" sz="800" b="0" i="0" u="none" strike="noStrike" kern="1200" cap="none" spc="0" normalizeH="0" baseline="0" noProof="0" dirty="0">
              <a:ln>
                <a:noFill/>
              </a:ln>
              <a:solidFill>
                <a:prstClr val="white">
                  <a:lumMod val="85000"/>
                </a:prstClr>
              </a:solidFill>
              <a:effectLst/>
              <a:uLnTx/>
              <a:uFillTx/>
              <a:latin typeface="Noto Sans Condensed" panose="020B0502040504020204" pitchFamily="34" charset="0"/>
              <a:ea typeface="Noto Sans Condensed" panose="020B0502040504020204" pitchFamily="34" charset="0"/>
              <a:cs typeface="Noto Sans Condensed" panose="020B0502040504020204" pitchFamily="34" charset="0"/>
            </a:endParaRPr>
          </a:p>
        </p:txBody>
      </p:sp>
    </p:spTree>
    <p:extLst>
      <p:ext uri="{BB962C8B-B14F-4D97-AF65-F5344CB8AC3E}">
        <p14:creationId xmlns:p14="http://schemas.microsoft.com/office/powerpoint/2010/main" val="1940928441"/>
      </p:ext>
    </p:extLst>
  </p:cSld>
  <p:clrMapOvr>
    <a:masterClrMapping/>
  </p:clrMapOvr>
</p:sld>
</file>

<file path=ppt/theme/theme1.xml><?xml version="1.0" encoding="utf-8"?>
<a:theme xmlns:a="http://schemas.openxmlformats.org/drawingml/2006/main" name="Learning Design">
  <a:themeElements>
    <a:clrScheme name="Custom 5">
      <a:dk1>
        <a:srgbClr val="000000"/>
      </a:dk1>
      <a:lt1>
        <a:srgbClr val="FFFFFF"/>
      </a:lt1>
      <a:dk2>
        <a:srgbClr val="004F70"/>
      </a:dk2>
      <a:lt2>
        <a:srgbClr val="E7E6E6"/>
      </a:lt2>
      <a:accent1>
        <a:srgbClr val="004F70"/>
      </a:accent1>
      <a:accent2>
        <a:srgbClr val="C8102E"/>
      </a:accent2>
      <a:accent3>
        <a:srgbClr val="007377"/>
      </a:accent3>
      <a:accent4>
        <a:srgbClr val="009CA6"/>
      </a:accent4>
      <a:accent5>
        <a:srgbClr val="63CCC8"/>
      </a:accent5>
      <a:accent6>
        <a:srgbClr val="004F70"/>
      </a:accent6>
      <a:hlink>
        <a:srgbClr val="00698E"/>
      </a:hlink>
      <a:folHlink>
        <a:srgbClr val="572B83"/>
      </a:folHlink>
    </a:clrScheme>
    <a:fontScheme name="Inter_NotoSans">
      <a:majorFont>
        <a:latin typeface="Inter"/>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deoRecording_Template" id="{9C93CD7A-60DB-40F2-A8A8-CA06A4377559}" vid="{8B197F58-6409-4754-95E5-6FD514C1EF1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1" ma:contentTypeDescription="Create a new document." ma:contentTypeScope="" ma:versionID="1bd29a7743d722a7a4e1536ec53122b2">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1e45cb6768d0452792e526d740a19175"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SharedWithUsers xmlns="315eb565-7267-4a95-9087-2f433ded3c8b">
      <UserInfo>
        <DisplayName>Juan Guerrero</DisplayName>
        <AccountId>1541</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C976240-38D6-4831-BF27-FC165F6E2AD7}">
  <ds:schemaRefs>
    <ds:schemaRef ds:uri="315eb565-7267-4a95-9087-2f433ded3c8b"/>
    <ds:schemaRef ds:uri="95a46270-66ec-4bdf-aabc-d78887d5141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F0D52A02-1E55-4DBA-994E-857BEA779AC3}">
  <ds:schemaRefs>
    <ds:schemaRef ds:uri="http://schemas.openxmlformats.org/package/2006/metadata/core-properties"/>
    <ds:schemaRef ds:uri="http://schemas.microsoft.com/sharepoint/v3"/>
    <ds:schemaRef ds:uri="http://www.w3.org/XML/1998/namespace"/>
    <ds:schemaRef ds:uri="http://schemas.microsoft.com/office/2006/metadata/properties"/>
    <ds:schemaRef ds:uri="http://schemas.microsoft.com/office/2006/documentManagement/types"/>
    <ds:schemaRef ds:uri="http://schemas.microsoft.com/office/infopath/2007/PartnerControls"/>
    <ds:schemaRef ds:uri="http://purl.org/dc/elements/1.1/"/>
    <ds:schemaRef ds:uri="95a46270-66ec-4bdf-aabc-d78887d51418"/>
    <ds:schemaRef ds:uri="315eb565-7267-4a95-9087-2f433ded3c8b"/>
    <ds:schemaRef ds:uri="http://purl.org/dc/dcmitype/"/>
    <ds:schemaRef ds:uri="http://purl.org/dc/terms/"/>
  </ds:schemaRefs>
</ds:datastoreItem>
</file>

<file path=customXml/itemProps3.xml><?xml version="1.0" encoding="utf-8"?>
<ds:datastoreItem xmlns:ds="http://schemas.openxmlformats.org/officeDocument/2006/customXml" ds:itemID="{743C1A66-679F-4E54-96D0-138142AFAC6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2472</TotalTime>
  <Words>6504</Words>
  <Application>Microsoft Office PowerPoint</Application>
  <PresentationFormat>Custom</PresentationFormat>
  <Paragraphs>737</Paragraphs>
  <Slides>44</Slides>
  <Notes>44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44</vt:i4>
      </vt:variant>
    </vt:vector>
  </HeadingPairs>
  <TitlesOfParts>
    <vt:vector size="55" baseType="lpstr">
      <vt:lpstr>Arial</vt:lpstr>
      <vt:lpstr>Calibri</vt:lpstr>
      <vt:lpstr>Courier New</vt:lpstr>
      <vt:lpstr>Inter</vt:lpstr>
      <vt:lpstr>Lato</vt:lpstr>
      <vt:lpstr>Noto Sans</vt:lpstr>
      <vt:lpstr>Noto Sans Condensed</vt:lpstr>
      <vt:lpstr>Open Sans</vt:lpstr>
      <vt:lpstr>roboto</vt:lpstr>
      <vt:lpstr>Wingdings</vt:lpstr>
      <vt:lpstr>Learning Design</vt:lpstr>
      <vt:lpstr>Module 7</vt:lpstr>
      <vt:lpstr>Module Objectives</vt:lpstr>
      <vt:lpstr>Lesson 7.1</vt:lpstr>
      <vt:lpstr>Transport Layer Security (TLS)</vt:lpstr>
      <vt:lpstr>TLS Handshake</vt:lpstr>
      <vt:lpstr>Network Time Protocol (NTP)</vt:lpstr>
      <vt:lpstr>NTP Diagram</vt:lpstr>
      <vt:lpstr>Precision Time Protocol (PTP)</vt:lpstr>
      <vt:lpstr>Activity: Fill in the Blank </vt:lpstr>
      <vt:lpstr>Lesson 7.2</vt:lpstr>
      <vt:lpstr>Hyper Text Transfer Protocol (HTTP)</vt:lpstr>
      <vt:lpstr>Hyper Text Transfer Protocol (HTTP)</vt:lpstr>
      <vt:lpstr>HTTP Secure (HTTPS)</vt:lpstr>
      <vt:lpstr>File Transfer Protocol (FTP)  vs. Secure File Transfer Protocol (SFTP)</vt:lpstr>
      <vt:lpstr>Server Message Block Protocol (SMB)</vt:lpstr>
      <vt:lpstr>SMB Diagram</vt:lpstr>
      <vt:lpstr>Network Attached Storage (NAS)</vt:lpstr>
      <vt:lpstr>NAS Diagram</vt:lpstr>
      <vt:lpstr>RDBMS Database Service</vt:lpstr>
      <vt:lpstr>NoSQL Database Service</vt:lpstr>
      <vt:lpstr>RDBMS vs NoSQL</vt:lpstr>
      <vt:lpstr>Activity: Matching</vt:lpstr>
      <vt:lpstr>Lesson 7.3</vt:lpstr>
      <vt:lpstr>Simple Mail Transfer Protocol (SMTP)</vt:lpstr>
      <vt:lpstr>Internet Message Access Protocol (IMAP)</vt:lpstr>
      <vt:lpstr>SMTP and IMAP Diagram</vt:lpstr>
      <vt:lpstr>Voice and Video Services</vt:lpstr>
      <vt:lpstr>VoIP Protocols</vt:lpstr>
      <vt:lpstr>Activity: Trivia</vt:lpstr>
      <vt:lpstr>Lesson 7.4</vt:lpstr>
      <vt:lpstr>Disaster Recovery Concepts</vt:lpstr>
      <vt:lpstr>Disaster Recovery Metrics </vt:lpstr>
      <vt:lpstr>Disaster Recovery Sites</vt:lpstr>
      <vt:lpstr>Fault Tolerance and Redundancy</vt:lpstr>
      <vt:lpstr>Key Performance Indicators (KPIs)</vt:lpstr>
      <vt:lpstr>Load Balancers</vt:lpstr>
      <vt:lpstr>Load Balancer Diagram</vt:lpstr>
      <vt:lpstr>High Availability Clusters</vt:lpstr>
      <vt:lpstr>High Availability Clusters Diagram</vt:lpstr>
      <vt:lpstr>First Hop Redundancy</vt:lpstr>
      <vt:lpstr>First Hop Redundancy Diagram</vt:lpstr>
      <vt:lpstr>Activity: Hot, Warm, or Cold?</vt:lpstr>
      <vt:lpstr>Summary</vt:lpstr>
      <vt:lpstr>Main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[Video Title]</dc:title>
  <dc:creator>Yvette Delim</dc:creator>
  <cp:lastModifiedBy>Amy Glidewell</cp:lastModifiedBy>
  <cp:revision>29</cp:revision>
  <dcterms:created xsi:type="dcterms:W3CDTF">2024-03-17T18:19:12Z</dcterms:created>
  <dcterms:modified xsi:type="dcterms:W3CDTF">2025-04-21T22:52:22Z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0x010100F8AB8BE3257A504EB15FA3D006F5CE14</vt:lpwstr>
  </property>
  <property fmtid="{D5CDD505-2E9C-101B-9397-08002B2CF9AE}" pid="3" name="MediaServiceImageTags">
    <vt:lpwstr/>
  </property>
</Properties>
</file>