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0.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8.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46.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47.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54"/>
  </p:notesMasterIdLst>
  <p:handoutMasterIdLst>
    <p:handoutMasterId r:id="rId55"/>
  </p:handoutMasterIdLst>
  <p:sldIdLst>
    <p:sldId id="286" r:id="rId5"/>
    <p:sldId id="303" r:id="rId6"/>
    <p:sldId id="310" r:id="rId7"/>
    <p:sldId id="348" r:id="rId8"/>
    <p:sldId id="356" r:id="rId9"/>
    <p:sldId id="399" r:id="rId10"/>
    <p:sldId id="357" r:id="rId11"/>
    <p:sldId id="358" r:id="rId12"/>
    <p:sldId id="360" r:id="rId13"/>
    <p:sldId id="361" r:id="rId14"/>
    <p:sldId id="362" r:id="rId15"/>
    <p:sldId id="363" r:id="rId16"/>
    <p:sldId id="364" r:id="rId17"/>
    <p:sldId id="371" r:id="rId18"/>
    <p:sldId id="372" r:id="rId19"/>
    <p:sldId id="373" r:id="rId20"/>
    <p:sldId id="365" r:id="rId21"/>
    <p:sldId id="366" r:id="rId22"/>
    <p:sldId id="276" r:id="rId23"/>
    <p:sldId id="374" r:id="rId24"/>
    <p:sldId id="369" r:id="rId25"/>
    <p:sldId id="370" r:id="rId26"/>
    <p:sldId id="375" r:id="rId27"/>
    <p:sldId id="376" r:id="rId28"/>
    <p:sldId id="377" r:id="rId29"/>
    <p:sldId id="378" r:id="rId30"/>
    <p:sldId id="381" r:id="rId31"/>
    <p:sldId id="379" r:id="rId32"/>
    <p:sldId id="380" r:id="rId33"/>
    <p:sldId id="382" r:id="rId34"/>
    <p:sldId id="390" r:id="rId35"/>
    <p:sldId id="386" r:id="rId36"/>
    <p:sldId id="400" r:id="rId37"/>
    <p:sldId id="291" r:id="rId38"/>
    <p:sldId id="293" r:id="rId39"/>
    <p:sldId id="391" r:id="rId40"/>
    <p:sldId id="388" r:id="rId41"/>
    <p:sldId id="294" r:id="rId42"/>
    <p:sldId id="389" r:id="rId43"/>
    <p:sldId id="384" r:id="rId44"/>
    <p:sldId id="385" r:id="rId45"/>
    <p:sldId id="392" r:id="rId46"/>
    <p:sldId id="393" r:id="rId47"/>
    <p:sldId id="396" r:id="rId48"/>
    <p:sldId id="395" r:id="rId49"/>
    <p:sldId id="397" r:id="rId50"/>
    <p:sldId id="398" r:id="rId51"/>
    <p:sldId id="345" r:id="rId52"/>
    <p:sldId id="346" r:id="rId53"/>
  </p:sldIdLst>
  <p:sldSz cx="9144000" cy="5138738"/>
  <p:notesSz cx="6858000" cy="9144000"/>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A46D5D-4AF8-B1C5-A87E-72C1B08C9D01}" name="Amanda Kissinger" initials="" userId="S::AKissinger@comptia.global::0440470d-4bd8-4812-9337-f95059fb652d" providerId="AD"/>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2F"/>
    <a:srgbClr val="582C83"/>
    <a:srgbClr val="455461"/>
    <a:srgbClr val="007377"/>
    <a:srgbClr val="004F71"/>
    <a:srgbClr val="404448"/>
    <a:srgbClr val="586169"/>
    <a:srgbClr val="F2A900"/>
    <a:srgbClr val="A11661"/>
    <a:srgbClr val="7D1D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93067" autoAdjust="0"/>
  </p:normalViewPr>
  <p:slideViewPr>
    <p:cSldViewPr snapToGrid="0">
      <p:cViewPr varScale="1">
        <p:scale>
          <a:sx n="148" d="100"/>
          <a:sy n="148" d="100"/>
        </p:scale>
        <p:origin x="132" y="216"/>
      </p:cViewPr>
      <p:guideLst>
        <p:guide orient="horz" pos="1619"/>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50" d="100"/>
          <a:sy n="150" d="100"/>
        </p:scale>
        <p:origin x="2248" y="1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Kissinger" userId="S::akissinger@comptia.global::0440470d-4bd8-4812-9337-f95059fb652d" providerId="AD" clId="Web-{3B286906-33C7-D6D3-B332-1DA00916EB11}"/>
    <pc:docChg chg="modSld">
      <pc:chgData name="Amanda Kissinger" userId="S::akissinger@comptia.global::0440470d-4bd8-4812-9337-f95059fb652d" providerId="AD" clId="Web-{3B286906-33C7-D6D3-B332-1DA00916EB11}" dt="2024-08-20T19:11:04.615" v="3"/>
      <pc:docMkLst>
        <pc:docMk/>
      </pc:docMkLst>
      <pc:sldChg chg="modNotes">
        <pc:chgData name="Amanda Kissinger" userId="S::akissinger@comptia.global::0440470d-4bd8-4812-9337-f95059fb652d" providerId="AD" clId="Web-{3B286906-33C7-D6D3-B332-1DA00916EB11}" dt="2024-08-20T19:10:31.675" v="0"/>
        <pc:sldMkLst>
          <pc:docMk/>
          <pc:sldMk cId="3887177787" sldId="365"/>
        </pc:sldMkLst>
      </pc:sldChg>
      <pc:sldChg chg="modNotes">
        <pc:chgData name="Amanda Kissinger" userId="S::akissinger@comptia.global::0440470d-4bd8-4812-9337-f95059fb652d" providerId="AD" clId="Web-{3B286906-33C7-D6D3-B332-1DA00916EB11}" dt="2024-08-20T19:10:45.489" v="1"/>
        <pc:sldMkLst>
          <pc:docMk/>
          <pc:sldMk cId="634583730" sldId="369"/>
        </pc:sldMkLst>
      </pc:sldChg>
      <pc:sldChg chg="modNotes">
        <pc:chgData name="Amanda Kissinger" userId="S::akissinger@comptia.global::0440470d-4bd8-4812-9337-f95059fb652d" providerId="AD" clId="Web-{3B286906-33C7-D6D3-B332-1DA00916EB11}" dt="2024-08-20T19:10:54.568" v="2"/>
        <pc:sldMkLst>
          <pc:docMk/>
          <pc:sldMk cId="2195626175" sldId="370"/>
        </pc:sldMkLst>
      </pc:sldChg>
      <pc:sldChg chg="modNotes">
        <pc:chgData name="Amanda Kissinger" userId="S::akissinger@comptia.global::0440470d-4bd8-4812-9337-f95059fb652d" providerId="AD" clId="Web-{3B286906-33C7-D6D3-B332-1DA00916EB11}" dt="2024-08-20T19:11:04.615" v="3"/>
        <pc:sldMkLst>
          <pc:docMk/>
          <pc:sldMk cId="549546394" sldId="376"/>
        </pc:sldMkLst>
      </pc:sldChg>
    </pc:docChg>
  </pc:docChgLst>
  <pc:docChgLst>
    <pc:chgData name="Amy Glidewell" userId="095a4851-014c-47ed-bf1b-0c4b57406e94" providerId="ADAL" clId="{837F8ED9-98EC-4803-AA5D-0F1F63106EE6}"/>
    <pc:docChg chg="custSel modSld modMainMaster">
      <pc:chgData name="Amy Glidewell" userId="095a4851-014c-47ed-bf1b-0c4b57406e94" providerId="ADAL" clId="{837F8ED9-98EC-4803-AA5D-0F1F63106EE6}" dt="2024-09-28T01:48:30.485" v="136" actId="478"/>
      <pc:docMkLst>
        <pc:docMk/>
      </pc:docMkLst>
      <pc:sldChg chg="modSp mod">
        <pc:chgData name="Amy Glidewell" userId="095a4851-014c-47ed-bf1b-0c4b57406e94" providerId="ADAL" clId="{837F8ED9-98EC-4803-AA5D-0F1F63106EE6}" dt="2024-09-28T01:38:58.148" v="85" actId="1076"/>
        <pc:sldMkLst>
          <pc:docMk/>
          <pc:sldMk cId="179778812" sldId="276"/>
        </pc:sldMkLst>
      </pc:sldChg>
      <pc:sldChg chg="modSp mod">
        <pc:chgData name="Amy Glidewell" userId="095a4851-014c-47ed-bf1b-0c4b57406e94" providerId="ADAL" clId="{837F8ED9-98EC-4803-AA5D-0F1F63106EE6}" dt="2024-09-28T01:30:58.152" v="40" actId="14100"/>
        <pc:sldMkLst>
          <pc:docMk/>
          <pc:sldMk cId="2847251408" sldId="286"/>
        </pc:sldMkLst>
      </pc:sldChg>
      <pc:sldChg chg="modSp mod">
        <pc:chgData name="Amy Glidewell" userId="095a4851-014c-47ed-bf1b-0c4b57406e94" providerId="ADAL" clId="{837F8ED9-98EC-4803-AA5D-0F1F63106EE6}" dt="2024-09-28T01:44:20.155" v="120" actId="14100"/>
        <pc:sldMkLst>
          <pc:docMk/>
          <pc:sldMk cId="1344713965" sldId="291"/>
        </pc:sldMkLst>
      </pc:sldChg>
      <pc:sldChg chg="modSp mod">
        <pc:chgData name="Amy Glidewell" userId="095a4851-014c-47ed-bf1b-0c4b57406e94" providerId="ADAL" clId="{837F8ED9-98EC-4803-AA5D-0F1F63106EE6}" dt="2024-09-28T01:45:02.554" v="124" actId="1076"/>
        <pc:sldMkLst>
          <pc:docMk/>
          <pc:sldMk cId="2915346632" sldId="293"/>
        </pc:sldMkLst>
      </pc:sldChg>
      <pc:sldChg chg="modSp mod">
        <pc:chgData name="Amy Glidewell" userId="095a4851-014c-47ed-bf1b-0c4b57406e94" providerId="ADAL" clId="{837F8ED9-98EC-4803-AA5D-0F1F63106EE6}" dt="2024-09-28T01:46:21.608" v="133" actId="1076"/>
        <pc:sldMkLst>
          <pc:docMk/>
          <pc:sldMk cId="3154545123" sldId="294"/>
        </pc:sldMkLst>
      </pc:sldChg>
      <pc:sldChg chg="modSp mod">
        <pc:chgData name="Amy Glidewell" userId="095a4851-014c-47ed-bf1b-0c4b57406e94" providerId="ADAL" clId="{837F8ED9-98EC-4803-AA5D-0F1F63106EE6}" dt="2024-09-28T01:29:41.194" v="1" actId="27636"/>
        <pc:sldMkLst>
          <pc:docMk/>
          <pc:sldMk cId="456784020" sldId="303"/>
        </pc:sldMkLst>
      </pc:sldChg>
      <pc:sldChg chg="modSp mod">
        <pc:chgData name="Amy Glidewell" userId="095a4851-014c-47ed-bf1b-0c4b57406e94" providerId="ADAL" clId="{837F8ED9-98EC-4803-AA5D-0F1F63106EE6}" dt="2024-09-28T01:29:41.543" v="34" actId="27636"/>
        <pc:sldMkLst>
          <pc:docMk/>
          <pc:sldMk cId="1940928441" sldId="346"/>
        </pc:sldMkLst>
      </pc:sldChg>
      <pc:sldChg chg="modSp mod">
        <pc:chgData name="Amy Glidewell" userId="095a4851-014c-47ed-bf1b-0c4b57406e94" providerId="ADAL" clId="{837F8ED9-98EC-4803-AA5D-0F1F63106EE6}" dt="2024-09-28T01:47:08.192" v="134" actId="255"/>
        <pc:sldMkLst>
          <pc:docMk/>
          <pc:sldMk cId="3413798002" sldId="348"/>
        </pc:sldMkLst>
      </pc:sldChg>
      <pc:sldChg chg="modSp mod">
        <pc:chgData name="Amy Glidewell" userId="095a4851-014c-47ed-bf1b-0c4b57406e94" providerId="ADAL" clId="{837F8ED9-98EC-4803-AA5D-0F1F63106EE6}" dt="2024-09-28T01:31:33.023" v="42" actId="207"/>
        <pc:sldMkLst>
          <pc:docMk/>
          <pc:sldMk cId="2671544709" sldId="356"/>
        </pc:sldMkLst>
      </pc:sldChg>
      <pc:sldChg chg="modSp mod">
        <pc:chgData name="Amy Glidewell" userId="095a4851-014c-47ed-bf1b-0c4b57406e94" providerId="ADAL" clId="{837F8ED9-98EC-4803-AA5D-0F1F63106EE6}" dt="2024-09-28T01:29:41.228" v="4" actId="27636"/>
        <pc:sldMkLst>
          <pc:docMk/>
          <pc:sldMk cId="3651589279" sldId="357"/>
        </pc:sldMkLst>
      </pc:sldChg>
      <pc:sldChg chg="modSp mod">
        <pc:chgData name="Amy Glidewell" userId="095a4851-014c-47ed-bf1b-0c4b57406e94" providerId="ADAL" clId="{837F8ED9-98EC-4803-AA5D-0F1F63106EE6}" dt="2024-09-28T01:29:41.240" v="5" actId="27636"/>
        <pc:sldMkLst>
          <pc:docMk/>
          <pc:sldMk cId="663825187" sldId="358"/>
        </pc:sldMkLst>
      </pc:sldChg>
      <pc:sldChg chg="modSp mod">
        <pc:chgData name="Amy Glidewell" userId="095a4851-014c-47ed-bf1b-0c4b57406e94" providerId="ADAL" clId="{837F8ED9-98EC-4803-AA5D-0F1F63106EE6}" dt="2024-09-28T01:29:41.247" v="6" actId="27636"/>
        <pc:sldMkLst>
          <pc:docMk/>
          <pc:sldMk cId="3278936362" sldId="359"/>
        </pc:sldMkLst>
      </pc:sldChg>
      <pc:sldChg chg="modSp mod">
        <pc:chgData name="Amy Glidewell" userId="095a4851-014c-47ed-bf1b-0c4b57406e94" providerId="ADAL" clId="{837F8ED9-98EC-4803-AA5D-0F1F63106EE6}" dt="2024-09-28T01:34:13.258" v="59" actId="1035"/>
        <pc:sldMkLst>
          <pc:docMk/>
          <pc:sldMk cId="2751125463" sldId="360"/>
        </pc:sldMkLst>
      </pc:sldChg>
      <pc:sldChg chg="modSp mod">
        <pc:chgData name="Amy Glidewell" userId="095a4851-014c-47ed-bf1b-0c4b57406e94" providerId="ADAL" clId="{837F8ED9-98EC-4803-AA5D-0F1F63106EE6}" dt="2024-09-28T01:35:30.977" v="64" actId="207"/>
        <pc:sldMkLst>
          <pc:docMk/>
          <pc:sldMk cId="2650426886" sldId="361"/>
        </pc:sldMkLst>
      </pc:sldChg>
      <pc:sldChg chg="modSp mod">
        <pc:chgData name="Amy Glidewell" userId="095a4851-014c-47ed-bf1b-0c4b57406e94" providerId="ADAL" clId="{837F8ED9-98EC-4803-AA5D-0F1F63106EE6}" dt="2024-09-28T01:35:50.965" v="66" actId="255"/>
        <pc:sldMkLst>
          <pc:docMk/>
          <pc:sldMk cId="1352163313" sldId="362"/>
        </pc:sldMkLst>
      </pc:sldChg>
      <pc:sldChg chg="modSp mod">
        <pc:chgData name="Amy Glidewell" userId="095a4851-014c-47ed-bf1b-0c4b57406e94" providerId="ADAL" clId="{837F8ED9-98EC-4803-AA5D-0F1F63106EE6}" dt="2024-09-28T01:36:18.645" v="67" actId="1076"/>
        <pc:sldMkLst>
          <pc:docMk/>
          <pc:sldMk cId="3132409680" sldId="364"/>
        </pc:sldMkLst>
      </pc:sldChg>
      <pc:sldChg chg="modSp mod">
        <pc:chgData name="Amy Glidewell" userId="095a4851-014c-47ed-bf1b-0c4b57406e94" providerId="ADAL" clId="{837F8ED9-98EC-4803-AA5D-0F1F63106EE6}" dt="2024-09-28T01:38:10.642" v="80" actId="255"/>
        <pc:sldMkLst>
          <pc:docMk/>
          <pc:sldMk cId="3887177787" sldId="365"/>
        </pc:sldMkLst>
      </pc:sldChg>
      <pc:sldChg chg="modSp mod">
        <pc:chgData name="Amy Glidewell" userId="095a4851-014c-47ed-bf1b-0c4b57406e94" providerId="ADAL" clId="{837F8ED9-98EC-4803-AA5D-0F1F63106EE6}" dt="2024-09-28T01:38:27.897" v="82" actId="255"/>
        <pc:sldMkLst>
          <pc:docMk/>
          <pc:sldMk cId="1288130243" sldId="366"/>
        </pc:sldMkLst>
      </pc:sldChg>
      <pc:sldChg chg="modSp mod">
        <pc:chgData name="Amy Glidewell" userId="095a4851-014c-47ed-bf1b-0c4b57406e94" providerId="ADAL" clId="{837F8ED9-98EC-4803-AA5D-0F1F63106EE6}" dt="2024-09-28T01:29:41.330" v="16" actId="27636"/>
        <pc:sldMkLst>
          <pc:docMk/>
          <pc:sldMk cId="634583730" sldId="369"/>
        </pc:sldMkLst>
      </pc:sldChg>
      <pc:sldChg chg="modSp mod">
        <pc:chgData name="Amy Glidewell" userId="095a4851-014c-47ed-bf1b-0c4b57406e94" providerId="ADAL" clId="{837F8ED9-98EC-4803-AA5D-0F1F63106EE6}" dt="2024-09-28T01:39:37.890" v="87" actId="14100"/>
        <pc:sldMkLst>
          <pc:docMk/>
          <pc:sldMk cId="2195626175" sldId="370"/>
        </pc:sldMkLst>
      </pc:sldChg>
      <pc:sldChg chg="modSp mod">
        <pc:chgData name="Amy Glidewell" userId="095a4851-014c-47ed-bf1b-0c4b57406e94" providerId="ADAL" clId="{837F8ED9-98EC-4803-AA5D-0F1F63106EE6}" dt="2024-09-28T01:37:01.350" v="72" actId="1076"/>
        <pc:sldMkLst>
          <pc:docMk/>
          <pc:sldMk cId="914772510" sldId="371"/>
        </pc:sldMkLst>
      </pc:sldChg>
      <pc:sldChg chg="modSp mod">
        <pc:chgData name="Amy Glidewell" userId="095a4851-014c-47ed-bf1b-0c4b57406e94" providerId="ADAL" clId="{837F8ED9-98EC-4803-AA5D-0F1F63106EE6}" dt="2024-09-28T01:37:22.631" v="75" actId="255"/>
        <pc:sldMkLst>
          <pc:docMk/>
          <pc:sldMk cId="1810912691" sldId="372"/>
        </pc:sldMkLst>
      </pc:sldChg>
      <pc:sldChg chg="modSp mod">
        <pc:chgData name="Amy Glidewell" userId="095a4851-014c-47ed-bf1b-0c4b57406e94" providerId="ADAL" clId="{837F8ED9-98EC-4803-AA5D-0F1F63106EE6}" dt="2024-09-28T01:37:47.138" v="78" actId="255"/>
        <pc:sldMkLst>
          <pc:docMk/>
          <pc:sldMk cId="3609960181" sldId="373"/>
        </pc:sldMkLst>
      </pc:sldChg>
      <pc:sldChg chg="modSp mod">
        <pc:chgData name="Amy Glidewell" userId="095a4851-014c-47ed-bf1b-0c4b57406e94" providerId="ADAL" clId="{837F8ED9-98EC-4803-AA5D-0F1F63106EE6}" dt="2024-09-28T01:40:23.065" v="95" actId="20577"/>
        <pc:sldMkLst>
          <pc:docMk/>
          <pc:sldMk cId="42321478" sldId="375"/>
        </pc:sldMkLst>
      </pc:sldChg>
      <pc:sldChg chg="modSp mod">
        <pc:chgData name="Amy Glidewell" userId="095a4851-014c-47ed-bf1b-0c4b57406e94" providerId="ADAL" clId="{837F8ED9-98EC-4803-AA5D-0F1F63106EE6}" dt="2024-09-28T01:40:53.607" v="98" actId="1076"/>
        <pc:sldMkLst>
          <pc:docMk/>
          <pc:sldMk cId="549546394" sldId="376"/>
        </pc:sldMkLst>
      </pc:sldChg>
      <pc:sldChg chg="modSp mod">
        <pc:chgData name="Amy Glidewell" userId="095a4851-014c-47ed-bf1b-0c4b57406e94" providerId="ADAL" clId="{837F8ED9-98EC-4803-AA5D-0F1F63106EE6}" dt="2024-09-28T01:41:02.513" v="99" actId="1076"/>
        <pc:sldMkLst>
          <pc:docMk/>
          <pc:sldMk cId="1040574670" sldId="377"/>
        </pc:sldMkLst>
      </pc:sldChg>
      <pc:sldChg chg="modSp mod">
        <pc:chgData name="Amy Glidewell" userId="095a4851-014c-47ed-bf1b-0c4b57406e94" providerId="ADAL" clId="{837F8ED9-98EC-4803-AA5D-0F1F63106EE6}" dt="2024-09-28T01:41:45.095" v="104" actId="1076"/>
        <pc:sldMkLst>
          <pc:docMk/>
          <pc:sldMk cId="1589259468" sldId="378"/>
        </pc:sldMkLst>
      </pc:sldChg>
      <pc:sldChg chg="modSp mod">
        <pc:chgData name="Amy Glidewell" userId="095a4851-014c-47ed-bf1b-0c4b57406e94" providerId="ADAL" clId="{837F8ED9-98EC-4803-AA5D-0F1F63106EE6}" dt="2024-09-28T01:42:07.327" v="107" actId="1076"/>
        <pc:sldMkLst>
          <pc:docMk/>
          <pc:sldMk cId="3518573076" sldId="379"/>
        </pc:sldMkLst>
      </pc:sldChg>
      <pc:sldChg chg="modSp mod">
        <pc:chgData name="Amy Glidewell" userId="095a4851-014c-47ed-bf1b-0c4b57406e94" providerId="ADAL" clId="{837F8ED9-98EC-4803-AA5D-0F1F63106EE6}" dt="2024-09-28T01:42:18.939" v="108" actId="255"/>
        <pc:sldMkLst>
          <pc:docMk/>
          <pc:sldMk cId="3102135878" sldId="380"/>
        </pc:sldMkLst>
      </pc:sldChg>
      <pc:sldChg chg="modSp mod">
        <pc:chgData name="Amy Glidewell" userId="095a4851-014c-47ed-bf1b-0c4b57406e94" providerId="ADAL" clId="{837F8ED9-98EC-4803-AA5D-0F1F63106EE6}" dt="2024-09-28T01:43:12.714" v="114" actId="1076"/>
        <pc:sldMkLst>
          <pc:docMk/>
          <pc:sldMk cId="1160610622" sldId="382"/>
        </pc:sldMkLst>
      </pc:sldChg>
      <pc:sldChg chg="modSp mod">
        <pc:chgData name="Amy Glidewell" userId="095a4851-014c-47ed-bf1b-0c4b57406e94" providerId="ADAL" clId="{837F8ED9-98EC-4803-AA5D-0F1F63106EE6}" dt="2024-09-28T01:29:41.489" v="30" actId="27636"/>
        <pc:sldMkLst>
          <pc:docMk/>
          <pc:sldMk cId="1795708797" sldId="384"/>
        </pc:sldMkLst>
      </pc:sldChg>
      <pc:sldChg chg="delSp modSp mod">
        <pc:chgData name="Amy Glidewell" userId="095a4851-014c-47ed-bf1b-0c4b57406e94" providerId="ADAL" clId="{837F8ED9-98EC-4803-AA5D-0F1F63106EE6}" dt="2024-09-28T01:44:03.072" v="118" actId="1076"/>
        <pc:sldMkLst>
          <pc:docMk/>
          <pc:sldMk cId="1608967422" sldId="386"/>
        </pc:sldMkLst>
      </pc:sldChg>
      <pc:sldChg chg="modSp mod">
        <pc:chgData name="Amy Glidewell" userId="095a4851-014c-47ed-bf1b-0c4b57406e94" providerId="ADAL" clId="{837F8ED9-98EC-4803-AA5D-0F1F63106EE6}" dt="2024-09-28T01:45:41.164" v="126" actId="255"/>
        <pc:sldMkLst>
          <pc:docMk/>
          <pc:sldMk cId="1752622020" sldId="388"/>
        </pc:sldMkLst>
      </pc:sldChg>
      <pc:sldChg chg="modSp mod">
        <pc:chgData name="Amy Glidewell" userId="095a4851-014c-47ed-bf1b-0c4b57406e94" providerId="ADAL" clId="{837F8ED9-98EC-4803-AA5D-0F1F63106EE6}" dt="2024-09-28T01:29:41.480" v="29" actId="27636"/>
        <pc:sldMkLst>
          <pc:docMk/>
          <pc:sldMk cId="1985465990" sldId="389"/>
        </pc:sldMkLst>
      </pc:sldChg>
      <pc:sldChg chg="delSp mod">
        <pc:chgData name="Amy Glidewell" userId="095a4851-014c-47ed-bf1b-0c4b57406e94" providerId="ADAL" clId="{837F8ED9-98EC-4803-AA5D-0F1F63106EE6}" dt="2024-09-28T01:48:30.485" v="136" actId="478"/>
        <pc:sldMkLst>
          <pc:docMk/>
          <pc:sldMk cId="3470879392" sldId="393"/>
        </pc:sldMkLst>
      </pc:sldChg>
      <pc:sldChg chg="modSp mod">
        <pc:chgData name="Amy Glidewell" userId="095a4851-014c-47ed-bf1b-0c4b57406e94" providerId="ADAL" clId="{837F8ED9-98EC-4803-AA5D-0F1F63106EE6}" dt="2024-09-28T01:29:41.507" v="31" actId="27636"/>
        <pc:sldMkLst>
          <pc:docMk/>
          <pc:sldMk cId="158372848" sldId="395"/>
        </pc:sldMkLst>
      </pc:sldChg>
      <pc:sldChg chg="modSp mod">
        <pc:chgData name="Amy Glidewell" userId="095a4851-014c-47ed-bf1b-0c4b57406e94" providerId="ADAL" clId="{837F8ED9-98EC-4803-AA5D-0F1F63106EE6}" dt="2024-09-28T01:29:41.521" v="32" actId="27636"/>
        <pc:sldMkLst>
          <pc:docMk/>
          <pc:sldMk cId="549476688" sldId="397"/>
        </pc:sldMkLst>
      </pc:sldChg>
      <pc:sldChg chg="modSp mod">
        <pc:chgData name="Amy Glidewell" userId="095a4851-014c-47ed-bf1b-0c4b57406e94" providerId="ADAL" clId="{837F8ED9-98EC-4803-AA5D-0F1F63106EE6}" dt="2024-09-28T01:29:41.535" v="33" actId="27636"/>
        <pc:sldMkLst>
          <pc:docMk/>
          <pc:sldMk cId="380015366" sldId="398"/>
        </pc:sldMkLst>
      </pc:sldChg>
      <pc:sldChg chg="modSp mod">
        <pc:chgData name="Amy Glidewell" userId="095a4851-014c-47ed-bf1b-0c4b57406e94" providerId="ADAL" clId="{837F8ED9-98EC-4803-AA5D-0F1F63106EE6}" dt="2024-09-28T01:32:11.536" v="50" actId="1076"/>
        <pc:sldMkLst>
          <pc:docMk/>
          <pc:sldMk cId="3740559758" sldId="399"/>
        </pc:sldMkLst>
      </pc:sldChg>
      <pc:sldChg chg="modSp mod">
        <pc:chgData name="Amy Glidewell" userId="095a4851-014c-47ed-bf1b-0c4b57406e94" providerId="ADAL" clId="{837F8ED9-98EC-4803-AA5D-0F1F63106EE6}" dt="2024-09-28T01:43:41.998" v="116" actId="1076"/>
        <pc:sldMkLst>
          <pc:docMk/>
          <pc:sldMk cId="3919060913" sldId="400"/>
        </pc:sldMkLst>
      </pc:sldChg>
      <pc:sldMasterChg chg="modSldLayout">
        <pc:chgData name="Amy Glidewell" userId="095a4851-014c-47ed-bf1b-0c4b57406e94" providerId="ADAL" clId="{837F8ED9-98EC-4803-AA5D-0F1F63106EE6}" dt="2024-09-28T01:30:28.632" v="38" actId="255"/>
        <pc:sldMasterMkLst>
          <pc:docMk/>
          <pc:sldMasterMk cId="1234008098" sldId="2147483662"/>
        </pc:sldMasterMkLst>
        <pc:sldLayoutChg chg="modSp">
          <pc:chgData name="Amy Glidewell" userId="095a4851-014c-47ed-bf1b-0c4b57406e94" providerId="ADAL" clId="{837F8ED9-98EC-4803-AA5D-0F1F63106EE6}" dt="2024-09-28T01:29:41.023" v="0" actId="255"/>
          <pc:sldLayoutMkLst>
            <pc:docMk/>
            <pc:sldMasterMk cId="1234008098" sldId="2147483662"/>
            <pc:sldLayoutMk cId="1477570698" sldId="2147483664"/>
          </pc:sldLayoutMkLst>
        </pc:sldLayoutChg>
        <pc:sldLayoutChg chg="modSp">
          <pc:chgData name="Amy Glidewell" userId="095a4851-014c-47ed-bf1b-0c4b57406e94" providerId="ADAL" clId="{837F8ED9-98EC-4803-AA5D-0F1F63106EE6}" dt="2024-09-28T01:29:52.998" v="35" actId="255"/>
          <pc:sldLayoutMkLst>
            <pc:docMk/>
            <pc:sldMasterMk cId="1234008098" sldId="2147483662"/>
            <pc:sldLayoutMk cId="3499983693" sldId="2147483665"/>
          </pc:sldLayoutMkLst>
        </pc:sldLayoutChg>
        <pc:sldLayoutChg chg="modSp">
          <pc:chgData name="Amy Glidewell" userId="095a4851-014c-47ed-bf1b-0c4b57406e94" providerId="ADAL" clId="{837F8ED9-98EC-4803-AA5D-0F1F63106EE6}" dt="2024-09-28T01:30:00.900" v="36" actId="255"/>
          <pc:sldLayoutMkLst>
            <pc:docMk/>
            <pc:sldMasterMk cId="1234008098" sldId="2147483662"/>
            <pc:sldLayoutMk cId="3177522423" sldId="2147483666"/>
          </pc:sldLayoutMkLst>
        </pc:sldLayoutChg>
        <pc:sldLayoutChg chg="modSp">
          <pc:chgData name="Amy Glidewell" userId="095a4851-014c-47ed-bf1b-0c4b57406e94" providerId="ADAL" clId="{837F8ED9-98EC-4803-AA5D-0F1F63106EE6}" dt="2024-09-28T01:30:11.225" v="37" actId="255"/>
          <pc:sldLayoutMkLst>
            <pc:docMk/>
            <pc:sldMasterMk cId="1234008098" sldId="2147483662"/>
            <pc:sldLayoutMk cId="3274116090" sldId="2147483667"/>
          </pc:sldLayoutMkLst>
        </pc:sldLayoutChg>
        <pc:sldLayoutChg chg="modSp">
          <pc:chgData name="Amy Glidewell" userId="095a4851-014c-47ed-bf1b-0c4b57406e94" providerId="ADAL" clId="{837F8ED9-98EC-4803-AA5D-0F1F63106EE6}" dt="2024-09-28T01:30:28.632" v="38" actId="255"/>
          <pc:sldLayoutMkLst>
            <pc:docMk/>
            <pc:sldMasterMk cId="1234008098" sldId="2147483662"/>
            <pc:sldLayoutMk cId="3025565794" sldId="2147483672"/>
          </pc:sldLayoutMkLst>
        </pc:sldLayoutChg>
      </pc:sldMasterChg>
    </pc:docChg>
  </pc:docChgLst>
  <pc:docChgLst>
    <pc:chgData name="Amanda Kissinger" userId="S::akissinger@comptia.global::0440470d-4bd8-4812-9337-f95059fb652d" providerId="AD" clId="Web-{CD9191B2-AF4F-D404-D0C2-0B33E83306AD}"/>
    <pc:docChg chg="delSld">
      <pc:chgData name="Amanda Kissinger" userId="S::akissinger@comptia.global::0440470d-4bd8-4812-9337-f95059fb652d" providerId="AD" clId="Web-{CD9191B2-AF4F-D404-D0C2-0B33E83306AD}" dt="2024-08-21T17:27:18.429" v="0"/>
      <pc:docMkLst>
        <pc:docMk/>
      </pc:docMkLst>
      <pc:sldChg chg="del">
        <pc:chgData name="Amanda Kissinger" userId="S::akissinger@comptia.global::0440470d-4bd8-4812-9337-f95059fb652d" providerId="AD" clId="Web-{CD9191B2-AF4F-D404-D0C2-0B33E83306AD}" dt="2024-08-21T17:27:18.429" v="0"/>
        <pc:sldMkLst>
          <pc:docMk/>
          <pc:sldMk cId="117512345" sldId="387"/>
        </pc:sldMkLst>
      </pc:sldChg>
    </pc:docChg>
  </pc:docChgLst>
  <pc:docChgLst>
    <pc:chgData name="Amy Glidewell" userId="095a4851-014c-47ed-bf1b-0c4b57406e94" providerId="ADAL" clId="{FFE49211-9F29-4816-94B8-EBFA8DFFF850}"/>
    <pc:docChg chg="custSel delSld modSld">
      <pc:chgData name="Amy Glidewell" userId="095a4851-014c-47ed-bf1b-0c4b57406e94" providerId="ADAL" clId="{FFE49211-9F29-4816-94B8-EBFA8DFFF850}" dt="2025-04-21T20:49:26.614" v="8" actId="20577"/>
      <pc:docMkLst>
        <pc:docMk/>
      </pc:docMkLst>
      <pc:sldChg chg="modSp mod">
        <pc:chgData name="Amy Glidewell" userId="095a4851-014c-47ed-bf1b-0c4b57406e94" providerId="ADAL" clId="{FFE49211-9F29-4816-94B8-EBFA8DFFF850}" dt="2025-04-21T20:49:26.614" v="8" actId="20577"/>
        <pc:sldMkLst>
          <pc:docMk/>
          <pc:sldMk cId="2847251408" sldId="286"/>
        </pc:sldMkLst>
        <pc:spChg chg="mod">
          <ac:chgData name="Amy Glidewell" userId="095a4851-014c-47ed-bf1b-0c4b57406e94" providerId="ADAL" clId="{FFE49211-9F29-4816-94B8-EBFA8DFFF850}" dt="2025-04-21T20:49:26.614" v="8" actId="20577"/>
          <ac:spMkLst>
            <pc:docMk/>
            <pc:sldMk cId="2847251408" sldId="286"/>
            <ac:spMk id="5" creationId="{60597CC8-61F4-8F0C-749E-D8D19CAAE968}"/>
          </ac:spMkLst>
        </pc:spChg>
      </pc:sldChg>
      <pc:sldChg chg="del">
        <pc:chgData name="Amy Glidewell" userId="095a4851-014c-47ed-bf1b-0c4b57406e94" providerId="ADAL" clId="{FFE49211-9F29-4816-94B8-EBFA8DFFF850}" dt="2025-04-21T20:47:14.905" v="0" actId="2696"/>
        <pc:sldMkLst>
          <pc:docMk/>
          <pc:sldMk cId="3278936362" sldId="359"/>
        </pc:sldMkLst>
      </pc:sldChg>
      <pc:sldChg chg="modSp mod">
        <pc:chgData name="Amy Glidewell" userId="095a4851-014c-47ed-bf1b-0c4b57406e94" providerId="ADAL" clId="{FFE49211-9F29-4816-94B8-EBFA8DFFF850}" dt="2025-04-21T20:48:52.090" v="4" actId="1076"/>
        <pc:sldMkLst>
          <pc:docMk/>
          <pc:sldMk cId="3740559758" sldId="399"/>
        </pc:sldMkLst>
        <pc:picChg chg="mod">
          <ac:chgData name="Amy Glidewell" userId="095a4851-014c-47ed-bf1b-0c4b57406e94" providerId="ADAL" clId="{FFE49211-9F29-4816-94B8-EBFA8DFFF850}" dt="2025-04-21T20:48:52.090" v="4" actId="1076"/>
          <ac:picMkLst>
            <pc:docMk/>
            <pc:sldMk cId="3740559758" sldId="399"/>
            <ac:picMk id="7" creationId="{6484CC92-8133-906D-9D6F-B96B4F3025B4}"/>
          </ac:picMkLst>
        </pc:picChg>
      </pc:sldChg>
    </pc:docChg>
  </pc:docChgLst>
  <pc:docChgLst>
    <pc:chgData name="Amanda Kissinger" userId="0440470d-4bd8-4812-9337-f95059fb652d" providerId="ADAL" clId="{15F037D0-E6DA-054B-A65D-5AF8DC79FEC9}"/>
    <pc:docChg chg="custSel modSld">
      <pc:chgData name="Amanda Kissinger" userId="0440470d-4bd8-4812-9337-f95059fb652d" providerId="ADAL" clId="{15F037D0-E6DA-054B-A65D-5AF8DC79FEC9}" dt="2024-08-30T16:43:05.883" v="133" actId="18331"/>
      <pc:docMkLst>
        <pc:docMk/>
      </pc:docMkLst>
      <pc:sldChg chg="modSp mod">
        <pc:chgData name="Amanda Kissinger" userId="0440470d-4bd8-4812-9337-f95059fb652d" providerId="ADAL" clId="{15F037D0-E6DA-054B-A65D-5AF8DC79FEC9}" dt="2024-08-30T15:16:41.359" v="0" actId="20577"/>
        <pc:sldMkLst>
          <pc:docMk/>
          <pc:sldMk cId="2847251408" sldId="286"/>
        </pc:sldMkLst>
      </pc:sldChg>
      <pc:sldChg chg="modSp mod">
        <pc:chgData name="Amanda Kissinger" userId="0440470d-4bd8-4812-9337-f95059fb652d" providerId="ADAL" clId="{15F037D0-E6DA-054B-A65D-5AF8DC79FEC9}" dt="2024-08-30T16:42:28.367" v="131" actId="1582"/>
        <pc:sldMkLst>
          <pc:docMk/>
          <pc:sldMk cId="3154545123" sldId="294"/>
        </pc:sldMkLst>
      </pc:sldChg>
      <pc:sldChg chg="modSp mod">
        <pc:chgData name="Amanda Kissinger" userId="0440470d-4bd8-4812-9337-f95059fb652d" providerId="ADAL" clId="{15F037D0-E6DA-054B-A65D-5AF8DC79FEC9}" dt="2024-08-30T15:34:40.771" v="111" actId="20577"/>
        <pc:sldMkLst>
          <pc:docMk/>
          <pc:sldMk cId="1940928441" sldId="346"/>
        </pc:sldMkLst>
      </pc:sldChg>
      <pc:sldChg chg="delSp modSp mod modClrScheme chgLayout">
        <pc:chgData name="Amanda Kissinger" userId="0440470d-4bd8-4812-9337-f95059fb652d" providerId="ADAL" clId="{15F037D0-E6DA-054B-A65D-5AF8DC79FEC9}" dt="2024-08-30T15:17:48.816" v="11" actId="404"/>
        <pc:sldMkLst>
          <pc:docMk/>
          <pc:sldMk cId="3413798002" sldId="348"/>
        </pc:sldMkLst>
      </pc:sldChg>
      <pc:sldChg chg="modSp mod">
        <pc:chgData name="Amanda Kissinger" userId="0440470d-4bd8-4812-9337-f95059fb652d" providerId="ADAL" clId="{15F037D0-E6DA-054B-A65D-5AF8DC79FEC9}" dt="2024-08-30T16:39:14.951" v="112" actId="1582"/>
        <pc:sldMkLst>
          <pc:docMk/>
          <pc:sldMk cId="2671544709" sldId="356"/>
        </pc:sldMkLst>
      </pc:sldChg>
      <pc:sldChg chg="modSp mod">
        <pc:chgData name="Amanda Kissinger" userId="0440470d-4bd8-4812-9337-f95059fb652d" providerId="ADAL" clId="{15F037D0-E6DA-054B-A65D-5AF8DC79FEC9}" dt="2024-08-30T16:39:25.469" v="113" actId="1582"/>
        <pc:sldMkLst>
          <pc:docMk/>
          <pc:sldMk cId="2751125463" sldId="360"/>
        </pc:sldMkLst>
      </pc:sldChg>
      <pc:sldChg chg="addSp delSp modSp mod">
        <pc:chgData name="Amanda Kissinger" userId="0440470d-4bd8-4812-9337-f95059fb652d" providerId="ADAL" clId="{15F037D0-E6DA-054B-A65D-5AF8DC79FEC9}" dt="2024-08-30T16:40:13.029" v="119"/>
        <pc:sldMkLst>
          <pc:docMk/>
          <pc:sldMk cId="2650426886" sldId="361"/>
        </pc:sldMkLst>
      </pc:sldChg>
      <pc:sldChg chg="modSp mod">
        <pc:chgData name="Amanda Kissinger" userId="0440470d-4bd8-4812-9337-f95059fb652d" providerId="ADAL" clId="{15F037D0-E6DA-054B-A65D-5AF8DC79FEC9}" dt="2024-08-30T16:40:09.209" v="117" actId="1582"/>
        <pc:sldMkLst>
          <pc:docMk/>
          <pc:sldMk cId="1352163313" sldId="362"/>
        </pc:sldMkLst>
      </pc:sldChg>
      <pc:sldChg chg="modSp mod">
        <pc:chgData name="Amanda Kissinger" userId="0440470d-4bd8-4812-9337-f95059fb652d" providerId="ADAL" clId="{15F037D0-E6DA-054B-A65D-5AF8DC79FEC9}" dt="2024-08-30T15:22:45.334" v="38" actId="207"/>
        <pc:sldMkLst>
          <pc:docMk/>
          <pc:sldMk cId="3132409680" sldId="364"/>
        </pc:sldMkLst>
      </pc:sldChg>
      <pc:sldChg chg="modSp mod">
        <pc:chgData name="Amanda Kissinger" userId="0440470d-4bd8-4812-9337-f95059fb652d" providerId="ADAL" clId="{15F037D0-E6DA-054B-A65D-5AF8DC79FEC9}" dt="2024-08-30T16:40:49.586" v="123" actId="1582"/>
        <pc:sldMkLst>
          <pc:docMk/>
          <pc:sldMk cId="3887177787" sldId="365"/>
        </pc:sldMkLst>
      </pc:sldChg>
      <pc:sldChg chg="modSp mod">
        <pc:chgData name="Amanda Kissinger" userId="0440470d-4bd8-4812-9337-f95059fb652d" providerId="ADAL" clId="{15F037D0-E6DA-054B-A65D-5AF8DC79FEC9}" dt="2024-08-30T16:40:56.525" v="124" actId="1582"/>
        <pc:sldMkLst>
          <pc:docMk/>
          <pc:sldMk cId="1288130243" sldId="366"/>
        </pc:sldMkLst>
      </pc:sldChg>
      <pc:sldChg chg="modSp mod">
        <pc:chgData name="Amanda Kissinger" userId="0440470d-4bd8-4812-9337-f95059fb652d" providerId="ADAL" clId="{15F037D0-E6DA-054B-A65D-5AF8DC79FEC9}" dt="2024-08-30T16:41:09.874" v="125" actId="1582"/>
        <pc:sldMkLst>
          <pc:docMk/>
          <pc:sldMk cId="634583730" sldId="369"/>
        </pc:sldMkLst>
      </pc:sldChg>
      <pc:sldChg chg="modSp mod">
        <pc:chgData name="Amanda Kissinger" userId="0440470d-4bd8-4812-9337-f95059fb652d" providerId="ADAL" clId="{15F037D0-E6DA-054B-A65D-5AF8DC79FEC9}" dt="2024-08-30T16:41:15.984" v="126" actId="1582"/>
        <pc:sldMkLst>
          <pc:docMk/>
          <pc:sldMk cId="2195626175" sldId="370"/>
        </pc:sldMkLst>
      </pc:sldChg>
      <pc:sldChg chg="modSp mod">
        <pc:chgData name="Amanda Kissinger" userId="0440470d-4bd8-4812-9337-f95059fb652d" providerId="ADAL" clId="{15F037D0-E6DA-054B-A65D-5AF8DC79FEC9}" dt="2024-08-30T16:40:22.930" v="120" actId="1582"/>
        <pc:sldMkLst>
          <pc:docMk/>
          <pc:sldMk cId="914772510" sldId="371"/>
        </pc:sldMkLst>
      </pc:sldChg>
      <pc:sldChg chg="modSp mod">
        <pc:chgData name="Amanda Kissinger" userId="0440470d-4bd8-4812-9337-f95059fb652d" providerId="ADAL" clId="{15F037D0-E6DA-054B-A65D-5AF8DC79FEC9}" dt="2024-08-30T16:40:29.938" v="121" actId="1582"/>
        <pc:sldMkLst>
          <pc:docMk/>
          <pc:sldMk cId="1810912691" sldId="372"/>
        </pc:sldMkLst>
      </pc:sldChg>
      <pc:sldChg chg="modSp mod">
        <pc:chgData name="Amanda Kissinger" userId="0440470d-4bd8-4812-9337-f95059fb652d" providerId="ADAL" clId="{15F037D0-E6DA-054B-A65D-5AF8DC79FEC9}" dt="2024-08-30T16:40:36.410" v="122" actId="1582"/>
        <pc:sldMkLst>
          <pc:docMk/>
          <pc:sldMk cId="3609960181" sldId="373"/>
        </pc:sldMkLst>
      </pc:sldChg>
      <pc:sldChg chg="modSp mod">
        <pc:chgData name="Amanda Kissinger" userId="0440470d-4bd8-4812-9337-f95059fb652d" providerId="ADAL" clId="{15F037D0-E6DA-054B-A65D-5AF8DC79FEC9}" dt="2024-08-30T16:41:22.427" v="127" actId="1582"/>
        <pc:sldMkLst>
          <pc:docMk/>
          <pc:sldMk cId="42321478" sldId="375"/>
        </pc:sldMkLst>
      </pc:sldChg>
      <pc:sldChg chg="modSp mod">
        <pc:chgData name="Amanda Kissinger" userId="0440470d-4bd8-4812-9337-f95059fb652d" providerId="ADAL" clId="{15F037D0-E6DA-054B-A65D-5AF8DC79FEC9}" dt="2024-08-30T16:41:33.222" v="128" actId="1582"/>
        <pc:sldMkLst>
          <pc:docMk/>
          <pc:sldMk cId="549546394" sldId="376"/>
        </pc:sldMkLst>
      </pc:sldChg>
      <pc:sldChg chg="modSp mod">
        <pc:chgData name="Amanda Kissinger" userId="0440470d-4bd8-4812-9337-f95059fb652d" providerId="ADAL" clId="{15F037D0-E6DA-054B-A65D-5AF8DC79FEC9}" dt="2024-08-30T15:26:45.044" v="79" actId="207"/>
        <pc:sldMkLst>
          <pc:docMk/>
          <pc:sldMk cId="1589259468" sldId="378"/>
        </pc:sldMkLst>
      </pc:sldChg>
      <pc:sldChg chg="modSp mod">
        <pc:chgData name="Amanda Kissinger" userId="0440470d-4bd8-4812-9337-f95059fb652d" providerId="ADAL" clId="{15F037D0-E6DA-054B-A65D-5AF8DC79FEC9}" dt="2024-08-30T15:27:02.003" v="82" actId="207"/>
        <pc:sldMkLst>
          <pc:docMk/>
          <pc:sldMk cId="3518573076" sldId="379"/>
        </pc:sldMkLst>
      </pc:sldChg>
      <pc:sldChg chg="modSp mod">
        <pc:chgData name="Amanda Kissinger" userId="0440470d-4bd8-4812-9337-f95059fb652d" providerId="ADAL" clId="{15F037D0-E6DA-054B-A65D-5AF8DC79FEC9}" dt="2024-08-30T16:41:51.577" v="129" actId="1582"/>
        <pc:sldMkLst>
          <pc:docMk/>
          <pc:sldMk cId="3102135878" sldId="380"/>
        </pc:sldMkLst>
      </pc:sldChg>
      <pc:sldChg chg="modSp mod">
        <pc:chgData name="Amanda Kissinger" userId="0440470d-4bd8-4812-9337-f95059fb652d" providerId="ADAL" clId="{15F037D0-E6DA-054B-A65D-5AF8DC79FEC9}" dt="2024-08-30T16:43:05.883" v="133" actId="18331"/>
        <pc:sldMkLst>
          <pc:docMk/>
          <pc:sldMk cId="1795708797" sldId="384"/>
        </pc:sldMkLst>
      </pc:sldChg>
      <pc:sldChg chg="modSp mod">
        <pc:chgData name="Amanda Kissinger" userId="0440470d-4bd8-4812-9337-f95059fb652d" providerId="ADAL" clId="{15F037D0-E6DA-054B-A65D-5AF8DC79FEC9}" dt="2024-08-30T15:31:11.972" v="90" actId="18331"/>
        <pc:sldMkLst>
          <pc:docMk/>
          <pc:sldMk cId="1608967422" sldId="386"/>
        </pc:sldMkLst>
      </pc:sldChg>
      <pc:sldChg chg="modSp mod">
        <pc:chgData name="Amanda Kissinger" userId="0440470d-4bd8-4812-9337-f95059fb652d" providerId="ADAL" clId="{15F037D0-E6DA-054B-A65D-5AF8DC79FEC9}" dt="2024-08-30T16:42:20.191" v="130" actId="1582"/>
        <pc:sldMkLst>
          <pc:docMk/>
          <pc:sldMk cId="1752622020" sldId="388"/>
        </pc:sldMkLst>
      </pc:sldChg>
      <pc:sldChg chg="delSp modSp mod">
        <pc:chgData name="Amanda Kissinger" userId="0440470d-4bd8-4812-9337-f95059fb652d" providerId="ADAL" clId="{15F037D0-E6DA-054B-A65D-5AF8DC79FEC9}" dt="2024-08-30T15:33:02.654" v="107" actId="20577"/>
        <pc:sldMkLst>
          <pc:docMk/>
          <pc:sldMk cId="1985465990" sldId="389"/>
        </pc:sldMkLst>
      </pc:sldChg>
    </pc:docChg>
  </pc:docChgLst>
</pc:chgInfo>
</file>

<file path=ppt/diagrams/_rels/data5.xml.rels><?xml version="1.0" encoding="UTF-8" standalone="yes"?>
<Relationships xmlns="http://schemas.openxmlformats.org/package/2006/relationships"><Relationship Id="rId1" Type="http://schemas.openxmlformats.org/officeDocument/2006/relationships/image" Target="../media/image5.png"/></Relationships>
</file>

<file path=ppt/diagrams/_rels/drawing5.xml.rels><?xml version="1.0" encoding="UTF-8" standalone="yes"?>
<Relationships xmlns="http://schemas.openxmlformats.org/package/2006/relationships"><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29C4CE-1F93-4D7B-99C6-F61119C651D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0D8C6A8-077F-4FF5-BCE7-4B8E0352F236}">
      <dgm:prSet phldrT="[Text]"/>
      <dgm:spPr>
        <a:solidFill>
          <a:srgbClr val="004F71"/>
        </a:solidFill>
      </dgm:spPr>
      <dgm:t>
        <a:bodyPr/>
        <a:lstStyle/>
        <a:p>
          <a:r>
            <a:rPr lang="en-US" dirty="0"/>
            <a:t>Protocol</a:t>
          </a:r>
        </a:p>
      </dgm:t>
    </dgm:pt>
    <dgm:pt modelId="{55447E8E-99DA-475F-B627-A0E002D32062}" type="parTrans" cxnId="{BA5E658A-BE36-4DA7-8FB9-7EB1BFFAA6BB}">
      <dgm:prSet/>
      <dgm:spPr/>
      <dgm:t>
        <a:bodyPr/>
        <a:lstStyle/>
        <a:p>
          <a:endParaRPr lang="en-US"/>
        </a:p>
      </dgm:t>
    </dgm:pt>
    <dgm:pt modelId="{8BCB2134-BC96-49E1-82A7-53F0DB2672F4}" type="sibTrans" cxnId="{BA5E658A-BE36-4DA7-8FB9-7EB1BFFAA6BB}">
      <dgm:prSet/>
      <dgm:spPr/>
      <dgm:t>
        <a:bodyPr/>
        <a:lstStyle/>
        <a:p>
          <a:endParaRPr lang="en-US"/>
        </a:p>
      </dgm:t>
    </dgm:pt>
    <dgm:pt modelId="{E05E153B-9EE6-4F47-A3D1-725C3AD7B910}">
      <dgm:prSet phldrT="[Text]"/>
      <dgm:spPr>
        <a:solidFill>
          <a:srgbClr val="004F71"/>
        </a:solidFill>
      </dgm:spPr>
      <dgm:t>
        <a:bodyPr/>
        <a:lstStyle/>
        <a:p>
          <a:r>
            <a:rPr lang="en-US" dirty="0"/>
            <a:t>Destination</a:t>
          </a:r>
        </a:p>
      </dgm:t>
    </dgm:pt>
    <dgm:pt modelId="{579E2EDC-57DB-4325-B5CE-80743169D71A}" type="parTrans" cxnId="{FAB57408-18AE-49CB-A4C3-0F32E26198DB}">
      <dgm:prSet/>
      <dgm:spPr/>
      <dgm:t>
        <a:bodyPr/>
        <a:lstStyle/>
        <a:p>
          <a:endParaRPr lang="en-US"/>
        </a:p>
      </dgm:t>
    </dgm:pt>
    <dgm:pt modelId="{29E9FE7F-3A28-42C1-9DE3-5FCE0F715B2B}" type="sibTrans" cxnId="{FAB57408-18AE-49CB-A4C3-0F32E26198DB}">
      <dgm:prSet/>
      <dgm:spPr/>
      <dgm:t>
        <a:bodyPr/>
        <a:lstStyle/>
        <a:p>
          <a:endParaRPr lang="en-US"/>
        </a:p>
      </dgm:t>
    </dgm:pt>
    <dgm:pt modelId="{B3812E5C-B31F-40E4-93CB-45F92689EA04}">
      <dgm:prSet phldrT="[Text]"/>
      <dgm:spPr>
        <a:solidFill>
          <a:srgbClr val="004F71"/>
        </a:solidFill>
      </dgm:spPr>
      <dgm:t>
        <a:bodyPr/>
        <a:lstStyle/>
        <a:p>
          <a:r>
            <a:rPr lang="en-US" dirty="0"/>
            <a:t>Interface</a:t>
          </a:r>
        </a:p>
      </dgm:t>
    </dgm:pt>
    <dgm:pt modelId="{4B4763BE-0258-4C55-9522-A9FAE87B7EBC}" type="parTrans" cxnId="{F9C1320F-B031-409E-998F-F438BF2CB836}">
      <dgm:prSet/>
      <dgm:spPr/>
      <dgm:t>
        <a:bodyPr/>
        <a:lstStyle/>
        <a:p>
          <a:endParaRPr lang="en-US"/>
        </a:p>
      </dgm:t>
    </dgm:pt>
    <dgm:pt modelId="{3C31540D-0FC1-4960-87AE-E5823DB73B7E}" type="sibTrans" cxnId="{F9C1320F-B031-409E-998F-F438BF2CB836}">
      <dgm:prSet/>
      <dgm:spPr/>
      <dgm:t>
        <a:bodyPr/>
        <a:lstStyle/>
        <a:p>
          <a:endParaRPr lang="en-US"/>
        </a:p>
      </dgm:t>
    </dgm:pt>
    <dgm:pt modelId="{CA1B70FB-ADFB-4F3B-B98F-308AB6995033}">
      <dgm:prSet phldrT="[Text]"/>
      <dgm:spPr>
        <a:solidFill>
          <a:srgbClr val="004F71"/>
        </a:solidFill>
      </dgm:spPr>
      <dgm:t>
        <a:bodyPr/>
        <a:lstStyle/>
        <a:p>
          <a:r>
            <a:rPr lang="en-US" dirty="0"/>
            <a:t>Gateway/next hop</a:t>
          </a:r>
        </a:p>
      </dgm:t>
    </dgm:pt>
    <dgm:pt modelId="{DB5DC290-4106-49FA-BE6A-AFCC99389A35}" type="parTrans" cxnId="{1B57A380-B98D-4795-89C9-55686C463A06}">
      <dgm:prSet/>
      <dgm:spPr/>
      <dgm:t>
        <a:bodyPr/>
        <a:lstStyle/>
        <a:p>
          <a:endParaRPr lang="en-US"/>
        </a:p>
      </dgm:t>
    </dgm:pt>
    <dgm:pt modelId="{002CF03D-0621-4BF4-BFDE-657A6344ABCA}" type="sibTrans" cxnId="{1B57A380-B98D-4795-89C9-55686C463A06}">
      <dgm:prSet/>
      <dgm:spPr/>
      <dgm:t>
        <a:bodyPr/>
        <a:lstStyle/>
        <a:p>
          <a:endParaRPr lang="en-US"/>
        </a:p>
      </dgm:t>
    </dgm:pt>
    <dgm:pt modelId="{E3CC681D-B323-AC49-8C58-23BC91150583}" type="pres">
      <dgm:prSet presAssocID="{9E29C4CE-1F93-4D7B-99C6-F61119C651D8}" presName="diagram" presStyleCnt="0">
        <dgm:presLayoutVars>
          <dgm:dir/>
          <dgm:resizeHandles val="exact"/>
        </dgm:presLayoutVars>
      </dgm:prSet>
      <dgm:spPr/>
    </dgm:pt>
    <dgm:pt modelId="{AEFBA36E-05FD-B741-B0F0-1F43D90B026E}" type="pres">
      <dgm:prSet presAssocID="{00D8C6A8-077F-4FF5-BCE7-4B8E0352F236}" presName="node" presStyleLbl="node1" presStyleIdx="0" presStyleCnt="4">
        <dgm:presLayoutVars>
          <dgm:bulletEnabled val="1"/>
        </dgm:presLayoutVars>
      </dgm:prSet>
      <dgm:spPr/>
    </dgm:pt>
    <dgm:pt modelId="{E2BFF5A3-E7FB-2B47-BC95-B66666E11486}" type="pres">
      <dgm:prSet presAssocID="{8BCB2134-BC96-49E1-82A7-53F0DB2672F4}" presName="sibTrans" presStyleCnt="0"/>
      <dgm:spPr/>
    </dgm:pt>
    <dgm:pt modelId="{C87FE474-890C-414B-A8F0-7521FFA1677D}" type="pres">
      <dgm:prSet presAssocID="{E05E153B-9EE6-4F47-A3D1-725C3AD7B910}" presName="node" presStyleLbl="node1" presStyleIdx="1" presStyleCnt="4">
        <dgm:presLayoutVars>
          <dgm:bulletEnabled val="1"/>
        </dgm:presLayoutVars>
      </dgm:prSet>
      <dgm:spPr/>
    </dgm:pt>
    <dgm:pt modelId="{D3B837AB-7E1B-2A4A-94C6-9866C8D917AF}" type="pres">
      <dgm:prSet presAssocID="{29E9FE7F-3A28-42C1-9DE3-5FCE0F715B2B}" presName="sibTrans" presStyleCnt="0"/>
      <dgm:spPr/>
    </dgm:pt>
    <dgm:pt modelId="{33DE8FC5-8504-6448-8765-290485184242}" type="pres">
      <dgm:prSet presAssocID="{B3812E5C-B31F-40E4-93CB-45F92689EA04}" presName="node" presStyleLbl="node1" presStyleIdx="2" presStyleCnt="4">
        <dgm:presLayoutVars>
          <dgm:bulletEnabled val="1"/>
        </dgm:presLayoutVars>
      </dgm:prSet>
      <dgm:spPr/>
    </dgm:pt>
    <dgm:pt modelId="{9A703C2E-BF77-E142-B3C2-20F4A4CE19E6}" type="pres">
      <dgm:prSet presAssocID="{3C31540D-0FC1-4960-87AE-E5823DB73B7E}" presName="sibTrans" presStyleCnt="0"/>
      <dgm:spPr/>
    </dgm:pt>
    <dgm:pt modelId="{A2AEFC2A-C0D3-9641-95CE-68D370AE135A}" type="pres">
      <dgm:prSet presAssocID="{CA1B70FB-ADFB-4F3B-B98F-308AB6995033}" presName="node" presStyleLbl="node1" presStyleIdx="3" presStyleCnt="4">
        <dgm:presLayoutVars>
          <dgm:bulletEnabled val="1"/>
        </dgm:presLayoutVars>
      </dgm:prSet>
      <dgm:spPr/>
    </dgm:pt>
  </dgm:ptLst>
  <dgm:cxnLst>
    <dgm:cxn modelId="{FAB57408-18AE-49CB-A4C3-0F32E26198DB}" srcId="{9E29C4CE-1F93-4D7B-99C6-F61119C651D8}" destId="{E05E153B-9EE6-4F47-A3D1-725C3AD7B910}" srcOrd="1" destOrd="0" parTransId="{579E2EDC-57DB-4325-B5CE-80743169D71A}" sibTransId="{29E9FE7F-3A28-42C1-9DE3-5FCE0F715B2B}"/>
    <dgm:cxn modelId="{F9C1320F-B031-409E-998F-F438BF2CB836}" srcId="{9E29C4CE-1F93-4D7B-99C6-F61119C651D8}" destId="{B3812E5C-B31F-40E4-93CB-45F92689EA04}" srcOrd="2" destOrd="0" parTransId="{4B4763BE-0258-4C55-9522-A9FAE87B7EBC}" sibTransId="{3C31540D-0FC1-4960-87AE-E5823DB73B7E}"/>
    <dgm:cxn modelId="{1B57A380-B98D-4795-89C9-55686C463A06}" srcId="{9E29C4CE-1F93-4D7B-99C6-F61119C651D8}" destId="{CA1B70FB-ADFB-4F3B-B98F-308AB6995033}" srcOrd="3" destOrd="0" parTransId="{DB5DC290-4106-49FA-BE6A-AFCC99389A35}" sibTransId="{002CF03D-0621-4BF4-BFDE-657A6344ABCA}"/>
    <dgm:cxn modelId="{FCEE8C84-271A-B34E-949E-FA6638477A8B}" type="presOf" srcId="{9E29C4CE-1F93-4D7B-99C6-F61119C651D8}" destId="{E3CC681D-B323-AC49-8C58-23BC91150583}" srcOrd="0" destOrd="0" presId="urn:microsoft.com/office/officeart/2005/8/layout/default"/>
    <dgm:cxn modelId="{0C979E89-7F71-6D48-99AD-2FBD261FB112}" type="presOf" srcId="{E05E153B-9EE6-4F47-A3D1-725C3AD7B910}" destId="{C87FE474-890C-414B-A8F0-7521FFA1677D}" srcOrd="0" destOrd="0" presId="urn:microsoft.com/office/officeart/2005/8/layout/default"/>
    <dgm:cxn modelId="{BA5E658A-BE36-4DA7-8FB9-7EB1BFFAA6BB}" srcId="{9E29C4CE-1F93-4D7B-99C6-F61119C651D8}" destId="{00D8C6A8-077F-4FF5-BCE7-4B8E0352F236}" srcOrd="0" destOrd="0" parTransId="{55447E8E-99DA-475F-B627-A0E002D32062}" sibTransId="{8BCB2134-BC96-49E1-82A7-53F0DB2672F4}"/>
    <dgm:cxn modelId="{E999DC99-5B14-4B48-988D-B6E833B082A4}" type="presOf" srcId="{CA1B70FB-ADFB-4F3B-B98F-308AB6995033}" destId="{A2AEFC2A-C0D3-9641-95CE-68D370AE135A}" srcOrd="0" destOrd="0" presId="urn:microsoft.com/office/officeart/2005/8/layout/default"/>
    <dgm:cxn modelId="{7B6D68AB-BD22-C64D-A1AE-FB6AEDFB7BC0}" type="presOf" srcId="{00D8C6A8-077F-4FF5-BCE7-4B8E0352F236}" destId="{AEFBA36E-05FD-B741-B0F0-1F43D90B026E}" srcOrd="0" destOrd="0" presId="urn:microsoft.com/office/officeart/2005/8/layout/default"/>
    <dgm:cxn modelId="{A5D14CF4-9577-D546-9038-8338875C1803}" type="presOf" srcId="{B3812E5C-B31F-40E4-93CB-45F92689EA04}" destId="{33DE8FC5-8504-6448-8765-290485184242}" srcOrd="0" destOrd="0" presId="urn:microsoft.com/office/officeart/2005/8/layout/default"/>
    <dgm:cxn modelId="{69652DFD-A55E-0E43-AE47-17815DA0FC55}" type="presParOf" srcId="{E3CC681D-B323-AC49-8C58-23BC91150583}" destId="{AEFBA36E-05FD-B741-B0F0-1F43D90B026E}" srcOrd="0" destOrd="0" presId="urn:microsoft.com/office/officeart/2005/8/layout/default"/>
    <dgm:cxn modelId="{5E01B35B-E59D-5E49-908F-728DD4AF60A2}" type="presParOf" srcId="{E3CC681D-B323-AC49-8C58-23BC91150583}" destId="{E2BFF5A3-E7FB-2B47-BC95-B66666E11486}" srcOrd="1" destOrd="0" presId="urn:microsoft.com/office/officeart/2005/8/layout/default"/>
    <dgm:cxn modelId="{0AB31946-E842-3C41-BFC7-B5CF5C239C25}" type="presParOf" srcId="{E3CC681D-B323-AC49-8C58-23BC91150583}" destId="{C87FE474-890C-414B-A8F0-7521FFA1677D}" srcOrd="2" destOrd="0" presId="urn:microsoft.com/office/officeart/2005/8/layout/default"/>
    <dgm:cxn modelId="{5369A37E-91E2-6544-9630-D7E9E9E77BC0}" type="presParOf" srcId="{E3CC681D-B323-AC49-8C58-23BC91150583}" destId="{D3B837AB-7E1B-2A4A-94C6-9866C8D917AF}" srcOrd="3" destOrd="0" presId="urn:microsoft.com/office/officeart/2005/8/layout/default"/>
    <dgm:cxn modelId="{B6A78231-7B9E-BB4D-95EA-72D93602ACBD}" type="presParOf" srcId="{E3CC681D-B323-AC49-8C58-23BC91150583}" destId="{33DE8FC5-8504-6448-8765-290485184242}" srcOrd="4" destOrd="0" presId="urn:microsoft.com/office/officeart/2005/8/layout/default"/>
    <dgm:cxn modelId="{5EA93FA9-D7CB-F941-BE91-0227EF0EF9CC}" type="presParOf" srcId="{E3CC681D-B323-AC49-8C58-23BC91150583}" destId="{9A703C2E-BF77-E142-B3C2-20F4A4CE19E6}" srcOrd="5" destOrd="0" presId="urn:microsoft.com/office/officeart/2005/8/layout/default"/>
    <dgm:cxn modelId="{6300A086-15CF-1147-B41D-3115EE77B551}" type="presParOf" srcId="{E3CC681D-B323-AC49-8C58-23BC91150583}" destId="{A2AEFC2A-C0D3-9641-95CE-68D370AE135A}"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16988C-BEA8-473D-9F2B-CF56C450372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EC10A9C-DDC8-4A82-B73E-BE298C8C0B5A}">
      <dgm:prSet phldrT="[Text]"/>
      <dgm:spPr/>
      <dgm:t>
        <a:bodyPr/>
        <a:lstStyle/>
        <a:p>
          <a:r>
            <a:rPr lang="en-US" dirty="0"/>
            <a:t>Directly connected routes</a:t>
          </a:r>
        </a:p>
      </dgm:t>
    </dgm:pt>
    <dgm:pt modelId="{A110A5CA-D848-4E6F-92B1-DE7ADC4B4991}" type="parTrans" cxnId="{3E2CE643-BAFC-4A53-A23D-71E728AA339A}">
      <dgm:prSet/>
      <dgm:spPr/>
      <dgm:t>
        <a:bodyPr/>
        <a:lstStyle/>
        <a:p>
          <a:endParaRPr lang="en-US"/>
        </a:p>
      </dgm:t>
    </dgm:pt>
    <dgm:pt modelId="{9395E594-E636-4F11-974F-271FFF561B21}" type="sibTrans" cxnId="{3E2CE643-BAFC-4A53-A23D-71E728AA339A}">
      <dgm:prSet/>
      <dgm:spPr/>
      <dgm:t>
        <a:bodyPr/>
        <a:lstStyle/>
        <a:p>
          <a:endParaRPr lang="en-US"/>
        </a:p>
      </dgm:t>
    </dgm:pt>
    <dgm:pt modelId="{ECC2BBA0-6933-41CF-86BC-84E19E02F74D}">
      <dgm:prSet phldrT="[Text]"/>
      <dgm:spPr/>
      <dgm:t>
        <a:bodyPr/>
        <a:lstStyle/>
        <a:p>
          <a:r>
            <a:rPr lang="en-US" dirty="0"/>
            <a:t>Remote routes</a:t>
          </a:r>
        </a:p>
      </dgm:t>
    </dgm:pt>
    <dgm:pt modelId="{10B3FB58-0EB3-4E15-8064-8A058064A6E4}" type="parTrans" cxnId="{C7A54F24-55CE-4707-B2D5-DC3EC0E88368}">
      <dgm:prSet/>
      <dgm:spPr/>
      <dgm:t>
        <a:bodyPr/>
        <a:lstStyle/>
        <a:p>
          <a:endParaRPr lang="en-US"/>
        </a:p>
      </dgm:t>
    </dgm:pt>
    <dgm:pt modelId="{1D81B5EB-B817-4ACF-A401-42577AA04C48}" type="sibTrans" cxnId="{C7A54F24-55CE-4707-B2D5-DC3EC0E88368}">
      <dgm:prSet/>
      <dgm:spPr/>
      <dgm:t>
        <a:bodyPr/>
        <a:lstStyle/>
        <a:p>
          <a:endParaRPr lang="en-US"/>
        </a:p>
      </dgm:t>
    </dgm:pt>
    <dgm:pt modelId="{68C7D06F-DEE1-485E-8FCB-F491421A5C59}">
      <dgm:prSet phldrT="[Text]"/>
      <dgm:spPr/>
      <dgm:t>
        <a:bodyPr/>
        <a:lstStyle/>
        <a:p>
          <a:r>
            <a:rPr lang="en-US" dirty="0"/>
            <a:t>Host routes</a:t>
          </a:r>
        </a:p>
      </dgm:t>
    </dgm:pt>
    <dgm:pt modelId="{F499A998-DB01-4747-82EC-EC7B0599AE91}" type="parTrans" cxnId="{11C82C85-A6CF-4BAF-B9AC-613C41C5759A}">
      <dgm:prSet/>
      <dgm:spPr/>
      <dgm:t>
        <a:bodyPr/>
        <a:lstStyle/>
        <a:p>
          <a:endParaRPr lang="en-US"/>
        </a:p>
      </dgm:t>
    </dgm:pt>
    <dgm:pt modelId="{66C1ED30-AB13-4988-9B92-2D8EA0126D72}" type="sibTrans" cxnId="{11C82C85-A6CF-4BAF-B9AC-613C41C5759A}">
      <dgm:prSet/>
      <dgm:spPr/>
      <dgm:t>
        <a:bodyPr/>
        <a:lstStyle/>
        <a:p>
          <a:endParaRPr lang="en-US"/>
        </a:p>
      </dgm:t>
    </dgm:pt>
    <dgm:pt modelId="{C66616AF-7B96-4B4B-A05F-D5EF0F404587}">
      <dgm:prSet phldrT="[Text]"/>
      <dgm:spPr/>
      <dgm:t>
        <a:bodyPr/>
        <a:lstStyle/>
        <a:p>
          <a:r>
            <a:rPr lang="en-US" dirty="0"/>
            <a:t>Default route</a:t>
          </a:r>
        </a:p>
      </dgm:t>
    </dgm:pt>
    <dgm:pt modelId="{29C51E80-A1E1-4245-8C82-5EC795E50D45}" type="parTrans" cxnId="{3BFDBA75-8D8B-4403-9280-CF547C9597D9}">
      <dgm:prSet/>
      <dgm:spPr/>
      <dgm:t>
        <a:bodyPr/>
        <a:lstStyle/>
        <a:p>
          <a:endParaRPr lang="en-US"/>
        </a:p>
      </dgm:t>
    </dgm:pt>
    <dgm:pt modelId="{6E94E889-2A36-4983-A19C-B7F7D6221F93}" type="sibTrans" cxnId="{3BFDBA75-8D8B-4403-9280-CF547C9597D9}">
      <dgm:prSet/>
      <dgm:spPr/>
      <dgm:t>
        <a:bodyPr/>
        <a:lstStyle/>
        <a:p>
          <a:endParaRPr lang="en-US"/>
        </a:p>
      </dgm:t>
    </dgm:pt>
    <dgm:pt modelId="{ED7242FA-E5CD-0749-A1DD-4A7D4F3A4B96}">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For subnets for which the router has a local interface</a:t>
          </a:r>
        </a:p>
      </dgm:t>
    </dgm:pt>
    <dgm:pt modelId="{124A052B-15EF-0F41-BCBE-AF7629E7CB54}" type="parTrans" cxnId="{FF7046CA-6521-004F-A569-B122A96B7944}">
      <dgm:prSet/>
      <dgm:spPr/>
      <dgm:t>
        <a:bodyPr/>
        <a:lstStyle/>
        <a:p>
          <a:endParaRPr lang="en-US"/>
        </a:p>
      </dgm:t>
    </dgm:pt>
    <dgm:pt modelId="{4807E786-C8DC-9747-8F65-28FB11ACE7A7}" type="sibTrans" cxnId="{FF7046CA-6521-004F-A569-B122A96B7944}">
      <dgm:prSet/>
      <dgm:spPr/>
      <dgm:t>
        <a:bodyPr/>
        <a:lstStyle/>
        <a:p>
          <a:endParaRPr lang="en-US"/>
        </a:p>
      </dgm:t>
    </dgm:pt>
    <dgm:pt modelId="{53D8677B-4855-2348-A573-9A96ABB99927}">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For subnets and IP networks that are not directly attached</a:t>
          </a:r>
        </a:p>
      </dgm:t>
    </dgm:pt>
    <dgm:pt modelId="{F034A6CA-908A-0A47-B267-298E608867FB}" type="parTrans" cxnId="{8289F8B1-86D8-A64C-9B6F-5B0C70D16962}">
      <dgm:prSet/>
      <dgm:spPr/>
      <dgm:t>
        <a:bodyPr/>
        <a:lstStyle/>
        <a:p>
          <a:endParaRPr lang="en-US"/>
        </a:p>
      </dgm:t>
    </dgm:pt>
    <dgm:pt modelId="{24C1AAD9-316F-8349-B247-8DC91372576F}" type="sibTrans" cxnId="{8289F8B1-86D8-A64C-9B6F-5B0C70D16962}">
      <dgm:prSet/>
      <dgm:spPr/>
      <dgm:t>
        <a:bodyPr/>
        <a:lstStyle/>
        <a:p>
          <a:endParaRPr lang="en-US"/>
        </a:p>
      </dgm:t>
    </dgm:pt>
    <dgm:pt modelId="{1EB24FED-3689-D147-AAC4-5448246E63C5}">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To a specific IP address</a:t>
          </a:r>
        </a:p>
      </dgm:t>
    </dgm:pt>
    <dgm:pt modelId="{10CA4E7C-D685-7141-BC58-92B87D025527}" type="parTrans" cxnId="{3C70EDCB-720D-A94D-B213-B99B7571FBC1}">
      <dgm:prSet/>
      <dgm:spPr/>
      <dgm:t>
        <a:bodyPr/>
        <a:lstStyle/>
        <a:p>
          <a:endParaRPr lang="en-US"/>
        </a:p>
      </dgm:t>
    </dgm:pt>
    <dgm:pt modelId="{69C1947F-2882-AC4F-896C-327C1949B92C}" type="sibTrans" cxnId="{3C70EDCB-720D-A94D-B213-B99B7571FBC1}">
      <dgm:prSet/>
      <dgm:spPr/>
      <dgm:t>
        <a:bodyPr/>
        <a:lstStyle/>
        <a:p>
          <a:endParaRPr lang="en-US"/>
        </a:p>
      </dgm:t>
    </dgm:pt>
    <dgm:pt modelId="{0D862427-52AD-0444-8C62-9C112DCF75EA}">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To use when an exact match for a network or host route is not found</a:t>
          </a:r>
        </a:p>
      </dgm:t>
    </dgm:pt>
    <dgm:pt modelId="{9CF03354-DB3C-F94F-B67D-CA7C47B972C7}" type="parTrans" cxnId="{C6379E48-B9C0-9D47-8E8D-3E019DC3872F}">
      <dgm:prSet/>
      <dgm:spPr/>
      <dgm:t>
        <a:bodyPr/>
        <a:lstStyle/>
        <a:p>
          <a:endParaRPr lang="en-US"/>
        </a:p>
      </dgm:t>
    </dgm:pt>
    <dgm:pt modelId="{ACFD69DE-4AD5-1D4E-8494-748FE347F4B9}" type="sibTrans" cxnId="{C6379E48-B9C0-9D47-8E8D-3E019DC3872F}">
      <dgm:prSet/>
      <dgm:spPr/>
      <dgm:t>
        <a:bodyPr/>
        <a:lstStyle/>
        <a:p>
          <a:endParaRPr lang="en-US"/>
        </a:p>
      </dgm:t>
    </dgm:pt>
    <dgm:pt modelId="{0936C74F-3C81-B749-A36C-13A60A8704F3}" type="pres">
      <dgm:prSet presAssocID="{0516988C-BEA8-473D-9F2B-CF56C450372C}" presName="Name0" presStyleCnt="0">
        <dgm:presLayoutVars>
          <dgm:dir/>
          <dgm:animLvl val="lvl"/>
          <dgm:resizeHandles val="exact"/>
        </dgm:presLayoutVars>
      </dgm:prSet>
      <dgm:spPr/>
    </dgm:pt>
    <dgm:pt modelId="{CEAA9BF7-CF86-0D4F-AC18-F5B04448976E}" type="pres">
      <dgm:prSet presAssocID="{4EC10A9C-DDC8-4A82-B73E-BE298C8C0B5A}" presName="composite" presStyleCnt="0"/>
      <dgm:spPr/>
    </dgm:pt>
    <dgm:pt modelId="{E865E9E6-6AA4-1543-9AA9-CD754D9B2325}" type="pres">
      <dgm:prSet presAssocID="{4EC10A9C-DDC8-4A82-B73E-BE298C8C0B5A}" presName="parTx" presStyleLbl="alignNode1" presStyleIdx="0" presStyleCnt="4">
        <dgm:presLayoutVars>
          <dgm:chMax val="0"/>
          <dgm:chPref val="0"/>
          <dgm:bulletEnabled val="1"/>
        </dgm:presLayoutVars>
      </dgm:prSet>
      <dgm:spPr/>
    </dgm:pt>
    <dgm:pt modelId="{8D7576D7-580B-FE4C-A467-7E317D188DE9}" type="pres">
      <dgm:prSet presAssocID="{4EC10A9C-DDC8-4A82-B73E-BE298C8C0B5A}" presName="desTx" presStyleLbl="alignAccFollowNode1" presStyleIdx="0" presStyleCnt="4" custLinFactNeighborX="-166" custLinFactNeighborY="-1984">
        <dgm:presLayoutVars>
          <dgm:bulletEnabled val="1"/>
        </dgm:presLayoutVars>
      </dgm:prSet>
      <dgm:spPr/>
    </dgm:pt>
    <dgm:pt modelId="{141B52E1-DC7A-C14C-883F-5718B311E2BD}" type="pres">
      <dgm:prSet presAssocID="{9395E594-E636-4F11-974F-271FFF561B21}" presName="space" presStyleCnt="0"/>
      <dgm:spPr/>
    </dgm:pt>
    <dgm:pt modelId="{B1DB0D90-2C9C-FC45-B2E8-955FF5D12FBC}" type="pres">
      <dgm:prSet presAssocID="{ECC2BBA0-6933-41CF-86BC-84E19E02F74D}" presName="composite" presStyleCnt="0"/>
      <dgm:spPr/>
    </dgm:pt>
    <dgm:pt modelId="{8E5AC353-0E96-1B41-AE27-7BA1E5A8DBAC}" type="pres">
      <dgm:prSet presAssocID="{ECC2BBA0-6933-41CF-86BC-84E19E02F74D}" presName="parTx" presStyleLbl="alignNode1" presStyleIdx="1" presStyleCnt="4">
        <dgm:presLayoutVars>
          <dgm:chMax val="0"/>
          <dgm:chPref val="0"/>
          <dgm:bulletEnabled val="1"/>
        </dgm:presLayoutVars>
      </dgm:prSet>
      <dgm:spPr/>
    </dgm:pt>
    <dgm:pt modelId="{C9F24BE2-2D56-BC4E-B997-D69EC62DC0FC}" type="pres">
      <dgm:prSet presAssocID="{ECC2BBA0-6933-41CF-86BC-84E19E02F74D}" presName="desTx" presStyleLbl="alignAccFollowNode1" presStyleIdx="1" presStyleCnt="4" custLinFactNeighborX="-166" custLinFactNeighborY="-1984">
        <dgm:presLayoutVars>
          <dgm:bulletEnabled val="1"/>
        </dgm:presLayoutVars>
      </dgm:prSet>
      <dgm:spPr/>
    </dgm:pt>
    <dgm:pt modelId="{F56F3C08-2DF8-9F49-94D1-BA66908048C0}" type="pres">
      <dgm:prSet presAssocID="{1D81B5EB-B817-4ACF-A401-42577AA04C48}" presName="space" presStyleCnt="0"/>
      <dgm:spPr/>
    </dgm:pt>
    <dgm:pt modelId="{C96614BF-203F-8A4C-B618-C4030DA8C361}" type="pres">
      <dgm:prSet presAssocID="{68C7D06F-DEE1-485E-8FCB-F491421A5C59}" presName="composite" presStyleCnt="0"/>
      <dgm:spPr/>
    </dgm:pt>
    <dgm:pt modelId="{6A660B1D-8980-B54A-8E12-B2C19AA17B20}" type="pres">
      <dgm:prSet presAssocID="{68C7D06F-DEE1-485E-8FCB-F491421A5C59}" presName="parTx" presStyleLbl="alignNode1" presStyleIdx="2" presStyleCnt="4">
        <dgm:presLayoutVars>
          <dgm:chMax val="0"/>
          <dgm:chPref val="0"/>
          <dgm:bulletEnabled val="1"/>
        </dgm:presLayoutVars>
      </dgm:prSet>
      <dgm:spPr/>
    </dgm:pt>
    <dgm:pt modelId="{C39C4D70-E0EB-B94D-8546-A068586D5BF4}" type="pres">
      <dgm:prSet presAssocID="{68C7D06F-DEE1-485E-8FCB-F491421A5C59}" presName="desTx" presStyleLbl="alignAccFollowNode1" presStyleIdx="2" presStyleCnt="4" custLinFactNeighborX="-166" custLinFactNeighborY="-1984">
        <dgm:presLayoutVars>
          <dgm:bulletEnabled val="1"/>
        </dgm:presLayoutVars>
      </dgm:prSet>
      <dgm:spPr/>
    </dgm:pt>
    <dgm:pt modelId="{A676F1B8-F71E-004B-8F4B-1BE5298FB106}" type="pres">
      <dgm:prSet presAssocID="{66C1ED30-AB13-4988-9B92-2D8EA0126D72}" presName="space" presStyleCnt="0"/>
      <dgm:spPr/>
    </dgm:pt>
    <dgm:pt modelId="{1D3899E0-346A-5E49-B4E9-DD2E7FDAF039}" type="pres">
      <dgm:prSet presAssocID="{C66616AF-7B96-4B4B-A05F-D5EF0F404587}" presName="composite" presStyleCnt="0"/>
      <dgm:spPr/>
    </dgm:pt>
    <dgm:pt modelId="{42A8EEBC-5E8E-AE44-A070-858ED5FBCE64}" type="pres">
      <dgm:prSet presAssocID="{C66616AF-7B96-4B4B-A05F-D5EF0F404587}" presName="parTx" presStyleLbl="alignNode1" presStyleIdx="3" presStyleCnt="4">
        <dgm:presLayoutVars>
          <dgm:chMax val="0"/>
          <dgm:chPref val="0"/>
          <dgm:bulletEnabled val="1"/>
        </dgm:presLayoutVars>
      </dgm:prSet>
      <dgm:spPr/>
    </dgm:pt>
    <dgm:pt modelId="{AF1239EC-B4D3-9041-A8FD-2D01F35BDA53}" type="pres">
      <dgm:prSet presAssocID="{C66616AF-7B96-4B4B-A05F-D5EF0F404587}" presName="desTx" presStyleLbl="alignAccFollowNode1" presStyleIdx="3" presStyleCnt="4" custLinFactNeighborX="-166" custLinFactNeighborY="-1984">
        <dgm:presLayoutVars>
          <dgm:bulletEnabled val="1"/>
        </dgm:presLayoutVars>
      </dgm:prSet>
      <dgm:spPr/>
    </dgm:pt>
  </dgm:ptLst>
  <dgm:cxnLst>
    <dgm:cxn modelId="{419D5D02-F70A-7940-AE58-AC9AD4566D1E}" type="presOf" srcId="{C66616AF-7B96-4B4B-A05F-D5EF0F404587}" destId="{42A8EEBC-5E8E-AE44-A070-858ED5FBCE64}" srcOrd="0" destOrd="0" presId="urn:microsoft.com/office/officeart/2005/8/layout/hList1"/>
    <dgm:cxn modelId="{AE8BCE1F-708E-7A4C-AF2D-FDE8489460E8}" type="presOf" srcId="{ED7242FA-E5CD-0749-A1DD-4A7D4F3A4B96}" destId="{8D7576D7-580B-FE4C-A467-7E317D188DE9}" srcOrd="0" destOrd="0" presId="urn:microsoft.com/office/officeart/2005/8/layout/hList1"/>
    <dgm:cxn modelId="{C7A54F24-55CE-4707-B2D5-DC3EC0E88368}" srcId="{0516988C-BEA8-473D-9F2B-CF56C450372C}" destId="{ECC2BBA0-6933-41CF-86BC-84E19E02F74D}" srcOrd="1" destOrd="0" parTransId="{10B3FB58-0EB3-4E15-8064-8A058064A6E4}" sibTransId="{1D81B5EB-B817-4ACF-A401-42577AA04C48}"/>
    <dgm:cxn modelId="{D425A23F-56C9-C049-9854-6A4ED375FA80}" type="presOf" srcId="{1EB24FED-3689-D147-AAC4-5448246E63C5}" destId="{C39C4D70-E0EB-B94D-8546-A068586D5BF4}" srcOrd="0" destOrd="0" presId="urn:microsoft.com/office/officeart/2005/8/layout/hList1"/>
    <dgm:cxn modelId="{3E2CE643-BAFC-4A53-A23D-71E728AA339A}" srcId="{0516988C-BEA8-473D-9F2B-CF56C450372C}" destId="{4EC10A9C-DDC8-4A82-B73E-BE298C8C0B5A}" srcOrd="0" destOrd="0" parTransId="{A110A5CA-D848-4E6F-92B1-DE7ADC4B4991}" sibTransId="{9395E594-E636-4F11-974F-271FFF561B21}"/>
    <dgm:cxn modelId="{C6379E48-B9C0-9D47-8E8D-3E019DC3872F}" srcId="{C66616AF-7B96-4B4B-A05F-D5EF0F404587}" destId="{0D862427-52AD-0444-8C62-9C112DCF75EA}" srcOrd="0" destOrd="0" parTransId="{9CF03354-DB3C-F94F-B67D-CA7C47B972C7}" sibTransId="{ACFD69DE-4AD5-1D4E-8494-748FE347F4B9}"/>
    <dgm:cxn modelId="{36D9316F-B53E-3C49-8F51-C50C51DF7477}" type="presOf" srcId="{53D8677B-4855-2348-A573-9A96ABB99927}" destId="{C9F24BE2-2D56-BC4E-B997-D69EC62DC0FC}" srcOrd="0" destOrd="0" presId="urn:microsoft.com/office/officeart/2005/8/layout/hList1"/>
    <dgm:cxn modelId="{FCF94052-F817-7046-82D9-0FAA61B33385}" type="presOf" srcId="{68C7D06F-DEE1-485E-8FCB-F491421A5C59}" destId="{6A660B1D-8980-B54A-8E12-B2C19AA17B20}" srcOrd="0" destOrd="0" presId="urn:microsoft.com/office/officeart/2005/8/layout/hList1"/>
    <dgm:cxn modelId="{3BFDBA75-8D8B-4403-9280-CF547C9597D9}" srcId="{0516988C-BEA8-473D-9F2B-CF56C450372C}" destId="{C66616AF-7B96-4B4B-A05F-D5EF0F404587}" srcOrd="3" destOrd="0" parTransId="{29C51E80-A1E1-4245-8C82-5EC795E50D45}" sibTransId="{6E94E889-2A36-4983-A19C-B7F7D6221F93}"/>
    <dgm:cxn modelId="{B9EFAF5A-7EA7-144D-AA21-AD90D3B46E58}" type="presOf" srcId="{4EC10A9C-DDC8-4A82-B73E-BE298C8C0B5A}" destId="{E865E9E6-6AA4-1543-9AA9-CD754D9B2325}" srcOrd="0" destOrd="0" presId="urn:microsoft.com/office/officeart/2005/8/layout/hList1"/>
    <dgm:cxn modelId="{11C82C85-A6CF-4BAF-B9AC-613C41C5759A}" srcId="{0516988C-BEA8-473D-9F2B-CF56C450372C}" destId="{68C7D06F-DEE1-485E-8FCB-F491421A5C59}" srcOrd="2" destOrd="0" parTransId="{F499A998-DB01-4747-82EC-EC7B0599AE91}" sibTransId="{66C1ED30-AB13-4988-9B92-2D8EA0126D72}"/>
    <dgm:cxn modelId="{3BADC3A8-687C-CE40-9B21-B76C5349DDF9}" type="presOf" srcId="{0D862427-52AD-0444-8C62-9C112DCF75EA}" destId="{AF1239EC-B4D3-9041-A8FD-2D01F35BDA53}" srcOrd="0" destOrd="0" presId="urn:microsoft.com/office/officeart/2005/8/layout/hList1"/>
    <dgm:cxn modelId="{8289F8B1-86D8-A64C-9B6F-5B0C70D16962}" srcId="{ECC2BBA0-6933-41CF-86BC-84E19E02F74D}" destId="{53D8677B-4855-2348-A573-9A96ABB99927}" srcOrd="0" destOrd="0" parTransId="{F034A6CA-908A-0A47-B267-298E608867FB}" sibTransId="{24C1AAD9-316F-8349-B247-8DC91372576F}"/>
    <dgm:cxn modelId="{FF7046CA-6521-004F-A569-B122A96B7944}" srcId="{4EC10A9C-DDC8-4A82-B73E-BE298C8C0B5A}" destId="{ED7242FA-E5CD-0749-A1DD-4A7D4F3A4B96}" srcOrd="0" destOrd="0" parTransId="{124A052B-15EF-0F41-BCBE-AF7629E7CB54}" sibTransId="{4807E786-C8DC-9747-8F65-28FB11ACE7A7}"/>
    <dgm:cxn modelId="{991032CB-D706-1B4F-A9E9-74F68A233B1A}" type="presOf" srcId="{ECC2BBA0-6933-41CF-86BC-84E19E02F74D}" destId="{8E5AC353-0E96-1B41-AE27-7BA1E5A8DBAC}" srcOrd="0" destOrd="0" presId="urn:microsoft.com/office/officeart/2005/8/layout/hList1"/>
    <dgm:cxn modelId="{3C70EDCB-720D-A94D-B213-B99B7571FBC1}" srcId="{68C7D06F-DEE1-485E-8FCB-F491421A5C59}" destId="{1EB24FED-3689-D147-AAC4-5448246E63C5}" srcOrd="0" destOrd="0" parTransId="{10CA4E7C-D685-7141-BC58-92B87D025527}" sibTransId="{69C1947F-2882-AC4F-896C-327C1949B92C}"/>
    <dgm:cxn modelId="{AA08D8E6-EA9A-8C48-8EA2-4FF13F8C78D3}" type="presOf" srcId="{0516988C-BEA8-473D-9F2B-CF56C450372C}" destId="{0936C74F-3C81-B749-A36C-13A60A8704F3}" srcOrd="0" destOrd="0" presId="urn:microsoft.com/office/officeart/2005/8/layout/hList1"/>
    <dgm:cxn modelId="{F48E8479-E1F8-274A-AE00-07BC4E785A62}" type="presParOf" srcId="{0936C74F-3C81-B749-A36C-13A60A8704F3}" destId="{CEAA9BF7-CF86-0D4F-AC18-F5B04448976E}" srcOrd="0" destOrd="0" presId="urn:microsoft.com/office/officeart/2005/8/layout/hList1"/>
    <dgm:cxn modelId="{95070A40-29D1-1648-899C-E62817449E1E}" type="presParOf" srcId="{CEAA9BF7-CF86-0D4F-AC18-F5B04448976E}" destId="{E865E9E6-6AA4-1543-9AA9-CD754D9B2325}" srcOrd="0" destOrd="0" presId="urn:microsoft.com/office/officeart/2005/8/layout/hList1"/>
    <dgm:cxn modelId="{9AB544F0-3364-4546-A7C2-04F7E27D9A7D}" type="presParOf" srcId="{CEAA9BF7-CF86-0D4F-AC18-F5B04448976E}" destId="{8D7576D7-580B-FE4C-A467-7E317D188DE9}" srcOrd="1" destOrd="0" presId="urn:microsoft.com/office/officeart/2005/8/layout/hList1"/>
    <dgm:cxn modelId="{6C601A49-BF70-C947-8F6D-E3ABB05A845D}" type="presParOf" srcId="{0936C74F-3C81-B749-A36C-13A60A8704F3}" destId="{141B52E1-DC7A-C14C-883F-5718B311E2BD}" srcOrd="1" destOrd="0" presId="urn:microsoft.com/office/officeart/2005/8/layout/hList1"/>
    <dgm:cxn modelId="{CD9D6805-6A2B-7145-977C-50415B6CC2B8}" type="presParOf" srcId="{0936C74F-3C81-B749-A36C-13A60A8704F3}" destId="{B1DB0D90-2C9C-FC45-B2E8-955FF5D12FBC}" srcOrd="2" destOrd="0" presId="urn:microsoft.com/office/officeart/2005/8/layout/hList1"/>
    <dgm:cxn modelId="{D5D98029-3ECF-0B4A-B1AE-4B38569B87EF}" type="presParOf" srcId="{B1DB0D90-2C9C-FC45-B2E8-955FF5D12FBC}" destId="{8E5AC353-0E96-1B41-AE27-7BA1E5A8DBAC}" srcOrd="0" destOrd="0" presId="urn:microsoft.com/office/officeart/2005/8/layout/hList1"/>
    <dgm:cxn modelId="{DDC8197A-0B91-7E49-A0E8-2247AE338BC8}" type="presParOf" srcId="{B1DB0D90-2C9C-FC45-B2E8-955FF5D12FBC}" destId="{C9F24BE2-2D56-BC4E-B997-D69EC62DC0FC}" srcOrd="1" destOrd="0" presId="urn:microsoft.com/office/officeart/2005/8/layout/hList1"/>
    <dgm:cxn modelId="{592B2897-BD5C-7D4F-85CC-7964FA017125}" type="presParOf" srcId="{0936C74F-3C81-B749-A36C-13A60A8704F3}" destId="{F56F3C08-2DF8-9F49-94D1-BA66908048C0}" srcOrd="3" destOrd="0" presId="urn:microsoft.com/office/officeart/2005/8/layout/hList1"/>
    <dgm:cxn modelId="{06A24737-E4C1-354D-BB94-007E331796E2}" type="presParOf" srcId="{0936C74F-3C81-B749-A36C-13A60A8704F3}" destId="{C96614BF-203F-8A4C-B618-C4030DA8C361}" srcOrd="4" destOrd="0" presId="urn:microsoft.com/office/officeart/2005/8/layout/hList1"/>
    <dgm:cxn modelId="{9F51184D-25D9-FF40-B102-0FC53A40C2C6}" type="presParOf" srcId="{C96614BF-203F-8A4C-B618-C4030DA8C361}" destId="{6A660B1D-8980-B54A-8E12-B2C19AA17B20}" srcOrd="0" destOrd="0" presId="urn:microsoft.com/office/officeart/2005/8/layout/hList1"/>
    <dgm:cxn modelId="{1F3BA7F5-C9BA-054F-A23A-7521E1A92F23}" type="presParOf" srcId="{C96614BF-203F-8A4C-B618-C4030DA8C361}" destId="{C39C4D70-E0EB-B94D-8546-A068586D5BF4}" srcOrd="1" destOrd="0" presId="urn:microsoft.com/office/officeart/2005/8/layout/hList1"/>
    <dgm:cxn modelId="{494844C9-420A-2441-80BD-0E65C27CC3F2}" type="presParOf" srcId="{0936C74F-3C81-B749-A36C-13A60A8704F3}" destId="{A676F1B8-F71E-004B-8F4B-1BE5298FB106}" srcOrd="5" destOrd="0" presId="urn:microsoft.com/office/officeart/2005/8/layout/hList1"/>
    <dgm:cxn modelId="{5F638FEA-D8F9-6C45-9375-C7390587E2C9}" type="presParOf" srcId="{0936C74F-3C81-B749-A36C-13A60A8704F3}" destId="{1D3899E0-346A-5E49-B4E9-DD2E7FDAF039}" srcOrd="6" destOrd="0" presId="urn:microsoft.com/office/officeart/2005/8/layout/hList1"/>
    <dgm:cxn modelId="{CBD83808-7B80-3943-818B-3DB3D60CF66A}" type="presParOf" srcId="{1D3899E0-346A-5E49-B4E9-DD2E7FDAF039}" destId="{42A8EEBC-5E8E-AE44-A070-858ED5FBCE64}" srcOrd="0" destOrd="0" presId="urn:microsoft.com/office/officeart/2005/8/layout/hList1"/>
    <dgm:cxn modelId="{015C3565-8CF2-D64E-819F-20A97A0000DA}" type="presParOf" srcId="{1D3899E0-346A-5E49-B4E9-DD2E7FDAF039}" destId="{AF1239EC-B4D3-9041-A8FD-2D01F35BDA5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D187A2-0D02-494F-8B86-0B452E4C648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32581AA-9ABF-7F49-B806-4DA580AF4554}">
      <dgm:prSet/>
      <dgm:spPr/>
      <dgm:t>
        <a:bodyPr/>
        <a:lstStyle/>
        <a:p>
          <a:r>
            <a:rPr lang="en-US" dirty="0"/>
            <a:t>Router Placement</a:t>
          </a:r>
        </a:p>
      </dgm:t>
    </dgm:pt>
    <dgm:pt modelId="{A91B8772-BE9A-2547-9DFA-4C62F5D1C975}" type="parTrans" cxnId="{AC07CF42-A2BC-6949-9298-1FE8C72A705E}">
      <dgm:prSet/>
      <dgm:spPr/>
      <dgm:t>
        <a:bodyPr/>
        <a:lstStyle/>
        <a:p>
          <a:endParaRPr lang="en-US"/>
        </a:p>
      </dgm:t>
    </dgm:pt>
    <dgm:pt modelId="{D1072D0E-4000-BE48-9EA2-A36AC889AFEE}" type="sibTrans" cxnId="{AC07CF42-A2BC-6949-9298-1FE8C72A705E}">
      <dgm:prSet/>
      <dgm:spPr/>
      <dgm:t>
        <a:bodyPr/>
        <a:lstStyle/>
        <a:p>
          <a:endParaRPr lang="en-US"/>
        </a:p>
      </dgm:t>
    </dgm:pt>
    <dgm:pt modelId="{FB09F4AC-1243-9D40-99E6-FD03380C6029}">
      <dgm:prSe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Same subnet or IP network must not be separated by a router</a:t>
          </a:r>
        </a:p>
      </dgm:t>
    </dgm:pt>
    <dgm:pt modelId="{F8E8CB5E-BD90-5943-8053-029F34737373}" type="parTrans" cxnId="{63B0494B-0401-224A-9DDA-0D5F9A420B21}">
      <dgm:prSet/>
      <dgm:spPr/>
      <dgm:t>
        <a:bodyPr/>
        <a:lstStyle/>
        <a:p>
          <a:endParaRPr lang="en-US"/>
        </a:p>
      </dgm:t>
    </dgm:pt>
    <dgm:pt modelId="{252495C2-F04B-B340-9AE4-4D6BAD4344C1}" type="sibTrans" cxnId="{63B0494B-0401-224A-9DDA-0D5F9A420B21}">
      <dgm:prSet/>
      <dgm:spPr/>
      <dgm:t>
        <a:bodyPr/>
        <a:lstStyle/>
        <a:p>
          <a:endParaRPr lang="en-US"/>
        </a:p>
      </dgm:t>
    </dgm:pt>
    <dgm:pt modelId="{B9CAD069-F91E-564A-A844-D51C96C2AA0D}">
      <dgm:prSe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Different subnets or </a:t>
          </a:r>
          <a:br>
            <a:rPr lang="en-US" dirty="0">
              <a:solidFill>
                <a:srgbClr val="20282F"/>
              </a:solidFill>
            </a:rPr>
          </a:br>
          <a:r>
            <a:rPr lang="en-US" dirty="0">
              <a:solidFill>
                <a:srgbClr val="20282F"/>
              </a:solidFill>
            </a:rPr>
            <a:t>IP networks must be separated by a router</a:t>
          </a:r>
        </a:p>
      </dgm:t>
    </dgm:pt>
    <dgm:pt modelId="{A9EAF7F2-3A41-F348-99F5-656358E3C550}" type="parTrans" cxnId="{9A93761B-D637-054D-8829-6DC635DC9933}">
      <dgm:prSet/>
      <dgm:spPr/>
      <dgm:t>
        <a:bodyPr/>
        <a:lstStyle/>
        <a:p>
          <a:endParaRPr lang="en-US"/>
        </a:p>
      </dgm:t>
    </dgm:pt>
    <dgm:pt modelId="{B05DCEAB-E2C4-7346-A02C-E82BE633671D}" type="sibTrans" cxnId="{9A93761B-D637-054D-8829-6DC635DC9933}">
      <dgm:prSet/>
      <dgm:spPr/>
      <dgm:t>
        <a:bodyPr/>
        <a:lstStyle/>
        <a:p>
          <a:endParaRPr lang="en-US"/>
        </a:p>
      </dgm:t>
    </dgm:pt>
    <dgm:pt modelId="{9EA95F13-7333-654A-B336-9C524292FB93}" type="pres">
      <dgm:prSet presAssocID="{50D187A2-0D02-494F-8B86-0B452E4C6485}" presName="linear" presStyleCnt="0">
        <dgm:presLayoutVars>
          <dgm:dir/>
          <dgm:animLvl val="lvl"/>
          <dgm:resizeHandles val="exact"/>
        </dgm:presLayoutVars>
      </dgm:prSet>
      <dgm:spPr/>
    </dgm:pt>
    <dgm:pt modelId="{6B4951A2-B172-6C43-AD43-219D8482A951}" type="pres">
      <dgm:prSet presAssocID="{132581AA-9ABF-7F49-B806-4DA580AF4554}" presName="parentLin" presStyleCnt="0"/>
      <dgm:spPr/>
    </dgm:pt>
    <dgm:pt modelId="{84B89CBE-38D5-FF49-A7FE-B5D5454EA40F}" type="pres">
      <dgm:prSet presAssocID="{132581AA-9ABF-7F49-B806-4DA580AF4554}" presName="parentLeftMargin" presStyleLbl="node1" presStyleIdx="0" presStyleCnt="1"/>
      <dgm:spPr/>
    </dgm:pt>
    <dgm:pt modelId="{9B5A48A9-4BE7-AF4F-8263-E72ED1069587}" type="pres">
      <dgm:prSet presAssocID="{132581AA-9ABF-7F49-B806-4DA580AF4554}" presName="parentText" presStyleLbl="node1" presStyleIdx="0" presStyleCnt="1">
        <dgm:presLayoutVars>
          <dgm:chMax val="0"/>
          <dgm:bulletEnabled val="1"/>
        </dgm:presLayoutVars>
      </dgm:prSet>
      <dgm:spPr/>
    </dgm:pt>
    <dgm:pt modelId="{BCF8C3DF-2F22-FC48-9DB0-FF400BE8E3FB}" type="pres">
      <dgm:prSet presAssocID="{132581AA-9ABF-7F49-B806-4DA580AF4554}" presName="negativeSpace" presStyleCnt="0"/>
      <dgm:spPr/>
    </dgm:pt>
    <dgm:pt modelId="{C591C9C8-859A-EF4D-A19E-E427602C5327}" type="pres">
      <dgm:prSet presAssocID="{132581AA-9ABF-7F49-B806-4DA580AF4554}" presName="childText" presStyleLbl="conFgAcc1" presStyleIdx="0" presStyleCnt="1">
        <dgm:presLayoutVars>
          <dgm:bulletEnabled val="1"/>
        </dgm:presLayoutVars>
      </dgm:prSet>
      <dgm:spPr/>
    </dgm:pt>
  </dgm:ptLst>
  <dgm:cxnLst>
    <dgm:cxn modelId="{DA1CB502-0DF8-FA4A-A157-1713280B2C4A}" type="presOf" srcId="{132581AA-9ABF-7F49-B806-4DA580AF4554}" destId="{84B89CBE-38D5-FF49-A7FE-B5D5454EA40F}" srcOrd="0" destOrd="0" presId="urn:microsoft.com/office/officeart/2005/8/layout/list1"/>
    <dgm:cxn modelId="{08F2270F-C5D0-DB4F-A986-281CCB3369EB}" type="presOf" srcId="{FB09F4AC-1243-9D40-99E6-FD03380C6029}" destId="{C591C9C8-859A-EF4D-A19E-E427602C5327}" srcOrd="0" destOrd="0" presId="urn:microsoft.com/office/officeart/2005/8/layout/list1"/>
    <dgm:cxn modelId="{9A93761B-D637-054D-8829-6DC635DC9933}" srcId="{132581AA-9ABF-7F49-B806-4DA580AF4554}" destId="{B9CAD069-F91E-564A-A844-D51C96C2AA0D}" srcOrd="1" destOrd="0" parTransId="{A9EAF7F2-3A41-F348-99F5-656358E3C550}" sibTransId="{B05DCEAB-E2C4-7346-A02C-E82BE633671D}"/>
    <dgm:cxn modelId="{AC07CF42-A2BC-6949-9298-1FE8C72A705E}" srcId="{50D187A2-0D02-494F-8B86-0B452E4C6485}" destId="{132581AA-9ABF-7F49-B806-4DA580AF4554}" srcOrd="0" destOrd="0" parTransId="{A91B8772-BE9A-2547-9DFA-4C62F5D1C975}" sibTransId="{D1072D0E-4000-BE48-9EA2-A36AC889AFEE}"/>
    <dgm:cxn modelId="{63B0494B-0401-224A-9DDA-0D5F9A420B21}" srcId="{132581AA-9ABF-7F49-B806-4DA580AF4554}" destId="{FB09F4AC-1243-9D40-99E6-FD03380C6029}" srcOrd="0" destOrd="0" parTransId="{F8E8CB5E-BD90-5943-8053-029F34737373}" sibTransId="{252495C2-F04B-B340-9AE4-4D6BAD4344C1}"/>
    <dgm:cxn modelId="{AC53BC81-15EA-E140-8637-5BD1ED441729}" type="presOf" srcId="{132581AA-9ABF-7F49-B806-4DA580AF4554}" destId="{9B5A48A9-4BE7-AF4F-8263-E72ED1069587}" srcOrd="1" destOrd="0" presId="urn:microsoft.com/office/officeart/2005/8/layout/list1"/>
    <dgm:cxn modelId="{87C249E6-190D-A34A-A627-D7F0CFBF53A1}" type="presOf" srcId="{50D187A2-0D02-494F-8B86-0B452E4C6485}" destId="{9EA95F13-7333-654A-B336-9C524292FB93}" srcOrd="0" destOrd="0" presId="urn:microsoft.com/office/officeart/2005/8/layout/list1"/>
    <dgm:cxn modelId="{4AE8CEF2-88C0-D44A-8905-E7BE32A9DB92}" type="presOf" srcId="{B9CAD069-F91E-564A-A844-D51C96C2AA0D}" destId="{C591C9C8-859A-EF4D-A19E-E427602C5327}" srcOrd="0" destOrd="1" presId="urn:microsoft.com/office/officeart/2005/8/layout/list1"/>
    <dgm:cxn modelId="{0C414FF5-BA39-2E4D-B3D2-29299266D523}" type="presParOf" srcId="{9EA95F13-7333-654A-B336-9C524292FB93}" destId="{6B4951A2-B172-6C43-AD43-219D8482A951}" srcOrd="0" destOrd="0" presId="urn:microsoft.com/office/officeart/2005/8/layout/list1"/>
    <dgm:cxn modelId="{08F1510B-2E21-4640-83FB-ECE1D7764DC0}" type="presParOf" srcId="{6B4951A2-B172-6C43-AD43-219D8482A951}" destId="{84B89CBE-38D5-FF49-A7FE-B5D5454EA40F}" srcOrd="0" destOrd="0" presId="urn:microsoft.com/office/officeart/2005/8/layout/list1"/>
    <dgm:cxn modelId="{DE0DA2CD-0642-F746-BAD0-AC236898E7CC}" type="presParOf" srcId="{6B4951A2-B172-6C43-AD43-219D8482A951}" destId="{9B5A48A9-4BE7-AF4F-8263-E72ED1069587}" srcOrd="1" destOrd="0" presId="urn:microsoft.com/office/officeart/2005/8/layout/list1"/>
    <dgm:cxn modelId="{9E7DFC13-62F9-A046-A671-7C10C5BBF3C0}" type="presParOf" srcId="{9EA95F13-7333-654A-B336-9C524292FB93}" destId="{BCF8C3DF-2F22-FC48-9DB0-FF400BE8E3FB}" srcOrd="1" destOrd="0" presId="urn:microsoft.com/office/officeart/2005/8/layout/list1"/>
    <dgm:cxn modelId="{B000B908-F66A-0842-B97F-A5E03A589222}" type="presParOf" srcId="{9EA95F13-7333-654A-B336-9C524292FB93}" destId="{C591C9C8-859A-EF4D-A19E-E427602C532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673326-2489-4836-BCEB-2713BFCFA05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833FA8B-EBE9-4DD0-AA77-D02024BD9B86}">
      <dgm:prSet phldrT="[Text]" custT="1"/>
      <dgm:spPr>
        <a:solidFill>
          <a:srgbClr val="004F71"/>
        </a:solidFill>
      </dgm:spPr>
      <dgm:t>
        <a:bodyPr/>
        <a:lstStyle/>
        <a:p>
          <a:r>
            <a:rPr lang="en-US" sz="2000" dirty="0"/>
            <a:t>show route</a:t>
          </a:r>
        </a:p>
      </dgm:t>
    </dgm:pt>
    <dgm:pt modelId="{752BF804-F952-4F81-BA79-C5DA3A72128F}" type="parTrans" cxnId="{81507E9B-50E5-4279-819A-0BDDDB8F1A2E}">
      <dgm:prSet/>
      <dgm:spPr/>
      <dgm:t>
        <a:bodyPr/>
        <a:lstStyle/>
        <a:p>
          <a:endParaRPr lang="en-US"/>
        </a:p>
      </dgm:t>
    </dgm:pt>
    <dgm:pt modelId="{44FD8AD3-9B14-4380-9DAE-CE7178EF1D3B}" type="sibTrans" cxnId="{81507E9B-50E5-4279-819A-0BDDDB8F1A2E}">
      <dgm:prSet/>
      <dgm:spPr/>
      <dgm:t>
        <a:bodyPr/>
        <a:lstStyle/>
        <a:p>
          <a:endParaRPr lang="en-US"/>
        </a:p>
      </dgm:t>
    </dgm:pt>
    <dgm:pt modelId="{26CA5824-5328-4889-BF16-506DA5EF3A11}">
      <dgm:prSet phldrT="[Text]" custT="1"/>
      <dgm:spPr>
        <a:solidFill>
          <a:schemeClr val="bg1">
            <a:lumMod val="95000"/>
            <a:alpha val="90000"/>
          </a:schemeClr>
        </a:solidFill>
        <a:ln w="9525">
          <a:solidFill>
            <a:schemeClr val="bg1">
              <a:lumMod val="85000"/>
            </a:schemeClr>
          </a:solidFill>
        </a:ln>
      </dgm:spPr>
      <dgm:t>
        <a:bodyPr/>
        <a:lstStyle/>
        <a:p>
          <a:pPr marL="7938" indent="0">
            <a:buNone/>
            <a:tabLst/>
          </a:pPr>
          <a:r>
            <a:rPr lang="en-US" sz="1800" dirty="0">
              <a:solidFill>
                <a:srgbClr val="20282F"/>
              </a:solidFill>
            </a:rPr>
            <a:t>Displays routing table</a:t>
          </a:r>
        </a:p>
      </dgm:t>
    </dgm:pt>
    <dgm:pt modelId="{CDA2D43E-C36D-4371-8D12-1E15DF64817F}" type="parTrans" cxnId="{881B0F9F-D136-4E74-8FCD-C091810330BA}">
      <dgm:prSet/>
      <dgm:spPr/>
      <dgm:t>
        <a:bodyPr/>
        <a:lstStyle/>
        <a:p>
          <a:endParaRPr lang="en-US"/>
        </a:p>
      </dgm:t>
    </dgm:pt>
    <dgm:pt modelId="{F607F8A4-7DA5-41CF-A818-E8CF4DD83546}" type="sibTrans" cxnId="{881B0F9F-D136-4E74-8FCD-C091810330BA}">
      <dgm:prSet/>
      <dgm:spPr/>
      <dgm:t>
        <a:bodyPr/>
        <a:lstStyle/>
        <a:p>
          <a:endParaRPr lang="en-US"/>
        </a:p>
      </dgm:t>
    </dgm:pt>
    <dgm:pt modelId="{B8F0229A-B678-4616-BBCF-C8979DE1043F}">
      <dgm:prSet phldrT="[Text]" custT="1"/>
      <dgm:spPr>
        <a:solidFill>
          <a:srgbClr val="004F71"/>
        </a:solidFill>
      </dgm:spPr>
      <dgm:t>
        <a:bodyPr/>
        <a:lstStyle/>
        <a:p>
          <a:r>
            <a:rPr lang="en-US" sz="2000" dirty="0"/>
            <a:t>show arp </a:t>
          </a:r>
        </a:p>
      </dgm:t>
    </dgm:pt>
    <dgm:pt modelId="{0E069E9A-B273-40EC-842F-CA1D7F395332}" type="parTrans" cxnId="{0287EFF3-C5BC-4F3C-96C0-B2DD09273C2A}">
      <dgm:prSet/>
      <dgm:spPr/>
      <dgm:t>
        <a:bodyPr/>
        <a:lstStyle/>
        <a:p>
          <a:endParaRPr lang="en-US"/>
        </a:p>
      </dgm:t>
    </dgm:pt>
    <dgm:pt modelId="{9BC5CC87-0055-4A43-9170-BA22F2068D8B}" type="sibTrans" cxnId="{0287EFF3-C5BC-4F3C-96C0-B2DD09273C2A}">
      <dgm:prSet/>
      <dgm:spPr/>
      <dgm:t>
        <a:bodyPr/>
        <a:lstStyle/>
        <a:p>
          <a:endParaRPr lang="en-US"/>
        </a:p>
      </dgm:t>
    </dgm:pt>
    <dgm:pt modelId="{A6EF52E2-11AD-496F-91DA-CFCBB3CE0278}">
      <dgm:prSet phldrT="[Text]" custT="1"/>
      <dgm:spPr>
        <a:solidFill>
          <a:schemeClr val="bg1">
            <a:lumMod val="95000"/>
            <a:alpha val="90000"/>
          </a:schemeClr>
        </a:solidFill>
        <a:ln w="9525">
          <a:solidFill>
            <a:schemeClr val="bg1">
              <a:lumMod val="85000"/>
            </a:schemeClr>
          </a:solidFill>
        </a:ln>
      </dgm:spPr>
      <dgm:t>
        <a:bodyPr/>
        <a:lstStyle/>
        <a:p>
          <a:pPr marL="0" indent="0">
            <a:buNone/>
            <a:tabLst/>
          </a:pPr>
          <a:r>
            <a:rPr lang="en-US" sz="1800" dirty="0">
              <a:solidFill>
                <a:srgbClr val="20282F"/>
              </a:solidFill>
            </a:rPr>
            <a:t>Lists current ARP table entries</a:t>
          </a:r>
        </a:p>
      </dgm:t>
    </dgm:pt>
    <dgm:pt modelId="{6EB5D129-6BAB-4918-A270-C33AC0203D59}" type="parTrans" cxnId="{1B13900E-240A-405F-99CB-2B573E0C05BA}">
      <dgm:prSet/>
      <dgm:spPr/>
      <dgm:t>
        <a:bodyPr/>
        <a:lstStyle/>
        <a:p>
          <a:endParaRPr lang="en-US"/>
        </a:p>
      </dgm:t>
    </dgm:pt>
    <dgm:pt modelId="{9505ACF1-22AA-4E24-9CA9-0813D9E16E53}" type="sibTrans" cxnId="{1B13900E-240A-405F-99CB-2B573E0C05BA}">
      <dgm:prSet/>
      <dgm:spPr/>
      <dgm:t>
        <a:bodyPr/>
        <a:lstStyle/>
        <a:p>
          <a:endParaRPr lang="en-US"/>
        </a:p>
      </dgm:t>
    </dgm:pt>
    <dgm:pt modelId="{DF90AFFE-C675-402C-B825-AB508A2F1D14}">
      <dgm:prSet phldrT="[Text]" custT="1"/>
      <dgm:spPr>
        <a:solidFill>
          <a:srgbClr val="004F71"/>
        </a:solidFill>
      </dgm:spPr>
      <dgm:t>
        <a:bodyPr/>
        <a:lstStyle/>
        <a:p>
          <a:r>
            <a:rPr lang="en-US" sz="2000" dirty="0"/>
            <a:t>route </a:t>
          </a:r>
        </a:p>
      </dgm:t>
    </dgm:pt>
    <dgm:pt modelId="{C955759F-31EC-4EAE-8CDA-71BCDFE2F901}" type="parTrans" cxnId="{06FD07F9-6CA0-4BB6-B25B-6F9A7C881991}">
      <dgm:prSet/>
      <dgm:spPr/>
      <dgm:t>
        <a:bodyPr/>
        <a:lstStyle/>
        <a:p>
          <a:endParaRPr lang="en-US"/>
        </a:p>
      </dgm:t>
    </dgm:pt>
    <dgm:pt modelId="{DD5D8B85-923B-4CDD-8D35-7227F22B79AE}" type="sibTrans" cxnId="{06FD07F9-6CA0-4BB6-B25B-6F9A7C881991}">
      <dgm:prSet/>
      <dgm:spPr/>
      <dgm:t>
        <a:bodyPr/>
        <a:lstStyle/>
        <a:p>
          <a:endParaRPr lang="en-US"/>
        </a:p>
      </dgm:t>
    </dgm:pt>
    <dgm:pt modelId="{02765AC7-9E12-42B8-B980-37277366D917}">
      <dgm:prSet phldrT="[Text]" custT="1"/>
      <dgm:spPr>
        <a:solidFill>
          <a:schemeClr val="bg1">
            <a:lumMod val="95000"/>
            <a:alpha val="90000"/>
          </a:schemeClr>
        </a:solidFill>
        <a:ln w="9525">
          <a:solidFill>
            <a:schemeClr val="bg1">
              <a:lumMod val="85000"/>
            </a:schemeClr>
          </a:solidFill>
        </a:ln>
      </dgm:spPr>
      <dgm:t>
        <a:bodyPr/>
        <a:lstStyle/>
        <a:p>
          <a:pPr marL="0" indent="0">
            <a:buNone/>
            <a:tabLst/>
          </a:pPr>
          <a:r>
            <a:rPr lang="en-US" sz="1800" dirty="0">
              <a:solidFill>
                <a:srgbClr val="20282F"/>
              </a:solidFill>
            </a:rPr>
            <a:t>Shows IP routing table of a host</a:t>
          </a:r>
        </a:p>
      </dgm:t>
    </dgm:pt>
    <dgm:pt modelId="{844932A5-026F-46C0-A4F7-9B515365DB01}" type="parTrans" cxnId="{AD17AFA1-1BA5-4E86-B7EE-46DA036CC439}">
      <dgm:prSet/>
      <dgm:spPr/>
      <dgm:t>
        <a:bodyPr/>
        <a:lstStyle/>
        <a:p>
          <a:endParaRPr lang="en-US"/>
        </a:p>
      </dgm:t>
    </dgm:pt>
    <dgm:pt modelId="{B6956647-7B43-4947-A993-04CFB39E1261}" type="sibTrans" cxnId="{AD17AFA1-1BA5-4E86-B7EE-46DA036CC439}">
      <dgm:prSet/>
      <dgm:spPr/>
      <dgm:t>
        <a:bodyPr/>
        <a:lstStyle/>
        <a:p>
          <a:endParaRPr lang="en-US"/>
        </a:p>
      </dgm:t>
    </dgm:pt>
    <dgm:pt modelId="{328853E4-747B-49C0-9495-4DDECDF82661}">
      <dgm:prSet phldrT="[Text]" custT="1"/>
      <dgm:spPr>
        <a:solidFill>
          <a:srgbClr val="004F71"/>
        </a:solidFill>
      </dgm:spPr>
      <dgm:t>
        <a:bodyPr/>
        <a:lstStyle/>
        <a:p>
          <a:r>
            <a:rPr lang="en-US" sz="2000" dirty="0"/>
            <a:t>traceroute</a:t>
          </a:r>
        </a:p>
      </dgm:t>
    </dgm:pt>
    <dgm:pt modelId="{D595766C-6DEC-4CA0-98FE-BD149879B11B}" type="parTrans" cxnId="{8114F855-3435-4059-AB90-CB96603D4877}">
      <dgm:prSet/>
      <dgm:spPr/>
      <dgm:t>
        <a:bodyPr/>
        <a:lstStyle/>
        <a:p>
          <a:endParaRPr lang="en-US"/>
        </a:p>
      </dgm:t>
    </dgm:pt>
    <dgm:pt modelId="{A8EC05AC-7551-4DC3-BB51-727B57859015}" type="sibTrans" cxnId="{8114F855-3435-4059-AB90-CB96603D4877}">
      <dgm:prSet/>
      <dgm:spPr/>
      <dgm:t>
        <a:bodyPr/>
        <a:lstStyle/>
        <a:p>
          <a:endParaRPr lang="en-US"/>
        </a:p>
      </dgm:t>
    </dgm:pt>
    <dgm:pt modelId="{E304904B-D195-4F95-87E4-CFCBDCD97518}">
      <dgm:prSet phldrT="[Text]" custT="1"/>
      <dgm:spPr>
        <a:solidFill>
          <a:schemeClr val="bg1">
            <a:lumMod val="95000"/>
            <a:alpha val="90000"/>
          </a:schemeClr>
        </a:solidFill>
        <a:ln w="9525">
          <a:solidFill>
            <a:schemeClr val="bg1">
              <a:lumMod val="85000"/>
            </a:schemeClr>
          </a:solidFill>
        </a:ln>
      </dgm:spPr>
      <dgm:t>
        <a:bodyPr/>
        <a:lstStyle/>
        <a:p>
          <a:pPr marL="0" indent="0">
            <a:buNone/>
            <a:tabLst/>
          </a:pPr>
          <a:r>
            <a:rPr lang="en-US" sz="1800" dirty="0">
              <a:solidFill>
                <a:srgbClr val="20282F"/>
              </a:solidFill>
            </a:rPr>
            <a:t>Tracks a packet’s path to destination</a:t>
          </a:r>
        </a:p>
      </dgm:t>
    </dgm:pt>
    <dgm:pt modelId="{EE8478F4-7CFB-4397-B739-A2FD572D0901}" type="parTrans" cxnId="{7D53606A-DDA8-494D-AF2E-E98612B89DCB}">
      <dgm:prSet/>
      <dgm:spPr/>
      <dgm:t>
        <a:bodyPr/>
        <a:lstStyle/>
        <a:p>
          <a:endParaRPr lang="en-US"/>
        </a:p>
      </dgm:t>
    </dgm:pt>
    <dgm:pt modelId="{D0CC69A0-4917-4DD9-9FEB-FBF4374282F0}" type="sibTrans" cxnId="{7D53606A-DDA8-494D-AF2E-E98612B89DCB}">
      <dgm:prSet/>
      <dgm:spPr/>
      <dgm:t>
        <a:bodyPr/>
        <a:lstStyle/>
        <a:p>
          <a:endParaRPr lang="en-US"/>
        </a:p>
      </dgm:t>
    </dgm:pt>
    <dgm:pt modelId="{6C5C9A6B-9CDE-45B7-B9CA-587166C7FE2D}" type="pres">
      <dgm:prSet presAssocID="{94673326-2489-4836-BCEB-2713BFCFA057}" presName="Name0" presStyleCnt="0">
        <dgm:presLayoutVars>
          <dgm:dir/>
          <dgm:animLvl val="lvl"/>
          <dgm:resizeHandles val="exact"/>
        </dgm:presLayoutVars>
      </dgm:prSet>
      <dgm:spPr/>
    </dgm:pt>
    <dgm:pt modelId="{D02CA72C-A593-4C8F-A7EF-B7564CC29053}" type="pres">
      <dgm:prSet presAssocID="{2833FA8B-EBE9-4DD0-AA77-D02024BD9B86}" presName="composite" presStyleCnt="0"/>
      <dgm:spPr/>
    </dgm:pt>
    <dgm:pt modelId="{2F4A7832-7408-4E45-B282-7808E710D65A}" type="pres">
      <dgm:prSet presAssocID="{2833FA8B-EBE9-4DD0-AA77-D02024BD9B86}" presName="parTx" presStyleLbl="alignNode1" presStyleIdx="0" presStyleCnt="4">
        <dgm:presLayoutVars>
          <dgm:chMax val="0"/>
          <dgm:chPref val="0"/>
          <dgm:bulletEnabled val="1"/>
        </dgm:presLayoutVars>
      </dgm:prSet>
      <dgm:spPr/>
    </dgm:pt>
    <dgm:pt modelId="{90EC6DE2-F133-45E2-8798-A577BC650A65}" type="pres">
      <dgm:prSet presAssocID="{2833FA8B-EBE9-4DD0-AA77-D02024BD9B86}" presName="desTx" presStyleLbl="alignAccFollowNode1" presStyleIdx="0" presStyleCnt="4">
        <dgm:presLayoutVars>
          <dgm:bulletEnabled val="1"/>
        </dgm:presLayoutVars>
      </dgm:prSet>
      <dgm:spPr/>
    </dgm:pt>
    <dgm:pt modelId="{C9730C49-BE1F-49A3-8254-0B8DB5F58A23}" type="pres">
      <dgm:prSet presAssocID="{44FD8AD3-9B14-4380-9DAE-CE7178EF1D3B}" presName="space" presStyleCnt="0"/>
      <dgm:spPr/>
    </dgm:pt>
    <dgm:pt modelId="{3AFD4CD9-E540-49A6-AAB6-7B1033202B92}" type="pres">
      <dgm:prSet presAssocID="{B8F0229A-B678-4616-BBCF-C8979DE1043F}" presName="composite" presStyleCnt="0"/>
      <dgm:spPr/>
    </dgm:pt>
    <dgm:pt modelId="{1E5901DB-0A2F-4EA0-99D8-1DBC4542175A}" type="pres">
      <dgm:prSet presAssocID="{B8F0229A-B678-4616-BBCF-C8979DE1043F}" presName="parTx" presStyleLbl="alignNode1" presStyleIdx="1" presStyleCnt="4" custLinFactNeighborX="676">
        <dgm:presLayoutVars>
          <dgm:chMax val="0"/>
          <dgm:chPref val="0"/>
          <dgm:bulletEnabled val="1"/>
        </dgm:presLayoutVars>
      </dgm:prSet>
      <dgm:spPr/>
    </dgm:pt>
    <dgm:pt modelId="{E79E26A6-4276-4413-8AB9-BC718CF69E65}" type="pres">
      <dgm:prSet presAssocID="{B8F0229A-B678-4616-BBCF-C8979DE1043F}" presName="desTx" presStyleLbl="alignAccFollowNode1" presStyleIdx="1" presStyleCnt="4" custLinFactNeighborX="564">
        <dgm:presLayoutVars>
          <dgm:bulletEnabled val="1"/>
        </dgm:presLayoutVars>
      </dgm:prSet>
      <dgm:spPr/>
    </dgm:pt>
    <dgm:pt modelId="{F6410BD2-AFBE-43FC-93AD-26A0C2AC0A02}" type="pres">
      <dgm:prSet presAssocID="{9BC5CC87-0055-4A43-9170-BA22F2068D8B}" presName="space" presStyleCnt="0"/>
      <dgm:spPr/>
    </dgm:pt>
    <dgm:pt modelId="{DA37D33A-6BB6-4D57-994D-E1D94D0C50A8}" type="pres">
      <dgm:prSet presAssocID="{DF90AFFE-C675-402C-B825-AB508A2F1D14}" presName="composite" presStyleCnt="0"/>
      <dgm:spPr/>
    </dgm:pt>
    <dgm:pt modelId="{EC308B55-936F-475D-A3B5-8E2113133112}" type="pres">
      <dgm:prSet presAssocID="{DF90AFFE-C675-402C-B825-AB508A2F1D14}" presName="parTx" presStyleLbl="alignNode1" presStyleIdx="2" presStyleCnt="4">
        <dgm:presLayoutVars>
          <dgm:chMax val="0"/>
          <dgm:chPref val="0"/>
          <dgm:bulletEnabled val="1"/>
        </dgm:presLayoutVars>
      </dgm:prSet>
      <dgm:spPr/>
    </dgm:pt>
    <dgm:pt modelId="{EAF18873-82FF-44BF-AC7C-F2A6DF5200F1}" type="pres">
      <dgm:prSet presAssocID="{DF90AFFE-C675-402C-B825-AB508A2F1D14}" presName="desTx" presStyleLbl="alignAccFollowNode1" presStyleIdx="2" presStyleCnt="4">
        <dgm:presLayoutVars>
          <dgm:bulletEnabled val="1"/>
        </dgm:presLayoutVars>
      </dgm:prSet>
      <dgm:spPr/>
    </dgm:pt>
    <dgm:pt modelId="{E9355489-4796-45EB-BB65-528F260335F1}" type="pres">
      <dgm:prSet presAssocID="{DD5D8B85-923B-4CDD-8D35-7227F22B79AE}" presName="space" presStyleCnt="0"/>
      <dgm:spPr/>
    </dgm:pt>
    <dgm:pt modelId="{4C90D169-4098-4A19-9071-FE7C68BBA311}" type="pres">
      <dgm:prSet presAssocID="{328853E4-747B-49C0-9495-4DDECDF82661}" presName="composite" presStyleCnt="0"/>
      <dgm:spPr/>
    </dgm:pt>
    <dgm:pt modelId="{D0377EAA-709B-4F1B-AA4D-A3316B17522A}" type="pres">
      <dgm:prSet presAssocID="{328853E4-747B-49C0-9495-4DDECDF82661}" presName="parTx" presStyleLbl="alignNode1" presStyleIdx="3" presStyleCnt="4">
        <dgm:presLayoutVars>
          <dgm:chMax val="0"/>
          <dgm:chPref val="0"/>
          <dgm:bulletEnabled val="1"/>
        </dgm:presLayoutVars>
      </dgm:prSet>
      <dgm:spPr/>
    </dgm:pt>
    <dgm:pt modelId="{A5DD30FA-2D51-41CE-B1CB-F2D906C158D6}" type="pres">
      <dgm:prSet presAssocID="{328853E4-747B-49C0-9495-4DDECDF82661}" presName="desTx" presStyleLbl="alignAccFollowNode1" presStyleIdx="3" presStyleCnt="4">
        <dgm:presLayoutVars>
          <dgm:bulletEnabled val="1"/>
        </dgm:presLayoutVars>
      </dgm:prSet>
      <dgm:spPr/>
    </dgm:pt>
  </dgm:ptLst>
  <dgm:cxnLst>
    <dgm:cxn modelId="{1ABC7C04-800B-42BE-B4DF-16D9E401CAF6}" type="presOf" srcId="{26CA5824-5328-4889-BF16-506DA5EF3A11}" destId="{90EC6DE2-F133-45E2-8798-A577BC650A65}" srcOrd="0" destOrd="0" presId="urn:microsoft.com/office/officeart/2005/8/layout/hList1"/>
    <dgm:cxn modelId="{1B13900E-240A-405F-99CB-2B573E0C05BA}" srcId="{B8F0229A-B678-4616-BBCF-C8979DE1043F}" destId="{A6EF52E2-11AD-496F-91DA-CFCBB3CE0278}" srcOrd="0" destOrd="0" parTransId="{6EB5D129-6BAB-4918-A270-C33AC0203D59}" sibTransId="{9505ACF1-22AA-4E24-9CA9-0813D9E16E53}"/>
    <dgm:cxn modelId="{BDC5F80F-985F-419A-B391-DF6D0F5CFE94}" type="presOf" srcId="{328853E4-747B-49C0-9495-4DDECDF82661}" destId="{D0377EAA-709B-4F1B-AA4D-A3316B17522A}" srcOrd="0" destOrd="0" presId="urn:microsoft.com/office/officeart/2005/8/layout/hList1"/>
    <dgm:cxn modelId="{E9390232-2657-4F60-99E2-F77FF64B02B6}" type="presOf" srcId="{A6EF52E2-11AD-496F-91DA-CFCBB3CE0278}" destId="{E79E26A6-4276-4413-8AB9-BC718CF69E65}" srcOrd="0" destOrd="0" presId="urn:microsoft.com/office/officeart/2005/8/layout/hList1"/>
    <dgm:cxn modelId="{7D53606A-DDA8-494D-AF2E-E98612B89DCB}" srcId="{328853E4-747B-49C0-9495-4DDECDF82661}" destId="{E304904B-D195-4F95-87E4-CFCBDCD97518}" srcOrd="0" destOrd="0" parTransId="{EE8478F4-7CFB-4397-B739-A2FD572D0901}" sibTransId="{D0CC69A0-4917-4DD9-9FEB-FBF4374282F0}"/>
    <dgm:cxn modelId="{610BAA50-255C-4554-AA7B-5E9E49F57EF9}" type="presOf" srcId="{94673326-2489-4836-BCEB-2713BFCFA057}" destId="{6C5C9A6B-9CDE-45B7-B9CA-587166C7FE2D}" srcOrd="0" destOrd="0" presId="urn:microsoft.com/office/officeart/2005/8/layout/hList1"/>
    <dgm:cxn modelId="{8114F855-3435-4059-AB90-CB96603D4877}" srcId="{94673326-2489-4836-BCEB-2713BFCFA057}" destId="{328853E4-747B-49C0-9495-4DDECDF82661}" srcOrd="3" destOrd="0" parTransId="{D595766C-6DEC-4CA0-98FE-BD149879B11B}" sibTransId="{A8EC05AC-7551-4DC3-BB51-727B57859015}"/>
    <dgm:cxn modelId="{81507E9B-50E5-4279-819A-0BDDDB8F1A2E}" srcId="{94673326-2489-4836-BCEB-2713BFCFA057}" destId="{2833FA8B-EBE9-4DD0-AA77-D02024BD9B86}" srcOrd="0" destOrd="0" parTransId="{752BF804-F952-4F81-BA79-C5DA3A72128F}" sibTransId="{44FD8AD3-9B14-4380-9DAE-CE7178EF1D3B}"/>
    <dgm:cxn modelId="{881B0F9F-D136-4E74-8FCD-C091810330BA}" srcId="{2833FA8B-EBE9-4DD0-AA77-D02024BD9B86}" destId="{26CA5824-5328-4889-BF16-506DA5EF3A11}" srcOrd="0" destOrd="0" parTransId="{CDA2D43E-C36D-4371-8D12-1E15DF64817F}" sibTransId="{F607F8A4-7DA5-41CF-A818-E8CF4DD83546}"/>
    <dgm:cxn modelId="{AD17AFA1-1BA5-4E86-B7EE-46DA036CC439}" srcId="{DF90AFFE-C675-402C-B825-AB508A2F1D14}" destId="{02765AC7-9E12-42B8-B980-37277366D917}" srcOrd="0" destOrd="0" parTransId="{844932A5-026F-46C0-A4F7-9B515365DB01}" sibTransId="{B6956647-7B43-4947-A993-04CFB39E1261}"/>
    <dgm:cxn modelId="{D28809AE-5113-4E22-8190-D441816FFAF9}" type="presOf" srcId="{02765AC7-9E12-42B8-B980-37277366D917}" destId="{EAF18873-82FF-44BF-AC7C-F2A6DF5200F1}" srcOrd="0" destOrd="0" presId="urn:microsoft.com/office/officeart/2005/8/layout/hList1"/>
    <dgm:cxn modelId="{E7E3E2B8-D967-480C-8B57-467540F8D7FA}" type="presOf" srcId="{B8F0229A-B678-4616-BBCF-C8979DE1043F}" destId="{1E5901DB-0A2F-4EA0-99D8-1DBC4542175A}" srcOrd="0" destOrd="0" presId="urn:microsoft.com/office/officeart/2005/8/layout/hList1"/>
    <dgm:cxn modelId="{AA34FDDC-40F9-4E07-8DDA-AC6E9BB87DB2}" type="presOf" srcId="{2833FA8B-EBE9-4DD0-AA77-D02024BD9B86}" destId="{2F4A7832-7408-4E45-B282-7808E710D65A}" srcOrd="0" destOrd="0" presId="urn:microsoft.com/office/officeart/2005/8/layout/hList1"/>
    <dgm:cxn modelId="{0287EFF3-C5BC-4F3C-96C0-B2DD09273C2A}" srcId="{94673326-2489-4836-BCEB-2713BFCFA057}" destId="{B8F0229A-B678-4616-BBCF-C8979DE1043F}" srcOrd="1" destOrd="0" parTransId="{0E069E9A-B273-40EC-842F-CA1D7F395332}" sibTransId="{9BC5CC87-0055-4A43-9170-BA22F2068D8B}"/>
    <dgm:cxn modelId="{B1D2A4F8-8250-40DD-A63B-ED3363AA6AC3}" type="presOf" srcId="{DF90AFFE-C675-402C-B825-AB508A2F1D14}" destId="{EC308B55-936F-475D-A3B5-8E2113133112}" srcOrd="0" destOrd="0" presId="urn:microsoft.com/office/officeart/2005/8/layout/hList1"/>
    <dgm:cxn modelId="{06FD07F9-6CA0-4BB6-B25B-6F9A7C881991}" srcId="{94673326-2489-4836-BCEB-2713BFCFA057}" destId="{DF90AFFE-C675-402C-B825-AB508A2F1D14}" srcOrd="2" destOrd="0" parTransId="{C955759F-31EC-4EAE-8CDA-71BCDFE2F901}" sibTransId="{DD5D8B85-923B-4CDD-8D35-7227F22B79AE}"/>
    <dgm:cxn modelId="{9641BFFD-8631-41E1-A1DE-B465A56D5BCB}" type="presOf" srcId="{E304904B-D195-4F95-87E4-CFCBDCD97518}" destId="{A5DD30FA-2D51-41CE-B1CB-F2D906C158D6}" srcOrd="0" destOrd="0" presId="urn:microsoft.com/office/officeart/2005/8/layout/hList1"/>
    <dgm:cxn modelId="{2CD7F88E-D282-4E0A-B272-3702399316BA}" type="presParOf" srcId="{6C5C9A6B-9CDE-45B7-B9CA-587166C7FE2D}" destId="{D02CA72C-A593-4C8F-A7EF-B7564CC29053}" srcOrd="0" destOrd="0" presId="urn:microsoft.com/office/officeart/2005/8/layout/hList1"/>
    <dgm:cxn modelId="{FFB183BE-A057-4684-BD32-8645FF1122AF}" type="presParOf" srcId="{D02CA72C-A593-4C8F-A7EF-B7564CC29053}" destId="{2F4A7832-7408-4E45-B282-7808E710D65A}" srcOrd="0" destOrd="0" presId="urn:microsoft.com/office/officeart/2005/8/layout/hList1"/>
    <dgm:cxn modelId="{6AAB3A6A-B229-48CD-B76F-530B4B6DF1D4}" type="presParOf" srcId="{D02CA72C-A593-4C8F-A7EF-B7564CC29053}" destId="{90EC6DE2-F133-45E2-8798-A577BC650A65}" srcOrd="1" destOrd="0" presId="urn:microsoft.com/office/officeart/2005/8/layout/hList1"/>
    <dgm:cxn modelId="{31DE1D51-1279-468C-A824-32CAC3F4F632}" type="presParOf" srcId="{6C5C9A6B-9CDE-45B7-B9CA-587166C7FE2D}" destId="{C9730C49-BE1F-49A3-8254-0B8DB5F58A23}" srcOrd="1" destOrd="0" presId="urn:microsoft.com/office/officeart/2005/8/layout/hList1"/>
    <dgm:cxn modelId="{202AD2A5-85F8-4058-8092-6371B517ACB4}" type="presParOf" srcId="{6C5C9A6B-9CDE-45B7-B9CA-587166C7FE2D}" destId="{3AFD4CD9-E540-49A6-AAB6-7B1033202B92}" srcOrd="2" destOrd="0" presId="urn:microsoft.com/office/officeart/2005/8/layout/hList1"/>
    <dgm:cxn modelId="{A025FB18-E387-479D-8581-4275D4C9B2D3}" type="presParOf" srcId="{3AFD4CD9-E540-49A6-AAB6-7B1033202B92}" destId="{1E5901DB-0A2F-4EA0-99D8-1DBC4542175A}" srcOrd="0" destOrd="0" presId="urn:microsoft.com/office/officeart/2005/8/layout/hList1"/>
    <dgm:cxn modelId="{257F3E11-EFDA-4443-9902-96603FEE7392}" type="presParOf" srcId="{3AFD4CD9-E540-49A6-AAB6-7B1033202B92}" destId="{E79E26A6-4276-4413-8AB9-BC718CF69E65}" srcOrd="1" destOrd="0" presId="urn:microsoft.com/office/officeart/2005/8/layout/hList1"/>
    <dgm:cxn modelId="{96F3A9E6-8F0D-464A-93B4-6A1EE6CBD099}" type="presParOf" srcId="{6C5C9A6B-9CDE-45B7-B9CA-587166C7FE2D}" destId="{F6410BD2-AFBE-43FC-93AD-26A0C2AC0A02}" srcOrd="3" destOrd="0" presId="urn:microsoft.com/office/officeart/2005/8/layout/hList1"/>
    <dgm:cxn modelId="{5CECA0F6-A306-4178-8C86-5AD0C60B43E8}" type="presParOf" srcId="{6C5C9A6B-9CDE-45B7-B9CA-587166C7FE2D}" destId="{DA37D33A-6BB6-4D57-994D-E1D94D0C50A8}" srcOrd="4" destOrd="0" presId="urn:microsoft.com/office/officeart/2005/8/layout/hList1"/>
    <dgm:cxn modelId="{508ECB8B-D77F-417B-8C21-3B2964BA2C90}" type="presParOf" srcId="{DA37D33A-6BB6-4D57-994D-E1D94D0C50A8}" destId="{EC308B55-936F-475D-A3B5-8E2113133112}" srcOrd="0" destOrd="0" presId="urn:microsoft.com/office/officeart/2005/8/layout/hList1"/>
    <dgm:cxn modelId="{A38C0FF1-A0E7-46E1-8EE9-40FCB729B9C5}" type="presParOf" srcId="{DA37D33A-6BB6-4D57-994D-E1D94D0C50A8}" destId="{EAF18873-82FF-44BF-AC7C-F2A6DF5200F1}" srcOrd="1" destOrd="0" presId="urn:microsoft.com/office/officeart/2005/8/layout/hList1"/>
    <dgm:cxn modelId="{9EA94183-0B60-48E9-B272-AFD86AE37C8F}" type="presParOf" srcId="{6C5C9A6B-9CDE-45B7-B9CA-587166C7FE2D}" destId="{E9355489-4796-45EB-BB65-528F260335F1}" srcOrd="5" destOrd="0" presId="urn:microsoft.com/office/officeart/2005/8/layout/hList1"/>
    <dgm:cxn modelId="{1B7BA7F3-ED3E-4A7A-BE96-2DFC6CDAB2F4}" type="presParOf" srcId="{6C5C9A6B-9CDE-45B7-B9CA-587166C7FE2D}" destId="{4C90D169-4098-4A19-9071-FE7C68BBA311}" srcOrd="6" destOrd="0" presId="urn:microsoft.com/office/officeart/2005/8/layout/hList1"/>
    <dgm:cxn modelId="{D9CE04FE-F5BA-425D-B48D-CF85830DBB69}" type="presParOf" srcId="{4C90D169-4098-4A19-9071-FE7C68BBA311}" destId="{D0377EAA-709B-4F1B-AA4D-A3316B17522A}" srcOrd="0" destOrd="0" presId="urn:microsoft.com/office/officeart/2005/8/layout/hList1"/>
    <dgm:cxn modelId="{31A0A453-BE43-4DE4-BC7E-E10C3D87814A}" type="presParOf" srcId="{4C90D169-4098-4A19-9071-FE7C68BBA311}" destId="{A5DD30FA-2D51-41CE-B1CB-F2D906C158D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5DD0E4-F866-4447-9BB7-0FA57B769807}"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US"/>
        </a:p>
      </dgm:t>
    </dgm:pt>
    <dgm:pt modelId="{3F3C93AC-BE6E-42D9-9C73-DC3FB458DF45}">
      <dgm:prSet phldrT="[Text]" custT="1"/>
      <dgm:spPr>
        <a:solidFill>
          <a:schemeClr val="bg1">
            <a:lumMod val="95000"/>
            <a:alpha val="40000"/>
          </a:schemeClr>
        </a:solidFill>
        <a:ln w="9525">
          <a:solidFill>
            <a:schemeClr val="bg1">
              <a:lumMod val="85000"/>
            </a:schemeClr>
          </a:solidFill>
        </a:ln>
      </dgm:spPr>
      <dgm:t>
        <a:bodyPr/>
        <a:lstStyle/>
        <a:p>
          <a:r>
            <a:rPr lang="en-US" sz="2200" dirty="0">
              <a:solidFill>
                <a:srgbClr val="20282F"/>
              </a:solidFill>
            </a:rPr>
            <a:t>What is the function of a routing table? </a:t>
          </a:r>
        </a:p>
      </dgm:t>
    </dgm:pt>
    <dgm:pt modelId="{0126CF89-7E89-4545-9892-2A64961740A0}" type="parTrans" cxnId="{A081850C-12B4-4EED-B200-09E7648B9DBF}">
      <dgm:prSet/>
      <dgm:spPr/>
      <dgm:t>
        <a:bodyPr/>
        <a:lstStyle/>
        <a:p>
          <a:endParaRPr lang="en-US"/>
        </a:p>
      </dgm:t>
    </dgm:pt>
    <dgm:pt modelId="{64964BAD-1367-4279-B1B6-05AA9A390F01}" type="sibTrans" cxnId="{A081850C-12B4-4EED-B200-09E7648B9DBF}">
      <dgm:prSet/>
      <dgm:spPr/>
      <dgm:t>
        <a:bodyPr/>
        <a:lstStyle/>
        <a:p>
          <a:endParaRPr lang="en-US"/>
        </a:p>
      </dgm:t>
    </dgm:pt>
    <dgm:pt modelId="{30E564A4-7AC8-4CB0-8279-22E2BC98E543}">
      <dgm:prSet custT="1"/>
      <dgm:spPr>
        <a:solidFill>
          <a:schemeClr val="bg1">
            <a:lumMod val="95000"/>
            <a:alpha val="40000"/>
          </a:schemeClr>
        </a:solidFill>
        <a:ln w="9525">
          <a:solidFill>
            <a:schemeClr val="bg1">
              <a:lumMod val="85000"/>
            </a:schemeClr>
          </a:solidFill>
        </a:ln>
      </dgm:spPr>
      <dgm:t>
        <a:bodyPr/>
        <a:lstStyle/>
        <a:p>
          <a:r>
            <a:rPr lang="en-US" sz="2200" dirty="0">
              <a:solidFill>
                <a:srgbClr val="20282F"/>
              </a:solidFill>
            </a:rPr>
            <a:t>What are directly connected routes?</a:t>
          </a:r>
        </a:p>
      </dgm:t>
    </dgm:pt>
    <dgm:pt modelId="{78A253EC-E74D-405F-BFB5-810714E34626}" type="parTrans" cxnId="{CFDE23A2-8B86-4DDA-95C0-B4AB3F9A8992}">
      <dgm:prSet/>
      <dgm:spPr/>
      <dgm:t>
        <a:bodyPr/>
        <a:lstStyle/>
        <a:p>
          <a:endParaRPr lang="en-US"/>
        </a:p>
      </dgm:t>
    </dgm:pt>
    <dgm:pt modelId="{95D7E50E-4C3A-4670-AD58-9198784EB677}" type="sibTrans" cxnId="{CFDE23A2-8B86-4DDA-95C0-B4AB3F9A8992}">
      <dgm:prSet/>
      <dgm:spPr/>
      <dgm:t>
        <a:bodyPr/>
        <a:lstStyle/>
        <a:p>
          <a:endParaRPr lang="en-US"/>
        </a:p>
      </dgm:t>
    </dgm:pt>
    <dgm:pt modelId="{7A4F42C4-5843-4F28-BB92-632806B8F5E2}">
      <dgm:prSet custT="1"/>
      <dgm:spPr>
        <a:solidFill>
          <a:schemeClr val="bg1">
            <a:lumMod val="95000"/>
            <a:alpha val="40000"/>
          </a:schemeClr>
        </a:solidFill>
        <a:ln w="9525">
          <a:solidFill>
            <a:schemeClr val="bg1">
              <a:lumMod val="85000"/>
            </a:schemeClr>
          </a:solidFill>
        </a:ln>
      </dgm:spPr>
      <dgm:t>
        <a:bodyPr/>
        <a:lstStyle/>
        <a:p>
          <a:r>
            <a:rPr lang="en-US" sz="2200" dirty="0">
              <a:solidFill>
                <a:srgbClr val="20282F"/>
              </a:solidFill>
            </a:rPr>
            <a:t>What is traceroute used for? </a:t>
          </a:r>
        </a:p>
      </dgm:t>
    </dgm:pt>
    <dgm:pt modelId="{09199139-3721-4B1C-8260-6A06C29CA954}" type="parTrans" cxnId="{AD4384C9-74FB-4FF8-8BD3-53CBDDA4B1D9}">
      <dgm:prSet/>
      <dgm:spPr/>
      <dgm:t>
        <a:bodyPr/>
        <a:lstStyle/>
        <a:p>
          <a:endParaRPr lang="en-US"/>
        </a:p>
      </dgm:t>
    </dgm:pt>
    <dgm:pt modelId="{8238A263-14A5-448F-8991-C4E88DCC3DCE}" type="sibTrans" cxnId="{AD4384C9-74FB-4FF8-8BD3-53CBDDA4B1D9}">
      <dgm:prSet/>
      <dgm:spPr/>
      <dgm:t>
        <a:bodyPr/>
        <a:lstStyle/>
        <a:p>
          <a:endParaRPr lang="en-US"/>
        </a:p>
      </dgm:t>
    </dgm:pt>
    <dgm:pt modelId="{F99278AC-E0C3-4B30-AE3E-2C680A380263}" type="pres">
      <dgm:prSet presAssocID="{525DD0E4-F866-4447-9BB7-0FA57B769807}" presName="Name0" presStyleCnt="0">
        <dgm:presLayoutVars>
          <dgm:dir/>
          <dgm:resizeHandles val="exact"/>
        </dgm:presLayoutVars>
      </dgm:prSet>
      <dgm:spPr/>
    </dgm:pt>
    <dgm:pt modelId="{AAB20966-EBE1-4CBE-9354-C8161CF1B381}" type="pres">
      <dgm:prSet presAssocID="{3F3C93AC-BE6E-42D9-9C73-DC3FB458DF45}" presName="composite" presStyleCnt="0"/>
      <dgm:spPr/>
    </dgm:pt>
    <dgm:pt modelId="{00C038FB-4F68-4A3C-8102-6D41D6CE2D7F}" type="pres">
      <dgm:prSet presAssocID="{3F3C93AC-BE6E-42D9-9C73-DC3FB458DF45}" presName="rect1" presStyleLbl="trAlignAcc1" presStyleIdx="0" presStyleCnt="3">
        <dgm:presLayoutVars>
          <dgm:bulletEnabled val="1"/>
        </dgm:presLayoutVars>
      </dgm:prSet>
      <dgm:spPr/>
    </dgm:pt>
    <dgm:pt modelId="{7D9D1A54-8B17-48DD-908F-FE2E937650CC}" type="pres">
      <dgm:prSet presAssocID="{3F3C93AC-BE6E-42D9-9C73-DC3FB458DF45}" presName="rect2" presStyleLbl="fgImgPlac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66A78891-97CE-4165-BE8F-E3D0F303212B}" type="pres">
      <dgm:prSet presAssocID="{64964BAD-1367-4279-B1B6-05AA9A390F01}" presName="sibTrans" presStyleCnt="0"/>
      <dgm:spPr/>
    </dgm:pt>
    <dgm:pt modelId="{E3154AEE-E834-4220-9936-ED723BD933CD}" type="pres">
      <dgm:prSet presAssocID="{30E564A4-7AC8-4CB0-8279-22E2BC98E543}" presName="composite" presStyleCnt="0"/>
      <dgm:spPr/>
    </dgm:pt>
    <dgm:pt modelId="{1DD9F00F-FB95-4FC6-BBA9-3A7500A996ED}" type="pres">
      <dgm:prSet presAssocID="{30E564A4-7AC8-4CB0-8279-22E2BC98E543}" presName="rect1" presStyleLbl="trAlignAcc1" presStyleIdx="1" presStyleCnt="3">
        <dgm:presLayoutVars>
          <dgm:bulletEnabled val="1"/>
        </dgm:presLayoutVars>
      </dgm:prSet>
      <dgm:spPr/>
    </dgm:pt>
    <dgm:pt modelId="{04AC4F74-8AE8-4D5D-A267-7A6E10760831}" type="pres">
      <dgm:prSet presAssocID="{30E564A4-7AC8-4CB0-8279-22E2BC98E543}" presName="rect2" presStyleLbl="fgImgPlace1" presStyleIdx="1" presStyleCnt="3"/>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AAEDB5B1-0325-49BB-B6DA-35A5726B6A44}" type="pres">
      <dgm:prSet presAssocID="{95D7E50E-4C3A-4670-AD58-9198784EB677}" presName="sibTrans" presStyleCnt="0"/>
      <dgm:spPr/>
    </dgm:pt>
    <dgm:pt modelId="{C7D6E653-F6FB-4EAA-A8DC-C9DD4DF2B16F}" type="pres">
      <dgm:prSet presAssocID="{7A4F42C4-5843-4F28-BB92-632806B8F5E2}" presName="composite" presStyleCnt="0"/>
      <dgm:spPr/>
    </dgm:pt>
    <dgm:pt modelId="{2DD0E494-5458-43F6-A1EA-4508BF41886A}" type="pres">
      <dgm:prSet presAssocID="{7A4F42C4-5843-4F28-BB92-632806B8F5E2}" presName="rect1" presStyleLbl="trAlignAcc1" presStyleIdx="2" presStyleCnt="3">
        <dgm:presLayoutVars>
          <dgm:bulletEnabled val="1"/>
        </dgm:presLayoutVars>
      </dgm:prSet>
      <dgm:spPr/>
    </dgm:pt>
    <dgm:pt modelId="{BCF920A9-7577-4392-8194-2F39A8D7FEE5}" type="pres">
      <dgm:prSet presAssocID="{7A4F42C4-5843-4F28-BB92-632806B8F5E2}" presName="rect2" presStyleLbl="fgImgPlace1" presStyleIdx="2" presStyleCnt="3"/>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Lst>
  <dgm:cxnLst>
    <dgm:cxn modelId="{A081850C-12B4-4EED-B200-09E7648B9DBF}" srcId="{525DD0E4-F866-4447-9BB7-0FA57B769807}" destId="{3F3C93AC-BE6E-42D9-9C73-DC3FB458DF45}" srcOrd="0" destOrd="0" parTransId="{0126CF89-7E89-4545-9892-2A64961740A0}" sibTransId="{64964BAD-1367-4279-B1B6-05AA9A390F01}"/>
    <dgm:cxn modelId="{7EB03517-F719-4DDC-802C-F638863368E4}" type="presOf" srcId="{30E564A4-7AC8-4CB0-8279-22E2BC98E543}" destId="{1DD9F00F-FB95-4FC6-BBA9-3A7500A996ED}" srcOrd="0" destOrd="0" presId="urn:microsoft.com/office/officeart/2008/layout/PictureStrips"/>
    <dgm:cxn modelId="{08D5B81F-9AA8-4099-A3A7-AE903A2F6AF4}" type="presOf" srcId="{525DD0E4-F866-4447-9BB7-0FA57B769807}" destId="{F99278AC-E0C3-4B30-AE3E-2C680A380263}" srcOrd="0" destOrd="0" presId="urn:microsoft.com/office/officeart/2008/layout/PictureStrips"/>
    <dgm:cxn modelId="{E73BBE3E-D563-4E7A-AA4F-109D40D48E0B}" type="presOf" srcId="{3F3C93AC-BE6E-42D9-9C73-DC3FB458DF45}" destId="{00C038FB-4F68-4A3C-8102-6D41D6CE2D7F}" srcOrd="0" destOrd="0" presId="urn:microsoft.com/office/officeart/2008/layout/PictureStrips"/>
    <dgm:cxn modelId="{CFDE23A2-8B86-4DDA-95C0-B4AB3F9A8992}" srcId="{525DD0E4-F866-4447-9BB7-0FA57B769807}" destId="{30E564A4-7AC8-4CB0-8279-22E2BC98E543}" srcOrd="1" destOrd="0" parTransId="{78A253EC-E74D-405F-BFB5-810714E34626}" sibTransId="{95D7E50E-4C3A-4670-AD58-9198784EB677}"/>
    <dgm:cxn modelId="{AD4384C9-74FB-4FF8-8BD3-53CBDDA4B1D9}" srcId="{525DD0E4-F866-4447-9BB7-0FA57B769807}" destId="{7A4F42C4-5843-4F28-BB92-632806B8F5E2}" srcOrd="2" destOrd="0" parTransId="{09199139-3721-4B1C-8260-6A06C29CA954}" sibTransId="{8238A263-14A5-448F-8991-C4E88DCC3DCE}"/>
    <dgm:cxn modelId="{A9A1A8FD-9497-412C-B33D-5EA943B28981}" type="presOf" srcId="{7A4F42C4-5843-4F28-BB92-632806B8F5E2}" destId="{2DD0E494-5458-43F6-A1EA-4508BF41886A}" srcOrd="0" destOrd="0" presId="urn:microsoft.com/office/officeart/2008/layout/PictureStrips"/>
    <dgm:cxn modelId="{61AECA3E-8969-4C7A-9FE9-2B1C445A713E}" type="presParOf" srcId="{F99278AC-E0C3-4B30-AE3E-2C680A380263}" destId="{AAB20966-EBE1-4CBE-9354-C8161CF1B381}" srcOrd="0" destOrd="0" presId="urn:microsoft.com/office/officeart/2008/layout/PictureStrips"/>
    <dgm:cxn modelId="{B9A48FDC-51BB-4D64-8E02-E05C5802C964}" type="presParOf" srcId="{AAB20966-EBE1-4CBE-9354-C8161CF1B381}" destId="{00C038FB-4F68-4A3C-8102-6D41D6CE2D7F}" srcOrd="0" destOrd="0" presId="urn:microsoft.com/office/officeart/2008/layout/PictureStrips"/>
    <dgm:cxn modelId="{1FE62961-261F-40B8-8381-28C0C9423BE6}" type="presParOf" srcId="{AAB20966-EBE1-4CBE-9354-C8161CF1B381}" destId="{7D9D1A54-8B17-48DD-908F-FE2E937650CC}" srcOrd="1" destOrd="0" presId="urn:microsoft.com/office/officeart/2008/layout/PictureStrips"/>
    <dgm:cxn modelId="{A45A8226-CBBB-4FEB-BC6B-CDB856994608}" type="presParOf" srcId="{F99278AC-E0C3-4B30-AE3E-2C680A380263}" destId="{66A78891-97CE-4165-BE8F-E3D0F303212B}" srcOrd="1" destOrd="0" presId="urn:microsoft.com/office/officeart/2008/layout/PictureStrips"/>
    <dgm:cxn modelId="{E0E63EC7-4493-4B62-A50E-73EF193B111C}" type="presParOf" srcId="{F99278AC-E0C3-4B30-AE3E-2C680A380263}" destId="{E3154AEE-E834-4220-9936-ED723BD933CD}" srcOrd="2" destOrd="0" presId="urn:microsoft.com/office/officeart/2008/layout/PictureStrips"/>
    <dgm:cxn modelId="{E7C6A490-A33B-43A7-B02B-BD0078A38FA5}" type="presParOf" srcId="{E3154AEE-E834-4220-9936-ED723BD933CD}" destId="{1DD9F00F-FB95-4FC6-BBA9-3A7500A996ED}" srcOrd="0" destOrd="0" presId="urn:microsoft.com/office/officeart/2008/layout/PictureStrips"/>
    <dgm:cxn modelId="{70CE2CCE-6881-42B3-AF53-785B7338AC98}" type="presParOf" srcId="{E3154AEE-E834-4220-9936-ED723BD933CD}" destId="{04AC4F74-8AE8-4D5D-A267-7A6E10760831}" srcOrd="1" destOrd="0" presId="urn:microsoft.com/office/officeart/2008/layout/PictureStrips"/>
    <dgm:cxn modelId="{3E449B3D-4C4D-4355-92BC-884BE45C2DE1}" type="presParOf" srcId="{F99278AC-E0C3-4B30-AE3E-2C680A380263}" destId="{AAEDB5B1-0325-49BB-B6DA-35A5726B6A44}" srcOrd="3" destOrd="0" presId="urn:microsoft.com/office/officeart/2008/layout/PictureStrips"/>
    <dgm:cxn modelId="{64C08B99-CFA2-48E2-B3CC-32F3AD076B28}" type="presParOf" srcId="{F99278AC-E0C3-4B30-AE3E-2C680A380263}" destId="{C7D6E653-F6FB-4EAA-A8DC-C9DD4DF2B16F}" srcOrd="4" destOrd="0" presId="urn:microsoft.com/office/officeart/2008/layout/PictureStrips"/>
    <dgm:cxn modelId="{3A45508B-E61F-4AA6-83E7-38C45CD3ED22}" type="presParOf" srcId="{C7D6E653-F6FB-4EAA-A8DC-C9DD4DF2B16F}" destId="{2DD0E494-5458-43F6-A1EA-4508BF41886A}" srcOrd="0" destOrd="0" presId="urn:microsoft.com/office/officeart/2008/layout/PictureStrips"/>
    <dgm:cxn modelId="{0224FF5C-848A-4BD9-A7A9-8C9C799B315D}" type="presParOf" srcId="{C7D6E653-F6FB-4EAA-A8DC-C9DD4DF2B16F}" destId="{BCF920A9-7577-4392-8194-2F39A8D7FEE5}"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3066F61-B93E-45A5-9AE9-F7B5AE2444D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659AD87-B80C-42EB-BFBE-73F2B9669F9A}">
      <dgm:prSet custT="1"/>
      <dgm:spPr>
        <a:solidFill>
          <a:srgbClr val="004F71"/>
        </a:solidFill>
      </dgm:spPr>
      <dgm:t>
        <a:bodyPr/>
        <a:lstStyle/>
        <a:p>
          <a:r>
            <a:rPr lang="en-US" sz="1500" dirty="0"/>
            <a:t>Definition</a:t>
          </a:r>
        </a:p>
      </dgm:t>
    </dgm:pt>
    <dgm:pt modelId="{5E296CB8-021C-490F-B315-49A92B843550}" type="parTrans" cxnId="{6E72AF8F-5AE8-4454-8090-E2A527E49D09}">
      <dgm:prSet/>
      <dgm:spPr/>
      <dgm:t>
        <a:bodyPr/>
        <a:lstStyle/>
        <a:p>
          <a:endParaRPr lang="en-US"/>
        </a:p>
      </dgm:t>
    </dgm:pt>
    <dgm:pt modelId="{31114B95-253E-4B4C-AF0B-613AA921371B}" type="sibTrans" cxnId="{6E72AF8F-5AE8-4454-8090-E2A527E49D09}">
      <dgm:prSet/>
      <dgm:spPr/>
      <dgm:t>
        <a:bodyPr/>
        <a:lstStyle/>
        <a:p>
          <a:endParaRPr lang="en-US"/>
        </a:p>
      </dgm:t>
    </dgm:pt>
    <dgm:pt modelId="{AF697EA6-5536-4CB5-A90C-69AFE84D71F7}">
      <dgm:prSet custT="1"/>
      <dgm:spPr>
        <a:solidFill>
          <a:schemeClr val="bg1">
            <a:lumMod val="95000"/>
            <a:alpha val="90000"/>
          </a:schemeClr>
        </a:solidFill>
        <a:ln w="9525">
          <a:solidFill>
            <a:schemeClr val="bg1">
              <a:lumMod val="85000"/>
            </a:schemeClr>
          </a:solidFill>
        </a:ln>
      </dgm:spPr>
      <dgm:t>
        <a:bodyPr/>
        <a:lstStyle/>
        <a:p>
          <a:r>
            <a:rPr lang="en-US" sz="1400" dirty="0">
              <a:solidFill>
                <a:srgbClr val="20282F"/>
              </a:solidFill>
            </a:rPr>
            <a:t>Dynamic routing protocols are algorithms that automatically update </a:t>
          </a:r>
          <a:br>
            <a:rPr lang="en-US" sz="1400" dirty="0">
              <a:solidFill>
                <a:srgbClr val="20282F"/>
              </a:solidFill>
            </a:rPr>
          </a:br>
          <a:r>
            <a:rPr lang="en-US" sz="1400" dirty="0">
              <a:solidFill>
                <a:srgbClr val="20282F"/>
              </a:solidFill>
            </a:rPr>
            <a:t>route information and adjust the paths between network nodes by </a:t>
          </a:r>
          <a:br>
            <a:rPr lang="en-US" sz="1400" dirty="0">
              <a:solidFill>
                <a:srgbClr val="20282F"/>
              </a:solidFill>
            </a:rPr>
          </a:br>
          <a:r>
            <a:rPr lang="en-US" sz="1400" dirty="0">
              <a:solidFill>
                <a:srgbClr val="20282F"/>
              </a:solidFill>
            </a:rPr>
            <a:t>distributing network topology information</a:t>
          </a:r>
        </a:p>
      </dgm:t>
    </dgm:pt>
    <dgm:pt modelId="{5425882A-F052-46B8-A428-5D230985CABD}" type="parTrans" cxnId="{A6371BBC-27D6-4A73-8212-2831BA0D8CAC}">
      <dgm:prSet/>
      <dgm:spPr/>
      <dgm:t>
        <a:bodyPr/>
        <a:lstStyle/>
        <a:p>
          <a:endParaRPr lang="en-US"/>
        </a:p>
      </dgm:t>
    </dgm:pt>
    <dgm:pt modelId="{1E4E84D9-5FC8-42AD-915F-A15308490234}" type="sibTrans" cxnId="{A6371BBC-27D6-4A73-8212-2831BA0D8CAC}">
      <dgm:prSet/>
      <dgm:spPr/>
      <dgm:t>
        <a:bodyPr/>
        <a:lstStyle/>
        <a:p>
          <a:endParaRPr lang="en-US"/>
        </a:p>
      </dgm:t>
    </dgm:pt>
    <dgm:pt modelId="{E94EFFBB-B706-4510-8D68-901FE3DAC94C}">
      <dgm:prSet custT="1"/>
      <dgm:spPr>
        <a:solidFill>
          <a:srgbClr val="004F71"/>
        </a:solidFill>
      </dgm:spPr>
      <dgm:t>
        <a:bodyPr/>
        <a:lstStyle/>
        <a:p>
          <a:r>
            <a:rPr lang="en-US" sz="1500" dirty="0"/>
            <a:t>Advantages </a:t>
          </a:r>
        </a:p>
      </dgm:t>
    </dgm:pt>
    <dgm:pt modelId="{56CCFAA8-0493-4E82-846B-1666CD7CEA7D}" type="parTrans" cxnId="{1B4CCDB1-C4C8-437E-8D51-B7072A321232}">
      <dgm:prSet/>
      <dgm:spPr/>
      <dgm:t>
        <a:bodyPr/>
        <a:lstStyle/>
        <a:p>
          <a:endParaRPr lang="en-US"/>
        </a:p>
      </dgm:t>
    </dgm:pt>
    <dgm:pt modelId="{70EA6637-A234-4322-A9FE-118E372FB1A2}" type="sibTrans" cxnId="{1B4CCDB1-C4C8-437E-8D51-B7072A321232}">
      <dgm:prSet/>
      <dgm:spPr/>
      <dgm:t>
        <a:bodyPr/>
        <a:lstStyle/>
        <a:p>
          <a:endParaRPr lang="en-US"/>
        </a:p>
      </dgm:t>
    </dgm:pt>
    <dgm:pt modelId="{C52C9559-8A33-46FC-851A-5C45EFA58617}">
      <dgm:prSet custT="1"/>
      <dgm:spPr>
        <a:solidFill>
          <a:schemeClr val="bg1">
            <a:lumMod val="95000"/>
            <a:alpha val="90000"/>
          </a:schemeClr>
        </a:solidFill>
        <a:ln w="9525">
          <a:solidFill>
            <a:schemeClr val="bg1">
              <a:lumMod val="85000"/>
            </a:schemeClr>
          </a:solidFill>
        </a:ln>
      </dgm:spPr>
      <dgm:t>
        <a:bodyPr/>
        <a:lstStyle/>
        <a:p>
          <a:r>
            <a:rPr lang="en-US" sz="1400" dirty="0">
              <a:solidFill>
                <a:srgbClr val="20282F"/>
              </a:solidFill>
            </a:rPr>
            <a:t>Scalability, adaptivity to network changes, and reduced network </a:t>
          </a:r>
          <a:br>
            <a:rPr lang="en-US" sz="1400" dirty="0">
              <a:solidFill>
                <a:srgbClr val="20282F"/>
              </a:solidFill>
            </a:rPr>
          </a:br>
          <a:r>
            <a:rPr lang="en-US" sz="1400" dirty="0">
              <a:solidFill>
                <a:srgbClr val="20282F"/>
              </a:solidFill>
            </a:rPr>
            <a:t>administration overhead </a:t>
          </a:r>
        </a:p>
      </dgm:t>
    </dgm:pt>
    <dgm:pt modelId="{F472E364-C312-418F-8457-79BBA96BF7B7}" type="parTrans" cxnId="{C8B8F690-2228-4089-B7B1-945B6EE5537B}">
      <dgm:prSet/>
      <dgm:spPr/>
      <dgm:t>
        <a:bodyPr/>
        <a:lstStyle/>
        <a:p>
          <a:endParaRPr lang="en-US"/>
        </a:p>
      </dgm:t>
    </dgm:pt>
    <dgm:pt modelId="{C9617316-1D66-46F5-82FB-A38D769FC721}" type="sibTrans" cxnId="{C8B8F690-2228-4089-B7B1-945B6EE5537B}">
      <dgm:prSet/>
      <dgm:spPr/>
      <dgm:t>
        <a:bodyPr/>
        <a:lstStyle/>
        <a:p>
          <a:endParaRPr lang="en-US"/>
        </a:p>
      </dgm:t>
    </dgm:pt>
    <dgm:pt modelId="{4BCA0E3A-A7AF-46A7-A3F9-8E58BE1E9673}">
      <dgm:prSet custT="1"/>
      <dgm:spPr>
        <a:solidFill>
          <a:srgbClr val="004F71"/>
        </a:solidFill>
      </dgm:spPr>
      <dgm:t>
        <a:bodyPr/>
        <a:lstStyle/>
        <a:p>
          <a:r>
            <a:rPr lang="en-US" sz="1500" dirty="0"/>
            <a:t>Considerations</a:t>
          </a:r>
        </a:p>
      </dgm:t>
    </dgm:pt>
    <dgm:pt modelId="{DBE543F7-4393-437A-8693-C60620424A56}" type="parTrans" cxnId="{1378752B-F466-46AB-87A3-74B213B48C24}">
      <dgm:prSet/>
      <dgm:spPr/>
      <dgm:t>
        <a:bodyPr/>
        <a:lstStyle/>
        <a:p>
          <a:endParaRPr lang="en-US"/>
        </a:p>
      </dgm:t>
    </dgm:pt>
    <dgm:pt modelId="{E31C3EB9-8944-40A2-9B42-CC4FB9DD6C2F}" type="sibTrans" cxnId="{1378752B-F466-46AB-87A3-74B213B48C24}">
      <dgm:prSet/>
      <dgm:spPr/>
      <dgm:t>
        <a:bodyPr/>
        <a:lstStyle/>
        <a:p>
          <a:endParaRPr lang="en-US"/>
        </a:p>
      </dgm:t>
    </dgm:pt>
    <dgm:pt modelId="{0B255AA2-93B2-4B5B-916A-0CFD836E1FB4}">
      <dgm:prSet custT="1"/>
      <dgm:spPr>
        <a:solidFill>
          <a:schemeClr val="bg1">
            <a:lumMod val="95000"/>
            <a:alpha val="90000"/>
          </a:schemeClr>
        </a:solidFill>
        <a:ln w="9525">
          <a:solidFill>
            <a:schemeClr val="bg1">
              <a:lumMod val="85000"/>
            </a:schemeClr>
          </a:solidFill>
        </a:ln>
      </dgm:spPr>
      <dgm:t>
        <a:bodyPr/>
        <a:lstStyle/>
        <a:p>
          <a:r>
            <a:rPr lang="en-US" sz="1400" dirty="0">
              <a:solidFill>
                <a:srgbClr val="20282F"/>
              </a:solidFill>
            </a:rPr>
            <a:t>Requires more processing power and memory </a:t>
          </a:r>
        </a:p>
      </dgm:t>
    </dgm:pt>
    <dgm:pt modelId="{90F9383D-E1B2-48DD-AD57-1FE04E376BF9}" type="parTrans" cxnId="{9B6134D5-E8F8-413A-A290-6F0707B4687A}">
      <dgm:prSet/>
      <dgm:spPr/>
      <dgm:t>
        <a:bodyPr/>
        <a:lstStyle/>
        <a:p>
          <a:endParaRPr lang="en-US"/>
        </a:p>
      </dgm:t>
    </dgm:pt>
    <dgm:pt modelId="{B307C1C5-63EC-4787-9653-78F0C7DCEBBB}" type="sibTrans" cxnId="{9B6134D5-E8F8-413A-A290-6F0707B4687A}">
      <dgm:prSet/>
      <dgm:spPr/>
      <dgm:t>
        <a:bodyPr/>
        <a:lstStyle/>
        <a:p>
          <a:endParaRPr lang="en-US"/>
        </a:p>
      </dgm:t>
    </dgm:pt>
    <dgm:pt modelId="{FD9B0193-DA88-4A9C-AE50-7B8CFBC92F57}">
      <dgm:prSet custT="1"/>
      <dgm:spPr>
        <a:solidFill>
          <a:schemeClr val="bg1">
            <a:lumMod val="95000"/>
            <a:alpha val="90000"/>
          </a:schemeClr>
        </a:solidFill>
        <a:ln w="9525">
          <a:solidFill>
            <a:schemeClr val="bg1">
              <a:lumMod val="85000"/>
            </a:schemeClr>
          </a:solidFill>
        </a:ln>
      </dgm:spPr>
      <dgm:t>
        <a:bodyPr/>
        <a:lstStyle/>
        <a:p>
          <a:r>
            <a:rPr lang="en-US" sz="1400" dirty="0">
              <a:solidFill>
                <a:srgbClr val="20282F"/>
              </a:solidFill>
            </a:rPr>
            <a:t>Proper configuration is critical for security and efficiency </a:t>
          </a:r>
        </a:p>
      </dgm:t>
    </dgm:pt>
    <dgm:pt modelId="{12608FE0-AF80-4B76-9F55-D9804D3AEDFC}" type="parTrans" cxnId="{C46962DE-833A-4475-80A3-EDD3EF30BD0C}">
      <dgm:prSet/>
      <dgm:spPr/>
      <dgm:t>
        <a:bodyPr/>
        <a:lstStyle/>
        <a:p>
          <a:endParaRPr lang="en-US"/>
        </a:p>
      </dgm:t>
    </dgm:pt>
    <dgm:pt modelId="{23A0FE9F-118E-4EC0-AAD8-A306ADA026F6}" type="sibTrans" cxnId="{C46962DE-833A-4475-80A3-EDD3EF30BD0C}">
      <dgm:prSet/>
      <dgm:spPr/>
      <dgm:t>
        <a:bodyPr/>
        <a:lstStyle/>
        <a:p>
          <a:endParaRPr lang="en-US"/>
        </a:p>
      </dgm:t>
    </dgm:pt>
    <dgm:pt modelId="{3B7E6172-D02B-45ED-AD4E-AFE565A8257E}" type="pres">
      <dgm:prSet presAssocID="{C3066F61-B93E-45A5-9AE9-F7B5AE2444D4}" presName="linear" presStyleCnt="0">
        <dgm:presLayoutVars>
          <dgm:dir/>
          <dgm:animLvl val="lvl"/>
          <dgm:resizeHandles val="exact"/>
        </dgm:presLayoutVars>
      </dgm:prSet>
      <dgm:spPr/>
    </dgm:pt>
    <dgm:pt modelId="{2C96DB83-5881-46F1-960B-E3BFE05618B3}" type="pres">
      <dgm:prSet presAssocID="{C659AD87-B80C-42EB-BFBE-73F2B9669F9A}" presName="parentLin" presStyleCnt="0"/>
      <dgm:spPr/>
    </dgm:pt>
    <dgm:pt modelId="{6CE281D9-CCCE-49B0-9D52-38815CAE7BBE}" type="pres">
      <dgm:prSet presAssocID="{C659AD87-B80C-42EB-BFBE-73F2B9669F9A}" presName="parentLeftMargin" presStyleLbl="node1" presStyleIdx="0" presStyleCnt="3"/>
      <dgm:spPr/>
    </dgm:pt>
    <dgm:pt modelId="{D68B05CC-04F4-4B4D-9388-A7995DF33F2F}" type="pres">
      <dgm:prSet presAssocID="{C659AD87-B80C-42EB-BFBE-73F2B9669F9A}" presName="parentText" presStyleLbl="node1" presStyleIdx="0" presStyleCnt="3">
        <dgm:presLayoutVars>
          <dgm:chMax val="0"/>
          <dgm:bulletEnabled val="1"/>
        </dgm:presLayoutVars>
      </dgm:prSet>
      <dgm:spPr/>
    </dgm:pt>
    <dgm:pt modelId="{B89B857D-4FAE-4FB5-B2AC-BB224D69AEBA}" type="pres">
      <dgm:prSet presAssocID="{C659AD87-B80C-42EB-BFBE-73F2B9669F9A}" presName="negativeSpace" presStyleCnt="0"/>
      <dgm:spPr/>
    </dgm:pt>
    <dgm:pt modelId="{ACD9158B-70A7-4357-B978-191628B63DAE}" type="pres">
      <dgm:prSet presAssocID="{C659AD87-B80C-42EB-BFBE-73F2B9669F9A}" presName="childText" presStyleLbl="conFgAcc1" presStyleIdx="0" presStyleCnt="3">
        <dgm:presLayoutVars>
          <dgm:bulletEnabled val="1"/>
        </dgm:presLayoutVars>
      </dgm:prSet>
      <dgm:spPr/>
    </dgm:pt>
    <dgm:pt modelId="{FD1D7B1B-92AA-43E0-B76F-E8F8C6339DAD}" type="pres">
      <dgm:prSet presAssocID="{31114B95-253E-4B4C-AF0B-613AA921371B}" presName="spaceBetweenRectangles" presStyleCnt="0"/>
      <dgm:spPr/>
    </dgm:pt>
    <dgm:pt modelId="{420C572C-7EB3-4B6F-B799-123B67855260}" type="pres">
      <dgm:prSet presAssocID="{E94EFFBB-B706-4510-8D68-901FE3DAC94C}" presName="parentLin" presStyleCnt="0"/>
      <dgm:spPr/>
    </dgm:pt>
    <dgm:pt modelId="{F4297F75-5315-45BF-8173-4176DBB327FF}" type="pres">
      <dgm:prSet presAssocID="{E94EFFBB-B706-4510-8D68-901FE3DAC94C}" presName="parentLeftMargin" presStyleLbl="node1" presStyleIdx="0" presStyleCnt="3"/>
      <dgm:spPr/>
    </dgm:pt>
    <dgm:pt modelId="{64275145-8FF9-4895-833F-5AC892B34DDF}" type="pres">
      <dgm:prSet presAssocID="{E94EFFBB-B706-4510-8D68-901FE3DAC94C}" presName="parentText" presStyleLbl="node1" presStyleIdx="1" presStyleCnt="3">
        <dgm:presLayoutVars>
          <dgm:chMax val="0"/>
          <dgm:bulletEnabled val="1"/>
        </dgm:presLayoutVars>
      </dgm:prSet>
      <dgm:spPr/>
    </dgm:pt>
    <dgm:pt modelId="{419B8AA2-CDC8-4A56-8FF5-5784737BEAE8}" type="pres">
      <dgm:prSet presAssocID="{E94EFFBB-B706-4510-8D68-901FE3DAC94C}" presName="negativeSpace" presStyleCnt="0"/>
      <dgm:spPr/>
    </dgm:pt>
    <dgm:pt modelId="{42E4DD7A-F178-4DAB-8A9E-BB018B9DD52F}" type="pres">
      <dgm:prSet presAssocID="{E94EFFBB-B706-4510-8D68-901FE3DAC94C}" presName="childText" presStyleLbl="conFgAcc1" presStyleIdx="1" presStyleCnt="3">
        <dgm:presLayoutVars>
          <dgm:bulletEnabled val="1"/>
        </dgm:presLayoutVars>
      </dgm:prSet>
      <dgm:spPr/>
    </dgm:pt>
    <dgm:pt modelId="{087294E0-8FBC-4ECA-8BD1-267B91094D0A}" type="pres">
      <dgm:prSet presAssocID="{70EA6637-A234-4322-A9FE-118E372FB1A2}" presName="spaceBetweenRectangles" presStyleCnt="0"/>
      <dgm:spPr/>
    </dgm:pt>
    <dgm:pt modelId="{1D604F27-D472-4C23-ADE9-3209D3F2A5CD}" type="pres">
      <dgm:prSet presAssocID="{4BCA0E3A-A7AF-46A7-A3F9-8E58BE1E9673}" presName="parentLin" presStyleCnt="0"/>
      <dgm:spPr/>
    </dgm:pt>
    <dgm:pt modelId="{99C5B456-7C87-4013-9E27-56E01CCDCC05}" type="pres">
      <dgm:prSet presAssocID="{4BCA0E3A-A7AF-46A7-A3F9-8E58BE1E9673}" presName="parentLeftMargin" presStyleLbl="node1" presStyleIdx="1" presStyleCnt="3"/>
      <dgm:spPr/>
    </dgm:pt>
    <dgm:pt modelId="{57725163-7387-4D59-8DAC-A69DAE555031}" type="pres">
      <dgm:prSet presAssocID="{4BCA0E3A-A7AF-46A7-A3F9-8E58BE1E9673}" presName="parentText" presStyleLbl="node1" presStyleIdx="2" presStyleCnt="3">
        <dgm:presLayoutVars>
          <dgm:chMax val="0"/>
          <dgm:bulletEnabled val="1"/>
        </dgm:presLayoutVars>
      </dgm:prSet>
      <dgm:spPr/>
    </dgm:pt>
    <dgm:pt modelId="{C4E5F136-3970-4F5F-8BC1-F8F9F2569324}" type="pres">
      <dgm:prSet presAssocID="{4BCA0E3A-A7AF-46A7-A3F9-8E58BE1E9673}" presName="negativeSpace" presStyleCnt="0"/>
      <dgm:spPr/>
    </dgm:pt>
    <dgm:pt modelId="{348B83DC-8C60-4C11-BB6B-E3A57879C162}" type="pres">
      <dgm:prSet presAssocID="{4BCA0E3A-A7AF-46A7-A3F9-8E58BE1E9673}" presName="childText" presStyleLbl="conFgAcc1" presStyleIdx="2" presStyleCnt="3">
        <dgm:presLayoutVars>
          <dgm:bulletEnabled val="1"/>
        </dgm:presLayoutVars>
      </dgm:prSet>
      <dgm:spPr/>
    </dgm:pt>
  </dgm:ptLst>
  <dgm:cxnLst>
    <dgm:cxn modelId="{EAA13402-8F85-4C38-BDAD-8535AE7A60A4}" type="presOf" srcId="{C3066F61-B93E-45A5-9AE9-F7B5AE2444D4}" destId="{3B7E6172-D02B-45ED-AD4E-AFE565A8257E}" srcOrd="0" destOrd="0" presId="urn:microsoft.com/office/officeart/2005/8/layout/list1"/>
    <dgm:cxn modelId="{AA9F0613-786D-40AE-9E50-DE3D177E02AD}" type="presOf" srcId="{AF697EA6-5536-4CB5-A90C-69AFE84D71F7}" destId="{ACD9158B-70A7-4357-B978-191628B63DAE}" srcOrd="0" destOrd="0" presId="urn:microsoft.com/office/officeart/2005/8/layout/list1"/>
    <dgm:cxn modelId="{2DC13813-8C76-4DD2-87AC-44CA2EFDBBDB}" type="presOf" srcId="{4BCA0E3A-A7AF-46A7-A3F9-8E58BE1E9673}" destId="{57725163-7387-4D59-8DAC-A69DAE555031}" srcOrd="1" destOrd="0" presId="urn:microsoft.com/office/officeart/2005/8/layout/list1"/>
    <dgm:cxn modelId="{1378752B-F466-46AB-87A3-74B213B48C24}" srcId="{C3066F61-B93E-45A5-9AE9-F7B5AE2444D4}" destId="{4BCA0E3A-A7AF-46A7-A3F9-8E58BE1E9673}" srcOrd="2" destOrd="0" parTransId="{DBE543F7-4393-437A-8693-C60620424A56}" sibTransId="{E31C3EB9-8944-40A2-9B42-CC4FB9DD6C2F}"/>
    <dgm:cxn modelId="{ACA24A3D-4825-4BA4-A399-65FBF6C63CAF}" type="presOf" srcId="{E94EFFBB-B706-4510-8D68-901FE3DAC94C}" destId="{64275145-8FF9-4895-833F-5AC892B34DDF}" srcOrd="1" destOrd="0" presId="urn:microsoft.com/office/officeart/2005/8/layout/list1"/>
    <dgm:cxn modelId="{980A3D65-22EA-44A0-91BC-FDE8E11F08B5}" type="presOf" srcId="{C52C9559-8A33-46FC-851A-5C45EFA58617}" destId="{42E4DD7A-F178-4DAB-8A9E-BB018B9DD52F}" srcOrd="0" destOrd="0" presId="urn:microsoft.com/office/officeart/2005/8/layout/list1"/>
    <dgm:cxn modelId="{3AF08A6F-EF66-4183-BAE1-733C087E91EA}" type="presOf" srcId="{4BCA0E3A-A7AF-46A7-A3F9-8E58BE1E9673}" destId="{99C5B456-7C87-4013-9E27-56E01CCDCC05}" srcOrd="0" destOrd="0" presId="urn:microsoft.com/office/officeart/2005/8/layout/list1"/>
    <dgm:cxn modelId="{CA8DFE4F-EBF8-441D-BF21-D3347EB63A0D}" type="presOf" srcId="{C659AD87-B80C-42EB-BFBE-73F2B9669F9A}" destId="{D68B05CC-04F4-4B4D-9388-A7995DF33F2F}" srcOrd="1" destOrd="0" presId="urn:microsoft.com/office/officeart/2005/8/layout/list1"/>
    <dgm:cxn modelId="{2EC9F353-0C8D-455E-B68D-5259A1FF17C2}" type="presOf" srcId="{E94EFFBB-B706-4510-8D68-901FE3DAC94C}" destId="{F4297F75-5315-45BF-8173-4176DBB327FF}" srcOrd="0" destOrd="0" presId="urn:microsoft.com/office/officeart/2005/8/layout/list1"/>
    <dgm:cxn modelId="{41EC4E88-FDB8-47C2-A6FC-8860E6FBC8B0}" type="presOf" srcId="{C659AD87-B80C-42EB-BFBE-73F2B9669F9A}" destId="{6CE281D9-CCCE-49B0-9D52-38815CAE7BBE}" srcOrd="0" destOrd="0" presId="urn:microsoft.com/office/officeart/2005/8/layout/list1"/>
    <dgm:cxn modelId="{6E72AF8F-5AE8-4454-8090-E2A527E49D09}" srcId="{C3066F61-B93E-45A5-9AE9-F7B5AE2444D4}" destId="{C659AD87-B80C-42EB-BFBE-73F2B9669F9A}" srcOrd="0" destOrd="0" parTransId="{5E296CB8-021C-490F-B315-49A92B843550}" sibTransId="{31114B95-253E-4B4C-AF0B-613AA921371B}"/>
    <dgm:cxn modelId="{C8B8F690-2228-4089-B7B1-945B6EE5537B}" srcId="{E94EFFBB-B706-4510-8D68-901FE3DAC94C}" destId="{C52C9559-8A33-46FC-851A-5C45EFA58617}" srcOrd="0" destOrd="0" parTransId="{F472E364-C312-418F-8457-79BBA96BF7B7}" sibTransId="{C9617316-1D66-46F5-82FB-A38D769FC721}"/>
    <dgm:cxn modelId="{5D439E95-5F05-49DD-9F5F-529EAF2C01B4}" type="presOf" srcId="{FD9B0193-DA88-4A9C-AE50-7B8CFBC92F57}" destId="{348B83DC-8C60-4C11-BB6B-E3A57879C162}" srcOrd="0" destOrd="1" presId="urn:microsoft.com/office/officeart/2005/8/layout/list1"/>
    <dgm:cxn modelId="{AB7B28A4-CC35-4E9D-BC9A-F60F142D31A5}" type="presOf" srcId="{0B255AA2-93B2-4B5B-916A-0CFD836E1FB4}" destId="{348B83DC-8C60-4C11-BB6B-E3A57879C162}" srcOrd="0" destOrd="0" presId="urn:microsoft.com/office/officeart/2005/8/layout/list1"/>
    <dgm:cxn modelId="{1B4CCDB1-C4C8-437E-8D51-B7072A321232}" srcId="{C3066F61-B93E-45A5-9AE9-F7B5AE2444D4}" destId="{E94EFFBB-B706-4510-8D68-901FE3DAC94C}" srcOrd="1" destOrd="0" parTransId="{56CCFAA8-0493-4E82-846B-1666CD7CEA7D}" sibTransId="{70EA6637-A234-4322-A9FE-118E372FB1A2}"/>
    <dgm:cxn modelId="{A6371BBC-27D6-4A73-8212-2831BA0D8CAC}" srcId="{C659AD87-B80C-42EB-BFBE-73F2B9669F9A}" destId="{AF697EA6-5536-4CB5-A90C-69AFE84D71F7}" srcOrd="0" destOrd="0" parTransId="{5425882A-F052-46B8-A428-5D230985CABD}" sibTransId="{1E4E84D9-5FC8-42AD-915F-A15308490234}"/>
    <dgm:cxn modelId="{9B6134D5-E8F8-413A-A290-6F0707B4687A}" srcId="{4BCA0E3A-A7AF-46A7-A3F9-8E58BE1E9673}" destId="{0B255AA2-93B2-4B5B-916A-0CFD836E1FB4}" srcOrd="0" destOrd="0" parTransId="{90F9383D-E1B2-48DD-AD57-1FE04E376BF9}" sibTransId="{B307C1C5-63EC-4787-9653-78F0C7DCEBBB}"/>
    <dgm:cxn modelId="{C46962DE-833A-4475-80A3-EDD3EF30BD0C}" srcId="{4BCA0E3A-A7AF-46A7-A3F9-8E58BE1E9673}" destId="{FD9B0193-DA88-4A9C-AE50-7B8CFBC92F57}" srcOrd="1" destOrd="0" parTransId="{12608FE0-AF80-4B76-9F55-D9804D3AEDFC}" sibTransId="{23A0FE9F-118E-4EC0-AAD8-A306ADA026F6}"/>
    <dgm:cxn modelId="{F6E4282A-1B49-438F-8F41-BA0B53AC3B83}" type="presParOf" srcId="{3B7E6172-D02B-45ED-AD4E-AFE565A8257E}" destId="{2C96DB83-5881-46F1-960B-E3BFE05618B3}" srcOrd="0" destOrd="0" presId="urn:microsoft.com/office/officeart/2005/8/layout/list1"/>
    <dgm:cxn modelId="{481E863E-E429-417B-A494-4A750933AC95}" type="presParOf" srcId="{2C96DB83-5881-46F1-960B-E3BFE05618B3}" destId="{6CE281D9-CCCE-49B0-9D52-38815CAE7BBE}" srcOrd="0" destOrd="0" presId="urn:microsoft.com/office/officeart/2005/8/layout/list1"/>
    <dgm:cxn modelId="{B955D337-5271-4A2A-8989-B2ABE689301E}" type="presParOf" srcId="{2C96DB83-5881-46F1-960B-E3BFE05618B3}" destId="{D68B05CC-04F4-4B4D-9388-A7995DF33F2F}" srcOrd="1" destOrd="0" presId="urn:microsoft.com/office/officeart/2005/8/layout/list1"/>
    <dgm:cxn modelId="{F8CE8CE4-5347-494C-88B4-D2F4B615096D}" type="presParOf" srcId="{3B7E6172-D02B-45ED-AD4E-AFE565A8257E}" destId="{B89B857D-4FAE-4FB5-B2AC-BB224D69AEBA}" srcOrd="1" destOrd="0" presId="urn:microsoft.com/office/officeart/2005/8/layout/list1"/>
    <dgm:cxn modelId="{3826C594-E33A-43F5-A1B9-46ECD87317F5}" type="presParOf" srcId="{3B7E6172-D02B-45ED-AD4E-AFE565A8257E}" destId="{ACD9158B-70A7-4357-B978-191628B63DAE}" srcOrd="2" destOrd="0" presId="urn:microsoft.com/office/officeart/2005/8/layout/list1"/>
    <dgm:cxn modelId="{247AF1C2-91FB-4B97-8B32-E7F813B442C4}" type="presParOf" srcId="{3B7E6172-D02B-45ED-AD4E-AFE565A8257E}" destId="{FD1D7B1B-92AA-43E0-B76F-E8F8C6339DAD}" srcOrd="3" destOrd="0" presId="urn:microsoft.com/office/officeart/2005/8/layout/list1"/>
    <dgm:cxn modelId="{BED32C97-9AA5-4286-8A73-FD8E5944CCF0}" type="presParOf" srcId="{3B7E6172-D02B-45ED-AD4E-AFE565A8257E}" destId="{420C572C-7EB3-4B6F-B799-123B67855260}" srcOrd="4" destOrd="0" presId="urn:microsoft.com/office/officeart/2005/8/layout/list1"/>
    <dgm:cxn modelId="{4E871348-8E73-4175-B125-81EBB395894F}" type="presParOf" srcId="{420C572C-7EB3-4B6F-B799-123B67855260}" destId="{F4297F75-5315-45BF-8173-4176DBB327FF}" srcOrd="0" destOrd="0" presId="urn:microsoft.com/office/officeart/2005/8/layout/list1"/>
    <dgm:cxn modelId="{89E7EA86-D0AB-46A6-B592-F8F6A531471F}" type="presParOf" srcId="{420C572C-7EB3-4B6F-B799-123B67855260}" destId="{64275145-8FF9-4895-833F-5AC892B34DDF}" srcOrd="1" destOrd="0" presId="urn:microsoft.com/office/officeart/2005/8/layout/list1"/>
    <dgm:cxn modelId="{1BA94DC3-F235-4F1D-883E-BAC0E77FB6B7}" type="presParOf" srcId="{3B7E6172-D02B-45ED-AD4E-AFE565A8257E}" destId="{419B8AA2-CDC8-4A56-8FF5-5784737BEAE8}" srcOrd="5" destOrd="0" presId="urn:microsoft.com/office/officeart/2005/8/layout/list1"/>
    <dgm:cxn modelId="{ECED8A78-1D36-4A53-B54C-7FD9C20F70A8}" type="presParOf" srcId="{3B7E6172-D02B-45ED-AD4E-AFE565A8257E}" destId="{42E4DD7A-F178-4DAB-8A9E-BB018B9DD52F}" srcOrd="6" destOrd="0" presId="urn:microsoft.com/office/officeart/2005/8/layout/list1"/>
    <dgm:cxn modelId="{B39B1CD2-B580-47F9-8D26-FE90B145B812}" type="presParOf" srcId="{3B7E6172-D02B-45ED-AD4E-AFE565A8257E}" destId="{087294E0-8FBC-4ECA-8BD1-267B91094D0A}" srcOrd="7" destOrd="0" presId="urn:microsoft.com/office/officeart/2005/8/layout/list1"/>
    <dgm:cxn modelId="{9DF310A6-CA76-4553-A9B8-BCB951FE6927}" type="presParOf" srcId="{3B7E6172-D02B-45ED-AD4E-AFE565A8257E}" destId="{1D604F27-D472-4C23-ADE9-3209D3F2A5CD}" srcOrd="8" destOrd="0" presId="urn:microsoft.com/office/officeart/2005/8/layout/list1"/>
    <dgm:cxn modelId="{1918027A-E7FE-4B9F-B0F0-8FD565B2A87A}" type="presParOf" srcId="{1D604F27-D472-4C23-ADE9-3209D3F2A5CD}" destId="{99C5B456-7C87-4013-9E27-56E01CCDCC05}" srcOrd="0" destOrd="0" presId="urn:microsoft.com/office/officeart/2005/8/layout/list1"/>
    <dgm:cxn modelId="{EDA5C3D7-209A-4F54-97D3-E3172733C449}" type="presParOf" srcId="{1D604F27-D472-4C23-ADE9-3209D3F2A5CD}" destId="{57725163-7387-4D59-8DAC-A69DAE555031}" srcOrd="1" destOrd="0" presId="urn:microsoft.com/office/officeart/2005/8/layout/list1"/>
    <dgm:cxn modelId="{0350256D-CE4B-481A-9FDB-CE7272A50828}" type="presParOf" srcId="{3B7E6172-D02B-45ED-AD4E-AFE565A8257E}" destId="{C4E5F136-3970-4F5F-8BC1-F8F9F2569324}" srcOrd="9" destOrd="0" presId="urn:microsoft.com/office/officeart/2005/8/layout/list1"/>
    <dgm:cxn modelId="{B082BF76-0F0A-4AE1-B14D-F44C4ABDAB01}" type="presParOf" srcId="{3B7E6172-D02B-45ED-AD4E-AFE565A8257E}" destId="{348B83DC-8C60-4C11-BB6B-E3A57879C16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98D3EF-EB41-4BB1-B284-043988B99D3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746F3FD-11D0-457D-9E43-AE919BEA4AD3}">
      <dgm:prSet phldrT="[Text]" custT="1"/>
      <dgm:spPr>
        <a:solidFill>
          <a:srgbClr val="004F71"/>
        </a:solidFill>
      </dgm:spPr>
      <dgm:t>
        <a:bodyPr/>
        <a:lstStyle/>
        <a:p>
          <a:r>
            <a:rPr lang="en-US" sz="1500" dirty="0"/>
            <a:t>Definition</a:t>
          </a:r>
        </a:p>
      </dgm:t>
    </dgm:pt>
    <dgm:pt modelId="{7436C213-E730-4B0F-8715-9DBFE267551C}" type="parTrans" cxnId="{45DFCC1F-A383-4C39-92A9-0D968E11E7A3}">
      <dgm:prSet/>
      <dgm:spPr/>
      <dgm:t>
        <a:bodyPr/>
        <a:lstStyle/>
        <a:p>
          <a:endParaRPr lang="en-US"/>
        </a:p>
      </dgm:t>
    </dgm:pt>
    <dgm:pt modelId="{390CD9F5-D59C-4E32-9629-A2B3F52933B0}" type="sibTrans" cxnId="{45DFCC1F-A383-4C39-92A9-0D968E11E7A3}">
      <dgm:prSet/>
      <dgm:spPr/>
      <dgm:t>
        <a:bodyPr/>
        <a:lstStyle/>
        <a:p>
          <a:endParaRPr lang="en-US"/>
        </a:p>
      </dgm:t>
    </dgm:pt>
    <dgm:pt modelId="{22ADB77C-7E70-40A7-BAE2-9F5092669684}">
      <dgm:prSet phldrT="[Text]" custT="1"/>
      <dgm:spPr>
        <a:solidFill>
          <a:srgbClr val="004F71"/>
        </a:solidFill>
      </dgm:spPr>
      <dgm:t>
        <a:bodyPr/>
        <a:lstStyle/>
        <a:p>
          <a:r>
            <a:rPr lang="en-US" sz="1500" dirty="0"/>
            <a:t>Features</a:t>
          </a:r>
        </a:p>
      </dgm:t>
    </dgm:pt>
    <dgm:pt modelId="{9097EA4E-41DE-43A0-AFDD-0E375E20CAD3}" type="parTrans" cxnId="{5E709B77-B9A2-412D-B241-97F026828CD3}">
      <dgm:prSet/>
      <dgm:spPr/>
      <dgm:t>
        <a:bodyPr/>
        <a:lstStyle/>
        <a:p>
          <a:endParaRPr lang="en-US"/>
        </a:p>
      </dgm:t>
    </dgm:pt>
    <dgm:pt modelId="{8596DD57-7FB7-4367-996B-B29C9B3A8C62}" type="sibTrans" cxnId="{5E709B77-B9A2-412D-B241-97F026828CD3}">
      <dgm:prSet/>
      <dgm:spPr/>
      <dgm:t>
        <a:bodyPr/>
        <a:lstStyle/>
        <a:p>
          <a:endParaRPr lang="en-US"/>
        </a:p>
      </dgm:t>
    </dgm:pt>
    <dgm:pt modelId="{78E66C3A-C63B-4A1E-92DA-8D1B66084C1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 legacy dynamic routing protocol that finds the best path between </a:t>
          </a:r>
          <a:br>
            <a:rPr lang="en-US" dirty="0">
              <a:solidFill>
                <a:srgbClr val="20282F"/>
              </a:solidFill>
            </a:rPr>
          </a:br>
          <a:r>
            <a:rPr lang="en-US" dirty="0">
              <a:solidFill>
                <a:srgbClr val="20282F"/>
              </a:solidFill>
            </a:rPr>
            <a:t>the source and destination networks</a:t>
          </a:r>
        </a:p>
      </dgm:t>
    </dgm:pt>
    <dgm:pt modelId="{8A053974-0909-4327-A9A3-1EFF20E86425}" type="parTrans" cxnId="{FAC3F387-FD77-45C5-8FDF-301034CB546F}">
      <dgm:prSet/>
      <dgm:spPr/>
      <dgm:t>
        <a:bodyPr/>
        <a:lstStyle/>
        <a:p>
          <a:endParaRPr lang="en-US"/>
        </a:p>
      </dgm:t>
    </dgm:pt>
    <dgm:pt modelId="{54DDA1EA-1399-4FD7-B5A0-78BEDB4FFD20}" type="sibTrans" cxnId="{FAC3F387-FD77-45C5-8FDF-301034CB546F}">
      <dgm:prSet/>
      <dgm:spPr/>
      <dgm:t>
        <a:bodyPr/>
        <a:lstStyle/>
        <a:p>
          <a:endParaRPr lang="en-US"/>
        </a:p>
      </dgm:t>
    </dgm:pt>
    <dgm:pt modelId="{BA71C0FC-9B3B-4E76-995D-94BF3099784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Uses hop count as the metric for path selection</a:t>
          </a:r>
        </a:p>
      </dgm:t>
    </dgm:pt>
    <dgm:pt modelId="{F17B8B9E-8D77-4F39-9054-29214D80D62E}" type="parTrans" cxnId="{D35F9539-D7A2-44CD-A6E0-879997F54719}">
      <dgm:prSet/>
      <dgm:spPr/>
      <dgm:t>
        <a:bodyPr/>
        <a:lstStyle/>
        <a:p>
          <a:endParaRPr lang="en-US"/>
        </a:p>
      </dgm:t>
    </dgm:pt>
    <dgm:pt modelId="{2677708B-B6CC-42A1-B95A-63E09AE08530}" type="sibTrans" cxnId="{D35F9539-D7A2-44CD-A6E0-879997F54719}">
      <dgm:prSet/>
      <dgm:spPr/>
      <dgm:t>
        <a:bodyPr/>
        <a:lstStyle/>
        <a:p>
          <a:endParaRPr lang="en-US"/>
        </a:p>
      </dgm:t>
    </dgm:pt>
    <dgm:pt modelId="{CFDB010F-A32B-4858-AC97-6B7C01355378}">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15 maximum allowed hops </a:t>
          </a:r>
        </a:p>
      </dgm:t>
    </dgm:pt>
    <dgm:pt modelId="{4740099F-CF4F-4E07-8634-73EA1A0D7D60}" type="parTrans" cxnId="{27D927EC-5EF7-4FC0-825D-96AED9925919}">
      <dgm:prSet/>
      <dgm:spPr/>
      <dgm:t>
        <a:bodyPr/>
        <a:lstStyle/>
        <a:p>
          <a:endParaRPr lang="en-US"/>
        </a:p>
      </dgm:t>
    </dgm:pt>
    <dgm:pt modelId="{F212013B-DB1E-4B77-B51A-1AC2CCD83141}" type="sibTrans" cxnId="{27D927EC-5EF7-4FC0-825D-96AED9925919}">
      <dgm:prSet/>
      <dgm:spPr/>
      <dgm:t>
        <a:bodyPr/>
        <a:lstStyle/>
        <a:p>
          <a:endParaRPr lang="en-US"/>
        </a:p>
      </dgm:t>
    </dgm:pt>
    <dgm:pt modelId="{35F66135-DA4C-4CA4-904C-F59261547232}">
      <dgm:prSet phldrT="[Text]" custT="1"/>
      <dgm:spPr>
        <a:solidFill>
          <a:srgbClr val="004F71"/>
        </a:solidFill>
      </dgm:spPr>
      <dgm:t>
        <a:bodyPr/>
        <a:lstStyle/>
        <a:p>
          <a:r>
            <a:rPr lang="en-US" sz="1500" dirty="0"/>
            <a:t>Considerations </a:t>
          </a:r>
        </a:p>
      </dgm:t>
    </dgm:pt>
    <dgm:pt modelId="{30B19D4C-00F6-4B5F-A5EF-9F7141177CD6}" type="parTrans" cxnId="{EE82A56C-98F5-4411-A943-D9DCB5F384D9}">
      <dgm:prSet/>
      <dgm:spPr/>
      <dgm:t>
        <a:bodyPr/>
        <a:lstStyle/>
        <a:p>
          <a:endParaRPr lang="en-US"/>
        </a:p>
      </dgm:t>
    </dgm:pt>
    <dgm:pt modelId="{195351F6-2566-449A-939B-A0031D0419FF}" type="sibTrans" cxnId="{EE82A56C-98F5-4411-A943-D9DCB5F384D9}">
      <dgm:prSet/>
      <dgm:spPr/>
      <dgm:t>
        <a:bodyPr/>
        <a:lstStyle/>
        <a:p>
          <a:endParaRPr lang="en-US"/>
        </a:p>
      </dgm:t>
    </dgm:pt>
    <dgm:pt modelId="{E052D5D2-1935-496A-97DB-36BF5047E5B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Not ideal for large networks because of the hop count limit </a:t>
          </a:r>
        </a:p>
      </dgm:t>
    </dgm:pt>
    <dgm:pt modelId="{7A9347E0-A781-409B-A1EB-808162EC9B45}" type="parTrans" cxnId="{5A0F421B-AEFF-4FB4-9733-7A9FAEAD7754}">
      <dgm:prSet/>
      <dgm:spPr/>
      <dgm:t>
        <a:bodyPr/>
        <a:lstStyle/>
        <a:p>
          <a:endParaRPr lang="en-US"/>
        </a:p>
      </dgm:t>
    </dgm:pt>
    <dgm:pt modelId="{8BA9594F-700A-4380-BE41-DF0868ACB309}" type="sibTrans" cxnId="{5A0F421B-AEFF-4FB4-9733-7A9FAEAD7754}">
      <dgm:prSet/>
      <dgm:spPr/>
      <dgm:t>
        <a:bodyPr/>
        <a:lstStyle/>
        <a:p>
          <a:endParaRPr lang="en-US"/>
        </a:p>
      </dgm:t>
    </dgm:pt>
    <dgm:pt modelId="{2B78A427-F4EE-4174-B6FB-7657600884D1}">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Slow to converge in response to network changes</a:t>
          </a:r>
        </a:p>
      </dgm:t>
    </dgm:pt>
    <dgm:pt modelId="{F169AC06-055B-4204-9CC9-097854ABD93D}" type="parTrans" cxnId="{7828EDC0-F596-4B0C-9A5A-66B773930B0A}">
      <dgm:prSet/>
      <dgm:spPr/>
      <dgm:t>
        <a:bodyPr/>
        <a:lstStyle/>
        <a:p>
          <a:endParaRPr lang="en-US"/>
        </a:p>
      </dgm:t>
    </dgm:pt>
    <dgm:pt modelId="{BC2DB701-D72C-4CEC-B3D7-261C4011FB2C}" type="sibTrans" cxnId="{7828EDC0-F596-4B0C-9A5A-66B773930B0A}">
      <dgm:prSet/>
      <dgm:spPr/>
      <dgm:t>
        <a:bodyPr/>
        <a:lstStyle/>
        <a:p>
          <a:endParaRPr lang="en-US"/>
        </a:p>
      </dgm:t>
    </dgm:pt>
    <dgm:pt modelId="{8DC94791-C9C1-4D9F-A6D3-DD745E52C344}" type="pres">
      <dgm:prSet presAssocID="{8298D3EF-EB41-4BB1-B284-043988B99D31}" presName="linear" presStyleCnt="0">
        <dgm:presLayoutVars>
          <dgm:dir/>
          <dgm:animLvl val="lvl"/>
          <dgm:resizeHandles val="exact"/>
        </dgm:presLayoutVars>
      </dgm:prSet>
      <dgm:spPr/>
    </dgm:pt>
    <dgm:pt modelId="{298BAC58-B7E9-4A8D-9A41-FD59784D255B}" type="pres">
      <dgm:prSet presAssocID="{3746F3FD-11D0-457D-9E43-AE919BEA4AD3}" presName="parentLin" presStyleCnt="0"/>
      <dgm:spPr/>
    </dgm:pt>
    <dgm:pt modelId="{8DF097BB-467D-4241-923C-C4DF08696AF7}" type="pres">
      <dgm:prSet presAssocID="{3746F3FD-11D0-457D-9E43-AE919BEA4AD3}" presName="parentLeftMargin" presStyleLbl="node1" presStyleIdx="0" presStyleCnt="3"/>
      <dgm:spPr/>
    </dgm:pt>
    <dgm:pt modelId="{5DFDD1B0-5712-412F-9A33-8BBDCE8C530C}" type="pres">
      <dgm:prSet presAssocID="{3746F3FD-11D0-457D-9E43-AE919BEA4AD3}" presName="parentText" presStyleLbl="node1" presStyleIdx="0" presStyleCnt="3">
        <dgm:presLayoutVars>
          <dgm:chMax val="0"/>
          <dgm:bulletEnabled val="1"/>
        </dgm:presLayoutVars>
      </dgm:prSet>
      <dgm:spPr/>
    </dgm:pt>
    <dgm:pt modelId="{086D5A6C-5588-4975-9294-ABC7B6ED5F07}" type="pres">
      <dgm:prSet presAssocID="{3746F3FD-11D0-457D-9E43-AE919BEA4AD3}" presName="negativeSpace" presStyleCnt="0"/>
      <dgm:spPr/>
    </dgm:pt>
    <dgm:pt modelId="{9E98D74D-526D-438D-B6E2-D67E54DDEC53}" type="pres">
      <dgm:prSet presAssocID="{3746F3FD-11D0-457D-9E43-AE919BEA4AD3}" presName="childText" presStyleLbl="conFgAcc1" presStyleIdx="0" presStyleCnt="3">
        <dgm:presLayoutVars>
          <dgm:bulletEnabled val="1"/>
        </dgm:presLayoutVars>
      </dgm:prSet>
      <dgm:spPr/>
    </dgm:pt>
    <dgm:pt modelId="{C04360FA-06BD-49DA-996A-1578ABF2E665}" type="pres">
      <dgm:prSet presAssocID="{390CD9F5-D59C-4E32-9629-A2B3F52933B0}" presName="spaceBetweenRectangles" presStyleCnt="0"/>
      <dgm:spPr/>
    </dgm:pt>
    <dgm:pt modelId="{8AE52055-9364-4543-A13C-5E9BD7B75305}" type="pres">
      <dgm:prSet presAssocID="{22ADB77C-7E70-40A7-BAE2-9F5092669684}" presName="parentLin" presStyleCnt="0"/>
      <dgm:spPr/>
    </dgm:pt>
    <dgm:pt modelId="{39CDD23A-418C-4AB8-A7C7-565DBC83047A}" type="pres">
      <dgm:prSet presAssocID="{22ADB77C-7E70-40A7-BAE2-9F5092669684}" presName="parentLeftMargin" presStyleLbl="node1" presStyleIdx="0" presStyleCnt="3"/>
      <dgm:spPr/>
    </dgm:pt>
    <dgm:pt modelId="{A541582D-9B02-4025-99F4-13EC6291385C}" type="pres">
      <dgm:prSet presAssocID="{22ADB77C-7E70-40A7-BAE2-9F5092669684}" presName="parentText" presStyleLbl="node1" presStyleIdx="1" presStyleCnt="3">
        <dgm:presLayoutVars>
          <dgm:chMax val="0"/>
          <dgm:bulletEnabled val="1"/>
        </dgm:presLayoutVars>
      </dgm:prSet>
      <dgm:spPr/>
    </dgm:pt>
    <dgm:pt modelId="{F9C0891C-3A6E-4895-9647-5EE9350286F0}" type="pres">
      <dgm:prSet presAssocID="{22ADB77C-7E70-40A7-BAE2-9F5092669684}" presName="negativeSpace" presStyleCnt="0"/>
      <dgm:spPr/>
    </dgm:pt>
    <dgm:pt modelId="{47F95FF3-3593-4FC6-8CC1-603A7B594A15}" type="pres">
      <dgm:prSet presAssocID="{22ADB77C-7E70-40A7-BAE2-9F5092669684}" presName="childText" presStyleLbl="conFgAcc1" presStyleIdx="1" presStyleCnt="3">
        <dgm:presLayoutVars>
          <dgm:bulletEnabled val="1"/>
        </dgm:presLayoutVars>
      </dgm:prSet>
      <dgm:spPr/>
    </dgm:pt>
    <dgm:pt modelId="{A6B5DE95-7E47-49E1-BC36-721BCE1D3945}" type="pres">
      <dgm:prSet presAssocID="{8596DD57-7FB7-4367-996B-B29C9B3A8C62}" presName="spaceBetweenRectangles" presStyleCnt="0"/>
      <dgm:spPr/>
    </dgm:pt>
    <dgm:pt modelId="{47514D91-2B76-4655-AD89-2273C20717F5}" type="pres">
      <dgm:prSet presAssocID="{35F66135-DA4C-4CA4-904C-F59261547232}" presName="parentLin" presStyleCnt="0"/>
      <dgm:spPr/>
    </dgm:pt>
    <dgm:pt modelId="{7A2E2650-89DC-4F89-B9EE-98D1F2401C18}" type="pres">
      <dgm:prSet presAssocID="{35F66135-DA4C-4CA4-904C-F59261547232}" presName="parentLeftMargin" presStyleLbl="node1" presStyleIdx="1" presStyleCnt="3"/>
      <dgm:spPr/>
    </dgm:pt>
    <dgm:pt modelId="{A3970496-2C1D-4637-B900-C7381D4DF9EC}" type="pres">
      <dgm:prSet presAssocID="{35F66135-DA4C-4CA4-904C-F59261547232}" presName="parentText" presStyleLbl="node1" presStyleIdx="2" presStyleCnt="3">
        <dgm:presLayoutVars>
          <dgm:chMax val="0"/>
          <dgm:bulletEnabled val="1"/>
        </dgm:presLayoutVars>
      </dgm:prSet>
      <dgm:spPr/>
    </dgm:pt>
    <dgm:pt modelId="{BA96728C-917E-4F19-8211-77971FA59331}" type="pres">
      <dgm:prSet presAssocID="{35F66135-DA4C-4CA4-904C-F59261547232}" presName="negativeSpace" presStyleCnt="0"/>
      <dgm:spPr/>
    </dgm:pt>
    <dgm:pt modelId="{1D9EE4C9-DA01-4432-9AB9-CC0FE9FF8912}" type="pres">
      <dgm:prSet presAssocID="{35F66135-DA4C-4CA4-904C-F59261547232}" presName="childText" presStyleLbl="conFgAcc1" presStyleIdx="2" presStyleCnt="3">
        <dgm:presLayoutVars>
          <dgm:bulletEnabled val="1"/>
        </dgm:presLayoutVars>
      </dgm:prSet>
      <dgm:spPr/>
    </dgm:pt>
  </dgm:ptLst>
  <dgm:cxnLst>
    <dgm:cxn modelId="{9E42750E-26D3-4C10-9CBB-08858BCD97DF}" type="presOf" srcId="{22ADB77C-7E70-40A7-BAE2-9F5092669684}" destId="{39CDD23A-418C-4AB8-A7C7-565DBC83047A}" srcOrd="0" destOrd="0" presId="urn:microsoft.com/office/officeart/2005/8/layout/list1"/>
    <dgm:cxn modelId="{5A0F421B-AEFF-4FB4-9733-7A9FAEAD7754}" srcId="{35F66135-DA4C-4CA4-904C-F59261547232}" destId="{E052D5D2-1935-496A-97DB-36BF5047E5B4}" srcOrd="0" destOrd="0" parTransId="{7A9347E0-A781-409B-A1EB-808162EC9B45}" sibTransId="{8BA9594F-700A-4380-BE41-DF0868ACB309}"/>
    <dgm:cxn modelId="{45DFCC1F-A383-4C39-92A9-0D968E11E7A3}" srcId="{8298D3EF-EB41-4BB1-B284-043988B99D31}" destId="{3746F3FD-11D0-457D-9E43-AE919BEA4AD3}" srcOrd="0" destOrd="0" parTransId="{7436C213-E730-4B0F-8715-9DBFE267551C}" sibTransId="{390CD9F5-D59C-4E32-9629-A2B3F52933B0}"/>
    <dgm:cxn modelId="{5072AD24-3818-4C5E-90C3-8470EACFA433}" type="presOf" srcId="{8298D3EF-EB41-4BB1-B284-043988B99D31}" destId="{8DC94791-C9C1-4D9F-A6D3-DD745E52C344}" srcOrd="0" destOrd="0" presId="urn:microsoft.com/office/officeart/2005/8/layout/list1"/>
    <dgm:cxn modelId="{008C7C28-70B7-439A-A6BC-C7FEB6A5FFDE}" type="presOf" srcId="{E052D5D2-1935-496A-97DB-36BF5047E5B4}" destId="{1D9EE4C9-DA01-4432-9AB9-CC0FE9FF8912}" srcOrd="0" destOrd="0" presId="urn:microsoft.com/office/officeart/2005/8/layout/list1"/>
    <dgm:cxn modelId="{2A6DEA34-7E6F-4CB4-B3F0-56A6EA613CE9}" type="presOf" srcId="{2B78A427-F4EE-4174-B6FB-7657600884D1}" destId="{1D9EE4C9-DA01-4432-9AB9-CC0FE9FF8912}" srcOrd="0" destOrd="1" presId="urn:microsoft.com/office/officeart/2005/8/layout/list1"/>
    <dgm:cxn modelId="{D35F9539-D7A2-44CD-A6E0-879997F54719}" srcId="{22ADB77C-7E70-40A7-BAE2-9F5092669684}" destId="{BA71C0FC-9B3B-4E76-995D-94BF30997844}" srcOrd="0" destOrd="0" parTransId="{F17B8B9E-8D77-4F39-9054-29214D80D62E}" sibTransId="{2677708B-B6CC-42A1-B95A-63E09AE08530}"/>
    <dgm:cxn modelId="{68A8DE3B-0978-43FB-AD53-2D58DBC34322}" type="presOf" srcId="{35F66135-DA4C-4CA4-904C-F59261547232}" destId="{A3970496-2C1D-4637-B900-C7381D4DF9EC}" srcOrd="1" destOrd="0" presId="urn:microsoft.com/office/officeart/2005/8/layout/list1"/>
    <dgm:cxn modelId="{2EC7D73F-B09E-4626-8949-6D593E6B7329}" type="presOf" srcId="{78E66C3A-C63B-4A1E-92DA-8D1B66084C16}" destId="{9E98D74D-526D-438D-B6E2-D67E54DDEC53}" srcOrd="0" destOrd="0" presId="urn:microsoft.com/office/officeart/2005/8/layout/list1"/>
    <dgm:cxn modelId="{EE82A56C-98F5-4411-A943-D9DCB5F384D9}" srcId="{8298D3EF-EB41-4BB1-B284-043988B99D31}" destId="{35F66135-DA4C-4CA4-904C-F59261547232}" srcOrd="2" destOrd="0" parTransId="{30B19D4C-00F6-4B5F-A5EF-9F7141177CD6}" sibTransId="{195351F6-2566-449A-939B-A0031D0419FF}"/>
    <dgm:cxn modelId="{5E709B77-B9A2-412D-B241-97F026828CD3}" srcId="{8298D3EF-EB41-4BB1-B284-043988B99D31}" destId="{22ADB77C-7E70-40A7-BAE2-9F5092669684}" srcOrd="1" destOrd="0" parTransId="{9097EA4E-41DE-43A0-AFDD-0E375E20CAD3}" sibTransId="{8596DD57-7FB7-4367-996B-B29C9B3A8C62}"/>
    <dgm:cxn modelId="{FAC3F387-FD77-45C5-8FDF-301034CB546F}" srcId="{3746F3FD-11D0-457D-9E43-AE919BEA4AD3}" destId="{78E66C3A-C63B-4A1E-92DA-8D1B66084C16}" srcOrd="0" destOrd="0" parTransId="{8A053974-0909-4327-A9A3-1EFF20E86425}" sibTransId="{54DDA1EA-1399-4FD7-B5A0-78BEDB4FFD20}"/>
    <dgm:cxn modelId="{89C28D91-7420-4CF8-AC84-475A225DE5BF}" type="presOf" srcId="{BA71C0FC-9B3B-4E76-995D-94BF30997844}" destId="{47F95FF3-3593-4FC6-8CC1-603A7B594A15}" srcOrd="0" destOrd="0" presId="urn:microsoft.com/office/officeart/2005/8/layout/list1"/>
    <dgm:cxn modelId="{0370C39B-A2AB-4316-A1B2-A088BE5F5D51}" type="presOf" srcId="{22ADB77C-7E70-40A7-BAE2-9F5092669684}" destId="{A541582D-9B02-4025-99F4-13EC6291385C}" srcOrd="1" destOrd="0" presId="urn:microsoft.com/office/officeart/2005/8/layout/list1"/>
    <dgm:cxn modelId="{7828EDC0-F596-4B0C-9A5A-66B773930B0A}" srcId="{35F66135-DA4C-4CA4-904C-F59261547232}" destId="{2B78A427-F4EE-4174-B6FB-7657600884D1}" srcOrd="1" destOrd="0" parTransId="{F169AC06-055B-4204-9CC9-097854ABD93D}" sibTransId="{BC2DB701-D72C-4CEC-B3D7-261C4011FB2C}"/>
    <dgm:cxn modelId="{358573C7-CAA3-4A73-B9F6-54AECBD9E525}" type="presOf" srcId="{3746F3FD-11D0-457D-9E43-AE919BEA4AD3}" destId="{8DF097BB-467D-4241-923C-C4DF08696AF7}" srcOrd="0" destOrd="0" presId="urn:microsoft.com/office/officeart/2005/8/layout/list1"/>
    <dgm:cxn modelId="{5FA551CB-1B4A-4840-B594-05B2A3834C60}" type="presOf" srcId="{CFDB010F-A32B-4858-AC97-6B7C01355378}" destId="{47F95FF3-3593-4FC6-8CC1-603A7B594A15}" srcOrd="0" destOrd="1" presId="urn:microsoft.com/office/officeart/2005/8/layout/list1"/>
    <dgm:cxn modelId="{FE0671D1-663A-4C8C-ADE0-EA5E8E2205C6}" type="presOf" srcId="{35F66135-DA4C-4CA4-904C-F59261547232}" destId="{7A2E2650-89DC-4F89-B9EE-98D1F2401C18}" srcOrd="0" destOrd="0" presId="urn:microsoft.com/office/officeart/2005/8/layout/list1"/>
    <dgm:cxn modelId="{27D927EC-5EF7-4FC0-825D-96AED9925919}" srcId="{22ADB77C-7E70-40A7-BAE2-9F5092669684}" destId="{CFDB010F-A32B-4858-AC97-6B7C01355378}" srcOrd="1" destOrd="0" parTransId="{4740099F-CF4F-4E07-8634-73EA1A0D7D60}" sibTransId="{F212013B-DB1E-4B77-B51A-1AC2CCD83141}"/>
    <dgm:cxn modelId="{543659EE-254F-4295-A0A8-9E3E2A4041E9}" type="presOf" srcId="{3746F3FD-11D0-457D-9E43-AE919BEA4AD3}" destId="{5DFDD1B0-5712-412F-9A33-8BBDCE8C530C}" srcOrd="1" destOrd="0" presId="urn:microsoft.com/office/officeart/2005/8/layout/list1"/>
    <dgm:cxn modelId="{1C9EC426-07A1-416A-9690-903E4973242A}" type="presParOf" srcId="{8DC94791-C9C1-4D9F-A6D3-DD745E52C344}" destId="{298BAC58-B7E9-4A8D-9A41-FD59784D255B}" srcOrd="0" destOrd="0" presId="urn:microsoft.com/office/officeart/2005/8/layout/list1"/>
    <dgm:cxn modelId="{2C264CA3-8E02-4011-964A-B03AC67CF4BE}" type="presParOf" srcId="{298BAC58-B7E9-4A8D-9A41-FD59784D255B}" destId="{8DF097BB-467D-4241-923C-C4DF08696AF7}" srcOrd="0" destOrd="0" presId="urn:microsoft.com/office/officeart/2005/8/layout/list1"/>
    <dgm:cxn modelId="{8CDE1B6A-88DD-47D6-9246-A54D3C60E24F}" type="presParOf" srcId="{298BAC58-B7E9-4A8D-9A41-FD59784D255B}" destId="{5DFDD1B0-5712-412F-9A33-8BBDCE8C530C}" srcOrd="1" destOrd="0" presId="urn:microsoft.com/office/officeart/2005/8/layout/list1"/>
    <dgm:cxn modelId="{BB4F4B82-51A6-474A-B09D-E05B8FC8ED63}" type="presParOf" srcId="{8DC94791-C9C1-4D9F-A6D3-DD745E52C344}" destId="{086D5A6C-5588-4975-9294-ABC7B6ED5F07}" srcOrd="1" destOrd="0" presId="urn:microsoft.com/office/officeart/2005/8/layout/list1"/>
    <dgm:cxn modelId="{A2CEA523-2E59-4472-A215-73BD88FA5390}" type="presParOf" srcId="{8DC94791-C9C1-4D9F-A6D3-DD745E52C344}" destId="{9E98D74D-526D-438D-B6E2-D67E54DDEC53}" srcOrd="2" destOrd="0" presId="urn:microsoft.com/office/officeart/2005/8/layout/list1"/>
    <dgm:cxn modelId="{E2E39F05-60E1-408A-8364-72D9ED820D2F}" type="presParOf" srcId="{8DC94791-C9C1-4D9F-A6D3-DD745E52C344}" destId="{C04360FA-06BD-49DA-996A-1578ABF2E665}" srcOrd="3" destOrd="0" presId="urn:microsoft.com/office/officeart/2005/8/layout/list1"/>
    <dgm:cxn modelId="{B3DBA84F-B87B-4654-B141-DC667B5C78E7}" type="presParOf" srcId="{8DC94791-C9C1-4D9F-A6D3-DD745E52C344}" destId="{8AE52055-9364-4543-A13C-5E9BD7B75305}" srcOrd="4" destOrd="0" presId="urn:microsoft.com/office/officeart/2005/8/layout/list1"/>
    <dgm:cxn modelId="{5B2F71E6-24D5-47D9-AC69-820D247DA1B3}" type="presParOf" srcId="{8AE52055-9364-4543-A13C-5E9BD7B75305}" destId="{39CDD23A-418C-4AB8-A7C7-565DBC83047A}" srcOrd="0" destOrd="0" presId="urn:microsoft.com/office/officeart/2005/8/layout/list1"/>
    <dgm:cxn modelId="{D788D090-9171-4A7B-8DB5-8724EEAF0E42}" type="presParOf" srcId="{8AE52055-9364-4543-A13C-5E9BD7B75305}" destId="{A541582D-9B02-4025-99F4-13EC6291385C}" srcOrd="1" destOrd="0" presId="urn:microsoft.com/office/officeart/2005/8/layout/list1"/>
    <dgm:cxn modelId="{C88051B7-103F-49A3-86B7-85CB5E34ADC0}" type="presParOf" srcId="{8DC94791-C9C1-4D9F-A6D3-DD745E52C344}" destId="{F9C0891C-3A6E-4895-9647-5EE9350286F0}" srcOrd="5" destOrd="0" presId="urn:microsoft.com/office/officeart/2005/8/layout/list1"/>
    <dgm:cxn modelId="{7094AE01-0045-4789-8511-09270F5648D7}" type="presParOf" srcId="{8DC94791-C9C1-4D9F-A6D3-DD745E52C344}" destId="{47F95FF3-3593-4FC6-8CC1-603A7B594A15}" srcOrd="6" destOrd="0" presId="urn:microsoft.com/office/officeart/2005/8/layout/list1"/>
    <dgm:cxn modelId="{336D8A0B-B12F-4128-8F9E-50B1EFB873B4}" type="presParOf" srcId="{8DC94791-C9C1-4D9F-A6D3-DD745E52C344}" destId="{A6B5DE95-7E47-49E1-BC36-721BCE1D3945}" srcOrd="7" destOrd="0" presId="urn:microsoft.com/office/officeart/2005/8/layout/list1"/>
    <dgm:cxn modelId="{9BB96333-1F45-4667-8419-B2284BF2BA06}" type="presParOf" srcId="{8DC94791-C9C1-4D9F-A6D3-DD745E52C344}" destId="{47514D91-2B76-4655-AD89-2273C20717F5}" srcOrd="8" destOrd="0" presId="urn:microsoft.com/office/officeart/2005/8/layout/list1"/>
    <dgm:cxn modelId="{2EB79C54-0FDE-4F36-80E9-31C9AB22673F}" type="presParOf" srcId="{47514D91-2B76-4655-AD89-2273C20717F5}" destId="{7A2E2650-89DC-4F89-B9EE-98D1F2401C18}" srcOrd="0" destOrd="0" presId="urn:microsoft.com/office/officeart/2005/8/layout/list1"/>
    <dgm:cxn modelId="{C3FD99BE-D7A6-4515-AD84-16986A20D457}" type="presParOf" srcId="{47514D91-2B76-4655-AD89-2273C20717F5}" destId="{A3970496-2C1D-4637-B900-C7381D4DF9EC}" srcOrd="1" destOrd="0" presId="urn:microsoft.com/office/officeart/2005/8/layout/list1"/>
    <dgm:cxn modelId="{16B38973-00B9-42BA-8CEE-430F02C5261F}" type="presParOf" srcId="{8DC94791-C9C1-4D9F-A6D3-DD745E52C344}" destId="{BA96728C-917E-4F19-8211-77971FA59331}" srcOrd="9" destOrd="0" presId="urn:microsoft.com/office/officeart/2005/8/layout/list1"/>
    <dgm:cxn modelId="{1977DED8-92BF-4B91-84D9-EE9B081A66F4}" type="presParOf" srcId="{8DC94791-C9C1-4D9F-A6D3-DD745E52C344}" destId="{1D9EE4C9-DA01-4432-9AB9-CC0FE9FF891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2DDA597-859B-499A-98D4-77FD226C791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71C72A9-72CA-4A77-B9D0-727BE41BD913}">
      <dgm:prSet phldrT="[Text]" custT="1"/>
      <dgm:spPr>
        <a:solidFill>
          <a:srgbClr val="004F71"/>
        </a:solidFill>
      </dgm:spPr>
      <dgm:t>
        <a:bodyPr/>
        <a:lstStyle/>
        <a:p>
          <a:r>
            <a:rPr lang="en-US" sz="1500" dirty="0"/>
            <a:t>Features</a:t>
          </a:r>
        </a:p>
      </dgm:t>
    </dgm:pt>
    <dgm:pt modelId="{34F5BA28-014E-4935-ABDC-DED009496520}" type="parTrans" cxnId="{C7F80B1B-D58E-4046-BD78-33CE9B7E7D7B}">
      <dgm:prSet/>
      <dgm:spPr/>
      <dgm:t>
        <a:bodyPr/>
        <a:lstStyle/>
        <a:p>
          <a:endParaRPr lang="en-US"/>
        </a:p>
      </dgm:t>
    </dgm:pt>
    <dgm:pt modelId="{4D3B91F9-FDA3-4EC7-9384-C14D124C45EE}" type="sibTrans" cxnId="{C7F80B1B-D58E-4046-BD78-33CE9B7E7D7B}">
      <dgm:prSet/>
      <dgm:spPr/>
      <dgm:t>
        <a:bodyPr/>
        <a:lstStyle/>
        <a:p>
          <a:endParaRPr lang="en-US"/>
        </a:p>
      </dgm:t>
    </dgm:pt>
    <dgm:pt modelId="{57D31888-4A94-407A-8516-9328C6A5D1AB}">
      <dgm:prSet phldrT="[Text]" custT="1"/>
      <dgm:spPr>
        <a:solidFill>
          <a:srgbClr val="004F71"/>
        </a:solidFill>
      </dgm:spPr>
      <dgm:t>
        <a:bodyPr/>
        <a:lstStyle/>
        <a:p>
          <a:r>
            <a:rPr lang="en-US" sz="1500" dirty="0"/>
            <a:t>Definition</a:t>
          </a:r>
        </a:p>
      </dgm:t>
    </dgm:pt>
    <dgm:pt modelId="{3C905DC6-598C-4160-8A11-EC2C02DC36E2}" type="parTrans" cxnId="{273BF834-6749-498B-B9CB-8E5FB9C24F0F}">
      <dgm:prSet/>
      <dgm:spPr/>
      <dgm:t>
        <a:bodyPr/>
        <a:lstStyle/>
        <a:p>
          <a:endParaRPr lang="en-US"/>
        </a:p>
      </dgm:t>
    </dgm:pt>
    <dgm:pt modelId="{AF6C06A6-205D-4941-8E3D-7D6C41ACA38A}" type="sibTrans" cxnId="{273BF834-6749-498B-B9CB-8E5FB9C24F0F}">
      <dgm:prSet/>
      <dgm:spPr/>
      <dgm:t>
        <a:bodyPr/>
        <a:lstStyle/>
        <a:p>
          <a:endParaRPr lang="en-US"/>
        </a:p>
      </dgm:t>
    </dgm:pt>
    <dgm:pt modelId="{6AE2E62B-5283-43D8-9A80-121162E9BD4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An advanced distance-vector protocol that is used on a computer network for automating routing decisions and configurations</a:t>
          </a:r>
        </a:p>
      </dgm:t>
    </dgm:pt>
    <dgm:pt modelId="{617AE9CD-0E72-4CB5-8D96-F0C7EB65498E}" type="parTrans" cxnId="{AE71B88C-856D-42C4-B16A-D0EA5A137D76}">
      <dgm:prSet/>
      <dgm:spPr/>
      <dgm:t>
        <a:bodyPr/>
        <a:lstStyle/>
        <a:p>
          <a:endParaRPr lang="en-US"/>
        </a:p>
      </dgm:t>
    </dgm:pt>
    <dgm:pt modelId="{06F4BD98-C9AA-4980-91B4-2B0E1068DCD5}" type="sibTrans" cxnId="{AE71B88C-856D-42C4-B16A-D0EA5A137D76}">
      <dgm:prSet/>
      <dgm:spPr/>
      <dgm:t>
        <a:bodyPr/>
        <a:lstStyle/>
        <a:p>
          <a:endParaRPr lang="en-US"/>
        </a:p>
      </dgm:t>
    </dgm:pt>
    <dgm:pt modelId="{FC2CCBB3-8335-4A91-B292-2971C346540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Uses metrics such as bandwidth, delay, load, and reliability for path selection</a:t>
          </a:r>
        </a:p>
      </dgm:t>
    </dgm:pt>
    <dgm:pt modelId="{566DE423-6E9B-470D-BB32-A153F3F4D65B}" type="parTrans" cxnId="{BE91EEFB-D5E8-43FC-ABEF-99338DBEC720}">
      <dgm:prSet/>
      <dgm:spPr/>
      <dgm:t>
        <a:bodyPr/>
        <a:lstStyle/>
        <a:p>
          <a:endParaRPr lang="en-US"/>
        </a:p>
      </dgm:t>
    </dgm:pt>
    <dgm:pt modelId="{D4AC936B-16C5-47E1-8369-4B3FF5FEA858}" type="sibTrans" cxnId="{BE91EEFB-D5E8-43FC-ABEF-99338DBEC720}">
      <dgm:prSet/>
      <dgm:spPr/>
      <dgm:t>
        <a:bodyPr/>
        <a:lstStyle/>
        <a:p>
          <a:endParaRPr lang="en-US"/>
        </a:p>
      </dgm:t>
    </dgm:pt>
    <dgm:pt modelId="{1517B121-E1E4-49E9-B18B-79C1D8855DC7}">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Supports both IPv4 and IPv6 without needing separate configurations</a:t>
          </a:r>
        </a:p>
      </dgm:t>
    </dgm:pt>
    <dgm:pt modelId="{0324B23D-6DA9-4330-B6B9-476BFA43D17E}" type="parTrans" cxnId="{52902CE3-0853-4C06-99CF-2463F3560FB5}">
      <dgm:prSet/>
      <dgm:spPr/>
      <dgm:t>
        <a:bodyPr/>
        <a:lstStyle/>
        <a:p>
          <a:endParaRPr lang="en-US"/>
        </a:p>
      </dgm:t>
    </dgm:pt>
    <dgm:pt modelId="{FC429D59-B3B9-4375-B29E-12931213375B}" type="sibTrans" cxnId="{52902CE3-0853-4C06-99CF-2463F3560FB5}">
      <dgm:prSet/>
      <dgm:spPr/>
      <dgm:t>
        <a:bodyPr/>
        <a:lstStyle/>
        <a:p>
          <a:endParaRPr lang="en-US"/>
        </a:p>
      </dgm:t>
    </dgm:pt>
    <dgm:pt modelId="{BC61871A-27C7-44AE-96F2-A8CD9A27FFE6}">
      <dgm:prSet phldrT="[Text]" custT="1"/>
      <dgm:spPr>
        <a:solidFill>
          <a:srgbClr val="004F71"/>
        </a:solidFill>
      </dgm:spPr>
      <dgm:t>
        <a:bodyPr/>
        <a:lstStyle/>
        <a:p>
          <a:r>
            <a:rPr lang="en-US" sz="1500" dirty="0"/>
            <a:t>Considerations</a:t>
          </a:r>
        </a:p>
      </dgm:t>
    </dgm:pt>
    <dgm:pt modelId="{FE0C7764-81DF-491B-B634-0863826744B3}" type="parTrans" cxnId="{8F63FE89-A9E0-4F96-A319-BA128446FE3F}">
      <dgm:prSet/>
      <dgm:spPr/>
      <dgm:t>
        <a:bodyPr/>
        <a:lstStyle/>
        <a:p>
          <a:endParaRPr lang="en-US"/>
        </a:p>
      </dgm:t>
    </dgm:pt>
    <dgm:pt modelId="{EB018DD9-B54C-4FD0-BCF2-DE89D93C48F2}" type="sibTrans" cxnId="{8F63FE89-A9E0-4F96-A319-BA128446FE3F}">
      <dgm:prSet/>
      <dgm:spPr/>
      <dgm:t>
        <a:bodyPr/>
        <a:lstStyle/>
        <a:p>
          <a:endParaRPr lang="en-US"/>
        </a:p>
      </dgm:t>
    </dgm:pt>
    <dgm:pt modelId="{A481146E-5701-4B6E-AAB0-C584236180CD}">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More complex to configure</a:t>
          </a:r>
        </a:p>
      </dgm:t>
    </dgm:pt>
    <dgm:pt modelId="{9A681963-FE5E-4EBF-9A4B-70CB6D3C203C}" type="parTrans" cxnId="{5919B9C3-AB0E-4FE6-A89E-C6BB03558C6F}">
      <dgm:prSet/>
      <dgm:spPr/>
      <dgm:t>
        <a:bodyPr/>
        <a:lstStyle/>
        <a:p>
          <a:endParaRPr lang="en-US"/>
        </a:p>
      </dgm:t>
    </dgm:pt>
    <dgm:pt modelId="{5BF9CC21-8BEC-48CF-8C30-39139A7D59BC}" type="sibTrans" cxnId="{5919B9C3-AB0E-4FE6-A89E-C6BB03558C6F}">
      <dgm:prSet/>
      <dgm:spPr/>
      <dgm:t>
        <a:bodyPr/>
        <a:lstStyle/>
        <a:p>
          <a:endParaRPr lang="en-US"/>
        </a:p>
      </dgm:t>
    </dgm:pt>
    <dgm:pt modelId="{73532380-F497-400E-A33B-6318448BC52B}">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Cisco Systems proprietary protocol</a:t>
          </a:r>
        </a:p>
      </dgm:t>
    </dgm:pt>
    <dgm:pt modelId="{BD155D13-A4A3-43CB-90AB-34B66FC707F4}" type="parTrans" cxnId="{2E9E0594-8C70-4A4C-A883-FE1ACDDE2BE7}">
      <dgm:prSet/>
      <dgm:spPr/>
      <dgm:t>
        <a:bodyPr/>
        <a:lstStyle/>
        <a:p>
          <a:endParaRPr lang="en-US"/>
        </a:p>
      </dgm:t>
    </dgm:pt>
    <dgm:pt modelId="{910C0A1B-7E9B-48F3-BE2E-78D5B0D521BD}" type="sibTrans" cxnId="{2E9E0594-8C70-4A4C-A883-FE1ACDDE2BE7}">
      <dgm:prSet/>
      <dgm:spPr/>
      <dgm:t>
        <a:bodyPr/>
        <a:lstStyle/>
        <a:p>
          <a:endParaRPr lang="en-US"/>
        </a:p>
      </dgm:t>
    </dgm:pt>
    <dgm:pt modelId="{6A468E01-BBD9-4F62-A92C-FA8CF3CBF07D}" type="pres">
      <dgm:prSet presAssocID="{82DDA597-859B-499A-98D4-77FD226C7919}" presName="linear" presStyleCnt="0">
        <dgm:presLayoutVars>
          <dgm:dir/>
          <dgm:animLvl val="lvl"/>
          <dgm:resizeHandles val="exact"/>
        </dgm:presLayoutVars>
      </dgm:prSet>
      <dgm:spPr/>
    </dgm:pt>
    <dgm:pt modelId="{C6773EA9-0B47-4500-8017-45A2EFD85F10}" type="pres">
      <dgm:prSet presAssocID="{57D31888-4A94-407A-8516-9328C6A5D1AB}" presName="parentLin" presStyleCnt="0"/>
      <dgm:spPr/>
    </dgm:pt>
    <dgm:pt modelId="{BD3622A9-F0C3-46E0-A36C-D7B96408BC11}" type="pres">
      <dgm:prSet presAssocID="{57D31888-4A94-407A-8516-9328C6A5D1AB}" presName="parentLeftMargin" presStyleLbl="node1" presStyleIdx="0" presStyleCnt="3"/>
      <dgm:spPr/>
    </dgm:pt>
    <dgm:pt modelId="{F85357EF-F3EF-4C5E-BF91-26E69BD7268E}" type="pres">
      <dgm:prSet presAssocID="{57D31888-4A94-407A-8516-9328C6A5D1AB}" presName="parentText" presStyleLbl="node1" presStyleIdx="0" presStyleCnt="3">
        <dgm:presLayoutVars>
          <dgm:chMax val="0"/>
          <dgm:bulletEnabled val="1"/>
        </dgm:presLayoutVars>
      </dgm:prSet>
      <dgm:spPr/>
    </dgm:pt>
    <dgm:pt modelId="{43D1ED32-5F7F-4BA6-A5DC-3986F4177270}" type="pres">
      <dgm:prSet presAssocID="{57D31888-4A94-407A-8516-9328C6A5D1AB}" presName="negativeSpace" presStyleCnt="0"/>
      <dgm:spPr/>
    </dgm:pt>
    <dgm:pt modelId="{F68CD69C-614A-44A3-BF2D-8C571E5A9428}" type="pres">
      <dgm:prSet presAssocID="{57D31888-4A94-407A-8516-9328C6A5D1AB}" presName="childText" presStyleLbl="conFgAcc1" presStyleIdx="0" presStyleCnt="3">
        <dgm:presLayoutVars>
          <dgm:bulletEnabled val="1"/>
        </dgm:presLayoutVars>
      </dgm:prSet>
      <dgm:spPr/>
    </dgm:pt>
    <dgm:pt modelId="{F3E115BC-F90B-4BFB-9B25-93857104C310}" type="pres">
      <dgm:prSet presAssocID="{AF6C06A6-205D-4941-8E3D-7D6C41ACA38A}" presName="spaceBetweenRectangles" presStyleCnt="0"/>
      <dgm:spPr/>
    </dgm:pt>
    <dgm:pt modelId="{75A502B6-8C65-48C6-8EA6-61FE8F894E13}" type="pres">
      <dgm:prSet presAssocID="{771C72A9-72CA-4A77-B9D0-727BE41BD913}" presName="parentLin" presStyleCnt="0"/>
      <dgm:spPr/>
    </dgm:pt>
    <dgm:pt modelId="{32E0CDD4-A2FF-4206-832C-BA6F0A6610C4}" type="pres">
      <dgm:prSet presAssocID="{771C72A9-72CA-4A77-B9D0-727BE41BD913}" presName="parentLeftMargin" presStyleLbl="node1" presStyleIdx="0" presStyleCnt="3"/>
      <dgm:spPr/>
    </dgm:pt>
    <dgm:pt modelId="{334C4BF1-F857-4A50-A894-AAD303E23F89}" type="pres">
      <dgm:prSet presAssocID="{771C72A9-72CA-4A77-B9D0-727BE41BD913}" presName="parentText" presStyleLbl="node1" presStyleIdx="1" presStyleCnt="3">
        <dgm:presLayoutVars>
          <dgm:chMax val="0"/>
          <dgm:bulletEnabled val="1"/>
        </dgm:presLayoutVars>
      </dgm:prSet>
      <dgm:spPr/>
    </dgm:pt>
    <dgm:pt modelId="{72CABD16-B147-4A9A-9FE3-6C26441CEF11}" type="pres">
      <dgm:prSet presAssocID="{771C72A9-72CA-4A77-B9D0-727BE41BD913}" presName="negativeSpace" presStyleCnt="0"/>
      <dgm:spPr/>
    </dgm:pt>
    <dgm:pt modelId="{0EEBB42E-90AD-49CE-8FDB-30447CFDCECD}" type="pres">
      <dgm:prSet presAssocID="{771C72A9-72CA-4A77-B9D0-727BE41BD913}" presName="childText" presStyleLbl="conFgAcc1" presStyleIdx="1" presStyleCnt="3">
        <dgm:presLayoutVars>
          <dgm:bulletEnabled val="1"/>
        </dgm:presLayoutVars>
      </dgm:prSet>
      <dgm:spPr/>
    </dgm:pt>
    <dgm:pt modelId="{AA1C7AB6-78DB-4300-BFFF-94A93821C0FF}" type="pres">
      <dgm:prSet presAssocID="{4D3B91F9-FDA3-4EC7-9384-C14D124C45EE}" presName="spaceBetweenRectangles" presStyleCnt="0"/>
      <dgm:spPr/>
    </dgm:pt>
    <dgm:pt modelId="{C833E359-5434-4D48-B457-A29D6F839540}" type="pres">
      <dgm:prSet presAssocID="{BC61871A-27C7-44AE-96F2-A8CD9A27FFE6}" presName="parentLin" presStyleCnt="0"/>
      <dgm:spPr/>
    </dgm:pt>
    <dgm:pt modelId="{E4818D66-7667-4308-9314-AE0830700473}" type="pres">
      <dgm:prSet presAssocID="{BC61871A-27C7-44AE-96F2-A8CD9A27FFE6}" presName="parentLeftMargin" presStyleLbl="node1" presStyleIdx="1" presStyleCnt="3"/>
      <dgm:spPr/>
    </dgm:pt>
    <dgm:pt modelId="{2CD03C64-B80A-4167-BD26-8D924299263C}" type="pres">
      <dgm:prSet presAssocID="{BC61871A-27C7-44AE-96F2-A8CD9A27FFE6}" presName="parentText" presStyleLbl="node1" presStyleIdx="2" presStyleCnt="3">
        <dgm:presLayoutVars>
          <dgm:chMax val="0"/>
          <dgm:bulletEnabled val="1"/>
        </dgm:presLayoutVars>
      </dgm:prSet>
      <dgm:spPr/>
    </dgm:pt>
    <dgm:pt modelId="{68C303E7-1E12-45FD-98D5-BA01CA1EF498}" type="pres">
      <dgm:prSet presAssocID="{BC61871A-27C7-44AE-96F2-A8CD9A27FFE6}" presName="negativeSpace" presStyleCnt="0"/>
      <dgm:spPr/>
    </dgm:pt>
    <dgm:pt modelId="{40CCE430-01EE-4B6A-B00E-877F95E686F4}" type="pres">
      <dgm:prSet presAssocID="{BC61871A-27C7-44AE-96F2-A8CD9A27FFE6}" presName="childText" presStyleLbl="conFgAcc1" presStyleIdx="2" presStyleCnt="3">
        <dgm:presLayoutVars>
          <dgm:bulletEnabled val="1"/>
        </dgm:presLayoutVars>
      </dgm:prSet>
      <dgm:spPr/>
    </dgm:pt>
  </dgm:ptLst>
  <dgm:cxnLst>
    <dgm:cxn modelId="{7B080905-BED7-4091-8F17-A836073DE891}" type="presOf" srcId="{771C72A9-72CA-4A77-B9D0-727BE41BD913}" destId="{334C4BF1-F857-4A50-A894-AAD303E23F89}" srcOrd="1" destOrd="0" presId="urn:microsoft.com/office/officeart/2005/8/layout/list1"/>
    <dgm:cxn modelId="{C7F80B1B-D58E-4046-BD78-33CE9B7E7D7B}" srcId="{82DDA597-859B-499A-98D4-77FD226C7919}" destId="{771C72A9-72CA-4A77-B9D0-727BE41BD913}" srcOrd="1" destOrd="0" parTransId="{34F5BA28-014E-4935-ABDC-DED009496520}" sibTransId="{4D3B91F9-FDA3-4EC7-9384-C14D124C45EE}"/>
    <dgm:cxn modelId="{273BF834-6749-498B-B9CB-8E5FB9C24F0F}" srcId="{82DDA597-859B-499A-98D4-77FD226C7919}" destId="{57D31888-4A94-407A-8516-9328C6A5D1AB}" srcOrd="0" destOrd="0" parTransId="{3C905DC6-598C-4160-8A11-EC2C02DC36E2}" sibTransId="{AF6C06A6-205D-4941-8E3D-7D6C41ACA38A}"/>
    <dgm:cxn modelId="{F371475B-743C-40DF-B590-3D924BB4CE05}" type="presOf" srcId="{1517B121-E1E4-49E9-B18B-79C1D8855DC7}" destId="{0EEBB42E-90AD-49CE-8FDB-30447CFDCECD}" srcOrd="0" destOrd="1" presId="urn:microsoft.com/office/officeart/2005/8/layout/list1"/>
    <dgm:cxn modelId="{9C4A0948-C102-414D-A156-C71BF1EE1794}" type="presOf" srcId="{BC61871A-27C7-44AE-96F2-A8CD9A27FFE6}" destId="{2CD03C64-B80A-4167-BD26-8D924299263C}" srcOrd="1" destOrd="0" presId="urn:microsoft.com/office/officeart/2005/8/layout/list1"/>
    <dgm:cxn modelId="{C8A38048-07E4-4FDB-959A-1FACD94EB084}" type="presOf" srcId="{6AE2E62B-5283-43D8-9A80-121162E9BD40}" destId="{F68CD69C-614A-44A3-BF2D-8C571E5A9428}" srcOrd="0" destOrd="0" presId="urn:microsoft.com/office/officeart/2005/8/layout/list1"/>
    <dgm:cxn modelId="{4DAD414A-CF61-47B0-93D5-97C42BEA747A}" type="presOf" srcId="{771C72A9-72CA-4A77-B9D0-727BE41BD913}" destId="{32E0CDD4-A2FF-4206-832C-BA6F0A6610C4}" srcOrd="0" destOrd="0" presId="urn:microsoft.com/office/officeart/2005/8/layout/list1"/>
    <dgm:cxn modelId="{63215387-9D29-414A-A2C3-2839A73BE880}" type="presOf" srcId="{BC61871A-27C7-44AE-96F2-A8CD9A27FFE6}" destId="{E4818D66-7667-4308-9314-AE0830700473}" srcOrd="0" destOrd="0" presId="urn:microsoft.com/office/officeart/2005/8/layout/list1"/>
    <dgm:cxn modelId="{8F63FE89-A9E0-4F96-A319-BA128446FE3F}" srcId="{82DDA597-859B-499A-98D4-77FD226C7919}" destId="{BC61871A-27C7-44AE-96F2-A8CD9A27FFE6}" srcOrd="2" destOrd="0" parTransId="{FE0C7764-81DF-491B-B634-0863826744B3}" sibTransId="{EB018DD9-B54C-4FD0-BCF2-DE89D93C48F2}"/>
    <dgm:cxn modelId="{AE71B88C-856D-42C4-B16A-D0EA5A137D76}" srcId="{57D31888-4A94-407A-8516-9328C6A5D1AB}" destId="{6AE2E62B-5283-43D8-9A80-121162E9BD40}" srcOrd="0" destOrd="0" parTransId="{617AE9CD-0E72-4CB5-8D96-F0C7EB65498E}" sibTransId="{06F4BD98-C9AA-4980-91B4-2B0E1068DCD5}"/>
    <dgm:cxn modelId="{E6B36F92-0077-4CFE-8DA8-F1EF24341F57}" type="presOf" srcId="{82DDA597-859B-499A-98D4-77FD226C7919}" destId="{6A468E01-BBD9-4F62-A92C-FA8CF3CBF07D}" srcOrd="0" destOrd="0" presId="urn:microsoft.com/office/officeart/2005/8/layout/list1"/>
    <dgm:cxn modelId="{2E9E0594-8C70-4A4C-A883-FE1ACDDE2BE7}" srcId="{BC61871A-27C7-44AE-96F2-A8CD9A27FFE6}" destId="{73532380-F497-400E-A33B-6318448BC52B}" srcOrd="1" destOrd="0" parTransId="{BD155D13-A4A3-43CB-90AB-34B66FC707F4}" sibTransId="{910C0A1B-7E9B-48F3-BE2E-78D5B0D521BD}"/>
    <dgm:cxn modelId="{DE514E96-AA0B-4655-8590-64F55E55408E}" type="presOf" srcId="{A481146E-5701-4B6E-AAB0-C584236180CD}" destId="{40CCE430-01EE-4B6A-B00E-877F95E686F4}" srcOrd="0" destOrd="0" presId="urn:microsoft.com/office/officeart/2005/8/layout/list1"/>
    <dgm:cxn modelId="{24A706A4-AAB5-4F57-AB0F-A34E0950441B}" type="presOf" srcId="{57D31888-4A94-407A-8516-9328C6A5D1AB}" destId="{BD3622A9-F0C3-46E0-A36C-D7B96408BC11}" srcOrd="0" destOrd="0" presId="urn:microsoft.com/office/officeart/2005/8/layout/list1"/>
    <dgm:cxn modelId="{5919B9C3-AB0E-4FE6-A89E-C6BB03558C6F}" srcId="{BC61871A-27C7-44AE-96F2-A8CD9A27FFE6}" destId="{A481146E-5701-4B6E-AAB0-C584236180CD}" srcOrd="0" destOrd="0" parTransId="{9A681963-FE5E-4EBF-9A4B-70CB6D3C203C}" sibTransId="{5BF9CC21-8BEC-48CF-8C30-39139A7D59BC}"/>
    <dgm:cxn modelId="{B07F81C6-58E8-47E2-AE04-D5B0A0CB157C}" type="presOf" srcId="{FC2CCBB3-8335-4A91-B292-2971C3465404}" destId="{0EEBB42E-90AD-49CE-8FDB-30447CFDCECD}" srcOrd="0" destOrd="0" presId="urn:microsoft.com/office/officeart/2005/8/layout/list1"/>
    <dgm:cxn modelId="{52902CE3-0853-4C06-99CF-2463F3560FB5}" srcId="{771C72A9-72CA-4A77-B9D0-727BE41BD913}" destId="{1517B121-E1E4-49E9-B18B-79C1D8855DC7}" srcOrd="1" destOrd="0" parTransId="{0324B23D-6DA9-4330-B6B9-476BFA43D17E}" sibTransId="{FC429D59-B3B9-4375-B29E-12931213375B}"/>
    <dgm:cxn modelId="{9CDD80F5-8C3E-44B5-AFD5-FB0BC69AC850}" type="presOf" srcId="{57D31888-4A94-407A-8516-9328C6A5D1AB}" destId="{F85357EF-F3EF-4C5E-BF91-26E69BD7268E}" srcOrd="1" destOrd="0" presId="urn:microsoft.com/office/officeart/2005/8/layout/list1"/>
    <dgm:cxn modelId="{D67732F8-B3FB-4347-941B-2BE8366E208C}" type="presOf" srcId="{73532380-F497-400E-A33B-6318448BC52B}" destId="{40CCE430-01EE-4B6A-B00E-877F95E686F4}" srcOrd="0" destOrd="1" presId="urn:microsoft.com/office/officeart/2005/8/layout/list1"/>
    <dgm:cxn modelId="{BE91EEFB-D5E8-43FC-ABEF-99338DBEC720}" srcId="{771C72A9-72CA-4A77-B9D0-727BE41BD913}" destId="{FC2CCBB3-8335-4A91-B292-2971C3465404}" srcOrd="0" destOrd="0" parTransId="{566DE423-6E9B-470D-BB32-A153F3F4D65B}" sibTransId="{D4AC936B-16C5-47E1-8369-4B3FF5FEA858}"/>
    <dgm:cxn modelId="{5F1A084F-F412-4332-924F-992D32AFFCB5}" type="presParOf" srcId="{6A468E01-BBD9-4F62-A92C-FA8CF3CBF07D}" destId="{C6773EA9-0B47-4500-8017-45A2EFD85F10}" srcOrd="0" destOrd="0" presId="urn:microsoft.com/office/officeart/2005/8/layout/list1"/>
    <dgm:cxn modelId="{4535974E-0F7A-4093-B74F-EB6061A4C765}" type="presParOf" srcId="{C6773EA9-0B47-4500-8017-45A2EFD85F10}" destId="{BD3622A9-F0C3-46E0-A36C-D7B96408BC11}" srcOrd="0" destOrd="0" presId="urn:microsoft.com/office/officeart/2005/8/layout/list1"/>
    <dgm:cxn modelId="{D92D81CE-B753-4783-AFF6-35F6C72FB48C}" type="presParOf" srcId="{C6773EA9-0B47-4500-8017-45A2EFD85F10}" destId="{F85357EF-F3EF-4C5E-BF91-26E69BD7268E}" srcOrd="1" destOrd="0" presId="urn:microsoft.com/office/officeart/2005/8/layout/list1"/>
    <dgm:cxn modelId="{708483E7-6190-4519-A95A-6374E1171D9C}" type="presParOf" srcId="{6A468E01-BBD9-4F62-A92C-FA8CF3CBF07D}" destId="{43D1ED32-5F7F-4BA6-A5DC-3986F4177270}" srcOrd="1" destOrd="0" presId="urn:microsoft.com/office/officeart/2005/8/layout/list1"/>
    <dgm:cxn modelId="{B027AF35-BA1F-460F-8454-7E17D0911002}" type="presParOf" srcId="{6A468E01-BBD9-4F62-A92C-FA8CF3CBF07D}" destId="{F68CD69C-614A-44A3-BF2D-8C571E5A9428}" srcOrd="2" destOrd="0" presId="urn:microsoft.com/office/officeart/2005/8/layout/list1"/>
    <dgm:cxn modelId="{C093CF00-363A-4D3C-94B1-BF0D12D0ABB7}" type="presParOf" srcId="{6A468E01-BBD9-4F62-A92C-FA8CF3CBF07D}" destId="{F3E115BC-F90B-4BFB-9B25-93857104C310}" srcOrd="3" destOrd="0" presId="urn:microsoft.com/office/officeart/2005/8/layout/list1"/>
    <dgm:cxn modelId="{5F689E3C-633E-4DAF-A182-0FA5FA48F4F1}" type="presParOf" srcId="{6A468E01-BBD9-4F62-A92C-FA8CF3CBF07D}" destId="{75A502B6-8C65-48C6-8EA6-61FE8F894E13}" srcOrd="4" destOrd="0" presId="urn:microsoft.com/office/officeart/2005/8/layout/list1"/>
    <dgm:cxn modelId="{D7E942F8-734A-4814-A3CD-F3F8E9E915B5}" type="presParOf" srcId="{75A502B6-8C65-48C6-8EA6-61FE8F894E13}" destId="{32E0CDD4-A2FF-4206-832C-BA6F0A6610C4}" srcOrd="0" destOrd="0" presId="urn:microsoft.com/office/officeart/2005/8/layout/list1"/>
    <dgm:cxn modelId="{C8C8437A-3834-48C9-9E47-E1E920113404}" type="presParOf" srcId="{75A502B6-8C65-48C6-8EA6-61FE8F894E13}" destId="{334C4BF1-F857-4A50-A894-AAD303E23F89}" srcOrd="1" destOrd="0" presId="urn:microsoft.com/office/officeart/2005/8/layout/list1"/>
    <dgm:cxn modelId="{BB44C226-BD1D-40E2-A105-E65F093BBB88}" type="presParOf" srcId="{6A468E01-BBD9-4F62-A92C-FA8CF3CBF07D}" destId="{72CABD16-B147-4A9A-9FE3-6C26441CEF11}" srcOrd="5" destOrd="0" presId="urn:microsoft.com/office/officeart/2005/8/layout/list1"/>
    <dgm:cxn modelId="{99C11119-0286-49CB-9EEE-227E9EDE4502}" type="presParOf" srcId="{6A468E01-BBD9-4F62-A92C-FA8CF3CBF07D}" destId="{0EEBB42E-90AD-49CE-8FDB-30447CFDCECD}" srcOrd="6" destOrd="0" presId="urn:microsoft.com/office/officeart/2005/8/layout/list1"/>
    <dgm:cxn modelId="{DA605738-1110-4811-84C7-BF2DD6EDC652}" type="presParOf" srcId="{6A468E01-BBD9-4F62-A92C-FA8CF3CBF07D}" destId="{AA1C7AB6-78DB-4300-BFFF-94A93821C0FF}" srcOrd="7" destOrd="0" presId="urn:microsoft.com/office/officeart/2005/8/layout/list1"/>
    <dgm:cxn modelId="{6B2E9CF6-F7E6-47C1-9194-95309E97F77E}" type="presParOf" srcId="{6A468E01-BBD9-4F62-A92C-FA8CF3CBF07D}" destId="{C833E359-5434-4D48-B457-A29D6F839540}" srcOrd="8" destOrd="0" presId="urn:microsoft.com/office/officeart/2005/8/layout/list1"/>
    <dgm:cxn modelId="{D23F73B8-7DD9-4FF4-BBA8-9DDFC2BD2647}" type="presParOf" srcId="{C833E359-5434-4D48-B457-A29D6F839540}" destId="{E4818D66-7667-4308-9314-AE0830700473}" srcOrd="0" destOrd="0" presId="urn:microsoft.com/office/officeart/2005/8/layout/list1"/>
    <dgm:cxn modelId="{724C4223-1FB3-4950-8131-AC765B5D068F}" type="presParOf" srcId="{C833E359-5434-4D48-B457-A29D6F839540}" destId="{2CD03C64-B80A-4167-BD26-8D924299263C}" srcOrd="1" destOrd="0" presId="urn:microsoft.com/office/officeart/2005/8/layout/list1"/>
    <dgm:cxn modelId="{112487A3-8532-4EAD-B7AB-00CB95009577}" type="presParOf" srcId="{6A468E01-BBD9-4F62-A92C-FA8CF3CBF07D}" destId="{68C303E7-1E12-45FD-98D5-BA01CA1EF498}" srcOrd="9" destOrd="0" presId="urn:microsoft.com/office/officeart/2005/8/layout/list1"/>
    <dgm:cxn modelId="{A2CCBDDA-757E-4045-AF2D-1CAF15CF632A}" type="presParOf" srcId="{6A468E01-BBD9-4F62-A92C-FA8CF3CBF07D}" destId="{40CCE430-01EE-4B6A-B00E-877F95E686F4}"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37125C4-1733-42E8-B5CD-D3942327B98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87AAB58-B815-4823-B05A-E7C87266BB74}">
      <dgm:prSet phldrT="[Text]" custT="1"/>
      <dgm:spPr>
        <a:solidFill>
          <a:srgbClr val="004F71"/>
        </a:solidFill>
      </dgm:spPr>
      <dgm:t>
        <a:bodyPr/>
        <a:lstStyle/>
        <a:p>
          <a:r>
            <a:rPr lang="en-US" sz="1500" dirty="0"/>
            <a:t>Definition </a:t>
          </a:r>
        </a:p>
      </dgm:t>
    </dgm:pt>
    <dgm:pt modelId="{4845542B-80DD-4C4D-8E7C-F839A27E86D7}" type="parTrans" cxnId="{FEE88D6F-7309-4513-BBB4-6853C3B1A126}">
      <dgm:prSet/>
      <dgm:spPr/>
      <dgm:t>
        <a:bodyPr/>
        <a:lstStyle/>
        <a:p>
          <a:endParaRPr lang="en-US"/>
        </a:p>
      </dgm:t>
    </dgm:pt>
    <dgm:pt modelId="{5028CE21-0D1D-44E8-8372-BAE4FFCC4928}" type="sibTrans" cxnId="{FEE88D6F-7309-4513-BBB4-6853C3B1A126}">
      <dgm:prSet/>
      <dgm:spPr/>
      <dgm:t>
        <a:bodyPr/>
        <a:lstStyle/>
        <a:p>
          <a:endParaRPr lang="en-US"/>
        </a:p>
      </dgm:t>
    </dgm:pt>
    <dgm:pt modelId="{2EA5A118-2741-4277-BC39-4FD78E3FAD7D}">
      <dgm:prSet phldrT="[Text]" custT="1"/>
      <dgm:spPr>
        <a:solidFill>
          <a:srgbClr val="004F71"/>
        </a:solidFill>
      </dgm:spPr>
      <dgm:t>
        <a:bodyPr/>
        <a:lstStyle/>
        <a:p>
          <a:r>
            <a:rPr lang="en-US" sz="1500" dirty="0"/>
            <a:t>Features </a:t>
          </a:r>
        </a:p>
      </dgm:t>
    </dgm:pt>
    <dgm:pt modelId="{8C367293-6CB0-4C68-9E48-77EB50F083F7}" type="parTrans" cxnId="{A62EC3B2-08C1-49D7-88EF-070CCAF01C32}">
      <dgm:prSet/>
      <dgm:spPr/>
      <dgm:t>
        <a:bodyPr/>
        <a:lstStyle/>
        <a:p>
          <a:endParaRPr lang="en-US"/>
        </a:p>
      </dgm:t>
    </dgm:pt>
    <dgm:pt modelId="{2DA09DEB-FFBC-44E0-BCDA-6ECE6DB94561}" type="sibTrans" cxnId="{A62EC3B2-08C1-49D7-88EF-070CCAF01C32}">
      <dgm:prSet/>
      <dgm:spPr/>
      <dgm:t>
        <a:bodyPr/>
        <a:lstStyle/>
        <a:p>
          <a:endParaRPr lang="en-US"/>
        </a:p>
      </dgm:t>
    </dgm:pt>
    <dgm:pt modelId="{64FF0383-7002-4C7D-AF53-B3DEE18A79E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 dynamic link-state protocol that efficiently exchanges routing information </a:t>
          </a:r>
          <a:br>
            <a:rPr lang="en-US" dirty="0">
              <a:solidFill>
                <a:srgbClr val="20282F"/>
              </a:solidFill>
            </a:rPr>
          </a:br>
          <a:r>
            <a:rPr lang="en-US" dirty="0">
              <a:solidFill>
                <a:srgbClr val="20282F"/>
              </a:solidFill>
            </a:rPr>
            <a:t>within an autonomous system using the Shortest Path First algorithm</a:t>
          </a:r>
        </a:p>
      </dgm:t>
    </dgm:pt>
    <dgm:pt modelId="{1DA9237C-D051-4336-B56E-F7D3102D59C9}" type="parTrans" cxnId="{35C8270D-3D74-480B-B6DC-5DDB17BC85CC}">
      <dgm:prSet/>
      <dgm:spPr/>
      <dgm:t>
        <a:bodyPr/>
        <a:lstStyle/>
        <a:p>
          <a:endParaRPr lang="en-US"/>
        </a:p>
      </dgm:t>
    </dgm:pt>
    <dgm:pt modelId="{24681A2B-5CFE-4025-A7FD-DE548347E870}" type="sibTrans" cxnId="{35C8270D-3D74-480B-B6DC-5DDB17BC85CC}">
      <dgm:prSet/>
      <dgm:spPr/>
      <dgm:t>
        <a:bodyPr/>
        <a:lstStyle/>
        <a:p>
          <a:endParaRPr lang="en-US"/>
        </a:p>
      </dgm:t>
    </dgm:pt>
    <dgm:pt modelId="{CFCDAB2D-E997-428A-9778-B048805C33EA}">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Computes the shortest path first</a:t>
          </a:r>
        </a:p>
      </dgm:t>
    </dgm:pt>
    <dgm:pt modelId="{121CF43F-5805-4A7E-A162-21987D233F5A}" type="parTrans" cxnId="{65308B18-9D22-4461-819B-F99F2120692C}">
      <dgm:prSet/>
      <dgm:spPr/>
      <dgm:t>
        <a:bodyPr/>
        <a:lstStyle/>
        <a:p>
          <a:endParaRPr lang="en-US"/>
        </a:p>
      </dgm:t>
    </dgm:pt>
    <dgm:pt modelId="{56FEE4B1-485C-4BE0-A041-16C17652A1E2}" type="sibTrans" cxnId="{65308B18-9D22-4461-819B-F99F2120692C}">
      <dgm:prSet/>
      <dgm:spPr/>
      <dgm:t>
        <a:bodyPr/>
        <a:lstStyle/>
        <a:p>
          <a:endParaRPr lang="en-US"/>
        </a:p>
      </dgm:t>
    </dgm:pt>
    <dgm:pt modelId="{4F4AB61A-DBAD-49B5-9469-9B33EF688027}">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Supports complex network topologies </a:t>
          </a:r>
        </a:p>
      </dgm:t>
    </dgm:pt>
    <dgm:pt modelId="{CF67ED9A-A310-4A23-894C-30365F10ACAD}" type="parTrans" cxnId="{D756A7D7-88DE-4097-BB82-0083746E3CCD}">
      <dgm:prSet/>
      <dgm:spPr/>
      <dgm:t>
        <a:bodyPr/>
        <a:lstStyle/>
        <a:p>
          <a:endParaRPr lang="en-US"/>
        </a:p>
      </dgm:t>
    </dgm:pt>
    <dgm:pt modelId="{EEAB8D2B-6160-4C85-8205-46BD728775A9}" type="sibTrans" cxnId="{D756A7D7-88DE-4097-BB82-0083746E3CCD}">
      <dgm:prSet/>
      <dgm:spPr/>
      <dgm:t>
        <a:bodyPr/>
        <a:lstStyle/>
        <a:p>
          <a:endParaRPr lang="en-US"/>
        </a:p>
      </dgm:t>
    </dgm:pt>
    <dgm:pt modelId="{5582E6DA-1E5D-4F1A-AFE6-CBD01BD09698}">
      <dgm:prSet phldrT="[Text]" custT="1"/>
      <dgm:spPr>
        <a:solidFill>
          <a:srgbClr val="004F71"/>
        </a:solidFill>
      </dgm:spPr>
      <dgm:t>
        <a:bodyPr/>
        <a:lstStyle/>
        <a:p>
          <a:r>
            <a:rPr lang="en-US" sz="1500" dirty="0"/>
            <a:t>Considerations</a:t>
          </a:r>
        </a:p>
      </dgm:t>
    </dgm:pt>
    <dgm:pt modelId="{EFEADD05-7D48-4CFE-A407-0BABB5A7A274}" type="parTrans" cxnId="{E825F0DE-49D6-4480-AF05-15F6CBEA5815}">
      <dgm:prSet/>
      <dgm:spPr/>
      <dgm:t>
        <a:bodyPr/>
        <a:lstStyle/>
        <a:p>
          <a:endParaRPr lang="en-US"/>
        </a:p>
      </dgm:t>
    </dgm:pt>
    <dgm:pt modelId="{A195F542-6D23-4C04-945E-5C5E5DD0451D}" type="sibTrans" cxnId="{E825F0DE-49D6-4480-AF05-15F6CBEA5815}">
      <dgm:prSet/>
      <dgm:spPr/>
      <dgm:t>
        <a:bodyPr/>
        <a:lstStyle/>
        <a:p>
          <a:endParaRPr lang="en-US"/>
        </a:p>
      </dgm:t>
    </dgm:pt>
    <dgm:pt modelId="{92E41AD0-F16B-4D30-88FC-D6641D75116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Can be complex planning and configuration</a:t>
          </a:r>
        </a:p>
      </dgm:t>
    </dgm:pt>
    <dgm:pt modelId="{13C23CFF-4508-4B93-8B15-9566A8A842AA}" type="parTrans" cxnId="{11AF41D0-220F-4CDE-B48E-221595448F73}">
      <dgm:prSet/>
      <dgm:spPr/>
      <dgm:t>
        <a:bodyPr/>
        <a:lstStyle/>
        <a:p>
          <a:endParaRPr lang="en-US"/>
        </a:p>
      </dgm:t>
    </dgm:pt>
    <dgm:pt modelId="{AD09707E-654B-45C7-A0DA-B3B7392F4950}" type="sibTrans" cxnId="{11AF41D0-220F-4CDE-B48E-221595448F73}">
      <dgm:prSet/>
      <dgm:spPr/>
      <dgm:t>
        <a:bodyPr/>
        <a:lstStyle/>
        <a:p>
          <a:endParaRPr lang="en-US"/>
        </a:p>
      </dgm:t>
    </dgm:pt>
    <dgm:pt modelId="{09609BE7-ECF0-4745-B86A-5FC9E506420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Requires more bandwidth than distance-vector protocols</a:t>
          </a:r>
        </a:p>
      </dgm:t>
    </dgm:pt>
    <dgm:pt modelId="{FAC35C61-4876-4601-BFFF-E5BA9FDB142F}" type="parTrans" cxnId="{5FECE80C-8FFA-4EAA-8FAA-39501F1A9D7D}">
      <dgm:prSet/>
      <dgm:spPr/>
      <dgm:t>
        <a:bodyPr/>
        <a:lstStyle/>
        <a:p>
          <a:endParaRPr lang="en-US"/>
        </a:p>
      </dgm:t>
    </dgm:pt>
    <dgm:pt modelId="{0A0F088E-AE67-44F5-B327-ED4E4CD85F83}" type="sibTrans" cxnId="{5FECE80C-8FFA-4EAA-8FAA-39501F1A9D7D}">
      <dgm:prSet/>
      <dgm:spPr/>
      <dgm:t>
        <a:bodyPr/>
        <a:lstStyle/>
        <a:p>
          <a:endParaRPr lang="en-US"/>
        </a:p>
      </dgm:t>
    </dgm:pt>
    <dgm:pt modelId="{11B13B35-BAD8-4C6E-BD8F-A5F7E6464A66}" type="pres">
      <dgm:prSet presAssocID="{837125C4-1733-42E8-B5CD-D3942327B983}" presName="linear" presStyleCnt="0">
        <dgm:presLayoutVars>
          <dgm:dir/>
          <dgm:animLvl val="lvl"/>
          <dgm:resizeHandles val="exact"/>
        </dgm:presLayoutVars>
      </dgm:prSet>
      <dgm:spPr/>
    </dgm:pt>
    <dgm:pt modelId="{16449472-D447-4B82-9135-E0191B46D2D5}" type="pres">
      <dgm:prSet presAssocID="{887AAB58-B815-4823-B05A-E7C87266BB74}" presName="parentLin" presStyleCnt="0"/>
      <dgm:spPr/>
    </dgm:pt>
    <dgm:pt modelId="{07A92554-50CB-45F6-B2E7-BA8C4BC94E5D}" type="pres">
      <dgm:prSet presAssocID="{887AAB58-B815-4823-B05A-E7C87266BB74}" presName="parentLeftMargin" presStyleLbl="node1" presStyleIdx="0" presStyleCnt="3"/>
      <dgm:spPr/>
    </dgm:pt>
    <dgm:pt modelId="{5F41056A-6DE1-4547-8F87-7D19F8D077E7}" type="pres">
      <dgm:prSet presAssocID="{887AAB58-B815-4823-B05A-E7C87266BB74}" presName="parentText" presStyleLbl="node1" presStyleIdx="0" presStyleCnt="3">
        <dgm:presLayoutVars>
          <dgm:chMax val="0"/>
          <dgm:bulletEnabled val="1"/>
        </dgm:presLayoutVars>
      </dgm:prSet>
      <dgm:spPr/>
    </dgm:pt>
    <dgm:pt modelId="{1DB1DEDE-CAB5-4BBE-BA6D-6496ED1543DC}" type="pres">
      <dgm:prSet presAssocID="{887AAB58-B815-4823-B05A-E7C87266BB74}" presName="negativeSpace" presStyleCnt="0"/>
      <dgm:spPr/>
    </dgm:pt>
    <dgm:pt modelId="{573616BB-6058-428B-A0BF-2D842799893C}" type="pres">
      <dgm:prSet presAssocID="{887AAB58-B815-4823-B05A-E7C87266BB74}" presName="childText" presStyleLbl="conFgAcc1" presStyleIdx="0" presStyleCnt="3">
        <dgm:presLayoutVars>
          <dgm:bulletEnabled val="1"/>
        </dgm:presLayoutVars>
      </dgm:prSet>
      <dgm:spPr/>
    </dgm:pt>
    <dgm:pt modelId="{7D7B9BC6-F123-49CB-802D-1BCDDA09C357}" type="pres">
      <dgm:prSet presAssocID="{5028CE21-0D1D-44E8-8372-BAE4FFCC4928}" presName="spaceBetweenRectangles" presStyleCnt="0"/>
      <dgm:spPr/>
    </dgm:pt>
    <dgm:pt modelId="{FDFC97DB-35EE-44E3-8C99-8ACE50FABA8F}" type="pres">
      <dgm:prSet presAssocID="{2EA5A118-2741-4277-BC39-4FD78E3FAD7D}" presName="parentLin" presStyleCnt="0"/>
      <dgm:spPr/>
    </dgm:pt>
    <dgm:pt modelId="{E3C65FE1-6185-4A24-B9B1-C1FDE233A821}" type="pres">
      <dgm:prSet presAssocID="{2EA5A118-2741-4277-BC39-4FD78E3FAD7D}" presName="parentLeftMargin" presStyleLbl="node1" presStyleIdx="0" presStyleCnt="3"/>
      <dgm:spPr/>
    </dgm:pt>
    <dgm:pt modelId="{19CDBE3F-D91D-4DDF-953D-778A5939B194}" type="pres">
      <dgm:prSet presAssocID="{2EA5A118-2741-4277-BC39-4FD78E3FAD7D}" presName="parentText" presStyleLbl="node1" presStyleIdx="1" presStyleCnt="3">
        <dgm:presLayoutVars>
          <dgm:chMax val="0"/>
          <dgm:bulletEnabled val="1"/>
        </dgm:presLayoutVars>
      </dgm:prSet>
      <dgm:spPr/>
    </dgm:pt>
    <dgm:pt modelId="{DE11FDAA-8F6D-40F1-955D-7B541E97393C}" type="pres">
      <dgm:prSet presAssocID="{2EA5A118-2741-4277-BC39-4FD78E3FAD7D}" presName="negativeSpace" presStyleCnt="0"/>
      <dgm:spPr/>
    </dgm:pt>
    <dgm:pt modelId="{FA9A4FCC-937E-4341-B562-4B045DE7EA84}" type="pres">
      <dgm:prSet presAssocID="{2EA5A118-2741-4277-BC39-4FD78E3FAD7D}" presName="childText" presStyleLbl="conFgAcc1" presStyleIdx="1" presStyleCnt="3">
        <dgm:presLayoutVars>
          <dgm:bulletEnabled val="1"/>
        </dgm:presLayoutVars>
      </dgm:prSet>
      <dgm:spPr/>
    </dgm:pt>
    <dgm:pt modelId="{779EAF6C-CEFC-4579-BC81-8F65B2D7D95D}" type="pres">
      <dgm:prSet presAssocID="{2DA09DEB-FFBC-44E0-BCDA-6ECE6DB94561}" presName="spaceBetweenRectangles" presStyleCnt="0"/>
      <dgm:spPr/>
    </dgm:pt>
    <dgm:pt modelId="{211061CF-D8F9-4DCB-818B-E727E5E213C1}" type="pres">
      <dgm:prSet presAssocID="{5582E6DA-1E5D-4F1A-AFE6-CBD01BD09698}" presName="parentLin" presStyleCnt="0"/>
      <dgm:spPr/>
    </dgm:pt>
    <dgm:pt modelId="{2FB9DAA9-A630-4533-A0F2-9503820DE409}" type="pres">
      <dgm:prSet presAssocID="{5582E6DA-1E5D-4F1A-AFE6-CBD01BD09698}" presName="parentLeftMargin" presStyleLbl="node1" presStyleIdx="1" presStyleCnt="3"/>
      <dgm:spPr/>
    </dgm:pt>
    <dgm:pt modelId="{3B084458-7BB5-4136-AB03-C0755D904251}" type="pres">
      <dgm:prSet presAssocID="{5582E6DA-1E5D-4F1A-AFE6-CBD01BD09698}" presName="parentText" presStyleLbl="node1" presStyleIdx="2" presStyleCnt="3">
        <dgm:presLayoutVars>
          <dgm:chMax val="0"/>
          <dgm:bulletEnabled val="1"/>
        </dgm:presLayoutVars>
      </dgm:prSet>
      <dgm:spPr/>
    </dgm:pt>
    <dgm:pt modelId="{0BAED9F3-D179-4D55-B3D4-C4535EC17A71}" type="pres">
      <dgm:prSet presAssocID="{5582E6DA-1E5D-4F1A-AFE6-CBD01BD09698}" presName="negativeSpace" presStyleCnt="0"/>
      <dgm:spPr/>
    </dgm:pt>
    <dgm:pt modelId="{1270BC11-E43A-464E-87ED-EF816389734C}" type="pres">
      <dgm:prSet presAssocID="{5582E6DA-1E5D-4F1A-AFE6-CBD01BD09698}" presName="childText" presStyleLbl="conFgAcc1" presStyleIdx="2" presStyleCnt="3">
        <dgm:presLayoutVars>
          <dgm:bulletEnabled val="1"/>
        </dgm:presLayoutVars>
      </dgm:prSet>
      <dgm:spPr/>
    </dgm:pt>
  </dgm:ptLst>
  <dgm:cxnLst>
    <dgm:cxn modelId="{68478803-6793-4788-B9FB-470294F9D3C2}" type="presOf" srcId="{2EA5A118-2741-4277-BC39-4FD78E3FAD7D}" destId="{E3C65FE1-6185-4A24-B9B1-C1FDE233A821}" srcOrd="0" destOrd="0" presId="urn:microsoft.com/office/officeart/2005/8/layout/list1"/>
    <dgm:cxn modelId="{5FECE80C-8FFA-4EAA-8FAA-39501F1A9D7D}" srcId="{5582E6DA-1E5D-4F1A-AFE6-CBD01BD09698}" destId="{09609BE7-ECF0-4745-B86A-5FC9E506420E}" srcOrd="1" destOrd="0" parTransId="{FAC35C61-4876-4601-BFFF-E5BA9FDB142F}" sibTransId="{0A0F088E-AE67-44F5-B327-ED4E4CD85F83}"/>
    <dgm:cxn modelId="{35C8270D-3D74-480B-B6DC-5DDB17BC85CC}" srcId="{887AAB58-B815-4823-B05A-E7C87266BB74}" destId="{64FF0383-7002-4C7D-AF53-B3DEE18A79EE}" srcOrd="0" destOrd="0" parTransId="{1DA9237C-D051-4336-B56E-F7D3102D59C9}" sibTransId="{24681A2B-5CFE-4025-A7FD-DE548347E870}"/>
    <dgm:cxn modelId="{65308B18-9D22-4461-819B-F99F2120692C}" srcId="{2EA5A118-2741-4277-BC39-4FD78E3FAD7D}" destId="{CFCDAB2D-E997-428A-9778-B048805C33EA}" srcOrd="0" destOrd="0" parTransId="{121CF43F-5805-4A7E-A162-21987D233F5A}" sibTransId="{56FEE4B1-485C-4BE0-A041-16C17652A1E2}"/>
    <dgm:cxn modelId="{9255B51E-AC92-4CD5-8AF6-E7C4F0720A17}" type="presOf" srcId="{837125C4-1733-42E8-B5CD-D3942327B983}" destId="{11B13B35-BAD8-4C6E-BD8F-A5F7E6464A66}" srcOrd="0" destOrd="0" presId="urn:microsoft.com/office/officeart/2005/8/layout/list1"/>
    <dgm:cxn modelId="{9E67AF29-379C-4B4B-9C79-4C2331F285A0}" type="presOf" srcId="{2EA5A118-2741-4277-BC39-4FD78E3FAD7D}" destId="{19CDBE3F-D91D-4DDF-953D-778A5939B194}" srcOrd="1" destOrd="0" presId="urn:microsoft.com/office/officeart/2005/8/layout/list1"/>
    <dgm:cxn modelId="{93337B39-E396-41F4-A99A-3674E1683664}" type="presOf" srcId="{5582E6DA-1E5D-4F1A-AFE6-CBD01BD09698}" destId="{3B084458-7BB5-4136-AB03-C0755D904251}" srcOrd="1" destOrd="0" presId="urn:microsoft.com/office/officeart/2005/8/layout/list1"/>
    <dgm:cxn modelId="{2CE67065-C733-42FD-82E7-79A2170E2F9E}" type="presOf" srcId="{64FF0383-7002-4C7D-AF53-B3DEE18A79EE}" destId="{573616BB-6058-428B-A0BF-2D842799893C}" srcOrd="0" destOrd="0" presId="urn:microsoft.com/office/officeart/2005/8/layout/list1"/>
    <dgm:cxn modelId="{FEE88D6F-7309-4513-BBB4-6853C3B1A126}" srcId="{837125C4-1733-42E8-B5CD-D3942327B983}" destId="{887AAB58-B815-4823-B05A-E7C87266BB74}" srcOrd="0" destOrd="0" parTransId="{4845542B-80DD-4C4D-8E7C-F839A27E86D7}" sibTransId="{5028CE21-0D1D-44E8-8372-BAE4FFCC4928}"/>
    <dgm:cxn modelId="{DE8B2F70-2F0C-4AD9-9A5F-34C75A57EF0D}" type="presOf" srcId="{4F4AB61A-DBAD-49B5-9469-9B33EF688027}" destId="{FA9A4FCC-937E-4341-B562-4B045DE7EA84}" srcOrd="0" destOrd="1" presId="urn:microsoft.com/office/officeart/2005/8/layout/list1"/>
    <dgm:cxn modelId="{93A8E399-6E67-41E5-9780-4DA8BF6A7F2A}" type="presOf" srcId="{09609BE7-ECF0-4745-B86A-5FC9E506420E}" destId="{1270BC11-E43A-464E-87ED-EF816389734C}" srcOrd="0" destOrd="1" presId="urn:microsoft.com/office/officeart/2005/8/layout/list1"/>
    <dgm:cxn modelId="{ACE1B1AE-676C-40E6-92F2-0898AAC48EFC}" type="presOf" srcId="{92E41AD0-F16B-4D30-88FC-D6641D751164}" destId="{1270BC11-E43A-464E-87ED-EF816389734C}" srcOrd="0" destOrd="0" presId="urn:microsoft.com/office/officeart/2005/8/layout/list1"/>
    <dgm:cxn modelId="{A62EC3B2-08C1-49D7-88EF-070CCAF01C32}" srcId="{837125C4-1733-42E8-B5CD-D3942327B983}" destId="{2EA5A118-2741-4277-BC39-4FD78E3FAD7D}" srcOrd="1" destOrd="0" parTransId="{8C367293-6CB0-4C68-9E48-77EB50F083F7}" sibTransId="{2DA09DEB-FFBC-44E0-BCDA-6ECE6DB94561}"/>
    <dgm:cxn modelId="{42A355BF-FDEB-4458-AEFC-81BE58262D02}" type="presOf" srcId="{887AAB58-B815-4823-B05A-E7C87266BB74}" destId="{07A92554-50CB-45F6-B2E7-BA8C4BC94E5D}" srcOrd="0" destOrd="0" presId="urn:microsoft.com/office/officeart/2005/8/layout/list1"/>
    <dgm:cxn modelId="{293CF6C1-B64D-4056-9F96-871B0CDD0A7F}" type="presOf" srcId="{5582E6DA-1E5D-4F1A-AFE6-CBD01BD09698}" destId="{2FB9DAA9-A630-4533-A0F2-9503820DE409}" srcOrd="0" destOrd="0" presId="urn:microsoft.com/office/officeart/2005/8/layout/list1"/>
    <dgm:cxn modelId="{11AF41D0-220F-4CDE-B48E-221595448F73}" srcId="{5582E6DA-1E5D-4F1A-AFE6-CBD01BD09698}" destId="{92E41AD0-F16B-4D30-88FC-D6641D751164}" srcOrd="0" destOrd="0" parTransId="{13C23CFF-4508-4B93-8B15-9566A8A842AA}" sibTransId="{AD09707E-654B-45C7-A0DA-B3B7392F4950}"/>
    <dgm:cxn modelId="{D756A7D7-88DE-4097-BB82-0083746E3CCD}" srcId="{2EA5A118-2741-4277-BC39-4FD78E3FAD7D}" destId="{4F4AB61A-DBAD-49B5-9469-9B33EF688027}" srcOrd="1" destOrd="0" parTransId="{CF67ED9A-A310-4A23-894C-30365F10ACAD}" sibTransId="{EEAB8D2B-6160-4C85-8205-46BD728775A9}"/>
    <dgm:cxn modelId="{E825F0DE-49D6-4480-AF05-15F6CBEA5815}" srcId="{837125C4-1733-42E8-B5CD-D3942327B983}" destId="{5582E6DA-1E5D-4F1A-AFE6-CBD01BD09698}" srcOrd="2" destOrd="0" parTransId="{EFEADD05-7D48-4CFE-A407-0BABB5A7A274}" sibTransId="{A195F542-6D23-4C04-945E-5C5E5DD0451D}"/>
    <dgm:cxn modelId="{65E8A2E4-05BB-4C21-8E27-EB4758FE473D}" type="presOf" srcId="{CFCDAB2D-E997-428A-9778-B048805C33EA}" destId="{FA9A4FCC-937E-4341-B562-4B045DE7EA84}" srcOrd="0" destOrd="0" presId="urn:microsoft.com/office/officeart/2005/8/layout/list1"/>
    <dgm:cxn modelId="{D60646F5-7C74-4728-9433-E0CC0DB93A3C}" type="presOf" srcId="{887AAB58-B815-4823-B05A-E7C87266BB74}" destId="{5F41056A-6DE1-4547-8F87-7D19F8D077E7}" srcOrd="1" destOrd="0" presId="urn:microsoft.com/office/officeart/2005/8/layout/list1"/>
    <dgm:cxn modelId="{243BE09B-06BE-40DF-9F53-BE4DF593DA0B}" type="presParOf" srcId="{11B13B35-BAD8-4C6E-BD8F-A5F7E6464A66}" destId="{16449472-D447-4B82-9135-E0191B46D2D5}" srcOrd="0" destOrd="0" presId="urn:microsoft.com/office/officeart/2005/8/layout/list1"/>
    <dgm:cxn modelId="{19E21A90-75EA-40CE-8E13-6C1586E76E0B}" type="presParOf" srcId="{16449472-D447-4B82-9135-E0191B46D2D5}" destId="{07A92554-50CB-45F6-B2E7-BA8C4BC94E5D}" srcOrd="0" destOrd="0" presId="urn:microsoft.com/office/officeart/2005/8/layout/list1"/>
    <dgm:cxn modelId="{CD5BA8D2-1B8E-4774-BC25-93C4383428DE}" type="presParOf" srcId="{16449472-D447-4B82-9135-E0191B46D2D5}" destId="{5F41056A-6DE1-4547-8F87-7D19F8D077E7}" srcOrd="1" destOrd="0" presId="urn:microsoft.com/office/officeart/2005/8/layout/list1"/>
    <dgm:cxn modelId="{2B9D60C6-DA24-478D-AB5B-E2C694F5B881}" type="presParOf" srcId="{11B13B35-BAD8-4C6E-BD8F-A5F7E6464A66}" destId="{1DB1DEDE-CAB5-4BBE-BA6D-6496ED1543DC}" srcOrd="1" destOrd="0" presId="urn:microsoft.com/office/officeart/2005/8/layout/list1"/>
    <dgm:cxn modelId="{A1B4D8CD-2B1D-4782-93A4-049977EE43CA}" type="presParOf" srcId="{11B13B35-BAD8-4C6E-BD8F-A5F7E6464A66}" destId="{573616BB-6058-428B-A0BF-2D842799893C}" srcOrd="2" destOrd="0" presId="urn:microsoft.com/office/officeart/2005/8/layout/list1"/>
    <dgm:cxn modelId="{2D46DD69-E51E-4431-A7EF-8B29FFFA1B27}" type="presParOf" srcId="{11B13B35-BAD8-4C6E-BD8F-A5F7E6464A66}" destId="{7D7B9BC6-F123-49CB-802D-1BCDDA09C357}" srcOrd="3" destOrd="0" presId="urn:microsoft.com/office/officeart/2005/8/layout/list1"/>
    <dgm:cxn modelId="{77E272BB-FCCC-494A-B805-D91213F00CFB}" type="presParOf" srcId="{11B13B35-BAD8-4C6E-BD8F-A5F7E6464A66}" destId="{FDFC97DB-35EE-44E3-8C99-8ACE50FABA8F}" srcOrd="4" destOrd="0" presId="urn:microsoft.com/office/officeart/2005/8/layout/list1"/>
    <dgm:cxn modelId="{365577B8-21DA-42AF-871B-1A84B605E468}" type="presParOf" srcId="{FDFC97DB-35EE-44E3-8C99-8ACE50FABA8F}" destId="{E3C65FE1-6185-4A24-B9B1-C1FDE233A821}" srcOrd="0" destOrd="0" presId="urn:microsoft.com/office/officeart/2005/8/layout/list1"/>
    <dgm:cxn modelId="{EC0F82F7-5D8E-4E36-A4A7-6BA8BBBC3B75}" type="presParOf" srcId="{FDFC97DB-35EE-44E3-8C99-8ACE50FABA8F}" destId="{19CDBE3F-D91D-4DDF-953D-778A5939B194}" srcOrd="1" destOrd="0" presId="urn:microsoft.com/office/officeart/2005/8/layout/list1"/>
    <dgm:cxn modelId="{293D016C-6805-4E52-B709-42857A37BAD7}" type="presParOf" srcId="{11B13B35-BAD8-4C6E-BD8F-A5F7E6464A66}" destId="{DE11FDAA-8F6D-40F1-955D-7B541E97393C}" srcOrd="5" destOrd="0" presId="urn:microsoft.com/office/officeart/2005/8/layout/list1"/>
    <dgm:cxn modelId="{5187596B-D109-4E0D-8087-529A19301B95}" type="presParOf" srcId="{11B13B35-BAD8-4C6E-BD8F-A5F7E6464A66}" destId="{FA9A4FCC-937E-4341-B562-4B045DE7EA84}" srcOrd="6" destOrd="0" presId="urn:microsoft.com/office/officeart/2005/8/layout/list1"/>
    <dgm:cxn modelId="{C65AB75C-1979-42D8-A2EA-F341E5FBB778}" type="presParOf" srcId="{11B13B35-BAD8-4C6E-BD8F-A5F7E6464A66}" destId="{779EAF6C-CEFC-4579-BC81-8F65B2D7D95D}" srcOrd="7" destOrd="0" presId="urn:microsoft.com/office/officeart/2005/8/layout/list1"/>
    <dgm:cxn modelId="{70127D60-16B8-4B33-A612-CD0B25655E20}" type="presParOf" srcId="{11B13B35-BAD8-4C6E-BD8F-A5F7E6464A66}" destId="{211061CF-D8F9-4DCB-818B-E727E5E213C1}" srcOrd="8" destOrd="0" presId="urn:microsoft.com/office/officeart/2005/8/layout/list1"/>
    <dgm:cxn modelId="{3ADDC430-F308-4F71-BC57-414A6CCC3386}" type="presParOf" srcId="{211061CF-D8F9-4DCB-818B-E727E5E213C1}" destId="{2FB9DAA9-A630-4533-A0F2-9503820DE409}" srcOrd="0" destOrd="0" presId="urn:microsoft.com/office/officeart/2005/8/layout/list1"/>
    <dgm:cxn modelId="{B1977938-BE40-4570-B185-A621719F1704}" type="presParOf" srcId="{211061CF-D8F9-4DCB-818B-E727E5E213C1}" destId="{3B084458-7BB5-4136-AB03-C0755D904251}" srcOrd="1" destOrd="0" presId="urn:microsoft.com/office/officeart/2005/8/layout/list1"/>
    <dgm:cxn modelId="{18A4BCE3-7430-441B-9B8D-6813B23E139A}" type="presParOf" srcId="{11B13B35-BAD8-4C6E-BD8F-A5F7E6464A66}" destId="{0BAED9F3-D179-4D55-B3D4-C4535EC17A71}" srcOrd="9" destOrd="0" presId="urn:microsoft.com/office/officeart/2005/8/layout/list1"/>
    <dgm:cxn modelId="{A09A693C-5DFC-4DB5-91DA-138F973E395F}" type="presParOf" srcId="{11B13B35-BAD8-4C6E-BD8F-A5F7E6464A66}" destId="{1270BC11-E43A-464E-87ED-EF816389734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767D4D9-F994-4818-B49F-78003AD3AE1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59C120C-F6BE-430F-8DD8-B9EA04945803}">
      <dgm:prSet phldrT="[Text]" custT="1"/>
      <dgm:spPr>
        <a:solidFill>
          <a:srgbClr val="004F71"/>
        </a:solidFill>
      </dgm:spPr>
      <dgm:t>
        <a:bodyPr/>
        <a:lstStyle/>
        <a:p>
          <a:r>
            <a:rPr lang="en-US" sz="1600" dirty="0"/>
            <a:t>Definition </a:t>
          </a:r>
        </a:p>
      </dgm:t>
    </dgm:pt>
    <dgm:pt modelId="{C2E51024-41FE-406E-A36F-2F0C80815CD3}" type="parTrans" cxnId="{26A1CE44-D5BC-4974-8131-404306DB0E35}">
      <dgm:prSet/>
      <dgm:spPr/>
      <dgm:t>
        <a:bodyPr/>
        <a:lstStyle/>
        <a:p>
          <a:endParaRPr lang="en-US"/>
        </a:p>
      </dgm:t>
    </dgm:pt>
    <dgm:pt modelId="{3F1B04E5-22B0-4C57-8B4E-D27944D36C25}" type="sibTrans" cxnId="{26A1CE44-D5BC-4974-8131-404306DB0E35}">
      <dgm:prSet/>
      <dgm:spPr/>
      <dgm:t>
        <a:bodyPr/>
        <a:lstStyle/>
        <a:p>
          <a:endParaRPr lang="en-US"/>
        </a:p>
      </dgm:t>
    </dgm:pt>
    <dgm:pt modelId="{B5090FBD-6642-46BF-8003-B15ABE61BC09}">
      <dgm:prSet phldrT="[Text]" custT="1"/>
      <dgm:spPr>
        <a:solidFill>
          <a:srgbClr val="004F71"/>
        </a:solidFill>
      </dgm:spPr>
      <dgm:t>
        <a:bodyPr/>
        <a:lstStyle/>
        <a:p>
          <a:r>
            <a:rPr lang="en-US" sz="1600" dirty="0"/>
            <a:t>Features </a:t>
          </a:r>
        </a:p>
      </dgm:t>
    </dgm:pt>
    <dgm:pt modelId="{55514F54-2272-4709-B751-04879E9A2411}" type="parTrans" cxnId="{71D2D9AD-4799-4D69-8116-49E3F06611E8}">
      <dgm:prSet/>
      <dgm:spPr/>
      <dgm:t>
        <a:bodyPr/>
        <a:lstStyle/>
        <a:p>
          <a:endParaRPr lang="en-US"/>
        </a:p>
      </dgm:t>
    </dgm:pt>
    <dgm:pt modelId="{5CFBF4A9-6CF7-47AD-9F7F-5F8CE3F5F723}" type="sibTrans" cxnId="{71D2D9AD-4799-4D69-8116-49E3F06611E8}">
      <dgm:prSet/>
      <dgm:spPr/>
      <dgm:t>
        <a:bodyPr/>
        <a:lstStyle/>
        <a:p>
          <a:endParaRPr lang="en-US"/>
        </a:p>
      </dgm:t>
    </dgm:pt>
    <dgm:pt modelId="{7AFFC3AF-8624-4203-B6E9-C61130B4EEF8}">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Gateway protocol that enables the Internet to exchange </a:t>
          </a:r>
          <a:br>
            <a:rPr lang="en-US" sz="1500" dirty="0">
              <a:solidFill>
                <a:srgbClr val="20282F"/>
              </a:solidFill>
            </a:rPr>
          </a:br>
          <a:r>
            <a:rPr lang="en-US" sz="1500" dirty="0">
              <a:solidFill>
                <a:srgbClr val="20282F"/>
              </a:solidFill>
            </a:rPr>
            <a:t>routing information between autonomous systems</a:t>
          </a:r>
        </a:p>
      </dgm:t>
    </dgm:pt>
    <dgm:pt modelId="{7EC5CABE-9947-43D3-ABED-DC825A1CD5D5}" type="parTrans" cxnId="{95CA6307-FCBC-4FAA-8342-4E5E6CAD62C1}">
      <dgm:prSet/>
      <dgm:spPr/>
      <dgm:t>
        <a:bodyPr/>
        <a:lstStyle/>
        <a:p>
          <a:endParaRPr lang="en-US"/>
        </a:p>
      </dgm:t>
    </dgm:pt>
    <dgm:pt modelId="{B7E8BABE-9147-4547-99AD-3D16AB91E84A}" type="sibTrans" cxnId="{95CA6307-FCBC-4FAA-8342-4E5E6CAD62C1}">
      <dgm:prSet/>
      <dgm:spPr/>
      <dgm:t>
        <a:bodyPr/>
        <a:lstStyle/>
        <a:p>
          <a:endParaRPr lang="en-US"/>
        </a:p>
      </dgm:t>
    </dgm:pt>
    <dgm:pt modelId="{6C7D0F34-03E0-43EE-B229-F8A1A8072600}">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Scalable to the Internet’s size, handling thousands of routes</a:t>
          </a:r>
        </a:p>
      </dgm:t>
    </dgm:pt>
    <dgm:pt modelId="{E8D9BE2D-D5C4-4615-931E-ACCF5C8D11EF}" type="parTrans" cxnId="{4A3332DF-8411-43FD-B6E6-6A6BF9B9E180}">
      <dgm:prSet/>
      <dgm:spPr/>
      <dgm:t>
        <a:bodyPr/>
        <a:lstStyle/>
        <a:p>
          <a:endParaRPr lang="en-US"/>
        </a:p>
      </dgm:t>
    </dgm:pt>
    <dgm:pt modelId="{DDDCBBEC-EC3E-4675-85E7-BC9F7090C582}" type="sibTrans" cxnId="{4A3332DF-8411-43FD-B6E6-6A6BF9B9E180}">
      <dgm:prSet/>
      <dgm:spPr/>
      <dgm:t>
        <a:bodyPr/>
        <a:lstStyle/>
        <a:p>
          <a:endParaRPr lang="en-US"/>
        </a:p>
      </dgm:t>
    </dgm:pt>
    <dgm:pt modelId="{64DAA95C-6E43-45B2-AB7B-324839D31EB4}">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Uses path vector protocol for establishing routing decisions</a:t>
          </a:r>
        </a:p>
      </dgm:t>
    </dgm:pt>
    <dgm:pt modelId="{63DFE65D-5048-410C-86F8-32524030E903}" type="parTrans" cxnId="{98F6A393-DB46-4EA0-B485-42A56D12F70B}">
      <dgm:prSet/>
      <dgm:spPr/>
      <dgm:t>
        <a:bodyPr/>
        <a:lstStyle/>
        <a:p>
          <a:endParaRPr lang="en-US"/>
        </a:p>
      </dgm:t>
    </dgm:pt>
    <dgm:pt modelId="{D5492CC6-5C49-4A9B-9076-636F7BFB487B}" type="sibTrans" cxnId="{98F6A393-DB46-4EA0-B485-42A56D12F70B}">
      <dgm:prSet/>
      <dgm:spPr/>
      <dgm:t>
        <a:bodyPr/>
        <a:lstStyle/>
        <a:p>
          <a:endParaRPr lang="en-US"/>
        </a:p>
      </dgm:t>
    </dgm:pt>
    <dgm:pt modelId="{C5E6CD5B-4C9D-4175-A603-149C1674CC4E}">
      <dgm:prSet phldrT="[Text]" custT="1"/>
      <dgm:spPr>
        <a:solidFill>
          <a:schemeClr val="bg1">
            <a:lumMod val="95000"/>
            <a:alpha val="90000"/>
          </a:schemeClr>
        </a:solidFill>
        <a:ln w="9525">
          <a:solidFill>
            <a:schemeClr val="bg1">
              <a:lumMod val="85000"/>
            </a:schemeClr>
          </a:solidFill>
        </a:ln>
      </dgm:spPr>
      <dgm:t>
        <a:bodyPr/>
        <a:lstStyle/>
        <a:p>
          <a:r>
            <a:rPr lang="en-US" sz="1500" dirty="0">
              <a:solidFill>
                <a:srgbClr val="20282F"/>
              </a:solidFill>
            </a:rPr>
            <a:t>Supports CIDR, allowing for efficient IP address management and route aggregation</a:t>
          </a:r>
        </a:p>
      </dgm:t>
    </dgm:pt>
    <dgm:pt modelId="{A0EC122E-BB4B-4FC3-9A3F-A73EEAB321FA}" type="parTrans" cxnId="{5E7FF027-4E68-4F52-81A0-A17708AD44C3}">
      <dgm:prSet/>
      <dgm:spPr/>
      <dgm:t>
        <a:bodyPr/>
        <a:lstStyle/>
        <a:p>
          <a:endParaRPr lang="en-US"/>
        </a:p>
      </dgm:t>
    </dgm:pt>
    <dgm:pt modelId="{424F2366-BBCF-4D7B-A5FA-5A755A1E7812}" type="sibTrans" cxnId="{5E7FF027-4E68-4F52-81A0-A17708AD44C3}">
      <dgm:prSet/>
      <dgm:spPr/>
      <dgm:t>
        <a:bodyPr/>
        <a:lstStyle/>
        <a:p>
          <a:endParaRPr lang="en-US"/>
        </a:p>
      </dgm:t>
    </dgm:pt>
    <dgm:pt modelId="{CBDA969B-A148-4440-AF89-569A2AF0CFEC}" type="pres">
      <dgm:prSet presAssocID="{9767D4D9-F994-4818-B49F-78003AD3AE11}" presName="linear" presStyleCnt="0">
        <dgm:presLayoutVars>
          <dgm:dir/>
          <dgm:animLvl val="lvl"/>
          <dgm:resizeHandles val="exact"/>
        </dgm:presLayoutVars>
      </dgm:prSet>
      <dgm:spPr/>
    </dgm:pt>
    <dgm:pt modelId="{85FA6CFE-C9D8-4B84-BD9D-CE035EF482B3}" type="pres">
      <dgm:prSet presAssocID="{F59C120C-F6BE-430F-8DD8-B9EA04945803}" presName="parentLin" presStyleCnt="0"/>
      <dgm:spPr/>
    </dgm:pt>
    <dgm:pt modelId="{E871F401-C080-4DA5-8F56-7F41A4B2928B}" type="pres">
      <dgm:prSet presAssocID="{F59C120C-F6BE-430F-8DD8-B9EA04945803}" presName="parentLeftMargin" presStyleLbl="node1" presStyleIdx="0" presStyleCnt="2"/>
      <dgm:spPr/>
    </dgm:pt>
    <dgm:pt modelId="{1302BD86-C3FE-4B5A-B810-CED78A824E01}" type="pres">
      <dgm:prSet presAssocID="{F59C120C-F6BE-430F-8DD8-B9EA04945803}" presName="parentText" presStyleLbl="node1" presStyleIdx="0" presStyleCnt="2">
        <dgm:presLayoutVars>
          <dgm:chMax val="0"/>
          <dgm:bulletEnabled val="1"/>
        </dgm:presLayoutVars>
      </dgm:prSet>
      <dgm:spPr/>
    </dgm:pt>
    <dgm:pt modelId="{56521127-0873-45A4-A900-7D10DB9EB042}" type="pres">
      <dgm:prSet presAssocID="{F59C120C-F6BE-430F-8DD8-B9EA04945803}" presName="negativeSpace" presStyleCnt="0"/>
      <dgm:spPr/>
    </dgm:pt>
    <dgm:pt modelId="{9B83922B-BC92-4BAB-8765-9444FB79CAF1}" type="pres">
      <dgm:prSet presAssocID="{F59C120C-F6BE-430F-8DD8-B9EA04945803}" presName="childText" presStyleLbl="conFgAcc1" presStyleIdx="0" presStyleCnt="2">
        <dgm:presLayoutVars>
          <dgm:bulletEnabled val="1"/>
        </dgm:presLayoutVars>
      </dgm:prSet>
      <dgm:spPr/>
    </dgm:pt>
    <dgm:pt modelId="{714279BE-5293-4542-ABA0-B6A1E4AE4156}" type="pres">
      <dgm:prSet presAssocID="{3F1B04E5-22B0-4C57-8B4E-D27944D36C25}" presName="spaceBetweenRectangles" presStyleCnt="0"/>
      <dgm:spPr/>
    </dgm:pt>
    <dgm:pt modelId="{72B4CB70-8827-40B6-88B6-E8073FFFB433}" type="pres">
      <dgm:prSet presAssocID="{B5090FBD-6642-46BF-8003-B15ABE61BC09}" presName="parentLin" presStyleCnt="0"/>
      <dgm:spPr/>
    </dgm:pt>
    <dgm:pt modelId="{315FA562-CA07-4292-A7C9-854D5D9C86C4}" type="pres">
      <dgm:prSet presAssocID="{B5090FBD-6642-46BF-8003-B15ABE61BC09}" presName="parentLeftMargin" presStyleLbl="node1" presStyleIdx="0" presStyleCnt="2"/>
      <dgm:spPr/>
    </dgm:pt>
    <dgm:pt modelId="{177B74E5-3349-44CE-A44E-E9A34B57488C}" type="pres">
      <dgm:prSet presAssocID="{B5090FBD-6642-46BF-8003-B15ABE61BC09}" presName="parentText" presStyleLbl="node1" presStyleIdx="1" presStyleCnt="2">
        <dgm:presLayoutVars>
          <dgm:chMax val="0"/>
          <dgm:bulletEnabled val="1"/>
        </dgm:presLayoutVars>
      </dgm:prSet>
      <dgm:spPr/>
    </dgm:pt>
    <dgm:pt modelId="{528C243E-56A3-4596-9E95-472029271EF2}" type="pres">
      <dgm:prSet presAssocID="{B5090FBD-6642-46BF-8003-B15ABE61BC09}" presName="negativeSpace" presStyleCnt="0"/>
      <dgm:spPr/>
    </dgm:pt>
    <dgm:pt modelId="{84787B0A-3417-4D0C-A4FA-698E208C9369}" type="pres">
      <dgm:prSet presAssocID="{B5090FBD-6642-46BF-8003-B15ABE61BC09}" presName="childText" presStyleLbl="conFgAcc1" presStyleIdx="1" presStyleCnt="2" custLinFactNeighborX="-3233" custLinFactNeighborY="6714">
        <dgm:presLayoutVars>
          <dgm:bulletEnabled val="1"/>
        </dgm:presLayoutVars>
      </dgm:prSet>
      <dgm:spPr/>
    </dgm:pt>
  </dgm:ptLst>
  <dgm:cxnLst>
    <dgm:cxn modelId="{95CA6307-FCBC-4FAA-8342-4E5E6CAD62C1}" srcId="{F59C120C-F6BE-430F-8DD8-B9EA04945803}" destId="{7AFFC3AF-8624-4203-B6E9-C61130B4EEF8}" srcOrd="0" destOrd="0" parTransId="{7EC5CABE-9947-43D3-ABED-DC825A1CD5D5}" sibTransId="{B7E8BABE-9147-4547-99AD-3D16AB91E84A}"/>
    <dgm:cxn modelId="{5E7FF027-4E68-4F52-81A0-A17708AD44C3}" srcId="{B5090FBD-6642-46BF-8003-B15ABE61BC09}" destId="{C5E6CD5B-4C9D-4175-A603-149C1674CC4E}" srcOrd="2" destOrd="0" parTransId="{A0EC122E-BB4B-4FC3-9A3F-A73EEAB321FA}" sibTransId="{424F2366-BBCF-4D7B-A5FA-5A755A1E7812}"/>
    <dgm:cxn modelId="{3906AA3B-0175-4968-8A38-85454691D497}" type="presOf" srcId="{B5090FBD-6642-46BF-8003-B15ABE61BC09}" destId="{177B74E5-3349-44CE-A44E-E9A34B57488C}" srcOrd="1" destOrd="0" presId="urn:microsoft.com/office/officeart/2005/8/layout/list1"/>
    <dgm:cxn modelId="{26A1CE44-D5BC-4974-8131-404306DB0E35}" srcId="{9767D4D9-F994-4818-B49F-78003AD3AE11}" destId="{F59C120C-F6BE-430F-8DD8-B9EA04945803}" srcOrd="0" destOrd="0" parTransId="{C2E51024-41FE-406E-A36F-2F0C80815CD3}" sibTransId="{3F1B04E5-22B0-4C57-8B4E-D27944D36C25}"/>
    <dgm:cxn modelId="{BD144071-B694-4FA9-A3E0-2BA8F213B5D2}" type="presOf" srcId="{6C7D0F34-03E0-43EE-B229-F8A1A8072600}" destId="{84787B0A-3417-4D0C-A4FA-698E208C9369}" srcOrd="0" destOrd="0" presId="urn:microsoft.com/office/officeart/2005/8/layout/list1"/>
    <dgm:cxn modelId="{C4305255-0D39-4BBA-9040-68C42D838E65}" type="presOf" srcId="{F59C120C-F6BE-430F-8DD8-B9EA04945803}" destId="{E871F401-C080-4DA5-8F56-7F41A4B2928B}" srcOrd="0" destOrd="0" presId="urn:microsoft.com/office/officeart/2005/8/layout/list1"/>
    <dgm:cxn modelId="{195C9683-B231-4BAA-9D46-A4D6E6A6A33B}" type="presOf" srcId="{7AFFC3AF-8624-4203-B6E9-C61130B4EEF8}" destId="{9B83922B-BC92-4BAB-8765-9444FB79CAF1}" srcOrd="0" destOrd="0" presId="urn:microsoft.com/office/officeart/2005/8/layout/list1"/>
    <dgm:cxn modelId="{932B6385-20AA-4885-BD13-5B3AEA2E1E5C}" type="presOf" srcId="{9767D4D9-F994-4818-B49F-78003AD3AE11}" destId="{CBDA969B-A148-4440-AF89-569A2AF0CFEC}" srcOrd="0" destOrd="0" presId="urn:microsoft.com/office/officeart/2005/8/layout/list1"/>
    <dgm:cxn modelId="{98F6A393-DB46-4EA0-B485-42A56D12F70B}" srcId="{B5090FBD-6642-46BF-8003-B15ABE61BC09}" destId="{64DAA95C-6E43-45B2-AB7B-324839D31EB4}" srcOrd="1" destOrd="0" parTransId="{63DFE65D-5048-410C-86F8-32524030E903}" sibTransId="{D5492CC6-5C49-4A9B-9076-636F7BFB487B}"/>
    <dgm:cxn modelId="{C2C4F69F-034A-4B73-A7EE-F62260F03F2F}" type="presOf" srcId="{C5E6CD5B-4C9D-4175-A603-149C1674CC4E}" destId="{84787B0A-3417-4D0C-A4FA-698E208C9369}" srcOrd="0" destOrd="2" presId="urn:microsoft.com/office/officeart/2005/8/layout/list1"/>
    <dgm:cxn modelId="{C46C80A4-61B5-4F25-B498-F15485776EFA}" type="presOf" srcId="{64DAA95C-6E43-45B2-AB7B-324839D31EB4}" destId="{84787B0A-3417-4D0C-A4FA-698E208C9369}" srcOrd="0" destOrd="1" presId="urn:microsoft.com/office/officeart/2005/8/layout/list1"/>
    <dgm:cxn modelId="{71D2D9AD-4799-4D69-8116-49E3F06611E8}" srcId="{9767D4D9-F994-4818-B49F-78003AD3AE11}" destId="{B5090FBD-6642-46BF-8003-B15ABE61BC09}" srcOrd="1" destOrd="0" parTransId="{55514F54-2272-4709-B751-04879E9A2411}" sibTransId="{5CFBF4A9-6CF7-47AD-9F7F-5F8CE3F5F723}"/>
    <dgm:cxn modelId="{361BACBC-D6B6-42FB-9FAD-24C1B33A50CA}" type="presOf" srcId="{F59C120C-F6BE-430F-8DD8-B9EA04945803}" destId="{1302BD86-C3FE-4B5A-B810-CED78A824E01}" srcOrd="1" destOrd="0" presId="urn:microsoft.com/office/officeart/2005/8/layout/list1"/>
    <dgm:cxn modelId="{4A3332DF-8411-43FD-B6E6-6A6BF9B9E180}" srcId="{B5090FBD-6642-46BF-8003-B15ABE61BC09}" destId="{6C7D0F34-03E0-43EE-B229-F8A1A8072600}" srcOrd="0" destOrd="0" parTransId="{E8D9BE2D-D5C4-4615-931E-ACCF5C8D11EF}" sibTransId="{DDDCBBEC-EC3E-4675-85E7-BC9F7090C582}"/>
    <dgm:cxn modelId="{0D9BFDF8-C0C0-4431-8A75-B4C69A5188DE}" type="presOf" srcId="{B5090FBD-6642-46BF-8003-B15ABE61BC09}" destId="{315FA562-CA07-4292-A7C9-854D5D9C86C4}" srcOrd="0" destOrd="0" presId="urn:microsoft.com/office/officeart/2005/8/layout/list1"/>
    <dgm:cxn modelId="{E11F5440-AD68-405A-B49C-6FC298B43609}" type="presParOf" srcId="{CBDA969B-A148-4440-AF89-569A2AF0CFEC}" destId="{85FA6CFE-C9D8-4B84-BD9D-CE035EF482B3}" srcOrd="0" destOrd="0" presId="urn:microsoft.com/office/officeart/2005/8/layout/list1"/>
    <dgm:cxn modelId="{451E530E-07FC-4329-96C7-0D9ADFCBF220}" type="presParOf" srcId="{85FA6CFE-C9D8-4B84-BD9D-CE035EF482B3}" destId="{E871F401-C080-4DA5-8F56-7F41A4B2928B}" srcOrd="0" destOrd="0" presId="urn:microsoft.com/office/officeart/2005/8/layout/list1"/>
    <dgm:cxn modelId="{BDC567E6-1C64-4E5F-B5C2-54055CA231EA}" type="presParOf" srcId="{85FA6CFE-C9D8-4B84-BD9D-CE035EF482B3}" destId="{1302BD86-C3FE-4B5A-B810-CED78A824E01}" srcOrd="1" destOrd="0" presId="urn:microsoft.com/office/officeart/2005/8/layout/list1"/>
    <dgm:cxn modelId="{E30712B2-4117-44F6-9B84-90AC38DE88B1}" type="presParOf" srcId="{CBDA969B-A148-4440-AF89-569A2AF0CFEC}" destId="{56521127-0873-45A4-A900-7D10DB9EB042}" srcOrd="1" destOrd="0" presId="urn:microsoft.com/office/officeart/2005/8/layout/list1"/>
    <dgm:cxn modelId="{20353D02-AB13-4275-B4A5-E1D2F79680F4}" type="presParOf" srcId="{CBDA969B-A148-4440-AF89-569A2AF0CFEC}" destId="{9B83922B-BC92-4BAB-8765-9444FB79CAF1}" srcOrd="2" destOrd="0" presId="urn:microsoft.com/office/officeart/2005/8/layout/list1"/>
    <dgm:cxn modelId="{E6BA917D-0A34-48BA-8218-7A8CAF421825}" type="presParOf" srcId="{CBDA969B-A148-4440-AF89-569A2AF0CFEC}" destId="{714279BE-5293-4542-ABA0-B6A1E4AE4156}" srcOrd="3" destOrd="0" presId="urn:microsoft.com/office/officeart/2005/8/layout/list1"/>
    <dgm:cxn modelId="{F7DBDF8E-3BBB-42AF-B444-1AFC2F84AD8F}" type="presParOf" srcId="{CBDA969B-A148-4440-AF89-569A2AF0CFEC}" destId="{72B4CB70-8827-40B6-88B6-E8073FFFB433}" srcOrd="4" destOrd="0" presId="urn:microsoft.com/office/officeart/2005/8/layout/list1"/>
    <dgm:cxn modelId="{3A469C06-BE2C-4342-A425-7CED2CB3FD98}" type="presParOf" srcId="{72B4CB70-8827-40B6-88B6-E8073FFFB433}" destId="{315FA562-CA07-4292-A7C9-854D5D9C86C4}" srcOrd="0" destOrd="0" presId="urn:microsoft.com/office/officeart/2005/8/layout/list1"/>
    <dgm:cxn modelId="{0E7F337D-503F-4519-AAF3-3A9FFBDE680A}" type="presParOf" srcId="{72B4CB70-8827-40B6-88B6-E8073FFFB433}" destId="{177B74E5-3349-44CE-A44E-E9A34B57488C}" srcOrd="1" destOrd="0" presId="urn:microsoft.com/office/officeart/2005/8/layout/list1"/>
    <dgm:cxn modelId="{B1A095D3-D347-4203-B3D8-56169897ACEB}" type="presParOf" srcId="{CBDA969B-A148-4440-AF89-569A2AF0CFEC}" destId="{528C243E-56A3-4596-9E95-472029271EF2}" srcOrd="5" destOrd="0" presId="urn:microsoft.com/office/officeart/2005/8/layout/list1"/>
    <dgm:cxn modelId="{114A7CDF-9F31-47A5-BE28-49FB7A5EA3A7}" type="presParOf" srcId="{CBDA969B-A148-4440-AF89-569A2AF0CFEC}" destId="{84787B0A-3417-4D0C-A4FA-698E208C936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38B536B-7B53-4B7A-B74E-A54A2263297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2368099-047A-4B1F-98C7-B594A8F944F6}">
      <dgm:prSet phldrT="[Text]"/>
      <dgm:spPr/>
      <dgm:t>
        <a:bodyPr/>
        <a:lstStyle/>
        <a:p>
          <a:r>
            <a:rPr lang="en-US" dirty="0"/>
            <a:t>What it does </a:t>
          </a:r>
        </a:p>
      </dgm:t>
    </dgm:pt>
    <dgm:pt modelId="{F6681122-1529-4D49-AAFD-F1ACADCECF25}" type="parTrans" cxnId="{DF96405A-75FE-4C5E-8817-75D6AF2BDF1E}">
      <dgm:prSet/>
      <dgm:spPr/>
      <dgm:t>
        <a:bodyPr/>
        <a:lstStyle/>
        <a:p>
          <a:endParaRPr lang="en-US"/>
        </a:p>
      </dgm:t>
    </dgm:pt>
    <dgm:pt modelId="{05DF2350-A702-4554-95E8-E0482F3DC177}" type="sibTrans" cxnId="{DF96405A-75FE-4C5E-8817-75D6AF2BDF1E}">
      <dgm:prSet/>
      <dgm:spPr/>
      <dgm:t>
        <a:bodyPr/>
        <a:lstStyle/>
        <a:p>
          <a:endParaRPr lang="en-US"/>
        </a:p>
      </dgm:t>
    </dgm:pt>
    <dgm:pt modelId="{22F4E30A-6261-4F83-B60E-BD1D00F9DD20}">
      <dgm:prSet phldrT="[Text]"/>
      <dgm:spPr/>
      <dgm:t>
        <a:bodyPr/>
        <a:lstStyle/>
        <a:p>
          <a:r>
            <a:rPr lang="en-US" dirty="0"/>
            <a:t>Why it is needed </a:t>
          </a:r>
        </a:p>
      </dgm:t>
    </dgm:pt>
    <dgm:pt modelId="{3C92BC37-5B4D-41FE-850F-12EDCCD4C541}" type="parTrans" cxnId="{5A79F1EF-7EC9-48AB-94D9-73835B3E49F6}">
      <dgm:prSet/>
      <dgm:spPr/>
      <dgm:t>
        <a:bodyPr/>
        <a:lstStyle/>
        <a:p>
          <a:endParaRPr lang="en-US"/>
        </a:p>
      </dgm:t>
    </dgm:pt>
    <dgm:pt modelId="{ACA3DB25-80CA-4FF5-BA42-1C1128B54E28}" type="sibTrans" cxnId="{5A79F1EF-7EC9-48AB-94D9-73835B3E49F6}">
      <dgm:prSet/>
      <dgm:spPr/>
      <dgm:t>
        <a:bodyPr/>
        <a:lstStyle/>
        <a:p>
          <a:endParaRPr lang="en-US"/>
        </a:p>
      </dgm:t>
    </dgm:pt>
    <dgm:pt modelId="{6B831C0E-D20C-4ECB-BA22-99600095A6D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Modifies the network address information in packet </a:t>
          </a:r>
          <a:br>
            <a:rPr lang="en-US" dirty="0">
              <a:solidFill>
                <a:srgbClr val="20282F"/>
              </a:solidFill>
            </a:rPr>
          </a:br>
          <a:r>
            <a:rPr lang="en-US" dirty="0">
              <a:solidFill>
                <a:srgbClr val="20282F"/>
              </a:solidFill>
            </a:rPr>
            <a:t>headers while in transit</a:t>
          </a:r>
        </a:p>
      </dgm:t>
    </dgm:pt>
    <dgm:pt modelId="{01EF2076-FA62-459B-953D-5BF145CD22B8}" type="parTrans" cxnId="{A63906DA-5E58-4DDD-A8D0-C2626505D457}">
      <dgm:prSet/>
      <dgm:spPr/>
      <dgm:t>
        <a:bodyPr/>
        <a:lstStyle/>
        <a:p>
          <a:endParaRPr lang="en-US"/>
        </a:p>
      </dgm:t>
    </dgm:pt>
    <dgm:pt modelId="{9A33021A-BF3E-49B1-A4BF-A0CC6F78FE94}" type="sibTrans" cxnId="{A63906DA-5E58-4DDD-A8D0-C2626505D457}">
      <dgm:prSet/>
      <dgm:spPr/>
      <dgm:t>
        <a:bodyPr/>
        <a:lstStyle/>
        <a:p>
          <a:endParaRPr lang="en-US"/>
        </a:p>
      </dgm:t>
    </dgm:pt>
    <dgm:pt modelId="{1B22A306-AE38-48F9-81FA-28F9A20A105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Increases network security by hiding internal IP </a:t>
          </a:r>
          <a:br>
            <a:rPr lang="en-US" dirty="0">
              <a:solidFill>
                <a:srgbClr val="20282F"/>
              </a:solidFill>
            </a:rPr>
          </a:br>
          <a:r>
            <a:rPr lang="en-US" dirty="0">
              <a:solidFill>
                <a:srgbClr val="20282F"/>
              </a:solidFill>
            </a:rPr>
            <a:t>addresses from external networks</a:t>
          </a:r>
        </a:p>
      </dgm:t>
    </dgm:pt>
    <dgm:pt modelId="{BE0F419F-89F4-48A9-BC02-989636D4AC07}" type="parTrans" cxnId="{AB79D9FC-265C-4DE2-B891-C21BF50F7A62}">
      <dgm:prSet/>
      <dgm:spPr/>
      <dgm:t>
        <a:bodyPr/>
        <a:lstStyle/>
        <a:p>
          <a:endParaRPr lang="en-US"/>
        </a:p>
      </dgm:t>
    </dgm:pt>
    <dgm:pt modelId="{46FDFBB2-EA31-49A4-B4BF-4D89B6B60BD1}" type="sibTrans" cxnId="{AB79D9FC-265C-4DE2-B891-C21BF50F7A62}">
      <dgm:prSet/>
      <dgm:spPr/>
      <dgm:t>
        <a:bodyPr/>
        <a:lstStyle/>
        <a:p>
          <a:endParaRPr lang="en-US"/>
        </a:p>
      </dgm:t>
    </dgm:pt>
    <dgm:pt modelId="{99546EAD-1118-4EFE-BF46-C56A20A5C1ED}">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Enables multiple devices on a local network to share a </a:t>
          </a:r>
          <a:br>
            <a:rPr lang="en-US" dirty="0">
              <a:solidFill>
                <a:srgbClr val="20282F"/>
              </a:solidFill>
            </a:rPr>
          </a:br>
          <a:r>
            <a:rPr lang="en-US" dirty="0">
              <a:solidFill>
                <a:srgbClr val="20282F"/>
              </a:solidFill>
            </a:rPr>
            <a:t>single public IP address</a:t>
          </a:r>
        </a:p>
      </dgm:t>
    </dgm:pt>
    <dgm:pt modelId="{4E99BE06-293A-4461-8345-F666D613CA36}" type="parTrans" cxnId="{6D5F5019-DBC1-4F5F-9994-C1E349E8CC36}">
      <dgm:prSet/>
      <dgm:spPr/>
      <dgm:t>
        <a:bodyPr/>
        <a:lstStyle/>
        <a:p>
          <a:endParaRPr lang="en-US"/>
        </a:p>
      </dgm:t>
    </dgm:pt>
    <dgm:pt modelId="{7E5C3404-D3B4-45AB-8BBF-1AEF0D53259A}" type="sibTrans" cxnId="{6D5F5019-DBC1-4F5F-9994-C1E349E8CC36}">
      <dgm:prSet/>
      <dgm:spPr/>
      <dgm:t>
        <a:bodyPr/>
        <a:lstStyle/>
        <a:p>
          <a:endParaRPr lang="en-US"/>
        </a:p>
      </dgm:t>
    </dgm:pt>
    <dgm:pt modelId="{6DCF79C6-E954-49D3-8537-8B8382DD742A}">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Conserves public IP addresses</a:t>
          </a:r>
        </a:p>
      </dgm:t>
    </dgm:pt>
    <dgm:pt modelId="{7CD38AB5-F190-41D7-A0E6-A0E7A9648FCC}" type="parTrans" cxnId="{26F82B35-5892-453C-8AC8-B7F9D1FA358D}">
      <dgm:prSet/>
      <dgm:spPr/>
      <dgm:t>
        <a:bodyPr/>
        <a:lstStyle/>
        <a:p>
          <a:endParaRPr lang="en-US"/>
        </a:p>
      </dgm:t>
    </dgm:pt>
    <dgm:pt modelId="{32A82690-6B03-437E-B98A-269FE6DF966B}" type="sibTrans" cxnId="{26F82B35-5892-453C-8AC8-B7F9D1FA358D}">
      <dgm:prSet/>
      <dgm:spPr/>
      <dgm:t>
        <a:bodyPr/>
        <a:lstStyle/>
        <a:p>
          <a:endParaRPr lang="en-US"/>
        </a:p>
      </dgm:t>
    </dgm:pt>
    <dgm:pt modelId="{AA7FDA4D-5448-AA45-BCC5-9025429EA689}" type="pres">
      <dgm:prSet presAssocID="{538B536B-7B53-4B7A-B74E-A54A2263297D}" presName="linear" presStyleCnt="0">
        <dgm:presLayoutVars>
          <dgm:dir/>
          <dgm:animLvl val="lvl"/>
          <dgm:resizeHandles val="exact"/>
        </dgm:presLayoutVars>
      </dgm:prSet>
      <dgm:spPr/>
    </dgm:pt>
    <dgm:pt modelId="{1F88DB06-D857-FF4F-BD72-9474AA3899D7}" type="pres">
      <dgm:prSet presAssocID="{92368099-047A-4B1F-98C7-B594A8F944F6}" presName="parentLin" presStyleCnt="0"/>
      <dgm:spPr/>
    </dgm:pt>
    <dgm:pt modelId="{5CC04537-B868-1943-8036-EE1088CAA317}" type="pres">
      <dgm:prSet presAssocID="{92368099-047A-4B1F-98C7-B594A8F944F6}" presName="parentLeftMargin" presStyleLbl="node1" presStyleIdx="0" presStyleCnt="2"/>
      <dgm:spPr/>
    </dgm:pt>
    <dgm:pt modelId="{EF4E5858-4E98-2B47-B698-0767E0C78D1D}" type="pres">
      <dgm:prSet presAssocID="{92368099-047A-4B1F-98C7-B594A8F944F6}" presName="parentText" presStyleLbl="node1" presStyleIdx="0" presStyleCnt="2">
        <dgm:presLayoutVars>
          <dgm:chMax val="0"/>
          <dgm:bulletEnabled val="1"/>
        </dgm:presLayoutVars>
      </dgm:prSet>
      <dgm:spPr/>
    </dgm:pt>
    <dgm:pt modelId="{2E371FE3-EA32-0347-82E6-D5EC3BEF3DA3}" type="pres">
      <dgm:prSet presAssocID="{92368099-047A-4B1F-98C7-B594A8F944F6}" presName="negativeSpace" presStyleCnt="0"/>
      <dgm:spPr/>
    </dgm:pt>
    <dgm:pt modelId="{B0C67270-8AF9-A341-8086-1B832BF0306F}" type="pres">
      <dgm:prSet presAssocID="{92368099-047A-4B1F-98C7-B594A8F944F6}" presName="childText" presStyleLbl="conFgAcc1" presStyleIdx="0" presStyleCnt="2">
        <dgm:presLayoutVars>
          <dgm:bulletEnabled val="1"/>
        </dgm:presLayoutVars>
      </dgm:prSet>
      <dgm:spPr/>
    </dgm:pt>
    <dgm:pt modelId="{D7B84C70-6F13-074F-9CE7-09234EF55158}" type="pres">
      <dgm:prSet presAssocID="{05DF2350-A702-4554-95E8-E0482F3DC177}" presName="spaceBetweenRectangles" presStyleCnt="0"/>
      <dgm:spPr/>
    </dgm:pt>
    <dgm:pt modelId="{9FBB651B-B9F1-E14A-9B0E-20F19A410457}" type="pres">
      <dgm:prSet presAssocID="{22F4E30A-6261-4F83-B60E-BD1D00F9DD20}" presName="parentLin" presStyleCnt="0"/>
      <dgm:spPr/>
    </dgm:pt>
    <dgm:pt modelId="{4D83D140-6829-414B-A49D-3A9330674489}" type="pres">
      <dgm:prSet presAssocID="{22F4E30A-6261-4F83-B60E-BD1D00F9DD20}" presName="parentLeftMargin" presStyleLbl="node1" presStyleIdx="0" presStyleCnt="2"/>
      <dgm:spPr/>
    </dgm:pt>
    <dgm:pt modelId="{7D300A39-DFD1-8540-868F-B6E522F3F250}" type="pres">
      <dgm:prSet presAssocID="{22F4E30A-6261-4F83-B60E-BD1D00F9DD20}" presName="parentText" presStyleLbl="node1" presStyleIdx="1" presStyleCnt="2">
        <dgm:presLayoutVars>
          <dgm:chMax val="0"/>
          <dgm:bulletEnabled val="1"/>
        </dgm:presLayoutVars>
      </dgm:prSet>
      <dgm:spPr/>
    </dgm:pt>
    <dgm:pt modelId="{09A77A04-78B7-6646-B631-B51CF3CB1CC3}" type="pres">
      <dgm:prSet presAssocID="{22F4E30A-6261-4F83-B60E-BD1D00F9DD20}" presName="negativeSpace" presStyleCnt="0"/>
      <dgm:spPr/>
    </dgm:pt>
    <dgm:pt modelId="{F61E13BC-FE99-CC4E-B203-EF15EFB16E37}" type="pres">
      <dgm:prSet presAssocID="{22F4E30A-6261-4F83-B60E-BD1D00F9DD20}" presName="childText" presStyleLbl="conFgAcc1" presStyleIdx="1" presStyleCnt="2">
        <dgm:presLayoutVars>
          <dgm:bulletEnabled val="1"/>
        </dgm:presLayoutVars>
      </dgm:prSet>
      <dgm:spPr/>
    </dgm:pt>
  </dgm:ptLst>
  <dgm:cxnLst>
    <dgm:cxn modelId="{6D5F5019-DBC1-4F5F-9994-C1E349E8CC36}" srcId="{92368099-047A-4B1F-98C7-B594A8F944F6}" destId="{99546EAD-1118-4EFE-BF46-C56A20A5C1ED}" srcOrd="1" destOrd="0" parTransId="{4E99BE06-293A-4461-8345-F666D613CA36}" sibTransId="{7E5C3404-D3B4-45AB-8BBF-1AEF0D53259A}"/>
    <dgm:cxn modelId="{C076572F-CA1E-DC43-AFA1-5D52B58A4CC0}" type="presOf" srcId="{538B536B-7B53-4B7A-B74E-A54A2263297D}" destId="{AA7FDA4D-5448-AA45-BCC5-9025429EA689}" srcOrd="0" destOrd="0" presId="urn:microsoft.com/office/officeart/2005/8/layout/list1"/>
    <dgm:cxn modelId="{26F82B35-5892-453C-8AC8-B7F9D1FA358D}" srcId="{22F4E30A-6261-4F83-B60E-BD1D00F9DD20}" destId="{6DCF79C6-E954-49D3-8537-8B8382DD742A}" srcOrd="1" destOrd="0" parTransId="{7CD38AB5-F190-41D7-A0E6-A0E7A9648FCC}" sibTransId="{32A82690-6B03-437E-B98A-269FE6DF966B}"/>
    <dgm:cxn modelId="{F3C5853F-0520-8A4B-9CDA-FD73CC73DF5A}" type="presOf" srcId="{6DCF79C6-E954-49D3-8537-8B8382DD742A}" destId="{F61E13BC-FE99-CC4E-B203-EF15EFB16E37}" srcOrd="0" destOrd="1" presId="urn:microsoft.com/office/officeart/2005/8/layout/list1"/>
    <dgm:cxn modelId="{F10D5D50-DE70-C347-B1CF-63457A80ED00}" type="presOf" srcId="{1B22A306-AE38-48F9-81FA-28F9A20A105E}" destId="{F61E13BC-FE99-CC4E-B203-EF15EFB16E37}" srcOrd="0" destOrd="0" presId="urn:microsoft.com/office/officeart/2005/8/layout/list1"/>
    <dgm:cxn modelId="{DF96405A-75FE-4C5E-8817-75D6AF2BDF1E}" srcId="{538B536B-7B53-4B7A-B74E-A54A2263297D}" destId="{92368099-047A-4B1F-98C7-B594A8F944F6}" srcOrd="0" destOrd="0" parTransId="{F6681122-1529-4D49-AAFD-F1ACADCECF25}" sibTransId="{05DF2350-A702-4554-95E8-E0482F3DC177}"/>
    <dgm:cxn modelId="{1A89F15A-5A19-8642-B80E-919F238E59CC}" type="presOf" srcId="{99546EAD-1118-4EFE-BF46-C56A20A5C1ED}" destId="{B0C67270-8AF9-A341-8086-1B832BF0306F}" srcOrd="0" destOrd="1" presId="urn:microsoft.com/office/officeart/2005/8/layout/list1"/>
    <dgm:cxn modelId="{7D1D5289-FC3C-A343-AEB5-FF7FE7D0B997}" type="presOf" srcId="{22F4E30A-6261-4F83-B60E-BD1D00F9DD20}" destId="{7D300A39-DFD1-8540-868F-B6E522F3F250}" srcOrd="1" destOrd="0" presId="urn:microsoft.com/office/officeart/2005/8/layout/list1"/>
    <dgm:cxn modelId="{456BC78B-A27A-6046-8EF8-560D4DD40613}" type="presOf" srcId="{6B831C0E-D20C-4ECB-BA22-99600095A6D0}" destId="{B0C67270-8AF9-A341-8086-1B832BF0306F}" srcOrd="0" destOrd="0" presId="urn:microsoft.com/office/officeart/2005/8/layout/list1"/>
    <dgm:cxn modelId="{C2C7BBCB-0C15-664C-A763-DE07FBD05805}" type="presOf" srcId="{92368099-047A-4B1F-98C7-B594A8F944F6}" destId="{EF4E5858-4E98-2B47-B698-0767E0C78D1D}" srcOrd="1" destOrd="0" presId="urn:microsoft.com/office/officeart/2005/8/layout/list1"/>
    <dgm:cxn modelId="{A63906DA-5E58-4DDD-A8D0-C2626505D457}" srcId="{92368099-047A-4B1F-98C7-B594A8F944F6}" destId="{6B831C0E-D20C-4ECB-BA22-99600095A6D0}" srcOrd="0" destOrd="0" parTransId="{01EF2076-FA62-459B-953D-5BF145CD22B8}" sibTransId="{9A33021A-BF3E-49B1-A4BF-A0CC6F78FE94}"/>
    <dgm:cxn modelId="{4EED55E7-4661-E040-AEE5-1C3C28CDBA0E}" type="presOf" srcId="{92368099-047A-4B1F-98C7-B594A8F944F6}" destId="{5CC04537-B868-1943-8036-EE1088CAA317}" srcOrd="0" destOrd="0" presId="urn:microsoft.com/office/officeart/2005/8/layout/list1"/>
    <dgm:cxn modelId="{8312F3E9-A29C-5D45-B924-9EA2926AA2A2}" type="presOf" srcId="{22F4E30A-6261-4F83-B60E-BD1D00F9DD20}" destId="{4D83D140-6829-414B-A49D-3A9330674489}" srcOrd="0" destOrd="0" presId="urn:microsoft.com/office/officeart/2005/8/layout/list1"/>
    <dgm:cxn modelId="{5A79F1EF-7EC9-48AB-94D9-73835B3E49F6}" srcId="{538B536B-7B53-4B7A-B74E-A54A2263297D}" destId="{22F4E30A-6261-4F83-B60E-BD1D00F9DD20}" srcOrd="1" destOrd="0" parTransId="{3C92BC37-5B4D-41FE-850F-12EDCCD4C541}" sibTransId="{ACA3DB25-80CA-4FF5-BA42-1C1128B54E28}"/>
    <dgm:cxn modelId="{AB79D9FC-265C-4DE2-B891-C21BF50F7A62}" srcId="{22F4E30A-6261-4F83-B60E-BD1D00F9DD20}" destId="{1B22A306-AE38-48F9-81FA-28F9A20A105E}" srcOrd="0" destOrd="0" parTransId="{BE0F419F-89F4-48A9-BC02-989636D4AC07}" sibTransId="{46FDFBB2-EA31-49A4-B4BF-4D89B6B60BD1}"/>
    <dgm:cxn modelId="{11BAB938-D07C-8946-BF27-7AF93486BBD2}" type="presParOf" srcId="{AA7FDA4D-5448-AA45-BCC5-9025429EA689}" destId="{1F88DB06-D857-FF4F-BD72-9474AA3899D7}" srcOrd="0" destOrd="0" presId="urn:microsoft.com/office/officeart/2005/8/layout/list1"/>
    <dgm:cxn modelId="{A4A7241D-E3D8-3640-BC8B-A4C3302154FF}" type="presParOf" srcId="{1F88DB06-D857-FF4F-BD72-9474AA3899D7}" destId="{5CC04537-B868-1943-8036-EE1088CAA317}" srcOrd="0" destOrd="0" presId="urn:microsoft.com/office/officeart/2005/8/layout/list1"/>
    <dgm:cxn modelId="{BB06240D-BD8F-A040-83CD-E548AFFD29BB}" type="presParOf" srcId="{1F88DB06-D857-FF4F-BD72-9474AA3899D7}" destId="{EF4E5858-4E98-2B47-B698-0767E0C78D1D}" srcOrd="1" destOrd="0" presId="urn:microsoft.com/office/officeart/2005/8/layout/list1"/>
    <dgm:cxn modelId="{E95675BF-D3F0-2C4A-86CE-D9C1C9E642F6}" type="presParOf" srcId="{AA7FDA4D-5448-AA45-BCC5-9025429EA689}" destId="{2E371FE3-EA32-0347-82E6-D5EC3BEF3DA3}" srcOrd="1" destOrd="0" presId="urn:microsoft.com/office/officeart/2005/8/layout/list1"/>
    <dgm:cxn modelId="{09BCF044-CE06-B240-827F-B2BED25C2E98}" type="presParOf" srcId="{AA7FDA4D-5448-AA45-BCC5-9025429EA689}" destId="{B0C67270-8AF9-A341-8086-1B832BF0306F}" srcOrd="2" destOrd="0" presId="urn:microsoft.com/office/officeart/2005/8/layout/list1"/>
    <dgm:cxn modelId="{166B1FE6-AF4E-4446-89FB-9678968BD9A9}" type="presParOf" srcId="{AA7FDA4D-5448-AA45-BCC5-9025429EA689}" destId="{D7B84C70-6F13-074F-9CE7-09234EF55158}" srcOrd="3" destOrd="0" presId="urn:microsoft.com/office/officeart/2005/8/layout/list1"/>
    <dgm:cxn modelId="{5DBB1205-C1CE-1342-8456-653FD0EF88E5}" type="presParOf" srcId="{AA7FDA4D-5448-AA45-BCC5-9025429EA689}" destId="{9FBB651B-B9F1-E14A-9B0E-20F19A410457}" srcOrd="4" destOrd="0" presId="urn:microsoft.com/office/officeart/2005/8/layout/list1"/>
    <dgm:cxn modelId="{9BCD1733-75C4-BA4A-8564-1452715E7269}" type="presParOf" srcId="{9FBB651B-B9F1-E14A-9B0E-20F19A410457}" destId="{4D83D140-6829-414B-A49D-3A9330674489}" srcOrd="0" destOrd="0" presId="urn:microsoft.com/office/officeart/2005/8/layout/list1"/>
    <dgm:cxn modelId="{0E290202-906C-0A4D-9DDB-03E617C57C70}" type="presParOf" srcId="{9FBB651B-B9F1-E14A-9B0E-20F19A410457}" destId="{7D300A39-DFD1-8540-868F-B6E522F3F250}" srcOrd="1" destOrd="0" presId="urn:microsoft.com/office/officeart/2005/8/layout/list1"/>
    <dgm:cxn modelId="{AEE46D21-5C67-9448-BB1B-4A9724C87CC1}" type="presParOf" srcId="{AA7FDA4D-5448-AA45-BCC5-9025429EA689}" destId="{09A77A04-78B7-6646-B631-B51CF3CB1CC3}" srcOrd="5" destOrd="0" presId="urn:microsoft.com/office/officeart/2005/8/layout/list1"/>
    <dgm:cxn modelId="{328E455E-B302-F84B-83C9-CE6EE4090F05}" type="presParOf" srcId="{AA7FDA4D-5448-AA45-BCC5-9025429EA689}" destId="{F61E13BC-FE99-CC4E-B203-EF15EFB16E3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38B536B-7B53-4B7A-B74E-A54A2263297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2368099-047A-4B1F-98C7-B594A8F944F6}">
      <dgm:prSet phldrT="[Text]" custT="1"/>
      <dgm:spPr/>
      <dgm:t>
        <a:bodyPr/>
        <a:lstStyle/>
        <a:p>
          <a:r>
            <a:rPr lang="en-US" sz="1600" dirty="0"/>
            <a:t>Dynamic </a:t>
          </a:r>
        </a:p>
      </dgm:t>
    </dgm:pt>
    <dgm:pt modelId="{F6681122-1529-4D49-AAFD-F1ACADCECF25}" type="parTrans" cxnId="{DF96405A-75FE-4C5E-8817-75D6AF2BDF1E}">
      <dgm:prSet/>
      <dgm:spPr/>
      <dgm:t>
        <a:bodyPr/>
        <a:lstStyle/>
        <a:p>
          <a:endParaRPr lang="en-US" sz="1600"/>
        </a:p>
      </dgm:t>
    </dgm:pt>
    <dgm:pt modelId="{05DF2350-A702-4554-95E8-E0482F3DC177}" type="sibTrans" cxnId="{DF96405A-75FE-4C5E-8817-75D6AF2BDF1E}">
      <dgm:prSet/>
      <dgm:spPr/>
      <dgm:t>
        <a:bodyPr/>
        <a:lstStyle/>
        <a:p>
          <a:endParaRPr lang="en-US" sz="1600"/>
        </a:p>
      </dgm:t>
    </dgm:pt>
    <dgm:pt modelId="{CE18F773-4AD8-4AA1-B517-6DB5D5E62668}">
      <dgm:prSet phldrT="[Text]" custT="1"/>
      <dgm:spPr/>
      <dgm:t>
        <a:bodyPr/>
        <a:lstStyle/>
        <a:p>
          <a:r>
            <a:rPr lang="en-US" sz="1600" dirty="0"/>
            <a:t>Static </a:t>
          </a:r>
        </a:p>
      </dgm:t>
    </dgm:pt>
    <dgm:pt modelId="{ADD170F4-C5FC-46EE-ACE5-BF32C61A6A09}" type="parTrans" cxnId="{FADCDEFF-0EDA-4445-986F-174C082E5668}">
      <dgm:prSet/>
      <dgm:spPr/>
      <dgm:t>
        <a:bodyPr/>
        <a:lstStyle/>
        <a:p>
          <a:endParaRPr lang="en-US" sz="1600"/>
        </a:p>
      </dgm:t>
    </dgm:pt>
    <dgm:pt modelId="{37AB3C8B-DDA9-4A69-9C2E-59C294148262}" type="sibTrans" cxnId="{FADCDEFF-0EDA-4445-986F-174C082E5668}">
      <dgm:prSet/>
      <dgm:spPr/>
      <dgm:t>
        <a:bodyPr/>
        <a:lstStyle/>
        <a:p>
          <a:endParaRPr lang="en-US" sz="1600"/>
        </a:p>
      </dgm:t>
    </dgm:pt>
    <dgm:pt modelId="{E66A09D4-B4B9-4099-B150-1EBB162BB5F1}">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Translates one internal IP address to one external IP address</a:t>
          </a:r>
        </a:p>
      </dgm:t>
    </dgm:pt>
    <dgm:pt modelId="{62B487BD-221D-4C01-A04C-E671372C9075}" type="parTrans" cxnId="{9719F5D2-530C-4DB9-B1F1-E3FF06EBBFE5}">
      <dgm:prSet/>
      <dgm:spPr/>
      <dgm:t>
        <a:bodyPr/>
        <a:lstStyle/>
        <a:p>
          <a:endParaRPr lang="en-US" sz="1600"/>
        </a:p>
      </dgm:t>
    </dgm:pt>
    <dgm:pt modelId="{50D6B486-0979-4E20-BEAF-1E6FD0122605}" type="sibTrans" cxnId="{9719F5D2-530C-4DB9-B1F1-E3FF06EBBFE5}">
      <dgm:prSet/>
      <dgm:spPr/>
      <dgm:t>
        <a:bodyPr/>
        <a:lstStyle/>
        <a:p>
          <a:endParaRPr lang="en-US" sz="1600"/>
        </a:p>
      </dgm:t>
    </dgm:pt>
    <dgm:pt modelId="{2C999B8F-E438-4053-96C6-2BCA887C98B7}">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Allows inbound connections initiated from outside the network</a:t>
          </a:r>
        </a:p>
      </dgm:t>
    </dgm:pt>
    <dgm:pt modelId="{9FC9B64A-CAC7-4C36-ABE6-D4BA91F7A6DA}" type="parTrans" cxnId="{8296279D-29F1-4D96-8E0E-FB8F691268CF}">
      <dgm:prSet/>
      <dgm:spPr/>
      <dgm:t>
        <a:bodyPr/>
        <a:lstStyle/>
        <a:p>
          <a:endParaRPr lang="en-US" sz="1600"/>
        </a:p>
      </dgm:t>
    </dgm:pt>
    <dgm:pt modelId="{74367799-FF9E-4EF6-BA61-100FD9D5ADC2}" type="sibTrans" cxnId="{8296279D-29F1-4D96-8E0E-FB8F691268CF}">
      <dgm:prSet/>
      <dgm:spPr/>
      <dgm:t>
        <a:bodyPr/>
        <a:lstStyle/>
        <a:p>
          <a:endParaRPr lang="en-US" sz="1600"/>
        </a:p>
      </dgm:t>
    </dgm:pt>
    <dgm:pt modelId="{29273ED3-7DA8-45C3-8745-E65716E8A818}">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Maps internal addresses to a pool of </a:t>
          </a:r>
          <a:br>
            <a:rPr lang="en-US" sz="1600" dirty="0">
              <a:solidFill>
                <a:srgbClr val="20282F"/>
              </a:solidFill>
            </a:rPr>
          </a:br>
          <a:r>
            <a:rPr lang="en-US" sz="1600" dirty="0">
              <a:solidFill>
                <a:srgbClr val="20282F"/>
              </a:solidFill>
            </a:rPr>
            <a:t>external addresses dynamically</a:t>
          </a:r>
        </a:p>
      </dgm:t>
    </dgm:pt>
    <dgm:pt modelId="{F0FDD109-5F83-4586-95EB-B24B5327F407}" type="parTrans" cxnId="{207EEB6B-C4FC-4A22-B137-B8A5EF8BBA95}">
      <dgm:prSet/>
      <dgm:spPr/>
      <dgm:t>
        <a:bodyPr/>
        <a:lstStyle/>
        <a:p>
          <a:endParaRPr lang="en-US" sz="1600"/>
        </a:p>
      </dgm:t>
    </dgm:pt>
    <dgm:pt modelId="{3ACF132E-8C74-4229-B553-25263C77AAEB}" type="sibTrans" cxnId="{207EEB6B-C4FC-4A22-B137-B8A5EF8BBA95}">
      <dgm:prSet/>
      <dgm:spPr/>
      <dgm:t>
        <a:bodyPr/>
        <a:lstStyle/>
        <a:p>
          <a:endParaRPr lang="en-US" sz="1600"/>
        </a:p>
      </dgm:t>
    </dgm:pt>
    <dgm:pt modelId="{132269FD-18C8-4FF3-8C24-FAAFDFA0B9BD}">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Allows a larger number of devices to share </a:t>
          </a:r>
          <a:br>
            <a:rPr lang="en-US" sz="1600" dirty="0">
              <a:solidFill>
                <a:srgbClr val="20282F"/>
              </a:solidFill>
            </a:rPr>
          </a:br>
          <a:r>
            <a:rPr lang="en-US" sz="1600" dirty="0">
              <a:solidFill>
                <a:srgbClr val="20282F"/>
              </a:solidFill>
            </a:rPr>
            <a:t>the same external IP address</a:t>
          </a:r>
        </a:p>
      </dgm:t>
    </dgm:pt>
    <dgm:pt modelId="{36ADA07F-4BBA-4897-BBEB-50428B863E99}" type="parTrans" cxnId="{992B60F9-3237-4907-8939-42D4C7C507DB}">
      <dgm:prSet/>
      <dgm:spPr/>
      <dgm:t>
        <a:bodyPr/>
        <a:lstStyle/>
        <a:p>
          <a:endParaRPr lang="en-US" sz="1600"/>
        </a:p>
      </dgm:t>
    </dgm:pt>
    <dgm:pt modelId="{4DE20EAD-7247-4F70-8000-E19130CC54ED}" type="sibTrans" cxnId="{992B60F9-3237-4907-8939-42D4C7C507DB}">
      <dgm:prSet/>
      <dgm:spPr/>
      <dgm:t>
        <a:bodyPr/>
        <a:lstStyle/>
        <a:p>
          <a:endParaRPr lang="en-US" sz="1600"/>
        </a:p>
      </dgm:t>
    </dgm:pt>
    <dgm:pt modelId="{5CCB1BAF-EEC1-204F-A5C9-6CB0FB7E41C0}" type="pres">
      <dgm:prSet presAssocID="{538B536B-7B53-4B7A-B74E-A54A2263297D}" presName="linear" presStyleCnt="0">
        <dgm:presLayoutVars>
          <dgm:dir/>
          <dgm:animLvl val="lvl"/>
          <dgm:resizeHandles val="exact"/>
        </dgm:presLayoutVars>
      </dgm:prSet>
      <dgm:spPr/>
    </dgm:pt>
    <dgm:pt modelId="{F98E1C01-9FB7-384F-AEF8-60F7EB6B91C8}" type="pres">
      <dgm:prSet presAssocID="{92368099-047A-4B1F-98C7-B594A8F944F6}" presName="parentLin" presStyleCnt="0"/>
      <dgm:spPr/>
    </dgm:pt>
    <dgm:pt modelId="{04DFE3D1-6534-1D4B-A936-4EFC2C386A38}" type="pres">
      <dgm:prSet presAssocID="{92368099-047A-4B1F-98C7-B594A8F944F6}" presName="parentLeftMargin" presStyleLbl="node1" presStyleIdx="0" presStyleCnt="2"/>
      <dgm:spPr/>
    </dgm:pt>
    <dgm:pt modelId="{3F6AD354-FC3A-F342-9774-DC0C456E5D22}" type="pres">
      <dgm:prSet presAssocID="{92368099-047A-4B1F-98C7-B594A8F944F6}" presName="parentText" presStyleLbl="node1" presStyleIdx="0" presStyleCnt="2">
        <dgm:presLayoutVars>
          <dgm:chMax val="0"/>
          <dgm:bulletEnabled val="1"/>
        </dgm:presLayoutVars>
      </dgm:prSet>
      <dgm:spPr/>
    </dgm:pt>
    <dgm:pt modelId="{0BD2D6AF-9AFB-A045-8A6D-23CAD6EE95DF}" type="pres">
      <dgm:prSet presAssocID="{92368099-047A-4B1F-98C7-B594A8F944F6}" presName="negativeSpace" presStyleCnt="0"/>
      <dgm:spPr/>
    </dgm:pt>
    <dgm:pt modelId="{96D6759C-4E00-8946-8341-913CED3B9879}" type="pres">
      <dgm:prSet presAssocID="{92368099-047A-4B1F-98C7-B594A8F944F6}" presName="childText" presStyleLbl="conFgAcc1" presStyleIdx="0" presStyleCnt="2">
        <dgm:presLayoutVars>
          <dgm:bulletEnabled val="1"/>
        </dgm:presLayoutVars>
      </dgm:prSet>
      <dgm:spPr/>
    </dgm:pt>
    <dgm:pt modelId="{0A8C0936-2CB5-E542-AEF4-894AF6CB124E}" type="pres">
      <dgm:prSet presAssocID="{05DF2350-A702-4554-95E8-E0482F3DC177}" presName="spaceBetweenRectangles" presStyleCnt="0"/>
      <dgm:spPr/>
    </dgm:pt>
    <dgm:pt modelId="{0CF6F845-4224-4141-A593-5904CE0AFF67}" type="pres">
      <dgm:prSet presAssocID="{CE18F773-4AD8-4AA1-B517-6DB5D5E62668}" presName="parentLin" presStyleCnt="0"/>
      <dgm:spPr/>
    </dgm:pt>
    <dgm:pt modelId="{197D4964-44CF-364F-8FB2-687C919E43D7}" type="pres">
      <dgm:prSet presAssocID="{CE18F773-4AD8-4AA1-B517-6DB5D5E62668}" presName="parentLeftMargin" presStyleLbl="node1" presStyleIdx="0" presStyleCnt="2"/>
      <dgm:spPr/>
    </dgm:pt>
    <dgm:pt modelId="{A69E400F-0061-9244-BAE8-F9891FE572EC}" type="pres">
      <dgm:prSet presAssocID="{CE18F773-4AD8-4AA1-B517-6DB5D5E62668}" presName="parentText" presStyleLbl="node1" presStyleIdx="1" presStyleCnt="2">
        <dgm:presLayoutVars>
          <dgm:chMax val="0"/>
          <dgm:bulletEnabled val="1"/>
        </dgm:presLayoutVars>
      </dgm:prSet>
      <dgm:spPr/>
    </dgm:pt>
    <dgm:pt modelId="{2B95EEB4-DB7C-454F-BC4B-F1523DDF59F3}" type="pres">
      <dgm:prSet presAssocID="{CE18F773-4AD8-4AA1-B517-6DB5D5E62668}" presName="negativeSpace" presStyleCnt="0"/>
      <dgm:spPr/>
    </dgm:pt>
    <dgm:pt modelId="{5592A7BC-F94A-B246-830B-16BE5C3C0956}" type="pres">
      <dgm:prSet presAssocID="{CE18F773-4AD8-4AA1-B517-6DB5D5E62668}" presName="childText" presStyleLbl="conFgAcc1" presStyleIdx="1" presStyleCnt="2">
        <dgm:presLayoutVars>
          <dgm:bulletEnabled val="1"/>
        </dgm:presLayoutVars>
      </dgm:prSet>
      <dgm:spPr/>
    </dgm:pt>
  </dgm:ptLst>
  <dgm:cxnLst>
    <dgm:cxn modelId="{1E936814-C87B-5E41-9168-6E38F4216EA0}" type="presOf" srcId="{2C999B8F-E438-4053-96C6-2BCA887C98B7}" destId="{5592A7BC-F94A-B246-830B-16BE5C3C0956}" srcOrd="0" destOrd="1" presId="urn:microsoft.com/office/officeart/2005/8/layout/list1"/>
    <dgm:cxn modelId="{25A8C81B-775B-EB47-A311-2F848804873D}" type="presOf" srcId="{CE18F773-4AD8-4AA1-B517-6DB5D5E62668}" destId="{197D4964-44CF-364F-8FB2-687C919E43D7}" srcOrd="0" destOrd="0" presId="urn:microsoft.com/office/officeart/2005/8/layout/list1"/>
    <dgm:cxn modelId="{EF47D02C-7859-AC42-853B-697DF3F1E3F5}" type="presOf" srcId="{92368099-047A-4B1F-98C7-B594A8F944F6}" destId="{04DFE3D1-6534-1D4B-A936-4EFC2C386A38}" srcOrd="0" destOrd="0" presId="urn:microsoft.com/office/officeart/2005/8/layout/list1"/>
    <dgm:cxn modelId="{369DE84A-ADBB-0B42-9FF7-E1F84EFCE455}" type="presOf" srcId="{CE18F773-4AD8-4AA1-B517-6DB5D5E62668}" destId="{A69E400F-0061-9244-BAE8-F9891FE572EC}" srcOrd="1" destOrd="0" presId="urn:microsoft.com/office/officeart/2005/8/layout/list1"/>
    <dgm:cxn modelId="{207EEB6B-C4FC-4A22-B137-B8A5EF8BBA95}" srcId="{92368099-047A-4B1F-98C7-B594A8F944F6}" destId="{29273ED3-7DA8-45C3-8745-E65716E8A818}" srcOrd="0" destOrd="0" parTransId="{F0FDD109-5F83-4586-95EB-B24B5327F407}" sibTransId="{3ACF132E-8C74-4229-B553-25263C77AAEB}"/>
    <dgm:cxn modelId="{DF96405A-75FE-4C5E-8817-75D6AF2BDF1E}" srcId="{538B536B-7B53-4B7A-B74E-A54A2263297D}" destId="{92368099-047A-4B1F-98C7-B594A8F944F6}" srcOrd="0" destOrd="0" parTransId="{F6681122-1529-4D49-AAFD-F1ACADCECF25}" sibTransId="{05DF2350-A702-4554-95E8-E0482F3DC177}"/>
    <dgm:cxn modelId="{8E4D4193-2687-A24F-93BC-C8E1A99E9CE4}" type="presOf" srcId="{29273ED3-7DA8-45C3-8745-E65716E8A818}" destId="{96D6759C-4E00-8946-8341-913CED3B9879}" srcOrd="0" destOrd="0" presId="urn:microsoft.com/office/officeart/2005/8/layout/list1"/>
    <dgm:cxn modelId="{85CA1B9B-5CDF-254F-A2F7-0A75748FF069}" type="presOf" srcId="{538B536B-7B53-4B7A-B74E-A54A2263297D}" destId="{5CCB1BAF-EEC1-204F-A5C9-6CB0FB7E41C0}" srcOrd="0" destOrd="0" presId="urn:microsoft.com/office/officeart/2005/8/layout/list1"/>
    <dgm:cxn modelId="{8296279D-29F1-4D96-8E0E-FB8F691268CF}" srcId="{CE18F773-4AD8-4AA1-B517-6DB5D5E62668}" destId="{2C999B8F-E438-4053-96C6-2BCA887C98B7}" srcOrd="1" destOrd="0" parTransId="{9FC9B64A-CAC7-4C36-ABE6-D4BA91F7A6DA}" sibTransId="{74367799-FF9E-4EF6-BA61-100FD9D5ADC2}"/>
    <dgm:cxn modelId="{EDF132A2-C1B1-2C44-BFB1-B4E3202EF7B9}" type="presOf" srcId="{E66A09D4-B4B9-4099-B150-1EBB162BB5F1}" destId="{5592A7BC-F94A-B246-830B-16BE5C3C0956}" srcOrd="0" destOrd="0" presId="urn:microsoft.com/office/officeart/2005/8/layout/list1"/>
    <dgm:cxn modelId="{FA6A83AB-4FC8-3B41-96F7-8892DC3DF198}" type="presOf" srcId="{132269FD-18C8-4FF3-8C24-FAAFDFA0B9BD}" destId="{96D6759C-4E00-8946-8341-913CED3B9879}" srcOrd="0" destOrd="1" presId="urn:microsoft.com/office/officeart/2005/8/layout/list1"/>
    <dgm:cxn modelId="{DAD7CDB3-3E54-564C-81E3-EB103119B2B3}" type="presOf" srcId="{92368099-047A-4B1F-98C7-B594A8F944F6}" destId="{3F6AD354-FC3A-F342-9774-DC0C456E5D22}" srcOrd="1" destOrd="0" presId="urn:microsoft.com/office/officeart/2005/8/layout/list1"/>
    <dgm:cxn modelId="{9719F5D2-530C-4DB9-B1F1-E3FF06EBBFE5}" srcId="{CE18F773-4AD8-4AA1-B517-6DB5D5E62668}" destId="{E66A09D4-B4B9-4099-B150-1EBB162BB5F1}" srcOrd="0" destOrd="0" parTransId="{62B487BD-221D-4C01-A04C-E671372C9075}" sibTransId="{50D6B486-0979-4E20-BEAF-1E6FD0122605}"/>
    <dgm:cxn modelId="{992B60F9-3237-4907-8939-42D4C7C507DB}" srcId="{92368099-047A-4B1F-98C7-B594A8F944F6}" destId="{132269FD-18C8-4FF3-8C24-FAAFDFA0B9BD}" srcOrd="1" destOrd="0" parTransId="{36ADA07F-4BBA-4897-BBEB-50428B863E99}" sibTransId="{4DE20EAD-7247-4F70-8000-E19130CC54ED}"/>
    <dgm:cxn modelId="{FADCDEFF-0EDA-4445-986F-174C082E5668}" srcId="{538B536B-7B53-4B7A-B74E-A54A2263297D}" destId="{CE18F773-4AD8-4AA1-B517-6DB5D5E62668}" srcOrd="1" destOrd="0" parTransId="{ADD170F4-C5FC-46EE-ACE5-BF32C61A6A09}" sibTransId="{37AB3C8B-DDA9-4A69-9C2E-59C294148262}"/>
    <dgm:cxn modelId="{EDC5CDD5-1F7A-9C48-9F8B-86FACB745872}" type="presParOf" srcId="{5CCB1BAF-EEC1-204F-A5C9-6CB0FB7E41C0}" destId="{F98E1C01-9FB7-384F-AEF8-60F7EB6B91C8}" srcOrd="0" destOrd="0" presId="urn:microsoft.com/office/officeart/2005/8/layout/list1"/>
    <dgm:cxn modelId="{FB665BE1-84E5-7F4A-8F57-B3CB62C11D1D}" type="presParOf" srcId="{F98E1C01-9FB7-384F-AEF8-60F7EB6B91C8}" destId="{04DFE3D1-6534-1D4B-A936-4EFC2C386A38}" srcOrd="0" destOrd="0" presId="urn:microsoft.com/office/officeart/2005/8/layout/list1"/>
    <dgm:cxn modelId="{176CC33A-B4A0-9945-8764-28CA5FB08830}" type="presParOf" srcId="{F98E1C01-9FB7-384F-AEF8-60F7EB6B91C8}" destId="{3F6AD354-FC3A-F342-9774-DC0C456E5D22}" srcOrd="1" destOrd="0" presId="urn:microsoft.com/office/officeart/2005/8/layout/list1"/>
    <dgm:cxn modelId="{B07C6890-8926-004E-B3A6-261CE1059426}" type="presParOf" srcId="{5CCB1BAF-EEC1-204F-A5C9-6CB0FB7E41C0}" destId="{0BD2D6AF-9AFB-A045-8A6D-23CAD6EE95DF}" srcOrd="1" destOrd="0" presId="urn:microsoft.com/office/officeart/2005/8/layout/list1"/>
    <dgm:cxn modelId="{2DD7EED9-6996-7D42-8DF4-A261E919CE4D}" type="presParOf" srcId="{5CCB1BAF-EEC1-204F-A5C9-6CB0FB7E41C0}" destId="{96D6759C-4E00-8946-8341-913CED3B9879}" srcOrd="2" destOrd="0" presId="urn:microsoft.com/office/officeart/2005/8/layout/list1"/>
    <dgm:cxn modelId="{62581890-CB46-4949-A123-B2349DBB4C99}" type="presParOf" srcId="{5CCB1BAF-EEC1-204F-A5C9-6CB0FB7E41C0}" destId="{0A8C0936-2CB5-E542-AEF4-894AF6CB124E}" srcOrd="3" destOrd="0" presId="urn:microsoft.com/office/officeart/2005/8/layout/list1"/>
    <dgm:cxn modelId="{B4BD3AC5-0620-CF4F-BBE5-44DA5FF6408B}" type="presParOf" srcId="{5CCB1BAF-EEC1-204F-A5C9-6CB0FB7E41C0}" destId="{0CF6F845-4224-4141-A593-5904CE0AFF67}" srcOrd="4" destOrd="0" presId="urn:microsoft.com/office/officeart/2005/8/layout/list1"/>
    <dgm:cxn modelId="{A4C9E681-FD26-D645-AE8C-7599AA27FF11}" type="presParOf" srcId="{0CF6F845-4224-4141-A593-5904CE0AFF67}" destId="{197D4964-44CF-364F-8FB2-687C919E43D7}" srcOrd="0" destOrd="0" presId="urn:microsoft.com/office/officeart/2005/8/layout/list1"/>
    <dgm:cxn modelId="{5BE1B335-F274-9746-B2AB-C4D21C50E286}" type="presParOf" srcId="{0CF6F845-4224-4141-A593-5904CE0AFF67}" destId="{A69E400F-0061-9244-BAE8-F9891FE572EC}" srcOrd="1" destOrd="0" presId="urn:microsoft.com/office/officeart/2005/8/layout/list1"/>
    <dgm:cxn modelId="{1BCD6475-8B74-264D-955B-B4DCF8C06DBC}" type="presParOf" srcId="{5CCB1BAF-EEC1-204F-A5C9-6CB0FB7E41C0}" destId="{2B95EEB4-DB7C-454F-BC4B-F1523DDF59F3}" srcOrd="5" destOrd="0" presId="urn:microsoft.com/office/officeart/2005/8/layout/list1"/>
    <dgm:cxn modelId="{B66E7286-9435-A448-AB5E-720A31D36EBE}" type="presParOf" srcId="{5CCB1BAF-EEC1-204F-A5C9-6CB0FB7E41C0}" destId="{5592A7BC-F94A-B246-830B-16BE5C3C095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81F1FED-F1BC-4322-9618-40405D095F4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EF569AA-335E-4BA1-B90B-35CFA5FCD720}">
      <dgm:prSet phldrT="[Text]" custT="1"/>
      <dgm:spPr>
        <a:solidFill>
          <a:srgbClr val="004F71"/>
        </a:solidFill>
      </dgm:spPr>
      <dgm:t>
        <a:bodyPr/>
        <a:lstStyle/>
        <a:p>
          <a:r>
            <a:rPr lang="en-US" sz="1800" dirty="0"/>
            <a:t>An edge router…</a:t>
          </a:r>
        </a:p>
      </dgm:t>
    </dgm:pt>
    <dgm:pt modelId="{91B4C3B1-F8B3-4327-844C-5E1E7239D6A4}" type="parTrans" cxnId="{CA49CA92-971B-4820-9BF0-733182931549}">
      <dgm:prSet/>
      <dgm:spPr/>
      <dgm:t>
        <a:bodyPr/>
        <a:lstStyle/>
        <a:p>
          <a:endParaRPr lang="en-US"/>
        </a:p>
      </dgm:t>
    </dgm:pt>
    <dgm:pt modelId="{CDF49195-5609-47ED-910F-F91B344AAB13}" type="sibTrans" cxnId="{CA49CA92-971B-4820-9BF0-733182931549}">
      <dgm:prSet/>
      <dgm:spPr/>
      <dgm:t>
        <a:bodyPr/>
        <a:lstStyle/>
        <a:p>
          <a:endParaRPr lang="en-US"/>
        </a:p>
      </dgm:t>
    </dgm:pt>
    <dgm:pt modelId="{4052A605-DFE8-420F-8596-C9C3CA8BA986}">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Is located at the boundary of a network that connects to external networks (e.g., the Internet).</a:t>
          </a:r>
        </a:p>
      </dgm:t>
    </dgm:pt>
    <dgm:pt modelId="{70259C2D-AF92-4C49-8B29-2D02143BED4A}" type="parTrans" cxnId="{CF94C813-F8FE-4739-9A22-9DE0280DAFBE}">
      <dgm:prSet/>
      <dgm:spPr/>
      <dgm:t>
        <a:bodyPr/>
        <a:lstStyle/>
        <a:p>
          <a:endParaRPr lang="en-US"/>
        </a:p>
      </dgm:t>
    </dgm:pt>
    <dgm:pt modelId="{7EDB9644-1295-426B-A5F9-959173001B75}" type="sibTrans" cxnId="{CF94C813-F8FE-4739-9A22-9DE0280DAFBE}">
      <dgm:prSet/>
      <dgm:spPr/>
      <dgm:t>
        <a:bodyPr/>
        <a:lstStyle/>
        <a:p>
          <a:endParaRPr lang="en-US"/>
        </a:p>
      </dgm:t>
    </dgm:pt>
    <dgm:pt modelId="{0E0D7E3E-C237-469A-85B5-D06FCAD3301F}">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Manages the flow of data between the internal </a:t>
          </a:r>
          <a:br>
            <a:rPr lang="en-US" sz="1800" dirty="0">
              <a:solidFill>
                <a:srgbClr val="20282F"/>
              </a:solidFill>
            </a:rPr>
          </a:br>
          <a:r>
            <a:rPr lang="en-US" sz="1800" dirty="0">
              <a:solidFill>
                <a:srgbClr val="20282F"/>
              </a:solidFill>
            </a:rPr>
            <a:t>and external networks. </a:t>
          </a:r>
        </a:p>
      </dgm:t>
    </dgm:pt>
    <dgm:pt modelId="{74D6CC3D-4477-4708-9955-6065D61B9233}" type="parTrans" cxnId="{41405352-82BC-4AB4-9F99-42E8671B1664}">
      <dgm:prSet/>
      <dgm:spPr/>
      <dgm:t>
        <a:bodyPr/>
        <a:lstStyle/>
        <a:p>
          <a:endParaRPr lang="en-US"/>
        </a:p>
      </dgm:t>
    </dgm:pt>
    <dgm:pt modelId="{1C10972A-D0FC-4610-864B-1B98CC2A6B6D}" type="sibTrans" cxnId="{41405352-82BC-4AB4-9F99-42E8671B1664}">
      <dgm:prSet/>
      <dgm:spPr/>
      <dgm:t>
        <a:bodyPr/>
        <a:lstStyle/>
        <a:p>
          <a:endParaRPr lang="en-US"/>
        </a:p>
      </dgm:t>
    </dgm:pt>
    <dgm:pt modelId="{B2F127B1-5029-4AAC-9554-8CD44B653D23}">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Routes data to its destination, performs NAT, </a:t>
          </a:r>
          <a:br>
            <a:rPr lang="en-US" sz="1800" dirty="0">
              <a:solidFill>
                <a:srgbClr val="20282F"/>
              </a:solidFill>
            </a:rPr>
          </a:br>
          <a:r>
            <a:rPr lang="en-US" sz="1800" dirty="0">
              <a:solidFill>
                <a:srgbClr val="20282F"/>
              </a:solidFill>
            </a:rPr>
            <a:t>and applies security measures.</a:t>
          </a:r>
        </a:p>
      </dgm:t>
    </dgm:pt>
    <dgm:pt modelId="{59B0A53F-3E66-4E62-81E3-EB6136E1732F}" type="parTrans" cxnId="{C3FB7F84-4332-44A9-B5B3-88724C73EB35}">
      <dgm:prSet/>
      <dgm:spPr/>
      <dgm:t>
        <a:bodyPr/>
        <a:lstStyle/>
        <a:p>
          <a:endParaRPr lang="en-US"/>
        </a:p>
      </dgm:t>
    </dgm:pt>
    <dgm:pt modelId="{E7F2FE13-3D55-45A1-9E0F-DB552A9825D1}" type="sibTrans" cxnId="{C3FB7F84-4332-44A9-B5B3-88724C73EB35}">
      <dgm:prSet/>
      <dgm:spPr/>
      <dgm:t>
        <a:bodyPr/>
        <a:lstStyle/>
        <a:p>
          <a:endParaRPr lang="en-US"/>
        </a:p>
      </dgm:t>
    </dgm:pt>
    <dgm:pt modelId="{755F7F81-C01F-4808-B94C-D005C6A5F259}" type="pres">
      <dgm:prSet presAssocID="{881F1FED-F1BC-4322-9618-40405D095F4E}" presName="linear" presStyleCnt="0">
        <dgm:presLayoutVars>
          <dgm:dir/>
          <dgm:animLvl val="lvl"/>
          <dgm:resizeHandles val="exact"/>
        </dgm:presLayoutVars>
      </dgm:prSet>
      <dgm:spPr/>
    </dgm:pt>
    <dgm:pt modelId="{ED66B4A7-6155-465D-BE13-B8D86E12264D}" type="pres">
      <dgm:prSet presAssocID="{8EF569AA-335E-4BA1-B90B-35CFA5FCD720}" presName="parentLin" presStyleCnt="0"/>
      <dgm:spPr/>
    </dgm:pt>
    <dgm:pt modelId="{5BBAF712-E6F8-416A-8A2E-8F6E54A70F91}" type="pres">
      <dgm:prSet presAssocID="{8EF569AA-335E-4BA1-B90B-35CFA5FCD720}" presName="parentLeftMargin" presStyleLbl="node1" presStyleIdx="0" presStyleCnt="1"/>
      <dgm:spPr/>
    </dgm:pt>
    <dgm:pt modelId="{C3EDD046-367D-4D66-9D0B-C6B8E6269E6D}" type="pres">
      <dgm:prSet presAssocID="{8EF569AA-335E-4BA1-B90B-35CFA5FCD720}" presName="parentText" presStyleLbl="node1" presStyleIdx="0" presStyleCnt="1">
        <dgm:presLayoutVars>
          <dgm:chMax val="0"/>
          <dgm:bulletEnabled val="1"/>
        </dgm:presLayoutVars>
      </dgm:prSet>
      <dgm:spPr/>
    </dgm:pt>
    <dgm:pt modelId="{25855403-C0A6-4BE8-BA07-ED03074793A1}" type="pres">
      <dgm:prSet presAssocID="{8EF569AA-335E-4BA1-B90B-35CFA5FCD720}" presName="negativeSpace" presStyleCnt="0"/>
      <dgm:spPr/>
    </dgm:pt>
    <dgm:pt modelId="{E70BC9FD-7BAE-47B9-BEC3-8D4D57CA4E41}" type="pres">
      <dgm:prSet presAssocID="{8EF569AA-335E-4BA1-B90B-35CFA5FCD720}" presName="childText" presStyleLbl="conFgAcc1" presStyleIdx="0" presStyleCnt="1" custLinFactNeighborX="-178">
        <dgm:presLayoutVars>
          <dgm:bulletEnabled val="1"/>
        </dgm:presLayoutVars>
      </dgm:prSet>
      <dgm:spPr/>
    </dgm:pt>
  </dgm:ptLst>
  <dgm:cxnLst>
    <dgm:cxn modelId="{CF94C813-F8FE-4739-9A22-9DE0280DAFBE}" srcId="{8EF569AA-335E-4BA1-B90B-35CFA5FCD720}" destId="{4052A605-DFE8-420F-8596-C9C3CA8BA986}" srcOrd="0" destOrd="0" parTransId="{70259C2D-AF92-4C49-8B29-2D02143BED4A}" sibTransId="{7EDB9644-1295-426B-A5F9-959173001B75}"/>
    <dgm:cxn modelId="{E7B95F3D-08C9-4558-828B-90BB12F4AA6F}" type="presOf" srcId="{0E0D7E3E-C237-469A-85B5-D06FCAD3301F}" destId="{E70BC9FD-7BAE-47B9-BEC3-8D4D57CA4E41}" srcOrd="0" destOrd="1" presId="urn:microsoft.com/office/officeart/2005/8/layout/list1"/>
    <dgm:cxn modelId="{16EA5B62-E8D1-49BB-84DC-C6857317A0DB}" type="presOf" srcId="{881F1FED-F1BC-4322-9618-40405D095F4E}" destId="{755F7F81-C01F-4808-B94C-D005C6A5F259}" srcOrd="0" destOrd="0" presId="urn:microsoft.com/office/officeart/2005/8/layout/list1"/>
    <dgm:cxn modelId="{41405352-82BC-4AB4-9F99-42E8671B1664}" srcId="{8EF569AA-335E-4BA1-B90B-35CFA5FCD720}" destId="{0E0D7E3E-C237-469A-85B5-D06FCAD3301F}" srcOrd="1" destOrd="0" parTransId="{74D6CC3D-4477-4708-9955-6065D61B9233}" sibTransId="{1C10972A-D0FC-4610-864B-1B98CC2A6B6D}"/>
    <dgm:cxn modelId="{6AC8B57D-675A-4AB8-ABE9-2A5E7F8BDEBD}" type="presOf" srcId="{8EF569AA-335E-4BA1-B90B-35CFA5FCD720}" destId="{5BBAF712-E6F8-416A-8A2E-8F6E54A70F91}" srcOrd="0" destOrd="0" presId="urn:microsoft.com/office/officeart/2005/8/layout/list1"/>
    <dgm:cxn modelId="{C3FB7F84-4332-44A9-B5B3-88724C73EB35}" srcId="{8EF569AA-335E-4BA1-B90B-35CFA5FCD720}" destId="{B2F127B1-5029-4AAC-9554-8CD44B653D23}" srcOrd="2" destOrd="0" parTransId="{59B0A53F-3E66-4E62-81E3-EB6136E1732F}" sibTransId="{E7F2FE13-3D55-45A1-9E0F-DB552A9825D1}"/>
    <dgm:cxn modelId="{FF6A5D8D-7E91-4114-8896-27E8115474F2}" type="presOf" srcId="{B2F127B1-5029-4AAC-9554-8CD44B653D23}" destId="{E70BC9FD-7BAE-47B9-BEC3-8D4D57CA4E41}" srcOrd="0" destOrd="2" presId="urn:microsoft.com/office/officeart/2005/8/layout/list1"/>
    <dgm:cxn modelId="{CA49CA92-971B-4820-9BF0-733182931549}" srcId="{881F1FED-F1BC-4322-9618-40405D095F4E}" destId="{8EF569AA-335E-4BA1-B90B-35CFA5FCD720}" srcOrd="0" destOrd="0" parTransId="{91B4C3B1-F8B3-4327-844C-5E1E7239D6A4}" sibTransId="{CDF49195-5609-47ED-910F-F91B344AAB13}"/>
    <dgm:cxn modelId="{12EAC4CC-BF72-4EC8-AE72-D9EAF531A168}" type="presOf" srcId="{4052A605-DFE8-420F-8596-C9C3CA8BA986}" destId="{E70BC9FD-7BAE-47B9-BEC3-8D4D57CA4E41}" srcOrd="0" destOrd="0" presId="urn:microsoft.com/office/officeart/2005/8/layout/list1"/>
    <dgm:cxn modelId="{1D412BF0-8BC9-4C23-A4CD-EBBBBCE5BF66}" type="presOf" srcId="{8EF569AA-335E-4BA1-B90B-35CFA5FCD720}" destId="{C3EDD046-367D-4D66-9D0B-C6B8E6269E6D}" srcOrd="1" destOrd="0" presId="urn:microsoft.com/office/officeart/2005/8/layout/list1"/>
    <dgm:cxn modelId="{C8565FA3-0BD4-41C4-8917-80C7695C010D}" type="presParOf" srcId="{755F7F81-C01F-4808-B94C-D005C6A5F259}" destId="{ED66B4A7-6155-465D-BE13-B8D86E12264D}" srcOrd="0" destOrd="0" presId="urn:microsoft.com/office/officeart/2005/8/layout/list1"/>
    <dgm:cxn modelId="{EBC644FA-F180-4D5A-B031-46FF9867D391}" type="presParOf" srcId="{ED66B4A7-6155-465D-BE13-B8D86E12264D}" destId="{5BBAF712-E6F8-416A-8A2E-8F6E54A70F91}" srcOrd="0" destOrd="0" presId="urn:microsoft.com/office/officeart/2005/8/layout/list1"/>
    <dgm:cxn modelId="{91AD2CAE-8501-4692-991E-609FEAA161C7}" type="presParOf" srcId="{ED66B4A7-6155-465D-BE13-B8D86E12264D}" destId="{C3EDD046-367D-4D66-9D0B-C6B8E6269E6D}" srcOrd="1" destOrd="0" presId="urn:microsoft.com/office/officeart/2005/8/layout/list1"/>
    <dgm:cxn modelId="{1EEC4759-D6B4-4A7E-B355-EF5144264E6F}" type="presParOf" srcId="{755F7F81-C01F-4808-B94C-D005C6A5F259}" destId="{25855403-C0A6-4BE8-BA07-ED03074793A1}" srcOrd="1" destOrd="0" presId="urn:microsoft.com/office/officeart/2005/8/layout/list1"/>
    <dgm:cxn modelId="{5D73D7BC-7417-4BD4-9261-3E2255DF6196}" type="presParOf" srcId="{755F7F81-C01F-4808-B94C-D005C6A5F259}" destId="{E70BC9FD-7BAE-47B9-BEC3-8D4D57CA4E41}"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76350D9-03EC-2149-803C-6BD14338E9B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58F973D-BA6A-EC49-89F6-F24AAF2E6138}">
      <dgm:prSet/>
      <dgm:spPr/>
      <dgm:t>
        <a:bodyPr/>
        <a:lstStyle/>
        <a:p>
          <a:r>
            <a:rPr lang="en-US" dirty="0"/>
            <a:t>Customer Edge (CE)</a:t>
          </a:r>
        </a:p>
      </dgm:t>
    </dgm:pt>
    <dgm:pt modelId="{CBEB49C8-F594-6D4E-835F-FBC6A5F469E3}" type="parTrans" cxnId="{2A707A3E-D14B-1147-B295-7483471DDC27}">
      <dgm:prSet/>
      <dgm:spPr/>
      <dgm:t>
        <a:bodyPr/>
        <a:lstStyle/>
        <a:p>
          <a:endParaRPr lang="en-US"/>
        </a:p>
      </dgm:t>
    </dgm:pt>
    <dgm:pt modelId="{43686FEF-BF52-024D-AA23-F404DA3FEB60}" type="sibTrans" cxnId="{2A707A3E-D14B-1147-B295-7483471DDC27}">
      <dgm:prSet/>
      <dgm:spPr/>
      <dgm:t>
        <a:bodyPr/>
        <a:lstStyle/>
        <a:p>
          <a:endParaRPr lang="en-US"/>
        </a:p>
      </dgm:t>
    </dgm:pt>
    <dgm:pt modelId="{868F0B41-0D70-8440-98C3-CA2A8FCD818B}">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Located at the edge of a customer’s network</a:t>
          </a:r>
        </a:p>
      </dgm:t>
    </dgm:pt>
    <dgm:pt modelId="{D92A36C5-8006-6647-95CB-C4647B8B9C5B}" type="parTrans" cxnId="{65F3F956-F2A3-A84C-9B71-D118933189C1}">
      <dgm:prSet/>
      <dgm:spPr/>
      <dgm:t>
        <a:bodyPr/>
        <a:lstStyle/>
        <a:p>
          <a:endParaRPr lang="en-US"/>
        </a:p>
      </dgm:t>
    </dgm:pt>
    <dgm:pt modelId="{44C326DA-2402-7C4B-8FB5-FEA8A3903E5C}" type="sibTrans" cxnId="{65F3F956-F2A3-A84C-9B71-D118933189C1}">
      <dgm:prSet/>
      <dgm:spPr/>
      <dgm:t>
        <a:bodyPr/>
        <a:lstStyle/>
        <a:p>
          <a:endParaRPr lang="en-US"/>
        </a:p>
      </dgm:t>
    </dgm:pt>
    <dgm:pt modelId="{22EAC16F-3DA7-244D-82D8-128526D0D689}">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Connects customer’s internal network to provider’s network, acting as a security barrier for the customer’s network</a:t>
          </a:r>
        </a:p>
      </dgm:t>
    </dgm:pt>
    <dgm:pt modelId="{5C0EA167-CADB-1A4B-A4C4-D62628F7995C}" type="parTrans" cxnId="{01E33BE9-F1F8-3A40-AAFF-00A0B3233272}">
      <dgm:prSet/>
      <dgm:spPr/>
      <dgm:t>
        <a:bodyPr/>
        <a:lstStyle/>
        <a:p>
          <a:endParaRPr lang="en-US"/>
        </a:p>
      </dgm:t>
    </dgm:pt>
    <dgm:pt modelId="{BF4EACD2-41A6-A647-B7C5-D0C46E67E0FB}" type="sibTrans" cxnId="{01E33BE9-F1F8-3A40-AAFF-00A0B3233272}">
      <dgm:prSet/>
      <dgm:spPr/>
      <dgm:t>
        <a:bodyPr/>
        <a:lstStyle/>
        <a:p>
          <a:endParaRPr lang="en-US"/>
        </a:p>
      </dgm:t>
    </dgm:pt>
    <dgm:pt modelId="{C6846190-3C62-E84D-B675-087D91C8BB8E}">
      <dgm:prSet/>
      <dgm:spPr/>
      <dgm:t>
        <a:bodyPr/>
        <a:lstStyle/>
        <a:p>
          <a:r>
            <a:rPr lang="en-US" dirty="0"/>
            <a:t>Provider’s Edge (PE)</a:t>
          </a:r>
        </a:p>
      </dgm:t>
    </dgm:pt>
    <dgm:pt modelId="{924D2C75-6F25-8749-A12B-3DBEE1123BED}" type="parTrans" cxnId="{82C296D9-369F-CE4F-A7BC-A9D13BEB598B}">
      <dgm:prSet/>
      <dgm:spPr/>
      <dgm:t>
        <a:bodyPr/>
        <a:lstStyle/>
        <a:p>
          <a:endParaRPr lang="en-US"/>
        </a:p>
      </dgm:t>
    </dgm:pt>
    <dgm:pt modelId="{84488741-AF68-4747-8BA4-2BA59A888E86}" type="sibTrans" cxnId="{82C296D9-369F-CE4F-A7BC-A9D13BEB598B}">
      <dgm:prSet/>
      <dgm:spPr/>
      <dgm:t>
        <a:bodyPr/>
        <a:lstStyle/>
        <a:p>
          <a:endParaRPr lang="en-US"/>
        </a:p>
      </dgm:t>
    </dgm:pt>
    <dgm:pt modelId="{033CA70B-7660-DB48-9AFB-34602BD550ED}">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Located at the edge of a provider’s network</a:t>
          </a:r>
        </a:p>
      </dgm:t>
    </dgm:pt>
    <dgm:pt modelId="{97106BB1-62A8-1941-96CB-2A89373801DB}" type="parTrans" cxnId="{0584E8AC-D9EC-EA4D-B9B4-929CD3FA38C5}">
      <dgm:prSet/>
      <dgm:spPr/>
      <dgm:t>
        <a:bodyPr/>
        <a:lstStyle/>
        <a:p>
          <a:endParaRPr lang="en-US"/>
        </a:p>
      </dgm:t>
    </dgm:pt>
    <dgm:pt modelId="{9B99F241-0BAC-2A40-985B-AA470FB310F1}" type="sibTrans" cxnId="{0584E8AC-D9EC-EA4D-B9B4-929CD3FA38C5}">
      <dgm:prSet/>
      <dgm:spPr/>
      <dgm:t>
        <a:bodyPr/>
        <a:lstStyle/>
        <a:p>
          <a:endParaRPr lang="en-US"/>
        </a:p>
      </dgm:t>
    </dgm:pt>
    <dgm:pt modelId="{48ACC451-0A52-1C4F-BEDC-A5F3073086D9}">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Focuses on maintaining the integrity and confidentiality of customer data as it travels across the provider’s network</a:t>
          </a:r>
        </a:p>
      </dgm:t>
    </dgm:pt>
    <dgm:pt modelId="{594AE042-7FB0-9B4F-968F-E7167FB862DA}" type="parTrans" cxnId="{9F2B233D-6D81-5747-A2FF-2F6720FCDFE0}">
      <dgm:prSet/>
      <dgm:spPr/>
      <dgm:t>
        <a:bodyPr/>
        <a:lstStyle/>
        <a:p>
          <a:endParaRPr lang="en-US"/>
        </a:p>
      </dgm:t>
    </dgm:pt>
    <dgm:pt modelId="{23F33BE1-3F3B-7743-9C9D-E709C5670BD9}" type="sibTrans" cxnId="{9F2B233D-6D81-5747-A2FF-2F6720FCDFE0}">
      <dgm:prSet/>
      <dgm:spPr/>
      <dgm:t>
        <a:bodyPr/>
        <a:lstStyle/>
        <a:p>
          <a:endParaRPr lang="en-US"/>
        </a:p>
      </dgm:t>
    </dgm:pt>
    <dgm:pt modelId="{22D34E31-FCB5-0645-A622-FF4F78F0E161}" type="pres">
      <dgm:prSet presAssocID="{D76350D9-03EC-2149-803C-6BD14338E9B7}" presName="linear" presStyleCnt="0">
        <dgm:presLayoutVars>
          <dgm:dir/>
          <dgm:animLvl val="lvl"/>
          <dgm:resizeHandles val="exact"/>
        </dgm:presLayoutVars>
      </dgm:prSet>
      <dgm:spPr/>
    </dgm:pt>
    <dgm:pt modelId="{93B1B907-2AA1-6347-A496-EE6B4FCD0A58}" type="pres">
      <dgm:prSet presAssocID="{E58F973D-BA6A-EC49-89F6-F24AAF2E6138}" presName="parentLin" presStyleCnt="0"/>
      <dgm:spPr/>
    </dgm:pt>
    <dgm:pt modelId="{0ABF3884-D65F-6F4B-B7B4-1F187429A98C}" type="pres">
      <dgm:prSet presAssocID="{E58F973D-BA6A-EC49-89F6-F24AAF2E6138}" presName="parentLeftMargin" presStyleLbl="node1" presStyleIdx="0" presStyleCnt="2"/>
      <dgm:spPr/>
    </dgm:pt>
    <dgm:pt modelId="{2EAECD1D-72AF-2141-B390-FC8D47ACCD43}" type="pres">
      <dgm:prSet presAssocID="{E58F973D-BA6A-EC49-89F6-F24AAF2E6138}" presName="parentText" presStyleLbl="node1" presStyleIdx="0" presStyleCnt="2">
        <dgm:presLayoutVars>
          <dgm:chMax val="0"/>
          <dgm:bulletEnabled val="1"/>
        </dgm:presLayoutVars>
      </dgm:prSet>
      <dgm:spPr/>
    </dgm:pt>
    <dgm:pt modelId="{F22AB8E3-0978-8744-9A44-A174140D8E6D}" type="pres">
      <dgm:prSet presAssocID="{E58F973D-BA6A-EC49-89F6-F24AAF2E6138}" presName="negativeSpace" presStyleCnt="0"/>
      <dgm:spPr/>
    </dgm:pt>
    <dgm:pt modelId="{A7D7DBC1-BB42-4545-90C0-2AB9F400A302}" type="pres">
      <dgm:prSet presAssocID="{E58F973D-BA6A-EC49-89F6-F24AAF2E6138}" presName="childText" presStyleLbl="conFgAcc1" presStyleIdx="0" presStyleCnt="2">
        <dgm:presLayoutVars>
          <dgm:bulletEnabled val="1"/>
        </dgm:presLayoutVars>
      </dgm:prSet>
      <dgm:spPr/>
    </dgm:pt>
    <dgm:pt modelId="{ADA40838-4387-0F4B-9069-8D49F11A4D66}" type="pres">
      <dgm:prSet presAssocID="{43686FEF-BF52-024D-AA23-F404DA3FEB60}" presName="spaceBetweenRectangles" presStyleCnt="0"/>
      <dgm:spPr/>
    </dgm:pt>
    <dgm:pt modelId="{98A23A50-0DF9-474B-A973-2E8B4346A45F}" type="pres">
      <dgm:prSet presAssocID="{C6846190-3C62-E84D-B675-087D91C8BB8E}" presName="parentLin" presStyleCnt="0"/>
      <dgm:spPr/>
    </dgm:pt>
    <dgm:pt modelId="{2708F7B1-A5AC-3540-9AF8-476A2999C9BA}" type="pres">
      <dgm:prSet presAssocID="{C6846190-3C62-E84D-B675-087D91C8BB8E}" presName="parentLeftMargin" presStyleLbl="node1" presStyleIdx="0" presStyleCnt="2"/>
      <dgm:spPr/>
    </dgm:pt>
    <dgm:pt modelId="{C107AB57-BA4F-F347-98EE-C7C7EB6FCBB2}" type="pres">
      <dgm:prSet presAssocID="{C6846190-3C62-E84D-B675-087D91C8BB8E}" presName="parentText" presStyleLbl="node1" presStyleIdx="1" presStyleCnt="2">
        <dgm:presLayoutVars>
          <dgm:chMax val="0"/>
          <dgm:bulletEnabled val="1"/>
        </dgm:presLayoutVars>
      </dgm:prSet>
      <dgm:spPr/>
    </dgm:pt>
    <dgm:pt modelId="{B0197EB7-9D29-F54F-8C9A-CAEBD92E85FD}" type="pres">
      <dgm:prSet presAssocID="{C6846190-3C62-E84D-B675-087D91C8BB8E}" presName="negativeSpace" presStyleCnt="0"/>
      <dgm:spPr/>
    </dgm:pt>
    <dgm:pt modelId="{EF98E35A-ACFD-694C-B8DD-E0800232D7D8}" type="pres">
      <dgm:prSet presAssocID="{C6846190-3C62-E84D-B675-087D91C8BB8E}" presName="childText" presStyleLbl="conFgAcc1" presStyleIdx="1" presStyleCnt="2">
        <dgm:presLayoutVars>
          <dgm:bulletEnabled val="1"/>
        </dgm:presLayoutVars>
      </dgm:prSet>
      <dgm:spPr/>
    </dgm:pt>
  </dgm:ptLst>
  <dgm:cxnLst>
    <dgm:cxn modelId="{45712507-33FF-D84C-BC28-2728FC461DFE}" type="presOf" srcId="{C6846190-3C62-E84D-B675-087D91C8BB8E}" destId="{2708F7B1-A5AC-3540-9AF8-476A2999C9BA}" srcOrd="0" destOrd="0" presId="urn:microsoft.com/office/officeart/2005/8/layout/list1"/>
    <dgm:cxn modelId="{9F2B233D-6D81-5747-A2FF-2F6720FCDFE0}" srcId="{C6846190-3C62-E84D-B675-087D91C8BB8E}" destId="{48ACC451-0A52-1C4F-BEDC-A5F3073086D9}" srcOrd="1" destOrd="0" parTransId="{594AE042-7FB0-9B4F-968F-E7167FB862DA}" sibTransId="{23F33BE1-3F3B-7743-9C9D-E709C5670BD9}"/>
    <dgm:cxn modelId="{2A707A3E-D14B-1147-B295-7483471DDC27}" srcId="{D76350D9-03EC-2149-803C-6BD14338E9B7}" destId="{E58F973D-BA6A-EC49-89F6-F24AAF2E6138}" srcOrd="0" destOrd="0" parTransId="{CBEB49C8-F594-6D4E-835F-FBC6A5F469E3}" sibTransId="{43686FEF-BF52-024D-AA23-F404DA3FEB60}"/>
    <dgm:cxn modelId="{0C7A266D-02EB-2B4F-9B4B-8F70A707A6D2}" type="presOf" srcId="{D76350D9-03EC-2149-803C-6BD14338E9B7}" destId="{22D34E31-FCB5-0645-A622-FF4F78F0E161}" srcOrd="0" destOrd="0" presId="urn:microsoft.com/office/officeart/2005/8/layout/list1"/>
    <dgm:cxn modelId="{6085054F-CE53-FF4D-B5F6-3B6754942231}" type="presOf" srcId="{48ACC451-0A52-1C4F-BEDC-A5F3073086D9}" destId="{EF98E35A-ACFD-694C-B8DD-E0800232D7D8}" srcOrd="0" destOrd="1" presId="urn:microsoft.com/office/officeart/2005/8/layout/list1"/>
    <dgm:cxn modelId="{65F3F956-F2A3-A84C-9B71-D118933189C1}" srcId="{E58F973D-BA6A-EC49-89F6-F24AAF2E6138}" destId="{868F0B41-0D70-8440-98C3-CA2A8FCD818B}" srcOrd="0" destOrd="0" parTransId="{D92A36C5-8006-6647-95CB-C4647B8B9C5B}" sibTransId="{44C326DA-2402-7C4B-8FB5-FEA8A3903E5C}"/>
    <dgm:cxn modelId="{3894B978-54EE-CA49-BD8B-2D9FB7155770}" type="presOf" srcId="{22EAC16F-3DA7-244D-82D8-128526D0D689}" destId="{A7D7DBC1-BB42-4545-90C0-2AB9F400A302}" srcOrd="0" destOrd="1" presId="urn:microsoft.com/office/officeart/2005/8/layout/list1"/>
    <dgm:cxn modelId="{BBA2FA79-5C31-7B42-A078-F5EB933513E7}" type="presOf" srcId="{E58F973D-BA6A-EC49-89F6-F24AAF2E6138}" destId="{2EAECD1D-72AF-2141-B390-FC8D47ACCD43}" srcOrd="1" destOrd="0" presId="urn:microsoft.com/office/officeart/2005/8/layout/list1"/>
    <dgm:cxn modelId="{46EFE28D-2E28-9B4A-B5CC-B2E65004606F}" type="presOf" srcId="{868F0B41-0D70-8440-98C3-CA2A8FCD818B}" destId="{A7D7DBC1-BB42-4545-90C0-2AB9F400A302}" srcOrd="0" destOrd="0" presId="urn:microsoft.com/office/officeart/2005/8/layout/list1"/>
    <dgm:cxn modelId="{5067FB9C-648B-EF42-953D-F1B63655613D}" type="presOf" srcId="{033CA70B-7660-DB48-9AFB-34602BD550ED}" destId="{EF98E35A-ACFD-694C-B8DD-E0800232D7D8}" srcOrd="0" destOrd="0" presId="urn:microsoft.com/office/officeart/2005/8/layout/list1"/>
    <dgm:cxn modelId="{0584E8AC-D9EC-EA4D-B9B4-929CD3FA38C5}" srcId="{C6846190-3C62-E84D-B675-087D91C8BB8E}" destId="{033CA70B-7660-DB48-9AFB-34602BD550ED}" srcOrd="0" destOrd="0" parTransId="{97106BB1-62A8-1941-96CB-2A89373801DB}" sibTransId="{9B99F241-0BAC-2A40-985B-AA470FB310F1}"/>
    <dgm:cxn modelId="{3493A7B2-80AD-3340-8ECA-7281DD293C48}" type="presOf" srcId="{C6846190-3C62-E84D-B675-087D91C8BB8E}" destId="{C107AB57-BA4F-F347-98EE-C7C7EB6FCBB2}" srcOrd="1" destOrd="0" presId="urn:microsoft.com/office/officeart/2005/8/layout/list1"/>
    <dgm:cxn modelId="{82C296D9-369F-CE4F-A7BC-A9D13BEB598B}" srcId="{D76350D9-03EC-2149-803C-6BD14338E9B7}" destId="{C6846190-3C62-E84D-B675-087D91C8BB8E}" srcOrd="1" destOrd="0" parTransId="{924D2C75-6F25-8749-A12B-3DBEE1123BED}" sibTransId="{84488741-AF68-4747-8BA4-2BA59A888E86}"/>
    <dgm:cxn modelId="{A8563EDF-0F50-6C46-B016-0BAB1FC57818}" type="presOf" srcId="{E58F973D-BA6A-EC49-89F6-F24AAF2E6138}" destId="{0ABF3884-D65F-6F4B-B7B4-1F187429A98C}" srcOrd="0" destOrd="0" presId="urn:microsoft.com/office/officeart/2005/8/layout/list1"/>
    <dgm:cxn modelId="{01E33BE9-F1F8-3A40-AAFF-00A0B3233272}" srcId="{E58F973D-BA6A-EC49-89F6-F24AAF2E6138}" destId="{22EAC16F-3DA7-244D-82D8-128526D0D689}" srcOrd="1" destOrd="0" parTransId="{5C0EA167-CADB-1A4B-A4C4-D62628F7995C}" sibTransId="{BF4EACD2-41A6-A647-B7C5-D0C46E67E0FB}"/>
    <dgm:cxn modelId="{9F5B10EF-FCC3-244F-AC5A-FE24FE19A6D7}" type="presParOf" srcId="{22D34E31-FCB5-0645-A622-FF4F78F0E161}" destId="{93B1B907-2AA1-6347-A496-EE6B4FCD0A58}" srcOrd="0" destOrd="0" presId="urn:microsoft.com/office/officeart/2005/8/layout/list1"/>
    <dgm:cxn modelId="{12D383FF-3E3E-1141-8A16-CE305FE42D6E}" type="presParOf" srcId="{93B1B907-2AA1-6347-A496-EE6B4FCD0A58}" destId="{0ABF3884-D65F-6F4B-B7B4-1F187429A98C}" srcOrd="0" destOrd="0" presId="urn:microsoft.com/office/officeart/2005/8/layout/list1"/>
    <dgm:cxn modelId="{F9424106-765F-EC45-9568-14A679F12B83}" type="presParOf" srcId="{93B1B907-2AA1-6347-A496-EE6B4FCD0A58}" destId="{2EAECD1D-72AF-2141-B390-FC8D47ACCD43}" srcOrd="1" destOrd="0" presId="urn:microsoft.com/office/officeart/2005/8/layout/list1"/>
    <dgm:cxn modelId="{6A051DF8-0E05-F54B-9A07-D9F9757ABC5B}" type="presParOf" srcId="{22D34E31-FCB5-0645-A622-FF4F78F0E161}" destId="{F22AB8E3-0978-8744-9A44-A174140D8E6D}" srcOrd="1" destOrd="0" presId="urn:microsoft.com/office/officeart/2005/8/layout/list1"/>
    <dgm:cxn modelId="{561DD139-6313-2248-BD9C-70E7C5D87C51}" type="presParOf" srcId="{22D34E31-FCB5-0645-A622-FF4F78F0E161}" destId="{A7D7DBC1-BB42-4545-90C0-2AB9F400A302}" srcOrd="2" destOrd="0" presId="urn:microsoft.com/office/officeart/2005/8/layout/list1"/>
    <dgm:cxn modelId="{84CA5DF6-5D7B-8542-BCF3-0846651D275E}" type="presParOf" srcId="{22D34E31-FCB5-0645-A622-FF4F78F0E161}" destId="{ADA40838-4387-0F4B-9069-8D49F11A4D66}" srcOrd="3" destOrd="0" presId="urn:microsoft.com/office/officeart/2005/8/layout/list1"/>
    <dgm:cxn modelId="{E746DD0E-4A45-AF42-854D-FDEA618D9C98}" type="presParOf" srcId="{22D34E31-FCB5-0645-A622-FF4F78F0E161}" destId="{98A23A50-0DF9-474B-A973-2E8B4346A45F}" srcOrd="4" destOrd="0" presId="urn:microsoft.com/office/officeart/2005/8/layout/list1"/>
    <dgm:cxn modelId="{FDAC170C-D205-EE4B-855D-2D853484F4A5}" type="presParOf" srcId="{98A23A50-0DF9-474B-A973-2E8B4346A45F}" destId="{2708F7B1-A5AC-3540-9AF8-476A2999C9BA}" srcOrd="0" destOrd="0" presId="urn:microsoft.com/office/officeart/2005/8/layout/list1"/>
    <dgm:cxn modelId="{B30939BF-F95A-344F-B407-2050148635CB}" type="presParOf" srcId="{98A23A50-0DF9-474B-A973-2E8B4346A45F}" destId="{C107AB57-BA4F-F347-98EE-C7C7EB6FCBB2}" srcOrd="1" destOrd="0" presId="urn:microsoft.com/office/officeart/2005/8/layout/list1"/>
    <dgm:cxn modelId="{2492ADD3-318B-D443-899A-107297373BE2}" type="presParOf" srcId="{22D34E31-FCB5-0645-A622-FF4F78F0E161}" destId="{B0197EB7-9D29-F54F-8C9A-CAEBD92E85FD}" srcOrd="5" destOrd="0" presId="urn:microsoft.com/office/officeart/2005/8/layout/list1"/>
    <dgm:cxn modelId="{E3AE1F35-C48C-A24B-8D27-025561B98B79}" type="presParOf" srcId="{22D34E31-FCB5-0645-A622-FF4F78F0E161}" destId="{EF98E35A-ACFD-694C-B8DD-E0800232D7D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933503E-DC6D-4ADC-9F22-0AE9BD68DDE5}"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US"/>
        </a:p>
      </dgm:t>
    </dgm:pt>
    <dgm:pt modelId="{9E2DA5C1-BC92-4C3C-AC54-49E61D41453D}">
      <dgm:prSet phldrT="[Text]"/>
      <dgm:spPr>
        <a:solidFill>
          <a:srgbClr val="004F71"/>
        </a:solidFill>
      </dgm:spPr>
      <dgm:t>
        <a:bodyPr/>
        <a:lstStyle/>
        <a:p>
          <a:r>
            <a:rPr lang="en-US" dirty="0"/>
            <a:t>Conserves public IP addresses</a:t>
          </a:r>
        </a:p>
      </dgm:t>
    </dgm:pt>
    <dgm:pt modelId="{1346EFBD-E21A-435C-9436-04A346AFB6E2}" type="parTrans" cxnId="{24CEA169-9540-4FB7-BEF5-51D54B388F29}">
      <dgm:prSet/>
      <dgm:spPr/>
      <dgm:t>
        <a:bodyPr/>
        <a:lstStyle/>
        <a:p>
          <a:endParaRPr lang="en-US"/>
        </a:p>
      </dgm:t>
    </dgm:pt>
    <dgm:pt modelId="{9B5E1BF2-7181-46A1-B5AC-CED2F0E79435}" type="sibTrans" cxnId="{24CEA169-9540-4FB7-BEF5-51D54B388F29}">
      <dgm:prSet/>
      <dgm:spPr/>
      <dgm:t>
        <a:bodyPr/>
        <a:lstStyle/>
        <a:p>
          <a:endParaRPr lang="en-US"/>
        </a:p>
      </dgm:t>
    </dgm:pt>
    <dgm:pt modelId="{FBE41EEA-4E26-4A0A-B79A-F512CEF5B0CB}">
      <dgm:prSet phldrT="[Text]"/>
      <dgm:spPr>
        <a:solidFill>
          <a:srgbClr val="007377"/>
        </a:solidFill>
      </dgm:spPr>
      <dgm:t>
        <a:bodyPr/>
        <a:lstStyle/>
        <a:p>
          <a:r>
            <a:rPr lang="en-US" dirty="0"/>
            <a:t>Maps internal addresses to a pool of external addresses</a:t>
          </a:r>
        </a:p>
      </dgm:t>
    </dgm:pt>
    <dgm:pt modelId="{10C71598-6F06-4882-B4D3-423E4F3E2C10}" type="parTrans" cxnId="{76D9D1AC-1766-474A-A39B-46EB969F7992}">
      <dgm:prSet/>
      <dgm:spPr/>
      <dgm:t>
        <a:bodyPr/>
        <a:lstStyle/>
        <a:p>
          <a:endParaRPr lang="en-US"/>
        </a:p>
      </dgm:t>
    </dgm:pt>
    <dgm:pt modelId="{4FA2C61B-6A6E-4018-8E56-B2928FAB2454}" type="sibTrans" cxnId="{76D9D1AC-1766-474A-A39B-46EB969F7992}">
      <dgm:prSet/>
      <dgm:spPr/>
      <dgm:t>
        <a:bodyPr/>
        <a:lstStyle/>
        <a:p>
          <a:endParaRPr lang="en-US"/>
        </a:p>
      </dgm:t>
    </dgm:pt>
    <dgm:pt modelId="{0A764CD2-37E6-4152-8CEA-3D5F3B70B8EC}">
      <dgm:prSet phldrT="[Text]"/>
      <dgm:spPr>
        <a:solidFill>
          <a:srgbClr val="582C83"/>
        </a:solidFill>
        <a:ln>
          <a:solidFill>
            <a:srgbClr val="582C83"/>
          </a:solidFill>
        </a:ln>
      </dgm:spPr>
      <dgm:t>
        <a:bodyPr/>
        <a:lstStyle/>
        <a:p>
          <a:r>
            <a:rPr lang="en-US" dirty="0"/>
            <a:t>Maintains the confidentiality of a customer’s data as it travels across the provider’s network</a:t>
          </a:r>
        </a:p>
      </dgm:t>
    </dgm:pt>
    <dgm:pt modelId="{4DB1AFC4-48BC-482B-99F0-A1026E5A4C7D}" type="parTrans" cxnId="{4CEDB32B-C3AC-4EA6-9146-965BEC6AB5C1}">
      <dgm:prSet/>
      <dgm:spPr/>
      <dgm:t>
        <a:bodyPr/>
        <a:lstStyle/>
        <a:p>
          <a:endParaRPr lang="en-US"/>
        </a:p>
      </dgm:t>
    </dgm:pt>
    <dgm:pt modelId="{9B48BC84-46E4-4ACB-899B-5C930DD55926}" type="sibTrans" cxnId="{4CEDB32B-C3AC-4EA6-9146-965BEC6AB5C1}">
      <dgm:prSet/>
      <dgm:spPr/>
      <dgm:t>
        <a:bodyPr/>
        <a:lstStyle/>
        <a:p>
          <a:endParaRPr lang="en-US"/>
        </a:p>
      </dgm:t>
    </dgm:pt>
    <dgm:pt modelId="{63452479-6580-4C65-A547-DC08D651CC3B}">
      <dgm:prSet phldrT="[Text]"/>
      <dgm:spPr>
        <a:solidFill>
          <a:srgbClr val="004F71"/>
        </a:solidFill>
      </dgm:spPr>
      <dgm:t>
        <a:bodyPr/>
        <a:lstStyle/>
        <a:p>
          <a:r>
            <a:rPr lang="en-US" dirty="0"/>
            <a:t>NAT</a:t>
          </a:r>
        </a:p>
      </dgm:t>
    </dgm:pt>
    <dgm:pt modelId="{B4C3F8B0-BCE8-4439-8065-75C3E2BEE32E}" type="parTrans" cxnId="{29F76C68-5BB5-4302-8282-F413CB25A609}">
      <dgm:prSet/>
      <dgm:spPr/>
      <dgm:t>
        <a:bodyPr/>
        <a:lstStyle/>
        <a:p>
          <a:endParaRPr lang="en-US"/>
        </a:p>
      </dgm:t>
    </dgm:pt>
    <dgm:pt modelId="{EB18B506-85DC-4DA8-8938-294C84B6B054}" type="sibTrans" cxnId="{29F76C68-5BB5-4302-8282-F413CB25A609}">
      <dgm:prSet/>
      <dgm:spPr/>
      <dgm:t>
        <a:bodyPr/>
        <a:lstStyle/>
        <a:p>
          <a:endParaRPr lang="en-US"/>
        </a:p>
      </dgm:t>
    </dgm:pt>
    <dgm:pt modelId="{301B5085-E731-4AB7-9573-522BA37B6EE9}">
      <dgm:prSet phldrT="[Text]"/>
      <dgm:spPr>
        <a:solidFill>
          <a:srgbClr val="004F71"/>
        </a:solidFill>
      </dgm:spPr>
      <dgm:t>
        <a:bodyPr/>
        <a:lstStyle/>
        <a:p>
          <a:r>
            <a:rPr lang="en-US" dirty="0"/>
            <a:t>PAT</a:t>
          </a:r>
        </a:p>
      </dgm:t>
    </dgm:pt>
    <dgm:pt modelId="{CD5286B9-EA9A-4A59-8F36-62CA4ACC58DF}" type="parTrans" cxnId="{3AF9FFBD-6E2F-4AC4-8CAE-8EEA7837BDE3}">
      <dgm:prSet/>
      <dgm:spPr/>
      <dgm:t>
        <a:bodyPr/>
        <a:lstStyle/>
        <a:p>
          <a:endParaRPr lang="en-US"/>
        </a:p>
      </dgm:t>
    </dgm:pt>
    <dgm:pt modelId="{B08B43B9-53E4-474D-829B-17B375F09839}" type="sibTrans" cxnId="{3AF9FFBD-6E2F-4AC4-8CAE-8EEA7837BDE3}">
      <dgm:prSet/>
      <dgm:spPr/>
      <dgm:t>
        <a:bodyPr/>
        <a:lstStyle/>
        <a:p>
          <a:endParaRPr lang="en-US"/>
        </a:p>
      </dgm:t>
    </dgm:pt>
    <dgm:pt modelId="{9C20776E-A24F-4F85-A3CD-5179ACFDA6C6}">
      <dgm:prSet phldrT="[Text]"/>
      <dgm:spPr>
        <a:solidFill>
          <a:srgbClr val="007377"/>
        </a:solidFill>
      </dgm:spPr>
      <dgm:t>
        <a:bodyPr/>
        <a:lstStyle/>
        <a:p>
          <a:r>
            <a:rPr lang="en-US" dirty="0"/>
            <a:t>Dynamic NAT</a:t>
          </a:r>
        </a:p>
      </dgm:t>
    </dgm:pt>
    <dgm:pt modelId="{29EB6DE8-D61D-4B8A-8F6B-7AFFFD0E2C52}" type="parTrans" cxnId="{389C7B23-4C3A-4F3E-A33B-136B505F529F}">
      <dgm:prSet/>
      <dgm:spPr/>
      <dgm:t>
        <a:bodyPr/>
        <a:lstStyle/>
        <a:p>
          <a:endParaRPr lang="en-US"/>
        </a:p>
      </dgm:t>
    </dgm:pt>
    <dgm:pt modelId="{60576FDC-D7EB-4ED2-82C8-AEB8923AE872}" type="sibTrans" cxnId="{389C7B23-4C3A-4F3E-A33B-136B505F529F}">
      <dgm:prSet/>
      <dgm:spPr/>
      <dgm:t>
        <a:bodyPr/>
        <a:lstStyle/>
        <a:p>
          <a:endParaRPr lang="en-US"/>
        </a:p>
      </dgm:t>
    </dgm:pt>
    <dgm:pt modelId="{DC594533-BF95-4F0E-8CAE-672AE62EDED7}">
      <dgm:prSet phldrT="[Text]"/>
      <dgm:spPr>
        <a:solidFill>
          <a:srgbClr val="007377"/>
        </a:solidFill>
      </dgm:spPr>
      <dgm:t>
        <a:bodyPr/>
        <a:lstStyle/>
        <a:p>
          <a:r>
            <a:rPr lang="en-US" dirty="0"/>
            <a:t>Static NAT</a:t>
          </a:r>
        </a:p>
      </dgm:t>
    </dgm:pt>
    <dgm:pt modelId="{AD21E5C6-F5B7-41B8-A7B4-9C5F9453E04C}" type="parTrans" cxnId="{14849D74-434F-413B-9BC4-425215C568F5}">
      <dgm:prSet/>
      <dgm:spPr/>
      <dgm:t>
        <a:bodyPr/>
        <a:lstStyle/>
        <a:p>
          <a:endParaRPr lang="en-US"/>
        </a:p>
      </dgm:t>
    </dgm:pt>
    <dgm:pt modelId="{048283FD-E74A-41BC-B6FB-8685F5112E31}" type="sibTrans" cxnId="{14849D74-434F-413B-9BC4-425215C568F5}">
      <dgm:prSet/>
      <dgm:spPr/>
      <dgm:t>
        <a:bodyPr/>
        <a:lstStyle/>
        <a:p>
          <a:endParaRPr lang="en-US"/>
        </a:p>
      </dgm:t>
    </dgm:pt>
    <dgm:pt modelId="{6537A838-5DB8-4E68-AB76-230FB965F67D}">
      <dgm:prSet phldrT="[Text]"/>
      <dgm:spPr>
        <a:solidFill>
          <a:srgbClr val="582C83"/>
        </a:solidFill>
        <a:ln>
          <a:solidFill>
            <a:srgbClr val="582C83"/>
          </a:solidFill>
        </a:ln>
      </dgm:spPr>
      <dgm:t>
        <a:bodyPr/>
        <a:lstStyle/>
        <a:p>
          <a:r>
            <a:rPr lang="en-US" dirty="0"/>
            <a:t>CE</a:t>
          </a:r>
        </a:p>
      </dgm:t>
    </dgm:pt>
    <dgm:pt modelId="{F46394CC-35F4-4D4C-9A38-A81F29A03B53}" type="parTrans" cxnId="{70F69479-5933-46D8-BDD5-D8460473DAA3}">
      <dgm:prSet/>
      <dgm:spPr/>
      <dgm:t>
        <a:bodyPr/>
        <a:lstStyle/>
        <a:p>
          <a:endParaRPr lang="en-US"/>
        </a:p>
      </dgm:t>
    </dgm:pt>
    <dgm:pt modelId="{83938F28-6726-4F93-8429-3F43EED7BD0B}" type="sibTrans" cxnId="{70F69479-5933-46D8-BDD5-D8460473DAA3}">
      <dgm:prSet/>
      <dgm:spPr/>
      <dgm:t>
        <a:bodyPr/>
        <a:lstStyle/>
        <a:p>
          <a:endParaRPr lang="en-US"/>
        </a:p>
      </dgm:t>
    </dgm:pt>
    <dgm:pt modelId="{AAF85BE1-D055-45F3-BFE4-B6665F2C6F14}">
      <dgm:prSet phldrT="[Text]"/>
      <dgm:spPr>
        <a:solidFill>
          <a:srgbClr val="582C83"/>
        </a:solidFill>
        <a:ln>
          <a:solidFill>
            <a:srgbClr val="582C83"/>
          </a:solidFill>
        </a:ln>
      </dgm:spPr>
      <dgm:t>
        <a:bodyPr/>
        <a:lstStyle/>
        <a:p>
          <a:r>
            <a:rPr lang="en-US" dirty="0"/>
            <a:t>PE</a:t>
          </a:r>
        </a:p>
      </dgm:t>
    </dgm:pt>
    <dgm:pt modelId="{3D9F95E2-B7D8-44FD-9215-3AA4A4569366}" type="parTrans" cxnId="{E60CAA0B-D4C7-4EAC-95B0-2A73C3B30D51}">
      <dgm:prSet/>
      <dgm:spPr/>
      <dgm:t>
        <a:bodyPr/>
        <a:lstStyle/>
        <a:p>
          <a:endParaRPr lang="en-US"/>
        </a:p>
      </dgm:t>
    </dgm:pt>
    <dgm:pt modelId="{5B557B14-6D8F-4A97-8369-5023C941F6B7}" type="sibTrans" cxnId="{E60CAA0B-D4C7-4EAC-95B0-2A73C3B30D51}">
      <dgm:prSet/>
      <dgm:spPr/>
      <dgm:t>
        <a:bodyPr/>
        <a:lstStyle/>
        <a:p>
          <a:endParaRPr lang="en-US"/>
        </a:p>
      </dgm:t>
    </dgm:pt>
    <dgm:pt modelId="{C3BA7AB0-9B64-4C82-9973-8F034A47564F}" type="pres">
      <dgm:prSet presAssocID="{A933503E-DC6D-4ADC-9F22-0AE9BD68DDE5}" presName="Name0" presStyleCnt="0">
        <dgm:presLayoutVars>
          <dgm:chPref val="1"/>
          <dgm:dir/>
          <dgm:animOne val="branch"/>
          <dgm:animLvl val="lvl"/>
          <dgm:resizeHandles/>
        </dgm:presLayoutVars>
      </dgm:prSet>
      <dgm:spPr/>
    </dgm:pt>
    <dgm:pt modelId="{E3112625-7C32-470F-AAE8-BF4793FA14B8}" type="pres">
      <dgm:prSet presAssocID="{9E2DA5C1-BC92-4C3C-AC54-49E61D41453D}" presName="vertOne" presStyleCnt="0"/>
      <dgm:spPr/>
    </dgm:pt>
    <dgm:pt modelId="{4F79186E-CC3A-4F1C-9A48-76738B1929DA}" type="pres">
      <dgm:prSet presAssocID="{9E2DA5C1-BC92-4C3C-AC54-49E61D41453D}" presName="txOne" presStyleLbl="node0" presStyleIdx="0" presStyleCnt="3">
        <dgm:presLayoutVars>
          <dgm:chPref val="3"/>
        </dgm:presLayoutVars>
      </dgm:prSet>
      <dgm:spPr/>
    </dgm:pt>
    <dgm:pt modelId="{9B1091C5-0D46-4307-B7AA-0EA299F42E33}" type="pres">
      <dgm:prSet presAssocID="{9E2DA5C1-BC92-4C3C-AC54-49E61D41453D}" presName="parTransOne" presStyleCnt="0"/>
      <dgm:spPr/>
    </dgm:pt>
    <dgm:pt modelId="{ED84CF80-B146-48FF-BA3F-0D05C8495A7E}" type="pres">
      <dgm:prSet presAssocID="{9E2DA5C1-BC92-4C3C-AC54-49E61D41453D}" presName="horzOne" presStyleCnt="0"/>
      <dgm:spPr/>
    </dgm:pt>
    <dgm:pt modelId="{7F44E8BC-FEED-4172-980F-85E6218E7948}" type="pres">
      <dgm:prSet presAssocID="{63452479-6580-4C65-A547-DC08D651CC3B}" presName="vertTwo" presStyleCnt="0"/>
      <dgm:spPr/>
    </dgm:pt>
    <dgm:pt modelId="{6FBA3E3A-2B0C-4F9D-BB7D-121D3C16B5D9}" type="pres">
      <dgm:prSet presAssocID="{63452479-6580-4C65-A547-DC08D651CC3B}" presName="txTwo" presStyleLbl="node2" presStyleIdx="0" presStyleCnt="6">
        <dgm:presLayoutVars>
          <dgm:chPref val="3"/>
        </dgm:presLayoutVars>
      </dgm:prSet>
      <dgm:spPr/>
    </dgm:pt>
    <dgm:pt modelId="{AD143EDC-F96B-43CA-8F45-CB7D2E1696C2}" type="pres">
      <dgm:prSet presAssocID="{63452479-6580-4C65-A547-DC08D651CC3B}" presName="horzTwo" presStyleCnt="0"/>
      <dgm:spPr/>
    </dgm:pt>
    <dgm:pt modelId="{B66BF1D9-27CD-4D86-857D-ACD9C2AE3402}" type="pres">
      <dgm:prSet presAssocID="{EB18B506-85DC-4DA8-8938-294C84B6B054}" presName="sibSpaceTwo" presStyleCnt="0"/>
      <dgm:spPr/>
    </dgm:pt>
    <dgm:pt modelId="{0BA7FFDA-003C-4E39-B579-C65A1934F61C}" type="pres">
      <dgm:prSet presAssocID="{301B5085-E731-4AB7-9573-522BA37B6EE9}" presName="vertTwo" presStyleCnt="0"/>
      <dgm:spPr/>
    </dgm:pt>
    <dgm:pt modelId="{995928C1-F523-4BA5-A640-45A77BB75EC5}" type="pres">
      <dgm:prSet presAssocID="{301B5085-E731-4AB7-9573-522BA37B6EE9}" presName="txTwo" presStyleLbl="node2" presStyleIdx="1" presStyleCnt="6">
        <dgm:presLayoutVars>
          <dgm:chPref val="3"/>
        </dgm:presLayoutVars>
      </dgm:prSet>
      <dgm:spPr/>
    </dgm:pt>
    <dgm:pt modelId="{4643C788-6DF4-40E3-8F72-7C4742809033}" type="pres">
      <dgm:prSet presAssocID="{301B5085-E731-4AB7-9573-522BA37B6EE9}" presName="horzTwo" presStyleCnt="0"/>
      <dgm:spPr/>
    </dgm:pt>
    <dgm:pt modelId="{18D778B3-D561-4159-9A3C-AC72D6C45DF2}" type="pres">
      <dgm:prSet presAssocID="{9B5E1BF2-7181-46A1-B5AC-CED2F0E79435}" presName="sibSpaceOne" presStyleCnt="0"/>
      <dgm:spPr/>
    </dgm:pt>
    <dgm:pt modelId="{9092DDE4-FF22-44E8-8909-6D97C834243A}" type="pres">
      <dgm:prSet presAssocID="{FBE41EEA-4E26-4A0A-B79A-F512CEF5B0CB}" presName="vertOne" presStyleCnt="0"/>
      <dgm:spPr/>
    </dgm:pt>
    <dgm:pt modelId="{AE9F3894-F8E8-46E1-9823-80DE1251E3A0}" type="pres">
      <dgm:prSet presAssocID="{FBE41EEA-4E26-4A0A-B79A-F512CEF5B0CB}" presName="txOne" presStyleLbl="node0" presStyleIdx="1" presStyleCnt="3">
        <dgm:presLayoutVars>
          <dgm:chPref val="3"/>
        </dgm:presLayoutVars>
      </dgm:prSet>
      <dgm:spPr/>
    </dgm:pt>
    <dgm:pt modelId="{76EC0E42-18F3-4198-A406-BE40E6B771AB}" type="pres">
      <dgm:prSet presAssocID="{FBE41EEA-4E26-4A0A-B79A-F512CEF5B0CB}" presName="parTransOne" presStyleCnt="0"/>
      <dgm:spPr/>
    </dgm:pt>
    <dgm:pt modelId="{CB9B7CC5-39B0-4376-BCA6-1F7B6F53393B}" type="pres">
      <dgm:prSet presAssocID="{FBE41EEA-4E26-4A0A-B79A-F512CEF5B0CB}" presName="horzOne" presStyleCnt="0"/>
      <dgm:spPr/>
    </dgm:pt>
    <dgm:pt modelId="{33342ADE-D704-484F-BC4C-81A974294B80}" type="pres">
      <dgm:prSet presAssocID="{9C20776E-A24F-4F85-A3CD-5179ACFDA6C6}" presName="vertTwo" presStyleCnt="0"/>
      <dgm:spPr/>
    </dgm:pt>
    <dgm:pt modelId="{71125F94-E291-42FE-AA00-D608327CB545}" type="pres">
      <dgm:prSet presAssocID="{9C20776E-A24F-4F85-A3CD-5179ACFDA6C6}" presName="txTwo" presStyleLbl="node2" presStyleIdx="2" presStyleCnt="6">
        <dgm:presLayoutVars>
          <dgm:chPref val="3"/>
        </dgm:presLayoutVars>
      </dgm:prSet>
      <dgm:spPr/>
    </dgm:pt>
    <dgm:pt modelId="{788AE65D-A536-4F60-95AA-0182446BFE02}" type="pres">
      <dgm:prSet presAssocID="{9C20776E-A24F-4F85-A3CD-5179ACFDA6C6}" presName="horzTwo" presStyleCnt="0"/>
      <dgm:spPr/>
    </dgm:pt>
    <dgm:pt modelId="{6380F64C-8F3F-4E98-ABA0-EC486906DECB}" type="pres">
      <dgm:prSet presAssocID="{60576FDC-D7EB-4ED2-82C8-AEB8923AE872}" presName="sibSpaceTwo" presStyleCnt="0"/>
      <dgm:spPr/>
    </dgm:pt>
    <dgm:pt modelId="{27B7D0DB-FF6C-4E7C-9D7B-0762E70C7C9C}" type="pres">
      <dgm:prSet presAssocID="{DC594533-BF95-4F0E-8CAE-672AE62EDED7}" presName="vertTwo" presStyleCnt="0"/>
      <dgm:spPr/>
    </dgm:pt>
    <dgm:pt modelId="{5A45C032-5EEA-4F83-9785-F58FC4CD3CE8}" type="pres">
      <dgm:prSet presAssocID="{DC594533-BF95-4F0E-8CAE-672AE62EDED7}" presName="txTwo" presStyleLbl="node2" presStyleIdx="3" presStyleCnt="6">
        <dgm:presLayoutVars>
          <dgm:chPref val="3"/>
        </dgm:presLayoutVars>
      </dgm:prSet>
      <dgm:spPr/>
    </dgm:pt>
    <dgm:pt modelId="{5ABD7A93-74AA-4CD1-8AB2-C7CD012805AD}" type="pres">
      <dgm:prSet presAssocID="{DC594533-BF95-4F0E-8CAE-672AE62EDED7}" presName="horzTwo" presStyleCnt="0"/>
      <dgm:spPr/>
    </dgm:pt>
    <dgm:pt modelId="{294772BD-05CD-49DC-8A79-700494930D04}" type="pres">
      <dgm:prSet presAssocID="{4FA2C61B-6A6E-4018-8E56-B2928FAB2454}" presName="sibSpaceOne" presStyleCnt="0"/>
      <dgm:spPr/>
    </dgm:pt>
    <dgm:pt modelId="{786690F6-94C9-42A7-99F6-8C1DEE4668D3}" type="pres">
      <dgm:prSet presAssocID="{0A764CD2-37E6-4152-8CEA-3D5F3B70B8EC}" presName="vertOne" presStyleCnt="0"/>
      <dgm:spPr/>
    </dgm:pt>
    <dgm:pt modelId="{1B6DD5FD-E5BD-46C8-BB9A-4108F1ABB61B}" type="pres">
      <dgm:prSet presAssocID="{0A764CD2-37E6-4152-8CEA-3D5F3B70B8EC}" presName="txOne" presStyleLbl="node0" presStyleIdx="2" presStyleCnt="3">
        <dgm:presLayoutVars>
          <dgm:chPref val="3"/>
        </dgm:presLayoutVars>
      </dgm:prSet>
      <dgm:spPr/>
    </dgm:pt>
    <dgm:pt modelId="{B80237EB-7AF9-4FB8-924B-B2C316F1DCC4}" type="pres">
      <dgm:prSet presAssocID="{0A764CD2-37E6-4152-8CEA-3D5F3B70B8EC}" presName="parTransOne" presStyleCnt="0"/>
      <dgm:spPr/>
    </dgm:pt>
    <dgm:pt modelId="{90753C79-945C-41DC-AEB6-42EAE97F56F1}" type="pres">
      <dgm:prSet presAssocID="{0A764CD2-37E6-4152-8CEA-3D5F3B70B8EC}" presName="horzOne" presStyleCnt="0"/>
      <dgm:spPr/>
    </dgm:pt>
    <dgm:pt modelId="{232A0909-861D-41FC-B044-8E7B1BCE3109}" type="pres">
      <dgm:prSet presAssocID="{6537A838-5DB8-4E68-AB76-230FB965F67D}" presName="vertTwo" presStyleCnt="0"/>
      <dgm:spPr/>
    </dgm:pt>
    <dgm:pt modelId="{ED8A6262-9823-424C-94F7-6BF736C1056E}" type="pres">
      <dgm:prSet presAssocID="{6537A838-5DB8-4E68-AB76-230FB965F67D}" presName="txTwo" presStyleLbl="node2" presStyleIdx="4" presStyleCnt="6">
        <dgm:presLayoutVars>
          <dgm:chPref val="3"/>
        </dgm:presLayoutVars>
      </dgm:prSet>
      <dgm:spPr/>
    </dgm:pt>
    <dgm:pt modelId="{F1F63744-148D-4245-8B96-E073E781767B}" type="pres">
      <dgm:prSet presAssocID="{6537A838-5DB8-4E68-AB76-230FB965F67D}" presName="horzTwo" presStyleCnt="0"/>
      <dgm:spPr/>
    </dgm:pt>
    <dgm:pt modelId="{7051497D-F1DE-424B-919F-D764252E7D68}" type="pres">
      <dgm:prSet presAssocID="{83938F28-6726-4F93-8429-3F43EED7BD0B}" presName="sibSpaceTwo" presStyleCnt="0"/>
      <dgm:spPr/>
    </dgm:pt>
    <dgm:pt modelId="{590F3122-E189-4159-A689-D25FC4738EF8}" type="pres">
      <dgm:prSet presAssocID="{AAF85BE1-D055-45F3-BFE4-B6665F2C6F14}" presName="vertTwo" presStyleCnt="0"/>
      <dgm:spPr/>
    </dgm:pt>
    <dgm:pt modelId="{700BEA3E-945A-46DF-9A6A-C57F3B36660D}" type="pres">
      <dgm:prSet presAssocID="{AAF85BE1-D055-45F3-BFE4-B6665F2C6F14}" presName="txTwo" presStyleLbl="node2" presStyleIdx="5" presStyleCnt="6">
        <dgm:presLayoutVars>
          <dgm:chPref val="3"/>
        </dgm:presLayoutVars>
      </dgm:prSet>
      <dgm:spPr/>
    </dgm:pt>
    <dgm:pt modelId="{9BCAC4D2-633A-47A4-92AC-015843FA32CF}" type="pres">
      <dgm:prSet presAssocID="{AAF85BE1-D055-45F3-BFE4-B6665F2C6F14}" presName="horzTwo" presStyleCnt="0"/>
      <dgm:spPr/>
    </dgm:pt>
  </dgm:ptLst>
  <dgm:cxnLst>
    <dgm:cxn modelId="{A9DA0A01-7DD5-4F01-8680-CB7E4D1C624F}" type="presOf" srcId="{0A764CD2-37E6-4152-8CEA-3D5F3B70B8EC}" destId="{1B6DD5FD-E5BD-46C8-BB9A-4108F1ABB61B}" srcOrd="0" destOrd="0" presId="urn:microsoft.com/office/officeart/2005/8/layout/hierarchy4"/>
    <dgm:cxn modelId="{E60CAA0B-D4C7-4EAC-95B0-2A73C3B30D51}" srcId="{0A764CD2-37E6-4152-8CEA-3D5F3B70B8EC}" destId="{AAF85BE1-D055-45F3-BFE4-B6665F2C6F14}" srcOrd="1" destOrd="0" parTransId="{3D9F95E2-B7D8-44FD-9215-3AA4A4569366}" sibTransId="{5B557B14-6D8F-4A97-8369-5023C941F6B7}"/>
    <dgm:cxn modelId="{389C7B23-4C3A-4F3E-A33B-136B505F529F}" srcId="{FBE41EEA-4E26-4A0A-B79A-F512CEF5B0CB}" destId="{9C20776E-A24F-4F85-A3CD-5179ACFDA6C6}" srcOrd="0" destOrd="0" parTransId="{29EB6DE8-D61D-4B8A-8F6B-7AFFFD0E2C52}" sibTransId="{60576FDC-D7EB-4ED2-82C8-AEB8923AE872}"/>
    <dgm:cxn modelId="{C6E3E626-BD6F-40A7-8087-5D87E217DDCF}" type="presOf" srcId="{FBE41EEA-4E26-4A0A-B79A-F512CEF5B0CB}" destId="{AE9F3894-F8E8-46E1-9823-80DE1251E3A0}" srcOrd="0" destOrd="0" presId="urn:microsoft.com/office/officeart/2005/8/layout/hierarchy4"/>
    <dgm:cxn modelId="{4CEDB32B-C3AC-4EA6-9146-965BEC6AB5C1}" srcId="{A933503E-DC6D-4ADC-9F22-0AE9BD68DDE5}" destId="{0A764CD2-37E6-4152-8CEA-3D5F3B70B8EC}" srcOrd="2" destOrd="0" parTransId="{4DB1AFC4-48BC-482B-99F0-A1026E5A4C7D}" sibTransId="{9B48BC84-46E4-4ACB-899B-5C930DD55926}"/>
    <dgm:cxn modelId="{840F4F3B-F48A-42E0-A55F-5EB630F3B4C0}" type="presOf" srcId="{301B5085-E731-4AB7-9573-522BA37B6EE9}" destId="{995928C1-F523-4BA5-A640-45A77BB75EC5}" srcOrd="0" destOrd="0" presId="urn:microsoft.com/office/officeart/2005/8/layout/hierarchy4"/>
    <dgm:cxn modelId="{8C07BB64-2620-4465-A6BD-75260C5DBC9B}" type="presOf" srcId="{9E2DA5C1-BC92-4C3C-AC54-49E61D41453D}" destId="{4F79186E-CC3A-4F1C-9A48-76738B1929DA}" srcOrd="0" destOrd="0" presId="urn:microsoft.com/office/officeart/2005/8/layout/hierarchy4"/>
    <dgm:cxn modelId="{29F76C68-5BB5-4302-8282-F413CB25A609}" srcId="{9E2DA5C1-BC92-4C3C-AC54-49E61D41453D}" destId="{63452479-6580-4C65-A547-DC08D651CC3B}" srcOrd="0" destOrd="0" parTransId="{B4C3F8B0-BCE8-4439-8065-75C3E2BEE32E}" sibTransId="{EB18B506-85DC-4DA8-8938-294C84B6B054}"/>
    <dgm:cxn modelId="{24CEA169-9540-4FB7-BEF5-51D54B388F29}" srcId="{A933503E-DC6D-4ADC-9F22-0AE9BD68DDE5}" destId="{9E2DA5C1-BC92-4C3C-AC54-49E61D41453D}" srcOrd="0" destOrd="0" parTransId="{1346EFBD-E21A-435C-9436-04A346AFB6E2}" sibTransId="{9B5E1BF2-7181-46A1-B5AC-CED2F0E79435}"/>
    <dgm:cxn modelId="{14849D74-434F-413B-9BC4-425215C568F5}" srcId="{FBE41EEA-4E26-4A0A-B79A-F512CEF5B0CB}" destId="{DC594533-BF95-4F0E-8CAE-672AE62EDED7}" srcOrd="1" destOrd="0" parTransId="{AD21E5C6-F5B7-41B8-A7B4-9C5F9453E04C}" sibTransId="{048283FD-E74A-41BC-B6FB-8685F5112E31}"/>
    <dgm:cxn modelId="{70F69479-5933-46D8-BDD5-D8460473DAA3}" srcId="{0A764CD2-37E6-4152-8CEA-3D5F3B70B8EC}" destId="{6537A838-5DB8-4E68-AB76-230FB965F67D}" srcOrd="0" destOrd="0" parTransId="{F46394CC-35F4-4D4C-9A38-A81F29A03B53}" sibTransId="{83938F28-6726-4F93-8429-3F43EED7BD0B}"/>
    <dgm:cxn modelId="{B0A9518B-7BDF-4F23-AB2F-6688CDE700EF}" type="presOf" srcId="{A933503E-DC6D-4ADC-9F22-0AE9BD68DDE5}" destId="{C3BA7AB0-9B64-4C82-9973-8F034A47564F}" srcOrd="0" destOrd="0" presId="urn:microsoft.com/office/officeart/2005/8/layout/hierarchy4"/>
    <dgm:cxn modelId="{E4F59B8C-C5CB-436C-9FA7-1C9CFE3AF97B}" type="presOf" srcId="{63452479-6580-4C65-A547-DC08D651CC3B}" destId="{6FBA3E3A-2B0C-4F9D-BB7D-121D3C16B5D9}" srcOrd="0" destOrd="0" presId="urn:microsoft.com/office/officeart/2005/8/layout/hierarchy4"/>
    <dgm:cxn modelId="{547CEF8C-C76B-4B9D-8962-4A1D19770695}" type="presOf" srcId="{DC594533-BF95-4F0E-8CAE-672AE62EDED7}" destId="{5A45C032-5EEA-4F83-9785-F58FC4CD3CE8}" srcOrd="0" destOrd="0" presId="urn:microsoft.com/office/officeart/2005/8/layout/hierarchy4"/>
    <dgm:cxn modelId="{76D9D1AC-1766-474A-A39B-46EB969F7992}" srcId="{A933503E-DC6D-4ADC-9F22-0AE9BD68DDE5}" destId="{FBE41EEA-4E26-4A0A-B79A-F512CEF5B0CB}" srcOrd="1" destOrd="0" parTransId="{10C71598-6F06-4882-B4D3-423E4F3E2C10}" sibTransId="{4FA2C61B-6A6E-4018-8E56-B2928FAB2454}"/>
    <dgm:cxn modelId="{B97E09BB-47DF-4F74-A80B-B3C42537129E}" type="presOf" srcId="{9C20776E-A24F-4F85-A3CD-5179ACFDA6C6}" destId="{71125F94-E291-42FE-AA00-D608327CB545}" srcOrd="0" destOrd="0" presId="urn:microsoft.com/office/officeart/2005/8/layout/hierarchy4"/>
    <dgm:cxn modelId="{3AF9FFBD-6E2F-4AC4-8CAE-8EEA7837BDE3}" srcId="{9E2DA5C1-BC92-4C3C-AC54-49E61D41453D}" destId="{301B5085-E731-4AB7-9573-522BA37B6EE9}" srcOrd="1" destOrd="0" parTransId="{CD5286B9-EA9A-4A59-8F36-62CA4ACC58DF}" sibTransId="{B08B43B9-53E4-474D-829B-17B375F09839}"/>
    <dgm:cxn modelId="{58B147CB-6A49-4620-994A-DF34305D9D00}" type="presOf" srcId="{AAF85BE1-D055-45F3-BFE4-B6665F2C6F14}" destId="{700BEA3E-945A-46DF-9A6A-C57F3B36660D}" srcOrd="0" destOrd="0" presId="urn:microsoft.com/office/officeart/2005/8/layout/hierarchy4"/>
    <dgm:cxn modelId="{A22F87CC-73FD-4D75-86B0-46FF03FE0163}" type="presOf" srcId="{6537A838-5DB8-4E68-AB76-230FB965F67D}" destId="{ED8A6262-9823-424C-94F7-6BF736C1056E}" srcOrd="0" destOrd="0" presId="urn:microsoft.com/office/officeart/2005/8/layout/hierarchy4"/>
    <dgm:cxn modelId="{EDC18C9E-4731-4C53-8B8B-004485C7DACF}" type="presParOf" srcId="{C3BA7AB0-9B64-4C82-9973-8F034A47564F}" destId="{E3112625-7C32-470F-AAE8-BF4793FA14B8}" srcOrd="0" destOrd="0" presId="urn:microsoft.com/office/officeart/2005/8/layout/hierarchy4"/>
    <dgm:cxn modelId="{E18F487F-9D5D-420D-88C1-D51A49C29675}" type="presParOf" srcId="{E3112625-7C32-470F-AAE8-BF4793FA14B8}" destId="{4F79186E-CC3A-4F1C-9A48-76738B1929DA}" srcOrd="0" destOrd="0" presId="urn:microsoft.com/office/officeart/2005/8/layout/hierarchy4"/>
    <dgm:cxn modelId="{8EDAA64F-7081-4FBE-BBD6-2A9B7E615377}" type="presParOf" srcId="{E3112625-7C32-470F-AAE8-BF4793FA14B8}" destId="{9B1091C5-0D46-4307-B7AA-0EA299F42E33}" srcOrd="1" destOrd="0" presId="urn:microsoft.com/office/officeart/2005/8/layout/hierarchy4"/>
    <dgm:cxn modelId="{5DA78EEA-DAAA-4C2D-ABFF-FF34B1381D68}" type="presParOf" srcId="{E3112625-7C32-470F-AAE8-BF4793FA14B8}" destId="{ED84CF80-B146-48FF-BA3F-0D05C8495A7E}" srcOrd="2" destOrd="0" presId="urn:microsoft.com/office/officeart/2005/8/layout/hierarchy4"/>
    <dgm:cxn modelId="{2417EB43-5F2C-4595-8166-540F74DEBD7F}" type="presParOf" srcId="{ED84CF80-B146-48FF-BA3F-0D05C8495A7E}" destId="{7F44E8BC-FEED-4172-980F-85E6218E7948}" srcOrd="0" destOrd="0" presId="urn:microsoft.com/office/officeart/2005/8/layout/hierarchy4"/>
    <dgm:cxn modelId="{BBF2E881-181B-4E1D-AC03-01654A7B7DB6}" type="presParOf" srcId="{7F44E8BC-FEED-4172-980F-85E6218E7948}" destId="{6FBA3E3A-2B0C-4F9D-BB7D-121D3C16B5D9}" srcOrd="0" destOrd="0" presId="urn:microsoft.com/office/officeart/2005/8/layout/hierarchy4"/>
    <dgm:cxn modelId="{73D7AD68-CD71-4441-9286-8A8C2FFF1A4E}" type="presParOf" srcId="{7F44E8BC-FEED-4172-980F-85E6218E7948}" destId="{AD143EDC-F96B-43CA-8F45-CB7D2E1696C2}" srcOrd="1" destOrd="0" presId="urn:microsoft.com/office/officeart/2005/8/layout/hierarchy4"/>
    <dgm:cxn modelId="{99123ADF-7908-423D-AB8E-1F735C71800D}" type="presParOf" srcId="{ED84CF80-B146-48FF-BA3F-0D05C8495A7E}" destId="{B66BF1D9-27CD-4D86-857D-ACD9C2AE3402}" srcOrd="1" destOrd="0" presId="urn:microsoft.com/office/officeart/2005/8/layout/hierarchy4"/>
    <dgm:cxn modelId="{AF0435C9-D368-4788-94A1-15C7E81D4155}" type="presParOf" srcId="{ED84CF80-B146-48FF-BA3F-0D05C8495A7E}" destId="{0BA7FFDA-003C-4E39-B579-C65A1934F61C}" srcOrd="2" destOrd="0" presId="urn:microsoft.com/office/officeart/2005/8/layout/hierarchy4"/>
    <dgm:cxn modelId="{6BFCAB32-C690-4DC9-839C-FD88A8890DA3}" type="presParOf" srcId="{0BA7FFDA-003C-4E39-B579-C65A1934F61C}" destId="{995928C1-F523-4BA5-A640-45A77BB75EC5}" srcOrd="0" destOrd="0" presId="urn:microsoft.com/office/officeart/2005/8/layout/hierarchy4"/>
    <dgm:cxn modelId="{2A3DE2D7-A433-487E-AC65-D9690E575BAA}" type="presParOf" srcId="{0BA7FFDA-003C-4E39-B579-C65A1934F61C}" destId="{4643C788-6DF4-40E3-8F72-7C4742809033}" srcOrd="1" destOrd="0" presId="urn:microsoft.com/office/officeart/2005/8/layout/hierarchy4"/>
    <dgm:cxn modelId="{8DDF45CF-CF4B-40BC-B7F8-BC4E18BA26C2}" type="presParOf" srcId="{C3BA7AB0-9B64-4C82-9973-8F034A47564F}" destId="{18D778B3-D561-4159-9A3C-AC72D6C45DF2}" srcOrd="1" destOrd="0" presId="urn:microsoft.com/office/officeart/2005/8/layout/hierarchy4"/>
    <dgm:cxn modelId="{E5726FE2-4C4F-4B48-AE43-C6CA2AB78DC4}" type="presParOf" srcId="{C3BA7AB0-9B64-4C82-9973-8F034A47564F}" destId="{9092DDE4-FF22-44E8-8909-6D97C834243A}" srcOrd="2" destOrd="0" presId="urn:microsoft.com/office/officeart/2005/8/layout/hierarchy4"/>
    <dgm:cxn modelId="{365B2739-78BF-43DA-83C6-C62ADA9E6874}" type="presParOf" srcId="{9092DDE4-FF22-44E8-8909-6D97C834243A}" destId="{AE9F3894-F8E8-46E1-9823-80DE1251E3A0}" srcOrd="0" destOrd="0" presId="urn:microsoft.com/office/officeart/2005/8/layout/hierarchy4"/>
    <dgm:cxn modelId="{CD7E735D-FF5E-470A-9899-C52B3191C0D2}" type="presParOf" srcId="{9092DDE4-FF22-44E8-8909-6D97C834243A}" destId="{76EC0E42-18F3-4198-A406-BE40E6B771AB}" srcOrd="1" destOrd="0" presId="urn:microsoft.com/office/officeart/2005/8/layout/hierarchy4"/>
    <dgm:cxn modelId="{AACAC9B0-F415-4810-B532-77ADE825485B}" type="presParOf" srcId="{9092DDE4-FF22-44E8-8909-6D97C834243A}" destId="{CB9B7CC5-39B0-4376-BCA6-1F7B6F53393B}" srcOrd="2" destOrd="0" presId="urn:microsoft.com/office/officeart/2005/8/layout/hierarchy4"/>
    <dgm:cxn modelId="{5A66AF25-D54F-41D8-9311-AED2F3669AB8}" type="presParOf" srcId="{CB9B7CC5-39B0-4376-BCA6-1F7B6F53393B}" destId="{33342ADE-D704-484F-BC4C-81A974294B80}" srcOrd="0" destOrd="0" presId="urn:microsoft.com/office/officeart/2005/8/layout/hierarchy4"/>
    <dgm:cxn modelId="{189251D4-29E0-4724-9AE9-F481A6E9369D}" type="presParOf" srcId="{33342ADE-D704-484F-BC4C-81A974294B80}" destId="{71125F94-E291-42FE-AA00-D608327CB545}" srcOrd="0" destOrd="0" presId="urn:microsoft.com/office/officeart/2005/8/layout/hierarchy4"/>
    <dgm:cxn modelId="{80826326-658F-4693-B409-B4A74E95A9E1}" type="presParOf" srcId="{33342ADE-D704-484F-BC4C-81A974294B80}" destId="{788AE65D-A536-4F60-95AA-0182446BFE02}" srcOrd="1" destOrd="0" presId="urn:microsoft.com/office/officeart/2005/8/layout/hierarchy4"/>
    <dgm:cxn modelId="{36B93C25-C04F-4047-B362-4AA1383B83FB}" type="presParOf" srcId="{CB9B7CC5-39B0-4376-BCA6-1F7B6F53393B}" destId="{6380F64C-8F3F-4E98-ABA0-EC486906DECB}" srcOrd="1" destOrd="0" presId="urn:microsoft.com/office/officeart/2005/8/layout/hierarchy4"/>
    <dgm:cxn modelId="{9849BDAE-D1F6-4826-8A6D-C871E09B5A1F}" type="presParOf" srcId="{CB9B7CC5-39B0-4376-BCA6-1F7B6F53393B}" destId="{27B7D0DB-FF6C-4E7C-9D7B-0762E70C7C9C}" srcOrd="2" destOrd="0" presId="urn:microsoft.com/office/officeart/2005/8/layout/hierarchy4"/>
    <dgm:cxn modelId="{5C57EB97-4022-4487-94CE-1EF2B0246CAD}" type="presParOf" srcId="{27B7D0DB-FF6C-4E7C-9D7B-0762E70C7C9C}" destId="{5A45C032-5EEA-4F83-9785-F58FC4CD3CE8}" srcOrd="0" destOrd="0" presId="urn:microsoft.com/office/officeart/2005/8/layout/hierarchy4"/>
    <dgm:cxn modelId="{B2DD7790-3F10-423C-8B88-2395A94F59D4}" type="presParOf" srcId="{27B7D0DB-FF6C-4E7C-9D7B-0762E70C7C9C}" destId="{5ABD7A93-74AA-4CD1-8AB2-C7CD012805AD}" srcOrd="1" destOrd="0" presId="urn:microsoft.com/office/officeart/2005/8/layout/hierarchy4"/>
    <dgm:cxn modelId="{EBD5ABEB-6FA6-4C40-B4C9-1E9CBC819CF5}" type="presParOf" srcId="{C3BA7AB0-9B64-4C82-9973-8F034A47564F}" destId="{294772BD-05CD-49DC-8A79-700494930D04}" srcOrd="3" destOrd="0" presId="urn:microsoft.com/office/officeart/2005/8/layout/hierarchy4"/>
    <dgm:cxn modelId="{242ABA5C-80EA-40CE-A78A-4C2FBE780990}" type="presParOf" srcId="{C3BA7AB0-9B64-4C82-9973-8F034A47564F}" destId="{786690F6-94C9-42A7-99F6-8C1DEE4668D3}" srcOrd="4" destOrd="0" presId="urn:microsoft.com/office/officeart/2005/8/layout/hierarchy4"/>
    <dgm:cxn modelId="{C8F49D82-B7E1-4B4D-B6E6-697C67E735A4}" type="presParOf" srcId="{786690F6-94C9-42A7-99F6-8C1DEE4668D3}" destId="{1B6DD5FD-E5BD-46C8-BB9A-4108F1ABB61B}" srcOrd="0" destOrd="0" presId="urn:microsoft.com/office/officeart/2005/8/layout/hierarchy4"/>
    <dgm:cxn modelId="{9EDA8A13-73D5-4255-8EBD-D976E5C448D2}" type="presParOf" srcId="{786690F6-94C9-42A7-99F6-8C1DEE4668D3}" destId="{B80237EB-7AF9-4FB8-924B-B2C316F1DCC4}" srcOrd="1" destOrd="0" presId="urn:microsoft.com/office/officeart/2005/8/layout/hierarchy4"/>
    <dgm:cxn modelId="{D6C9F37C-648B-4FBE-A4CB-3D8616801EEC}" type="presParOf" srcId="{786690F6-94C9-42A7-99F6-8C1DEE4668D3}" destId="{90753C79-945C-41DC-AEB6-42EAE97F56F1}" srcOrd="2" destOrd="0" presId="urn:microsoft.com/office/officeart/2005/8/layout/hierarchy4"/>
    <dgm:cxn modelId="{B9B9F436-7491-4BE8-83C5-5FD23353C09D}" type="presParOf" srcId="{90753C79-945C-41DC-AEB6-42EAE97F56F1}" destId="{232A0909-861D-41FC-B044-8E7B1BCE3109}" srcOrd="0" destOrd="0" presId="urn:microsoft.com/office/officeart/2005/8/layout/hierarchy4"/>
    <dgm:cxn modelId="{00E74C40-9C92-4E66-931E-E974EDA762DC}" type="presParOf" srcId="{232A0909-861D-41FC-B044-8E7B1BCE3109}" destId="{ED8A6262-9823-424C-94F7-6BF736C1056E}" srcOrd="0" destOrd="0" presId="urn:microsoft.com/office/officeart/2005/8/layout/hierarchy4"/>
    <dgm:cxn modelId="{94B9BE53-77FB-45AA-99FA-8BA56F3EE973}" type="presParOf" srcId="{232A0909-861D-41FC-B044-8E7B1BCE3109}" destId="{F1F63744-148D-4245-8B96-E073E781767B}" srcOrd="1" destOrd="0" presId="urn:microsoft.com/office/officeart/2005/8/layout/hierarchy4"/>
    <dgm:cxn modelId="{342A95FC-3B60-40FC-BF99-3A294F5A1478}" type="presParOf" srcId="{90753C79-945C-41DC-AEB6-42EAE97F56F1}" destId="{7051497D-F1DE-424B-919F-D764252E7D68}" srcOrd="1" destOrd="0" presId="urn:microsoft.com/office/officeart/2005/8/layout/hierarchy4"/>
    <dgm:cxn modelId="{3C9CEFE8-4384-419D-8D24-2A9FD429886C}" type="presParOf" srcId="{90753C79-945C-41DC-AEB6-42EAE97F56F1}" destId="{590F3122-E189-4159-A689-D25FC4738EF8}" srcOrd="2" destOrd="0" presId="urn:microsoft.com/office/officeart/2005/8/layout/hierarchy4"/>
    <dgm:cxn modelId="{59C73A69-47A1-4B39-8EBE-B90A4B1C7DBB}" type="presParOf" srcId="{590F3122-E189-4159-A689-D25FC4738EF8}" destId="{700BEA3E-945A-46DF-9A6A-C57F3B36660D}" srcOrd="0" destOrd="0" presId="urn:microsoft.com/office/officeart/2005/8/layout/hierarchy4"/>
    <dgm:cxn modelId="{8A992598-F9DC-4808-B97F-D8A2F935ABE6}" type="presParOf" srcId="{590F3122-E189-4159-A689-D25FC4738EF8}" destId="{9BCAC4D2-633A-47A4-92AC-015843FA32C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CEB54B4-9D48-4260-A407-C5E1568F2A41}"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CA7F10A2-9661-4EB4-95B4-74F173863C02}">
      <dgm:prSet phldrT="[Text]"/>
      <dgm:spPr>
        <a:solidFill>
          <a:schemeClr val="bg1">
            <a:lumMod val="95000"/>
          </a:schemeClr>
        </a:solidFill>
        <a:ln>
          <a:solidFill>
            <a:schemeClr val="bg1">
              <a:lumMod val="85000"/>
            </a:schemeClr>
          </a:solidFill>
        </a:ln>
      </dgm:spPr>
      <dgm:t>
        <a:bodyPr/>
        <a:lstStyle/>
        <a:p>
          <a:r>
            <a:rPr lang="en-US" dirty="0">
              <a:solidFill>
                <a:srgbClr val="20282F"/>
              </a:solidFill>
            </a:rPr>
            <a:t>Hardware</a:t>
          </a:r>
        </a:p>
      </dgm:t>
    </dgm:pt>
    <dgm:pt modelId="{52EA1F44-6E7F-4072-8292-516C791BAC54}" type="parTrans" cxnId="{07A23D2C-EFD0-404D-9CAD-1C049DC33A78}">
      <dgm:prSet/>
      <dgm:spPr/>
      <dgm:t>
        <a:bodyPr/>
        <a:lstStyle/>
        <a:p>
          <a:endParaRPr lang="en-US"/>
        </a:p>
      </dgm:t>
    </dgm:pt>
    <dgm:pt modelId="{647E6E6C-1FE3-43AB-8A8D-EB87FC6E1105}" type="sibTrans" cxnId="{07A23D2C-EFD0-404D-9CAD-1C049DC33A78}">
      <dgm:prSet/>
      <dgm:spPr/>
      <dgm:t>
        <a:bodyPr/>
        <a:lstStyle/>
        <a:p>
          <a:endParaRPr lang="en-US"/>
        </a:p>
      </dgm:t>
    </dgm:pt>
    <dgm:pt modelId="{504824E6-3276-48FD-B766-C6E465C563F0}">
      <dgm:prSet phldrT="[Text]"/>
      <dgm:spPr>
        <a:solidFill>
          <a:schemeClr val="bg1">
            <a:lumMod val="95000"/>
          </a:schemeClr>
        </a:solidFill>
        <a:ln>
          <a:solidFill>
            <a:schemeClr val="bg1">
              <a:lumMod val="85000"/>
            </a:schemeClr>
          </a:solidFill>
        </a:ln>
      </dgm:spPr>
      <dgm:t>
        <a:bodyPr/>
        <a:lstStyle/>
        <a:p>
          <a:r>
            <a:rPr lang="en-US" dirty="0">
              <a:solidFill>
                <a:srgbClr val="20282F"/>
              </a:solidFill>
            </a:rPr>
            <a:t>Software</a:t>
          </a:r>
        </a:p>
      </dgm:t>
    </dgm:pt>
    <dgm:pt modelId="{5241FC2E-772E-4706-BC6F-5465E7F19415}" type="parTrans" cxnId="{D89393CE-24E7-4FDD-8E50-A733B882C6EB}">
      <dgm:prSet/>
      <dgm:spPr/>
      <dgm:t>
        <a:bodyPr/>
        <a:lstStyle/>
        <a:p>
          <a:endParaRPr lang="en-US"/>
        </a:p>
      </dgm:t>
    </dgm:pt>
    <dgm:pt modelId="{0586CFA8-3A55-48F0-B20A-B7EE9ABCB362}" type="sibTrans" cxnId="{D89393CE-24E7-4FDD-8E50-A733B882C6EB}">
      <dgm:prSet/>
      <dgm:spPr/>
      <dgm:t>
        <a:bodyPr/>
        <a:lstStyle/>
        <a:p>
          <a:endParaRPr lang="en-US"/>
        </a:p>
      </dgm:t>
    </dgm:pt>
    <dgm:pt modelId="{6B39218F-2DC1-4D72-AA23-A88A7F980917}">
      <dgm:prSet phldrT="[Text]"/>
      <dgm:spPr>
        <a:solidFill>
          <a:schemeClr val="bg1">
            <a:lumMod val="95000"/>
          </a:schemeClr>
        </a:solidFill>
        <a:ln>
          <a:solidFill>
            <a:schemeClr val="bg1">
              <a:lumMod val="85000"/>
            </a:schemeClr>
          </a:solidFill>
        </a:ln>
      </dgm:spPr>
      <dgm:t>
        <a:bodyPr/>
        <a:lstStyle/>
        <a:p>
          <a:r>
            <a:rPr lang="en-US" dirty="0">
              <a:solidFill>
                <a:srgbClr val="20282F"/>
              </a:solidFill>
            </a:rPr>
            <a:t>Cloud-based</a:t>
          </a:r>
        </a:p>
      </dgm:t>
    </dgm:pt>
    <dgm:pt modelId="{DF21CBF8-9B01-4DC6-9EC4-0C55A87A4DE8}" type="parTrans" cxnId="{761683AE-DEED-4C11-ADE0-84E25B9A40B4}">
      <dgm:prSet/>
      <dgm:spPr/>
      <dgm:t>
        <a:bodyPr/>
        <a:lstStyle/>
        <a:p>
          <a:endParaRPr lang="en-US"/>
        </a:p>
      </dgm:t>
    </dgm:pt>
    <dgm:pt modelId="{5D4A41CE-83C0-460F-B47D-A23D84909E44}" type="sibTrans" cxnId="{761683AE-DEED-4C11-ADE0-84E25B9A40B4}">
      <dgm:prSet/>
      <dgm:spPr/>
      <dgm:t>
        <a:bodyPr/>
        <a:lstStyle/>
        <a:p>
          <a:endParaRPr lang="en-US"/>
        </a:p>
      </dgm:t>
    </dgm:pt>
    <dgm:pt modelId="{F60BAC82-F359-4377-9EDF-4E3F8E3B6B36}">
      <dgm:prSet phldrT="[Text]" custT="1"/>
      <dgm:spPr>
        <a:solidFill>
          <a:srgbClr val="004F71"/>
        </a:solidFill>
      </dgm:spPr>
      <dgm:t>
        <a:bodyPr/>
        <a:lstStyle/>
        <a:p>
          <a:r>
            <a:rPr lang="en-US" sz="1300" dirty="0"/>
            <a:t>Standalone appliances</a:t>
          </a:r>
        </a:p>
      </dgm:t>
    </dgm:pt>
    <dgm:pt modelId="{E5B55E22-5189-4280-AFD2-CD11E0AF1F5E}" type="parTrans" cxnId="{99C1EC75-40CC-4E50-8F46-5BC29CC57155}">
      <dgm:prSet/>
      <dgm:spPr/>
      <dgm:t>
        <a:bodyPr/>
        <a:lstStyle/>
        <a:p>
          <a:endParaRPr lang="en-US"/>
        </a:p>
      </dgm:t>
    </dgm:pt>
    <dgm:pt modelId="{7EF8F0D3-3B7B-47E9-AE67-65E438DA968D}" type="sibTrans" cxnId="{99C1EC75-40CC-4E50-8F46-5BC29CC57155}">
      <dgm:prSet/>
      <dgm:spPr/>
      <dgm:t>
        <a:bodyPr/>
        <a:lstStyle/>
        <a:p>
          <a:endParaRPr lang="en-US"/>
        </a:p>
      </dgm:t>
    </dgm:pt>
    <dgm:pt modelId="{C857298C-ADE1-46B5-BCE9-54161D931E52}">
      <dgm:prSet phldrT="[Text]" custT="1"/>
      <dgm:spPr>
        <a:solidFill>
          <a:srgbClr val="004F71"/>
        </a:solidFill>
      </dgm:spPr>
      <dgm:t>
        <a:bodyPr/>
        <a:lstStyle/>
        <a:p>
          <a:r>
            <a:rPr lang="en-US" sz="1300" dirty="0"/>
            <a:t>Integrated within routers</a:t>
          </a:r>
        </a:p>
      </dgm:t>
    </dgm:pt>
    <dgm:pt modelId="{AC7A6B62-10D9-4239-A384-339017628014}" type="parTrans" cxnId="{F0BA1ED2-D98D-499C-A5E0-499709DE2064}">
      <dgm:prSet/>
      <dgm:spPr/>
      <dgm:t>
        <a:bodyPr/>
        <a:lstStyle/>
        <a:p>
          <a:endParaRPr lang="en-US"/>
        </a:p>
      </dgm:t>
    </dgm:pt>
    <dgm:pt modelId="{8B3CEDF0-D09A-42D1-8E63-D98E7AC7ECF3}" type="sibTrans" cxnId="{F0BA1ED2-D98D-499C-A5E0-499709DE2064}">
      <dgm:prSet/>
      <dgm:spPr/>
      <dgm:t>
        <a:bodyPr/>
        <a:lstStyle/>
        <a:p>
          <a:endParaRPr lang="en-US"/>
        </a:p>
      </dgm:t>
    </dgm:pt>
    <dgm:pt modelId="{1908D9FF-5C01-407D-B4AF-913AA1B061DC}">
      <dgm:prSet phldrT="[Text]" custT="1"/>
      <dgm:spPr>
        <a:solidFill>
          <a:srgbClr val="004F71"/>
        </a:solidFill>
      </dgm:spPr>
      <dgm:t>
        <a:bodyPr/>
        <a:lstStyle/>
        <a:p>
          <a:r>
            <a:rPr lang="en-US" sz="1300" dirty="0"/>
            <a:t>Next-Generation (NGFW)</a:t>
          </a:r>
        </a:p>
      </dgm:t>
    </dgm:pt>
    <dgm:pt modelId="{BB701B95-EAB2-4221-9854-39E850B10A77}" type="parTrans" cxnId="{C7FF367A-CCB1-4A8A-9425-A12685E517A2}">
      <dgm:prSet/>
      <dgm:spPr/>
      <dgm:t>
        <a:bodyPr/>
        <a:lstStyle/>
        <a:p>
          <a:endParaRPr lang="en-US"/>
        </a:p>
      </dgm:t>
    </dgm:pt>
    <dgm:pt modelId="{5A275E58-97BF-4DB4-AB1B-31ADF920A6CF}" type="sibTrans" cxnId="{C7FF367A-CCB1-4A8A-9425-A12685E517A2}">
      <dgm:prSet/>
      <dgm:spPr/>
      <dgm:t>
        <a:bodyPr/>
        <a:lstStyle/>
        <a:p>
          <a:endParaRPr lang="en-US"/>
        </a:p>
      </dgm:t>
    </dgm:pt>
    <dgm:pt modelId="{4701812A-ECEF-456C-827A-BDAB9A228576}">
      <dgm:prSet phldrT="[Text]" custT="1"/>
      <dgm:spPr>
        <a:solidFill>
          <a:srgbClr val="004F71"/>
        </a:solidFill>
      </dgm:spPr>
      <dgm:t>
        <a:bodyPr/>
        <a:lstStyle/>
        <a:p>
          <a:r>
            <a:rPr lang="en-US" sz="1300" dirty="0"/>
            <a:t>Operating system-based</a:t>
          </a:r>
        </a:p>
      </dgm:t>
    </dgm:pt>
    <dgm:pt modelId="{B716856F-40B3-4ECF-A6B1-BAFCF2300FE0}" type="parTrans" cxnId="{A1132B9D-1AC0-476E-8F23-1382560AF67B}">
      <dgm:prSet/>
      <dgm:spPr/>
      <dgm:t>
        <a:bodyPr/>
        <a:lstStyle/>
        <a:p>
          <a:endParaRPr lang="en-US"/>
        </a:p>
      </dgm:t>
    </dgm:pt>
    <dgm:pt modelId="{160FBD5B-049D-4B2D-9E42-C040EFE51609}" type="sibTrans" cxnId="{A1132B9D-1AC0-476E-8F23-1382560AF67B}">
      <dgm:prSet/>
      <dgm:spPr/>
      <dgm:t>
        <a:bodyPr/>
        <a:lstStyle/>
        <a:p>
          <a:endParaRPr lang="en-US"/>
        </a:p>
      </dgm:t>
    </dgm:pt>
    <dgm:pt modelId="{546B85FA-8EE7-4ACD-9839-E9A6F9DDC6E0}">
      <dgm:prSet phldrT="[Text]" custT="1"/>
      <dgm:spPr>
        <a:solidFill>
          <a:srgbClr val="004F71"/>
        </a:solidFill>
      </dgm:spPr>
      <dgm:t>
        <a:bodyPr/>
        <a:lstStyle/>
        <a:p>
          <a:r>
            <a:rPr lang="en-US" sz="1300" dirty="0"/>
            <a:t>Third-party software-based</a:t>
          </a:r>
        </a:p>
      </dgm:t>
    </dgm:pt>
    <dgm:pt modelId="{0701FA5A-302A-4850-91E6-F88C7869810F}" type="parTrans" cxnId="{82922BAA-741A-463A-B4E5-7F4D34C8DB4D}">
      <dgm:prSet/>
      <dgm:spPr/>
      <dgm:t>
        <a:bodyPr/>
        <a:lstStyle/>
        <a:p>
          <a:endParaRPr lang="en-US"/>
        </a:p>
      </dgm:t>
    </dgm:pt>
    <dgm:pt modelId="{BEF925A3-0714-4379-BF24-90ADE834CCB9}" type="sibTrans" cxnId="{82922BAA-741A-463A-B4E5-7F4D34C8DB4D}">
      <dgm:prSet/>
      <dgm:spPr/>
      <dgm:t>
        <a:bodyPr/>
        <a:lstStyle/>
        <a:p>
          <a:endParaRPr lang="en-US"/>
        </a:p>
      </dgm:t>
    </dgm:pt>
    <dgm:pt modelId="{25BAA4FF-4DBB-42AE-8D06-089E875227B6}">
      <dgm:prSet phldrT="[Text]" custT="1"/>
      <dgm:spPr>
        <a:solidFill>
          <a:srgbClr val="004F71"/>
        </a:solidFill>
      </dgm:spPr>
      <dgm:t>
        <a:bodyPr/>
        <a:lstStyle/>
        <a:p>
          <a:r>
            <a:rPr lang="en-US" sz="1300" dirty="0"/>
            <a:t>Firewall as a service (FAAS)</a:t>
          </a:r>
        </a:p>
      </dgm:t>
    </dgm:pt>
    <dgm:pt modelId="{EC2583B1-A43D-431E-9DFB-20F5E55CE706}" type="parTrans" cxnId="{EF84AD59-CE3D-4C69-B48E-1E298A57D279}">
      <dgm:prSet/>
      <dgm:spPr/>
      <dgm:t>
        <a:bodyPr/>
        <a:lstStyle/>
        <a:p>
          <a:endParaRPr lang="en-US"/>
        </a:p>
      </dgm:t>
    </dgm:pt>
    <dgm:pt modelId="{79C32137-83F5-4184-97BD-646531DD720A}" type="sibTrans" cxnId="{EF84AD59-CE3D-4C69-B48E-1E298A57D279}">
      <dgm:prSet/>
      <dgm:spPr/>
      <dgm:t>
        <a:bodyPr/>
        <a:lstStyle/>
        <a:p>
          <a:endParaRPr lang="en-US"/>
        </a:p>
      </dgm:t>
    </dgm:pt>
    <dgm:pt modelId="{75D7309E-9B9F-48BD-9383-094590E83384}">
      <dgm:prSet phldrT="[Text]"/>
      <dgm:spPr>
        <a:solidFill>
          <a:schemeClr val="bg1">
            <a:lumMod val="95000"/>
          </a:schemeClr>
        </a:solidFill>
        <a:ln>
          <a:solidFill>
            <a:schemeClr val="bg1">
              <a:lumMod val="85000"/>
            </a:schemeClr>
          </a:solidFill>
        </a:ln>
      </dgm:spPr>
      <dgm:t>
        <a:bodyPr/>
        <a:lstStyle/>
        <a:p>
          <a:r>
            <a:rPr lang="en-US" dirty="0">
              <a:solidFill>
                <a:srgbClr val="20282F"/>
              </a:solidFill>
            </a:rPr>
            <a:t>Unified Threat Management (UTM)</a:t>
          </a:r>
        </a:p>
      </dgm:t>
    </dgm:pt>
    <dgm:pt modelId="{2B128549-F8FD-45FA-8768-311C1E4061CE}" type="parTrans" cxnId="{E0DFA4ED-3721-4867-AC2C-86FEB84CACC3}">
      <dgm:prSet/>
      <dgm:spPr/>
      <dgm:t>
        <a:bodyPr/>
        <a:lstStyle/>
        <a:p>
          <a:endParaRPr lang="en-US"/>
        </a:p>
      </dgm:t>
    </dgm:pt>
    <dgm:pt modelId="{F0CB413C-101B-49F5-A183-7586B5E1373F}" type="sibTrans" cxnId="{E0DFA4ED-3721-4867-AC2C-86FEB84CACC3}">
      <dgm:prSet/>
      <dgm:spPr/>
      <dgm:t>
        <a:bodyPr/>
        <a:lstStyle/>
        <a:p>
          <a:endParaRPr lang="en-US"/>
        </a:p>
      </dgm:t>
    </dgm:pt>
    <dgm:pt modelId="{CD90D5E4-2A95-489C-9FEC-C7D84956572C}">
      <dgm:prSet phldrT="[Text]" custT="1"/>
      <dgm:spPr>
        <a:solidFill>
          <a:srgbClr val="004F71"/>
        </a:solidFill>
      </dgm:spPr>
      <dgm:t>
        <a:bodyPr/>
        <a:lstStyle/>
        <a:p>
          <a:r>
            <a:rPr lang="en-US" sz="1300" dirty="0"/>
            <a:t>All-in-one security appliances</a:t>
          </a:r>
        </a:p>
      </dgm:t>
    </dgm:pt>
    <dgm:pt modelId="{FC73E6C8-1F41-4040-B0A4-669553C423F5}" type="parTrans" cxnId="{6F11E625-BCB2-4A07-8CCF-6A2FEB471339}">
      <dgm:prSet/>
      <dgm:spPr/>
      <dgm:t>
        <a:bodyPr/>
        <a:lstStyle/>
        <a:p>
          <a:endParaRPr lang="en-US"/>
        </a:p>
      </dgm:t>
    </dgm:pt>
    <dgm:pt modelId="{290D520C-4B0D-4C61-A2AE-D7EDB061FFDF}" type="sibTrans" cxnId="{6F11E625-BCB2-4A07-8CCF-6A2FEB471339}">
      <dgm:prSet/>
      <dgm:spPr/>
      <dgm:t>
        <a:bodyPr/>
        <a:lstStyle/>
        <a:p>
          <a:endParaRPr lang="en-US"/>
        </a:p>
      </dgm:t>
    </dgm:pt>
    <dgm:pt modelId="{59C4A0CC-C865-4752-9BE3-43ADCB9E9B23}" type="pres">
      <dgm:prSet presAssocID="{6CEB54B4-9D48-4260-A407-C5E1568F2A41}" presName="theList" presStyleCnt="0">
        <dgm:presLayoutVars>
          <dgm:dir/>
          <dgm:animLvl val="lvl"/>
          <dgm:resizeHandles val="exact"/>
        </dgm:presLayoutVars>
      </dgm:prSet>
      <dgm:spPr/>
    </dgm:pt>
    <dgm:pt modelId="{79450F7A-128B-4EA0-A21B-EE64705EE53E}" type="pres">
      <dgm:prSet presAssocID="{CA7F10A2-9661-4EB4-95B4-74F173863C02}" presName="compNode" presStyleCnt="0"/>
      <dgm:spPr/>
    </dgm:pt>
    <dgm:pt modelId="{9C7A43F5-202B-4BAF-B0A5-562EA23371AB}" type="pres">
      <dgm:prSet presAssocID="{CA7F10A2-9661-4EB4-95B4-74F173863C02}" presName="aNode" presStyleLbl="bgShp" presStyleIdx="0" presStyleCnt="4"/>
      <dgm:spPr/>
    </dgm:pt>
    <dgm:pt modelId="{85A4217B-1C85-41AF-9AED-EA93112A9489}" type="pres">
      <dgm:prSet presAssocID="{CA7F10A2-9661-4EB4-95B4-74F173863C02}" presName="textNode" presStyleLbl="bgShp" presStyleIdx="0" presStyleCnt="4"/>
      <dgm:spPr/>
    </dgm:pt>
    <dgm:pt modelId="{F8A9AAD5-ACA8-4205-A40B-5F2E402041C9}" type="pres">
      <dgm:prSet presAssocID="{CA7F10A2-9661-4EB4-95B4-74F173863C02}" presName="compChildNode" presStyleCnt="0"/>
      <dgm:spPr/>
    </dgm:pt>
    <dgm:pt modelId="{C2A805CC-6873-4F61-9FA0-85B035BE9D7C}" type="pres">
      <dgm:prSet presAssocID="{CA7F10A2-9661-4EB4-95B4-74F173863C02}" presName="theInnerList" presStyleCnt="0"/>
      <dgm:spPr/>
    </dgm:pt>
    <dgm:pt modelId="{EBAD628F-D299-44F9-AD3D-84BCEA359D03}" type="pres">
      <dgm:prSet presAssocID="{F60BAC82-F359-4377-9EDF-4E3F8E3B6B36}" presName="childNode" presStyleLbl="node1" presStyleIdx="0" presStyleCnt="7">
        <dgm:presLayoutVars>
          <dgm:bulletEnabled val="1"/>
        </dgm:presLayoutVars>
      </dgm:prSet>
      <dgm:spPr/>
    </dgm:pt>
    <dgm:pt modelId="{1F85E215-A37A-4CF4-BE83-9892D4BD5B21}" type="pres">
      <dgm:prSet presAssocID="{F60BAC82-F359-4377-9EDF-4E3F8E3B6B36}" presName="aSpace2" presStyleCnt="0"/>
      <dgm:spPr/>
    </dgm:pt>
    <dgm:pt modelId="{DA7DE58F-F92C-4F2B-8E70-7EB0B4B46289}" type="pres">
      <dgm:prSet presAssocID="{C857298C-ADE1-46B5-BCE9-54161D931E52}" presName="childNode" presStyleLbl="node1" presStyleIdx="1" presStyleCnt="7">
        <dgm:presLayoutVars>
          <dgm:bulletEnabled val="1"/>
        </dgm:presLayoutVars>
      </dgm:prSet>
      <dgm:spPr/>
    </dgm:pt>
    <dgm:pt modelId="{4B88CC7B-F6C8-47A1-B98D-F5C10754F9C0}" type="pres">
      <dgm:prSet presAssocID="{C857298C-ADE1-46B5-BCE9-54161D931E52}" presName="aSpace2" presStyleCnt="0"/>
      <dgm:spPr/>
    </dgm:pt>
    <dgm:pt modelId="{E5385E15-159B-4763-97C3-F2133348C392}" type="pres">
      <dgm:prSet presAssocID="{1908D9FF-5C01-407D-B4AF-913AA1B061DC}" presName="childNode" presStyleLbl="node1" presStyleIdx="2" presStyleCnt="7">
        <dgm:presLayoutVars>
          <dgm:bulletEnabled val="1"/>
        </dgm:presLayoutVars>
      </dgm:prSet>
      <dgm:spPr/>
    </dgm:pt>
    <dgm:pt modelId="{93ACD1C8-1DF4-40CB-B8F7-4F0C7A6E2172}" type="pres">
      <dgm:prSet presAssocID="{CA7F10A2-9661-4EB4-95B4-74F173863C02}" presName="aSpace" presStyleCnt="0"/>
      <dgm:spPr/>
    </dgm:pt>
    <dgm:pt modelId="{E9488069-3293-4259-801E-30DAE256677E}" type="pres">
      <dgm:prSet presAssocID="{504824E6-3276-48FD-B766-C6E465C563F0}" presName="compNode" presStyleCnt="0"/>
      <dgm:spPr/>
    </dgm:pt>
    <dgm:pt modelId="{15014D73-8735-443A-992A-1BD06FC29C6B}" type="pres">
      <dgm:prSet presAssocID="{504824E6-3276-48FD-B766-C6E465C563F0}" presName="aNode" presStyleLbl="bgShp" presStyleIdx="1" presStyleCnt="4"/>
      <dgm:spPr/>
    </dgm:pt>
    <dgm:pt modelId="{AD721754-CD9C-4FAE-99C8-78F5DE32B5B4}" type="pres">
      <dgm:prSet presAssocID="{504824E6-3276-48FD-B766-C6E465C563F0}" presName="textNode" presStyleLbl="bgShp" presStyleIdx="1" presStyleCnt="4"/>
      <dgm:spPr/>
    </dgm:pt>
    <dgm:pt modelId="{4CA96BB8-951A-47D7-B853-1333A72779A2}" type="pres">
      <dgm:prSet presAssocID="{504824E6-3276-48FD-B766-C6E465C563F0}" presName="compChildNode" presStyleCnt="0"/>
      <dgm:spPr/>
    </dgm:pt>
    <dgm:pt modelId="{D6658FC7-7F38-492B-8B88-9E6E6F773044}" type="pres">
      <dgm:prSet presAssocID="{504824E6-3276-48FD-B766-C6E465C563F0}" presName="theInnerList" presStyleCnt="0"/>
      <dgm:spPr/>
    </dgm:pt>
    <dgm:pt modelId="{4BCDD07C-0A68-4900-9087-4DED92576CC2}" type="pres">
      <dgm:prSet presAssocID="{4701812A-ECEF-456C-827A-BDAB9A228576}" presName="childNode" presStyleLbl="node1" presStyleIdx="3" presStyleCnt="7">
        <dgm:presLayoutVars>
          <dgm:bulletEnabled val="1"/>
        </dgm:presLayoutVars>
      </dgm:prSet>
      <dgm:spPr/>
    </dgm:pt>
    <dgm:pt modelId="{A610695A-DD1C-4DB2-92B4-EB6A4EEF95AA}" type="pres">
      <dgm:prSet presAssocID="{4701812A-ECEF-456C-827A-BDAB9A228576}" presName="aSpace2" presStyleCnt="0"/>
      <dgm:spPr/>
    </dgm:pt>
    <dgm:pt modelId="{D1D913AB-301B-410E-BABD-B838FF4D8353}" type="pres">
      <dgm:prSet presAssocID="{546B85FA-8EE7-4ACD-9839-E9A6F9DDC6E0}" presName="childNode" presStyleLbl="node1" presStyleIdx="4" presStyleCnt="7">
        <dgm:presLayoutVars>
          <dgm:bulletEnabled val="1"/>
        </dgm:presLayoutVars>
      </dgm:prSet>
      <dgm:spPr/>
    </dgm:pt>
    <dgm:pt modelId="{F1163987-A6C4-4AC5-AD57-84A94F4ECB3E}" type="pres">
      <dgm:prSet presAssocID="{504824E6-3276-48FD-B766-C6E465C563F0}" presName="aSpace" presStyleCnt="0"/>
      <dgm:spPr/>
    </dgm:pt>
    <dgm:pt modelId="{5FF497AB-9B5D-4D38-88DF-B257FE1E5B91}" type="pres">
      <dgm:prSet presAssocID="{6B39218F-2DC1-4D72-AA23-A88A7F980917}" presName="compNode" presStyleCnt="0"/>
      <dgm:spPr/>
    </dgm:pt>
    <dgm:pt modelId="{CB7993EB-D109-4A29-BD90-70E5A791C015}" type="pres">
      <dgm:prSet presAssocID="{6B39218F-2DC1-4D72-AA23-A88A7F980917}" presName="aNode" presStyleLbl="bgShp" presStyleIdx="2" presStyleCnt="4"/>
      <dgm:spPr/>
    </dgm:pt>
    <dgm:pt modelId="{B5AAE1FB-B3EA-4908-8169-64CC2F284092}" type="pres">
      <dgm:prSet presAssocID="{6B39218F-2DC1-4D72-AA23-A88A7F980917}" presName="textNode" presStyleLbl="bgShp" presStyleIdx="2" presStyleCnt="4"/>
      <dgm:spPr/>
    </dgm:pt>
    <dgm:pt modelId="{E9566D99-E960-4809-9907-6ABED1D225CB}" type="pres">
      <dgm:prSet presAssocID="{6B39218F-2DC1-4D72-AA23-A88A7F980917}" presName="compChildNode" presStyleCnt="0"/>
      <dgm:spPr/>
    </dgm:pt>
    <dgm:pt modelId="{78814EB7-9C86-468F-BA56-4C3D6DC16EF4}" type="pres">
      <dgm:prSet presAssocID="{6B39218F-2DC1-4D72-AA23-A88A7F980917}" presName="theInnerList" presStyleCnt="0"/>
      <dgm:spPr/>
    </dgm:pt>
    <dgm:pt modelId="{CB508E2C-4258-40A8-B02D-EA81BE2AA222}" type="pres">
      <dgm:prSet presAssocID="{25BAA4FF-4DBB-42AE-8D06-089E875227B6}" presName="childNode" presStyleLbl="node1" presStyleIdx="5" presStyleCnt="7">
        <dgm:presLayoutVars>
          <dgm:bulletEnabled val="1"/>
        </dgm:presLayoutVars>
      </dgm:prSet>
      <dgm:spPr/>
    </dgm:pt>
    <dgm:pt modelId="{857FC595-1222-4E01-9B5E-CD7DBBE121C3}" type="pres">
      <dgm:prSet presAssocID="{6B39218F-2DC1-4D72-AA23-A88A7F980917}" presName="aSpace" presStyleCnt="0"/>
      <dgm:spPr/>
    </dgm:pt>
    <dgm:pt modelId="{1A8CF636-0F17-4B56-9576-F53159B2CBE3}" type="pres">
      <dgm:prSet presAssocID="{75D7309E-9B9F-48BD-9383-094590E83384}" presName="compNode" presStyleCnt="0"/>
      <dgm:spPr/>
    </dgm:pt>
    <dgm:pt modelId="{F6A3CBD1-9DE9-4189-BD9E-40C73EE48579}" type="pres">
      <dgm:prSet presAssocID="{75D7309E-9B9F-48BD-9383-094590E83384}" presName="aNode" presStyleLbl="bgShp" presStyleIdx="3" presStyleCnt="4"/>
      <dgm:spPr/>
    </dgm:pt>
    <dgm:pt modelId="{3EF0A5F8-30E7-4A3A-B780-A24642AF2A63}" type="pres">
      <dgm:prSet presAssocID="{75D7309E-9B9F-48BD-9383-094590E83384}" presName="textNode" presStyleLbl="bgShp" presStyleIdx="3" presStyleCnt="4"/>
      <dgm:spPr/>
    </dgm:pt>
    <dgm:pt modelId="{A9806F93-C679-4893-B65E-005D356E7B80}" type="pres">
      <dgm:prSet presAssocID="{75D7309E-9B9F-48BD-9383-094590E83384}" presName="compChildNode" presStyleCnt="0"/>
      <dgm:spPr/>
    </dgm:pt>
    <dgm:pt modelId="{CEDDB0C3-04BD-4D35-BF3D-944C25BBB91E}" type="pres">
      <dgm:prSet presAssocID="{75D7309E-9B9F-48BD-9383-094590E83384}" presName="theInnerList" presStyleCnt="0"/>
      <dgm:spPr/>
    </dgm:pt>
    <dgm:pt modelId="{0327A99D-91D5-4810-B082-DDA4A95F4ECF}" type="pres">
      <dgm:prSet presAssocID="{CD90D5E4-2A95-489C-9FEC-C7D84956572C}" presName="childNode" presStyleLbl="node1" presStyleIdx="6" presStyleCnt="7">
        <dgm:presLayoutVars>
          <dgm:bulletEnabled val="1"/>
        </dgm:presLayoutVars>
      </dgm:prSet>
      <dgm:spPr/>
    </dgm:pt>
  </dgm:ptLst>
  <dgm:cxnLst>
    <dgm:cxn modelId="{21E18F07-9AAC-484C-A9F3-678B72B8B6FB}" type="presOf" srcId="{1908D9FF-5C01-407D-B4AF-913AA1B061DC}" destId="{E5385E15-159B-4763-97C3-F2133348C392}" srcOrd="0" destOrd="0" presId="urn:microsoft.com/office/officeart/2005/8/layout/lProcess2"/>
    <dgm:cxn modelId="{CF2D231B-B83C-46C3-8B00-E8F63ED59C07}" type="presOf" srcId="{CA7F10A2-9661-4EB4-95B4-74F173863C02}" destId="{9C7A43F5-202B-4BAF-B0A5-562EA23371AB}" srcOrd="0" destOrd="0" presId="urn:microsoft.com/office/officeart/2005/8/layout/lProcess2"/>
    <dgm:cxn modelId="{5FCFF21F-B04F-408C-AC58-79413A770714}" type="presOf" srcId="{4701812A-ECEF-456C-827A-BDAB9A228576}" destId="{4BCDD07C-0A68-4900-9087-4DED92576CC2}" srcOrd="0" destOrd="0" presId="urn:microsoft.com/office/officeart/2005/8/layout/lProcess2"/>
    <dgm:cxn modelId="{6F11E625-BCB2-4A07-8CCF-6A2FEB471339}" srcId="{75D7309E-9B9F-48BD-9383-094590E83384}" destId="{CD90D5E4-2A95-489C-9FEC-C7D84956572C}" srcOrd="0" destOrd="0" parTransId="{FC73E6C8-1F41-4040-B0A4-669553C423F5}" sibTransId="{290D520C-4B0D-4C61-A2AE-D7EDB061FFDF}"/>
    <dgm:cxn modelId="{07A23D2C-EFD0-404D-9CAD-1C049DC33A78}" srcId="{6CEB54B4-9D48-4260-A407-C5E1568F2A41}" destId="{CA7F10A2-9661-4EB4-95B4-74F173863C02}" srcOrd="0" destOrd="0" parTransId="{52EA1F44-6E7F-4072-8292-516C791BAC54}" sibTransId="{647E6E6C-1FE3-43AB-8A8D-EB87FC6E1105}"/>
    <dgm:cxn modelId="{19333437-DFF0-4F68-BE1D-0EB5B655DE4F}" type="presOf" srcId="{25BAA4FF-4DBB-42AE-8D06-089E875227B6}" destId="{CB508E2C-4258-40A8-B02D-EA81BE2AA222}" srcOrd="0" destOrd="0" presId="urn:microsoft.com/office/officeart/2005/8/layout/lProcess2"/>
    <dgm:cxn modelId="{CF220539-D190-4454-BAAB-BC1DD34C677D}" type="presOf" srcId="{504824E6-3276-48FD-B766-C6E465C563F0}" destId="{15014D73-8735-443A-992A-1BD06FC29C6B}" srcOrd="0" destOrd="0" presId="urn:microsoft.com/office/officeart/2005/8/layout/lProcess2"/>
    <dgm:cxn modelId="{74E7E440-740B-41D1-81BD-1B57CB2D270A}" type="presOf" srcId="{504824E6-3276-48FD-B766-C6E465C563F0}" destId="{AD721754-CD9C-4FAE-99C8-78F5DE32B5B4}" srcOrd="1" destOrd="0" presId="urn:microsoft.com/office/officeart/2005/8/layout/lProcess2"/>
    <dgm:cxn modelId="{0EE03A43-1573-4351-8EB6-63DE906E04A7}" type="presOf" srcId="{6B39218F-2DC1-4D72-AA23-A88A7F980917}" destId="{B5AAE1FB-B3EA-4908-8169-64CC2F284092}" srcOrd="1" destOrd="0" presId="urn:microsoft.com/office/officeart/2005/8/layout/lProcess2"/>
    <dgm:cxn modelId="{2F7CFD63-03B2-4DB6-9A21-25ACCB743B98}" type="presOf" srcId="{C857298C-ADE1-46B5-BCE9-54161D931E52}" destId="{DA7DE58F-F92C-4F2B-8E70-7EB0B4B46289}" srcOrd="0" destOrd="0" presId="urn:microsoft.com/office/officeart/2005/8/layout/lProcess2"/>
    <dgm:cxn modelId="{0C36E270-4D0E-4A06-B9E7-0532B86BF65B}" type="presOf" srcId="{546B85FA-8EE7-4ACD-9839-E9A6F9DDC6E0}" destId="{D1D913AB-301B-410E-BABD-B838FF4D8353}" srcOrd="0" destOrd="0" presId="urn:microsoft.com/office/officeart/2005/8/layout/lProcess2"/>
    <dgm:cxn modelId="{C3B1BB54-9F8C-4DAA-AD61-617F94911202}" type="presOf" srcId="{CD90D5E4-2A95-489C-9FEC-C7D84956572C}" destId="{0327A99D-91D5-4810-B082-DDA4A95F4ECF}" srcOrd="0" destOrd="0" presId="urn:microsoft.com/office/officeart/2005/8/layout/lProcess2"/>
    <dgm:cxn modelId="{99C1EC75-40CC-4E50-8F46-5BC29CC57155}" srcId="{CA7F10A2-9661-4EB4-95B4-74F173863C02}" destId="{F60BAC82-F359-4377-9EDF-4E3F8E3B6B36}" srcOrd="0" destOrd="0" parTransId="{E5B55E22-5189-4280-AFD2-CD11E0AF1F5E}" sibTransId="{7EF8F0D3-3B7B-47E9-AE67-65E438DA968D}"/>
    <dgm:cxn modelId="{326EC678-86F2-44DC-B620-E3B751996E7C}" type="presOf" srcId="{75D7309E-9B9F-48BD-9383-094590E83384}" destId="{3EF0A5F8-30E7-4A3A-B780-A24642AF2A63}" srcOrd="1" destOrd="0" presId="urn:microsoft.com/office/officeart/2005/8/layout/lProcess2"/>
    <dgm:cxn modelId="{EF84AD59-CE3D-4C69-B48E-1E298A57D279}" srcId="{6B39218F-2DC1-4D72-AA23-A88A7F980917}" destId="{25BAA4FF-4DBB-42AE-8D06-089E875227B6}" srcOrd="0" destOrd="0" parTransId="{EC2583B1-A43D-431E-9DFB-20F5E55CE706}" sibTransId="{79C32137-83F5-4184-97BD-646531DD720A}"/>
    <dgm:cxn modelId="{C7FF367A-CCB1-4A8A-9425-A12685E517A2}" srcId="{CA7F10A2-9661-4EB4-95B4-74F173863C02}" destId="{1908D9FF-5C01-407D-B4AF-913AA1B061DC}" srcOrd="2" destOrd="0" parTransId="{BB701B95-EAB2-4221-9854-39E850B10A77}" sibTransId="{5A275E58-97BF-4DB4-AB1B-31ADF920A6CF}"/>
    <dgm:cxn modelId="{4EB5217F-2BC8-40A8-8A25-5F39191F627B}" type="presOf" srcId="{6B39218F-2DC1-4D72-AA23-A88A7F980917}" destId="{CB7993EB-D109-4A29-BD90-70E5A791C015}" srcOrd="0" destOrd="0" presId="urn:microsoft.com/office/officeart/2005/8/layout/lProcess2"/>
    <dgm:cxn modelId="{114B708B-6BA1-4B04-B4C6-6AC32A0037BB}" type="presOf" srcId="{75D7309E-9B9F-48BD-9383-094590E83384}" destId="{F6A3CBD1-9DE9-4189-BD9E-40C73EE48579}" srcOrd="0" destOrd="0" presId="urn:microsoft.com/office/officeart/2005/8/layout/lProcess2"/>
    <dgm:cxn modelId="{AB6F808B-AE05-415E-9C0E-BEA2AB813D68}" type="presOf" srcId="{CA7F10A2-9661-4EB4-95B4-74F173863C02}" destId="{85A4217B-1C85-41AF-9AED-EA93112A9489}" srcOrd="1" destOrd="0" presId="urn:microsoft.com/office/officeart/2005/8/layout/lProcess2"/>
    <dgm:cxn modelId="{A1132B9D-1AC0-476E-8F23-1382560AF67B}" srcId="{504824E6-3276-48FD-B766-C6E465C563F0}" destId="{4701812A-ECEF-456C-827A-BDAB9A228576}" srcOrd="0" destOrd="0" parTransId="{B716856F-40B3-4ECF-A6B1-BAFCF2300FE0}" sibTransId="{160FBD5B-049D-4B2D-9E42-C040EFE51609}"/>
    <dgm:cxn modelId="{82922BAA-741A-463A-B4E5-7F4D34C8DB4D}" srcId="{504824E6-3276-48FD-B766-C6E465C563F0}" destId="{546B85FA-8EE7-4ACD-9839-E9A6F9DDC6E0}" srcOrd="1" destOrd="0" parTransId="{0701FA5A-302A-4850-91E6-F88C7869810F}" sibTransId="{BEF925A3-0714-4379-BF24-90ADE834CCB9}"/>
    <dgm:cxn modelId="{761683AE-DEED-4C11-ADE0-84E25B9A40B4}" srcId="{6CEB54B4-9D48-4260-A407-C5E1568F2A41}" destId="{6B39218F-2DC1-4D72-AA23-A88A7F980917}" srcOrd="2" destOrd="0" parTransId="{DF21CBF8-9B01-4DC6-9EC4-0C55A87A4DE8}" sibTransId="{5D4A41CE-83C0-460F-B47D-A23D84909E44}"/>
    <dgm:cxn modelId="{328A45B6-FED8-4D57-965B-B61D8ADD7564}" type="presOf" srcId="{F60BAC82-F359-4377-9EDF-4E3F8E3B6B36}" destId="{EBAD628F-D299-44F9-AD3D-84BCEA359D03}" srcOrd="0" destOrd="0" presId="urn:microsoft.com/office/officeart/2005/8/layout/lProcess2"/>
    <dgm:cxn modelId="{D89393CE-24E7-4FDD-8E50-A733B882C6EB}" srcId="{6CEB54B4-9D48-4260-A407-C5E1568F2A41}" destId="{504824E6-3276-48FD-B766-C6E465C563F0}" srcOrd="1" destOrd="0" parTransId="{5241FC2E-772E-4706-BC6F-5465E7F19415}" sibTransId="{0586CFA8-3A55-48F0-B20A-B7EE9ABCB362}"/>
    <dgm:cxn modelId="{F0BA1ED2-D98D-499C-A5E0-499709DE2064}" srcId="{CA7F10A2-9661-4EB4-95B4-74F173863C02}" destId="{C857298C-ADE1-46B5-BCE9-54161D931E52}" srcOrd="1" destOrd="0" parTransId="{AC7A6B62-10D9-4239-A384-339017628014}" sibTransId="{8B3CEDF0-D09A-42D1-8E63-D98E7AC7ECF3}"/>
    <dgm:cxn modelId="{E0DFA4ED-3721-4867-AC2C-86FEB84CACC3}" srcId="{6CEB54B4-9D48-4260-A407-C5E1568F2A41}" destId="{75D7309E-9B9F-48BD-9383-094590E83384}" srcOrd="3" destOrd="0" parTransId="{2B128549-F8FD-45FA-8768-311C1E4061CE}" sibTransId="{F0CB413C-101B-49F5-A183-7586B5E1373F}"/>
    <dgm:cxn modelId="{78A06FF1-5AAA-4253-9CCF-2BD6C6F4DF70}" type="presOf" srcId="{6CEB54B4-9D48-4260-A407-C5E1568F2A41}" destId="{59C4A0CC-C865-4752-9BE3-43ADCB9E9B23}" srcOrd="0" destOrd="0" presId="urn:microsoft.com/office/officeart/2005/8/layout/lProcess2"/>
    <dgm:cxn modelId="{6D001F17-B177-4D6F-83CB-5805C63FE8BC}" type="presParOf" srcId="{59C4A0CC-C865-4752-9BE3-43ADCB9E9B23}" destId="{79450F7A-128B-4EA0-A21B-EE64705EE53E}" srcOrd="0" destOrd="0" presId="urn:microsoft.com/office/officeart/2005/8/layout/lProcess2"/>
    <dgm:cxn modelId="{FE3EFC1E-459B-4052-A011-EEEFDB6E4E09}" type="presParOf" srcId="{79450F7A-128B-4EA0-A21B-EE64705EE53E}" destId="{9C7A43F5-202B-4BAF-B0A5-562EA23371AB}" srcOrd="0" destOrd="0" presId="urn:microsoft.com/office/officeart/2005/8/layout/lProcess2"/>
    <dgm:cxn modelId="{B0C224C8-0565-440B-92F5-D295046877D0}" type="presParOf" srcId="{79450F7A-128B-4EA0-A21B-EE64705EE53E}" destId="{85A4217B-1C85-41AF-9AED-EA93112A9489}" srcOrd="1" destOrd="0" presId="urn:microsoft.com/office/officeart/2005/8/layout/lProcess2"/>
    <dgm:cxn modelId="{C1BB742B-4DE3-438D-A4EE-86BC220C20D6}" type="presParOf" srcId="{79450F7A-128B-4EA0-A21B-EE64705EE53E}" destId="{F8A9AAD5-ACA8-4205-A40B-5F2E402041C9}" srcOrd="2" destOrd="0" presId="urn:microsoft.com/office/officeart/2005/8/layout/lProcess2"/>
    <dgm:cxn modelId="{695C1A9A-7974-4E52-B11F-78DC09508BE3}" type="presParOf" srcId="{F8A9AAD5-ACA8-4205-A40B-5F2E402041C9}" destId="{C2A805CC-6873-4F61-9FA0-85B035BE9D7C}" srcOrd="0" destOrd="0" presId="urn:microsoft.com/office/officeart/2005/8/layout/lProcess2"/>
    <dgm:cxn modelId="{6B55EC6D-4562-48EE-AB9A-8D6E2B095E84}" type="presParOf" srcId="{C2A805CC-6873-4F61-9FA0-85B035BE9D7C}" destId="{EBAD628F-D299-44F9-AD3D-84BCEA359D03}" srcOrd="0" destOrd="0" presId="urn:microsoft.com/office/officeart/2005/8/layout/lProcess2"/>
    <dgm:cxn modelId="{E049DDF5-F654-4284-A648-80E3C33C306D}" type="presParOf" srcId="{C2A805CC-6873-4F61-9FA0-85B035BE9D7C}" destId="{1F85E215-A37A-4CF4-BE83-9892D4BD5B21}" srcOrd="1" destOrd="0" presId="urn:microsoft.com/office/officeart/2005/8/layout/lProcess2"/>
    <dgm:cxn modelId="{71385EF6-BBA2-469A-B957-CC40225B8594}" type="presParOf" srcId="{C2A805CC-6873-4F61-9FA0-85B035BE9D7C}" destId="{DA7DE58F-F92C-4F2B-8E70-7EB0B4B46289}" srcOrd="2" destOrd="0" presId="urn:microsoft.com/office/officeart/2005/8/layout/lProcess2"/>
    <dgm:cxn modelId="{0BEAEBBF-1099-4ED0-BCA0-5E6E2D78F65E}" type="presParOf" srcId="{C2A805CC-6873-4F61-9FA0-85B035BE9D7C}" destId="{4B88CC7B-F6C8-47A1-B98D-F5C10754F9C0}" srcOrd="3" destOrd="0" presId="urn:microsoft.com/office/officeart/2005/8/layout/lProcess2"/>
    <dgm:cxn modelId="{C453975E-965B-40BF-A365-BD994609DBD9}" type="presParOf" srcId="{C2A805CC-6873-4F61-9FA0-85B035BE9D7C}" destId="{E5385E15-159B-4763-97C3-F2133348C392}" srcOrd="4" destOrd="0" presId="urn:microsoft.com/office/officeart/2005/8/layout/lProcess2"/>
    <dgm:cxn modelId="{A3459974-7235-4BAB-9203-A16282E62F65}" type="presParOf" srcId="{59C4A0CC-C865-4752-9BE3-43ADCB9E9B23}" destId="{93ACD1C8-1DF4-40CB-B8F7-4F0C7A6E2172}" srcOrd="1" destOrd="0" presId="urn:microsoft.com/office/officeart/2005/8/layout/lProcess2"/>
    <dgm:cxn modelId="{AD09C62F-B370-4B05-B1CE-CC0E753E88C3}" type="presParOf" srcId="{59C4A0CC-C865-4752-9BE3-43ADCB9E9B23}" destId="{E9488069-3293-4259-801E-30DAE256677E}" srcOrd="2" destOrd="0" presId="urn:microsoft.com/office/officeart/2005/8/layout/lProcess2"/>
    <dgm:cxn modelId="{C05436AC-10D5-4648-BDA5-EEB75BEB3DB8}" type="presParOf" srcId="{E9488069-3293-4259-801E-30DAE256677E}" destId="{15014D73-8735-443A-992A-1BD06FC29C6B}" srcOrd="0" destOrd="0" presId="urn:microsoft.com/office/officeart/2005/8/layout/lProcess2"/>
    <dgm:cxn modelId="{FD35A9DA-B21C-4DA4-8A5F-2C31E20ECF3F}" type="presParOf" srcId="{E9488069-3293-4259-801E-30DAE256677E}" destId="{AD721754-CD9C-4FAE-99C8-78F5DE32B5B4}" srcOrd="1" destOrd="0" presId="urn:microsoft.com/office/officeart/2005/8/layout/lProcess2"/>
    <dgm:cxn modelId="{02470B20-17C8-4AF4-A278-069E15A05D11}" type="presParOf" srcId="{E9488069-3293-4259-801E-30DAE256677E}" destId="{4CA96BB8-951A-47D7-B853-1333A72779A2}" srcOrd="2" destOrd="0" presId="urn:microsoft.com/office/officeart/2005/8/layout/lProcess2"/>
    <dgm:cxn modelId="{B4A101ED-5129-4449-B706-09F7E5084C74}" type="presParOf" srcId="{4CA96BB8-951A-47D7-B853-1333A72779A2}" destId="{D6658FC7-7F38-492B-8B88-9E6E6F773044}" srcOrd="0" destOrd="0" presId="urn:microsoft.com/office/officeart/2005/8/layout/lProcess2"/>
    <dgm:cxn modelId="{F94F75C1-AF42-4748-8FA8-47EBE1FFC120}" type="presParOf" srcId="{D6658FC7-7F38-492B-8B88-9E6E6F773044}" destId="{4BCDD07C-0A68-4900-9087-4DED92576CC2}" srcOrd="0" destOrd="0" presId="urn:microsoft.com/office/officeart/2005/8/layout/lProcess2"/>
    <dgm:cxn modelId="{7259E2A1-78DE-44B6-9531-2B2B3A83199B}" type="presParOf" srcId="{D6658FC7-7F38-492B-8B88-9E6E6F773044}" destId="{A610695A-DD1C-4DB2-92B4-EB6A4EEF95AA}" srcOrd="1" destOrd="0" presId="urn:microsoft.com/office/officeart/2005/8/layout/lProcess2"/>
    <dgm:cxn modelId="{FF45408C-2678-427D-9B7C-C862A2212958}" type="presParOf" srcId="{D6658FC7-7F38-492B-8B88-9E6E6F773044}" destId="{D1D913AB-301B-410E-BABD-B838FF4D8353}" srcOrd="2" destOrd="0" presId="urn:microsoft.com/office/officeart/2005/8/layout/lProcess2"/>
    <dgm:cxn modelId="{5F5B2CCF-64B2-47B3-884C-EB4B4857A88A}" type="presParOf" srcId="{59C4A0CC-C865-4752-9BE3-43ADCB9E9B23}" destId="{F1163987-A6C4-4AC5-AD57-84A94F4ECB3E}" srcOrd="3" destOrd="0" presId="urn:microsoft.com/office/officeart/2005/8/layout/lProcess2"/>
    <dgm:cxn modelId="{842C5C4F-6D0C-42A3-9736-682507495EA8}" type="presParOf" srcId="{59C4A0CC-C865-4752-9BE3-43ADCB9E9B23}" destId="{5FF497AB-9B5D-4D38-88DF-B257FE1E5B91}" srcOrd="4" destOrd="0" presId="urn:microsoft.com/office/officeart/2005/8/layout/lProcess2"/>
    <dgm:cxn modelId="{812A10B9-B616-4242-872E-9504AD1339D9}" type="presParOf" srcId="{5FF497AB-9B5D-4D38-88DF-B257FE1E5B91}" destId="{CB7993EB-D109-4A29-BD90-70E5A791C015}" srcOrd="0" destOrd="0" presId="urn:microsoft.com/office/officeart/2005/8/layout/lProcess2"/>
    <dgm:cxn modelId="{3C5BDA15-53CA-4BA2-B4D5-9B96168CD080}" type="presParOf" srcId="{5FF497AB-9B5D-4D38-88DF-B257FE1E5B91}" destId="{B5AAE1FB-B3EA-4908-8169-64CC2F284092}" srcOrd="1" destOrd="0" presId="urn:microsoft.com/office/officeart/2005/8/layout/lProcess2"/>
    <dgm:cxn modelId="{F5755A37-5219-4A89-B788-EDDC66CCE458}" type="presParOf" srcId="{5FF497AB-9B5D-4D38-88DF-B257FE1E5B91}" destId="{E9566D99-E960-4809-9907-6ABED1D225CB}" srcOrd="2" destOrd="0" presId="urn:microsoft.com/office/officeart/2005/8/layout/lProcess2"/>
    <dgm:cxn modelId="{6484923F-BFF1-46ED-9BA5-A3676F742AFD}" type="presParOf" srcId="{E9566D99-E960-4809-9907-6ABED1D225CB}" destId="{78814EB7-9C86-468F-BA56-4C3D6DC16EF4}" srcOrd="0" destOrd="0" presId="urn:microsoft.com/office/officeart/2005/8/layout/lProcess2"/>
    <dgm:cxn modelId="{E8C6F817-D63D-47C1-9C8C-D1FF20EF9D34}" type="presParOf" srcId="{78814EB7-9C86-468F-BA56-4C3D6DC16EF4}" destId="{CB508E2C-4258-40A8-B02D-EA81BE2AA222}" srcOrd="0" destOrd="0" presId="urn:microsoft.com/office/officeart/2005/8/layout/lProcess2"/>
    <dgm:cxn modelId="{F5D7425E-4196-40C9-95CE-4F27DBC4FD69}" type="presParOf" srcId="{59C4A0CC-C865-4752-9BE3-43ADCB9E9B23}" destId="{857FC595-1222-4E01-9B5E-CD7DBBE121C3}" srcOrd="5" destOrd="0" presId="urn:microsoft.com/office/officeart/2005/8/layout/lProcess2"/>
    <dgm:cxn modelId="{B747A181-C029-47F6-92BD-881D954B0F3F}" type="presParOf" srcId="{59C4A0CC-C865-4752-9BE3-43ADCB9E9B23}" destId="{1A8CF636-0F17-4B56-9576-F53159B2CBE3}" srcOrd="6" destOrd="0" presId="urn:microsoft.com/office/officeart/2005/8/layout/lProcess2"/>
    <dgm:cxn modelId="{55020B6E-A079-442A-B8FB-AD3A9DA11645}" type="presParOf" srcId="{1A8CF636-0F17-4B56-9576-F53159B2CBE3}" destId="{F6A3CBD1-9DE9-4189-BD9E-40C73EE48579}" srcOrd="0" destOrd="0" presId="urn:microsoft.com/office/officeart/2005/8/layout/lProcess2"/>
    <dgm:cxn modelId="{5028DED7-BFAE-483B-AF46-328460E44F6A}" type="presParOf" srcId="{1A8CF636-0F17-4B56-9576-F53159B2CBE3}" destId="{3EF0A5F8-30E7-4A3A-B780-A24642AF2A63}" srcOrd="1" destOrd="0" presId="urn:microsoft.com/office/officeart/2005/8/layout/lProcess2"/>
    <dgm:cxn modelId="{26BC04BE-4148-40D6-9659-58BDC2F9F6C7}" type="presParOf" srcId="{1A8CF636-0F17-4B56-9576-F53159B2CBE3}" destId="{A9806F93-C679-4893-B65E-005D356E7B80}" srcOrd="2" destOrd="0" presId="urn:microsoft.com/office/officeart/2005/8/layout/lProcess2"/>
    <dgm:cxn modelId="{4A575D4A-4471-4B42-9F92-BDD6ED1A119F}" type="presParOf" srcId="{A9806F93-C679-4893-B65E-005D356E7B80}" destId="{CEDDB0C3-04BD-4D35-BF3D-944C25BBB91E}" srcOrd="0" destOrd="0" presId="urn:microsoft.com/office/officeart/2005/8/layout/lProcess2"/>
    <dgm:cxn modelId="{661F8C35-1DD8-476A-8298-4651842F183A}" type="presParOf" srcId="{CEDDB0C3-04BD-4D35-BF3D-944C25BBB91E}" destId="{0327A99D-91D5-4810-B082-DDA4A95F4ECF}"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CEB54B4-9D48-4260-A407-C5E1568F2A41}"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B08BA55D-528F-4AAB-9319-202A8798EA15}">
      <dgm:prSet phldrT="[Text]" custT="1"/>
      <dgm:spPr/>
      <dgm:t>
        <a:bodyPr/>
        <a:lstStyle/>
        <a:p>
          <a:r>
            <a:rPr lang="en-US" sz="1600" dirty="0"/>
            <a:t>Stateless inspection (Packet Filtering)</a:t>
          </a:r>
        </a:p>
      </dgm:t>
    </dgm:pt>
    <dgm:pt modelId="{E881DFBB-31B4-4686-8967-91D36FEEDA0A}" type="parTrans" cxnId="{D367ABD7-5529-445C-9AC6-6E40DD1A8FF0}">
      <dgm:prSet/>
      <dgm:spPr/>
      <dgm:t>
        <a:bodyPr/>
        <a:lstStyle/>
        <a:p>
          <a:endParaRPr lang="en-US"/>
        </a:p>
      </dgm:t>
    </dgm:pt>
    <dgm:pt modelId="{562D51FA-469C-46F3-A1AE-73666ECDFCE9}" type="sibTrans" cxnId="{D367ABD7-5529-445C-9AC6-6E40DD1A8FF0}">
      <dgm:prSet/>
      <dgm:spPr/>
      <dgm:t>
        <a:bodyPr/>
        <a:lstStyle/>
        <a:p>
          <a:endParaRPr lang="en-US"/>
        </a:p>
      </dgm:t>
    </dgm:pt>
    <dgm:pt modelId="{4C5070A4-259B-4239-9CC1-010C9061953A}">
      <dgm:prSet phldrT="[Text]" custT="1"/>
      <dgm:spPr/>
      <dgm:t>
        <a:bodyPr/>
        <a:lstStyle/>
        <a:p>
          <a:r>
            <a:rPr lang="en-US" sz="1600" dirty="0"/>
            <a:t>Stateful inspection (Circuit Level Gateway) </a:t>
          </a:r>
        </a:p>
      </dgm:t>
    </dgm:pt>
    <dgm:pt modelId="{7046C401-93A6-4AD0-A3A8-147E9CE6E359}" type="parTrans" cxnId="{DAB52B36-0114-4841-9397-68C17342E7A9}">
      <dgm:prSet/>
      <dgm:spPr/>
      <dgm:t>
        <a:bodyPr/>
        <a:lstStyle/>
        <a:p>
          <a:endParaRPr lang="en-US"/>
        </a:p>
      </dgm:t>
    </dgm:pt>
    <dgm:pt modelId="{0F1FE301-FCFF-4374-96CC-616BC030C957}" type="sibTrans" cxnId="{DAB52B36-0114-4841-9397-68C17342E7A9}">
      <dgm:prSet/>
      <dgm:spPr/>
      <dgm:t>
        <a:bodyPr/>
        <a:lstStyle/>
        <a:p>
          <a:endParaRPr lang="en-US"/>
        </a:p>
      </dgm:t>
    </dgm:pt>
    <dgm:pt modelId="{811F895A-EA18-4AD0-BA2C-C86BB49B6EA2}">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Filters based on IP addresses, protocol, and port numbers</a:t>
          </a:r>
        </a:p>
      </dgm:t>
    </dgm:pt>
    <dgm:pt modelId="{7C5374D1-9618-4247-B829-8CBCF352F2B5}" type="parTrans" cxnId="{376E92E8-9202-438A-A542-7FB9F7F7FC07}">
      <dgm:prSet/>
      <dgm:spPr/>
      <dgm:t>
        <a:bodyPr/>
        <a:lstStyle/>
        <a:p>
          <a:endParaRPr lang="en-US"/>
        </a:p>
      </dgm:t>
    </dgm:pt>
    <dgm:pt modelId="{94BB3477-4182-4197-B2F4-542300AAED4A}" type="sibTrans" cxnId="{376E92E8-9202-438A-A542-7FB9F7F7FC07}">
      <dgm:prSet/>
      <dgm:spPr/>
      <dgm:t>
        <a:bodyPr/>
        <a:lstStyle/>
        <a:p>
          <a:endParaRPr lang="en-US"/>
        </a:p>
      </dgm:t>
    </dgm:pt>
    <dgm:pt modelId="{A2277969-EF33-4211-B3C1-F904F7D24BA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Inspects packets and tracks the state of active connections </a:t>
          </a:r>
        </a:p>
      </dgm:t>
    </dgm:pt>
    <dgm:pt modelId="{7E3757E0-164F-4778-982E-5B87BECAE512}" type="parTrans" cxnId="{0AB71B5C-A92A-4EC1-905F-089B5B44301C}">
      <dgm:prSet/>
      <dgm:spPr/>
      <dgm:t>
        <a:bodyPr/>
        <a:lstStyle/>
        <a:p>
          <a:endParaRPr lang="en-US"/>
        </a:p>
      </dgm:t>
    </dgm:pt>
    <dgm:pt modelId="{20844A0F-402B-4565-BE73-3E7BCFFF4394}" type="sibTrans" cxnId="{0AB71B5C-A92A-4EC1-905F-089B5B44301C}">
      <dgm:prSet/>
      <dgm:spPr/>
      <dgm:t>
        <a:bodyPr/>
        <a:lstStyle/>
        <a:p>
          <a:endParaRPr lang="en-US"/>
        </a:p>
      </dgm:t>
    </dgm:pt>
    <dgm:pt modelId="{1340688F-B378-4E0D-A4D8-2730EEC36E6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Acts at the network layer </a:t>
          </a:r>
        </a:p>
      </dgm:t>
    </dgm:pt>
    <dgm:pt modelId="{C8E8F55B-5D3B-4C4A-8F73-45E1B8D297A5}" type="parTrans" cxnId="{E3CB89F2-0076-41AF-ADA1-10605F015835}">
      <dgm:prSet/>
      <dgm:spPr/>
      <dgm:t>
        <a:bodyPr/>
        <a:lstStyle/>
        <a:p>
          <a:endParaRPr lang="en-US"/>
        </a:p>
      </dgm:t>
    </dgm:pt>
    <dgm:pt modelId="{06F7D21C-4BFD-4DDE-A00D-79968AFE6EC9}" type="sibTrans" cxnId="{E3CB89F2-0076-41AF-ADA1-10605F015835}">
      <dgm:prSet/>
      <dgm:spPr/>
      <dgm:t>
        <a:bodyPr/>
        <a:lstStyle/>
        <a:p>
          <a:endParaRPr lang="en-US"/>
        </a:p>
      </dgm:t>
    </dgm:pt>
    <dgm:pt modelId="{74CFA7C2-2614-46E0-8DD3-0A77D57BFB2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Acts at the session layer </a:t>
          </a:r>
        </a:p>
      </dgm:t>
    </dgm:pt>
    <dgm:pt modelId="{130832EF-8646-4DD7-AA68-E251F6453FEC}" type="parTrans" cxnId="{1F7C74F8-89FE-4326-AAE3-C688B150EC97}">
      <dgm:prSet/>
      <dgm:spPr/>
      <dgm:t>
        <a:bodyPr/>
        <a:lstStyle/>
        <a:p>
          <a:endParaRPr lang="en-US"/>
        </a:p>
      </dgm:t>
    </dgm:pt>
    <dgm:pt modelId="{2DA65919-8BC8-4284-B641-84A363405971}" type="sibTrans" cxnId="{1F7C74F8-89FE-4326-AAE3-C688B150EC97}">
      <dgm:prSet/>
      <dgm:spPr/>
      <dgm:t>
        <a:bodyPr/>
        <a:lstStyle/>
        <a:p>
          <a:endParaRPr lang="en-US"/>
        </a:p>
      </dgm:t>
    </dgm:pt>
    <dgm:pt modelId="{D94225FF-69F4-4D52-AD7F-E6ABB7398D8F}">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Suitable for smaller networks or less complex security requirements </a:t>
          </a:r>
        </a:p>
      </dgm:t>
    </dgm:pt>
    <dgm:pt modelId="{98EE22B3-CF51-42D4-B946-A57D9C766330}" type="parTrans" cxnId="{D0804002-2072-4830-999E-6655FD4429CE}">
      <dgm:prSet/>
      <dgm:spPr/>
      <dgm:t>
        <a:bodyPr/>
        <a:lstStyle/>
        <a:p>
          <a:endParaRPr lang="en-US"/>
        </a:p>
      </dgm:t>
    </dgm:pt>
    <dgm:pt modelId="{9FBE0E8B-C14F-4A24-BEFE-6F65A0319C36}" type="sibTrans" cxnId="{D0804002-2072-4830-999E-6655FD4429CE}">
      <dgm:prSet/>
      <dgm:spPr/>
      <dgm:t>
        <a:bodyPr/>
        <a:lstStyle/>
        <a:p>
          <a:endParaRPr lang="en-US"/>
        </a:p>
      </dgm:t>
    </dgm:pt>
    <dgm:pt modelId="{CA7F10A2-9661-4EB4-95B4-74F173863C02}">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Ideal for corporate networks where it is critical to protect sensitive data</a:t>
          </a:r>
        </a:p>
      </dgm:t>
    </dgm:pt>
    <dgm:pt modelId="{52EA1F44-6E7F-4072-8292-516C791BAC54}" type="parTrans" cxnId="{07A23D2C-EFD0-404D-9CAD-1C049DC33A78}">
      <dgm:prSet/>
      <dgm:spPr/>
      <dgm:t>
        <a:bodyPr/>
        <a:lstStyle/>
        <a:p>
          <a:endParaRPr lang="en-US"/>
        </a:p>
      </dgm:t>
    </dgm:pt>
    <dgm:pt modelId="{647E6E6C-1FE3-43AB-8A8D-EB87FC6E1105}" type="sibTrans" cxnId="{07A23D2C-EFD0-404D-9CAD-1C049DC33A78}">
      <dgm:prSet/>
      <dgm:spPr/>
      <dgm:t>
        <a:bodyPr/>
        <a:lstStyle/>
        <a:p>
          <a:endParaRPr lang="en-US"/>
        </a:p>
      </dgm:t>
    </dgm:pt>
    <dgm:pt modelId="{322DCC6B-D0AE-0A40-8132-D16FAA4C6C49}" type="pres">
      <dgm:prSet presAssocID="{6CEB54B4-9D48-4260-A407-C5E1568F2A41}" presName="linear" presStyleCnt="0">
        <dgm:presLayoutVars>
          <dgm:dir/>
          <dgm:animLvl val="lvl"/>
          <dgm:resizeHandles val="exact"/>
        </dgm:presLayoutVars>
      </dgm:prSet>
      <dgm:spPr/>
    </dgm:pt>
    <dgm:pt modelId="{0C36EB20-1433-E847-A8FD-505E83905503}" type="pres">
      <dgm:prSet presAssocID="{B08BA55D-528F-4AAB-9319-202A8798EA15}" presName="parentLin" presStyleCnt="0"/>
      <dgm:spPr/>
    </dgm:pt>
    <dgm:pt modelId="{E7D7786E-7E62-B641-BFE9-1ABFDF6970A2}" type="pres">
      <dgm:prSet presAssocID="{B08BA55D-528F-4AAB-9319-202A8798EA15}" presName="parentLeftMargin" presStyleLbl="node1" presStyleIdx="0" presStyleCnt="2"/>
      <dgm:spPr/>
    </dgm:pt>
    <dgm:pt modelId="{7765A10C-43F5-5B49-9985-02B64048D79D}" type="pres">
      <dgm:prSet presAssocID="{B08BA55D-528F-4AAB-9319-202A8798EA15}" presName="parentText" presStyleLbl="node1" presStyleIdx="0" presStyleCnt="2">
        <dgm:presLayoutVars>
          <dgm:chMax val="0"/>
          <dgm:bulletEnabled val="1"/>
        </dgm:presLayoutVars>
      </dgm:prSet>
      <dgm:spPr/>
    </dgm:pt>
    <dgm:pt modelId="{EB73F0EB-6169-B94E-8AC9-EF071D4126FA}" type="pres">
      <dgm:prSet presAssocID="{B08BA55D-528F-4AAB-9319-202A8798EA15}" presName="negativeSpace" presStyleCnt="0"/>
      <dgm:spPr/>
    </dgm:pt>
    <dgm:pt modelId="{B544A719-CEF8-6646-AC78-4634B5B3B3EF}" type="pres">
      <dgm:prSet presAssocID="{B08BA55D-528F-4AAB-9319-202A8798EA15}" presName="childText" presStyleLbl="conFgAcc1" presStyleIdx="0" presStyleCnt="2">
        <dgm:presLayoutVars>
          <dgm:bulletEnabled val="1"/>
        </dgm:presLayoutVars>
      </dgm:prSet>
      <dgm:spPr/>
    </dgm:pt>
    <dgm:pt modelId="{BDD36C65-AADA-6941-A728-5C1B8DF6D91D}" type="pres">
      <dgm:prSet presAssocID="{562D51FA-469C-46F3-A1AE-73666ECDFCE9}" presName="spaceBetweenRectangles" presStyleCnt="0"/>
      <dgm:spPr/>
    </dgm:pt>
    <dgm:pt modelId="{511EE332-8227-4045-94C8-01F04A04DF1C}" type="pres">
      <dgm:prSet presAssocID="{4C5070A4-259B-4239-9CC1-010C9061953A}" presName="parentLin" presStyleCnt="0"/>
      <dgm:spPr/>
    </dgm:pt>
    <dgm:pt modelId="{3BBBEDD3-B21E-824D-80F5-B4EAC16725AE}" type="pres">
      <dgm:prSet presAssocID="{4C5070A4-259B-4239-9CC1-010C9061953A}" presName="parentLeftMargin" presStyleLbl="node1" presStyleIdx="0" presStyleCnt="2"/>
      <dgm:spPr/>
    </dgm:pt>
    <dgm:pt modelId="{5CA52F69-B5AB-F64F-89B9-E5AE61F2E96D}" type="pres">
      <dgm:prSet presAssocID="{4C5070A4-259B-4239-9CC1-010C9061953A}" presName="parentText" presStyleLbl="node1" presStyleIdx="1" presStyleCnt="2">
        <dgm:presLayoutVars>
          <dgm:chMax val="0"/>
          <dgm:bulletEnabled val="1"/>
        </dgm:presLayoutVars>
      </dgm:prSet>
      <dgm:spPr/>
    </dgm:pt>
    <dgm:pt modelId="{212F2887-A1A8-1A42-B675-34E524B2645F}" type="pres">
      <dgm:prSet presAssocID="{4C5070A4-259B-4239-9CC1-010C9061953A}" presName="negativeSpace" presStyleCnt="0"/>
      <dgm:spPr/>
    </dgm:pt>
    <dgm:pt modelId="{6A877714-6E1A-F74E-8ECF-BEF74C53F481}" type="pres">
      <dgm:prSet presAssocID="{4C5070A4-259B-4239-9CC1-010C9061953A}" presName="childText" presStyleLbl="conFgAcc1" presStyleIdx="1" presStyleCnt="2">
        <dgm:presLayoutVars>
          <dgm:bulletEnabled val="1"/>
        </dgm:presLayoutVars>
      </dgm:prSet>
      <dgm:spPr/>
    </dgm:pt>
  </dgm:ptLst>
  <dgm:cxnLst>
    <dgm:cxn modelId="{D0804002-2072-4830-999E-6655FD4429CE}" srcId="{B08BA55D-528F-4AAB-9319-202A8798EA15}" destId="{D94225FF-69F4-4D52-AD7F-E6ABB7398D8F}" srcOrd="2" destOrd="0" parTransId="{98EE22B3-CF51-42D4-B946-A57D9C766330}" sibTransId="{9FBE0E8B-C14F-4A24-BEFE-6F65A0319C36}"/>
    <dgm:cxn modelId="{5E7A960E-F954-0744-8714-978FDF7059CB}" type="presOf" srcId="{6CEB54B4-9D48-4260-A407-C5E1568F2A41}" destId="{322DCC6B-D0AE-0A40-8132-D16FAA4C6C49}" srcOrd="0" destOrd="0" presId="urn:microsoft.com/office/officeart/2005/8/layout/list1"/>
    <dgm:cxn modelId="{07A23D2C-EFD0-404D-9CAD-1C049DC33A78}" srcId="{4C5070A4-259B-4239-9CC1-010C9061953A}" destId="{CA7F10A2-9661-4EB4-95B4-74F173863C02}" srcOrd="2" destOrd="0" parTransId="{52EA1F44-6E7F-4072-8292-516C791BAC54}" sibTransId="{647E6E6C-1FE3-43AB-8A8D-EB87FC6E1105}"/>
    <dgm:cxn modelId="{9A264C2C-6905-4041-9A28-0A887536584B}" type="presOf" srcId="{B08BA55D-528F-4AAB-9319-202A8798EA15}" destId="{7765A10C-43F5-5B49-9985-02B64048D79D}" srcOrd="1" destOrd="0" presId="urn:microsoft.com/office/officeart/2005/8/layout/list1"/>
    <dgm:cxn modelId="{DAB52B36-0114-4841-9397-68C17342E7A9}" srcId="{6CEB54B4-9D48-4260-A407-C5E1568F2A41}" destId="{4C5070A4-259B-4239-9CC1-010C9061953A}" srcOrd="1" destOrd="0" parTransId="{7046C401-93A6-4AD0-A3A8-147E9CE6E359}" sibTransId="{0F1FE301-FCFF-4374-96CC-616BC030C957}"/>
    <dgm:cxn modelId="{15382837-BFA3-5D4B-BFDE-4FC59295FFCC}" type="presOf" srcId="{4C5070A4-259B-4239-9CC1-010C9061953A}" destId="{3BBBEDD3-B21E-824D-80F5-B4EAC16725AE}" srcOrd="0" destOrd="0" presId="urn:microsoft.com/office/officeart/2005/8/layout/list1"/>
    <dgm:cxn modelId="{0AB71B5C-A92A-4EC1-905F-089B5B44301C}" srcId="{4C5070A4-259B-4239-9CC1-010C9061953A}" destId="{A2277969-EF33-4211-B3C1-F904F7D24BA4}" srcOrd="0" destOrd="0" parTransId="{7E3757E0-164F-4778-982E-5B87BECAE512}" sibTransId="{20844A0F-402B-4565-BE73-3E7BCFFF4394}"/>
    <dgm:cxn modelId="{220ACD5F-C8E2-CF44-9965-746556620D25}" type="presOf" srcId="{811F895A-EA18-4AD0-BA2C-C86BB49B6EA2}" destId="{B544A719-CEF8-6646-AC78-4634B5B3B3EF}" srcOrd="0" destOrd="0" presId="urn:microsoft.com/office/officeart/2005/8/layout/list1"/>
    <dgm:cxn modelId="{BEDDCF6A-5E25-8043-906D-790303C5257D}" type="presOf" srcId="{B08BA55D-528F-4AAB-9319-202A8798EA15}" destId="{E7D7786E-7E62-B641-BFE9-1ABFDF6970A2}" srcOrd="0" destOrd="0" presId="urn:microsoft.com/office/officeart/2005/8/layout/list1"/>
    <dgm:cxn modelId="{DF6F0098-068B-674D-BFC7-C45E77197DC7}" type="presOf" srcId="{A2277969-EF33-4211-B3C1-F904F7D24BA4}" destId="{6A877714-6E1A-F74E-8ECF-BEF74C53F481}" srcOrd="0" destOrd="0" presId="urn:microsoft.com/office/officeart/2005/8/layout/list1"/>
    <dgm:cxn modelId="{43E47ABB-7081-014C-AB02-75913087991C}" type="presOf" srcId="{1340688F-B378-4E0D-A4D8-2730EEC36E66}" destId="{B544A719-CEF8-6646-AC78-4634B5B3B3EF}" srcOrd="0" destOrd="1" presId="urn:microsoft.com/office/officeart/2005/8/layout/list1"/>
    <dgm:cxn modelId="{D367ABD7-5529-445C-9AC6-6E40DD1A8FF0}" srcId="{6CEB54B4-9D48-4260-A407-C5E1568F2A41}" destId="{B08BA55D-528F-4AAB-9319-202A8798EA15}" srcOrd="0" destOrd="0" parTransId="{E881DFBB-31B4-4686-8967-91D36FEEDA0A}" sibTransId="{562D51FA-469C-46F3-A1AE-73666ECDFCE9}"/>
    <dgm:cxn modelId="{5BDE08D9-5F1F-5C47-AD56-9E73564F9A1A}" type="presOf" srcId="{D94225FF-69F4-4D52-AD7F-E6ABB7398D8F}" destId="{B544A719-CEF8-6646-AC78-4634B5B3B3EF}" srcOrd="0" destOrd="2" presId="urn:microsoft.com/office/officeart/2005/8/layout/list1"/>
    <dgm:cxn modelId="{510C6ADB-7F3B-3549-9BA9-65E9FE4B4A6C}" type="presOf" srcId="{CA7F10A2-9661-4EB4-95B4-74F173863C02}" destId="{6A877714-6E1A-F74E-8ECF-BEF74C53F481}" srcOrd="0" destOrd="2" presId="urn:microsoft.com/office/officeart/2005/8/layout/list1"/>
    <dgm:cxn modelId="{FA8717DD-60BF-F24C-94DD-2C4CB95E79DD}" type="presOf" srcId="{4C5070A4-259B-4239-9CC1-010C9061953A}" destId="{5CA52F69-B5AB-F64F-89B9-E5AE61F2E96D}" srcOrd="1" destOrd="0" presId="urn:microsoft.com/office/officeart/2005/8/layout/list1"/>
    <dgm:cxn modelId="{376E92E8-9202-438A-A542-7FB9F7F7FC07}" srcId="{B08BA55D-528F-4AAB-9319-202A8798EA15}" destId="{811F895A-EA18-4AD0-BA2C-C86BB49B6EA2}" srcOrd="0" destOrd="0" parTransId="{7C5374D1-9618-4247-B829-8CBCF352F2B5}" sibTransId="{94BB3477-4182-4197-B2F4-542300AAED4A}"/>
    <dgm:cxn modelId="{E3CB89F2-0076-41AF-ADA1-10605F015835}" srcId="{B08BA55D-528F-4AAB-9319-202A8798EA15}" destId="{1340688F-B378-4E0D-A4D8-2730EEC36E66}" srcOrd="1" destOrd="0" parTransId="{C8E8F55B-5D3B-4C4A-8F73-45E1B8D297A5}" sibTransId="{06F7D21C-4BFD-4DDE-A00D-79968AFE6EC9}"/>
    <dgm:cxn modelId="{05B08FF3-1C9A-7D4B-8941-F089F1B19D69}" type="presOf" srcId="{74CFA7C2-2614-46E0-8DD3-0A77D57BFB2E}" destId="{6A877714-6E1A-F74E-8ECF-BEF74C53F481}" srcOrd="0" destOrd="1" presId="urn:microsoft.com/office/officeart/2005/8/layout/list1"/>
    <dgm:cxn modelId="{1F7C74F8-89FE-4326-AAE3-C688B150EC97}" srcId="{4C5070A4-259B-4239-9CC1-010C9061953A}" destId="{74CFA7C2-2614-46E0-8DD3-0A77D57BFB2E}" srcOrd="1" destOrd="0" parTransId="{130832EF-8646-4DD7-AA68-E251F6453FEC}" sibTransId="{2DA65919-8BC8-4284-B641-84A363405971}"/>
    <dgm:cxn modelId="{FD43D04D-7BAC-ED40-81DD-30A344018B6A}" type="presParOf" srcId="{322DCC6B-D0AE-0A40-8132-D16FAA4C6C49}" destId="{0C36EB20-1433-E847-A8FD-505E83905503}" srcOrd="0" destOrd="0" presId="urn:microsoft.com/office/officeart/2005/8/layout/list1"/>
    <dgm:cxn modelId="{A1697DE5-9757-C340-B913-CBF9E7E50A68}" type="presParOf" srcId="{0C36EB20-1433-E847-A8FD-505E83905503}" destId="{E7D7786E-7E62-B641-BFE9-1ABFDF6970A2}" srcOrd="0" destOrd="0" presId="urn:microsoft.com/office/officeart/2005/8/layout/list1"/>
    <dgm:cxn modelId="{EF0F816B-8097-284A-8FA1-B832C6BA40E9}" type="presParOf" srcId="{0C36EB20-1433-E847-A8FD-505E83905503}" destId="{7765A10C-43F5-5B49-9985-02B64048D79D}" srcOrd="1" destOrd="0" presId="urn:microsoft.com/office/officeart/2005/8/layout/list1"/>
    <dgm:cxn modelId="{681073F5-0AC9-C544-A243-1E039B6B5B46}" type="presParOf" srcId="{322DCC6B-D0AE-0A40-8132-D16FAA4C6C49}" destId="{EB73F0EB-6169-B94E-8AC9-EF071D4126FA}" srcOrd="1" destOrd="0" presId="urn:microsoft.com/office/officeart/2005/8/layout/list1"/>
    <dgm:cxn modelId="{3A371B70-A10A-E340-9468-E4D16AB0B7E4}" type="presParOf" srcId="{322DCC6B-D0AE-0A40-8132-D16FAA4C6C49}" destId="{B544A719-CEF8-6646-AC78-4634B5B3B3EF}" srcOrd="2" destOrd="0" presId="urn:microsoft.com/office/officeart/2005/8/layout/list1"/>
    <dgm:cxn modelId="{57DB4824-8EE1-9946-A0D1-A41CC591C56C}" type="presParOf" srcId="{322DCC6B-D0AE-0A40-8132-D16FAA4C6C49}" destId="{BDD36C65-AADA-6941-A728-5C1B8DF6D91D}" srcOrd="3" destOrd="0" presId="urn:microsoft.com/office/officeart/2005/8/layout/list1"/>
    <dgm:cxn modelId="{6EF0B804-C043-8A4E-A5D1-7CC9B7988AC2}" type="presParOf" srcId="{322DCC6B-D0AE-0A40-8132-D16FAA4C6C49}" destId="{511EE332-8227-4045-94C8-01F04A04DF1C}" srcOrd="4" destOrd="0" presId="urn:microsoft.com/office/officeart/2005/8/layout/list1"/>
    <dgm:cxn modelId="{2C5E1BFB-5AD7-FF41-A051-65DF456ADCDA}" type="presParOf" srcId="{511EE332-8227-4045-94C8-01F04A04DF1C}" destId="{3BBBEDD3-B21E-824D-80F5-B4EAC16725AE}" srcOrd="0" destOrd="0" presId="urn:microsoft.com/office/officeart/2005/8/layout/list1"/>
    <dgm:cxn modelId="{4F909AFB-D45B-3A43-B978-7CA6CCECD151}" type="presParOf" srcId="{511EE332-8227-4045-94C8-01F04A04DF1C}" destId="{5CA52F69-B5AB-F64F-89B9-E5AE61F2E96D}" srcOrd="1" destOrd="0" presId="urn:microsoft.com/office/officeart/2005/8/layout/list1"/>
    <dgm:cxn modelId="{D9CD8333-0D9C-E640-A012-50EEF407A346}" type="presParOf" srcId="{322DCC6B-D0AE-0A40-8132-D16FAA4C6C49}" destId="{212F2887-A1A8-1A42-B675-34E524B2645F}" srcOrd="5" destOrd="0" presId="urn:microsoft.com/office/officeart/2005/8/layout/list1"/>
    <dgm:cxn modelId="{9FA10A86-D6A6-6442-8025-1FF3AFFD30EB}" type="presParOf" srcId="{322DCC6B-D0AE-0A40-8132-D16FAA4C6C49}" destId="{6A877714-6E1A-F74E-8ECF-BEF74C53F481}"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9D3E161-45A2-430D-8283-A1A514E21D2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C0ABD13-DD21-4D01-855D-EB9CB01CD4E5}">
      <dgm:prSet phldrT="[Text]" custT="1"/>
      <dgm:spPr>
        <a:solidFill>
          <a:srgbClr val="004F71"/>
        </a:solidFill>
      </dgm:spPr>
      <dgm:t>
        <a:bodyPr/>
        <a:lstStyle/>
        <a:p>
          <a:r>
            <a:rPr lang="en-US" sz="2200" dirty="0"/>
            <a:t>Barracuda.com</a:t>
          </a:r>
        </a:p>
      </dgm:t>
    </dgm:pt>
    <dgm:pt modelId="{B7827E48-F343-48BF-9C47-99C86302222B}" type="parTrans" cxnId="{71DCE4E4-A006-4CE3-B961-61C5A18AA48B}">
      <dgm:prSet/>
      <dgm:spPr/>
      <dgm:t>
        <a:bodyPr/>
        <a:lstStyle/>
        <a:p>
          <a:endParaRPr lang="en-US" sz="2200"/>
        </a:p>
      </dgm:t>
    </dgm:pt>
    <dgm:pt modelId="{CF6627EA-4130-40A0-B642-2D94ABC60564}" type="sibTrans" cxnId="{71DCE4E4-A006-4CE3-B961-61C5A18AA48B}">
      <dgm:prSet/>
      <dgm:spPr/>
      <dgm:t>
        <a:bodyPr/>
        <a:lstStyle/>
        <a:p>
          <a:endParaRPr lang="en-US" sz="2200"/>
        </a:p>
      </dgm:t>
    </dgm:pt>
    <dgm:pt modelId="{A735B49A-53C2-46B2-809E-1B2ECE63CF9A}">
      <dgm:prSet phldrT="[Text]" custT="1"/>
      <dgm:spPr>
        <a:solidFill>
          <a:srgbClr val="004F71"/>
        </a:solidFill>
      </dgm:spPr>
      <dgm:t>
        <a:bodyPr/>
        <a:lstStyle/>
        <a:p>
          <a:r>
            <a:rPr lang="en-US" sz="2200" dirty="0"/>
            <a:t>Checkpoint.com</a:t>
          </a:r>
        </a:p>
      </dgm:t>
    </dgm:pt>
    <dgm:pt modelId="{9B0D6CB3-6877-4B62-99B8-98229D728991}" type="parTrans" cxnId="{08BE0471-3353-47CB-822C-7A10A57B681D}">
      <dgm:prSet/>
      <dgm:spPr/>
      <dgm:t>
        <a:bodyPr/>
        <a:lstStyle/>
        <a:p>
          <a:endParaRPr lang="en-US" sz="2200"/>
        </a:p>
      </dgm:t>
    </dgm:pt>
    <dgm:pt modelId="{20F4E1D1-901F-4054-A450-E6D1ECA8D035}" type="sibTrans" cxnId="{08BE0471-3353-47CB-822C-7A10A57B681D}">
      <dgm:prSet/>
      <dgm:spPr/>
      <dgm:t>
        <a:bodyPr/>
        <a:lstStyle/>
        <a:p>
          <a:endParaRPr lang="en-US" sz="2200"/>
        </a:p>
      </dgm:t>
    </dgm:pt>
    <dgm:pt modelId="{65D1FE6A-1C6B-4553-9DC6-E1821E1B2882}">
      <dgm:prSet phldrT="[Text]" custT="1"/>
      <dgm:spPr>
        <a:solidFill>
          <a:srgbClr val="004F71"/>
        </a:solidFill>
      </dgm:spPr>
      <dgm:t>
        <a:bodyPr/>
        <a:lstStyle/>
        <a:p>
          <a:r>
            <a:rPr lang="en-US" sz="2200" dirty="0"/>
            <a:t>Fortinet.com</a:t>
          </a:r>
        </a:p>
      </dgm:t>
    </dgm:pt>
    <dgm:pt modelId="{B8BD89C2-E0A3-4341-AE26-2D0E476E7591}" type="parTrans" cxnId="{1110A9D0-75D9-4C3F-8725-10F61533B0D2}">
      <dgm:prSet/>
      <dgm:spPr/>
      <dgm:t>
        <a:bodyPr/>
        <a:lstStyle/>
        <a:p>
          <a:endParaRPr lang="en-US" sz="2200"/>
        </a:p>
      </dgm:t>
    </dgm:pt>
    <dgm:pt modelId="{9762906B-E7F7-4B94-8526-CEA5D072C5AA}" type="sibTrans" cxnId="{1110A9D0-75D9-4C3F-8725-10F61533B0D2}">
      <dgm:prSet/>
      <dgm:spPr/>
      <dgm:t>
        <a:bodyPr/>
        <a:lstStyle/>
        <a:p>
          <a:endParaRPr lang="en-US" sz="2200"/>
        </a:p>
      </dgm:t>
    </dgm:pt>
    <dgm:pt modelId="{7CE0EEAE-6C86-5D4B-A5A5-E0729D7FC91F}" type="pres">
      <dgm:prSet presAssocID="{19D3E161-45A2-430D-8283-A1A514E21D2A}" presName="diagram" presStyleCnt="0">
        <dgm:presLayoutVars>
          <dgm:dir/>
          <dgm:resizeHandles val="exact"/>
        </dgm:presLayoutVars>
      </dgm:prSet>
      <dgm:spPr/>
    </dgm:pt>
    <dgm:pt modelId="{413DB4F3-B4DF-7D4D-8AFC-592302207B34}" type="pres">
      <dgm:prSet presAssocID="{9C0ABD13-DD21-4D01-855D-EB9CB01CD4E5}" presName="node" presStyleLbl="node1" presStyleIdx="0" presStyleCnt="3">
        <dgm:presLayoutVars>
          <dgm:bulletEnabled val="1"/>
        </dgm:presLayoutVars>
      </dgm:prSet>
      <dgm:spPr/>
    </dgm:pt>
    <dgm:pt modelId="{F48AE818-B2C5-4D4B-ACDE-AE1076066FF4}" type="pres">
      <dgm:prSet presAssocID="{CF6627EA-4130-40A0-B642-2D94ABC60564}" presName="sibTrans" presStyleCnt="0"/>
      <dgm:spPr/>
    </dgm:pt>
    <dgm:pt modelId="{106ADCBD-0C89-F84E-889A-40D5D96BE7B5}" type="pres">
      <dgm:prSet presAssocID="{A735B49A-53C2-46B2-809E-1B2ECE63CF9A}" presName="node" presStyleLbl="node1" presStyleIdx="1" presStyleCnt="3">
        <dgm:presLayoutVars>
          <dgm:bulletEnabled val="1"/>
        </dgm:presLayoutVars>
      </dgm:prSet>
      <dgm:spPr/>
    </dgm:pt>
    <dgm:pt modelId="{45A95864-E46D-D548-805B-676F58AE0FC8}" type="pres">
      <dgm:prSet presAssocID="{20F4E1D1-901F-4054-A450-E6D1ECA8D035}" presName="sibTrans" presStyleCnt="0"/>
      <dgm:spPr/>
    </dgm:pt>
    <dgm:pt modelId="{D66DEFE4-9000-524E-9911-30AAD2F3C0F0}" type="pres">
      <dgm:prSet presAssocID="{65D1FE6A-1C6B-4553-9DC6-E1821E1B2882}" presName="node" presStyleLbl="node1" presStyleIdx="2" presStyleCnt="3">
        <dgm:presLayoutVars>
          <dgm:bulletEnabled val="1"/>
        </dgm:presLayoutVars>
      </dgm:prSet>
      <dgm:spPr/>
    </dgm:pt>
  </dgm:ptLst>
  <dgm:cxnLst>
    <dgm:cxn modelId="{40AA1618-A1E2-1748-AC3F-3B9C46E47407}" type="presOf" srcId="{19D3E161-45A2-430D-8283-A1A514E21D2A}" destId="{7CE0EEAE-6C86-5D4B-A5A5-E0729D7FC91F}" srcOrd="0" destOrd="0" presId="urn:microsoft.com/office/officeart/2005/8/layout/default"/>
    <dgm:cxn modelId="{08BE0471-3353-47CB-822C-7A10A57B681D}" srcId="{19D3E161-45A2-430D-8283-A1A514E21D2A}" destId="{A735B49A-53C2-46B2-809E-1B2ECE63CF9A}" srcOrd="1" destOrd="0" parTransId="{9B0D6CB3-6877-4B62-99B8-98229D728991}" sibTransId="{20F4E1D1-901F-4054-A450-E6D1ECA8D035}"/>
    <dgm:cxn modelId="{D96113A2-05F3-FE40-9049-839E84B10170}" type="presOf" srcId="{9C0ABD13-DD21-4D01-855D-EB9CB01CD4E5}" destId="{413DB4F3-B4DF-7D4D-8AFC-592302207B34}" srcOrd="0" destOrd="0" presId="urn:microsoft.com/office/officeart/2005/8/layout/default"/>
    <dgm:cxn modelId="{2D6B13AF-DE1A-2F4B-B390-B0ED438D1454}" type="presOf" srcId="{65D1FE6A-1C6B-4553-9DC6-E1821E1B2882}" destId="{D66DEFE4-9000-524E-9911-30AAD2F3C0F0}" srcOrd="0" destOrd="0" presId="urn:microsoft.com/office/officeart/2005/8/layout/default"/>
    <dgm:cxn modelId="{9768AABE-FB24-544C-9068-B9EBE5B7A83B}" type="presOf" srcId="{A735B49A-53C2-46B2-809E-1B2ECE63CF9A}" destId="{106ADCBD-0C89-F84E-889A-40D5D96BE7B5}" srcOrd="0" destOrd="0" presId="urn:microsoft.com/office/officeart/2005/8/layout/default"/>
    <dgm:cxn modelId="{1110A9D0-75D9-4C3F-8725-10F61533B0D2}" srcId="{19D3E161-45A2-430D-8283-A1A514E21D2A}" destId="{65D1FE6A-1C6B-4553-9DC6-E1821E1B2882}" srcOrd="2" destOrd="0" parTransId="{B8BD89C2-E0A3-4341-AE26-2D0E476E7591}" sibTransId="{9762906B-E7F7-4B94-8526-CEA5D072C5AA}"/>
    <dgm:cxn modelId="{71DCE4E4-A006-4CE3-B961-61C5A18AA48B}" srcId="{19D3E161-45A2-430D-8283-A1A514E21D2A}" destId="{9C0ABD13-DD21-4D01-855D-EB9CB01CD4E5}" srcOrd="0" destOrd="0" parTransId="{B7827E48-F343-48BF-9C47-99C86302222B}" sibTransId="{CF6627EA-4130-40A0-B642-2D94ABC60564}"/>
    <dgm:cxn modelId="{99BE19BA-74BD-8C46-8D17-37FC7525EFA2}" type="presParOf" srcId="{7CE0EEAE-6C86-5D4B-A5A5-E0729D7FC91F}" destId="{413DB4F3-B4DF-7D4D-8AFC-592302207B34}" srcOrd="0" destOrd="0" presId="urn:microsoft.com/office/officeart/2005/8/layout/default"/>
    <dgm:cxn modelId="{6FF7AC91-C855-9A47-83AF-3A7DA0361BEB}" type="presParOf" srcId="{7CE0EEAE-6C86-5D4B-A5A5-E0729D7FC91F}" destId="{F48AE818-B2C5-4D4B-ACDE-AE1076066FF4}" srcOrd="1" destOrd="0" presId="urn:microsoft.com/office/officeart/2005/8/layout/default"/>
    <dgm:cxn modelId="{7D362C48-5D62-B045-B045-0B506B083418}" type="presParOf" srcId="{7CE0EEAE-6C86-5D4B-A5A5-E0729D7FC91F}" destId="{106ADCBD-0C89-F84E-889A-40D5D96BE7B5}" srcOrd="2" destOrd="0" presId="urn:microsoft.com/office/officeart/2005/8/layout/default"/>
    <dgm:cxn modelId="{7FC24D4F-A6B9-B84B-99A6-AB7B3D43EF64}" type="presParOf" srcId="{7CE0EEAE-6C86-5D4B-A5A5-E0729D7FC91F}" destId="{45A95864-E46D-D548-805B-676F58AE0FC8}" srcOrd="3" destOrd="0" presId="urn:microsoft.com/office/officeart/2005/8/layout/default"/>
    <dgm:cxn modelId="{F3842A86-E8E4-C446-806C-5998873FF797}" type="presParOf" srcId="{7CE0EEAE-6C86-5D4B-A5A5-E0729D7FC91F}" destId="{D66DEFE4-9000-524E-9911-30AAD2F3C0F0}"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8A48FBE-5D81-4F94-87CD-429A94821FF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B50DC85-B836-4D5D-A2BE-F2943A6093B1}">
      <dgm:prSet phldrT="[Text]"/>
      <dgm:spPr/>
      <dgm:t>
        <a:bodyPr/>
        <a:lstStyle/>
        <a:p>
          <a:r>
            <a:rPr lang="en-US" dirty="0"/>
            <a:t>Hierarchical star</a:t>
          </a:r>
        </a:p>
      </dgm:t>
    </dgm:pt>
    <dgm:pt modelId="{BC380394-9B90-4FED-89DE-F9EBE7D997CC}" type="parTrans" cxnId="{74E2B5BB-81CD-43C4-9DAA-D8E19E4D355B}">
      <dgm:prSet/>
      <dgm:spPr/>
      <dgm:t>
        <a:bodyPr/>
        <a:lstStyle/>
        <a:p>
          <a:endParaRPr lang="en-US"/>
        </a:p>
      </dgm:t>
    </dgm:pt>
    <dgm:pt modelId="{17022535-1229-4F5B-AA38-8B078CAC1F15}" type="sibTrans" cxnId="{74E2B5BB-81CD-43C4-9DAA-D8E19E4D355B}">
      <dgm:prSet/>
      <dgm:spPr/>
      <dgm:t>
        <a:bodyPr/>
        <a:lstStyle/>
        <a:p>
          <a:endParaRPr lang="en-US"/>
        </a:p>
      </dgm:t>
    </dgm:pt>
    <dgm:pt modelId="{9BC5BF36-E2AD-4900-B47E-2555DD8DA705}">
      <dgm:prSet phldrT="[Text]"/>
      <dgm:spPr/>
      <dgm:t>
        <a:bodyPr/>
        <a:lstStyle/>
        <a:p>
          <a:r>
            <a:rPr lang="en-US" dirty="0"/>
            <a:t>Hierarchical star-mesh</a:t>
          </a:r>
        </a:p>
      </dgm:t>
    </dgm:pt>
    <dgm:pt modelId="{9B93B562-DC7D-40AA-BDD0-4B5675339F9E}" type="parTrans" cxnId="{F741988B-FE87-4823-94C0-E6317550A9B5}">
      <dgm:prSet/>
      <dgm:spPr/>
      <dgm:t>
        <a:bodyPr/>
        <a:lstStyle/>
        <a:p>
          <a:endParaRPr lang="en-US"/>
        </a:p>
      </dgm:t>
    </dgm:pt>
    <dgm:pt modelId="{041D4A1C-8561-4AC8-81E2-10DC5F511E90}" type="sibTrans" cxnId="{F741988B-FE87-4823-94C0-E6317550A9B5}">
      <dgm:prSet/>
      <dgm:spPr/>
      <dgm:t>
        <a:bodyPr/>
        <a:lstStyle/>
        <a:p>
          <a:endParaRPr lang="en-US"/>
        </a:p>
      </dgm:t>
    </dgm:pt>
    <dgm:pt modelId="{059C2C1C-7891-466A-8012-FC90D1F75F34}">
      <dgm:prSet phldrT="[Text]"/>
      <dgm:spPr/>
      <dgm:t>
        <a:bodyPr/>
        <a:lstStyle/>
        <a:p>
          <a:r>
            <a:rPr lang="en-US" dirty="0"/>
            <a:t>Star of stars</a:t>
          </a:r>
        </a:p>
      </dgm:t>
    </dgm:pt>
    <dgm:pt modelId="{AF747373-9B11-46A1-8490-833D98EFEE52}" type="parTrans" cxnId="{95C05AE5-83DD-46E8-94D8-F4A248973DC8}">
      <dgm:prSet/>
      <dgm:spPr/>
      <dgm:t>
        <a:bodyPr/>
        <a:lstStyle/>
        <a:p>
          <a:endParaRPr lang="en-US"/>
        </a:p>
      </dgm:t>
    </dgm:pt>
    <dgm:pt modelId="{F4B66DA2-9C20-4139-8BB9-03CA6DAB64E8}" type="sibTrans" cxnId="{95C05AE5-83DD-46E8-94D8-F4A248973DC8}">
      <dgm:prSet/>
      <dgm:spPr/>
      <dgm:t>
        <a:bodyPr/>
        <a:lstStyle/>
        <a:p>
          <a:endParaRPr lang="en-US"/>
        </a:p>
      </dgm:t>
    </dgm:pt>
    <dgm:pt modelId="{3630AE55-735C-41C7-A19E-45FBF934BAFF}">
      <dgm:prSet phldrT="[Text]"/>
      <dgm:spPr/>
      <dgm:t>
        <a:bodyPr/>
        <a:lstStyle/>
        <a:p>
          <a:r>
            <a:rPr lang="en-US" dirty="0"/>
            <a:t>3-Tiered network hierarchy</a:t>
          </a:r>
        </a:p>
      </dgm:t>
    </dgm:pt>
    <dgm:pt modelId="{0F633B2E-C3D5-4070-8341-7CC5CA39364C}" type="parTrans" cxnId="{BD95ADF2-F94A-4B7D-B4F0-1B05CF9EBE66}">
      <dgm:prSet/>
      <dgm:spPr/>
      <dgm:t>
        <a:bodyPr/>
        <a:lstStyle/>
        <a:p>
          <a:endParaRPr lang="en-US"/>
        </a:p>
      </dgm:t>
    </dgm:pt>
    <dgm:pt modelId="{35854872-F7C0-4DF8-AB84-9E13E6E96D87}" type="sibTrans" cxnId="{BD95ADF2-F94A-4B7D-B4F0-1B05CF9EBE66}">
      <dgm:prSet/>
      <dgm:spPr/>
      <dgm:t>
        <a:bodyPr/>
        <a:lstStyle/>
        <a:p>
          <a:endParaRPr lang="en-US"/>
        </a:p>
      </dgm:t>
    </dgm:pt>
    <dgm:pt modelId="{0DA0A904-0662-B44A-AF9A-1ADA716A5348}" type="pres">
      <dgm:prSet presAssocID="{18A48FBE-5D81-4F94-87CD-429A94821FFC}" presName="linear" presStyleCnt="0">
        <dgm:presLayoutVars>
          <dgm:animLvl val="lvl"/>
          <dgm:resizeHandles val="exact"/>
        </dgm:presLayoutVars>
      </dgm:prSet>
      <dgm:spPr/>
    </dgm:pt>
    <dgm:pt modelId="{C5794883-74B5-5347-BC45-A1AB37996C9E}" type="pres">
      <dgm:prSet presAssocID="{3B50DC85-B836-4D5D-A2BE-F2943A6093B1}" presName="parentText" presStyleLbl="node1" presStyleIdx="0" presStyleCnt="4">
        <dgm:presLayoutVars>
          <dgm:chMax val="0"/>
          <dgm:bulletEnabled val="1"/>
        </dgm:presLayoutVars>
      </dgm:prSet>
      <dgm:spPr/>
    </dgm:pt>
    <dgm:pt modelId="{B1F4487E-44F9-DB46-8DD9-5A2866C79377}" type="pres">
      <dgm:prSet presAssocID="{17022535-1229-4F5B-AA38-8B078CAC1F15}" presName="spacer" presStyleCnt="0"/>
      <dgm:spPr/>
    </dgm:pt>
    <dgm:pt modelId="{2ED00305-CAE0-2B45-8C53-2236E88CDE14}" type="pres">
      <dgm:prSet presAssocID="{9BC5BF36-E2AD-4900-B47E-2555DD8DA705}" presName="parentText" presStyleLbl="node1" presStyleIdx="1" presStyleCnt="4">
        <dgm:presLayoutVars>
          <dgm:chMax val="0"/>
          <dgm:bulletEnabled val="1"/>
        </dgm:presLayoutVars>
      </dgm:prSet>
      <dgm:spPr/>
    </dgm:pt>
    <dgm:pt modelId="{90F524C7-8B61-7A45-AB0F-6EDC5B009903}" type="pres">
      <dgm:prSet presAssocID="{041D4A1C-8561-4AC8-81E2-10DC5F511E90}" presName="spacer" presStyleCnt="0"/>
      <dgm:spPr/>
    </dgm:pt>
    <dgm:pt modelId="{3C674397-EC54-0B49-8F30-065D82299BF9}" type="pres">
      <dgm:prSet presAssocID="{059C2C1C-7891-466A-8012-FC90D1F75F34}" presName="parentText" presStyleLbl="node1" presStyleIdx="2" presStyleCnt="4">
        <dgm:presLayoutVars>
          <dgm:chMax val="0"/>
          <dgm:bulletEnabled val="1"/>
        </dgm:presLayoutVars>
      </dgm:prSet>
      <dgm:spPr/>
    </dgm:pt>
    <dgm:pt modelId="{0E80BBC2-ACBE-9D49-B83A-6DEB79521DA8}" type="pres">
      <dgm:prSet presAssocID="{F4B66DA2-9C20-4139-8BB9-03CA6DAB64E8}" presName="spacer" presStyleCnt="0"/>
      <dgm:spPr/>
    </dgm:pt>
    <dgm:pt modelId="{D2235A0D-67D3-FC4E-97C2-C36B8B1FACC4}" type="pres">
      <dgm:prSet presAssocID="{3630AE55-735C-41C7-A19E-45FBF934BAFF}" presName="parentText" presStyleLbl="node1" presStyleIdx="3" presStyleCnt="4">
        <dgm:presLayoutVars>
          <dgm:chMax val="0"/>
          <dgm:bulletEnabled val="1"/>
        </dgm:presLayoutVars>
      </dgm:prSet>
      <dgm:spPr/>
    </dgm:pt>
  </dgm:ptLst>
  <dgm:cxnLst>
    <dgm:cxn modelId="{586EDC52-CDB4-A94E-9481-2041326B1864}" type="presOf" srcId="{18A48FBE-5D81-4F94-87CD-429A94821FFC}" destId="{0DA0A904-0662-B44A-AF9A-1ADA716A5348}" srcOrd="0" destOrd="0" presId="urn:microsoft.com/office/officeart/2005/8/layout/vList2"/>
    <dgm:cxn modelId="{F741988B-FE87-4823-94C0-E6317550A9B5}" srcId="{18A48FBE-5D81-4F94-87CD-429A94821FFC}" destId="{9BC5BF36-E2AD-4900-B47E-2555DD8DA705}" srcOrd="1" destOrd="0" parTransId="{9B93B562-DC7D-40AA-BDD0-4B5675339F9E}" sibTransId="{041D4A1C-8561-4AC8-81E2-10DC5F511E90}"/>
    <dgm:cxn modelId="{74E2B5BB-81CD-43C4-9DAA-D8E19E4D355B}" srcId="{18A48FBE-5D81-4F94-87CD-429A94821FFC}" destId="{3B50DC85-B836-4D5D-A2BE-F2943A6093B1}" srcOrd="0" destOrd="0" parTransId="{BC380394-9B90-4FED-89DE-F9EBE7D997CC}" sibTransId="{17022535-1229-4F5B-AA38-8B078CAC1F15}"/>
    <dgm:cxn modelId="{85D3ECBC-8199-7241-8837-16DE64C5F5B5}" type="presOf" srcId="{059C2C1C-7891-466A-8012-FC90D1F75F34}" destId="{3C674397-EC54-0B49-8F30-065D82299BF9}" srcOrd="0" destOrd="0" presId="urn:microsoft.com/office/officeart/2005/8/layout/vList2"/>
    <dgm:cxn modelId="{984608C7-FA58-CF49-A7DF-90C39E7637FD}" type="presOf" srcId="{3630AE55-735C-41C7-A19E-45FBF934BAFF}" destId="{D2235A0D-67D3-FC4E-97C2-C36B8B1FACC4}" srcOrd="0" destOrd="0" presId="urn:microsoft.com/office/officeart/2005/8/layout/vList2"/>
    <dgm:cxn modelId="{941ADAD6-1A8C-A243-8592-7386BA7F1B04}" type="presOf" srcId="{9BC5BF36-E2AD-4900-B47E-2555DD8DA705}" destId="{2ED00305-CAE0-2B45-8C53-2236E88CDE14}" srcOrd="0" destOrd="0" presId="urn:microsoft.com/office/officeart/2005/8/layout/vList2"/>
    <dgm:cxn modelId="{95C05AE5-83DD-46E8-94D8-F4A248973DC8}" srcId="{18A48FBE-5D81-4F94-87CD-429A94821FFC}" destId="{059C2C1C-7891-466A-8012-FC90D1F75F34}" srcOrd="2" destOrd="0" parTransId="{AF747373-9B11-46A1-8490-833D98EFEE52}" sibTransId="{F4B66DA2-9C20-4139-8BB9-03CA6DAB64E8}"/>
    <dgm:cxn modelId="{BD95ADF2-F94A-4B7D-B4F0-1B05CF9EBE66}" srcId="{18A48FBE-5D81-4F94-87CD-429A94821FFC}" destId="{3630AE55-735C-41C7-A19E-45FBF934BAFF}" srcOrd="3" destOrd="0" parTransId="{0F633B2E-C3D5-4070-8341-7CC5CA39364C}" sibTransId="{35854872-F7C0-4DF8-AB84-9E13E6E96D87}"/>
    <dgm:cxn modelId="{2F59B1FD-ABED-1D43-BE21-3339CBC9033E}" type="presOf" srcId="{3B50DC85-B836-4D5D-A2BE-F2943A6093B1}" destId="{C5794883-74B5-5347-BC45-A1AB37996C9E}" srcOrd="0" destOrd="0" presId="urn:microsoft.com/office/officeart/2005/8/layout/vList2"/>
    <dgm:cxn modelId="{6992FA6C-FDC4-554A-B3FA-CC84A6742A08}" type="presParOf" srcId="{0DA0A904-0662-B44A-AF9A-1ADA716A5348}" destId="{C5794883-74B5-5347-BC45-A1AB37996C9E}" srcOrd="0" destOrd="0" presId="urn:microsoft.com/office/officeart/2005/8/layout/vList2"/>
    <dgm:cxn modelId="{7ABF922D-AF57-A54C-90C8-5B82F1EE6B0F}" type="presParOf" srcId="{0DA0A904-0662-B44A-AF9A-1ADA716A5348}" destId="{B1F4487E-44F9-DB46-8DD9-5A2866C79377}" srcOrd="1" destOrd="0" presId="urn:microsoft.com/office/officeart/2005/8/layout/vList2"/>
    <dgm:cxn modelId="{13D13655-044B-5241-BAD3-99C3E00ECFB7}" type="presParOf" srcId="{0DA0A904-0662-B44A-AF9A-1ADA716A5348}" destId="{2ED00305-CAE0-2B45-8C53-2236E88CDE14}" srcOrd="2" destOrd="0" presId="urn:microsoft.com/office/officeart/2005/8/layout/vList2"/>
    <dgm:cxn modelId="{3AB76C7F-9EC6-8447-81A5-335E17CEE9FA}" type="presParOf" srcId="{0DA0A904-0662-B44A-AF9A-1ADA716A5348}" destId="{90F524C7-8B61-7A45-AB0F-6EDC5B009903}" srcOrd="3" destOrd="0" presId="urn:microsoft.com/office/officeart/2005/8/layout/vList2"/>
    <dgm:cxn modelId="{3EB44CBF-DDC7-4549-85F8-CEE89FB4590E}" type="presParOf" srcId="{0DA0A904-0662-B44A-AF9A-1ADA716A5348}" destId="{3C674397-EC54-0B49-8F30-065D82299BF9}" srcOrd="4" destOrd="0" presId="urn:microsoft.com/office/officeart/2005/8/layout/vList2"/>
    <dgm:cxn modelId="{BEAF526D-7A59-3246-B5B6-333FF0E4CABC}" type="presParOf" srcId="{0DA0A904-0662-B44A-AF9A-1ADA716A5348}" destId="{0E80BBC2-ACBE-9D49-B83A-6DEB79521DA8}" srcOrd="5" destOrd="0" presId="urn:microsoft.com/office/officeart/2005/8/layout/vList2"/>
    <dgm:cxn modelId="{6DCA8E17-449D-8E47-8368-798628E21570}" type="presParOf" srcId="{0DA0A904-0662-B44A-AF9A-1ADA716A5348}" destId="{D2235A0D-67D3-FC4E-97C2-C36B8B1FACC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D7E456C-8163-4A92-AE4F-9C7D9A1BE9B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A97038F-E513-475F-B89A-E04754C00758}">
      <dgm:prSet phldrT="[Text]"/>
      <dgm:spPr/>
      <dgm:t>
        <a:bodyPr/>
        <a:lstStyle/>
        <a:p>
          <a:r>
            <a:rPr lang="en-US" dirty="0"/>
            <a:t>Segmentation</a:t>
          </a:r>
        </a:p>
      </dgm:t>
    </dgm:pt>
    <dgm:pt modelId="{E7E64F1F-CD94-4596-9A1D-5A9EC3416399}" type="parTrans" cxnId="{1D3208B0-3BF6-41AD-9E3E-8FDEA03F6280}">
      <dgm:prSet/>
      <dgm:spPr/>
      <dgm:t>
        <a:bodyPr/>
        <a:lstStyle/>
        <a:p>
          <a:endParaRPr lang="en-US"/>
        </a:p>
      </dgm:t>
    </dgm:pt>
    <dgm:pt modelId="{9737BC04-4CE3-4AB5-B713-BD410965FF79}" type="sibTrans" cxnId="{1D3208B0-3BF6-41AD-9E3E-8FDEA03F6280}">
      <dgm:prSet/>
      <dgm:spPr/>
      <dgm:t>
        <a:bodyPr/>
        <a:lstStyle/>
        <a:p>
          <a:endParaRPr lang="en-US"/>
        </a:p>
      </dgm:t>
    </dgm:pt>
    <dgm:pt modelId="{C54C9FF7-E2E4-469E-8964-5C24A76484CD}">
      <dgm:prSet phldrT="[Text]"/>
      <dgm:spPr/>
      <dgm:t>
        <a:bodyPr/>
        <a:lstStyle/>
        <a:p>
          <a:r>
            <a:rPr lang="en-US" dirty="0"/>
            <a:t>Flexibility</a:t>
          </a:r>
        </a:p>
      </dgm:t>
    </dgm:pt>
    <dgm:pt modelId="{B0D8411F-C159-49D9-A4F2-F842F26BD742}" type="parTrans" cxnId="{5D3AFD89-0EE9-4D3F-BD5C-8E65D29D6636}">
      <dgm:prSet/>
      <dgm:spPr/>
      <dgm:t>
        <a:bodyPr/>
        <a:lstStyle/>
        <a:p>
          <a:endParaRPr lang="en-US"/>
        </a:p>
      </dgm:t>
    </dgm:pt>
    <dgm:pt modelId="{7C581B19-14B1-4DC5-A5BD-BFEE075E978B}" type="sibTrans" cxnId="{5D3AFD89-0EE9-4D3F-BD5C-8E65D29D6636}">
      <dgm:prSet/>
      <dgm:spPr/>
      <dgm:t>
        <a:bodyPr/>
        <a:lstStyle/>
        <a:p>
          <a:endParaRPr lang="en-US"/>
        </a:p>
      </dgm:t>
    </dgm:pt>
    <dgm:pt modelId="{638467DE-81A7-4545-B963-044AB303EFBA}">
      <dgm:prSet phldrT="[Text]"/>
      <dgm:spPr/>
      <dgm:t>
        <a:bodyPr/>
        <a:lstStyle/>
        <a:p>
          <a:r>
            <a:rPr lang="en-US" dirty="0"/>
            <a:t>Simplified Administration</a:t>
          </a:r>
        </a:p>
      </dgm:t>
    </dgm:pt>
    <dgm:pt modelId="{6FB27881-5860-4213-BE98-5F427AD7C7CF}" type="parTrans" cxnId="{E42B4509-793E-4FFF-8F02-FC33180A7C48}">
      <dgm:prSet/>
      <dgm:spPr/>
      <dgm:t>
        <a:bodyPr/>
        <a:lstStyle/>
        <a:p>
          <a:endParaRPr lang="en-US"/>
        </a:p>
      </dgm:t>
    </dgm:pt>
    <dgm:pt modelId="{F3C69E14-7475-4CFA-8E1E-BC26EE627C57}" type="sibTrans" cxnId="{E42B4509-793E-4FFF-8F02-FC33180A7C48}">
      <dgm:prSet/>
      <dgm:spPr/>
      <dgm:t>
        <a:bodyPr/>
        <a:lstStyle/>
        <a:p>
          <a:endParaRPr lang="en-US"/>
        </a:p>
      </dgm:t>
    </dgm:pt>
    <dgm:pt modelId="{631C9A75-BDD7-4EC0-866E-6C0506BE87DD}">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Divides a network into small, isolated segments</a:t>
          </a:r>
        </a:p>
      </dgm:t>
    </dgm:pt>
    <dgm:pt modelId="{D5D468DB-F086-41BE-A0F4-18D889815E80}" type="parTrans" cxnId="{6BBBF46B-6B66-4329-B4AC-80FF340C51D9}">
      <dgm:prSet/>
      <dgm:spPr/>
      <dgm:t>
        <a:bodyPr/>
        <a:lstStyle/>
        <a:p>
          <a:endParaRPr lang="en-US"/>
        </a:p>
      </dgm:t>
    </dgm:pt>
    <dgm:pt modelId="{2F380C29-BB97-41AA-BF59-DAE3EF5289C3}" type="sibTrans" cxnId="{6BBBF46B-6B66-4329-B4AC-80FF340C51D9}">
      <dgm:prSet/>
      <dgm:spPr/>
      <dgm:t>
        <a:bodyPr/>
        <a:lstStyle/>
        <a:p>
          <a:endParaRPr lang="en-US"/>
        </a:p>
      </dgm:t>
    </dgm:pt>
    <dgm:pt modelId="{B21D0F47-2C84-4B04-8777-47E64AC5E475}">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Requires a managed switch</a:t>
          </a:r>
        </a:p>
      </dgm:t>
    </dgm:pt>
    <dgm:pt modelId="{BF6B6D3B-D77C-42D2-95EC-8F38503F4454}" type="parTrans" cxnId="{5AECD381-997D-4E16-A3F4-52C4175BFB0E}">
      <dgm:prSet/>
      <dgm:spPr/>
      <dgm:t>
        <a:bodyPr/>
        <a:lstStyle/>
        <a:p>
          <a:endParaRPr lang="en-US"/>
        </a:p>
      </dgm:t>
    </dgm:pt>
    <dgm:pt modelId="{448B4557-F1F0-4568-954A-03C3D17FDE1A}" type="sibTrans" cxnId="{5AECD381-997D-4E16-A3F4-52C4175BFB0E}">
      <dgm:prSet/>
      <dgm:spPr/>
      <dgm:t>
        <a:bodyPr/>
        <a:lstStyle/>
        <a:p>
          <a:endParaRPr lang="en-US"/>
        </a:p>
      </dgm:t>
    </dgm:pt>
    <dgm:pt modelId="{2009BF1D-200E-41B5-9CB7-97A3E5BAE131}">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Users and devices are grouped by function, department </a:t>
          </a:r>
          <a:br>
            <a:rPr lang="en-US" dirty="0">
              <a:solidFill>
                <a:srgbClr val="20282F"/>
              </a:solidFill>
            </a:rPr>
          </a:br>
          <a:r>
            <a:rPr lang="en-US" dirty="0">
              <a:solidFill>
                <a:srgbClr val="20282F"/>
              </a:solidFill>
            </a:rPr>
            <a:t>or team</a:t>
          </a:r>
        </a:p>
      </dgm:t>
    </dgm:pt>
    <dgm:pt modelId="{4DFD5439-AD98-441E-ABC1-668F3C5B41AD}" type="parTrans" cxnId="{D65FF085-36CE-4884-B5D6-A5ACC1D08B3C}">
      <dgm:prSet/>
      <dgm:spPr/>
      <dgm:t>
        <a:bodyPr/>
        <a:lstStyle/>
        <a:p>
          <a:endParaRPr lang="en-US"/>
        </a:p>
      </dgm:t>
    </dgm:pt>
    <dgm:pt modelId="{2963B119-3FED-4B0A-89ED-01DE100F58B4}" type="sibTrans" cxnId="{D65FF085-36CE-4884-B5D6-A5ACC1D08B3C}">
      <dgm:prSet/>
      <dgm:spPr/>
      <dgm:t>
        <a:bodyPr/>
        <a:lstStyle/>
        <a:p>
          <a:endParaRPr lang="en-US"/>
        </a:p>
      </dgm:t>
    </dgm:pt>
    <dgm:pt modelId="{CD67D8ED-9048-458A-A27B-38D93877B606}">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Network changes or moves can be easily managed without altering physical setup</a:t>
          </a:r>
        </a:p>
      </dgm:t>
    </dgm:pt>
    <dgm:pt modelId="{527736CE-F052-4018-8615-3F943834E7F5}" type="parTrans" cxnId="{5BB4FF0A-7309-4848-B480-856CD820B3B5}">
      <dgm:prSet/>
      <dgm:spPr/>
      <dgm:t>
        <a:bodyPr/>
        <a:lstStyle/>
        <a:p>
          <a:endParaRPr lang="en-US"/>
        </a:p>
      </dgm:t>
    </dgm:pt>
    <dgm:pt modelId="{9034AC0F-17F6-46C6-AF3E-46795E5A2C80}" type="sibTrans" cxnId="{5BB4FF0A-7309-4848-B480-856CD820B3B5}">
      <dgm:prSet/>
      <dgm:spPr/>
      <dgm:t>
        <a:bodyPr/>
        <a:lstStyle/>
        <a:p>
          <a:endParaRPr lang="en-US"/>
        </a:p>
      </dgm:t>
    </dgm:pt>
    <dgm:pt modelId="{3E57193A-EED7-4079-87B3-E17D04CAC25C}" type="pres">
      <dgm:prSet presAssocID="{7D7E456C-8163-4A92-AE4F-9C7D9A1BE9B2}" presName="Name0" presStyleCnt="0">
        <dgm:presLayoutVars>
          <dgm:dir/>
          <dgm:animLvl val="lvl"/>
          <dgm:resizeHandles val="exact"/>
        </dgm:presLayoutVars>
      </dgm:prSet>
      <dgm:spPr/>
    </dgm:pt>
    <dgm:pt modelId="{4537BDB1-4F94-48C5-9CD0-A3F258D1A678}" type="pres">
      <dgm:prSet presAssocID="{0A97038F-E513-475F-B89A-E04754C00758}" presName="composite" presStyleCnt="0"/>
      <dgm:spPr/>
    </dgm:pt>
    <dgm:pt modelId="{F04AAD6F-1677-4D6B-88FE-CB72F97C0DD6}" type="pres">
      <dgm:prSet presAssocID="{0A97038F-E513-475F-B89A-E04754C00758}" presName="parTx" presStyleLbl="alignNode1" presStyleIdx="0" presStyleCnt="3">
        <dgm:presLayoutVars>
          <dgm:chMax val="0"/>
          <dgm:chPref val="0"/>
          <dgm:bulletEnabled val="1"/>
        </dgm:presLayoutVars>
      </dgm:prSet>
      <dgm:spPr/>
    </dgm:pt>
    <dgm:pt modelId="{1BAD8DE2-DDC3-46DD-960A-B5C26461A4C5}" type="pres">
      <dgm:prSet presAssocID="{0A97038F-E513-475F-B89A-E04754C00758}" presName="desTx" presStyleLbl="alignAccFollowNode1" presStyleIdx="0" presStyleCnt="3">
        <dgm:presLayoutVars>
          <dgm:bulletEnabled val="1"/>
        </dgm:presLayoutVars>
      </dgm:prSet>
      <dgm:spPr/>
    </dgm:pt>
    <dgm:pt modelId="{8614717B-0EC1-43F5-BCA4-5C598ACE2F89}" type="pres">
      <dgm:prSet presAssocID="{9737BC04-4CE3-4AB5-B713-BD410965FF79}" presName="space" presStyleCnt="0"/>
      <dgm:spPr/>
    </dgm:pt>
    <dgm:pt modelId="{9F1F9081-8660-4633-93FD-59D7ADE96ED0}" type="pres">
      <dgm:prSet presAssocID="{C54C9FF7-E2E4-469E-8964-5C24A76484CD}" presName="composite" presStyleCnt="0"/>
      <dgm:spPr/>
    </dgm:pt>
    <dgm:pt modelId="{33C8C326-DBF4-4ECB-A367-D99CC88BFF44}" type="pres">
      <dgm:prSet presAssocID="{C54C9FF7-E2E4-469E-8964-5C24A76484CD}" presName="parTx" presStyleLbl="alignNode1" presStyleIdx="1" presStyleCnt="3">
        <dgm:presLayoutVars>
          <dgm:chMax val="0"/>
          <dgm:chPref val="0"/>
          <dgm:bulletEnabled val="1"/>
        </dgm:presLayoutVars>
      </dgm:prSet>
      <dgm:spPr/>
    </dgm:pt>
    <dgm:pt modelId="{13D73908-7C9E-41A9-8370-15054F517D5E}" type="pres">
      <dgm:prSet presAssocID="{C54C9FF7-E2E4-469E-8964-5C24A76484CD}" presName="desTx" presStyleLbl="alignAccFollowNode1" presStyleIdx="1" presStyleCnt="3">
        <dgm:presLayoutVars>
          <dgm:bulletEnabled val="1"/>
        </dgm:presLayoutVars>
      </dgm:prSet>
      <dgm:spPr/>
    </dgm:pt>
    <dgm:pt modelId="{BDE3147E-FD66-4E82-B949-87740AA717FB}" type="pres">
      <dgm:prSet presAssocID="{7C581B19-14B1-4DC5-A5BD-BFEE075E978B}" presName="space" presStyleCnt="0"/>
      <dgm:spPr/>
    </dgm:pt>
    <dgm:pt modelId="{F47624F6-15C5-45F1-BA1F-FECA8CDF0394}" type="pres">
      <dgm:prSet presAssocID="{638467DE-81A7-4545-B963-044AB303EFBA}" presName="composite" presStyleCnt="0"/>
      <dgm:spPr/>
    </dgm:pt>
    <dgm:pt modelId="{87A01400-89DE-4428-AFE7-8578F812ADA9}" type="pres">
      <dgm:prSet presAssocID="{638467DE-81A7-4545-B963-044AB303EFBA}" presName="parTx" presStyleLbl="alignNode1" presStyleIdx="2" presStyleCnt="3">
        <dgm:presLayoutVars>
          <dgm:chMax val="0"/>
          <dgm:chPref val="0"/>
          <dgm:bulletEnabled val="1"/>
        </dgm:presLayoutVars>
      </dgm:prSet>
      <dgm:spPr/>
    </dgm:pt>
    <dgm:pt modelId="{6C0B8875-F7AF-4CBE-938E-122F75E3196C}" type="pres">
      <dgm:prSet presAssocID="{638467DE-81A7-4545-B963-044AB303EFBA}" presName="desTx" presStyleLbl="alignAccFollowNode1" presStyleIdx="2" presStyleCnt="3">
        <dgm:presLayoutVars>
          <dgm:bulletEnabled val="1"/>
        </dgm:presLayoutVars>
      </dgm:prSet>
      <dgm:spPr/>
    </dgm:pt>
  </dgm:ptLst>
  <dgm:cxnLst>
    <dgm:cxn modelId="{E42B4509-793E-4FFF-8F02-FC33180A7C48}" srcId="{7D7E456C-8163-4A92-AE4F-9C7D9A1BE9B2}" destId="{638467DE-81A7-4545-B963-044AB303EFBA}" srcOrd="2" destOrd="0" parTransId="{6FB27881-5860-4213-BE98-5F427AD7C7CF}" sibTransId="{F3C69E14-7475-4CFA-8E1E-BC26EE627C57}"/>
    <dgm:cxn modelId="{5BB4FF0A-7309-4848-B480-856CD820B3B5}" srcId="{638467DE-81A7-4545-B963-044AB303EFBA}" destId="{CD67D8ED-9048-458A-A27B-38D93877B606}" srcOrd="0" destOrd="0" parTransId="{527736CE-F052-4018-8615-3F943834E7F5}" sibTransId="{9034AC0F-17F6-46C6-AF3E-46795E5A2C80}"/>
    <dgm:cxn modelId="{72943413-135B-4BA3-A3F8-2F0B067F06CA}" type="presOf" srcId="{638467DE-81A7-4545-B963-044AB303EFBA}" destId="{87A01400-89DE-4428-AFE7-8578F812ADA9}" srcOrd="0" destOrd="0" presId="urn:microsoft.com/office/officeart/2005/8/layout/hList1"/>
    <dgm:cxn modelId="{26CA2715-40B3-41D0-9AC3-2E398E227EFB}" type="presOf" srcId="{0A97038F-E513-475F-B89A-E04754C00758}" destId="{F04AAD6F-1677-4D6B-88FE-CB72F97C0DD6}" srcOrd="0" destOrd="0" presId="urn:microsoft.com/office/officeart/2005/8/layout/hList1"/>
    <dgm:cxn modelId="{6BBBF46B-6B66-4329-B4AC-80FF340C51D9}" srcId="{0A97038F-E513-475F-B89A-E04754C00758}" destId="{631C9A75-BDD7-4EC0-866E-6C0506BE87DD}" srcOrd="0" destOrd="0" parTransId="{D5D468DB-F086-41BE-A0F4-18D889815E80}" sibTransId="{2F380C29-BB97-41AA-BF59-DAE3EF5289C3}"/>
    <dgm:cxn modelId="{5AECD381-997D-4E16-A3F4-52C4175BFB0E}" srcId="{0A97038F-E513-475F-B89A-E04754C00758}" destId="{B21D0F47-2C84-4B04-8777-47E64AC5E475}" srcOrd="1" destOrd="0" parTransId="{BF6B6D3B-D77C-42D2-95EC-8F38503F4454}" sibTransId="{448B4557-F1F0-4568-954A-03C3D17FDE1A}"/>
    <dgm:cxn modelId="{E004EE81-82C1-444B-9D49-F7F9587C4055}" type="presOf" srcId="{C54C9FF7-E2E4-469E-8964-5C24A76484CD}" destId="{33C8C326-DBF4-4ECB-A367-D99CC88BFF44}" srcOrd="0" destOrd="0" presId="urn:microsoft.com/office/officeart/2005/8/layout/hList1"/>
    <dgm:cxn modelId="{D65FF085-36CE-4884-B5D6-A5ACC1D08B3C}" srcId="{C54C9FF7-E2E4-469E-8964-5C24A76484CD}" destId="{2009BF1D-200E-41B5-9CB7-97A3E5BAE131}" srcOrd="0" destOrd="0" parTransId="{4DFD5439-AD98-441E-ABC1-668F3C5B41AD}" sibTransId="{2963B119-3FED-4B0A-89ED-01DE100F58B4}"/>
    <dgm:cxn modelId="{5D3AFD89-0EE9-4D3F-BD5C-8E65D29D6636}" srcId="{7D7E456C-8163-4A92-AE4F-9C7D9A1BE9B2}" destId="{C54C9FF7-E2E4-469E-8964-5C24A76484CD}" srcOrd="1" destOrd="0" parTransId="{B0D8411F-C159-49D9-A4F2-F842F26BD742}" sibTransId="{7C581B19-14B1-4DC5-A5BD-BFEE075E978B}"/>
    <dgm:cxn modelId="{FF8F4C9C-9082-4DD9-9648-5587E2EEBBF7}" type="presOf" srcId="{2009BF1D-200E-41B5-9CB7-97A3E5BAE131}" destId="{13D73908-7C9E-41A9-8370-15054F517D5E}" srcOrd="0" destOrd="0" presId="urn:microsoft.com/office/officeart/2005/8/layout/hList1"/>
    <dgm:cxn modelId="{1D3208B0-3BF6-41AD-9E3E-8FDEA03F6280}" srcId="{7D7E456C-8163-4A92-AE4F-9C7D9A1BE9B2}" destId="{0A97038F-E513-475F-B89A-E04754C00758}" srcOrd="0" destOrd="0" parTransId="{E7E64F1F-CD94-4596-9A1D-5A9EC3416399}" sibTransId="{9737BC04-4CE3-4AB5-B713-BD410965FF79}"/>
    <dgm:cxn modelId="{E9A8AEB2-BEBD-46EC-9BF1-B24B241A9F6F}" type="presOf" srcId="{7D7E456C-8163-4A92-AE4F-9C7D9A1BE9B2}" destId="{3E57193A-EED7-4079-87B3-E17D04CAC25C}" srcOrd="0" destOrd="0" presId="urn:microsoft.com/office/officeart/2005/8/layout/hList1"/>
    <dgm:cxn modelId="{087520C6-5356-4C2D-8E11-3A1D4E07F0BC}" type="presOf" srcId="{631C9A75-BDD7-4EC0-866E-6C0506BE87DD}" destId="{1BAD8DE2-DDC3-46DD-960A-B5C26461A4C5}" srcOrd="0" destOrd="0" presId="urn:microsoft.com/office/officeart/2005/8/layout/hList1"/>
    <dgm:cxn modelId="{C6BCF2D4-2E0C-4CEF-8885-B25D760E6F0E}" type="presOf" srcId="{CD67D8ED-9048-458A-A27B-38D93877B606}" destId="{6C0B8875-F7AF-4CBE-938E-122F75E3196C}" srcOrd="0" destOrd="0" presId="urn:microsoft.com/office/officeart/2005/8/layout/hList1"/>
    <dgm:cxn modelId="{287D78E0-91B5-408B-B6C7-A4A79871738E}" type="presOf" srcId="{B21D0F47-2C84-4B04-8777-47E64AC5E475}" destId="{1BAD8DE2-DDC3-46DD-960A-B5C26461A4C5}" srcOrd="0" destOrd="1" presId="urn:microsoft.com/office/officeart/2005/8/layout/hList1"/>
    <dgm:cxn modelId="{D67201F2-EE90-491D-A87A-6D8161CE8B7F}" type="presParOf" srcId="{3E57193A-EED7-4079-87B3-E17D04CAC25C}" destId="{4537BDB1-4F94-48C5-9CD0-A3F258D1A678}" srcOrd="0" destOrd="0" presId="urn:microsoft.com/office/officeart/2005/8/layout/hList1"/>
    <dgm:cxn modelId="{F667CAC5-C91A-4CC1-856F-ED620491EF04}" type="presParOf" srcId="{4537BDB1-4F94-48C5-9CD0-A3F258D1A678}" destId="{F04AAD6F-1677-4D6B-88FE-CB72F97C0DD6}" srcOrd="0" destOrd="0" presId="urn:microsoft.com/office/officeart/2005/8/layout/hList1"/>
    <dgm:cxn modelId="{0D3E823D-467D-4332-920C-CACF5A86C0B5}" type="presParOf" srcId="{4537BDB1-4F94-48C5-9CD0-A3F258D1A678}" destId="{1BAD8DE2-DDC3-46DD-960A-B5C26461A4C5}" srcOrd="1" destOrd="0" presId="urn:microsoft.com/office/officeart/2005/8/layout/hList1"/>
    <dgm:cxn modelId="{B1FEB694-DEAA-4266-A088-2C9769A2150F}" type="presParOf" srcId="{3E57193A-EED7-4079-87B3-E17D04CAC25C}" destId="{8614717B-0EC1-43F5-BCA4-5C598ACE2F89}" srcOrd="1" destOrd="0" presId="urn:microsoft.com/office/officeart/2005/8/layout/hList1"/>
    <dgm:cxn modelId="{FAF55DD6-1ACB-4E5B-9541-633B0B644B26}" type="presParOf" srcId="{3E57193A-EED7-4079-87B3-E17D04CAC25C}" destId="{9F1F9081-8660-4633-93FD-59D7ADE96ED0}" srcOrd="2" destOrd="0" presId="urn:microsoft.com/office/officeart/2005/8/layout/hList1"/>
    <dgm:cxn modelId="{960EC43E-3577-4AF1-B22F-AE87FA348642}" type="presParOf" srcId="{9F1F9081-8660-4633-93FD-59D7ADE96ED0}" destId="{33C8C326-DBF4-4ECB-A367-D99CC88BFF44}" srcOrd="0" destOrd="0" presId="urn:microsoft.com/office/officeart/2005/8/layout/hList1"/>
    <dgm:cxn modelId="{ACCA2D45-A553-4DBC-9F9A-0F945E4CC596}" type="presParOf" srcId="{9F1F9081-8660-4633-93FD-59D7ADE96ED0}" destId="{13D73908-7C9E-41A9-8370-15054F517D5E}" srcOrd="1" destOrd="0" presId="urn:microsoft.com/office/officeart/2005/8/layout/hList1"/>
    <dgm:cxn modelId="{30C216F5-AE3F-40D2-9754-267C6D856D10}" type="presParOf" srcId="{3E57193A-EED7-4079-87B3-E17D04CAC25C}" destId="{BDE3147E-FD66-4E82-B949-87740AA717FB}" srcOrd="3" destOrd="0" presId="urn:microsoft.com/office/officeart/2005/8/layout/hList1"/>
    <dgm:cxn modelId="{AA0E4561-1460-4AE1-B472-6BB3F907AC9F}" type="presParOf" srcId="{3E57193A-EED7-4079-87B3-E17D04CAC25C}" destId="{F47624F6-15C5-45F1-BA1F-FECA8CDF0394}" srcOrd="4" destOrd="0" presId="urn:microsoft.com/office/officeart/2005/8/layout/hList1"/>
    <dgm:cxn modelId="{EB53F108-6911-4BC7-9D21-803247F60C77}" type="presParOf" srcId="{F47624F6-15C5-45F1-BA1F-FECA8CDF0394}" destId="{87A01400-89DE-4428-AFE7-8578F812ADA9}" srcOrd="0" destOrd="0" presId="urn:microsoft.com/office/officeart/2005/8/layout/hList1"/>
    <dgm:cxn modelId="{AD0A4894-4FF0-47D9-AE1E-442A646E6FDF}" type="presParOf" srcId="{F47624F6-15C5-45F1-BA1F-FECA8CDF0394}" destId="{6C0B8875-F7AF-4CBE-938E-122F75E3196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9074212F-17E2-4725-BE2B-A4C38383A05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73E360D-4A5A-40BD-AAD1-4B3CE082D4C6}">
      <dgm:prSet phldrT="[Text]" custT="1"/>
      <dgm:spPr/>
      <dgm:t>
        <a:bodyPr/>
        <a:lstStyle/>
        <a:p>
          <a:r>
            <a:rPr lang="en-US" sz="2400" dirty="0"/>
            <a:t>VLAN IDs </a:t>
          </a:r>
        </a:p>
      </dgm:t>
    </dgm:pt>
    <dgm:pt modelId="{3F4C198C-47AB-4E97-B2D0-0A73EB65AE5F}" type="parTrans" cxnId="{92B8FB51-57B0-443F-B179-7C29CCC30490}">
      <dgm:prSet/>
      <dgm:spPr/>
      <dgm:t>
        <a:bodyPr/>
        <a:lstStyle/>
        <a:p>
          <a:endParaRPr lang="en-US"/>
        </a:p>
      </dgm:t>
    </dgm:pt>
    <dgm:pt modelId="{AF5BD252-3861-47C5-BF7A-523F59785BB6}" type="sibTrans" cxnId="{92B8FB51-57B0-443F-B179-7C29CCC30490}">
      <dgm:prSet/>
      <dgm:spPr/>
      <dgm:t>
        <a:bodyPr/>
        <a:lstStyle/>
        <a:p>
          <a:endParaRPr lang="en-US"/>
        </a:p>
      </dgm:t>
    </dgm:pt>
    <dgm:pt modelId="{4E6F0654-2AB9-4A01-B469-7D777C32FD05}">
      <dgm:prSet phldrT="[Text]" custT="1"/>
      <dgm:spPr>
        <a:solidFill>
          <a:schemeClr val="bg1">
            <a:lumMod val="95000"/>
            <a:alpha val="90000"/>
          </a:schemeClr>
        </a:solidFill>
        <a:ln w="9525">
          <a:solidFill>
            <a:schemeClr val="bg1">
              <a:lumMod val="85000"/>
            </a:schemeClr>
          </a:solidFill>
        </a:ln>
      </dgm:spPr>
      <dgm:t>
        <a:bodyPr/>
        <a:lstStyle/>
        <a:p>
          <a:r>
            <a:rPr lang="en-US" sz="2200" dirty="0">
              <a:solidFill>
                <a:srgbClr val="20282F"/>
              </a:solidFill>
            </a:rPr>
            <a:t>Each VLAN is assigned a unique ID</a:t>
          </a:r>
        </a:p>
      </dgm:t>
    </dgm:pt>
    <dgm:pt modelId="{7F2E5DB1-F8C7-4A18-B42E-863C8F77A4AB}" type="sibTrans" cxnId="{0B60BAAB-78BA-402C-B96B-56245049003F}">
      <dgm:prSet/>
      <dgm:spPr/>
      <dgm:t>
        <a:bodyPr/>
        <a:lstStyle/>
        <a:p>
          <a:endParaRPr lang="en-US"/>
        </a:p>
      </dgm:t>
    </dgm:pt>
    <dgm:pt modelId="{D6982AFA-7F69-46F2-9DE4-2518EF80B62E}" type="parTrans" cxnId="{0B60BAAB-78BA-402C-B96B-56245049003F}">
      <dgm:prSet/>
      <dgm:spPr/>
      <dgm:t>
        <a:bodyPr/>
        <a:lstStyle/>
        <a:p>
          <a:endParaRPr lang="en-US"/>
        </a:p>
      </dgm:t>
    </dgm:pt>
    <dgm:pt modelId="{F4B11D61-9EF6-4A98-AAD6-5BC56E119B2F}">
      <dgm:prSet phldrT="[Text]" custT="1"/>
      <dgm:spPr>
        <a:solidFill>
          <a:schemeClr val="bg1">
            <a:lumMod val="95000"/>
            <a:alpha val="90000"/>
          </a:schemeClr>
        </a:solidFill>
        <a:ln w="9525">
          <a:solidFill>
            <a:schemeClr val="bg1">
              <a:lumMod val="85000"/>
            </a:schemeClr>
          </a:solidFill>
        </a:ln>
      </dgm:spPr>
      <dgm:t>
        <a:bodyPr/>
        <a:lstStyle/>
        <a:p>
          <a:r>
            <a:rPr lang="en-US" sz="2200" dirty="0">
              <a:solidFill>
                <a:srgbClr val="20282F"/>
              </a:solidFill>
            </a:rPr>
            <a:t>Each device is a member of a VLAN</a:t>
          </a:r>
        </a:p>
      </dgm:t>
    </dgm:pt>
    <dgm:pt modelId="{F568F1F8-3C52-46D1-AF89-6439C47FEAA5}" type="sibTrans" cxnId="{6984CE9E-42D6-494D-9798-B20C5A677E74}">
      <dgm:prSet/>
      <dgm:spPr/>
      <dgm:t>
        <a:bodyPr/>
        <a:lstStyle/>
        <a:p>
          <a:endParaRPr lang="en-US"/>
        </a:p>
      </dgm:t>
    </dgm:pt>
    <dgm:pt modelId="{FC103203-AE3E-40BE-A84B-A08D13C6BD58}" type="parTrans" cxnId="{6984CE9E-42D6-494D-9798-B20C5A677E74}">
      <dgm:prSet/>
      <dgm:spPr/>
      <dgm:t>
        <a:bodyPr/>
        <a:lstStyle/>
        <a:p>
          <a:endParaRPr lang="en-US"/>
        </a:p>
      </dgm:t>
    </dgm:pt>
    <dgm:pt modelId="{DFEF3D0D-F62C-48E0-A31E-CCF9089F6FBB}">
      <dgm:prSet phldrT="[Text]" custT="1"/>
      <dgm:spPr>
        <a:solidFill>
          <a:schemeClr val="bg1">
            <a:lumMod val="95000"/>
            <a:alpha val="90000"/>
          </a:schemeClr>
        </a:solidFill>
        <a:ln w="9525">
          <a:solidFill>
            <a:schemeClr val="bg1">
              <a:lumMod val="85000"/>
            </a:schemeClr>
          </a:solidFill>
        </a:ln>
      </dgm:spPr>
      <dgm:t>
        <a:bodyPr/>
        <a:lstStyle/>
        <a:p>
          <a:r>
            <a:rPr lang="en-US" sz="2200" dirty="0">
              <a:solidFill>
                <a:srgbClr val="20282F"/>
              </a:solidFill>
            </a:rPr>
            <a:t>Devices use VLAN IDs to manage traffic</a:t>
          </a:r>
        </a:p>
      </dgm:t>
    </dgm:pt>
    <dgm:pt modelId="{51C80C62-681C-4DC7-94DD-76688D905111}" type="sibTrans" cxnId="{A70D19E0-172A-4D39-8A25-AA1620238233}">
      <dgm:prSet/>
      <dgm:spPr/>
      <dgm:t>
        <a:bodyPr/>
        <a:lstStyle/>
        <a:p>
          <a:endParaRPr lang="en-US"/>
        </a:p>
      </dgm:t>
    </dgm:pt>
    <dgm:pt modelId="{6933F522-46F9-46ED-BCAC-FAD9C4112FE2}" type="parTrans" cxnId="{A70D19E0-172A-4D39-8A25-AA1620238233}">
      <dgm:prSet/>
      <dgm:spPr/>
      <dgm:t>
        <a:bodyPr/>
        <a:lstStyle/>
        <a:p>
          <a:endParaRPr lang="en-US"/>
        </a:p>
      </dgm:t>
    </dgm:pt>
    <dgm:pt modelId="{E00C5E6F-AD96-4703-A45C-7780E2B10502}">
      <dgm:prSet phldrT="[Text]" custT="1"/>
      <dgm:spPr>
        <a:solidFill>
          <a:schemeClr val="bg1">
            <a:lumMod val="95000"/>
            <a:alpha val="90000"/>
          </a:schemeClr>
        </a:solidFill>
        <a:ln w="9525">
          <a:solidFill>
            <a:schemeClr val="bg1">
              <a:lumMod val="85000"/>
            </a:schemeClr>
          </a:solidFill>
        </a:ln>
      </dgm:spPr>
      <dgm:t>
        <a:bodyPr/>
        <a:lstStyle/>
        <a:p>
          <a:r>
            <a:rPr lang="en-US" sz="2200" dirty="0">
              <a:solidFill>
                <a:srgbClr val="20282F"/>
              </a:solidFill>
            </a:rPr>
            <a:t>Inter-VLAN routing is needed for devices to communicate between VLANs</a:t>
          </a:r>
        </a:p>
      </dgm:t>
    </dgm:pt>
    <dgm:pt modelId="{FE6B6F52-EF4C-494B-8203-8EAE6147608D}" type="sibTrans" cxnId="{F2E66078-8568-421E-B6D0-52254341A4C5}">
      <dgm:prSet/>
      <dgm:spPr/>
      <dgm:t>
        <a:bodyPr/>
        <a:lstStyle/>
        <a:p>
          <a:endParaRPr lang="en-US"/>
        </a:p>
      </dgm:t>
    </dgm:pt>
    <dgm:pt modelId="{F5522A41-BBCB-4334-8ABD-F59B1068849D}" type="parTrans" cxnId="{F2E66078-8568-421E-B6D0-52254341A4C5}">
      <dgm:prSet/>
      <dgm:spPr/>
      <dgm:t>
        <a:bodyPr/>
        <a:lstStyle/>
        <a:p>
          <a:endParaRPr lang="en-US"/>
        </a:p>
      </dgm:t>
    </dgm:pt>
    <dgm:pt modelId="{8FA0CDF7-FE2F-2A45-AE41-369896281D53}" type="pres">
      <dgm:prSet presAssocID="{9074212F-17E2-4725-BE2B-A4C38383A052}" presName="linear" presStyleCnt="0">
        <dgm:presLayoutVars>
          <dgm:dir/>
          <dgm:animLvl val="lvl"/>
          <dgm:resizeHandles val="exact"/>
        </dgm:presLayoutVars>
      </dgm:prSet>
      <dgm:spPr/>
    </dgm:pt>
    <dgm:pt modelId="{FBC0DAC7-E89E-2046-82EA-E1E492248CE5}" type="pres">
      <dgm:prSet presAssocID="{C73E360D-4A5A-40BD-AAD1-4B3CE082D4C6}" presName="parentLin" presStyleCnt="0"/>
      <dgm:spPr/>
    </dgm:pt>
    <dgm:pt modelId="{854C1595-6C39-4B4F-B780-F97F0FF0E77F}" type="pres">
      <dgm:prSet presAssocID="{C73E360D-4A5A-40BD-AAD1-4B3CE082D4C6}" presName="parentLeftMargin" presStyleLbl="node1" presStyleIdx="0" presStyleCnt="1"/>
      <dgm:spPr/>
    </dgm:pt>
    <dgm:pt modelId="{A99F4F4B-5453-C045-B9EA-BA35D5C1E151}" type="pres">
      <dgm:prSet presAssocID="{C73E360D-4A5A-40BD-AAD1-4B3CE082D4C6}" presName="parentText" presStyleLbl="node1" presStyleIdx="0" presStyleCnt="1">
        <dgm:presLayoutVars>
          <dgm:chMax val="0"/>
          <dgm:bulletEnabled val="1"/>
        </dgm:presLayoutVars>
      </dgm:prSet>
      <dgm:spPr/>
    </dgm:pt>
    <dgm:pt modelId="{6AD54E15-C28A-0B43-A61F-CCEE7BC545DE}" type="pres">
      <dgm:prSet presAssocID="{C73E360D-4A5A-40BD-AAD1-4B3CE082D4C6}" presName="negativeSpace" presStyleCnt="0"/>
      <dgm:spPr/>
    </dgm:pt>
    <dgm:pt modelId="{6BF5E3B6-23E6-874E-8930-859D653521FE}" type="pres">
      <dgm:prSet presAssocID="{C73E360D-4A5A-40BD-AAD1-4B3CE082D4C6}" presName="childText" presStyleLbl="conFgAcc1" presStyleIdx="0" presStyleCnt="1">
        <dgm:presLayoutVars>
          <dgm:bulletEnabled val="1"/>
        </dgm:presLayoutVars>
      </dgm:prSet>
      <dgm:spPr/>
    </dgm:pt>
  </dgm:ptLst>
  <dgm:cxnLst>
    <dgm:cxn modelId="{21648F2F-21D4-9D48-87BD-EBBBA58B0D7E}" type="presOf" srcId="{C73E360D-4A5A-40BD-AAD1-4B3CE082D4C6}" destId="{854C1595-6C39-4B4F-B780-F97F0FF0E77F}" srcOrd="0" destOrd="0" presId="urn:microsoft.com/office/officeart/2005/8/layout/list1"/>
    <dgm:cxn modelId="{871D106E-A8D2-8D45-9BF7-EC54E17575B6}" type="presOf" srcId="{9074212F-17E2-4725-BE2B-A4C38383A052}" destId="{8FA0CDF7-FE2F-2A45-AE41-369896281D53}" srcOrd="0" destOrd="0" presId="urn:microsoft.com/office/officeart/2005/8/layout/list1"/>
    <dgm:cxn modelId="{5B3CB96F-6DEB-F941-BE63-ECBD703C8E18}" type="presOf" srcId="{DFEF3D0D-F62C-48E0-A31E-CCF9089F6FBB}" destId="{6BF5E3B6-23E6-874E-8930-859D653521FE}" srcOrd="0" destOrd="2" presId="urn:microsoft.com/office/officeart/2005/8/layout/list1"/>
    <dgm:cxn modelId="{92B8FB51-57B0-443F-B179-7C29CCC30490}" srcId="{9074212F-17E2-4725-BE2B-A4C38383A052}" destId="{C73E360D-4A5A-40BD-AAD1-4B3CE082D4C6}" srcOrd="0" destOrd="0" parTransId="{3F4C198C-47AB-4E97-B2D0-0A73EB65AE5F}" sibTransId="{AF5BD252-3861-47C5-BF7A-523F59785BB6}"/>
    <dgm:cxn modelId="{F2E66078-8568-421E-B6D0-52254341A4C5}" srcId="{C73E360D-4A5A-40BD-AAD1-4B3CE082D4C6}" destId="{E00C5E6F-AD96-4703-A45C-7780E2B10502}" srcOrd="3" destOrd="0" parTransId="{F5522A41-BBCB-4334-8ABD-F59B1068849D}" sibTransId="{FE6B6F52-EF4C-494B-8203-8EAE6147608D}"/>
    <dgm:cxn modelId="{7BE4CB83-3761-7242-8B7D-F13E9B597F6C}" type="presOf" srcId="{C73E360D-4A5A-40BD-AAD1-4B3CE082D4C6}" destId="{A99F4F4B-5453-C045-B9EA-BA35D5C1E151}" srcOrd="1" destOrd="0" presId="urn:microsoft.com/office/officeart/2005/8/layout/list1"/>
    <dgm:cxn modelId="{6984CE9E-42D6-494D-9798-B20C5A677E74}" srcId="{C73E360D-4A5A-40BD-AAD1-4B3CE082D4C6}" destId="{F4B11D61-9EF6-4A98-AAD6-5BC56E119B2F}" srcOrd="1" destOrd="0" parTransId="{FC103203-AE3E-40BE-A84B-A08D13C6BD58}" sibTransId="{F568F1F8-3C52-46D1-AF89-6439C47FEAA5}"/>
    <dgm:cxn modelId="{0B60BAAB-78BA-402C-B96B-56245049003F}" srcId="{C73E360D-4A5A-40BD-AAD1-4B3CE082D4C6}" destId="{4E6F0654-2AB9-4A01-B469-7D777C32FD05}" srcOrd="0" destOrd="0" parTransId="{D6982AFA-7F69-46F2-9DE4-2518EF80B62E}" sibTransId="{7F2E5DB1-F8C7-4A18-B42E-863C8F77A4AB}"/>
    <dgm:cxn modelId="{A70D19E0-172A-4D39-8A25-AA1620238233}" srcId="{C73E360D-4A5A-40BD-AAD1-4B3CE082D4C6}" destId="{DFEF3D0D-F62C-48E0-A31E-CCF9089F6FBB}" srcOrd="2" destOrd="0" parTransId="{6933F522-46F9-46ED-BCAC-FAD9C4112FE2}" sibTransId="{51C80C62-681C-4DC7-94DD-76688D905111}"/>
    <dgm:cxn modelId="{AFD4EFE0-C039-BD40-89CC-45926C24B195}" type="presOf" srcId="{F4B11D61-9EF6-4A98-AAD6-5BC56E119B2F}" destId="{6BF5E3B6-23E6-874E-8930-859D653521FE}" srcOrd="0" destOrd="1" presId="urn:microsoft.com/office/officeart/2005/8/layout/list1"/>
    <dgm:cxn modelId="{11F6EBE1-3518-A54E-A33E-502E4C8F57EC}" type="presOf" srcId="{E00C5E6F-AD96-4703-A45C-7780E2B10502}" destId="{6BF5E3B6-23E6-874E-8930-859D653521FE}" srcOrd="0" destOrd="3" presId="urn:microsoft.com/office/officeart/2005/8/layout/list1"/>
    <dgm:cxn modelId="{ADC622FD-61CC-1A4A-8B5D-5659BAD3EEA1}" type="presOf" srcId="{4E6F0654-2AB9-4A01-B469-7D777C32FD05}" destId="{6BF5E3B6-23E6-874E-8930-859D653521FE}" srcOrd="0" destOrd="0" presId="urn:microsoft.com/office/officeart/2005/8/layout/list1"/>
    <dgm:cxn modelId="{AB027467-2B2D-6F4B-8D7B-34C1CCCA28AC}" type="presParOf" srcId="{8FA0CDF7-FE2F-2A45-AE41-369896281D53}" destId="{FBC0DAC7-E89E-2046-82EA-E1E492248CE5}" srcOrd="0" destOrd="0" presId="urn:microsoft.com/office/officeart/2005/8/layout/list1"/>
    <dgm:cxn modelId="{DD94A166-9CAA-4D44-9239-296D7C1CA350}" type="presParOf" srcId="{FBC0DAC7-E89E-2046-82EA-E1E492248CE5}" destId="{854C1595-6C39-4B4F-B780-F97F0FF0E77F}" srcOrd="0" destOrd="0" presId="urn:microsoft.com/office/officeart/2005/8/layout/list1"/>
    <dgm:cxn modelId="{A3126A14-1D69-F44C-B0F2-34BF54736008}" type="presParOf" srcId="{FBC0DAC7-E89E-2046-82EA-E1E492248CE5}" destId="{A99F4F4B-5453-C045-B9EA-BA35D5C1E151}" srcOrd="1" destOrd="0" presId="urn:microsoft.com/office/officeart/2005/8/layout/list1"/>
    <dgm:cxn modelId="{E880E66D-E4F6-114E-8CD5-FC199389E4C8}" type="presParOf" srcId="{8FA0CDF7-FE2F-2A45-AE41-369896281D53}" destId="{6AD54E15-C28A-0B43-A61F-CCEE7BC545DE}" srcOrd="1" destOrd="0" presId="urn:microsoft.com/office/officeart/2005/8/layout/list1"/>
    <dgm:cxn modelId="{78FA93D1-E87C-1742-BC0B-337DDC3F1021}" type="presParOf" srcId="{8FA0CDF7-FE2F-2A45-AE41-369896281D53}" destId="{6BF5E3B6-23E6-874E-8930-859D653521F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48ACA89-7DAC-4621-8E32-02E65C269AC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747295F-1FC1-4487-B0AB-CE6755B2573E}">
      <dgm:prSet phldrT="[Text]"/>
      <dgm:spPr>
        <a:solidFill>
          <a:srgbClr val="004F71"/>
        </a:solidFill>
      </dgm:spPr>
      <dgm:t>
        <a:bodyPr/>
        <a:lstStyle/>
        <a:p>
          <a:r>
            <a:rPr lang="en-US" dirty="0"/>
            <a:t>Default VLAN</a:t>
          </a:r>
        </a:p>
      </dgm:t>
    </dgm:pt>
    <dgm:pt modelId="{84EA4AF0-140B-4B37-8C96-A89DF7480001}" type="parTrans" cxnId="{A0685386-6D48-44CA-ADDC-3382358FA1B3}">
      <dgm:prSet/>
      <dgm:spPr/>
      <dgm:t>
        <a:bodyPr/>
        <a:lstStyle/>
        <a:p>
          <a:endParaRPr lang="en-US"/>
        </a:p>
      </dgm:t>
    </dgm:pt>
    <dgm:pt modelId="{5751EAE5-3AE3-40C6-A0FE-AD91D53E5D36}" type="sibTrans" cxnId="{A0685386-6D48-44CA-ADDC-3382358FA1B3}">
      <dgm:prSet/>
      <dgm:spPr/>
      <dgm:t>
        <a:bodyPr/>
        <a:lstStyle/>
        <a:p>
          <a:endParaRPr lang="en-US"/>
        </a:p>
      </dgm:t>
    </dgm:pt>
    <dgm:pt modelId="{FA43D3F3-F797-4954-93F6-F9E062C4183A}">
      <dgm:prSet phldrT="[Text]"/>
      <dgm:spPr>
        <a:solidFill>
          <a:srgbClr val="004F71"/>
        </a:solidFill>
      </dgm:spPr>
      <dgm:t>
        <a:bodyPr/>
        <a:lstStyle/>
        <a:p>
          <a:r>
            <a:rPr lang="en-US" dirty="0"/>
            <a:t>Native VLAN</a:t>
          </a:r>
        </a:p>
      </dgm:t>
    </dgm:pt>
    <dgm:pt modelId="{0ED33FC9-BD72-4710-BB3A-B731AAEFD183}" type="parTrans" cxnId="{6C54738E-B688-4301-9882-7C572931D25E}">
      <dgm:prSet/>
      <dgm:spPr/>
      <dgm:t>
        <a:bodyPr/>
        <a:lstStyle/>
        <a:p>
          <a:endParaRPr lang="en-US"/>
        </a:p>
      </dgm:t>
    </dgm:pt>
    <dgm:pt modelId="{88EDCEC8-C3BC-4DCE-9509-8F774935C3BC}" type="sibTrans" cxnId="{6C54738E-B688-4301-9882-7C572931D25E}">
      <dgm:prSet/>
      <dgm:spPr/>
      <dgm:t>
        <a:bodyPr/>
        <a:lstStyle/>
        <a:p>
          <a:endParaRPr lang="en-US"/>
        </a:p>
      </dgm:t>
    </dgm:pt>
    <dgm:pt modelId="{BBDD8D0F-55EE-407A-A719-026624AE2073}">
      <dgm:prSet phldrT="[Text]"/>
      <dgm:spPr>
        <a:solidFill>
          <a:srgbClr val="004F71"/>
        </a:solidFill>
      </dgm:spPr>
      <dgm:t>
        <a:bodyPr/>
        <a:lstStyle/>
        <a:p>
          <a:r>
            <a:rPr lang="en-US" dirty="0"/>
            <a:t>Management VLAN</a:t>
          </a:r>
        </a:p>
      </dgm:t>
    </dgm:pt>
    <dgm:pt modelId="{B1D458D3-DFE9-4FC6-A676-A0B0E1C1AD5B}" type="parTrans" cxnId="{7FFCE3C3-88C0-4C78-9CFA-06EA3EA141C9}">
      <dgm:prSet/>
      <dgm:spPr/>
      <dgm:t>
        <a:bodyPr/>
        <a:lstStyle/>
        <a:p>
          <a:endParaRPr lang="en-US"/>
        </a:p>
      </dgm:t>
    </dgm:pt>
    <dgm:pt modelId="{6E7155E6-78A6-4F3D-8217-095B6A0FA1DD}" type="sibTrans" cxnId="{7FFCE3C3-88C0-4C78-9CFA-06EA3EA141C9}">
      <dgm:prSet/>
      <dgm:spPr/>
      <dgm:t>
        <a:bodyPr/>
        <a:lstStyle/>
        <a:p>
          <a:endParaRPr lang="en-US"/>
        </a:p>
      </dgm:t>
    </dgm:pt>
    <dgm:pt modelId="{ABE61D5D-AF2E-49FF-B124-5C15F552F827}">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Receives all  untagged frames</a:t>
          </a:r>
        </a:p>
      </dgm:t>
    </dgm:pt>
    <dgm:pt modelId="{7BCE8C04-85B7-4131-8A92-8E08648D1ED0}" type="parTrans" cxnId="{ACD4BEDA-75A3-4257-BD20-C070922EAB9C}">
      <dgm:prSet/>
      <dgm:spPr/>
      <dgm:t>
        <a:bodyPr/>
        <a:lstStyle/>
        <a:p>
          <a:endParaRPr lang="en-US"/>
        </a:p>
      </dgm:t>
    </dgm:pt>
    <dgm:pt modelId="{370B4F30-B36F-4DC2-8C67-F0CAF481E7D9}" type="sibTrans" cxnId="{ACD4BEDA-75A3-4257-BD20-C070922EAB9C}">
      <dgm:prSet/>
      <dgm:spPr/>
      <dgm:t>
        <a:bodyPr/>
        <a:lstStyle/>
        <a:p>
          <a:endParaRPr lang="en-US"/>
        </a:p>
      </dgm:t>
    </dgm:pt>
    <dgm:pt modelId="{D41CA5BC-508B-4331-9CC1-2839DD4A4507}">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Separate Native and Default VLANs</a:t>
          </a:r>
        </a:p>
      </dgm:t>
    </dgm:pt>
    <dgm:pt modelId="{2371AB68-7204-44C5-A60D-67C9FE604763}" type="parTrans" cxnId="{09B5E10E-E064-45A2-8E03-36D59C5624DE}">
      <dgm:prSet/>
      <dgm:spPr/>
      <dgm:t>
        <a:bodyPr/>
        <a:lstStyle/>
        <a:p>
          <a:endParaRPr lang="en-US"/>
        </a:p>
      </dgm:t>
    </dgm:pt>
    <dgm:pt modelId="{C3D00468-BAF7-4551-B563-6084EB4D46CC}" type="sibTrans" cxnId="{09B5E10E-E064-45A2-8E03-36D59C5624DE}">
      <dgm:prSet/>
      <dgm:spPr/>
      <dgm:t>
        <a:bodyPr/>
        <a:lstStyle/>
        <a:p>
          <a:endParaRPr lang="en-US"/>
        </a:p>
      </dgm:t>
    </dgm:pt>
    <dgm:pt modelId="{B0A64889-1696-455A-BBC2-6B737C7F9604}">
      <dgm:prSet phldrT="[Text]"/>
      <dgm:spPr>
        <a:solidFill>
          <a:srgbClr val="004F71"/>
        </a:solidFill>
      </dgm:spPr>
      <dgm:t>
        <a:bodyPr/>
        <a:lstStyle/>
        <a:p>
          <a:r>
            <a:rPr lang="en-US" dirty="0"/>
            <a:t>Voice VLAN</a:t>
          </a:r>
        </a:p>
      </dgm:t>
    </dgm:pt>
    <dgm:pt modelId="{853C88A4-4C1F-4984-B168-A26DED761C49}" type="parTrans" cxnId="{A79EB882-1C98-4507-B36E-273563B5843A}">
      <dgm:prSet/>
      <dgm:spPr/>
      <dgm:t>
        <a:bodyPr/>
        <a:lstStyle/>
        <a:p>
          <a:endParaRPr lang="en-US"/>
        </a:p>
      </dgm:t>
    </dgm:pt>
    <dgm:pt modelId="{756A2C3C-2499-467C-8188-714406761D67}" type="sibTrans" cxnId="{A79EB882-1C98-4507-B36E-273563B5843A}">
      <dgm:prSet/>
      <dgm:spPr/>
      <dgm:t>
        <a:bodyPr/>
        <a:lstStyle/>
        <a:p>
          <a:endParaRPr lang="en-US"/>
        </a:p>
      </dgm:t>
    </dgm:pt>
    <dgm:pt modelId="{D0CF9530-CFFC-442A-95B7-13E7254DCDE9}">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Handles VoIP system traffic </a:t>
          </a:r>
        </a:p>
      </dgm:t>
    </dgm:pt>
    <dgm:pt modelId="{47103C92-A3E1-4FA2-A8A3-EF3010AD0A76}" type="parTrans" cxnId="{3DC7F84E-BD01-4C5B-A44E-4F2245E1D083}">
      <dgm:prSet/>
      <dgm:spPr/>
      <dgm:t>
        <a:bodyPr/>
        <a:lstStyle/>
        <a:p>
          <a:endParaRPr lang="en-US"/>
        </a:p>
      </dgm:t>
    </dgm:pt>
    <dgm:pt modelId="{BBDBC8D9-9E4A-40AC-8F98-E37E78753E39}" type="sibTrans" cxnId="{3DC7F84E-BD01-4C5B-A44E-4F2245E1D083}">
      <dgm:prSet/>
      <dgm:spPr/>
      <dgm:t>
        <a:bodyPr/>
        <a:lstStyle/>
        <a:p>
          <a:endParaRPr lang="en-US"/>
        </a:p>
      </dgm:t>
    </dgm:pt>
    <dgm:pt modelId="{3BC2F124-AC7C-4581-A719-E82038D2CC58}">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Manages network devices and services</a:t>
          </a:r>
        </a:p>
      </dgm:t>
    </dgm:pt>
    <dgm:pt modelId="{2146B9F8-BDC0-4214-8498-BC80C6118E1C}" type="parTrans" cxnId="{94E98090-DED1-4117-88F8-5B0251F96214}">
      <dgm:prSet/>
      <dgm:spPr/>
      <dgm:t>
        <a:bodyPr/>
        <a:lstStyle/>
        <a:p>
          <a:endParaRPr lang="en-US"/>
        </a:p>
      </dgm:t>
    </dgm:pt>
    <dgm:pt modelId="{CA801DE3-BB4C-4891-BCF7-A943371AC61B}" type="sibTrans" cxnId="{94E98090-DED1-4117-88F8-5B0251F96214}">
      <dgm:prSet/>
      <dgm:spPr/>
      <dgm:t>
        <a:bodyPr/>
        <a:lstStyle/>
        <a:p>
          <a:endParaRPr lang="en-US"/>
        </a:p>
      </dgm:t>
    </dgm:pt>
    <dgm:pt modelId="{A1964622-BFB9-4FDB-97F1-3E3B81D64403}">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Isolate from user data traffic</a:t>
          </a:r>
        </a:p>
      </dgm:t>
    </dgm:pt>
    <dgm:pt modelId="{C6337A5C-9559-448C-B453-151389E2E74B}" type="parTrans" cxnId="{80C08C1A-1C20-4DDC-9C1F-5A810A7679C1}">
      <dgm:prSet/>
      <dgm:spPr/>
      <dgm:t>
        <a:bodyPr/>
        <a:lstStyle/>
        <a:p>
          <a:endParaRPr lang="en-US"/>
        </a:p>
      </dgm:t>
    </dgm:pt>
    <dgm:pt modelId="{A289D149-DDEB-4328-9499-CC673E4FD71E}" type="sibTrans" cxnId="{80C08C1A-1C20-4DDC-9C1F-5A810A7679C1}">
      <dgm:prSet/>
      <dgm:spPr/>
      <dgm:t>
        <a:bodyPr/>
        <a:lstStyle/>
        <a:p>
          <a:endParaRPr lang="en-US"/>
        </a:p>
      </dgm:t>
    </dgm:pt>
    <dgm:pt modelId="{D935EA88-DCE1-49AE-AD64-4555970F30C3}">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Separate from Default VLAN</a:t>
          </a:r>
        </a:p>
      </dgm:t>
    </dgm:pt>
    <dgm:pt modelId="{4ADD7299-A7DC-48D6-8C9A-214226AA1188}" type="parTrans" cxnId="{F128FAE1-EC51-48BC-B0C6-324123C28FAB}">
      <dgm:prSet/>
      <dgm:spPr/>
      <dgm:t>
        <a:bodyPr/>
        <a:lstStyle/>
        <a:p>
          <a:endParaRPr lang="en-US"/>
        </a:p>
      </dgm:t>
    </dgm:pt>
    <dgm:pt modelId="{3BBBB420-585F-47A5-B825-ABA3F7F2CB29}" type="sibTrans" cxnId="{F128FAE1-EC51-48BC-B0C6-324123C28FAB}">
      <dgm:prSet/>
      <dgm:spPr/>
      <dgm:t>
        <a:bodyPr/>
        <a:lstStyle/>
        <a:p>
          <a:endParaRPr lang="en-US"/>
        </a:p>
      </dgm:t>
    </dgm:pt>
    <dgm:pt modelId="{00393317-B9B6-47DD-B687-F1D81DB7B44E}">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VLAN with ID1</a:t>
          </a:r>
        </a:p>
      </dgm:t>
    </dgm:pt>
    <dgm:pt modelId="{DF53DDC1-E5EB-4F1D-87F8-C196AE092595}" type="parTrans" cxnId="{8218219D-8DD4-4854-B127-F265F2B2E6A4}">
      <dgm:prSet/>
      <dgm:spPr/>
      <dgm:t>
        <a:bodyPr/>
        <a:lstStyle/>
        <a:p>
          <a:endParaRPr lang="en-US"/>
        </a:p>
      </dgm:t>
    </dgm:pt>
    <dgm:pt modelId="{F91981E3-A113-4B38-8F81-E9FDAD214617}" type="sibTrans" cxnId="{8218219D-8DD4-4854-B127-F265F2B2E6A4}">
      <dgm:prSet/>
      <dgm:spPr/>
      <dgm:t>
        <a:bodyPr/>
        <a:lstStyle/>
        <a:p>
          <a:endParaRPr lang="en-US"/>
        </a:p>
      </dgm:t>
    </dgm:pt>
    <dgm:pt modelId="{DDC934BB-5F02-4656-90CB-A8BC98218169}">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Should remain unused</a:t>
          </a:r>
        </a:p>
      </dgm:t>
    </dgm:pt>
    <dgm:pt modelId="{ED1E16DA-6A0E-4A91-B04D-FF18E36C3C4C}" type="parTrans" cxnId="{BF58C658-EA3D-49C4-A53A-E0161ECDDFEC}">
      <dgm:prSet/>
      <dgm:spPr/>
      <dgm:t>
        <a:bodyPr/>
        <a:lstStyle/>
        <a:p>
          <a:endParaRPr lang="en-US"/>
        </a:p>
      </dgm:t>
    </dgm:pt>
    <dgm:pt modelId="{D543561D-CE0F-4329-B7A2-8F71E5D561F2}" type="sibTrans" cxnId="{BF58C658-EA3D-49C4-A53A-E0161ECDDFEC}">
      <dgm:prSet/>
      <dgm:spPr/>
      <dgm:t>
        <a:bodyPr/>
        <a:lstStyle/>
        <a:p>
          <a:endParaRPr lang="en-US"/>
        </a:p>
      </dgm:t>
    </dgm:pt>
    <dgm:pt modelId="{3BE10186-50AF-47C6-9760-60280A5080E6}">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Change unused ports from ID1</a:t>
          </a:r>
        </a:p>
      </dgm:t>
    </dgm:pt>
    <dgm:pt modelId="{DB5945E9-E338-4346-A474-FAE62DEE2DCD}" type="parTrans" cxnId="{BF7CF544-E607-4EC3-AECB-85231CFC5082}">
      <dgm:prSet/>
      <dgm:spPr/>
      <dgm:t>
        <a:bodyPr/>
        <a:lstStyle/>
        <a:p>
          <a:endParaRPr lang="en-US"/>
        </a:p>
      </dgm:t>
    </dgm:pt>
    <dgm:pt modelId="{D26AEA90-573E-4147-AF6A-0CADD74E857A}" type="sibTrans" cxnId="{BF7CF544-E607-4EC3-AECB-85231CFC5082}">
      <dgm:prSet/>
      <dgm:spPr/>
      <dgm:t>
        <a:bodyPr/>
        <a:lstStyle/>
        <a:p>
          <a:endParaRPr lang="en-US"/>
        </a:p>
      </dgm:t>
    </dgm:pt>
    <dgm:pt modelId="{9B85E124-D40C-4469-9539-9EFC824D3BCE}">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Prioritizes </a:t>
          </a:r>
          <a:br>
            <a:rPr lang="en-US" dirty="0">
              <a:solidFill>
                <a:srgbClr val="20282F"/>
              </a:solidFill>
            </a:rPr>
          </a:br>
          <a:r>
            <a:rPr lang="en-US" dirty="0">
              <a:solidFill>
                <a:srgbClr val="20282F"/>
              </a:solidFill>
            </a:rPr>
            <a:t>voice traffic </a:t>
          </a:r>
        </a:p>
      </dgm:t>
    </dgm:pt>
    <dgm:pt modelId="{EFC9BE0A-A919-4D05-98A6-79BB765CAFCF}" type="parTrans" cxnId="{623D6DCB-CC99-4238-8862-EB5DFB9CACE0}">
      <dgm:prSet/>
      <dgm:spPr/>
      <dgm:t>
        <a:bodyPr/>
        <a:lstStyle/>
        <a:p>
          <a:endParaRPr lang="en-US"/>
        </a:p>
      </dgm:t>
    </dgm:pt>
    <dgm:pt modelId="{477F0F08-DF49-4D75-8AA9-FDE0A5B1EAF4}" type="sibTrans" cxnId="{623D6DCB-CC99-4238-8862-EB5DFB9CACE0}">
      <dgm:prSet/>
      <dgm:spPr/>
      <dgm:t>
        <a:bodyPr/>
        <a:lstStyle/>
        <a:p>
          <a:endParaRPr lang="en-US"/>
        </a:p>
      </dgm:t>
    </dgm:pt>
    <dgm:pt modelId="{54DD60F8-C095-42AD-9B4C-6B6835D81DF3}">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Ensures voice communication quality</a:t>
          </a:r>
        </a:p>
      </dgm:t>
    </dgm:pt>
    <dgm:pt modelId="{8E928A9A-6C4A-4CE2-B50D-729D764EF562}" type="parTrans" cxnId="{DA79F9A8-CDE0-4CD0-BE88-8C1F74A1BAA7}">
      <dgm:prSet/>
      <dgm:spPr/>
      <dgm:t>
        <a:bodyPr/>
        <a:lstStyle/>
        <a:p>
          <a:endParaRPr lang="en-US"/>
        </a:p>
      </dgm:t>
    </dgm:pt>
    <dgm:pt modelId="{4A29F681-6300-46E3-9E07-EF7506B57359}" type="sibTrans" cxnId="{DA79F9A8-CDE0-4CD0-BE88-8C1F74A1BAA7}">
      <dgm:prSet/>
      <dgm:spPr/>
      <dgm:t>
        <a:bodyPr/>
        <a:lstStyle/>
        <a:p>
          <a:endParaRPr lang="en-US"/>
        </a:p>
      </dgm:t>
    </dgm:pt>
    <dgm:pt modelId="{1DD7BB5D-F7FE-420A-9CF4-0854AAB5DFAD}">
      <dgm:prSet phldrT="[Text]"/>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dirty="0">
              <a:solidFill>
                <a:srgbClr val="20282F"/>
              </a:solidFill>
            </a:rPr>
            <a:t>Match Native VLAN IDs </a:t>
          </a:r>
          <a:br>
            <a:rPr lang="en-US" dirty="0">
              <a:solidFill>
                <a:srgbClr val="20282F"/>
              </a:solidFill>
            </a:rPr>
          </a:br>
          <a:r>
            <a:rPr lang="en-US" dirty="0">
              <a:solidFill>
                <a:srgbClr val="20282F"/>
              </a:solidFill>
            </a:rPr>
            <a:t>on switches</a:t>
          </a:r>
        </a:p>
      </dgm:t>
    </dgm:pt>
    <dgm:pt modelId="{D625ABE7-7B24-4A8E-A02A-2999DFDE4DDE}" type="parTrans" cxnId="{43AC0B88-7BC7-46E7-9632-57348340EBBB}">
      <dgm:prSet/>
      <dgm:spPr/>
      <dgm:t>
        <a:bodyPr/>
        <a:lstStyle/>
        <a:p>
          <a:endParaRPr lang="en-US"/>
        </a:p>
      </dgm:t>
    </dgm:pt>
    <dgm:pt modelId="{B3EE3128-6128-4BBA-AFB3-A42A64F5475B}" type="sibTrans" cxnId="{43AC0B88-7BC7-46E7-9632-57348340EBBB}">
      <dgm:prSet/>
      <dgm:spPr/>
      <dgm:t>
        <a:bodyPr/>
        <a:lstStyle/>
        <a:p>
          <a:endParaRPr lang="en-US"/>
        </a:p>
      </dgm:t>
    </dgm:pt>
    <dgm:pt modelId="{1A33B235-2DE2-45CF-873F-F4E807B13BC6}" type="pres">
      <dgm:prSet presAssocID="{648ACA89-7DAC-4621-8E32-02E65C269ACA}" presName="Name0" presStyleCnt="0">
        <dgm:presLayoutVars>
          <dgm:dir/>
          <dgm:animLvl val="lvl"/>
          <dgm:resizeHandles val="exact"/>
        </dgm:presLayoutVars>
      </dgm:prSet>
      <dgm:spPr/>
    </dgm:pt>
    <dgm:pt modelId="{E5E50367-DD2E-4488-966F-955504D2C70E}" type="pres">
      <dgm:prSet presAssocID="{2747295F-1FC1-4487-B0AB-CE6755B2573E}" presName="composite" presStyleCnt="0"/>
      <dgm:spPr/>
    </dgm:pt>
    <dgm:pt modelId="{0D77A440-EE69-459F-A739-0134C747BBE2}" type="pres">
      <dgm:prSet presAssocID="{2747295F-1FC1-4487-B0AB-CE6755B2573E}" presName="parTx" presStyleLbl="alignNode1" presStyleIdx="0" presStyleCnt="4">
        <dgm:presLayoutVars>
          <dgm:chMax val="0"/>
          <dgm:chPref val="0"/>
          <dgm:bulletEnabled val="1"/>
        </dgm:presLayoutVars>
      </dgm:prSet>
      <dgm:spPr/>
    </dgm:pt>
    <dgm:pt modelId="{F319DE12-1A8B-4F36-B9F9-FEF7C61B2D61}" type="pres">
      <dgm:prSet presAssocID="{2747295F-1FC1-4487-B0AB-CE6755B2573E}" presName="desTx" presStyleLbl="alignAccFollowNode1" presStyleIdx="0" presStyleCnt="4">
        <dgm:presLayoutVars>
          <dgm:bulletEnabled val="1"/>
        </dgm:presLayoutVars>
      </dgm:prSet>
      <dgm:spPr/>
    </dgm:pt>
    <dgm:pt modelId="{F3C54689-49E6-4816-8880-AB68D1475CE7}" type="pres">
      <dgm:prSet presAssocID="{5751EAE5-3AE3-40C6-A0FE-AD91D53E5D36}" presName="space" presStyleCnt="0"/>
      <dgm:spPr/>
    </dgm:pt>
    <dgm:pt modelId="{4FE1A4AE-788D-412F-B877-3D3FD2D82E80}" type="pres">
      <dgm:prSet presAssocID="{FA43D3F3-F797-4954-93F6-F9E062C4183A}" presName="composite" presStyleCnt="0"/>
      <dgm:spPr/>
    </dgm:pt>
    <dgm:pt modelId="{038FB9C8-C093-4986-8F31-271D6FFA1774}" type="pres">
      <dgm:prSet presAssocID="{FA43D3F3-F797-4954-93F6-F9E062C4183A}" presName="parTx" presStyleLbl="alignNode1" presStyleIdx="1" presStyleCnt="4">
        <dgm:presLayoutVars>
          <dgm:chMax val="0"/>
          <dgm:chPref val="0"/>
          <dgm:bulletEnabled val="1"/>
        </dgm:presLayoutVars>
      </dgm:prSet>
      <dgm:spPr/>
    </dgm:pt>
    <dgm:pt modelId="{BA0C666F-AB38-42C1-A7A1-5EB3A19D6976}" type="pres">
      <dgm:prSet presAssocID="{FA43D3F3-F797-4954-93F6-F9E062C4183A}" presName="desTx" presStyleLbl="alignAccFollowNode1" presStyleIdx="1" presStyleCnt="4">
        <dgm:presLayoutVars>
          <dgm:bulletEnabled val="1"/>
        </dgm:presLayoutVars>
      </dgm:prSet>
      <dgm:spPr/>
    </dgm:pt>
    <dgm:pt modelId="{1976C1E9-CC06-4E5D-9DCD-857F81D46D1E}" type="pres">
      <dgm:prSet presAssocID="{88EDCEC8-C3BC-4DCE-9509-8F774935C3BC}" presName="space" presStyleCnt="0"/>
      <dgm:spPr/>
    </dgm:pt>
    <dgm:pt modelId="{4D52B679-1709-45CA-A2F5-87C2D7FCE2F6}" type="pres">
      <dgm:prSet presAssocID="{B0A64889-1696-455A-BBC2-6B737C7F9604}" presName="composite" presStyleCnt="0"/>
      <dgm:spPr/>
    </dgm:pt>
    <dgm:pt modelId="{6D410FDD-D007-4C2A-B0DB-0CE024ADF207}" type="pres">
      <dgm:prSet presAssocID="{B0A64889-1696-455A-BBC2-6B737C7F9604}" presName="parTx" presStyleLbl="alignNode1" presStyleIdx="2" presStyleCnt="4">
        <dgm:presLayoutVars>
          <dgm:chMax val="0"/>
          <dgm:chPref val="0"/>
          <dgm:bulletEnabled val="1"/>
        </dgm:presLayoutVars>
      </dgm:prSet>
      <dgm:spPr/>
    </dgm:pt>
    <dgm:pt modelId="{307B1A87-A3DE-45F7-BBEE-364F8C14ECD1}" type="pres">
      <dgm:prSet presAssocID="{B0A64889-1696-455A-BBC2-6B737C7F9604}" presName="desTx" presStyleLbl="alignAccFollowNode1" presStyleIdx="2" presStyleCnt="4">
        <dgm:presLayoutVars>
          <dgm:bulletEnabled val="1"/>
        </dgm:presLayoutVars>
      </dgm:prSet>
      <dgm:spPr/>
    </dgm:pt>
    <dgm:pt modelId="{4E3ED974-F9E4-4CF5-B79A-98C1A99863ED}" type="pres">
      <dgm:prSet presAssocID="{756A2C3C-2499-467C-8188-714406761D67}" presName="space" presStyleCnt="0"/>
      <dgm:spPr/>
    </dgm:pt>
    <dgm:pt modelId="{624CCDAC-B3FA-42FF-B73A-34612C6D3A3D}" type="pres">
      <dgm:prSet presAssocID="{BBDD8D0F-55EE-407A-A719-026624AE2073}" presName="composite" presStyleCnt="0"/>
      <dgm:spPr/>
    </dgm:pt>
    <dgm:pt modelId="{EA1361EB-580F-44D6-B063-9DF44A1DDEB0}" type="pres">
      <dgm:prSet presAssocID="{BBDD8D0F-55EE-407A-A719-026624AE2073}" presName="parTx" presStyleLbl="alignNode1" presStyleIdx="3" presStyleCnt="4">
        <dgm:presLayoutVars>
          <dgm:chMax val="0"/>
          <dgm:chPref val="0"/>
          <dgm:bulletEnabled val="1"/>
        </dgm:presLayoutVars>
      </dgm:prSet>
      <dgm:spPr/>
    </dgm:pt>
    <dgm:pt modelId="{DB0648EF-FC24-41AA-A6EF-0400EE51F2CF}" type="pres">
      <dgm:prSet presAssocID="{BBDD8D0F-55EE-407A-A719-026624AE2073}" presName="desTx" presStyleLbl="alignAccFollowNode1" presStyleIdx="3" presStyleCnt="4">
        <dgm:presLayoutVars>
          <dgm:bulletEnabled val="1"/>
        </dgm:presLayoutVars>
      </dgm:prSet>
      <dgm:spPr/>
    </dgm:pt>
  </dgm:ptLst>
  <dgm:cxnLst>
    <dgm:cxn modelId="{53396808-C2CF-4B76-9E1B-14F205ECF8A1}" type="presOf" srcId="{3BC2F124-AC7C-4581-A719-E82038D2CC58}" destId="{DB0648EF-FC24-41AA-A6EF-0400EE51F2CF}" srcOrd="0" destOrd="0" presId="urn:microsoft.com/office/officeart/2005/8/layout/hList1"/>
    <dgm:cxn modelId="{339EC80C-DAA3-41D6-A3E5-E8EE1F118DE1}" type="presOf" srcId="{BBDD8D0F-55EE-407A-A719-026624AE2073}" destId="{EA1361EB-580F-44D6-B063-9DF44A1DDEB0}" srcOrd="0" destOrd="0" presId="urn:microsoft.com/office/officeart/2005/8/layout/hList1"/>
    <dgm:cxn modelId="{09B5E10E-E064-45A2-8E03-36D59C5624DE}" srcId="{FA43D3F3-F797-4954-93F6-F9E062C4183A}" destId="{D41CA5BC-508B-4331-9CC1-2839DD4A4507}" srcOrd="1" destOrd="0" parTransId="{2371AB68-7204-44C5-A60D-67C9FE604763}" sibTransId="{C3D00468-BAF7-4551-B563-6084EB4D46CC}"/>
    <dgm:cxn modelId="{84D0E013-BD7C-4C03-90B3-AD3C776E667B}" type="presOf" srcId="{1DD7BB5D-F7FE-420A-9CF4-0854AAB5DFAD}" destId="{BA0C666F-AB38-42C1-A7A1-5EB3A19D6976}" srcOrd="0" destOrd="2" presId="urn:microsoft.com/office/officeart/2005/8/layout/hList1"/>
    <dgm:cxn modelId="{2911E716-435D-4C10-A330-60A4521D4009}" type="presOf" srcId="{D0CF9530-CFFC-442A-95B7-13E7254DCDE9}" destId="{307B1A87-A3DE-45F7-BBEE-364F8C14ECD1}" srcOrd="0" destOrd="0" presId="urn:microsoft.com/office/officeart/2005/8/layout/hList1"/>
    <dgm:cxn modelId="{80C08C1A-1C20-4DDC-9C1F-5A810A7679C1}" srcId="{BBDD8D0F-55EE-407A-A719-026624AE2073}" destId="{A1964622-BFB9-4FDB-97F1-3E3B81D64403}" srcOrd="1" destOrd="0" parTransId="{C6337A5C-9559-448C-B453-151389E2E74B}" sibTransId="{A289D149-DDEB-4328-9499-CC673E4FD71E}"/>
    <dgm:cxn modelId="{F937922C-22F9-478F-B791-BE617967DDA4}" type="presOf" srcId="{3BE10186-50AF-47C6-9760-60280A5080E6}" destId="{F319DE12-1A8B-4F36-B9F9-FEF7C61B2D61}" srcOrd="0" destOrd="2" presId="urn:microsoft.com/office/officeart/2005/8/layout/hList1"/>
    <dgm:cxn modelId="{DFF27930-361A-47E1-B586-62CB6EA7481E}" type="presOf" srcId="{B0A64889-1696-455A-BBC2-6B737C7F9604}" destId="{6D410FDD-D007-4C2A-B0DB-0CE024ADF207}" srcOrd="0" destOrd="0" presId="urn:microsoft.com/office/officeart/2005/8/layout/hList1"/>
    <dgm:cxn modelId="{87F39733-EF37-476A-907C-E34A34F38857}" type="presOf" srcId="{DDC934BB-5F02-4656-90CB-A8BC98218169}" destId="{F319DE12-1A8B-4F36-B9F9-FEF7C61B2D61}" srcOrd="0" destOrd="1" presId="urn:microsoft.com/office/officeart/2005/8/layout/hList1"/>
    <dgm:cxn modelId="{BF7CF544-E607-4EC3-AECB-85231CFC5082}" srcId="{2747295F-1FC1-4487-B0AB-CE6755B2573E}" destId="{3BE10186-50AF-47C6-9760-60280A5080E6}" srcOrd="2" destOrd="0" parTransId="{DB5945E9-E338-4346-A474-FAE62DEE2DCD}" sibTransId="{D26AEA90-573E-4147-AF6A-0CADD74E857A}"/>
    <dgm:cxn modelId="{FC0C896A-828F-45B9-B8E7-2AA6A333930E}" type="presOf" srcId="{ABE61D5D-AF2E-49FF-B124-5C15F552F827}" destId="{BA0C666F-AB38-42C1-A7A1-5EB3A19D6976}" srcOrd="0" destOrd="0" presId="urn:microsoft.com/office/officeart/2005/8/layout/hList1"/>
    <dgm:cxn modelId="{3DC7F84E-BD01-4C5B-A44E-4F2245E1D083}" srcId="{B0A64889-1696-455A-BBC2-6B737C7F9604}" destId="{D0CF9530-CFFC-442A-95B7-13E7254DCDE9}" srcOrd="0" destOrd="0" parTransId="{47103C92-A3E1-4FA2-A8A3-EF3010AD0A76}" sibTransId="{BBDBC8D9-9E4A-40AC-8F98-E37E78753E39}"/>
    <dgm:cxn modelId="{66D3C571-E8CA-428F-8E0D-96801E19E530}" type="presOf" srcId="{D41CA5BC-508B-4331-9CC1-2839DD4A4507}" destId="{BA0C666F-AB38-42C1-A7A1-5EB3A19D6976}" srcOrd="0" destOrd="1" presId="urn:microsoft.com/office/officeart/2005/8/layout/hList1"/>
    <dgm:cxn modelId="{007C4E56-A7AC-404C-A1FC-D6D50747813F}" type="presOf" srcId="{54DD60F8-C095-42AD-9B4C-6B6835D81DF3}" destId="{307B1A87-A3DE-45F7-BBEE-364F8C14ECD1}" srcOrd="0" destOrd="1" presId="urn:microsoft.com/office/officeart/2005/8/layout/hList1"/>
    <dgm:cxn modelId="{BF58C658-EA3D-49C4-A53A-E0161ECDDFEC}" srcId="{2747295F-1FC1-4487-B0AB-CE6755B2573E}" destId="{DDC934BB-5F02-4656-90CB-A8BC98218169}" srcOrd="1" destOrd="0" parTransId="{ED1E16DA-6A0E-4A91-B04D-FF18E36C3C4C}" sibTransId="{D543561D-CE0F-4329-B7A2-8F71E5D561F2}"/>
    <dgm:cxn modelId="{A79EB882-1C98-4507-B36E-273563B5843A}" srcId="{648ACA89-7DAC-4621-8E32-02E65C269ACA}" destId="{B0A64889-1696-455A-BBC2-6B737C7F9604}" srcOrd="2" destOrd="0" parTransId="{853C88A4-4C1F-4984-B168-A26DED761C49}" sibTransId="{756A2C3C-2499-467C-8188-714406761D67}"/>
    <dgm:cxn modelId="{A0685386-6D48-44CA-ADDC-3382358FA1B3}" srcId="{648ACA89-7DAC-4621-8E32-02E65C269ACA}" destId="{2747295F-1FC1-4487-B0AB-CE6755B2573E}" srcOrd="0" destOrd="0" parTransId="{84EA4AF0-140B-4B37-8C96-A89DF7480001}" sibTransId="{5751EAE5-3AE3-40C6-A0FE-AD91D53E5D36}"/>
    <dgm:cxn modelId="{43AC0B88-7BC7-46E7-9632-57348340EBBB}" srcId="{FA43D3F3-F797-4954-93F6-F9E062C4183A}" destId="{1DD7BB5D-F7FE-420A-9CF4-0854AAB5DFAD}" srcOrd="2" destOrd="0" parTransId="{D625ABE7-7B24-4A8E-A02A-2999DFDE4DDE}" sibTransId="{B3EE3128-6128-4BBA-AFB3-A42A64F5475B}"/>
    <dgm:cxn modelId="{6C54738E-B688-4301-9882-7C572931D25E}" srcId="{648ACA89-7DAC-4621-8E32-02E65C269ACA}" destId="{FA43D3F3-F797-4954-93F6-F9E062C4183A}" srcOrd="1" destOrd="0" parTransId="{0ED33FC9-BD72-4710-BB3A-B731AAEFD183}" sibTransId="{88EDCEC8-C3BC-4DCE-9509-8F774935C3BC}"/>
    <dgm:cxn modelId="{94E98090-DED1-4117-88F8-5B0251F96214}" srcId="{BBDD8D0F-55EE-407A-A719-026624AE2073}" destId="{3BC2F124-AC7C-4581-A719-E82038D2CC58}" srcOrd="0" destOrd="0" parTransId="{2146B9F8-BDC0-4214-8498-BC80C6118E1C}" sibTransId="{CA801DE3-BB4C-4891-BCF7-A943371AC61B}"/>
    <dgm:cxn modelId="{60840A95-07F8-4739-B170-013D3D48EC08}" type="presOf" srcId="{FA43D3F3-F797-4954-93F6-F9E062C4183A}" destId="{038FB9C8-C093-4986-8F31-271D6FFA1774}" srcOrd="0" destOrd="0" presId="urn:microsoft.com/office/officeart/2005/8/layout/hList1"/>
    <dgm:cxn modelId="{C852BA96-8FA3-4B11-A941-A333B4456173}" type="presOf" srcId="{D935EA88-DCE1-49AE-AD64-4555970F30C3}" destId="{DB0648EF-FC24-41AA-A6EF-0400EE51F2CF}" srcOrd="0" destOrd="2" presId="urn:microsoft.com/office/officeart/2005/8/layout/hList1"/>
    <dgm:cxn modelId="{8218219D-8DD4-4854-B127-F265F2B2E6A4}" srcId="{2747295F-1FC1-4487-B0AB-CE6755B2573E}" destId="{00393317-B9B6-47DD-B687-F1D81DB7B44E}" srcOrd="0" destOrd="0" parTransId="{DF53DDC1-E5EB-4F1D-87F8-C196AE092595}" sibTransId="{F91981E3-A113-4B38-8F81-E9FDAD214617}"/>
    <dgm:cxn modelId="{DA79F9A8-CDE0-4CD0-BE88-8C1F74A1BAA7}" srcId="{B0A64889-1696-455A-BBC2-6B737C7F9604}" destId="{54DD60F8-C095-42AD-9B4C-6B6835D81DF3}" srcOrd="1" destOrd="0" parTransId="{8E928A9A-6C4A-4CE2-B50D-729D764EF562}" sibTransId="{4A29F681-6300-46E3-9E07-EF7506B57359}"/>
    <dgm:cxn modelId="{107C2BAA-1CB2-4477-8582-F337CAEAA93B}" type="presOf" srcId="{00393317-B9B6-47DD-B687-F1D81DB7B44E}" destId="{F319DE12-1A8B-4F36-B9F9-FEF7C61B2D61}" srcOrd="0" destOrd="0" presId="urn:microsoft.com/office/officeart/2005/8/layout/hList1"/>
    <dgm:cxn modelId="{C0CCF6B8-8D5C-4727-818D-FD5886DBF54F}" type="presOf" srcId="{2747295F-1FC1-4487-B0AB-CE6755B2573E}" destId="{0D77A440-EE69-459F-A739-0134C747BBE2}" srcOrd="0" destOrd="0" presId="urn:microsoft.com/office/officeart/2005/8/layout/hList1"/>
    <dgm:cxn modelId="{7FFCE3C3-88C0-4C78-9CFA-06EA3EA141C9}" srcId="{648ACA89-7DAC-4621-8E32-02E65C269ACA}" destId="{BBDD8D0F-55EE-407A-A719-026624AE2073}" srcOrd="3" destOrd="0" parTransId="{B1D458D3-DFE9-4FC6-A676-A0B0E1C1AD5B}" sibTransId="{6E7155E6-78A6-4F3D-8217-095B6A0FA1DD}"/>
    <dgm:cxn modelId="{623D6DCB-CC99-4238-8862-EB5DFB9CACE0}" srcId="{B0A64889-1696-455A-BBC2-6B737C7F9604}" destId="{9B85E124-D40C-4469-9539-9EFC824D3BCE}" srcOrd="2" destOrd="0" parTransId="{EFC9BE0A-A919-4D05-98A6-79BB765CAFCF}" sibTransId="{477F0F08-DF49-4D75-8AA9-FDE0A5B1EAF4}"/>
    <dgm:cxn modelId="{ACD4BEDA-75A3-4257-BD20-C070922EAB9C}" srcId="{FA43D3F3-F797-4954-93F6-F9E062C4183A}" destId="{ABE61D5D-AF2E-49FF-B124-5C15F552F827}" srcOrd="0" destOrd="0" parTransId="{7BCE8C04-85B7-4131-8A92-8E08648D1ED0}" sibTransId="{370B4F30-B36F-4DC2-8C67-F0CAF481E7D9}"/>
    <dgm:cxn modelId="{F128FAE1-EC51-48BC-B0C6-324123C28FAB}" srcId="{BBDD8D0F-55EE-407A-A719-026624AE2073}" destId="{D935EA88-DCE1-49AE-AD64-4555970F30C3}" srcOrd="2" destOrd="0" parTransId="{4ADD7299-A7DC-48D6-8C9A-214226AA1188}" sibTransId="{3BBBB420-585F-47A5-B825-ABA3F7F2CB29}"/>
    <dgm:cxn modelId="{8F8F99F1-FAD9-4915-A580-81880B3A7C9E}" type="presOf" srcId="{9B85E124-D40C-4469-9539-9EFC824D3BCE}" destId="{307B1A87-A3DE-45F7-BBEE-364F8C14ECD1}" srcOrd="0" destOrd="2" presId="urn:microsoft.com/office/officeart/2005/8/layout/hList1"/>
    <dgm:cxn modelId="{E79A87F8-1428-46B5-9AE8-AE8441FD5675}" type="presOf" srcId="{A1964622-BFB9-4FDB-97F1-3E3B81D64403}" destId="{DB0648EF-FC24-41AA-A6EF-0400EE51F2CF}" srcOrd="0" destOrd="1" presId="urn:microsoft.com/office/officeart/2005/8/layout/hList1"/>
    <dgm:cxn modelId="{2AE991F9-C47C-4CB1-9A38-917AA4D4A273}" type="presOf" srcId="{648ACA89-7DAC-4621-8E32-02E65C269ACA}" destId="{1A33B235-2DE2-45CF-873F-F4E807B13BC6}" srcOrd="0" destOrd="0" presId="urn:microsoft.com/office/officeart/2005/8/layout/hList1"/>
    <dgm:cxn modelId="{5BE9824A-128E-4740-B3E9-B965C2C377CA}" type="presParOf" srcId="{1A33B235-2DE2-45CF-873F-F4E807B13BC6}" destId="{E5E50367-DD2E-4488-966F-955504D2C70E}" srcOrd="0" destOrd="0" presId="urn:microsoft.com/office/officeart/2005/8/layout/hList1"/>
    <dgm:cxn modelId="{B790AB12-C713-4750-BE95-B88D77009429}" type="presParOf" srcId="{E5E50367-DD2E-4488-966F-955504D2C70E}" destId="{0D77A440-EE69-459F-A739-0134C747BBE2}" srcOrd="0" destOrd="0" presId="urn:microsoft.com/office/officeart/2005/8/layout/hList1"/>
    <dgm:cxn modelId="{C411E643-7CC6-43B6-8BC8-76ECB91D440B}" type="presParOf" srcId="{E5E50367-DD2E-4488-966F-955504D2C70E}" destId="{F319DE12-1A8B-4F36-B9F9-FEF7C61B2D61}" srcOrd="1" destOrd="0" presId="urn:microsoft.com/office/officeart/2005/8/layout/hList1"/>
    <dgm:cxn modelId="{41D9DA13-BC64-4674-8533-EB6A291C01EF}" type="presParOf" srcId="{1A33B235-2DE2-45CF-873F-F4E807B13BC6}" destId="{F3C54689-49E6-4816-8880-AB68D1475CE7}" srcOrd="1" destOrd="0" presId="urn:microsoft.com/office/officeart/2005/8/layout/hList1"/>
    <dgm:cxn modelId="{7938B243-4066-43D2-9696-239DA002905E}" type="presParOf" srcId="{1A33B235-2DE2-45CF-873F-F4E807B13BC6}" destId="{4FE1A4AE-788D-412F-B877-3D3FD2D82E80}" srcOrd="2" destOrd="0" presId="urn:microsoft.com/office/officeart/2005/8/layout/hList1"/>
    <dgm:cxn modelId="{7DA1B126-D509-4EEA-AD69-FEEEFC0C7CC6}" type="presParOf" srcId="{4FE1A4AE-788D-412F-B877-3D3FD2D82E80}" destId="{038FB9C8-C093-4986-8F31-271D6FFA1774}" srcOrd="0" destOrd="0" presId="urn:microsoft.com/office/officeart/2005/8/layout/hList1"/>
    <dgm:cxn modelId="{EC3B5494-4272-4FB4-9870-BA9786422C18}" type="presParOf" srcId="{4FE1A4AE-788D-412F-B877-3D3FD2D82E80}" destId="{BA0C666F-AB38-42C1-A7A1-5EB3A19D6976}" srcOrd="1" destOrd="0" presId="urn:microsoft.com/office/officeart/2005/8/layout/hList1"/>
    <dgm:cxn modelId="{03BD1360-764C-4688-A7A9-DA4970566B2C}" type="presParOf" srcId="{1A33B235-2DE2-45CF-873F-F4E807B13BC6}" destId="{1976C1E9-CC06-4E5D-9DCD-857F81D46D1E}" srcOrd="3" destOrd="0" presId="urn:microsoft.com/office/officeart/2005/8/layout/hList1"/>
    <dgm:cxn modelId="{81340792-E44D-4087-930A-EC0F7FDC2A5C}" type="presParOf" srcId="{1A33B235-2DE2-45CF-873F-F4E807B13BC6}" destId="{4D52B679-1709-45CA-A2F5-87C2D7FCE2F6}" srcOrd="4" destOrd="0" presId="urn:microsoft.com/office/officeart/2005/8/layout/hList1"/>
    <dgm:cxn modelId="{A42442A7-DD3E-4C38-B3F5-740EA975E5AB}" type="presParOf" srcId="{4D52B679-1709-45CA-A2F5-87C2D7FCE2F6}" destId="{6D410FDD-D007-4C2A-B0DB-0CE024ADF207}" srcOrd="0" destOrd="0" presId="urn:microsoft.com/office/officeart/2005/8/layout/hList1"/>
    <dgm:cxn modelId="{BDA50EE3-3E75-4CEB-9F2F-22682F96D275}" type="presParOf" srcId="{4D52B679-1709-45CA-A2F5-87C2D7FCE2F6}" destId="{307B1A87-A3DE-45F7-BBEE-364F8C14ECD1}" srcOrd="1" destOrd="0" presId="urn:microsoft.com/office/officeart/2005/8/layout/hList1"/>
    <dgm:cxn modelId="{2DD24F95-9D13-48A6-87C0-224D55C522CA}" type="presParOf" srcId="{1A33B235-2DE2-45CF-873F-F4E807B13BC6}" destId="{4E3ED974-F9E4-4CF5-B79A-98C1A99863ED}" srcOrd="5" destOrd="0" presId="urn:microsoft.com/office/officeart/2005/8/layout/hList1"/>
    <dgm:cxn modelId="{B9093185-0962-4044-A40D-F18180044ADD}" type="presParOf" srcId="{1A33B235-2DE2-45CF-873F-F4E807B13BC6}" destId="{624CCDAC-B3FA-42FF-B73A-34612C6D3A3D}" srcOrd="6" destOrd="0" presId="urn:microsoft.com/office/officeart/2005/8/layout/hList1"/>
    <dgm:cxn modelId="{2F8CBC81-5300-4D91-A053-2065F0B5707F}" type="presParOf" srcId="{624CCDAC-B3FA-42FF-B73A-34612C6D3A3D}" destId="{EA1361EB-580F-44D6-B063-9DF44A1DDEB0}" srcOrd="0" destOrd="0" presId="urn:microsoft.com/office/officeart/2005/8/layout/hList1"/>
    <dgm:cxn modelId="{888C7625-BDDA-4198-A6A7-9F20DE76EB56}" type="presParOf" srcId="{624CCDAC-B3FA-42FF-B73A-34612C6D3A3D}" destId="{DB0648EF-FC24-41AA-A6EF-0400EE51F2C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7A7259C-8BD3-4075-BB26-41035894D41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B85C8E53-2764-463F-8B67-39F1FC9DE884}">
      <dgm:prSet phldrT="[Text]"/>
      <dgm:spPr/>
      <dgm:t>
        <a:bodyPr/>
        <a:lstStyle/>
        <a:p>
          <a:r>
            <a:rPr lang="en-US" dirty="0"/>
            <a:t>Each device in a VLAN is assigned a unique VLAN ID. </a:t>
          </a:r>
        </a:p>
      </dgm:t>
    </dgm:pt>
    <dgm:pt modelId="{5B68D794-13F0-4BB5-8BD9-CDFB70558FE6}" type="parTrans" cxnId="{7422FE20-4A3F-4541-A33B-D94D67F6CECF}">
      <dgm:prSet/>
      <dgm:spPr/>
      <dgm:t>
        <a:bodyPr/>
        <a:lstStyle/>
        <a:p>
          <a:endParaRPr lang="en-US"/>
        </a:p>
      </dgm:t>
    </dgm:pt>
    <dgm:pt modelId="{81BEA900-7FF4-4EC5-A939-B5A103442242}" type="sibTrans" cxnId="{7422FE20-4A3F-4541-A33B-D94D67F6CECF}">
      <dgm:prSet/>
      <dgm:spPr/>
      <dgm:t>
        <a:bodyPr/>
        <a:lstStyle/>
        <a:p>
          <a:endParaRPr lang="en-US"/>
        </a:p>
      </dgm:t>
    </dgm:pt>
    <dgm:pt modelId="{650CFCA9-4CAA-4FAE-B27E-99B6D32CC314}">
      <dgm:prSet phldrT="[Text]"/>
      <dgm:spPr/>
      <dgm:t>
        <a:bodyPr/>
        <a:lstStyle/>
        <a:p>
          <a:r>
            <a:rPr lang="en-US" dirty="0"/>
            <a:t>Untagged ports are set to receive data without a VLAN identifier. </a:t>
          </a:r>
        </a:p>
      </dgm:t>
    </dgm:pt>
    <dgm:pt modelId="{470DAE6B-CC68-429C-AFE7-6B3D3E69FC34}" type="parTrans" cxnId="{CBAD1376-9B56-457C-AC51-EB6221A83099}">
      <dgm:prSet/>
      <dgm:spPr/>
      <dgm:t>
        <a:bodyPr/>
        <a:lstStyle/>
        <a:p>
          <a:endParaRPr lang="en-US"/>
        </a:p>
      </dgm:t>
    </dgm:pt>
    <dgm:pt modelId="{FD06BC96-8BA1-4F5A-B24C-4173DBD68668}" type="sibTrans" cxnId="{CBAD1376-9B56-457C-AC51-EB6221A83099}">
      <dgm:prSet/>
      <dgm:spPr/>
      <dgm:t>
        <a:bodyPr/>
        <a:lstStyle/>
        <a:p>
          <a:endParaRPr lang="en-US"/>
        </a:p>
      </dgm:t>
    </dgm:pt>
    <dgm:pt modelId="{CBA4B868-0B0C-450F-8A12-431D7E2C9085}">
      <dgm:prSet phldrT="[Text]"/>
      <dgm:spPr/>
      <dgm:t>
        <a:bodyPr/>
        <a:lstStyle/>
        <a:p>
          <a:r>
            <a:rPr lang="en-US" dirty="0"/>
            <a:t>A Native VLAN receives all untagged frames.</a:t>
          </a:r>
        </a:p>
      </dgm:t>
    </dgm:pt>
    <dgm:pt modelId="{3FE50FBC-B39E-41D1-BA18-B26D9C9A8065}" type="parTrans" cxnId="{ECC9D679-9430-4E0E-89A5-675B9B0DF1BC}">
      <dgm:prSet/>
      <dgm:spPr/>
      <dgm:t>
        <a:bodyPr/>
        <a:lstStyle/>
        <a:p>
          <a:endParaRPr lang="en-US"/>
        </a:p>
      </dgm:t>
    </dgm:pt>
    <dgm:pt modelId="{19F40827-2F87-4F08-BFBC-89B8A8424202}" type="sibTrans" cxnId="{ECC9D679-9430-4E0E-89A5-675B9B0DF1BC}">
      <dgm:prSet/>
      <dgm:spPr/>
      <dgm:t>
        <a:bodyPr/>
        <a:lstStyle/>
        <a:p>
          <a:endParaRPr lang="en-US"/>
        </a:p>
      </dgm:t>
    </dgm:pt>
    <dgm:pt modelId="{E7DCE914-71BB-4072-AD4E-DA53B7987847}" type="pres">
      <dgm:prSet presAssocID="{07A7259C-8BD3-4075-BB26-41035894D41B}" presName="diagram" presStyleCnt="0">
        <dgm:presLayoutVars>
          <dgm:dir/>
          <dgm:resizeHandles val="exact"/>
        </dgm:presLayoutVars>
      </dgm:prSet>
      <dgm:spPr/>
    </dgm:pt>
    <dgm:pt modelId="{4FE0D33D-18DB-4C7E-8486-F31C631A8273}" type="pres">
      <dgm:prSet presAssocID="{B85C8E53-2764-463F-8B67-39F1FC9DE884}" presName="node" presStyleLbl="node1" presStyleIdx="0" presStyleCnt="3">
        <dgm:presLayoutVars>
          <dgm:bulletEnabled val="1"/>
        </dgm:presLayoutVars>
      </dgm:prSet>
      <dgm:spPr/>
    </dgm:pt>
    <dgm:pt modelId="{4B7C073C-911F-448C-AF87-FE7907F2E0B9}" type="pres">
      <dgm:prSet presAssocID="{81BEA900-7FF4-4EC5-A939-B5A103442242}" presName="sibTrans" presStyleCnt="0"/>
      <dgm:spPr/>
    </dgm:pt>
    <dgm:pt modelId="{7790C407-6403-4690-BFCE-992077051973}" type="pres">
      <dgm:prSet presAssocID="{650CFCA9-4CAA-4FAE-B27E-99B6D32CC314}" presName="node" presStyleLbl="node1" presStyleIdx="1" presStyleCnt="3">
        <dgm:presLayoutVars>
          <dgm:bulletEnabled val="1"/>
        </dgm:presLayoutVars>
      </dgm:prSet>
      <dgm:spPr/>
    </dgm:pt>
    <dgm:pt modelId="{61DC42AC-90C1-4E92-A81E-782C08A95643}" type="pres">
      <dgm:prSet presAssocID="{FD06BC96-8BA1-4F5A-B24C-4173DBD68668}" presName="sibTrans" presStyleCnt="0"/>
      <dgm:spPr/>
    </dgm:pt>
    <dgm:pt modelId="{B877F085-54A6-4552-A151-C738EB74ACC4}" type="pres">
      <dgm:prSet presAssocID="{CBA4B868-0B0C-450F-8A12-431D7E2C9085}" presName="node" presStyleLbl="node1" presStyleIdx="2" presStyleCnt="3">
        <dgm:presLayoutVars>
          <dgm:bulletEnabled val="1"/>
        </dgm:presLayoutVars>
      </dgm:prSet>
      <dgm:spPr/>
    </dgm:pt>
  </dgm:ptLst>
  <dgm:cxnLst>
    <dgm:cxn modelId="{09835A1F-6E06-46B4-9520-DD6D617E16A5}" type="presOf" srcId="{B85C8E53-2764-463F-8B67-39F1FC9DE884}" destId="{4FE0D33D-18DB-4C7E-8486-F31C631A8273}" srcOrd="0" destOrd="0" presId="urn:microsoft.com/office/officeart/2005/8/layout/default"/>
    <dgm:cxn modelId="{7422FE20-4A3F-4541-A33B-D94D67F6CECF}" srcId="{07A7259C-8BD3-4075-BB26-41035894D41B}" destId="{B85C8E53-2764-463F-8B67-39F1FC9DE884}" srcOrd="0" destOrd="0" parTransId="{5B68D794-13F0-4BB5-8BD9-CDFB70558FE6}" sibTransId="{81BEA900-7FF4-4EC5-A939-B5A103442242}"/>
    <dgm:cxn modelId="{FF081638-E36F-415B-8B31-D34BAB72E1A3}" type="presOf" srcId="{650CFCA9-4CAA-4FAE-B27E-99B6D32CC314}" destId="{7790C407-6403-4690-BFCE-992077051973}" srcOrd="0" destOrd="0" presId="urn:microsoft.com/office/officeart/2005/8/layout/default"/>
    <dgm:cxn modelId="{CBAD1376-9B56-457C-AC51-EB6221A83099}" srcId="{07A7259C-8BD3-4075-BB26-41035894D41B}" destId="{650CFCA9-4CAA-4FAE-B27E-99B6D32CC314}" srcOrd="1" destOrd="0" parTransId="{470DAE6B-CC68-429C-AFE7-6B3D3E69FC34}" sibTransId="{FD06BC96-8BA1-4F5A-B24C-4173DBD68668}"/>
    <dgm:cxn modelId="{ECC9D679-9430-4E0E-89A5-675B9B0DF1BC}" srcId="{07A7259C-8BD3-4075-BB26-41035894D41B}" destId="{CBA4B868-0B0C-450F-8A12-431D7E2C9085}" srcOrd="2" destOrd="0" parTransId="{3FE50FBC-B39E-41D1-BA18-B26D9C9A8065}" sibTransId="{19F40827-2F87-4F08-BFBC-89B8A8424202}"/>
    <dgm:cxn modelId="{BCF5C88B-A8D8-47E5-A30F-5916CF799AC6}" type="presOf" srcId="{CBA4B868-0B0C-450F-8A12-431D7E2C9085}" destId="{B877F085-54A6-4552-A151-C738EB74ACC4}" srcOrd="0" destOrd="0" presId="urn:microsoft.com/office/officeart/2005/8/layout/default"/>
    <dgm:cxn modelId="{927D00C7-ADE2-42D8-8FB0-2D96EDAEB007}" type="presOf" srcId="{07A7259C-8BD3-4075-BB26-41035894D41B}" destId="{E7DCE914-71BB-4072-AD4E-DA53B7987847}" srcOrd="0" destOrd="0" presId="urn:microsoft.com/office/officeart/2005/8/layout/default"/>
    <dgm:cxn modelId="{C7AB79B6-8E41-408C-8F35-230E598EF377}" type="presParOf" srcId="{E7DCE914-71BB-4072-AD4E-DA53B7987847}" destId="{4FE0D33D-18DB-4C7E-8486-F31C631A8273}" srcOrd="0" destOrd="0" presId="urn:microsoft.com/office/officeart/2005/8/layout/default"/>
    <dgm:cxn modelId="{67F42993-F7FF-41A4-996D-F87C9B0E9CB6}" type="presParOf" srcId="{E7DCE914-71BB-4072-AD4E-DA53B7987847}" destId="{4B7C073C-911F-448C-AF87-FE7907F2E0B9}" srcOrd="1" destOrd="0" presId="urn:microsoft.com/office/officeart/2005/8/layout/default"/>
    <dgm:cxn modelId="{0C475862-1E45-4FFD-89AA-27AFBEB08FD0}" type="presParOf" srcId="{E7DCE914-71BB-4072-AD4E-DA53B7987847}" destId="{7790C407-6403-4690-BFCE-992077051973}" srcOrd="2" destOrd="0" presId="urn:microsoft.com/office/officeart/2005/8/layout/default"/>
    <dgm:cxn modelId="{7FAE65A9-CC3A-460C-9863-2BF93C046C02}" type="presParOf" srcId="{E7DCE914-71BB-4072-AD4E-DA53B7987847}" destId="{61DC42AC-90C1-4E92-A81E-782C08A95643}" srcOrd="3" destOrd="0" presId="urn:microsoft.com/office/officeart/2005/8/layout/default"/>
    <dgm:cxn modelId="{B457C38E-24F6-42CC-82D6-E38C33A6A41D}" type="presParOf" srcId="{E7DCE914-71BB-4072-AD4E-DA53B7987847}" destId="{B877F085-54A6-4552-A151-C738EB74ACC4}" srcOrd="4"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27A24A9-0B14-46E4-93E1-F87A01914825}" type="doc">
      <dgm:prSet loTypeId="urn:microsoft.com/office/officeart/2005/8/layout/process1" loCatId="process" qsTypeId="urn:microsoft.com/office/officeart/2005/8/quickstyle/simple1" qsCatId="simple" csTypeId="urn:microsoft.com/office/officeart/2005/8/colors/accent1_2" csCatId="accent1" phldr="1"/>
      <dgm:spPr/>
    </dgm:pt>
    <dgm:pt modelId="{4B6BBD26-BAC9-4DA1-82AC-7684C2DFF6B8}">
      <dgm:prSet phldrT="[Text]"/>
      <dgm:spPr>
        <a:solidFill>
          <a:srgbClr val="004F71"/>
        </a:solidFill>
      </dgm:spPr>
      <dgm:t>
        <a:bodyPr/>
        <a:lstStyle/>
        <a:p>
          <a:r>
            <a:rPr lang="en-US" dirty="0"/>
            <a:t>Verify connectivity </a:t>
          </a:r>
        </a:p>
      </dgm:t>
    </dgm:pt>
    <dgm:pt modelId="{819FA4D4-9373-48A5-A16A-7C5B059E0530}" type="parTrans" cxnId="{33A9BC45-8476-4829-A1B1-8C4D3B624843}">
      <dgm:prSet/>
      <dgm:spPr/>
      <dgm:t>
        <a:bodyPr/>
        <a:lstStyle/>
        <a:p>
          <a:endParaRPr lang="en-US"/>
        </a:p>
      </dgm:t>
    </dgm:pt>
    <dgm:pt modelId="{5AE10018-33BA-4D7C-BEFF-E60A46E86E88}" type="sibTrans" cxnId="{33A9BC45-8476-4829-A1B1-8C4D3B624843}">
      <dgm:prSet/>
      <dgm:spPr/>
      <dgm:t>
        <a:bodyPr/>
        <a:lstStyle/>
        <a:p>
          <a:endParaRPr lang="en-US" dirty="0"/>
        </a:p>
      </dgm:t>
    </dgm:pt>
    <dgm:pt modelId="{33C6295E-46BD-485D-8358-331707F72047}">
      <dgm:prSet phldrT="[Text]"/>
      <dgm:spPr>
        <a:solidFill>
          <a:srgbClr val="004F71"/>
        </a:solidFill>
      </dgm:spPr>
      <dgm:t>
        <a:bodyPr/>
        <a:lstStyle/>
        <a:p>
          <a:r>
            <a:rPr lang="en-US" dirty="0"/>
            <a:t>Review routing table entries </a:t>
          </a:r>
        </a:p>
      </dgm:t>
    </dgm:pt>
    <dgm:pt modelId="{B949D353-8B16-4478-8FF9-ABED98342EEC}" type="parTrans" cxnId="{09197405-DEF5-416D-8A74-1A33D266F825}">
      <dgm:prSet/>
      <dgm:spPr/>
      <dgm:t>
        <a:bodyPr/>
        <a:lstStyle/>
        <a:p>
          <a:endParaRPr lang="en-US"/>
        </a:p>
      </dgm:t>
    </dgm:pt>
    <dgm:pt modelId="{DA79C48A-AB61-40BA-8D47-9C076DAA946B}" type="sibTrans" cxnId="{09197405-DEF5-416D-8A74-1A33D266F825}">
      <dgm:prSet/>
      <dgm:spPr/>
      <dgm:t>
        <a:bodyPr/>
        <a:lstStyle/>
        <a:p>
          <a:endParaRPr lang="en-US" dirty="0"/>
        </a:p>
      </dgm:t>
    </dgm:pt>
    <dgm:pt modelId="{4C24056B-C649-4B89-B341-34560CDB1EDA}">
      <dgm:prSet phldrT="[Text]"/>
      <dgm:spPr>
        <a:solidFill>
          <a:srgbClr val="004F71"/>
        </a:solidFill>
      </dgm:spPr>
      <dgm:t>
        <a:bodyPr/>
        <a:lstStyle/>
        <a:p>
          <a:r>
            <a:rPr lang="en-US" dirty="0"/>
            <a:t>Check subnet masks </a:t>
          </a:r>
        </a:p>
      </dgm:t>
    </dgm:pt>
    <dgm:pt modelId="{4D36182F-4EA6-4D5F-BE26-B6FFC5BE688A}" type="parTrans" cxnId="{FC0D0011-DC20-438E-BC77-01342CD38B73}">
      <dgm:prSet/>
      <dgm:spPr/>
      <dgm:t>
        <a:bodyPr/>
        <a:lstStyle/>
        <a:p>
          <a:endParaRPr lang="en-US"/>
        </a:p>
      </dgm:t>
    </dgm:pt>
    <dgm:pt modelId="{4F232783-6D4D-496A-9B9C-C55559912C14}" type="sibTrans" cxnId="{FC0D0011-DC20-438E-BC77-01342CD38B73}">
      <dgm:prSet/>
      <dgm:spPr/>
      <dgm:t>
        <a:bodyPr/>
        <a:lstStyle/>
        <a:p>
          <a:endParaRPr lang="en-US" dirty="0"/>
        </a:p>
      </dgm:t>
    </dgm:pt>
    <dgm:pt modelId="{6C637011-BEED-4B49-9390-C9B71A610450}">
      <dgm:prSet phldrT="[Text]"/>
      <dgm:spPr>
        <a:solidFill>
          <a:srgbClr val="004F71"/>
        </a:solidFill>
      </dgm:spPr>
      <dgm:t>
        <a:bodyPr/>
        <a:lstStyle/>
        <a:p>
          <a:r>
            <a:rPr lang="en-US" dirty="0"/>
            <a:t>Examine static and dynamic routes</a:t>
          </a:r>
        </a:p>
      </dgm:t>
    </dgm:pt>
    <dgm:pt modelId="{B0365529-735B-4B63-94DB-FCC48496CC02}" type="parTrans" cxnId="{CFBE9539-ED98-45C5-BC58-DB67308709FA}">
      <dgm:prSet/>
      <dgm:spPr/>
      <dgm:t>
        <a:bodyPr/>
        <a:lstStyle/>
        <a:p>
          <a:endParaRPr lang="en-US"/>
        </a:p>
      </dgm:t>
    </dgm:pt>
    <dgm:pt modelId="{312E5EC2-3988-4469-9F37-D48FA30FE8E9}" type="sibTrans" cxnId="{CFBE9539-ED98-45C5-BC58-DB67308709FA}">
      <dgm:prSet/>
      <dgm:spPr/>
      <dgm:t>
        <a:bodyPr/>
        <a:lstStyle/>
        <a:p>
          <a:endParaRPr lang="en-US" dirty="0"/>
        </a:p>
      </dgm:t>
    </dgm:pt>
    <dgm:pt modelId="{77D5DB31-901A-4369-A217-400F71440D48}">
      <dgm:prSet phldrT="[Text]"/>
      <dgm:spPr>
        <a:solidFill>
          <a:srgbClr val="004F71"/>
        </a:solidFill>
      </dgm:spPr>
      <dgm:t>
        <a:bodyPr/>
        <a:lstStyle/>
        <a:p>
          <a:r>
            <a:rPr lang="en-US" dirty="0"/>
            <a:t>Use traceroute</a:t>
          </a:r>
        </a:p>
      </dgm:t>
    </dgm:pt>
    <dgm:pt modelId="{841C18E1-A291-46D2-8596-9D8DDA7384B1}" type="parTrans" cxnId="{8963776F-F658-4340-BE5F-F36E742E2B51}">
      <dgm:prSet/>
      <dgm:spPr/>
      <dgm:t>
        <a:bodyPr/>
        <a:lstStyle/>
        <a:p>
          <a:endParaRPr lang="en-US"/>
        </a:p>
      </dgm:t>
    </dgm:pt>
    <dgm:pt modelId="{504101AF-0F74-438A-A4BC-5F8C883E67A0}" type="sibTrans" cxnId="{8963776F-F658-4340-BE5F-F36E742E2B51}">
      <dgm:prSet/>
      <dgm:spPr/>
      <dgm:t>
        <a:bodyPr/>
        <a:lstStyle/>
        <a:p>
          <a:endParaRPr lang="en-US"/>
        </a:p>
      </dgm:t>
    </dgm:pt>
    <dgm:pt modelId="{BF84AB22-70AC-4DD4-ADB9-A29AE9FAC204}" type="pres">
      <dgm:prSet presAssocID="{A27A24A9-0B14-46E4-93E1-F87A01914825}" presName="Name0" presStyleCnt="0">
        <dgm:presLayoutVars>
          <dgm:dir/>
          <dgm:resizeHandles val="exact"/>
        </dgm:presLayoutVars>
      </dgm:prSet>
      <dgm:spPr/>
    </dgm:pt>
    <dgm:pt modelId="{4935846B-A2E6-4CE9-ACB2-66871AE2140F}" type="pres">
      <dgm:prSet presAssocID="{4B6BBD26-BAC9-4DA1-82AC-7684C2DFF6B8}" presName="node" presStyleLbl="node1" presStyleIdx="0" presStyleCnt="5">
        <dgm:presLayoutVars>
          <dgm:bulletEnabled val="1"/>
        </dgm:presLayoutVars>
      </dgm:prSet>
      <dgm:spPr/>
    </dgm:pt>
    <dgm:pt modelId="{98071E0F-8721-4445-A68E-C90DC9776863}" type="pres">
      <dgm:prSet presAssocID="{5AE10018-33BA-4D7C-BEFF-E60A46E86E88}" presName="sibTrans" presStyleLbl="sibTrans2D1" presStyleIdx="0" presStyleCnt="4"/>
      <dgm:spPr/>
    </dgm:pt>
    <dgm:pt modelId="{A61E08DE-D1B8-467B-8751-2E18191CB697}" type="pres">
      <dgm:prSet presAssocID="{5AE10018-33BA-4D7C-BEFF-E60A46E86E88}" presName="connectorText" presStyleLbl="sibTrans2D1" presStyleIdx="0" presStyleCnt="4"/>
      <dgm:spPr/>
    </dgm:pt>
    <dgm:pt modelId="{77B48A97-A092-4127-9D39-E406007245A8}" type="pres">
      <dgm:prSet presAssocID="{33C6295E-46BD-485D-8358-331707F72047}" presName="node" presStyleLbl="node1" presStyleIdx="1" presStyleCnt="5">
        <dgm:presLayoutVars>
          <dgm:bulletEnabled val="1"/>
        </dgm:presLayoutVars>
      </dgm:prSet>
      <dgm:spPr/>
    </dgm:pt>
    <dgm:pt modelId="{443F1666-B5C1-4527-A3E6-030F615523F5}" type="pres">
      <dgm:prSet presAssocID="{DA79C48A-AB61-40BA-8D47-9C076DAA946B}" presName="sibTrans" presStyleLbl="sibTrans2D1" presStyleIdx="1" presStyleCnt="4"/>
      <dgm:spPr/>
    </dgm:pt>
    <dgm:pt modelId="{4D3448C0-048D-446E-80AC-69848A09757A}" type="pres">
      <dgm:prSet presAssocID="{DA79C48A-AB61-40BA-8D47-9C076DAA946B}" presName="connectorText" presStyleLbl="sibTrans2D1" presStyleIdx="1" presStyleCnt="4"/>
      <dgm:spPr/>
    </dgm:pt>
    <dgm:pt modelId="{0211407B-9D8F-40E5-A650-1298F92564DB}" type="pres">
      <dgm:prSet presAssocID="{4C24056B-C649-4B89-B341-34560CDB1EDA}" presName="node" presStyleLbl="node1" presStyleIdx="2" presStyleCnt="5">
        <dgm:presLayoutVars>
          <dgm:bulletEnabled val="1"/>
        </dgm:presLayoutVars>
      </dgm:prSet>
      <dgm:spPr/>
    </dgm:pt>
    <dgm:pt modelId="{3E0D6DF9-2EFD-4E4F-9E4C-C254F16E9798}" type="pres">
      <dgm:prSet presAssocID="{4F232783-6D4D-496A-9B9C-C55559912C14}" presName="sibTrans" presStyleLbl="sibTrans2D1" presStyleIdx="2" presStyleCnt="4"/>
      <dgm:spPr/>
    </dgm:pt>
    <dgm:pt modelId="{A545EAF1-4B0C-4275-B75E-82EFA3860503}" type="pres">
      <dgm:prSet presAssocID="{4F232783-6D4D-496A-9B9C-C55559912C14}" presName="connectorText" presStyleLbl="sibTrans2D1" presStyleIdx="2" presStyleCnt="4"/>
      <dgm:spPr/>
    </dgm:pt>
    <dgm:pt modelId="{65966280-E80A-4353-B2B9-7E0E83058007}" type="pres">
      <dgm:prSet presAssocID="{6C637011-BEED-4B49-9390-C9B71A610450}" presName="node" presStyleLbl="node1" presStyleIdx="3" presStyleCnt="5">
        <dgm:presLayoutVars>
          <dgm:bulletEnabled val="1"/>
        </dgm:presLayoutVars>
      </dgm:prSet>
      <dgm:spPr/>
    </dgm:pt>
    <dgm:pt modelId="{096FCBA7-74BD-4D5A-BB61-7F4FC56F0D9B}" type="pres">
      <dgm:prSet presAssocID="{312E5EC2-3988-4469-9F37-D48FA30FE8E9}" presName="sibTrans" presStyleLbl="sibTrans2D1" presStyleIdx="3" presStyleCnt="4"/>
      <dgm:spPr/>
    </dgm:pt>
    <dgm:pt modelId="{07F5EC36-8344-44E1-B778-F2C8DBB9B6B5}" type="pres">
      <dgm:prSet presAssocID="{312E5EC2-3988-4469-9F37-D48FA30FE8E9}" presName="connectorText" presStyleLbl="sibTrans2D1" presStyleIdx="3" presStyleCnt="4"/>
      <dgm:spPr/>
    </dgm:pt>
    <dgm:pt modelId="{AFFA87AC-CACB-4620-8CA1-25BF97A93CF1}" type="pres">
      <dgm:prSet presAssocID="{77D5DB31-901A-4369-A217-400F71440D48}" presName="node" presStyleLbl="node1" presStyleIdx="4" presStyleCnt="5">
        <dgm:presLayoutVars>
          <dgm:bulletEnabled val="1"/>
        </dgm:presLayoutVars>
      </dgm:prSet>
      <dgm:spPr/>
    </dgm:pt>
  </dgm:ptLst>
  <dgm:cxnLst>
    <dgm:cxn modelId="{09197405-DEF5-416D-8A74-1A33D266F825}" srcId="{A27A24A9-0B14-46E4-93E1-F87A01914825}" destId="{33C6295E-46BD-485D-8358-331707F72047}" srcOrd="1" destOrd="0" parTransId="{B949D353-8B16-4478-8FF9-ABED98342EEC}" sibTransId="{DA79C48A-AB61-40BA-8D47-9C076DAA946B}"/>
    <dgm:cxn modelId="{F0FA7C08-EABD-4DA4-8ABD-BAC77A730A6E}" type="presOf" srcId="{DA79C48A-AB61-40BA-8D47-9C076DAA946B}" destId="{4D3448C0-048D-446E-80AC-69848A09757A}" srcOrd="1" destOrd="0" presId="urn:microsoft.com/office/officeart/2005/8/layout/process1"/>
    <dgm:cxn modelId="{FC0D0011-DC20-438E-BC77-01342CD38B73}" srcId="{A27A24A9-0B14-46E4-93E1-F87A01914825}" destId="{4C24056B-C649-4B89-B341-34560CDB1EDA}" srcOrd="2" destOrd="0" parTransId="{4D36182F-4EA6-4D5F-BE26-B6FFC5BE688A}" sibTransId="{4F232783-6D4D-496A-9B9C-C55559912C14}"/>
    <dgm:cxn modelId="{6D85E416-6803-4F1D-BA49-9157BDB1676F}" type="presOf" srcId="{4C24056B-C649-4B89-B341-34560CDB1EDA}" destId="{0211407B-9D8F-40E5-A650-1298F92564DB}" srcOrd="0" destOrd="0" presId="urn:microsoft.com/office/officeart/2005/8/layout/process1"/>
    <dgm:cxn modelId="{AE1AA925-91C3-44AD-A7AE-ACDD3C81ABFD}" type="presOf" srcId="{33C6295E-46BD-485D-8358-331707F72047}" destId="{77B48A97-A092-4127-9D39-E406007245A8}" srcOrd="0" destOrd="0" presId="urn:microsoft.com/office/officeart/2005/8/layout/process1"/>
    <dgm:cxn modelId="{15321A2A-25AE-4BE5-A402-523A2F36F682}" type="presOf" srcId="{6C637011-BEED-4B49-9390-C9B71A610450}" destId="{65966280-E80A-4353-B2B9-7E0E83058007}" srcOrd="0" destOrd="0" presId="urn:microsoft.com/office/officeart/2005/8/layout/process1"/>
    <dgm:cxn modelId="{9E056635-17CF-4142-B5AA-303F70069557}" type="presOf" srcId="{77D5DB31-901A-4369-A217-400F71440D48}" destId="{AFFA87AC-CACB-4620-8CA1-25BF97A93CF1}" srcOrd="0" destOrd="0" presId="urn:microsoft.com/office/officeart/2005/8/layout/process1"/>
    <dgm:cxn modelId="{CFBE9539-ED98-45C5-BC58-DB67308709FA}" srcId="{A27A24A9-0B14-46E4-93E1-F87A01914825}" destId="{6C637011-BEED-4B49-9390-C9B71A610450}" srcOrd="3" destOrd="0" parTransId="{B0365529-735B-4B63-94DB-FCC48496CC02}" sibTransId="{312E5EC2-3988-4469-9F37-D48FA30FE8E9}"/>
    <dgm:cxn modelId="{33A9BC45-8476-4829-A1B1-8C4D3B624843}" srcId="{A27A24A9-0B14-46E4-93E1-F87A01914825}" destId="{4B6BBD26-BAC9-4DA1-82AC-7684C2DFF6B8}" srcOrd="0" destOrd="0" parTransId="{819FA4D4-9373-48A5-A16A-7C5B059E0530}" sibTransId="{5AE10018-33BA-4D7C-BEFF-E60A46E86E88}"/>
    <dgm:cxn modelId="{6676374D-D3E6-4EA8-B2CD-1695D0DA64D2}" type="presOf" srcId="{4F232783-6D4D-496A-9B9C-C55559912C14}" destId="{A545EAF1-4B0C-4275-B75E-82EFA3860503}" srcOrd="1" destOrd="0" presId="urn:microsoft.com/office/officeart/2005/8/layout/process1"/>
    <dgm:cxn modelId="{44D38F4D-DB1B-41B4-B9B9-9DAE69F92527}" type="presOf" srcId="{DA79C48A-AB61-40BA-8D47-9C076DAA946B}" destId="{443F1666-B5C1-4527-A3E6-030F615523F5}" srcOrd="0" destOrd="0" presId="urn:microsoft.com/office/officeart/2005/8/layout/process1"/>
    <dgm:cxn modelId="{8963776F-F658-4340-BE5F-F36E742E2B51}" srcId="{A27A24A9-0B14-46E4-93E1-F87A01914825}" destId="{77D5DB31-901A-4369-A217-400F71440D48}" srcOrd="4" destOrd="0" parTransId="{841C18E1-A291-46D2-8596-9D8DDA7384B1}" sibTransId="{504101AF-0F74-438A-A4BC-5F8C883E67A0}"/>
    <dgm:cxn modelId="{FD2E6350-B567-4672-96BA-8CCF0A5B3C65}" type="presOf" srcId="{4F232783-6D4D-496A-9B9C-C55559912C14}" destId="{3E0D6DF9-2EFD-4E4F-9E4C-C254F16E9798}" srcOrd="0" destOrd="0" presId="urn:microsoft.com/office/officeart/2005/8/layout/process1"/>
    <dgm:cxn modelId="{A5BF6454-10A4-4EEE-A858-7C39204EBD92}" type="presOf" srcId="{312E5EC2-3988-4469-9F37-D48FA30FE8E9}" destId="{096FCBA7-74BD-4D5A-BB61-7F4FC56F0D9B}" srcOrd="0" destOrd="0" presId="urn:microsoft.com/office/officeart/2005/8/layout/process1"/>
    <dgm:cxn modelId="{99A7F57F-27B5-4561-A810-09C5839A93CC}" type="presOf" srcId="{A27A24A9-0B14-46E4-93E1-F87A01914825}" destId="{BF84AB22-70AC-4DD4-ADB9-A29AE9FAC204}" srcOrd="0" destOrd="0" presId="urn:microsoft.com/office/officeart/2005/8/layout/process1"/>
    <dgm:cxn modelId="{82CE2CAA-C3CF-4549-A836-4EAB5F39FDEA}" type="presOf" srcId="{5AE10018-33BA-4D7C-BEFF-E60A46E86E88}" destId="{A61E08DE-D1B8-467B-8751-2E18191CB697}" srcOrd="1" destOrd="0" presId="urn:microsoft.com/office/officeart/2005/8/layout/process1"/>
    <dgm:cxn modelId="{266BA4C0-A9FC-4B0D-8BA8-ACD6B2049151}" type="presOf" srcId="{5AE10018-33BA-4D7C-BEFF-E60A46E86E88}" destId="{98071E0F-8721-4445-A68E-C90DC9776863}" srcOrd="0" destOrd="0" presId="urn:microsoft.com/office/officeart/2005/8/layout/process1"/>
    <dgm:cxn modelId="{76432DCF-4319-44CE-B387-711E07B93EF6}" type="presOf" srcId="{312E5EC2-3988-4469-9F37-D48FA30FE8E9}" destId="{07F5EC36-8344-44E1-B778-F2C8DBB9B6B5}" srcOrd="1" destOrd="0" presId="urn:microsoft.com/office/officeart/2005/8/layout/process1"/>
    <dgm:cxn modelId="{42F864E1-91C3-4FA6-B605-50827D541B83}" type="presOf" srcId="{4B6BBD26-BAC9-4DA1-82AC-7684C2DFF6B8}" destId="{4935846B-A2E6-4CE9-ACB2-66871AE2140F}" srcOrd="0" destOrd="0" presId="urn:microsoft.com/office/officeart/2005/8/layout/process1"/>
    <dgm:cxn modelId="{4D9DC4C4-8BA9-41F2-859B-93954AD4E9C1}" type="presParOf" srcId="{BF84AB22-70AC-4DD4-ADB9-A29AE9FAC204}" destId="{4935846B-A2E6-4CE9-ACB2-66871AE2140F}" srcOrd="0" destOrd="0" presId="urn:microsoft.com/office/officeart/2005/8/layout/process1"/>
    <dgm:cxn modelId="{50D4039A-463F-4CFF-B6A9-4E8DF938CAF3}" type="presParOf" srcId="{BF84AB22-70AC-4DD4-ADB9-A29AE9FAC204}" destId="{98071E0F-8721-4445-A68E-C90DC9776863}" srcOrd="1" destOrd="0" presId="urn:microsoft.com/office/officeart/2005/8/layout/process1"/>
    <dgm:cxn modelId="{A462BB79-0B6F-4A33-8C34-1F1354AD7D07}" type="presParOf" srcId="{98071E0F-8721-4445-A68E-C90DC9776863}" destId="{A61E08DE-D1B8-467B-8751-2E18191CB697}" srcOrd="0" destOrd="0" presId="urn:microsoft.com/office/officeart/2005/8/layout/process1"/>
    <dgm:cxn modelId="{9002E6E5-F0A9-43F0-90E6-98662E4A6B7B}" type="presParOf" srcId="{BF84AB22-70AC-4DD4-ADB9-A29AE9FAC204}" destId="{77B48A97-A092-4127-9D39-E406007245A8}" srcOrd="2" destOrd="0" presId="urn:microsoft.com/office/officeart/2005/8/layout/process1"/>
    <dgm:cxn modelId="{6F7EDF86-B9BA-47B7-AE71-4CAB263B2269}" type="presParOf" srcId="{BF84AB22-70AC-4DD4-ADB9-A29AE9FAC204}" destId="{443F1666-B5C1-4527-A3E6-030F615523F5}" srcOrd="3" destOrd="0" presId="urn:microsoft.com/office/officeart/2005/8/layout/process1"/>
    <dgm:cxn modelId="{489B1A1A-9951-4B77-83B5-B113B1EB9003}" type="presParOf" srcId="{443F1666-B5C1-4527-A3E6-030F615523F5}" destId="{4D3448C0-048D-446E-80AC-69848A09757A}" srcOrd="0" destOrd="0" presId="urn:microsoft.com/office/officeart/2005/8/layout/process1"/>
    <dgm:cxn modelId="{CC1BED51-931C-4433-994C-AD3DB3B422FC}" type="presParOf" srcId="{BF84AB22-70AC-4DD4-ADB9-A29AE9FAC204}" destId="{0211407B-9D8F-40E5-A650-1298F92564DB}" srcOrd="4" destOrd="0" presId="urn:microsoft.com/office/officeart/2005/8/layout/process1"/>
    <dgm:cxn modelId="{E63B65C1-FEBC-462A-9B62-95B317C5D1AF}" type="presParOf" srcId="{BF84AB22-70AC-4DD4-ADB9-A29AE9FAC204}" destId="{3E0D6DF9-2EFD-4E4F-9E4C-C254F16E9798}" srcOrd="5" destOrd="0" presId="urn:microsoft.com/office/officeart/2005/8/layout/process1"/>
    <dgm:cxn modelId="{CFB68865-25C3-44C2-9166-880595A6374C}" type="presParOf" srcId="{3E0D6DF9-2EFD-4E4F-9E4C-C254F16E9798}" destId="{A545EAF1-4B0C-4275-B75E-82EFA3860503}" srcOrd="0" destOrd="0" presId="urn:microsoft.com/office/officeart/2005/8/layout/process1"/>
    <dgm:cxn modelId="{6ED2346B-5329-428D-8D6B-50DB0FF95E8D}" type="presParOf" srcId="{BF84AB22-70AC-4DD4-ADB9-A29AE9FAC204}" destId="{65966280-E80A-4353-B2B9-7E0E83058007}" srcOrd="6" destOrd="0" presId="urn:microsoft.com/office/officeart/2005/8/layout/process1"/>
    <dgm:cxn modelId="{758C51FB-5E02-44AC-88DE-1B7A8E0F805E}" type="presParOf" srcId="{BF84AB22-70AC-4DD4-ADB9-A29AE9FAC204}" destId="{096FCBA7-74BD-4D5A-BB61-7F4FC56F0D9B}" srcOrd="7" destOrd="0" presId="urn:microsoft.com/office/officeart/2005/8/layout/process1"/>
    <dgm:cxn modelId="{64042401-BFEB-4AFB-AE0D-BB0B0F535520}" type="presParOf" srcId="{096FCBA7-74BD-4D5A-BB61-7F4FC56F0D9B}" destId="{07F5EC36-8344-44E1-B778-F2C8DBB9B6B5}" srcOrd="0" destOrd="0" presId="urn:microsoft.com/office/officeart/2005/8/layout/process1"/>
    <dgm:cxn modelId="{F9547355-4C08-4C6B-9F43-A3FD87CE5503}" type="presParOf" srcId="{BF84AB22-70AC-4DD4-ADB9-A29AE9FAC204}" destId="{AFFA87AC-CACB-4620-8CA1-25BF97A93CF1}"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F932B54-500C-42A5-9A86-4667176A00C0}" type="doc">
      <dgm:prSet loTypeId="urn:microsoft.com/office/officeart/2005/8/layout/process1" loCatId="process" qsTypeId="urn:microsoft.com/office/officeart/2005/8/quickstyle/simple1" qsCatId="simple" csTypeId="urn:microsoft.com/office/officeart/2005/8/colors/accent1_2" csCatId="accent1" phldr="1"/>
      <dgm:spPr/>
    </dgm:pt>
    <dgm:pt modelId="{87B5D84B-7678-4355-AD48-22C4DCB516EB}">
      <dgm:prSet phldrT="[Text]" custT="1"/>
      <dgm:spPr>
        <a:solidFill>
          <a:srgbClr val="004F71"/>
        </a:solidFill>
      </dgm:spPr>
      <dgm:t>
        <a:bodyPr/>
        <a:lstStyle/>
        <a:p>
          <a:r>
            <a:rPr lang="en-US" sz="1300" dirty="0"/>
            <a:t>Verify host configuration </a:t>
          </a:r>
        </a:p>
      </dgm:t>
    </dgm:pt>
    <dgm:pt modelId="{ED307D03-BD96-47BD-B2F5-A680760967E7}" type="parTrans" cxnId="{EEC67BD6-07C2-4022-910F-2A9E4328937C}">
      <dgm:prSet/>
      <dgm:spPr/>
      <dgm:t>
        <a:bodyPr/>
        <a:lstStyle/>
        <a:p>
          <a:endParaRPr lang="en-US"/>
        </a:p>
      </dgm:t>
    </dgm:pt>
    <dgm:pt modelId="{9EDCF893-BFCC-48B5-9C49-2F7E98B951AD}" type="sibTrans" cxnId="{EEC67BD6-07C2-4022-910F-2A9E4328937C}">
      <dgm:prSet/>
      <dgm:spPr/>
      <dgm:t>
        <a:bodyPr/>
        <a:lstStyle/>
        <a:p>
          <a:endParaRPr lang="en-US" dirty="0"/>
        </a:p>
      </dgm:t>
    </dgm:pt>
    <dgm:pt modelId="{1452CCAD-9869-452F-BD74-2B39BC4B7654}">
      <dgm:prSet phldrT="[Text]"/>
      <dgm:spPr>
        <a:solidFill>
          <a:srgbClr val="004F71"/>
        </a:solidFill>
      </dgm:spPr>
      <dgm:t>
        <a:bodyPr/>
        <a:lstStyle/>
        <a:p>
          <a:r>
            <a:rPr lang="en-US" dirty="0"/>
            <a:t>Ping default gateway</a:t>
          </a:r>
        </a:p>
      </dgm:t>
    </dgm:pt>
    <dgm:pt modelId="{D1EA1835-0FE0-410A-9726-6E246CB3B2F5}" type="parTrans" cxnId="{8A11AE5F-63AF-44D1-A44B-5DEAF5476C8F}">
      <dgm:prSet/>
      <dgm:spPr/>
      <dgm:t>
        <a:bodyPr/>
        <a:lstStyle/>
        <a:p>
          <a:endParaRPr lang="en-US"/>
        </a:p>
      </dgm:t>
    </dgm:pt>
    <dgm:pt modelId="{5CFCD507-0E67-45C2-A1E1-191D72A24F26}" type="sibTrans" cxnId="{8A11AE5F-63AF-44D1-A44B-5DEAF5476C8F}">
      <dgm:prSet/>
      <dgm:spPr/>
      <dgm:t>
        <a:bodyPr/>
        <a:lstStyle/>
        <a:p>
          <a:endParaRPr lang="en-US" dirty="0"/>
        </a:p>
      </dgm:t>
    </dgm:pt>
    <dgm:pt modelId="{88E6F407-25E5-4043-9F43-F85E18966C76}">
      <dgm:prSet phldrT="[Text]"/>
      <dgm:spPr>
        <a:solidFill>
          <a:srgbClr val="004F71"/>
        </a:solidFill>
      </dgm:spPr>
      <dgm:t>
        <a:bodyPr/>
        <a:lstStyle/>
        <a:p>
          <a:r>
            <a:rPr lang="en-US" dirty="0"/>
            <a:t>Check router settings </a:t>
          </a:r>
        </a:p>
      </dgm:t>
    </dgm:pt>
    <dgm:pt modelId="{6B7ADB0A-F64D-4650-8C99-EEB2B113D812}" type="parTrans" cxnId="{D0AA56E9-F9D2-4FB3-8721-CA350CEA281B}">
      <dgm:prSet/>
      <dgm:spPr/>
      <dgm:t>
        <a:bodyPr/>
        <a:lstStyle/>
        <a:p>
          <a:endParaRPr lang="en-US"/>
        </a:p>
      </dgm:t>
    </dgm:pt>
    <dgm:pt modelId="{8831D6D8-C049-4499-BBB5-71B1950AAD97}" type="sibTrans" cxnId="{D0AA56E9-F9D2-4FB3-8721-CA350CEA281B}">
      <dgm:prSet/>
      <dgm:spPr/>
      <dgm:t>
        <a:bodyPr/>
        <a:lstStyle/>
        <a:p>
          <a:endParaRPr lang="en-US" dirty="0"/>
        </a:p>
      </dgm:t>
    </dgm:pt>
    <dgm:pt modelId="{66E57287-FF1C-4293-9BBD-18D5894848CE}">
      <dgm:prSet phldrT="[Text]"/>
      <dgm:spPr>
        <a:solidFill>
          <a:srgbClr val="004F71"/>
        </a:solidFill>
      </dgm:spPr>
      <dgm:t>
        <a:bodyPr/>
        <a:lstStyle/>
        <a:p>
          <a:r>
            <a:rPr lang="en-US" dirty="0"/>
            <a:t>Review physical connections</a:t>
          </a:r>
        </a:p>
      </dgm:t>
    </dgm:pt>
    <dgm:pt modelId="{C9BA6C0C-7A85-4ACA-B430-30F015B90806}" type="parTrans" cxnId="{AF9205F9-50EE-4633-B4EC-F7617BE1286E}">
      <dgm:prSet/>
      <dgm:spPr/>
      <dgm:t>
        <a:bodyPr/>
        <a:lstStyle/>
        <a:p>
          <a:endParaRPr lang="en-US"/>
        </a:p>
      </dgm:t>
    </dgm:pt>
    <dgm:pt modelId="{72D7A73B-89AC-4C8F-B4C2-3AB43ABB2A09}" type="sibTrans" cxnId="{AF9205F9-50EE-4633-B4EC-F7617BE1286E}">
      <dgm:prSet/>
      <dgm:spPr/>
      <dgm:t>
        <a:bodyPr/>
        <a:lstStyle/>
        <a:p>
          <a:endParaRPr lang="en-US" dirty="0"/>
        </a:p>
      </dgm:t>
    </dgm:pt>
    <dgm:pt modelId="{2F65710D-2AB9-445E-8318-CE4E0AC7FA45}">
      <dgm:prSet phldrT="[Text]"/>
      <dgm:spPr>
        <a:solidFill>
          <a:srgbClr val="004F71"/>
        </a:solidFill>
      </dgm:spPr>
      <dgm:t>
        <a:bodyPr/>
        <a:lstStyle/>
        <a:p>
          <a:r>
            <a:rPr lang="en-US" dirty="0"/>
            <a:t>Identify routing loops</a:t>
          </a:r>
        </a:p>
      </dgm:t>
    </dgm:pt>
    <dgm:pt modelId="{12EE4B84-1DC8-4452-90BF-3B5A4EC82AF5}" type="parTrans" cxnId="{B2C87F6E-970C-4C13-9B10-73F3AA6DCA74}">
      <dgm:prSet/>
      <dgm:spPr/>
      <dgm:t>
        <a:bodyPr/>
        <a:lstStyle/>
        <a:p>
          <a:endParaRPr lang="en-US"/>
        </a:p>
      </dgm:t>
    </dgm:pt>
    <dgm:pt modelId="{D8F7ABDB-0F2C-4FBB-8809-BCB766D45F24}" type="sibTrans" cxnId="{B2C87F6E-970C-4C13-9B10-73F3AA6DCA74}">
      <dgm:prSet/>
      <dgm:spPr/>
      <dgm:t>
        <a:bodyPr/>
        <a:lstStyle/>
        <a:p>
          <a:endParaRPr lang="en-US"/>
        </a:p>
      </dgm:t>
    </dgm:pt>
    <dgm:pt modelId="{0F070689-309A-40A6-9E46-B392568C8AD4}" type="pres">
      <dgm:prSet presAssocID="{FF932B54-500C-42A5-9A86-4667176A00C0}" presName="Name0" presStyleCnt="0">
        <dgm:presLayoutVars>
          <dgm:dir/>
          <dgm:resizeHandles val="exact"/>
        </dgm:presLayoutVars>
      </dgm:prSet>
      <dgm:spPr/>
    </dgm:pt>
    <dgm:pt modelId="{5B1FD26F-1DE5-4574-BA3F-1620E20DDFA2}" type="pres">
      <dgm:prSet presAssocID="{87B5D84B-7678-4355-AD48-22C4DCB516EB}" presName="node" presStyleLbl="node1" presStyleIdx="0" presStyleCnt="5" custScaleX="111536" custScaleY="98058">
        <dgm:presLayoutVars>
          <dgm:bulletEnabled val="1"/>
        </dgm:presLayoutVars>
      </dgm:prSet>
      <dgm:spPr/>
    </dgm:pt>
    <dgm:pt modelId="{8A5DD6BA-30F5-46A0-99C1-815A9C4E7397}" type="pres">
      <dgm:prSet presAssocID="{9EDCF893-BFCC-48B5-9C49-2F7E98B951AD}" presName="sibTrans" presStyleLbl="sibTrans2D1" presStyleIdx="0" presStyleCnt="4"/>
      <dgm:spPr/>
    </dgm:pt>
    <dgm:pt modelId="{79853D00-B616-45DF-B81C-27D4F8D06BEC}" type="pres">
      <dgm:prSet presAssocID="{9EDCF893-BFCC-48B5-9C49-2F7E98B951AD}" presName="connectorText" presStyleLbl="sibTrans2D1" presStyleIdx="0" presStyleCnt="4"/>
      <dgm:spPr/>
    </dgm:pt>
    <dgm:pt modelId="{C930970F-8302-4321-A04D-92C4A8879AAB}" type="pres">
      <dgm:prSet presAssocID="{1452CCAD-9869-452F-BD74-2B39BC4B7654}" presName="node" presStyleLbl="node1" presStyleIdx="1" presStyleCnt="5" custScaleY="101093">
        <dgm:presLayoutVars>
          <dgm:bulletEnabled val="1"/>
        </dgm:presLayoutVars>
      </dgm:prSet>
      <dgm:spPr/>
    </dgm:pt>
    <dgm:pt modelId="{6D666B08-AAD6-4EDA-B773-606007C219F7}" type="pres">
      <dgm:prSet presAssocID="{5CFCD507-0E67-45C2-A1E1-191D72A24F26}" presName="sibTrans" presStyleLbl="sibTrans2D1" presStyleIdx="1" presStyleCnt="4"/>
      <dgm:spPr/>
    </dgm:pt>
    <dgm:pt modelId="{B0B6C215-BB8E-408F-B377-23462290C578}" type="pres">
      <dgm:prSet presAssocID="{5CFCD507-0E67-45C2-A1E1-191D72A24F26}" presName="connectorText" presStyleLbl="sibTrans2D1" presStyleIdx="1" presStyleCnt="4"/>
      <dgm:spPr/>
    </dgm:pt>
    <dgm:pt modelId="{184F702B-162B-466B-9646-BD18D36A220D}" type="pres">
      <dgm:prSet presAssocID="{88E6F407-25E5-4043-9F43-F85E18966C76}" presName="node" presStyleLbl="node1" presStyleIdx="2" presStyleCnt="5" custScaleY="101093">
        <dgm:presLayoutVars>
          <dgm:bulletEnabled val="1"/>
        </dgm:presLayoutVars>
      </dgm:prSet>
      <dgm:spPr/>
    </dgm:pt>
    <dgm:pt modelId="{FA3A3D63-D28F-4A03-B872-211EA41E5626}" type="pres">
      <dgm:prSet presAssocID="{8831D6D8-C049-4499-BBB5-71B1950AAD97}" presName="sibTrans" presStyleLbl="sibTrans2D1" presStyleIdx="2" presStyleCnt="4"/>
      <dgm:spPr/>
    </dgm:pt>
    <dgm:pt modelId="{C44ED82B-DC36-469B-B1B2-287414C3E5A5}" type="pres">
      <dgm:prSet presAssocID="{8831D6D8-C049-4499-BBB5-71B1950AAD97}" presName="connectorText" presStyleLbl="sibTrans2D1" presStyleIdx="2" presStyleCnt="4"/>
      <dgm:spPr/>
    </dgm:pt>
    <dgm:pt modelId="{70E63603-BB6D-4CAF-88DE-3E7B34D1093F}" type="pres">
      <dgm:prSet presAssocID="{66E57287-FF1C-4293-9BBD-18D5894848CE}" presName="node" presStyleLbl="node1" presStyleIdx="3" presStyleCnt="5">
        <dgm:presLayoutVars>
          <dgm:bulletEnabled val="1"/>
        </dgm:presLayoutVars>
      </dgm:prSet>
      <dgm:spPr/>
    </dgm:pt>
    <dgm:pt modelId="{D9075459-94ED-4216-8CE5-DF00408015BB}" type="pres">
      <dgm:prSet presAssocID="{72D7A73B-89AC-4C8F-B4C2-3AB43ABB2A09}" presName="sibTrans" presStyleLbl="sibTrans2D1" presStyleIdx="3" presStyleCnt="4"/>
      <dgm:spPr/>
    </dgm:pt>
    <dgm:pt modelId="{A28FA8CD-7C77-4843-AB8C-87FB5BE07D9A}" type="pres">
      <dgm:prSet presAssocID="{72D7A73B-89AC-4C8F-B4C2-3AB43ABB2A09}" presName="connectorText" presStyleLbl="sibTrans2D1" presStyleIdx="3" presStyleCnt="4"/>
      <dgm:spPr/>
    </dgm:pt>
    <dgm:pt modelId="{64C14970-3483-410C-BB7E-341DBF0F890F}" type="pres">
      <dgm:prSet presAssocID="{2F65710D-2AB9-445E-8318-CE4E0AC7FA45}" presName="node" presStyleLbl="node1" presStyleIdx="4" presStyleCnt="5" custScaleY="101093">
        <dgm:presLayoutVars>
          <dgm:bulletEnabled val="1"/>
        </dgm:presLayoutVars>
      </dgm:prSet>
      <dgm:spPr/>
    </dgm:pt>
  </dgm:ptLst>
  <dgm:cxnLst>
    <dgm:cxn modelId="{2185BD12-614E-4FC4-9606-54548358B688}" type="presOf" srcId="{1452CCAD-9869-452F-BD74-2B39BC4B7654}" destId="{C930970F-8302-4321-A04D-92C4A8879AAB}" srcOrd="0" destOrd="0" presId="urn:microsoft.com/office/officeart/2005/8/layout/process1"/>
    <dgm:cxn modelId="{323D8519-2491-437A-8F48-7289CC99F153}" type="presOf" srcId="{72D7A73B-89AC-4C8F-B4C2-3AB43ABB2A09}" destId="{D9075459-94ED-4216-8CE5-DF00408015BB}" srcOrd="0" destOrd="0" presId="urn:microsoft.com/office/officeart/2005/8/layout/process1"/>
    <dgm:cxn modelId="{D8B6641B-FC28-4C6B-988C-CBC11A144C36}" type="presOf" srcId="{FF932B54-500C-42A5-9A86-4667176A00C0}" destId="{0F070689-309A-40A6-9E46-B392568C8AD4}" srcOrd="0" destOrd="0" presId="urn:microsoft.com/office/officeart/2005/8/layout/process1"/>
    <dgm:cxn modelId="{58DE4A30-6833-4688-88AF-CE002C0181AD}" type="presOf" srcId="{72D7A73B-89AC-4C8F-B4C2-3AB43ABB2A09}" destId="{A28FA8CD-7C77-4843-AB8C-87FB5BE07D9A}" srcOrd="1" destOrd="0" presId="urn:microsoft.com/office/officeart/2005/8/layout/process1"/>
    <dgm:cxn modelId="{3B503F35-79A4-4589-BD3A-F079FE3B0765}" type="presOf" srcId="{8831D6D8-C049-4499-BBB5-71B1950AAD97}" destId="{C44ED82B-DC36-469B-B1B2-287414C3E5A5}" srcOrd="1" destOrd="0" presId="urn:microsoft.com/office/officeart/2005/8/layout/process1"/>
    <dgm:cxn modelId="{0B583739-58BD-4B3B-9B7E-F49A1F88BBD1}" type="presOf" srcId="{66E57287-FF1C-4293-9BBD-18D5894848CE}" destId="{70E63603-BB6D-4CAF-88DE-3E7B34D1093F}" srcOrd="0" destOrd="0" presId="urn:microsoft.com/office/officeart/2005/8/layout/process1"/>
    <dgm:cxn modelId="{2870E23E-ABE4-454B-9BA2-5901235950B8}" type="presOf" srcId="{2F65710D-2AB9-445E-8318-CE4E0AC7FA45}" destId="{64C14970-3483-410C-BB7E-341DBF0F890F}" srcOrd="0" destOrd="0" presId="urn:microsoft.com/office/officeart/2005/8/layout/process1"/>
    <dgm:cxn modelId="{F7CDC340-C37A-4210-9D57-70A89AB6E704}" type="presOf" srcId="{8831D6D8-C049-4499-BBB5-71B1950AAD97}" destId="{FA3A3D63-D28F-4A03-B872-211EA41E5626}" srcOrd="0" destOrd="0" presId="urn:microsoft.com/office/officeart/2005/8/layout/process1"/>
    <dgm:cxn modelId="{8A11AE5F-63AF-44D1-A44B-5DEAF5476C8F}" srcId="{FF932B54-500C-42A5-9A86-4667176A00C0}" destId="{1452CCAD-9869-452F-BD74-2B39BC4B7654}" srcOrd="1" destOrd="0" parTransId="{D1EA1835-0FE0-410A-9726-6E246CB3B2F5}" sibTransId="{5CFCD507-0E67-45C2-A1E1-191D72A24F26}"/>
    <dgm:cxn modelId="{1E6AF14D-2D4B-469C-99E7-9C182FB0D730}" type="presOf" srcId="{5CFCD507-0E67-45C2-A1E1-191D72A24F26}" destId="{6D666B08-AAD6-4EDA-B773-606007C219F7}" srcOrd="0" destOrd="0" presId="urn:microsoft.com/office/officeart/2005/8/layout/process1"/>
    <dgm:cxn modelId="{B2C87F6E-970C-4C13-9B10-73F3AA6DCA74}" srcId="{FF932B54-500C-42A5-9A86-4667176A00C0}" destId="{2F65710D-2AB9-445E-8318-CE4E0AC7FA45}" srcOrd="4" destOrd="0" parTransId="{12EE4B84-1DC8-4452-90BF-3B5A4EC82AF5}" sibTransId="{D8F7ABDB-0F2C-4FBB-8809-BCB766D45F24}"/>
    <dgm:cxn modelId="{31688F87-7C0E-436E-85FC-244520C4A70F}" type="presOf" srcId="{87B5D84B-7678-4355-AD48-22C4DCB516EB}" destId="{5B1FD26F-1DE5-4574-BA3F-1620E20DDFA2}" srcOrd="0" destOrd="0" presId="urn:microsoft.com/office/officeart/2005/8/layout/process1"/>
    <dgm:cxn modelId="{F9063D98-383C-4D5E-A2BB-23C25A0788E4}" type="presOf" srcId="{9EDCF893-BFCC-48B5-9C49-2F7E98B951AD}" destId="{8A5DD6BA-30F5-46A0-99C1-815A9C4E7397}" srcOrd="0" destOrd="0" presId="urn:microsoft.com/office/officeart/2005/8/layout/process1"/>
    <dgm:cxn modelId="{B1C863A1-E77D-4BCD-9C1A-9792608572CF}" type="presOf" srcId="{9EDCF893-BFCC-48B5-9C49-2F7E98B951AD}" destId="{79853D00-B616-45DF-B81C-27D4F8D06BEC}" srcOrd="1" destOrd="0" presId="urn:microsoft.com/office/officeart/2005/8/layout/process1"/>
    <dgm:cxn modelId="{124DAEBF-CF4B-4B62-A739-705E26137013}" type="presOf" srcId="{88E6F407-25E5-4043-9F43-F85E18966C76}" destId="{184F702B-162B-466B-9646-BD18D36A220D}" srcOrd="0" destOrd="0" presId="urn:microsoft.com/office/officeart/2005/8/layout/process1"/>
    <dgm:cxn modelId="{0AE122CB-5733-4D26-9FC8-6E68D310FA20}" type="presOf" srcId="{5CFCD507-0E67-45C2-A1E1-191D72A24F26}" destId="{B0B6C215-BB8E-408F-B377-23462290C578}" srcOrd="1" destOrd="0" presId="urn:microsoft.com/office/officeart/2005/8/layout/process1"/>
    <dgm:cxn modelId="{EEC67BD6-07C2-4022-910F-2A9E4328937C}" srcId="{FF932B54-500C-42A5-9A86-4667176A00C0}" destId="{87B5D84B-7678-4355-AD48-22C4DCB516EB}" srcOrd="0" destOrd="0" parTransId="{ED307D03-BD96-47BD-B2F5-A680760967E7}" sibTransId="{9EDCF893-BFCC-48B5-9C49-2F7E98B951AD}"/>
    <dgm:cxn modelId="{D0AA56E9-F9D2-4FB3-8721-CA350CEA281B}" srcId="{FF932B54-500C-42A5-9A86-4667176A00C0}" destId="{88E6F407-25E5-4043-9F43-F85E18966C76}" srcOrd="2" destOrd="0" parTransId="{6B7ADB0A-F64D-4650-8C99-EEB2B113D812}" sibTransId="{8831D6D8-C049-4499-BBB5-71B1950AAD97}"/>
    <dgm:cxn modelId="{AF9205F9-50EE-4633-B4EC-F7617BE1286E}" srcId="{FF932B54-500C-42A5-9A86-4667176A00C0}" destId="{66E57287-FF1C-4293-9BBD-18D5894848CE}" srcOrd="3" destOrd="0" parTransId="{C9BA6C0C-7A85-4ACA-B430-30F015B90806}" sibTransId="{72D7A73B-89AC-4C8F-B4C2-3AB43ABB2A09}"/>
    <dgm:cxn modelId="{5BF9E81D-B4A3-43D8-8AB5-E546D0412840}" type="presParOf" srcId="{0F070689-309A-40A6-9E46-B392568C8AD4}" destId="{5B1FD26F-1DE5-4574-BA3F-1620E20DDFA2}" srcOrd="0" destOrd="0" presId="urn:microsoft.com/office/officeart/2005/8/layout/process1"/>
    <dgm:cxn modelId="{542DA647-DBE7-4677-8587-F4E94A062608}" type="presParOf" srcId="{0F070689-309A-40A6-9E46-B392568C8AD4}" destId="{8A5DD6BA-30F5-46A0-99C1-815A9C4E7397}" srcOrd="1" destOrd="0" presId="urn:microsoft.com/office/officeart/2005/8/layout/process1"/>
    <dgm:cxn modelId="{4E4A0702-7208-4CED-8520-14F2CC17450E}" type="presParOf" srcId="{8A5DD6BA-30F5-46A0-99C1-815A9C4E7397}" destId="{79853D00-B616-45DF-B81C-27D4F8D06BEC}" srcOrd="0" destOrd="0" presId="urn:microsoft.com/office/officeart/2005/8/layout/process1"/>
    <dgm:cxn modelId="{AEA0E97E-FDA5-4B8F-B8BE-A57B45D1CFBB}" type="presParOf" srcId="{0F070689-309A-40A6-9E46-B392568C8AD4}" destId="{C930970F-8302-4321-A04D-92C4A8879AAB}" srcOrd="2" destOrd="0" presId="urn:microsoft.com/office/officeart/2005/8/layout/process1"/>
    <dgm:cxn modelId="{458A3FEB-073B-4D9C-9147-C53913B0D3AD}" type="presParOf" srcId="{0F070689-309A-40A6-9E46-B392568C8AD4}" destId="{6D666B08-AAD6-4EDA-B773-606007C219F7}" srcOrd="3" destOrd="0" presId="urn:microsoft.com/office/officeart/2005/8/layout/process1"/>
    <dgm:cxn modelId="{E02635DA-C32E-4517-B22D-1F821674C7B1}" type="presParOf" srcId="{6D666B08-AAD6-4EDA-B773-606007C219F7}" destId="{B0B6C215-BB8E-408F-B377-23462290C578}" srcOrd="0" destOrd="0" presId="urn:microsoft.com/office/officeart/2005/8/layout/process1"/>
    <dgm:cxn modelId="{2B6FD6F5-7507-4083-B3C9-A91710D8439E}" type="presParOf" srcId="{0F070689-309A-40A6-9E46-B392568C8AD4}" destId="{184F702B-162B-466B-9646-BD18D36A220D}" srcOrd="4" destOrd="0" presId="urn:microsoft.com/office/officeart/2005/8/layout/process1"/>
    <dgm:cxn modelId="{5986EF36-80C0-46EC-9DFC-B5B2025CD82B}" type="presParOf" srcId="{0F070689-309A-40A6-9E46-B392568C8AD4}" destId="{FA3A3D63-D28F-4A03-B872-211EA41E5626}" srcOrd="5" destOrd="0" presId="urn:microsoft.com/office/officeart/2005/8/layout/process1"/>
    <dgm:cxn modelId="{913E78C5-FA0B-47E2-B3AA-6F8805A567E9}" type="presParOf" srcId="{FA3A3D63-D28F-4A03-B872-211EA41E5626}" destId="{C44ED82B-DC36-469B-B1B2-287414C3E5A5}" srcOrd="0" destOrd="0" presId="urn:microsoft.com/office/officeart/2005/8/layout/process1"/>
    <dgm:cxn modelId="{EBA65970-D4F3-4C21-A5DD-918CD73D7F9F}" type="presParOf" srcId="{0F070689-309A-40A6-9E46-B392568C8AD4}" destId="{70E63603-BB6D-4CAF-88DE-3E7B34D1093F}" srcOrd="6" destOrd="0" presId="urn:microsoft.com/office/officeart/2005/8/layout/process1"/>
    <dgm:cxn modelId="{231B6F48-F34A-4DAD-BDE0-F1BFB0A4C5CF}" type="presParOf" srcId="{0F070689-309A-40A6-9E46-B392568C8AD4}" destId="{D9075459-94ED-4216-8CE5-DF00408015BB}" srcOrd="7" destOrd="0" presId="urn:microsoft.com/office/officeart/2005/8/layout/process1"/>
    <dgm:cxn modelId="{C416967E-6575-4239-B61B-3DDBEB6CB288}" type="presParOf" srcId="{D9075459-94ED-4216-8CE5-DF00408015BB}" destId="{A28FA8CD-7C77-4843-AB8C-87FB5BE07D9A}" srcOrd="0" destOrd="0" presId="urn:microsoft.com/office/officeart/2005/8/layout/process1"/>
    <dgm:cxn modelId="{8E5BF7C5-7C1C-4EDC-B7FE-62766C8063AF}" type="presParOf" srcId="{0F070689-309A-40A6-9E46-B392568C8AD4}" destId="{64C14970-3483-410C-BB7E-341DBF0F890F}"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39C3E37-ECAD-48A3-B362-66CA67CF7D1C}" type="doc">
      <dgm:prSet loTypeId="urn:microsoft.com/office/officeart/2005/8/layout/process1" loCatId="process" qsTypeId="urn:microsoft.com/office/officeart/2005/8/quickstyle/simple1" qsCatId="simple" csTypeId="urn:microsoft.com/office/officeart/2005/8/colors/accent1_2" csCatId="accent1" phldr="1"/>
      <dgm:spPr/>
    </dgm:pt>
    <dgm:pt modelId="{0E19567A-4A38-4B9E-B5BC-18621C202873}">
      <dgm:prSet phldrT="[Text]"/>
      <dgm:spPr>
        <a:solidFill>
          <a:srgbClr val="004F71"/>
        </a:solidFill>
      </dgm:spPr>
      <dgm:t>
        <a:bodyPr/>
        <a:lstStyle/>
        <a:p>
          <a:r>
            <a:rPr lang="en-US" dirty="0"/>
            <a:t>Check physical connectivity</a:t>
          </a:r>
        </a:p>
      </dgm:t>
    </dgm:pt>
    <dgm:pt modelId="{81551790-4684-4C57-A2D6-9E44965F449E}" type="parTrans" cxnId="{FE095461-973C-4C5D-8D2D-F24D8F8245C8}">
      <dgm:prSet/>
      <dgm:spPr/>
      <dgm:t>
        <a:bodyPr/>
        <a:lstStyle/>
        <a:p>
          <a:endParaRPr lang="en-US"/>
        </a:p>
      </dgm:t>
    </dgm:pt>
    <dgm:pt modelId="{697BE68C-3211-481C-B513-2CD31BE54F4A}" type="sibTrans" cxnId="{FE095461-973C-4C5D-8D2D-F24D8F8245C8}">
      <dgm:prSet/>
      <dgm:spPr/>
      <dgm:t>
        <a:bodyPr/>
        <a:lstStyle/>
        <a:p>
          <a:endParaRPr lang="en-US" dirty="0"/>
        </a:p>
      </dgm:t>
    </dgm:pt>
    <dgm:pt modelId="{75BD6E1B-DE72-4DD2-B25E-A45CD0258894}">
      <dgm:prSet phldrT="[Text]"/>
      <dgm:spPr>
        <a:solidFill>
          <a:srgbClr val="004F71"/>
        </a:solidFill>
      </dgm:spPr>
      <dgm:t>
        <a:bodyPr/>
        <a:lstStyle/>
        <a:p>
          <a:r>
            <a:rPr lang="en-US" dirty="0"/>
            <a:t>Ping the loopback address</a:t>
          </a:r>
        </a:p>
      </dgm:t>
    </dgm:pt>
    <dgm:pt modelId="{0A590DD1-1D2F-4460-949B-345090ED3A2D}" type="parTrans" cxnId="{686F0E51-375B-4890-80C2-9B9554C820CA}">
      <dgm:prSet/>
      <dgm:spPr/>
      <dgm:t>
        <a:bodyPr/>
        <a:lstStyle/>
        <a:p>
          <a:endParaRPr lang="en-US"/>
        </a:p>
      </dgm:t>
    </dgm:pt>
    <dgm:pt modelId="{5B6B748C-5B00-47B0-B160-3A79BBB0DC6D}" type="sibTrans" cxnId="{686F0E51-375B-4890-80C2-9B9554C820CA}">
      <dgm:prSet/>
      <dgm:spPr/>
      <dgm:t>
        <a:bodyPr/>
        <a:lstStyle/>
        <a:p>
          <a:endParaRPr lang="en-US" dirty="0"/>
        </a:p>
      </dgm:t>
    </dgm:pt>
    <dgm:pt modelId="{4B82C389-F78B-47C1-9988-CAE62E37F8D4}">
      <dgm:prSet phldrT="[Text]"/>
      <dgm:spPr>
        <a:solidFill>
          <a:srgbClr val="004F71"/>
        </a:solidFill>
      </dgm:spPr>
      <dgm:t>
        <a:bodyPr/>
        <a:lstStyle/>
        <a:p>
          <a:r>
            <a:rPr lang="en-US" dirty="0"/>
            <a:t>Ping the default gateway</a:t>
          </a:r>
        </a:p>
      </dgm:t>
    </dgm:pt>
    <dgm:pt modelId="{EB2C7614-4D30-43D5-8C6F-693C77FB650B}" type="parTrans" cxnId="{80E094E0-FEAA-4062-A3EA-5FF0A9BC8F8E}">
      <dgm:prSet/>
      <dgm:spPr/>
      <dgm:t>
        <a:bodyPr/>
        <a:lstStyle/>
        <a:p>
          <a:endParaRPr lang="en-US"/>
        </a:p>
      </dgm:t>
    </dgm:pt>
    <dgm:pt modelId="{720A7C70-727C-4799-995A-B59D088B02DA}" type="sibTrans" cxnId="{80E094E0-FEAA-4062-A3EA-5FF0A9BC8F8E}">
      <dgm:prSet/>
      <dgm:spPr/>
      <dgm:t>
        <a:bodyPr/>
        <a:lstStyle/>
        <a:p>
          <a:endParaRPr lang="en-US" dirty="0"/>
        </a:p>
      </dgm:t>
    </dgm:pt>
    <dgm:pt modelId="{5EB51B8F-A244-4351-A32A-CD8C524DEDA6}">
      <dgm:prSet phldrT="[Text]"/>
      <dgm:spPr>
        <a:solidFill>
          <a:srgbClr val="004F71"/>
        </a:solidFill>
      </dgm:spPr>
      <dgm:t>
        <a:bodyPr/>
        <a:lstStyle/>
        <a:p>
          <a:r>
            <a:rPr lang="en-US" dirty="0"/>
            <a:t>Ping a remote host or server</a:t>
          </a:r>
        </a:p>
      </dgm:t>
    </dgm:pt>
    <dgm:pt modelId="{156C1FF7-0651-46FD-A87F-9796AEABF86B}" type="parTrans" cxnId="{88DB769D-21C2-4FE8-9E11-3DEC19C9DCC7}">
      <dgm:prSet/>
      <dgm:spPr/>
      <dgm:t>
        <a:bodyPr/>
        <a:lstStyle/>
        <a:p>
          <a:endParaRPr lang="en-US"/>
        </a:p>
      </dgm:t>
    </dgm:pt>
    <dgm:pt modelId="{842CF05A-4C4C-4B3D-AB93-0D0B7895FB7B}" type="sibTrans" cxnId="{88DB769D-21C2-4FE8-9E11-3DEC19C9DCC7}">
      <dgm:prSet/>
      <dgm:spPr/>
      <dgm:t>
        <a:bodyPr/>
        <a:lstStyle/>
        <a:p>
          <a:endParaRPr lang="en-US"/>
        </a:p>
      </dgm:t>
    </dgm:pt>
    <dgm:pt modelId="{13B26E22-60BE-4602-AB4A-9EF23E715CF9}" type="pres">
      <dgm:prSet presAssocID="{139C3E37-ECAD-48A3-B362-66CA67CF7D1C}" presName="Name0" presStyleCnt="0">
        <dgm:presLayoutVars>
          <dgm:dir/>
          <dgm:resizeHandles val="exact"/>
        </dgm:presLayoutVars>
      </dgm:prSet>
      <dgm:spPr/>
    </dgm:pt>
    <dgm:pt modelId="{F8A5DB2D-3F43-453A-BE20-0ED97F406E59}" type="pres">
      <dgm:prSet presAssocID="{0E19567A-4A38-4B9E-B5BC-18621C202873}" presName="node" presStyleLbl="node1" presStyleIdx="0" presStyleCnt="4">
        <dgm:presLayoutVars>
          <dgm:bulletEnabled val="1"/>
        </dgm:presLayoutVars>
      </dgm:prSet>
      <dgm:spPr/>
    </dgm:pt>
    <dgm:pt modelId="{331D890F-3DBE-4045-8FC3-FCF18B6AEB8B}" type="pres">
      <dgm:prSet presAssocID="{697BE68C-3211-481C-B513-2CD31BE54F4A}" presName="sibTrans" presStyleLbl="sibTrans2D1" presStyleIdx="0" presStyleCnt="3"/>
      <dgm:spPr/>
    </dgm:pt>
    <dgm:pt modelId="{1A21870D-B4F5-4C65-9333-8071F61D758E}" type="pres">
      <dgm:prSet presAssocID="{697BE68C-3211-481C-B513-2CD31BE54F4A}" presName="connectorText" presStyleLbl="sibTrans2D1" presStyleIdx="0" presStyleCnt="3"/>
      <dgm:spPr/>
    </dgm:pt>
    <dgm:pt modelId="{68B495E4-01B6-41E4-949A-6A69B1785AE7}" type="pres">
      <dgm:prSet presAssocID="{75BD6E1B-DE72-4DD2-B25E-A45CD0258894}" presName="node" presStyleLbl="node1" presStyleIdx="1" presStyleCnt="4">
        <dgm:presLayoutVars>
          <dgm:bulletEnabled val="1"/>
        </dgm:presLayoutVars>
      </dgm:prSet>
      <dgm:spPr/>
    </dgm:pt>
    <dgm:pt modelId="{2309C17D-0E85-421A-86B0-98D72E6EBD26}" type="pres">
      <dgm:prSet presAssocID="{5B6B748C-5B00-47B0-B160-3A79BBB0DC6D}" presName="sibTrans" presStyleLbl="sibTrans2D1" presStyleIdx="1" presStyleCnt="3"/>
      <dgm:spPr/>
    </dgm:pt>
    <dgm:pt modelId="{BA38FBA5-650D-4E13-82C2-F97143A3E60F}" type="pres">
      <dgm:prSet presAssocID="{5B6B748C-5B00-47B0-B160-3A79BBB0DC6D}" presName="connectorText" presStyleLbl="sibTrans2D1" presStyleIdx="1" presStyleCnt="3"/>
      <dgm:spPr/>
    </dgm:pt>
    <dgm:pt modelId="{7E91B017-0F65-458A-A87E-F49B53FF9A28}" type="pres">
      <dgm:prSet presAssocID="{4B82C389-F78B-47C1-9988-CAE62E37F8D4}" presName="node" presStyleLbl="node1" presStyleIdx="2" presStyleCnt="4">
        <dgm:presLayoutVars>
          <dgm:bulletEnabled val="1"/>
        </dgm:presLayoutVars>
      </dgm:prSet>
      <dgm:spPr/>
    </dgm:pt>
    <dgm:pt modelId="{DE888B25-620B-49B7-A2F0-1CAC602A9A15}" type="pres">
      <dgm:prSet presAssocID="{720A7C70-727C-4799-995A-B59D088B02DA}" presName="sibTrans" presStyleLbl="sibTrans2D1" presStyleIdx="2" presStyleCnt="3"/>
      <dgm:spPr/>
    </dgm:pt>
    <dgm:pt modelId="{A3CD1234-A463-4EF3-A229-AB0D66E40D26}" type="pres">
      <dgm:prSet presAssocID="{720A7C70-727C-4799-995A-B59D088B02DA}" presName="connectorText" presStyleLbl="sibTrans2D1" presStyleIdx="2" presStyleCnt="3"/>
      <dgm:spPr/>
    </dgm:pt>
    <dgm:pt modelId="{675A9C48-DEBA-4EFD-8B8C-5FB9153ECB08}" type="pres">
      <dgm:prSet presAssocID="{5EB51B8F-A244-4351-A32A-CD8C524DEDA6}" presName="node" presStyleLbl="node1" presStyleIdx="3" presStyleCnt="4">
        <dgm:presLayoutVars>
          <dgm:bulletEnabled val="1"/>
        </dgm:presLayoutVars>
      </dgm:prSet>
      <dgm:spPr/>
    </dgm:pt>
  </dgm:ptLst>
  <dgm:cxnLst>
    <dgm:cxn modelId="{635C6800-7F5E-48CF-B7D9-F63BB34AEAA5}" type="presOf" srcId="{75BD6E1B-DE72-4DD2-B25E-A45CD0258894}" destId="{68B495E4-01B6-41E4-949A-6A69B1785AE7}" srcOrd="0" destOrd="0" presId="urn:microsoft.com/office/officeart/2005/8/layout/process1"/>
    <dgm:cxn modelId="{52153B13-4FB5-47EF-BCFB-E37E7966D655}" type="presOf" srcId="{139C3E37-ECAD-48A3-B362-66CA67CF7D1C}" destId="{13B26E22-60BE-4602-AB4A-9EF23E715CF9}" srcOrd="0" destOrd="0" presId="urn:microsoft.com/office/officeart/2005/8/layout/process1"/>
    <dgm:cxn modelId="{CC79D91E-AA2E-45FB-9C53-EB690C2D8B36}" type="presOf" srcId="{4B82C389-F78B-47C1-9988-CAE62E37F8D4}" destId="{7E91B017-0F65-458A-A87E-F49B53FF9A28}" srcOrd="0" destOrd="0" presId="urn:microsoft.com/office/officeart/2005/8/layout/process1"/>
    <dgm:cxn modelId="{FE095461-973C-4C5D-8D2D-F24D8F8245C8}" srcId="{139C3E37-ECAD-48A3-B362-66CA67CF7D1C}" destId="{0E19567A-4A38-4B9E-B5BC-18621C202873}" srcOrd="0" destOrd="0" parTransId="{81551790-4684-4C57-A2D6-9E44965F449E}" sibTransId="{697BE68C-3211-481C-B513-2CD31BE54F4A}"/>
    <dgm:cxn modelId="{2E8C6563-C274-4E7F-B60C-EE0C5290B78F}" type="presOf" srcId="{5B6B748C-5B00-47B0-B160-3A79BBB0DC6D}" destId="{2309C17D-0E85-421A-86B0-98D72E6EBD26}" srcOrd="0" destOrd="0" presId="urn:microsoft.com/office/officeart/2005/8/layout/process1"/>
    <dgm:cxn modelId="{686F0E51-375B-4890-80C2-9B9554C820CA}" srcId="{139C3E37-ECAD-48A3-B362-66CA67CF7D1C}" destId="{75BD6E1B-DE72-4DD2-B25E-A45CD0258894}" srcOrd="1" destOrd="0" parTransId="{0A590DD1-1D2F-4460-949B-345090ED3A2D}" sibTransId="{5B6B748C-5B00-47B0-B160-3A79BBB0DC6D}"/>
    <dgm:cxn modelId="{D3168A97-F148-4044-9A51-62395B52AB21}" type="presOf" srcId="{720A7C70-727C-4799-995A-B59D088B02DA}" destId="{A3CD1234-A463-4EF3-A229-AB0D66E40D26}" srcOrd="1" destOrd="0" presId="urn:microsoft.com/office/officeart/2005/8/layout/process1"/>
    <dgm:cxn modelId="{88DB769D-21C2-4FE8-9E11-3DEC19C9DCC7}" srcId="{139C3E37-ECAD-48A3-B362-66CA67CF7D1C}" destId="{5EB51B8F-A244-4351-A32A-CD8C524DEDA6}" srcOrd="3" destOrd="0" parTransId="{156C1FF7-0651-46FD-A87F-9796AEABF86B}" sibTransId="{842CF05A-4C4C-4B3D-AB93-0D0B7895FB7B}"/>
    <dgm:cxn modelId="{1D38C8A3-487A-42D7-9583-1B1AA5D513C4}" type="presOf" srcId="{697BE68C-3211-481C-B513-2CD31BE54F4A}" destId="{1A21870D-B4F5-4C65-9333-8071F61D758E}" srcOrd="1" destOrd="0" presId="urn:microsoft.com/office/officeart/2005/8/layout/process1"/>
    <dgm:cxn modelId="{8FBC5EB1-F5A6-45D2-93CE-022706F4949E}" type="presOf" srcId="{5B6B748C-5B00-47B0-B160-3A79BBB0DC6D}" destId="{BA38FBA5-650D-4E13-82C2-F97143A3E60F}" srcOrd="1" destOrd="0" presId="urn:microsoft.com/office/officeart/2005/8/layout/process1"/>
    <dgm:cxn modelId="{4335F4B6-F890-406F-A2CA-228FE64EC673}" type="presOf" srcId="{697BE68C-3211-481C-B513-2CD31BE54F4A}" destId="{331D890F-3DBE-4045-8FC3-FCF18B6AEB8B}" srcOrd="0" destOrd="0" presId="urn:microsoft.com/office/officeart/2005/8/layout/process1"/>
    <dgm:cxn modelId="{25B9EEBC-6617-40B1-AF18-E4DA8B590B60}" type="presOf" srcId="{5EB51B8F-A244-4351-A32A-CD8C524DEDA6}" destId="{675A9C48-DEBA-4EFD-8B8C-5FB9153ECB08}" srcOrd="0" destOrd="0" presId="urn:microsoft.com/office/officeart/2005/8/layout/process1"/>
    <dgm:cxn modelId="{020A72CC-17D0-40D2-A73B-7C50DAB6A013}" type="presOf" srcId="{720A7C70-727C-4799-995A-B59D088B02DA}" destId="{DE888B25-620B-49B7-A2F0-1CAC602A9A15}" srcOrd="0" destOrd="0" presId="urn:microsoft.com/office/officeart/2005/8/layout/process1"/>
    <dgm:cxn modelId="{8B721CDD-B12F-4D55-917E-196E7A376200}" type="presOf" srcId="{0E19567A-4A38-4B9E-B5BC-18621C202873}" destId="{F8A5DB2D-3F43-453A-BE20-0ED97F406E59}" srcOrd="0" destOrd="0" presId="urn:microsoft.com/office/officeart/2005/8/layout/process1"/>
    <dgm:cxn modelId="{80E094E0-FEAA-4062-A3EA-5FF0A9BC8F8E}" srcId="{139C3E37-ECAD-48A3-B362-66CA67CF7D1C}" destId="{4B82C389-F78B-47C1-9988-CAE62E37F8D4}" srcOrd="2" destOrd="0" parTransId="{EB2C7614-4D30-43D5-8C6F-693C77FB650B}" sibTransId="{720A7C70-727C-4799-995A-B59D088B02DA}"/>
    <dgm:cxn modelId="{05FA8E0D-0082-4AC0-B558-EB87CFE76EA6}" type="presParOf" srcId="{13B26E22-60BE-4602-AB4A-9EF23E715CF9}" destId="{F8A5DB2D-3F43-453A-BE20-0ED97F406E59}" srcOrd="0" destOrd="0" presId="urn:microsoft.com/office/officeart/2005/8/layout/process1"/>
    <dgm:cxn modelId="{2C3024E0-D06E-4224-ADC5-D66F02C21DB1}" type="presParOf" srcId="{13B26E22-60BE-4602-AB4A-9EF23E715CF9}" destId="{331D890F-3DBE-4045-8FC3-FCF18B6AEB8B}" srcOrd="1" destOrd="0" presId="urn:microsoft.com/office/officeart/2005/8/layout/process1"/>
    <dgm:cxn modelId="{02ADA5C7-1CA5-4CEE-A2F5-F14DF1C401E6}" type="presParOf" srcId="{331D890F-3DBE-4045-8FC3-FCF18B6AEB8B}" destId="{1A21870D-B4F5-4C65-9333-8071F61D758E}" srcOrd="0" destOrd="0" presId="urn:microsoft.com/office/officeart/2005/8/layout/process1"/>
    <dgm:cxn modelId="{9C6CF3FA-4861-47B1-B5D1-06EF651783C9}" type="presParOf" srcId="{13B26E22-60BE-4602-AB4A-9EF23E715CF9}" destId="{68B495E4-01B6-41E4-949A-6A69B1785AE7}" srcOrd="2" destOrd="0" presId="urn:microsoft.com/office/officeart/2005/8/layout/process1"/>
    <dgm:cxn modelId="{A37FD2F3-445E-4EC1-8C90-EAAEE9992EE1}" type="presParOf" srcId="{13B26E22-60BE-4602-AB4A-9EF23E715CF9}" destId="{2309C17D-0E85-421A-86B0-98D72E6EBD26}" srcOrd="3" destOrd="0" presId="urn:microsoft.com/office/officeart/2005/8/layout/process1"/>
    <dgm:cxn modelId="{F6B3697D-0978-4462-BD14-0728927E8A27}" type="presParOf" srcId="{2309C17D-0E85-421A-86B0-98D72E6EBD26}" destId="{BA38FBA5-650D-4E13-82C2-F97143A3E60F}" srcOrd="0" destOrd="0" presId="urn:microsoft.com/office/officeart/2005/8/layout/process1"/>
    <dgm:cxn modelId="{905D6CFC-F6A0-418F-B908-876DA185BEDA}" type="presParOf" srcId="{13B26E22-60BE-4602-AB4A-9EF23E715CF9}" destId="{7E91B017-0F65-458A-A87E-F49B53FF9A28}" srcOrd="4" destOrd="0" presId="urn:microsoft.com/office/officeart/2005/8/layout/process1"/>
    <dgm:cxn modelId="{35B3194F-857E-4764-B6E7-7DF2AB7E124C}" type="presParOf" srcId="{13B26E22-60BE-4602-AB4A-9EF23E715CF9}" destId="{DE888B25-620B-49B7-A2F0-1CAC602A9A15}" srcOrd="5" destOrd="0" presId="urn:microsoft.com/office/officeart/2005/8/layout/process1"/>
    <dgm:cxn modelId="{0F3B9881-301E-4F25-97A2-14B878A4656D}" type="presParOf" srcId="{DE888B25-620B-49B7-A2F0-1CAC602A9A15}" destId="{A3CD1234-A463-4EF3-A229-AB0D66E40D26}" srcOrd="0" destOrd="0" presId="urn:microsoft.com/office/officeart/2005/8/layout/process1"/>
    <dgm:cxn modelId="{8E281816-194E-4A3A-B0D3-A3474D692429}" type="presParOf" srcId="{13B26E22-60BE-4602-AB4A-9EF23E715CF9}" destId="{675A9C48-DEBA-4EFD-8B8C-5FB9153ECB08}"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FBA36E-05FD-B741-B0F0-1F43D90B026E}">
      <dsp:nvSpPr>
        <dsp:cNvPr id="0" name=""/>
        <dsp:cNvSpPr/>
      </dsp:nvSpPr>
      <dsp:spPr>
        <a:xfrm>
          <a:off x="2310" y="535015"/>
          <a:ext cx="1833041" cy="109982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Protocol</a:t>
          </a:r>
        </a:p>
      </dsp:txBody>
      <dsp:txXfrm>
        <a:off x="2310" y="535015"/>
        <a:ext cx="1833041" cy="1099824"/>
      </dsp:txXfrm>
    </dsp:sp>
    <dsp:sp modelId="{C87FE474-890C-414B-A8F0-7521FFA1677D}">
      <dsp:nvSpPr>
        <dsp:cNvPr id="0" name=""/>
        <dsp:cNvSpPr/>
      </dsp:nvSpPr>
      <dsp:spPr>
        <a:xfrm>
          <a:off x="2018656" y="535015"/>
          <a:ext cx="1833041" cy="109982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Destination</a:t>
          </a:r>
        </a:p>
      </dsp:txBody>
      <dsp:txXfrm>
        <a:off x="2018656" y="535015"/>
        <a:ext cx="1833041" cy="1099824"/>
      </dsp:txXfrm>
    </dsp:sp>
    <dsp:sp modelId="{33DE8FC5-8504-6448-8765-290485184242}">
      <dsp:nvSpPr>
        <dsp:cNvPr id="0" name=""/>
        <dsp:cNvSpPr/>
      </dsp:nvSpPr>
      <dsp:spPr>
        <a:xfrm>
          <a:off x="4035001" y="535015"/>
          <a:ext cx="1833041" cy="109982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Interface</a:t>
          </a:r>
        </a:p>
      </dsp:txBody>
      <dsp:txXfrm>
        <a:off x="4035001" y="535015"/>
        <a:ext cx="1833041" cy="1099824"/>
      </dsp:txXfrm>
    </dsp:sp>
    <dsp:sp modelId="{A2AEFC2A-C0D3-9641-95CE-68D370AE135A}">
      <dsp:nvSpPr>
        <dsp:cNvPr id="0" name=""/>
        <dsp:cNvSpPr/>
      </dsp:nvSpPr>
      <dsp:spPr>
        <a:xfrm>
          <a:off x="6051347" y="535015"/>
          <a:ext cx="1833041" cy="109982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Gateway/next hop</a:t>
          </a:r>
        </a:p>
      </dsp:txBody>
      <dsp:txXfrm>
        <a:off x="6051347" y="535015"/>
        <a:ext cx="1833041" cy="10998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65E9E6-6AA4-1543-9AA9-CD754D9B2325}">
      <dsp:nvSpPr>
        <dsp:cNvPr id="0" name=""/>
        <dsp:cNvSpPr/>
      </dsp:nvSpPr>
      <dsp:spPr>
        <a:xfrm>
          <a:off x="2965" y="683286"/>
          <a:ext cx="1782979" cy="59017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Directly connected routes</a:t>
          </a:r>
        </a:p>
      </dsp:txBody>
      <dsp:txXfrm>
        <a:off x="2965" y="683286"/>
        <a:ext cx="1782979" cy="590170"/>
      </dsp:txXfrm>
    </dsp:sp>
    <dsp:sp modelId="{8D7576D7-580B-FE4C-A467-7E317D188DE9}">
      <dsp:nvSpPr>
        <dsp:cNvPr id="0" name=""/>
        <dsp:cNvSpPr/>
      </dsp:nvSpPr>
      <dsp:spPr>
        <a:xfrm>
          <a:off x="5" y="1246294"/>
          <a:ext cx="1782979" cy="1369068"/>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For subnets for which the router has a local interface</a:t>
          </a:r>
        </a:p>
      </dsp:txBody>
      <dsp:txXfrm>
        <a:off x="5" y="1246294"/>
        <a:ext cx="1782979" cy="1369068"/>
      </dsp:txXfrm>
    </dsp:sp>
    <dsp:sp modelId="{8E5AC353-0E96-1B41-AE27-7BA1E5A8DBAC}">
      <dsp:nvSpPr>
        <dsp:cNvPr id="0" name=""/>
        <dsp:cNvSpPr/>
      </dsp:nvSpPr>
      <dsp:spPr>
        <a:xfrm>
          <a:off x="2035561" y="683286"/>
          <a:ext cx="1782979" cy="59017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Remote routes</a:t>
          </a:r>
        </a:p>
      </dsp:txBody>
      <dsp:txXfrm>
        <a:off x="2035561" y="683286"/>
        <a:ext cx="1782979" cy="590170"/>
      </dsp:txXfrm>
    </dsp:sp>
    <dsp:sp modelId="{C9F24BE2-2D56-BC4E-B997-D69EC62DC0FC}">
      <dsp:nvSpPr>
        <dsp:cNvPr id="0" name=""/>
        <dsp:cNvSpPr/>
      </dsp:nvSpPr>
      <dsp:spPr>
        <a:xfrm>
          <a:off x="2032602" y="1246294"/>
          <a:ext cx="1782979" cy="1369068"/>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For subnets and IP networks that are not directly attached</a:t>
          </a:r>
        </a:p>
      </dsp:txBody>
      <dsp:txXfrm>
        <a:off x="2032602" y="1246294"/>
        <a:ext cx="1782979" cy="1369068"/>
      </dsp:txXfrm>
    </dsp:sp>
    <dsp:sp modelId="{6A660B1D-8980-B54A-8E12-B2C19AA17B20}">
      <dsp:nvSpPr>
        <dsp:cNvPr id="0" name=""/>
        <dsp:cNvSpPr/>
      </dsp:nvSpPr>
      <dsp:spPr>
        <a:xfrm>
          <a:off x="4068158" y="683286"/>
          <a:ext cx="1782979" cy="59017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Host routes</a:t>
          </a:r>
        </a:p>
      </dsp:txBody>
      <dsp:txXfrm>
        <a:off x="4068158" y="683286"/>
        <a:ext cx="1782979" cy="590170"/>
      </dsp:txXfrm>
    </dsp:sp>
    <dsp:sp modelId="{C39C4D70-E0EB-B94D-8546-A068586D5BF4}">
      <dsp:nvSpPr>
        <dsp:cNvPr id="0" name=""/>
        <dsp:cNvSpPr/>
      </dsp:nvSpPr>
      <dsp:spPr>
        <a:xfrm>
          <a:off x="4065198" y="1246294"/>
          <a:ext cx="1782979" cy="1369068"/>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To a specific IP address</a:t>
          </a:r>
        </a:p>
      </dsp:txBody>
      <dsp:txXfrm>
        <a:off x="4065198" y="1246294"/>
        <a:ext cx="1782979" cy="1369068"/>
      </dsp:txXfrm>
    </dsp:sp>
    <dsp:sp modelId="{42A8EEBC-5E8E-AE44-A070-858ED5FBCE64}">
      <dsp:nvSpPr>
        <dsp:cNvPr id="0" name=""/>
        <dsp:cNvSpPr/>
      </dsp:nvSpPr>
      <dsp:spPr>
        <a:xfrm>
          <a:off x="6100755" y="683286"/>
          <a:ext cx="1782979" cy="59017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Default route</a:t>
          </a:r>
        </a:p>
      </dsp:txBody>
      <dsp:txXfrm>
        <a:off x="6100755" y="683286"/>
        <a:ext cx="1782979" cy="590170"/>
      </dsp:txXfrm>
    </dsp:sp>
    <dsp:sp modelId="{AF1239EC-B4D3-9041-A8FD-2D01F35BDA53}">
      <dsp:nvSpPr>
        <dsp:cNvPr id="0" name=""/>
        <dsp:cNvSpPr/>
      </dsp:nvSpPr>
      <dsp:spPr>
        <a:xfrm>
          <a:off x="6097795" y="1246294"/>
          <a:ext cx="1782979" cy="1369068"/>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To use when an exact match for a network or host route is not found</a:t>
          </a:r>
        </a:p>
      </dsp:txBody>
      <dsp:txXfrm>
        <a:off x="6097795" y="1246294"/>
        <a:ext cx="1782979" cy="13690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91C9C8-859A-EF4D-A19E-E427602C5327}">
      <dsp:nvSpPr>
        <dsp:cNvPr id="0" name=""/>
        <dsp:cNvSpPr/>
      </dsp:nvSpPr>
      <dsp:spPr>
        <a:xfrm>
          <a:off x="0" y="570349"/>
          <a:ext cx="3448050" cy="2520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7607" tIns="416560" rIns="26760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Same subnet or IP network must not be separated by a router</a:t>
          </a:r>
        </a:p>
        <a:p>
          <a:pPr marL="228600" lvl="1" indent="-228600" algn="l" defTabSz="889000">
            <a:lnSpc>
              <a:spcPct val="90000"/>
            </a:lnSpc>
            <a:spcBef>
              <a:spcPct val="0"/>
            </a:spcBef>
            <a:spcAft>
              <a:spcPct val="15000"/>
            </a:spcAft>
            <a:buChar char="•"/>
          </a:pPr>
          <a:r>
            <a:rPr lang="en-US" sz="2000" kern="1200" dirty="0">
              <a:solidFill>
                <a:srgbClr val="20282F"/>
              </a:solidFill>
            </a:rPr>
            <a:t>Different subnets or </a:t>
          </a:r>
          <a:br>
            <a:rPr lang="en-US" sz="2000" kern="1200" dirty="0">
              <a:solidFill>
                <a:srgbClr val="20282F"/>
              </a:solidFill>
            </a:rPr>
          </a:br>
          <a:r>
            <a:rPr lang="en-US" sz="2000" kern="1200" dirty="0">
              <a:solidFill>
                <a:srgbClr val="20282F"/>
              </a:solidFill>
            </a:rPr>
            <a:t>IP networks must be separated by a router</a:t>
          </a:r>
        </a:p>
      </dsp:txBody>
      <dsp:txXfrm>
        <a:off x="0" y="570349"/>
        <a:ext cx="3448050" cy="2520000"/>
      </dsp:txXfrm>
    </dsp:sp>
    <dsp:sp modelId="{9B5A48A9-4BE7-AF4F-8263-E72ED1069587}">
      <dsp:nvSpPr>
        <dsp:cNvPr id="0" name=""/>
        <dsp:cNvSpPr/>
      </dsp:nvSpPr>
      <dsp:spPr>
        <a:xfrm>
          <a:off x="172402" y="275149"/>
          <a:ext cx="2413635"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230" tIns="0" rIns="91230" bIns="0" numCol="1" spcCol="1270" anchor="ctr" anchorCtr="0">
          <a:noAutofit/>
        </a:bodyPr>
        <a:lstStyle/>
        <a:p>
          <a:pPr marL="0" lvl="0" indent="0" algn="l" defTabSz="889000">
            <a:lnSpc>
              <a:spcPct val="90000"/>
            </a:lnSpc>
            <a:spcBef>
              <a:spcPct val="0"/>
            </a:spcBef>
            <a:spcAft>
              <a:spcPct val="35000"/>
            </a:spcAft>
            <a:buNone/>
          </a:pPr>
          <a:r>
            <a:rPr lang="en-US" sz="2000" kern="1200" dirty="0"/>
            <a:t>Router Placement</a:t>
          </a:r>
        </a:p>
      </dsp:txBody>
      <dsp:txXfrm>
        <a:off x="201223" y="303970"/>
        <a:ext cx="2355993" cy="5327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A7832-7408-4E45-B282-7808E710D65A}">
      <dsp:nvSpPr>
        <dsp:cNvPr id="0" name=""/>
        <dsp:cNvSpPr/>
      </dsp:nvSpPr>
      <dsp:spPr>
        <a:xfrm>
          <a:off x="2931" y="4032"/>
          <a:ext cx="1762736" cy="705094"/>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show route</a:t>
          </a:r>
        </a:p>
      </dsp:txBody>
      <dsp:txXfrm>
        <a:off x="2931" y="4032"/>
        <a:ext cx="1762736" cy="705094"/>
      </dsp:txXfrm>
    </dsp:sp>
    <dsp:sp modelId="{90EC6DE2-F133-45E2-8798-A577BC650A65}">
      <dsp:nvSpPr>
        <dsp:cNvPr id="0" name=""/>
        <dsp:cNvSpPr/>
      </dsp:nvSpPr>
      <dsp:spPr>
        <a:xfrm>
          <a:off x="2931" y="709127"/>
          <a:ext cx="1762736" cy="118584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7938" lvl="1" indent="0" algn="l" defTabSz="800100">
            <a:lnSpc>
              <a:spcPct val="90000"/>
            </a:lnSpc>
            <a:spcBef>
              <a:spcPct val="0"/>
            </a:spcBef>
            <a:spcAft>
              <a:spcPct val="15000"/>
            </a:spcAft>
            <a:buNone/>
            <a:tabLst/>
          </a:pPr>
          <a:r>
            <a:rPr lang="en-US" sz="1800" kern="1200" dirty="0">
              <a:solidFill>
                <a:srgbClr val="20282F"/>
              </a:solidFill>
            </a:rPr>
            <a:t>Displays routing table</a:t>
          </a:r>
        </a:p>
      </dsp:txBody>
      <dsp:txXfrm>
        <a:off x="2931" y="709127"/>
        <a:ext cx="1762736" cy="1185840"/>
      </dsp:txXfrm>
    </dsp:sp>
    <dsp:sp modelId="{1E5901DB-0A2F-4EA0-99D8-1DBC4542175A}">
      <dsp:nvSpPr>
        <dsp:cNvPr id="0" name=""/>
        <dsp:cNvSpPr/>
      </dsp:nvSpPr>
      <dsp:spPr>
        <a:xfrm>
          <a:off x="2024367" y="4032"/>
          <a:ext cx="1762736" cy="705094"/>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show arp </a:t>
          </a:r>
        </a:p>
      </dsp:txBody>
      <dsp:txXfrm>
        <a:off x="2024367" y="4032"/>
        <a:ext cx="1762736" cy="705094"/>
      </dsp:txXfrm>
    </dsp:sp>
    <dsp:sp modelId="{E79E26A6-4276-4413-8AB9-BC718CF69E65}">
      <dsp:nvSpPr>
        <dsp:cNvPr id="0" name=""/>
        <dsp:cNvSpPr/>
      </dsp:nvSpPr>
      <dsp:spPr>
        <a:xfrm>
          <a:off x="2022393" y="709127"/>
          <a:ext cx="1762736" cy="118584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lvl="1" indent="0" algn="l" defTabSz="800100">
            <a:lnSpc>
              <a:spcPct val="90000"/>
            </a:lnSpc>
            <a:spcBef>
              <a:spcPct val="0"/>
            </a:spcBef>
            <a:spcAft>
              <a:spcPct val="15000"/>
            </a:spcAft>
            <a:buNone/>
            <a:tabLst/>
          </a:pPr>
          <a:r>
            <a:rPr lang="en-US" sz="1800" kern="1200" dirty="0">
              <a:solidFill>
                <a:srgbClr val="20282F"/>
              </a:solidFill>
            </a:rPr>
            <a:t>Lists current ARP table entries</a:t>
          </a:r>
        </a:p>
      </dsp:txBody>
      <dsp:txXfrm>
        <a:off x="2022393" y="709127"/>
        <a:ext cx="1762736" cy="1185840"/>
      </dsp:txXfrm>
    </dsp:sp>
    <dsp:sp modelId="{EC308B55-936F-475D-A3B5-8E2113133112}">
      <dsp:nvSpPr>
        <dsp:cNvPr id="0" name=""/>
        <dsp:cNvSpPr/>
      </dsp:nvSpPr>
      <dsp:spPr>
        <a:xfrm>
          <a:off x="4021971" y="4032"/>
          <a:ext cx="1762736" cy="705094"/>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route </a:t>
          </a:r>
        </a:p>
      </dsp:txBody>
      <dsp:txXfrm>
        <a:off x="4021971" y="4032"/>
        <a:ext cx="1762736" cy="705094"/>
      </dsp:txXfrm>
    </dsp:sp>
    <dsp:sp modelId="{EAF18873-82FF-44BF-AC7C-F2A6DF5200F1}">
      <dsp:nvSpPr>
        <dsp:cNvPr id="0" name=""/>
        <dsp:cNvSpPr/>
      </dsp:nvSpPr>
      <dsp:spPr>
        <a:xfrm>
          <a:off x="4021971" y="709127"/>
          <a:ext cx="1762736" cy="118584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lvl="1" indent="0" algn="l" defTabSz="800100">
            <a:lnSpc>
              <a:spcPct val="90000"/>
            </a:lnSpc>
            <a:spcBef>
              <a:spcPct val="0"/>
            </a:spcBef>
            <a:spcAft>
              <a:spcPct val="15000"/>
            </a:spcAft>
            <a:buNone/>
            <a:tabLst/>
          </a:pPr>
          <a:r>
            <a:rPr lang="en-US" sz="1800" kern="1200" dirty="0">
              <a:solidFill>
                <a:srgbClr val="20282F"/>
              </a:solidFill>
            </a:rPr>
            <a:t>Shows IP routing table of a host</a:t>
          </a:r>
        </a:p>
      </dsp:txBody>
      <dsp:txXfrm>
        <a:off x="4021971" y="709127"/>
        <a:ext cx="1762736" cy="1185840"/>
      </dsp:txXfrm>
    </dsp:sp>
    <dsp:sp modelId="{D0377EAA-709B-4F1B-AA4D-A3316B17522A}">
      <dsp:nvSpPr>
        <dsp:cNvPr id="0" name=""/>
        <dsp:cNvSpPr/>
      </dsp:nvSpPr>
      <dsp:spPr>
        <a:xfrm>
          <a:off x="6031490" y="4032"/>
          <a:ext cx="1762736" cy="705094"/>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traceroute</a:t>
          </a:r>
        </a:p>
      </dsp:txBody>
      <dsp:txXfrm>
        <a:off x="6031490" y="4032"/>
        <a:ext cx="1762736" cy="705094"/>
      </dsp:txXfrm>
    </dsp:sp>
    <dsp:sp modelId="{A5DD30FA-2D51-41CE-B1CB-F2D906C158D6}">
      <dsp:nvSpPr>
        <dsp:cNvPr id="0" name=""/>
        <dsp:cNvSpPr/>
      </dsp:nvSpPr>
      <dsp:spPr>
        <a:xfrm>
          <a:off x="6031490" y="709127"/>
          <a:ext cx="1762736" cy="118584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lvl="1" indent="0" algn="l" defTabSz="800100">
            <a:lnSpc>
              <a:spcPct val="90000"/>
            </a:lnSpc>
            <a:spcBef>
              <a:spcPct val="0"/>
            </a:spcBef>
            <a:spcAft>
              <a:spcPct val="15000"/>
            </a:spcAft>
            <a:buNone/>
            <a:tabLst/>
          </a:pPr>
          <a:r>
            <a:rPr lang="en-US" sz="1800" kern="1200" dirty="0">
              <a:solidFill>
                <a:srgbClr val="20282F"/>
              </a:solidFill>
            </a:rPr>
            <a:t>Tracks a packet’s path to destination</a:t>
          </a:r>
        </a:p>
      </dsp:txBody>
      <dsp:txXfrm>
        <a:off x="6031490" y="709127"/>
        <a:ext cx="1762736" cy="11858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038FB-4F68-4A3C-8102-6D41D6CE2D7F}">
      <dsp:nvSpPr>
        <dsp:cNvPr id="0" name=""/>
        <dsp:cNvSpPr/>
      </dsp:nvSpPr>
      <dsp:spPr>
        <a:xfrm>
          <a:off x="157706" y="439077"/>
          <a:ext cx="3704284" cy="1157588"/>
        </a:xfrm>
        <a:prstGeom prst="rect">
          <a:avLst/>
        </a:prstGeom>
        <a:solidFill>
          <a:schemeClr val="bg1">
            <a:lumMod val="95000"/>
            <a:alpha val="40000"/>
          </a:schemeClr>
        </a:solidFill>
        <a:ln w="9525" cap="flat" cmpd="sng" algn="ctr">
          <a:solidFill>
            <a:schemeClr val="bg1">
              <a:lumMod val="85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4074"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solidFill>
                <a:srgbClr val="20282F"/>
              </a:solidFill>
            </a:rPr>
            <a:t>What is the function of a routing table? </a:t>
          </a:r>
        </a:p>
      </dsp:txBody>
      <dsp:txXfrm>
        <a:off x="157706" y="439077"/>
        <a:ext cx="3704284" cy="1157588"/>
      </dsp:txXfrm>
    </dsp:sp>
    <dsp:sp modelId="{7D9D1A54-8B17-48DD-908F-FE2E937650CC}">
      <dsp:nvSpPr>
        <dsp:cNvPr id="0" name=""/>
        <dsp:cNvSpPr/>
      </dsp:nvSpPr>
      <dsp:spPr>
        <a:xfrm>
          <a:off x="3361" y="271870"/>
          <a:ext cx="810312" cy="1215468"/>
        </a:xfrm>
        <a:prstGeom prst="rect">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D9F00F-FB95-4FC6-BBA9-3A7500A996ED}">
      <dsp:nvSpPr>
        <dsp:cNvPr id="0" name=""/>
        <dsp:cNvSpPr/>
      </dsp:nvSpPr>
      <dsp:spPr>
        <a:xfrm>
          <a:off x="4179054" y="439077"/>
          <a:ext cx="3704284" cy="1157588"/>
        </a:xfrm>
        <a:prstGeom prst="rect">
          <a:avLst/>
        </a:prstGeom>
        <a:solidFill>
          <a:schemeClr val="bg1">
            <a:lumMod val="95000"/>
            <a:alpha val="40000"/>
          </a:schemeClr>
        </a:solidFill>
        <a:ln w="9525" cap="flat" cmpd="sng" algn="ctr">
          <a:solidFill>
            <a:schemeClr val="bg1">
              <a:lumMod val="85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4074"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solidFill>
                <a:srgbClr val="20282F"/>
              </a:solidFill>
            </a:rPr>
            <a:t>What are directly connected routes?</a:t>
          </a:r>
        </a:p>
      </dsp:txBody>
      <dsp:txXfrm>
        <a:off x="4179054" y="439077"/>
        <a:ext cx="3704284" cy="1157588"/>
      </dsp:txXfrm>
    </dsp:sp>
    <dsp:sp modelId="{04AC4F74-8AE8-4D5D-A267-7A6E10760831}">
      <dsp:nvSpPr>
        <dsp:cNvPr id="0" name=""/>
        <dsp:cNvSpPr/>
      </dsp:nvSpPr>
      <dsp:spPr>
        <a:xfrm>
          <a:off x="4024708" y="271870"/>
          <a:ext cx="810312" cy="1215468"/>
        </a:xfrm>
        <a:prstGeom prst="rect">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D0E494-5458-43F6-A1EA-4508BF41886A}">
      <dsp:nvSpPr>
        <dsp:cNvPr id="0" name=""/>
        <dsp:cNvSpPr/>
      </dsp:nvSpPr>
      <dsp:spPr>
        <a:xfrm>
          <a:off x="2168380" y="1896353"/>
          <a:ext cx="3704284" cy="1157588"/>
        </a:xfrm>
        <a:prstGeom prst="rect">
          <a:avLst/>
        </a:prstGeom>
        <a:solidFill>
          <a:schemeClr val="bg1">
            <a:lumMod val="95000"/>
            <a:alpha val="40000"/>
          </a:schemeClr>
        </a:solidFill>
        <a:ln w="9525" cap="flat" cmpd="sng" algn="ctr">
          <a:solidFill>
            <a:schemeClr val="bg1">
              <a:lumMod val="85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4074"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solidFill>
                <a:srgbClr val="20282F"/>
              </a:solidFill>
            </a:rPr>
            <a:t>What is traceroute used for? </a:t>
          </a:r>
        </a:p>
      </dsp:txBody>
      <dsp:txXfrm>
        <a:off x="2168380" y="1896353"/>
        <a:ext cx="3704284" cy="1157588"/>
      </dsp:txXfrm>
    </dsp:sp>
    <dsp:sp modelId="{BCF920A9-7577-4392-8194-2F39A8D7FEE5}">
      <dsp:nvSpPr>
        <dsp:cNvPr id="0" name=""/>
        <dsp:cNvSpPr/>
      </dsp:nvSpPr>
      <dsp:spPr>
        <a:xfrm>
          <a:off x="2014035" y="1729146"/>
          <a:ext cx="810312" cy="1215468"/>
        </a:xfrm>
        <a:prstGeom prst="rect">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9158B-70A7-4357-B978-191628B63DAE}">
      <dsp:nvSpPr>
        <dsp:cNvPr id="0" name=""/>
        <dsp:cNvSpPr/>
      </dsp:nvSpPr>
      <dsp:spPr>
        <a:xfrm>
          <a:off x="0" y="245509"/>
          <a:ext cx="7886700" cy="10442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70764"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Dynamic routing protocols are algorithms that automatically update </a:t>
          </a:r>
          <a:br>
            <a:rPr lang="en-US" sz="1400" kern="1200" dirty="0">
              <a:solidFill>
                <a:srgbClr val="20282F"/>
              </a:solidFill>
            </a:rPr>
          </a:br>
          <a:r>
            <a:rPr lang="en-US" sz="1400" kern="1200" dirty="0">
              <a:solidFill>
                <a:srgbClr val="20282F"/>
              </a:solidFill>
            </a:rPr>
            <a:t>route information and adjust the paths between network nodes by </a:t>
          </a:r>
          <a:br>
            <a:rPr lang="en-US" sz="1400" kern="1200" dirty="0">
              <a:solidFill>
                <a:srgbClr val="20282F"/>
              </a:solidFill>
            </a:rPr>
          </a:br>
          <a:r>
            <a:rPr lang="en-US" sz="1400" kern="1200" dirty="0">
              <a:solidFill>
                <a:srgbClr val="20282F"/>
              </a:solidFill>
            </a:rPr>
            <a:t>distributing network topology information</a:t>
          </a:r>
        </a:p>
      </dsp:txBody>
      <dsp:txXfrm>
        <a:off x="0" y="245509"/>
        <a:ext cx="7886700" cy="1044225"/>
      </dsp:txXfrm>
    </dsp:sp>
    <dsp:sp modelId="{D68B05CC-04F4-4B4D-9388-A7995DF33F2F}">
      <dsp:nvSpPr>
        <dsp:cNvPr id="0" name=""/>
        <dsp:cNvSpPr/>
      </dsp:nvSpPr>
      <dsp:spPr>
        <a:xfrm>
          <a:off x="394335" y="53629"/>
          <a:ext cx="5520690" cy="38376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Definition</a:t>
          </a:r>
        </a:p>
      </dsp:txBody>
      <dsp:txXfrm>
        <a:off x="413069" y="72363"/>
        <a:ext cx="5483222" cy="346292"/>
      </dsp:txXfrm>
    </dsp:sp>
    <dsp:sp modelId="{42E4DD7A-F178-4DAB-8A9E-BB018B9DD52F}">
      <dsp:nvSpPr>
        <dsp:cNvPr id="0" name=""/>
        <dsp:cNvSpPr/>
      </dsp:nvSpPr>
      <dsp:spPr>
        <a:xfrm>
          <a:off x="0" y="1551815"/>
          <a:ext cx="7886700" cy="819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70764"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Scalability, adaptivity to network changes, and reduced network </a:t>
          </a:r>
          <a:br>
            <a:rPr lang="en-US" sz="1400" kern="1200" dirty="0">
              <a:solidFill>
                <a:srgbClr val="20282F"/>
              </a:solidFill>
            </a:rPr>
          </a:br>
          <a:r>
            <a:rPr lang="en-US" sz="1400" kern="1200" dirty="0">
              <a:solidFill>
                <a:srgbClr val="20282F"/>
              </a:solidFill>
            </a:rPr>
            <a:t>administration overhead </a:t>
          </a:r>
        </a:p>
      </dsp:txBody>
      <dsp:txXfrm>
        <a:off x="0" y="1551815"/>
        <a:ext cx="7886700" cy="819000"/>
      </dsp:txXfrm>
    </dsp:sp>
    <dsp:sp modelId="{64275145-8FF9-4895-833F-5AC892B34DDF}">
      <dsp:nvSpPr>
        <dsp:cNvPr id="0" name=""/>
        <dsp:cNvSpPr/>
      </dsp:nvSpPr>
      <dsp:spPr>
        <a:xfrm>
          <a:off x="394335" y="1359935"/>
          <a:ext cx="5520690" cy="38376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Advantages </a:t>
          </a:r>
        </a:p>
      </dsp:txBody>
      <dsp:txXfrm>
        <a:off x="413069" y="1378669"/>
        <a:ext cx="5483222" cy="346292"/>
      </dsp:txXfrm>
    </dsp:sp>
    <dsp:sp modelId="{348B83DC-8C60-4C11-BB6B-E3A57879C162}">
      <dsp:nvSpPr>
        <dsp:cNvPr id="0" name=""/>
        <dsp:cNvSpPr/>
      </dsp:nvSpPr>
      <dsp:spPr>
        <a:xfrm>
          <a:off x="0" y="2632895"/>
          <a:ext cx="7886700" cy="8599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70764"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Requires more processing power and memory </a:t>
          </a:r>
        </a:p>
        <a:p>
          <a:pPr marL="114300" lvl="1" indent="-114300" algn="l" defTabSz="622300">
            <a:lnSpc>
              <a:spcPct val="90000"/>
            </a:lnSpc>
            <a:spcBef>
              <a:spcPct val="0"/>
            </a:spcBef>
            <a:spcAft>
              <a:spcPct val="15000"/>
            </a:spcAft>
            <a:buChar char="•"/>
          </a:pPr>
          <a:r>
            <a:rPr lang="en-US" sz="1400" kern="1200" dirty="0">
              <a:solidFill>
                <a:srgbClr val="20282F"/>
              </a:solidFill>
            </a:rPr>
            <a:t>Proper configuration is critical for security and efficiency </a:t>
          </a:r>
        </a:p>
      </dsp:txBody>
      <dsp:txXfrm>
        <a:off x="0" y="2632895"/>
        <a:ext cx="7886700" cy="859950"/>
      </dsp:txXfrm>
    </dsp:sp>
    <dsp:sp modelId="{57725163-7387-4D59-8DAC-A69DAE555031}">
      <dsp:nvSpPr>
        <dsp:cNvPr id="0" name=""/>
        <dsp:cNvSpPr/>
      </dsp:nvSpPr>
      <dsp:spPr>
        <a:xfrm>
          <a:off x="394335" y="2441015"/>
          <a:ext cx="5520690" cy="38376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Considerations</a:t>
          </a:r>
        </a:p>
      </dsp:txBody>
      <dsp:txXfrm>
        <a:off x="413069" y="2459749"/>
        <a:ext cx="5483222" cy="3462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8D74D-526D-438D-B6E2-D67E54DDEC53}">
      <dsp:nvSpPr>
        <dsp:cNvPr id="0" name=""/>
        <dsp:cNvSpPr/>
      </dsp:nvSpPr>
      <dsp:spPr>
        <a:xfrm>
          <a:off x="0" y="293367"/>
          <a:ext cx="7886700" cy="8379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A legacy dynamic routing protocol that finds the best path between </a:t>
          </a:r>
          <a:br>
            <a:rPr lang="en-US" sz="1400" kern="1200" dirty="0">
              <a:solidFill>
                <a:srgbClr val="20282F"/>
              </a:solidFill>
            </a:rPr>
          </a:br>
          <a:r>
            <a:rPr lang="en-US" sz="1400" kern="1200" dirty="0">
              <a:solidFill>
                <a:srgbClr val="20282F"/>
              </a:solidFill>
            </a:rPr>
            <a:t>the source and destination networks</a:t>
          </a:r>
        </a:p>
      </dsp:txBody>
      <dsp:txXfrm>
        <a:off x="0" y="293367"/>
        <a:ext cx="7886700" cy="837900"/>
      </dsp:txXfrm>
    </dsp:sp>
    <dsp:sp modelId="{5DFDD1B0-5712-412F-9A33-8BBDCE8C530C}">
      <dsp:nvSpPr>
        <dsp:cNvPr id="0" name=""/>
        <dsp:cNvSpPr/>
      </dsp:nvSpPr>
      <dsp:spPr>
        <a:xfrm>
          <a:off x="394335" y="86727"/>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Definition</a:t>
          </a:r>
        </a:p>
      </dsp:txBody>
      <dsp:txXfrm>
        <a:off x="414510" y="106902"/>
        <a:ext cx="5480340" cy="372930"/>
      </dsp:txXfrm>
    </dsp:sp>
    <dsp:sp modelId="{47F95FF3-3593-4FC6-8CC1-603A7B594A15}">
      <dsp:nvSpPr>
        <dsp:cNvPr id="0" name=""/>
        <dsp:cNvSpPr/>
      </dsp:nvSpPr>
      <dsp:spPr>
        <a:xfrm>
          <a:off x="0" y="1413507"/>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Uses hop count as the metric for path selection</a:t>
          </a:r>
        </a:p>
        <a:p>
          <a:pPr marL="114300" lvl="1" indent="-114300" algn="l" defTabSz="622300">
            <a:lnSpc>
              <a:spcPct val="90000"/>
            </a:lnSpc>
            <a:spcBef>
              <a:spcPct val="0"/>
            </a:spcBef>
            <a:spcAft>
              <a:spcPct val="15000"/>
            </a:spcAft>
            <a:buChar char="•"/>
          </a:pPr>
          <a:r>
            <a:rPr lang="en-US" sz="1400" kern="1200" dirty="0">
              <a:solidFill>
                <a:srgbClr val="20282F"/>
              </a:solidFill>
            </a:rPr>
            <a:t>15 maximum allowed hops </a:t>
          </a:r>
        </a:p>
      </dsp:txBody>
      <dsp:txXfrm>
        <a:off x="0" y="1413507"/>
        <a:ext cx="7886700" cy="882000"/>
      </dsp:txXfrm>
    </dsp:sp>
    <dsp:sp modelId="{A541582D-9B02-4025-99F4-13EC6291385C}">
      <dsp:nvSpPr>
        <dsp:cNvPr id="0" name=""/>
        <dsp:cNvSpPr/>
      </dsp:nvSpPr>
      <dsp:spPr>
        <a:xfrm>
          <a:off x="394335" y="1206867"/>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Features</a:t>
          </a:r>
        </a:p>
      </dsp:txBody>
      <dsp:txXfrm>
        <a:off x="414510" y="1227042"/>
        <a:ext cx="5480340" cy="372930"/>
      </dsp:txXfrm>
    </dsp:sp>
    <dsp:sp modelId="{1D9EE4C9-DA01-4432-9AB9-CC0FE9FF8912}">
      <dsp:nvSpPr>
        <dsp:cNvPr id="0" name=""/>
        <dsp:cNvSpPr/>
      </dsp:nvSpPr>
      <dsp:spPr>
        <a:xfrm>
          <a:off x="0" y="2577747"/>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Not ideal for large networks because of the hop count limit </a:t>
          </a:r>
        </a:p>
        <a:p>
          <a:pPr marL="114300" lvl="1" indent="-114300" algn="l" defTabSz="622300">
            <a:lnSpc>
              <a:spcPct val="90000"/>
            </a:lnSpc>
            <a:spcBef>
              <a:spcPct val="0"/>
            </a:spcBef>
            <a:spcAft>
              <a:spcPct val="15000"/>
            </a:spcAft>
            <a:buChar char="•"/>
          </a:pPr>
          <a:r>
            <a:rPr lang="en-US" sz="1400" kern="1200" dirty="0">
              <a:solidFill>
                <a:srgbClr val="20282F"/>
              </a:solidFill>
            </a:rPr>
            <a:t>Slow to converge in response to network changes</a:t>
          </a:r>
        </a:p>
      </dsp:txBody>
      <dsp:txXfrm>
        <a:off x="0" y="2577747"/>
        <a:ext cx="7886700" cy="882000"/>
      </dsp:txXfrm>
    </dsp:sp>
    <dsp:sp modelId="{A3970496-2C1D-4637-B900-C7381D4DF9EC}">
      <dsp:nvSpPr>
        <dsp:cNvPr id="0" name=""/>
        <dsp:cNvSpPr/>
      </dsp:nvSpPr>
      <dsp:spPr>
        <a:xfrm>
          <a:off x="394335" y="2371107"/>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Considerations </a:t>
          </a:r>
        </a:p>
      </dsp:txBody>
      <dsp:txXfrm>
        <a:off x="414510" y="2391282"/>
        <a:ext cx="5480340" cy="3729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8CD69C-614A-44A3-BF2D-8C571E5A9428}">
      <dsp:nvSpPr>
        <dsp:cNvPr id="0" name=""/>
        <dsp:cNvSpPr/>
      </dsp:nvSpPr>
      <dsp:spPr>
        <a:xfrm>
          <a:off x="0" y="329392"/>
          <a:ext cx="7886700" cy="8379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An advanced distance-vector protocol that is used on a computer network for automating routing decisions and configurations</a:t>
          </a:r>
        </a:p>
      </dsp:txBody>
      <dsp:txXfrm>
        <a:off x="0" y="329392"/>
        <a:ext cx="7886700" cy="837900"/>
      </dsp:txXfrm>
    </dsp:sp>
    <dsp:sp modelId="{F85357EF-F3EF-4C5E-BF91-26E69BD7268E}">
      <dsp:nvSpPr>
        <dsp:cNvPr id="0" name=""/>
        <dsp:cNvSpPr/>
      </dsp:nvSpPr>
      <dsp:spPr>
        <a:xfrm>
          <a:off x="394335" y="122752"/>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Definition</a:t>
          </a:r>
        </a:p>
      </dsp:txBody>
      <dsp:txXfrm>
        <a:off x="414510" y="142927"/>
        <a:ext cx="5480340" cy="372930"/>
      </dsp:txXfrm>
    </dsp:sp>
    <dsp:sp modelId="{0EEBB42E-90AD-49CE-8FDB-30447CFDCECD}">
      <dsp:nvSpPr>
        <dsp:cNvPr id="0" name=""/>
        <dsp:cNvSpPr/>
      </dsp:nvSpPr>
      <dsp:spPr>
        <a:xfrm>
          <a:off x="0" y="1449532"/>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Uses metrics such as bandwidth, delay, load, and reliability for path selection</a:t>
          </a:r>
        </a:p>
        <a:p>
          <a:pPr marL="114300" lvl="1" indent="-114300" algn="l" defTabSz="622300">
            <a:lnSpc>
              <a:spcPct val="90000"/>
            </a:lnSpc>
            <a:spcBef>
              <a:spcPct val="0"/>
            </a:spcBef>
            <a:spcAft>
              <a:spcPct val="15000"/>
            </a:spcAft>
            <a:buChar char="•"/>
          </a:pPr>
          <a:r>
            <a:rPr lang="en-US" sz="1400" kern="1200" dirty="0">
              <a:solidFill>
                <a:srgbClr val="20282F"/>
              </a:solidFill>
            </a:rPr>
            <a:t>Supports both IPv4 and IPv6 without needing separate configurations</a:t>
          </a:r>
        </a:p>
      </dsp:txBody>
      <dsp:txXfrm>
        <a:off x="0" y="1449532"/>
        <a:ext cx="7886700" cy="882000"/>
      </dsp:txXfrm>
    </dsp:sp>
    <dsp:sp modelId="{334C4BF1-F857-4A50-A894-AAD303E23F89}">
      <dsp:nvSpPr>
        <dsp:cNvPr id="0" name=""/>
        <dsp:cNvSpPr/>
      </dsp:nvSpPr>
      <dsp:spPr>
        <a:xfrm>
          <a:off x="394335" y="1242892"/>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Features</a:t>
          </a:r>
        </a:p>
      </dsp:txBody>
      <dsp:txXfrm>
        <a:off x="414510" y="1263067"/>
        <a:ext cx="5480340" cy="372930"/>
      </dsp:txXfrm>
    </dsp:sp>
    <dsp:sp modelId="{40CCE430-01EE-4B6A-B00E-877F95E686F4}">
      <dsp:nvSpPr>
        <dsp:cNvPr id="0" name=""/>
        <dsp:cNvSpPr/>
      </dsp:nvSpPr>
      <dsp:spPr>
        <a:xfrm>
          <a:off x="0" y="2613772"/>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More complex to configure</a:t>
          </a:r>
        </a:p>
        <a:p>
          <a:pPr marL="114300" lvl="1" indent="-114300" algn="l" defTabSz="622300">
            <a:lnSpc>
              <a:spcPct val="90000"/>
            </a:lnSpc>
            <a:spcBef>
              <a:spcPct val="0"/>
            </a:spcBef>
            <a:spcAft>
              <a:spcPct val="15000"/>
            </a:spcAft>
            <a:buChar char="•"/>
          </a:pPr>
          <a:r>
            <a:rPr lang="en-US" sz="1400" kern="1200" dirty="0">
              <a:solidFill>
                <a:srgbClr val="20282F"/>
              </a:solidFill>
            </a:rPr>
            <a:t>Cisco Systems proprietary protocol</a:t>
          </a:r>
        </a:p>
      </dsp:txBody>
      <dsp:txXfrm>
        <a:off x="0" y="2613772"/>
        <a:ext cx="7886700" cy="882000"/>
      </dsp:txXfrm>
    </dsp:sp>
    <dsp:sp modelId="{2CD03C64-B80A-4167-BD26-8D924299263C}">
      <dsp:nvSpPr>
        <dsp:cNvPr id="0" name=""/>
        <dsp:cNvSpPr/>
      </dsp:nvSpPr>
      <dsp:spPr>
        <a:xfrm>
          <a:off x="394335" y="2407132"/>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Considerations</a:t>
          </a:r>
        </a:p>
      </dsp:txBody>
      <dsp:txXfrm>
        <a:off x="414510" y="2427307"/>
        <a:ext cx="5480340" cy="3729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3616BB-6058-428B-A0BF-2D842799893C}">
      <dsp:nvSpPr>
        <dsp:cNvPr id="0" name=""/>
        <dsp:cNvSpPr/>
      </dsp:nvSpPr>
      <dsp:spPr>
        <a:xfrm>
          <a:off x="0" y="293367"/>
          <a:ext cx="7886700" cy="8379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A dynamic link-state protocol that efficiently exchanges routing information </a:t>
          </a:r>
          <a:br>
            <a:rPr lang="en-US" sz="1400" kern="1200" dirty="0">
              <a:solidFill>
                <a:srgbClr val="20282F"/>
              </a:solidFill>
            </a:rPr>
          </a:br>
          <a:r>
            <a:rPr lang="en-US" sz="1400" kern="1200" dirty="0">
              <a:solidFill>
                <a:srgbClr val="20282F"/>
              </a:solidFill>
            </a:rPr>
            <a:t>within an autonomous system using the Shortest Path First algorithm</a:t>
          </a:r>
        </a:p>
      </dsp:txBody>
      <dsp:txXfrm>
        <a:off x="0" y="293367"/>
        <a:ext cx="7886700" cy="837900"/>
      </dsp:txXfrm>
    </dsp:sp>
    <dsp:sp modelId="{5F41056A-6DE1-4547-8F87-7D19F8D077E7}">
      <dsp:nvSpPr>
        <dsp:cNvPr id="0" name=""/>
        <dsp:cNvSpPr/>
      </dsp:nvSpPr>
      <dsp:spPr>
        <a:xfrm>
          <a:off x="394335" y="86727"/>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Definition </a:t>
          </a:r>
        </a:p>
      </dsp:txBody>
      <dsp:txXfrm>
        <a:off x="414510" y="106902"/>
        <a:ext cx="5480340" cy="372930"/>
      </dsp:txXfrm>
    </dsp:sp>
    <dsp:sp modelId="{FA9A4FCC-937E-4341-B562-4B045DE7EA84}">
      <dsp:nvSpPr>
        <dsp:cNvPr id="0" name=""/>
        <dsp:cNvSpPr/>
      </dsp:nvSpPr>
      <dsp:spPr>
        <a:xfrm>
          <a:off x="0" y="1413507"/>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Computes the shortest path first</a:t>
          </a:r>
        </a:p>
        <a:p>
          <a:pPr marL="114300" lvl="1" indent="-114300" algn="l" defTabSz="622300">
            <a:lnSpc>
              <a:spcPct val="90000"/>
            </a:lnSpc>
            <a:spcBef>
              <a:spcPct val="0"/>
            </a:spcBef>
            <a:spcAft>
              <a:spcPct val="15000"/>
            </a:spcAft>
            <a:buChar char="•"/>
          </a:pPr>
          <a:r>
            <a:rPr lang="en-US" sz="1400" kern="1200" dirty="0">
              <a:solidFill>
                <a:srgbClr val="20282F"/>
              </a:solidFill>
            </a:rPr>
            <a:t>Supports complex network topologies </a:t>
          </a:r>
        </a:p>
      </dsp:txBody>
      <dsp:txXfrm>
        <a:off x="0" y="1413507"/>
        <a:ext cx="7886700" cy="882000"/>
      </dsp:txXfrm>
    </dsp:sp>
    <dsp:sp modelId="{19CDBE3F-D91D-4DDF-953D-778A5939B194}">
      <dsp:nvSpPr>
        <dsp:cNvPr id="0" name=""/>
        <dsp:cNvSpPr/>
      </dsp:nvSpPr>
      <dsp:spPr>
        <a:xfrm>
          <a:off x="394335" y="1206867"/>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Features </a:t>
          </a:r>
        </a:p>
      </dsp:txBody>
      <dsp:txXfrm>
        <a:off x="414510" y="1227042"/>
        <a:ext cx="5480340" cy="372930"/>
      </dsp:txXfrm>
    </dsp:sp>
    <dsp:sp modelId="{1270BC11-E43A-464E-87ED-EF816389734C}">
      <dsp:nvSpPr>
        <dsp:cNvPr id="0" name=""/>
        <dsp:cNvSpPr/>
      </dsp:nvSpPr>
      <dsp:spPr>
        <a:xfrm>
          <a:off x="0" y="2577747"/>
          <a:ext cx="7886700" cy="882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Can be complex planning and configuration</a:t>
          </a:r>
        </a:p>
        <a:p>
          <a:pPr marL="114300" lvl="1" indent="-114300" algn="l" defTabSz="622300">
            <a:lnSpc>
              <a:spcPct val="90000"/>
            </a:lnSpc>
            <a:spcBef>
              <a:spcPct val="0"/>
            </a:spcBef>
            <a:spcAft>
              <a:spcPct val="15000"/>
            </a:spcAft>
            <a:buChar char="•"/>
          </a:pPr>
          <a:r>
            <a:rPr lang="en-US" sz="1400" kern="1200" dirty="0">
              <a:solidFill>
                <a:srgbClr val="20282F"/>
              </a:solidFill>
            </a:rPr>
            <a:t>Requires more bandwidth than distance-vector protocols</a:t>
          </a:r>
        </a:p>
      </dsp:txBody>
      <dsp:txXfrm>
        <a:off x="0" y="2577747"/>
        <a:ext cx="7886700" cy="882000"/>
      </dsp:txXfrm>
    </dsp:sp>
    <dsp:sp modelId="{3B084458-7BB5-4136-AB03-C0755D904251}">
      <dsp:nvSpPr>
        <dsp:cNvPr id="0" name=""/>
        <dsp:cNvSpPr/>
      </dsp:nvSpPr>
      <dsp:spPr>
        <a:xfrm>
          <a:off x="394335" y="2371107"/>
          <a:ext cx="5520690" cy="413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66750">
            <a:lnSpc>
              <a:spcPct val="90000"/>
            </a:lnSpc>
            <a:spcBef>
              <a:spcPct val="0"/>
            </a:spcBef>
            <a:spcAft>
              <a:spcPct val="35000"/>
            </a:spcAft>
            <a:buNone/>
          </a:pPr>
          <a:r>
            <a:rPr lang="en-US" sz="1500" kern="1200" dirty="0"/>
            <a:t>Considerations</a:t>
          </a:r>
        </a:p>
      </dsp:txBody>
      <dsp:txXfrm>
        <a:off x="414510" y="2391282"/>
        <a:ext cx="5480340" cy="3729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3922B-BC92-4BAB-8765-9444FB79CAF1}">
      <dsp:nvSpPr>
        <dsp:cNvPr id="0" name=""/>
        <dsp:cNvSpPr/>
      </dsp:nvSpPr>
      <dsp:spPr>
        <a:xfrm>
          <a:off x="0" y="341031"/>
          <a:ext cx="7886700" cy="9922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Gateway protocol that enables the Internet to exchange </a:t>
          </a:r>
          <a:br>
            <a:rPr lang="en-US" sz="1500" kern="1200" dirty="0">
              <a:solidFill>
                <a:srgbClr val="20282F"/>
              </a:solidFill>
            </a:rPr>
          </a:br>
          <a:r>
            <a:rPr lang="en-US" sz="1500" kern="1200" dirty="0">
              <a:solidFill>
                <a:srgbClr val="20282F"/>
              </a:solidFill>
            </a:rPr>
            <a:t>routing information between autonomous systems</a:t>
          </a:r>
        </a:p>
      </dsp:txBody>
      <dsp:txXfrm>
        <a:off x="0" y="341031"/>
        <a:ext cx="7886700" cy="992250"/>
      </dsp:txXfrm>
    </dsp:sp>
    <dsp:sp modelId="{1302BD86-C3FE-4B5A-B810-CED78A824E01}">
      <dsp:nvSpPr>
        <dsp:cNvPr id="0" name=""/>
        <dsp:cNvSpPr/>
      </dsp:nvSpPr>
      <dsp:spPr>
        <a:xfrm>
          <a:off x="394335" y="45831"/>
          <a:ext cx="5520690" cy="5904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Definition </a:t>
          </a:r>
        </a:p>
      </dsp:txBody>
      <dsp:txXfrm>
        <a:off x="423156" y="74652"/>
        <a:ext cx="5463048" cy="532758"/>
      </dsp:txXfrm>
    </dsp:sp>
    <dsp:sp modelId="{84787B0A-3417-4D0C-A4FA-698E208C9369}">
      <dsp:nvSpPr>
        <dsp:cNvPr id="0" name=""/>
        <dsp:cNvSpPr/>
      </dsp:nvSpPr>
      <dsp:spPr>
        <a:xfrm>
          <a:off x="0" y="1756301"/>
          <a:ext cx="7886700" cy="1543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Scalable to the Internet’s size, handling thousands of routes</a:t>
          </a:r>
        </a:p>
        <a:p>
          <a:pPr marL="114300" lvl="1" indent="-114300" algn="l" defTabSz="666750">
            <a:lnSpc>
              <a:spcPct val="90000"/>
            </a:lnSpc>
            <a:spcBef>
              <a:spcPct val="0"/>
            </a:spcBef>
            <a:spcAft>
              <a:spcPct val="15000"/>
            </a:spcAft>
            <a:buChar char="•"/>
          </a:pPr>
          <a:r>
            <a:rPr lang="en-US" sz="1500" kern="1200" dirty="0">
              <a:solidFill>
                <a:srgbClr val="20282F"/>
              </a:solidFill>
            </a:rPr>
            <a:t>Uses path vector protocol for establishing routing decisions</a:t>
          </a:r>
        </a:p>
        <a:p>
          <a:pPr marL="114300" lvl="1" indent="-114300" algn="l" defTabSz="666750">
            <a:lnSpc>
              <a:spcPct val="90000"/>
            </a:lnSpc>
            <a:spcBef>
              <a:spcPct val="0"/>
            </a:spcBef>
            <a:spcAft>
              <a:spcPct val="15000"/>
            </a:spcAft>
            <a:buChar char="•"/>
          </a:pPr>
          <a:r>
            <a:rPr lang="en-US" sz="1500" kern="1200" dirty="0">
              <a:solidFill>
                <a:srgbClr val="20282F"/>
              </a:solidFill>
            </a:rPr>
            <a:t>Supports CIDR, allowing for efficient IP address management and route aggregation</a:t>
          </a:r>
        </a:p>
      </dsp:txBody>
      <dsp:txXfrm>
        <a:off x="0" y="1756301"/>
        <a:ext cx="7886700" cy="1543500"/>
      </dsp:txXfrm>
    </dsp:sp>
    <dsp:sp modelId="{177B74E5-3349-44CE-A44E-E9A34B57488C}">
      <dsp:nvSpPr>
        <dsp:cNvPr id="0" name=""/>
        <dsp:cNvSpPr/>
      </dsp:nvSpPr>
      <dsp:spPr>
        <a:xfrm>
          <a:off x="394335" y="1441281"/>
          <a:ext cx="5520690" cy="5904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Features </a:t>
          </a:r>
        </a:p>
      </dsp:txBody>
      <dsp:txXfrm>
        <a:off x="423156" y="1470102"/>
        <a:ext cx="5463048" cy="5327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67270-8AF9-A341-8086-1B832BF0306F}">
      <dsp:nvSpPr>
        <dsp:cNvPr id="0" name=""/>
        <dsp:cNvSpPr/>
      </dsp:nvSpPr>
      <dsp:spPr>
        <a:xfrm>
          <a:off x="0" y="246306"/>
          <a:ext cx="7886700" cy="14868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33248"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Modifies the network address information in packet </a:t>
          </a:r>
          <a:br>
            <a:rPr lang="en-US" sz="1600" kern="1200" dirty="0">
              <a:solidFill>
                <a:srgbClr val="20282F"/>
              </a:solidFill>
            </a:rPr>
          </a:br>
          <a:r>
            <a:rPr lang="en-US" sz="1600" kern="1200" dirty="0">
              <a:solidFill>
                <a:srgbClr val="20282F"/>
              </a:solidFill>
            </a:rPr>
            <a:t>headers while in transit</a:t>
          </a:r>
        </a:p>
        <a:p>
          <a:pPr marL="171450" lvl="1" indent="-171450" algn="l" defTabSz="711200">
            <a:lnSpc>
              <a:spcPct val="90000"/>
            </a:lnSpc>
            <a:spcBef>
              <a:spcPct val="0"/>
            </a:spcBef>
            <a:spcAft>
              <a:spcPct val="15000"/>
            </a:spcAft>
            <a:buChar char="•"/>
          </a:pPr>
          <a:r>
            <a:rPr lang="en-US" sz="1600" kern="1200" dirty="0">
              <a:solidFill>
                <a:srgbClr val="20282F"/>
              </a:solidFill>
            </a:rPr>
            <a:t>Enables multiple devices on a local network to share a </a:t>
          </a:r>
          <a:br>
            <a:rPr lang="en-US" sz="1600" kern="1200" dirty="0">
              <a:solidFill>
                <a:srgbClr val="20282F"/>
              </a:solidFill>
            </a:rPr>
          </a:br>
          <a:r>
            <a:rPr lang="en-US" sz="1600" kern="1200" dirty="0">
              <a:solidFill>
                <a:srgbClr val="20282F"/>
              </a:solidFill>
            </a:rPr>
            <a:t>single public IP address</a:t>
          </a:r>
        </a:p>
      </dsp:txBody>
      <dsp:txXfrm>
        <a:off x="0" y="246306"/>
        <a:ext cx="7886700" cy="1486800"/>
      </dsp:txXfrm>
    </dsp:sp>
    <dsp:sp modelId="{EF4E5858-4E98-2B47-B698-0767E0C78D1D}">
      <dsp:nvSpPr>
        <dsp:cNvPr id="0" name=""/>
        <dsp:cNvSpPr/>
      </dsp:nvSpPr>
      <dsp:spPr>
        <a:xfrm>
          <a:off x="394335" y="10146"/>
          <a:ext cx="5520690"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What it does </a:t>
          </a:r>
        </a:p>
      </dsp:txBody>
      <dsp:txXfrm>
        <a:off x="417392" y="33203"/>
        <a:ext cx="5474576" cy="426206"/>
      </dsp:txXfrm>
    </dsp:sp>
    <dsp:sp modelId="{F61E13BC-FE99-CC4E-B203-EF15EFB16E37}">
      <dsp:nvSpPr>
        <dsp:cNvPr id="0" name=""/>
        <dsp:cNvSpPr/>
      </dsp:nvSpPr>
      <dsp:spPr>
        <a:xfrm>
          <a:off x="0" y="2055666"/>
          <a:ext cx="7886700" cy="1260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33248"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Increases network security by hiding internal IP </a:t>
          </a:r>
          <a:br>
            <a:rPr lang="en-US" sz="1600" kern="1200" dirty="0">
              <a:solidFill>
                <a:srgbClr val="20282F"/>
              </a:solidFill>
            </a:rPr>
          </a:br>
          <a:r>
            <a:rPr lang="en-US" sz="1600" kern="1200" dirty="0">
              <a:solidFill>
                <a:srgbClr val="20282F"/>
              </a:solidFill>
            </a:rPr>
            <a:t>addresses from external networks</a:t>
          </a:r>
        </a:p>
        <a:p>
          <a:pPr marL="171450" lvl="1" indent="-171450" algn="l" defTabSz="711200">
            <a:lnSpc>
              <a:spcPct val="90000"/>
            </a:lnSpc>
            <a:spcBef>
              <a:spcPct val="0"/>
            </a:spcBef>
            <a:spcAft>
              <a:spcPct val="15000"/>
            </a:spcAft>
            <a:buChar char="•"/>
          </a:pPr>
          <a:r>
            <a:rPr lang="en-US" sz="1600" kern="1200" dirty="0">
              <a:solidFill>
                <a:srgbClr val="20282F"/>
              </a:solidFill>
            </a:rPr>
            <a:t>Conserves public IP addresses</a:t>
          </a:r>
        </a:p>
      </dsp:txBody>
      <dsp:txXfrm>
        <a:off x="0" y="2055666"/>
        <a:ext cx="7886700" cy="1260000"/>
      </dsp:txXfrm>
    </dsp:sp>
    <dsp:sp modelId="{7D300A39-DFD1-8540-868F-B6E522F3F250}">
      <dsp:nvSpPr>
        <dsp:cNvPr id="0" name=""/>
        <dsp:cNvSpPr/>
      </dsp:nvSpPr>
      <dsp:spPr>
        <a:xfrm>
          <a:off x="394335" y="1819506"/>
          <a:ext cx="5520690"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Why it is needed </a:t>
          </a:r>
        </a:p>
      </dsp:txBody>
      <dsp:txXfrm>
        <a:off x="417392" y="1842563"/>
        <a:ext cx="5474576" cy="4262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D6759C-4E00-8946-8341-913CED3B9879}">
      <dsp:nvSpPr>
        <dsp:cNvPr id="0" name=""/>
        <dsp:cNvSpPr/>
      </dsp:nvSpPr>
      <dsp:spPr>
        <a:xfrm>
          <a:off x="0" y="285141"/>
          <a:ext cx="7886700" cy="15309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Maps internal addresses to a pool of </a:t>
          </a:r>
          <a:br>
            <a:rPr lang="en-US" sz="1600" kern="1200" dirty="0">
              <a:solidFill>
                <a:srgbClr val="20282F"/>
              </a:solidFill>
            </a:rPr>
          </a:br>
          <a:r>
            <a:rPr lang="en-US" sz="1600" kern="1200" dirty="0">
              <a:solidFill>
                <a:srgbClr val="20282F"/>
              </a:solidFill>
            </a:rPr>
            <a:t>external addresses dynamically</a:t>
          </a:r>
        </a:p>
        <a:p>
          <a:pPr marL="171450" lvl="1" indent="-171450" algn="l" defTabSz="711200">
            <a:lnSpc>
              <a:spcPct val="90000"/>
            </a:lnSpc>
            <a:spcBef>
              <a:spcPct val="0"/>
            </a:spcBef>
            <a:spcAft>
              <a:spcPct val="15000"/>
            </a:spcAft>
            <a:buChar char="•"/>
          </a:pPr>
          <a:r>
            <a:rPr lang="en-US" sz="1600" kern="1200" dirty="0">
              <a:solidFill>
                <a:srgbClr val="20282F"/>
              </a:solidFill>
            </a:rPr>
            <a:t>Allows a larger number of devices to share </a:t>
          </a:r>
          <a:br>
            <a:rPr lang="en-US" sz="1600" kern="1200" dirty="0">
              <a:solidFill>
                <a:srgbClr val="20282F"/>
              </a:solidFill>
            </a:rPr>
          </a:br>
          <a:r>
            <a:rPr lang="en-US" sz="1600" kern="1200" dirty="0">
              <a:solidFill>
                <a:srgbClr val="20282F"/>
              </a:solidFill>
            </a:rPr>
            <a:t>the same external IP address</a:t>
          </a:r>
        </a:p>
      </dsp:txBody>
      <dsp:txXfrm>
        <a:off x="0" y="285141"/>
        <a:ext cx="7886700" cy="1530900"/>
      </dsp:txXfrm>
    </dsp:sp>
    <dsp:sp modelId="{3F6AD354-FC3A-F342-9774-DC0C456E5D22}">
      <dsp:nvSpPr>
        <dsp:cNvPr id="0" name=""/>
        <dsp:cNvSpPr/>
      </dsp:nvSpPr>
      <dsp:spPr>
        <a:xfrm>
          <a:off x="394335" y="19461"/>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Dynamic </a:t>
          </a:r>
        </a:p>
      </dsp:txBody>
      <dsp:txXfrm>
        <a:off x="420274" y="45400"/>
        <a:ext cx="5468812" cy="479482"/>
      </dsp:txXfrm>
    </dsp:sp>
    <dsp:sp modelId="{5592A7BC-F94A-B246-830B-16BE5C3C0956}">
      <dsp:nvSpPr>
        <dsp:cNvPr id="0" name=""/>
        <dsp:cNvSpPr/>
      </dsp:nvSpPr>
      <dsp:spPr>
        <a:xfrm>
          <a:off x="0" y="2178921"/>
          <a:ext cx="7886700" cy="10489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Translates one internal IP address to one external IP address</a:t>
          </a:r>
        </a:p>
        <a:p>
          <a:pPr marL="171450" lvl="1" indent="-171450" algn="l" defTabSz="711200">
            <a:lnSpc>
              <a:spcPct val="90000"/>
            </a:lnSpc>
            <a:spcBef>
              <a:spcPct val="0"/>
            </a:spcBef>
            <a:spcAft>
              <a:spcPct val="15000"/>
            </a:spcAft>
            <a:buChar char="•"/>
          </a:pPr>
          <a:r>
            <a:rPr lang="en-US" sz="1600" kern="1200" dirty="0">
              <a:solidFill>
                <a:srgbClr val="20282F"/>
              </a:solidFill>
            </a:rPr>
            <a:t>Allows inbound connections initiated from outside the network</a:t>
          </a:r>
        </a:p>
      </dsp:txBody>
      <dsp:txXfrm>
        <a:off x="0" y="2178921"/>
        <a:ext cx="7886700" cy="1048950"/>
      </dsp:txXfrm>
    </dsp:sp>
    <dsp:sp modelId="{A69E400F-0061-9244-BAE8-F9891FE572EC}">
      <dsp:nvSpPr>
        <dsp:cNvPr id="0" name=""/>
        <dsp:cNvSpPr/>
      </dsp:nvSpPr>
      <dsp:spPr>
        <a:xfrm>
          <a:off x="394335" y="1913241"/>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Static </a:t>
          </a:r>
        </a:p>
      </dsp:txBody>
      <dsp:txXfrm>
        <a:off x="420274" y="1939180"/>
        <a:ext cx="5468812" cy="4794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BC9FD-7BAE-47B9-BEC3-8D4D57CA4E41}">
      <dsp:nvSpPr>
        <dsp:cNvPr id="0" name=""/>
        <dsp:cNvSpPr/>
      </dsp:nvSpPr>
      <dsp:spPr>
        <a:xfrm>
          <a:off x="0" y="392326"/>
          <a:ext cx="7886700" cy="2457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541528"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Is located at the boundary of a network that connects to external networks (e.g., the Internet).</a:t>
          </a:r>
        </a:p>
        <a:p>
          <a:pPr marL="171450" lvl="1" indent="-171450" algn="l" defTabSz="800100">
            <a:lnSpc>
              <a:spcPct val="90000"/>
            </a:lnSpc>
            <a:spcBef>
              <a:spcPct val="0"/>
            </a:spcBef>
            <a:spcAft>
              <a:spcPct val="15000"/>
            </a:spcAft>
            <a:buChar char="•"/>
          </a:pPr>
          <a:r>
            <a:rPr lang="en-US" sz="1800" kern="1200" dirty="0">
              <a:solidFill>
                <a:srgbClr val="20282F"/>
              </a:solidFill>
            </a:rPr>
            <a:t>Manages the flow of data between the internal </a:t>
          </a:r>
          <a:br>
            <a:rPr lang="en-US" sz="1800" kern="1200" dirty="0">
              <a:solidFill>
                <a:srgbClr val="20282F"/>
              </a:solidFill>
            </a:rPr>
          </a:br>
          <a:r>
            <a:rPr lang="en-US" sz="1800" kern="1200" dirty="0">
              <a:solidFill>
                <a:srgbClr val="20282F"/>
              </a:solidFill>
            </a:rPr>
            <a:t>and external networks. </a:t>
          </a:r>
        </a:p>
        <a:p>
          <a:pPr marL="171450" lvl="1" indent="-171450" algn="l" defTabSz="800100">
            <a:lnSpc>
              <a:spcPct val="90000"/>
            </a:lnSpc>
            <a:spcBef>
              <a:spcPct val="0"/>
            </a:spcBef>
            <a:spcAft>
              <a:spcPct val="15000"/>
            </a:spcAft>
            <a:buChar char="•"/>
          </a:pPr>
          <a:r>
            <a:rPr lang="en-US" sz="1800" kern="1200" dirty="0">
              <a:solidFill>
                <a:srgbClr val="20282F"/>
              </a:solidFill>
            </a:rPr>
            <a:t>Routes data to its destination, performs NAT, </a:t>
          </a:r>
          <a:br>
            <a:rPr lang="en-US" sz="1800" kern="1200" dirty="0">
              <a:solidFill>
                <a:srgbClr val="20282F"/>
              </a:solidFill>
            </a:rPr>
          </a:br>
          <a:r>
            <a:rPr lang="en-US" sz="1800" kern="1200" dirty="0">
              <a:solidFill>
                <a:srgbClr val="20282F"/>
              </a:solidFill>
            </a:rPr>
            <a:t>and applies security measures.</a:t>
          </a:r>
        </a:p>
      </dsp:txBody>
      <dsp:txXfrm>
        <a:off x="0" y="392326"/>
        <a:ext cx="7886700" cy="2457000"/>
      </dsp:txXfrm>
    </dsp:sp>
    <dsp:sp modelId="{C3EDD046-367D-4D66-9D0B-C6B8E6269E6D}">
      <dsp:nvSpPr>
        <dsp:cNvPr id="0" name=""/>
        <dsp:cNvSpPr/>
      </dsp:nvSpPr>
      <dsp:spPr>
        <a:xfrm>
          <a:off x="394335" y="8566"/>
          <a:ext cx="5520690" cy="7675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An edge router…</a:t>
          </a:r>
        </a:p>
      </dsp:txBody>
      <dsp:txXfrm>
        <a:off x="431802" y="46033"/>
        <a:ext cx="5445756" cy="69258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7DBC1-BB42-4545-90C0-2AB9F400A302}">
      <dsp:nvSpPr>
        <dsp:cNvPr id="0" name=""/>
        <dsp:cNvSpPr/>
      </dsp:nvSpPr>
      <dsp:spPr>
        <a:xfrm>
          <a:off x="0" y="293529"/>
          <a:ext cx="7886700" cy="13041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Located at the edge of a customer’s network</a:t>
          </a:r>
        </a:p>
        <a:p>
          <a:pPr marL="171450" lvl="1" indent="-171450" algn="l" defTabSz="711200">
            <a:lnSpc>
              <a:spcPct val="90000"/>
            </a:lnSpc>
            <a:spcBef>
              <a:spcPct val="0"/>
            </a:spcBef>
            <a:spcAft>
              <a:spcPct val="15000"/>
            </a:spcAft>
            <a:buChar char="•"/>
          </a:pPr>
          <a:r>
            <a:rPr lang="en-US" sz="1600" kern="1200" dirty="0">
              <a:solidFill>
                <a:srgbClr val="20282F"/>
              </a:solidFill>
            </a:rPr>
            <a:t>Connects customer’s internal network to provider’s network, acting as a security barrier for the customer’s network</a:t>
          </a:r>
        </a:p>
      </dsp:txBody>
      <dsp:txXfrm>
        <a:off x="0" y="293529"/>
        <a:ext cx="7886700" cy="1304100"/>
      </dsp:txXfrm>
    </dsp:sp>
    <dsp:sp modelId="{2EAECD1D-72AF-2141-B390-FC8D47ACCD43}">
      <dsp:nvSpPr>
        <dsp:cNvPr id="0" name=""/>
        <dsp:cNvSpPr/>
      </dsp:nvSpPr>
      <dsp:spPr>
        <a:xfrm>
          <a:off x="394335" y="27849"/>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Customer Edge (CE)</a:t>
          </a:r>
        </a:p>
      </dsp:txBody>
      <dsp:txXfrm>
        <a:off x="420274" y="53788"/>
        <a:ext cx="5468812" cy="479482"/>
      </dsp:txXfrm>
    </dsp:sp>
    <dsp:sp modelId="{EF98E35A-ACFD-694C-B8DD-E0800232D7D8}">
      <dsp:nvSpPr>
        <dsp:cNvPr id="0" name=""/>
        <dsp:cNvSpPr/>
      </dsp:nvSpPr>
      <dsp:spPr>
        <a:xfrm>
          <a:off x="0" y="1960510"/>
          <a:ext cx="7886700" cy="13041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Located at the edge of a provider’s network</a:t>
          </a:r>
        </a:p>
        <a:p>
          <a:pPr marL="171450" lvl="1" indent="-171450" algn="l" defTabSz="711200">
            <a:lnSpc>
              <a:spcPct val="90000"/>
            </a:lnSpc>
            <a:spcBef>
              <a:spcPct val="0"/>
            </a:spcBef>
            <a:spcAft>
              <a:spcPct val="15000"/>
            </a:spcAft>
            <a:buChar char="•"/>
          </a:pPr>
          <a:r>
            <a:rPr lang="en-US" sz="1600" kern="1200" dirty="0">
              <a:solidFill>
                <a:srgbClr val="20282F"/>
              </a:solidFill>
            </a:rPr>
            <a:t>Focuses on maintaining the integrity and confidentiality of customer data as it travels across the provider’s network</a:t>
          </a:r>
        </a:p>
      </dsp:txBody>
      <dsp:txXfrm>
        <a:off x="0" y="1960510"/>
        <a:ext cx="7886700" cy="1304100"/>
      </dsp:txXfrm>
    </dsp:sp>
    <dsp:sp modelId="{C107AB57-BA4F-F347-98EE-C7C7EB6FCBB2}">
      <dsp:nvSpPr>
        <dsp:cNvPr id="0" name=""/>
        <dsp:cNvSpPr/>
      </dsp:nvSpPr>
      <dsp:spPr>
        <a:xfrm>
          <a:off x="394335" y="1694830"/>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Provider’s Edge (PE)</a:t>
          </a:r>
        </a:p>
      </dsp:txBody>
      <dsp:txXfrm>
        <a:off x="420274" y="1720769"/>
        <a:ext cx="5468812" cy="47948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79186E-CC3A-4F1C-9A48-76738B1929DA}">
      <dsp:nvSpPr>
        <dsp:cNvPr id="0" name=""/>
        <dsp:cNvSpPr/>
      </dsp:nvSpPr>
      <dsp:spPr>
        <a:xfrm>
          <a:off x="4671" y="562"/>
          <a:ext cx="2491866" cy="138682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Conserves public IP addresses</a:t>
          </a:r>
        </a:p>
      </dsp:txBody>
      <dsp:txXfrm>
        <a:off x="45290" y="41181"/>
        <a:ext cx="2410628" cy="1305588"/>
      </dsp:txXfrm>
    </dsp:sp>
    <dsp:sp modelId="{6FBA3E3A-2B0C-4F9D-BB7D-121D3C16B5D9}">
      <dsp:nvSpPr>
        <dsp:cNvPr id="0" name=""/>
        <dsp:cNvSpPr/>
      </dsp:nvSpPr>
      <dsp:spPr>
        <a:xfrm>
          <a:off x="4671" y="1592905"/>
          <a:ext cx="1195713" cy="138682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NAT</a:t>
          </a:r>
        </a:p>
      </dsp:txBody>
      <dsp:txXfrm>
        <a:off x="39692" y="1627926"/>
        <a:ext cx="1125671" cy="1316784"/>
      </dsp:txXfrm>
    </dsp:sp>
    <dsp:sp modelId="{995928C1-F523-4BA5-A640-45A77BB75EC5}">
      <dsp:nvSpPr>
        <dsp:cNvPr id="0" name=""/>
        <dsp:cNvSpPr/>
      </dsp:nvSpPr>
      <dsp:spPr>
        <a:xfrm>
          <a:off x="1300824" y="1592905"/>
          <a:ext cx="1195713" cy="138682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PAT</a:t>
          </a:r>
        </a:p>
      </dsp:txBody>
      <dsp:txXfrm>
        <a:off x="1335845" y="1627926"/>
        <a:ext cx="1125671" cy="1316784"/>
      </dsp:txXfrm>
    </dsp:sp>
    <dsp:sp modelId="{AE9F3894-F8E8-46E1-9823-80DE1251E3A0}">
      <dsp:nvSpPr>
        <dsp:cNvPr id="0" name=""/>
        <dsp:cNvSpPr/>
      </dsp:nvSpPr>
      <dsp:spPr>
        <a:xfrm>
          <a:off x="2697416" y="562"/>
          <a:ext cx="2491866" cy="1386826"/>
        </a:xfrm>
        <a:prstGeom prst="roundRect">
          <a:avLst>
            <a:gd name="adj" fmla="val 10000"/>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Maps internal addresses to a pool of external addresses</a:t>
          </a:r>
        </a:p>
      </dsp:txBody>
      <dsp:txXfrm>
        <a:off x="2738035" y="41181"/>
        <a:ext cx="2410628" cy="1305588"/>
      </dsp:txXfrm>
    </dsp:sp>
    <dsp:sp modelId="{71125F94-E291-42FE-AA00-D608327CB545}">
      <dsp:nvSpPr>
        <dsp:cNvPr id="0" name=""/>
        <dsp:cNvSpPr/>
      </dsp:nvSpPr>
      <dsp:spPr>
        <a:xfrm>
          <a:off x="2697416" y="1592905"/>
          <a:ext cx="1195713" cy="1386826"/>
        </a:xfrm>
        <a:prstGeom prst="roundRect">
          <a:avLst>
            <a:gd name="adj" fmla="val 10000"/>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Dynamic NAT</a:t>
          </a:r>
        </a:p>
      </dsp:txBody>
      <dsp:txXfrm>
        <a:off x="2732437" y="1627926"/>
        <a:ext cx="1125671" cy="1316784"/>
      </dsp:txXfrm>
    </dsp:sp>
    <dsp:sp modelId="{5A45C032-5EEA-4F83-9785-F58FC4CD3CE8}">
      <dsp:nvSpPr>
        <dsp:cNvPr id="0" name=""/>
        <dsp:cNvSpPr/>
      </dsp:nvSpPr>
      <dsp:spPr>
        <a:xfrm>
          <a:off x="3993569" y="1592905"/>
          <a:ext cx="1195713" cy="1386826"/>
        </a:xfrm>
        <a:prstGeom prst="roundRect">
          <a:avLst>
            <a:gd name="adj" fmla="val 10000"/>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Static NAT</a:t>
          </a:r>
        </a:p>
      </dsp:txBody>
      <dsp:txXfrm>
        <a:off x="4028590" y="1627926"/>
        <a:ext cx="1125671" cy="1316784"/>
      </dsp:txXfrm>
    </dsp:sp>
    <dsp:sp modelId="{1B6DD5FD-E5BD-46C8-BB9A-4108F1ABB61B}">
      <dsp:nvSpPr>
        <dsp:cNvPr id="0" name=""/>
        <dsp:cNvSpPr/>
      </dsp:nvSpPr>
      <dsp:spPr>
        <a:xfrm>
          <a:off x="5390162" y="562"/>
          <a:ext cx="2491866" cy="1386826"/>
        </a:xfrm>
        <a:prstGeom prst="roundRect">
          <a:avLst>
            <a:gd name="adj" fmla="val 10000"/>
          </a:avLst>
        </a:prstGeom>
        <a:solidFill>
          <a:srgbClr val="582C83"/>
        </a:solidFill>
        <a:ln w="12700" cap="flat" cmpd="sng" algn="ctr">
          <a:solidFill>
            <a:srgbClr val="582C8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Maintains the confidentiality of a customer’s data as it travels across the provider’s network</a:t>
          </a:r>
        </a:p>
      </dsp:txBody>
      <dsp:txXfrm>
        <a:off x="5430781" y="41181"/>
        <a:ext cx="2410628" cy="1305588"/>
      </dsp:txXfrm>
    </dsp:sp>
    <dsp:sp modelId="{ED8A6262-9823-424C-94F7-6BF736C1056E}">
      <dsp:nvSpPr>
        <dsp:cNvPr id="0" name=""/>
        <dsp:cNvSpPr/>
      </dsp:nvSpPr>
      <dsp:spPr>
        <a:xfrm>
          <a:off x="5390162" y="1592905"/>
          <a:ext cx="1195713" cy="1386826"/>
        </a:xfrm>
        <a:prstGeom prst="roundRect">
          <a:avLst>
            <a:gd name="adj" fmla="val 10000"/>
          </a:avLst>
        </a:prstGeom>
        <a:solidFill>
          <a:srgbClr val="582C83"/>
        </a:solidFill>
        <a:ln w="12700" cap="flat" cmpd="sng" algn="ctr">
          <a:solidFill>
            <a:srgbClr val="582C8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CE</a:t>
          </a:r>
        </a:p>
      </dsp:txBody>
      <dsp:txXfrm>
        <a:off x="5425183" y="1627926"/>
        <a:ext cx="1125671" cy="1316784"/>
      </dsp:txXfrm>
    </dsp:sp>
    <dsp:sp modelId="{700BEA3E-945A-46DF-9A6A-C57F3B36660D}">
      <dsp:nvSpPr>
        <dsp:cNvPr id="0" name=""/>
        <dsp:cNvSpPr/>
      </dsp:nvSpPr>
      <dsp:spPr>
        <a:xfrm>
          <a:off x="6686315" y="1592905"/>
          <a:ext cx="1195713" cy="1386826"/>
        </a:xfrm>
        <a:prstGeom prst="roundRect">
          <a:avLst>
            <a:gd name="adj" fmla="val 10000"/>
          </a:avLst>
        </a:prstGeom>
        <a:solidFill>
          <a:srgbClr val="582C83"/>
        </a:solidFill>
        <a:ln w="12700" cap="flat" cmpd="sng" algn="ctr">
          <a:solidFill>
            <a:srgbClr val="582C8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PE</a:t>
          </a:r>
        </a:p>
      </dsp:txBody>
      <dsp:txXfrm>
        <a:off x="6721336" y="1627926"/>
        <a:ext cx="1125671" cy="131678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7A43F5-202B-4BAF-B0A5-562EA23371AB}">
      <dsp:nvSpPr>
        <dsp:cNvPr id="0" name=""/>
        <dsp:cNvSpPr/>
      </dsp:nvSpPr>
      <dsp:spPr>
        <a:xfrm>
          <a:off x="1901" y="0"/>
          <a:ext cx="1865774" cy="3120444"/>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rgbClr val="20282F"/>
              </a:solidFill>
            </a:rPr>
            <a:t>Hardware</a:t>
          </a:r>
        </a:p>
      </dsp:txBody>
      <dsp:txXfrm>
        <a:off x="1901" y="0"/>
        <a:ext cx="1865774" cy="936133"/>
      </dsp:txXfrm>
    </dsp:sp>
    <dsp:sp modelId="{EBAD628F-D299-44F9-AD3D-84BCEA359D03}">
      <dsp:nvSpPr>
        <dsp:cNvPr id="0" name=""/>
        <dsp:cNvSpPr/>
      </dsp:nvSpPr>
      <dsp:spPr>
        <a:xfrm>
          <a:off x="188478" y="936399"/>
          <a:ext cx="1492619" cy="61304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Standalone appliances</a:t>
          </a:r>
        </a:p>
      </dsp:txBody>
      <dsp:txXfrm>
        <a:off x="206433" y="954354"/>
        <a:ext cx="1456709" cy="577132"/>
      </dsp:txXfrm>
    </dsp:sp>
    <dsp:sp modelId="{DA7DE58F-F92C-4F2B-8E70-7EB0B4B46289}">
      <dsp:nvSpPr>
        <dsp:cNvPr id="0" name=""/>
        <dsp:cNvSpPr/>
      </dsp:nvSpPr>
      <dsp:spPr>
        <a:xfrm>
          <a:off x="188478" y="1643756"/>
          <a:ext cx="1492619" cy="61304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Integrated within routers</a:t>
          </a:r>
        </a:p>
      </dsp:txBody>
      <dsp:txXfrm>
        <a:off x="206433" y="1661711"/>
        <a:ext cx="1456709" cy="577132"/>
      </dsp:txXfrm>
    </dsp:sp>
    <dsp:sp modelId="{E5385E15-159B-4763-97C3-F2133348C392}">
      <dsp:nvSpPr>
        <dsp:cNvPr id="0" name=""/>
        <dsp:cNvSpPr/>
      </dsp:nvSpPr>
      <dsp:spPr>
        <a:xfrm>
          <a:off x="188478" y="2351112"/>
          <a:ext cx="1492619" cy="61304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Next-Generation (NGFW)</a:t>
          </a:r>
        </a:p>
      </dsp:txBody>
      <dsp:txXfrm>
        <a:off x="206433" y="2369067"/>
        <a:ext cx="1456709" cy="577132"/>
      </dsp:txXfrm>
    </dsp:sp>
    <dsp:sp modelId="{15014D73-8735-443A-992A-1BD06FC29C6B}">
      <dsp:nvSpPr>
        <dsp:cNvPr id="0" name=""/>
        <dsp:cNvSpPr/>
      </dsp:nvSpPr>
      <dsp:spPr>
        <a:xfrm>
          <a:off x="2007608" y="0"/>
          <a:ext cx="1865774" cy="3120444"/>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rgbClr val="20282F"/>
              </a:solidFill>
            </a:rPr>
            <a:t>Software</a:t>
          </a:r>
        </a:p>
      </dsp:txBody>
      <dsp:txXfrm>
        <a:off x="2007608" y="0"/>
        <a:ext cx="1865774" cy="936133"/>
      </dsp:txXfrm>
    </dsp:sp>
    <dsp:sp modelId="{4BCDD07C-0A68-4900-9087-4DED92576CC2}">
      <dsp:nvSpPr>
        <dsp:cNvPr id="0" name=""/>
        <dsp:cNvSpPr/>
      </dsp:nvSpPr>
      <dsp:spPr>
        <a:xfrm>
          <a:off x="2194186" y="937047"/>
          <a:ext cx="1492619" cy="94085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Operating system-based</a:t>
          </a:r>
        </a:p>
      </dsp:txBody>
      <dsp:txXfrm>
        <a:off x="2221743" y="964604"/>
        <a:ext cx="1437505" cy="885742"/>
      </dsp:txXfrm>
    </dsp:sp>
    <dsp:sp modelId="{D1D913AB-301B-410E-BABD-B838FF4D8353}">
      <dsp:nvSpPr>
        <dsp:cNvPr id="0" name=""/>
        <dsp:cNvSpPr/>
      </dsp:nvSpPr>
      <dsp:spPr>
        <a:xfrm>
          <a:off x="2194186" y="2022651"/>
          <a:ext cx="1492619" cy="94085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Third-party software-based</a:t>
          </a:r>
        </a:p>
      </dsp:txBody>
      <dsp:txXfrm>
        <a:off x="2221743" y="2050208"/>
        <a:ext cx="1437505" cy="885742"/>
      </dsp:txXfrm>
    </dsp:sp>
    <dsp:sp modelId="{CB7993EB-D109-4A29-BD90-70E5A791C015}">
      <dsp:nvSpPr>
        <dsp:cNvPr id="0" name=""/>
        <dsp:cNvSpPr/>
      </dsp:nvSpPr>
      <dsp:spPr>
        <a:xfrm>
          <a:off x="4013316" y="0"/>
          <a:ext cx="1865774" cy="3120444"/>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rgbClr val="20282F"/>
              </a:solidFill>
            </a:rPr>
            <a:t>Cloud-based</a:t>
          </a:r>
        </a:p>
      </dsp:txBody>
      <dsp:txXfrm>
        <a:off x="4013316" y="0"/>
        <a:ext cx="1865774" cy="936133"/>
      </dsp:txXfrm>
    </dsp:sp>
    <dsp:sp modelId="{CB508E2C-4258-40A8-B02D-EA81BE2AA222}">
      <dsp:nvSpPr>
        <dsp:cNvPr id="0" name=""/>
        <dsp:cNvSpPr/>
      </dsp:nvSpPr>
      <dsp:spPr>
        <a:xfrm>
          <a:off x="4199893" y="936133"/>
          <a:ext cx="1492619" cy="202828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Firewall as a service (FAAS)</a:t>
          </a:r>
        </a:p>
      </dsp:txBody>
      <dsp:txXfrm>
        <a:off x="4243610" y="979850"/>
        <a:ext cx="1405185" cy="1940854"/>
      </dsp:txXfrm>
    </dsp:sp>
    <dsp:sp modelId="{F6A3CBD1-9DE9-4189-BD9E-40C73EE48579}">
      <dsp:nvSpPr>
        <dsp:cNvPr id="0" name=""/>
        <dsp:cNvSpPr/>
      </dsp:nvSpPr>
      <dsp:spPr>
        <a:xfrm>
          <a:off x="6019024" y="0"/>
          <a:ext cx="1865774" cy="3120444"/>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rgbClr val="20282F"/>
              </a:solidFill>
            </a:rPr>
            <a:t>Unified Threat Management (UTM)</a:t>
          </a:r>
        </a:p>
      </dsp:txBody>
      <dsp:txXfrm>
        <a:off x="6019024" y="0"/>
        <a:ext cx="1865774" cy="936133"/>
      </dsp:txXfrm>
    </dsp:sp>
    <dsp:sp modelId="{0327A99D-91D5-4810-B082-DDA4A95F4ECF}">
      <dsp:nvSpPr>
        <dsp:cNvPr id="0" name=""/>
        <dsp:cNvSpPr/>
      </dsp:nvSpPr>
      <dsp:spPr>
        <a:xfrm>
          <a:off x="6205601" y="936133"/>
          <a:ext cx="1492619" cy="202828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t>All-in-one security appliances</a:t>
          </a:r>
        </a:p>
      </dsp:txBody>
      <dsp:txXfrm>
        <a:off x="6249318" y="979850"/>
        <a:ext cx="1405185" cy="194085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44A719-CEF8-6646-AC78-4634B5B3B3EF}">
      <dsp:nvSpPr>
        <dsp:cNvPr id="0" name=""/>
        <dsp:cNvSpPr/>
      </dsp:nvSpPr>
      <dsp:spPr>
        <a:xfrm>
          <a:off x="0" y="417531"/>
          <a:ext cx="7886700" cy="12048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12420" rIns="612096"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Filters based on IP addresses, protocol, and port numbers</a:t>
          </a:r>
        </a:p>
        <a:p>
          <a:pPr marL="114300" lvl="1" indent="-114300" algn="l" defTabSz="666750">
            <a:lnSpc>
              <a:spcPct val="90000"/>
            </a:lnSpc>
            <a:spcBef>
              <a:spcPct val="0"/>
            </a:spcBef>
            <a:spcAft>
              <a:spcPct val="15000"/>
            </a:spcAft>
            <a:buChar char="•"/>
          </a:pPr>
          <a:r>
            <a:rPr lang="en-US" sz="1500" kern="1200" dirty="0">
              <a:solidFill>
                <a:srgbClr val="20282F"/>
              </a:solidFill>
            </a:rPr>
            <a:t>Acts at the network layer </a:t>
          </a:r>
        </a:p>
        <a:p>
          <a:pPr marL="114300" lvl="1" indent="-114300" algn="l" defTabSz="666750">
            <a:lnSpc>
              <a:spcPct val="90000"/>
            </a:lnSpc>
            <a:spcBef>
              <a:spcPct val="0"/>
            </a:spcBef>
            <a:spcAft>
              <a:spcPct val="15000"/>
            </a:spcAft>
            <a:buChar char="•"/>
          </a:pPr>
          <a:r>
            <a:rPr lang="en-US" sz="1500" kern="1200" dirty="0">
              <a:solidFill>
                <a:srgbClr val="20282F"/>
              </a:solidFill>
            </a:rPr>
            <a:t>Suitable for smaller networks or less complex security requirements </a:t>
          </a:r>
        </a:p>
      </dsp:txBody>
      <dsp:txXfrm>
        <a:off x="0" y="417531"/>
        <a:ext cx="7886700" cy="1204875"/>
      </dsp:txXfrm>
    </dsp:sp>
    <dsp:sp modelId="{7765A10C-43F5-5B49-9985-02B64048D79D}">
      <dsp:nvSpPr>
        <dsp:cNvPr id="0" name=""/>
        <dsp:cNvSpPr/>
      </dsp:nvSpPr>
      <dsp:spPr>
        <a:xfrm>
          <a:off x="394335" y="196131"/>
          <a:ext cx="5520690"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Stateless inspection (Packet Filtering)</a:t>
          </a:r>
        </a:p>
      </dsp:txBody>
      <dsp:txXfrm>
        <a:off x="415951" y="217747"/>
        <a:ext cx="5477458" cy="399568"/>
      </dsp:txXfrm>
    </dsp:sp>
    <dsp:sp modelId="{6A877714-6E1A-F74E-8ECF-BEF74C53F481}">
      <dsp:nvSpPr>
        <dsp:cNvPr id="0" name=""/>
        <dsp:cNvSpPr/>
      </dsp:nvSpPr>
      <dsp:spPr>
        <a:xfrm>
          <a:off x="0" y="1924806"/>
          <a:ext cx="7886700" cy="12048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12420" rIns="612096"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Inspects packets and tracks the state of active connections </a:t>
          </a:r>
        </a:p>
        <a:p>
          <a:pPr marL="114300" lvl="1" indent="-114300" algn="l" defTabSz="666750">
            <a:lnSpc>
              <a:spcPct val="90000"/>
            </a:lnSpc>
            <a:spcBef>
              <a:spcPct val="0"/>
            </a:spcBef>
            <a:spcAft>
              <a:spcPct val="15000"/>
            </a:spcAft>
            <a:buChar char="•"/>
          </a:pPr>
          <a:r>
            <a:rPr lang="en-US" sz="1500" kern="1200" dirty="0">
              <a:solidFill>
                <a:srgbClr val="20282F"/>
              </a:solidFill>
            </a:rPr>
            <a:t>Acts at the session layer </a:t>
          </a:r>
        </a:p>
        <a:p>
          <a:pPr marL="114300" lvl="1" indent="-114300" algn="l" defTabSz="666750">
            <a:lnSpc>
              <a:spcPct val="90000"/>
            </a:lnSpc>
            <a:spcBef>
              <a:spcPct val="0"/>
            </a:spcBef>
            <a:spcAft>
              <a:spcPct val="15000"/>
            </a:spcAft>
            <a:buChar char="•"/>
          </a:pPr>
          <a:r>
            <a:rPr lang="en-US" sz="1500" kern="1200" dirty="0">
              <a:solidFill>
                <a:srgbClr val="20282F"/>
              </a:solidFill>
            </a:rPr>
            <a:t>Ideal for corporate networks where it is critical to protect sensitive data</a:t>
          </a:r>
        </a:p>
      </dsp:txBody>
      <dsp:txXfrm>
        <a:off x="0" y="1924806"/>
        <a:ext cx="7886700" cy="1204875"/>
      </dsp:txXfrm>
    </dsp:sp>
    <dsp:sp modelId="{5CA52F69-B5AB-F64F-89B9-E5AE61F2E96D}">
      <dsp:nvSpPr>
        <dsp:cNvPr id="0" name=""/>
        <dsp:cNvSpPr/>
      </dsp:nvSpPr>
      <dsp:spPr>
        <a:xfrm>
          <a:off x="394335" y="1703406"/>
          <a:ext cx="5520690"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US" sz="1600" kern="1200" dirty="0"/>
            <a:t>Stateful inspection (Circuit Level Gateway) </a:t>
          </a:r>
        </a:p>
      </dsp:txBody>
      <dsp:txXfrm>
        <a:off x="415951" y="1725022"/>
        <a:ext cx="5477458" cy="39956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DB4F3-B4DF-7D4D-8AFC-592302207B34}">
      <dsp:nvSpPr>
        <dsp:cNvPr id="0" name=""/>
        <dsp:cNvSpPr/>
      </dsp:nvSpPr>
      <dsp:spPr>
        <a:xfrm>
          <a:off x="0" y="214049"/>
          <a:ext cx="2588889" cy="1553333"/>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Barracuda.com</a:t>
          </a:r>
        </a:p>
      </dsp:txBody>
      <dsp:txXfrm>
        <a:off x="0" y="214049"/>
        <a:ext cx="2588889" cy="1553333"/>
      </dsp:txXfrm>
    </dsp:sp>
    <dsp:sp modelId="{106ADCBD-0C89-F84E-889A-40D5D96BE7B5}">
      <dsp:nvSpPr>
        <dsp:cNvPr id="0" name=""/>
        <dsp:cNvSpPr/>
      </dsp:nvSpPr>
      <dsp:spPr>
        <a:xfrm>
          <a:off x="2847777" y="214049"/>
          <a:ext cx="2588889" cy="1553333"/>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Checkpoint.com</a:t>
          </a:r>
        </a:p>
      </dsp:txBody>
      <dsp:txXfrm>
        <a:off x="2847777" y="214049"/>
        <a:ext cx="2588889" cy="1553333"/>
      </dsp:txXfrm>
    </dsp:sp>
    <dsp:sp modelId="{D66DEFE4-9000-524E-9911-30AAD2F3C0F0}">
      <dsp:nvSpPr>
        <dsp:cNvPr id="0" name=""/>
        <dsp:cNvSpPr/>
      </dsp:nvSpPr>
      <dsp:spPr>
        <a:xfrm>
          <a:off x="5695555" y="214049"/>
          <a:ext cx="2588889" cy="1553333"/>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Fortinet.com</a:t>
          </a:r>
        </a:p>
      </dsp:txBody>
      <dsp:txXfrm>
        <a:off x="5695555" y="214049"/>
        <a:ext cx="2588889" cy="155333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94883-74B5-5347-BC45-A1AB37996C9E}">
      <dsp:nvSpPr>
        <dsp:cNvPr id="0" name=""/>
        <dsp:cNvSpPr/>
      </dsp:nvSpPr>
      <dsp:spPr>
        <a:xfrm>
          <a:off x="0" y="455149"/>
          <a:ext cx="3886200"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Hierarchical star</a:t>
          </a:r>
        </a:p>
      </dsp:txBody>
      <dsp:txXfrm>
        <a:off x="27644" y="482793"/>
        <a:ext cx="3830912" cy="510992"/>
      </dsp:txXfrm>
    </dsp:sp>
    <dsp:sp modelId="{2ED00305-CAE0-2B45-8C53-2236E88CDE14}">
      <dsp:nvSpPr>
        <dsp:cNvPr id="0" name=""/>
        <dsp:cNvSpPr/>
      </dsp:nvSpPr>
      <dsp:spPr>
        <a:xfrm>
          <a:off x="0" y="1084790"/>
          <a:ext cx="3886200"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Hierarchical star-mesh</a:t>
          </a:r>
        </a:p>
      </dsp:txBody>
      <dsp:txXfrm>
        <a:off x="27644" y="1112434"/>
        <a:ext cx="3830912" cy="510992"/>
      </dsp:txXfrm>
    </dsp:sp>
    <dsp:sp modelId="{3C674397-EC54-0B49-8F30-065D82299BF9}">
      <dsp:nvSpPr>
        <dsp:cNvPr id="0" name=""/>
        <dsp:cNvSpPr/>
      </dsp:nvSpPr>
      <dsp:spPr>
        <a:xfrm>
          <a:off x="0" y="1714430"/>
          <a:ext cx="3886200"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Star of stars</a:t>
          </a:r>
        </a:p>
      </dsp:txBody>
      <dsp:txXfrm>
        <a:off x="27644" y="1742074"/>
        <a:ext cx="3830912" cy="510992"/>
      </dsp:txXfrm>
    </dsp:sp>
    <dsp:sp modelId="{D2235A0D-67D3-FC4E-97C2-C36B8B1FACC4}">
      <dsp:nvSpPr>
        <dsp:cNvPr id="0" name=""/>
        <dsp:cNvSpPr/>
      </dsp:nvSpPr>
      <dsp:spPr>
        <a:xfrm>
          <a:off x="0" y="2344070"/>
          <a:ext cx="3886200"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3-Tiered network hierarchy</a:t>
          </a:r>
        </a:p>
      </dsp:txBody>
      <dsp:txXfrm>
        <a:off x="27644" y="2371714"/>
        <a:ext cx="3830912" cy="51099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AAD6F-1677-4D6B-88FE-CB72F97C0DD6}">
      <dsp:nvSpPr>
        <dsp:cNvPr id="0" name=""/>
        <dsp:cNvSpPr/>
      </dsp:nvSpPr>
      <dsp:spPr>
        <a:xfrm>
          <a:off x="2464" y="124844"/>
          <a:ext cx="2402978" cy="71212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Segmentation</a:t>
          </a:r>
        </a:p>
      </dsp:txBody>
      <dsp:txXfrm>
        <a:off x="2464" y="124844"/>
        <a:ext cx="2402978" cy="712121"/>
      </dsp:txXfrm>
    </dsp:sp>
    <dsp:sp modelId="{1BAD8DE2-DDC3-46DD-960A-B5C26461A4C5}">
      <dsp:nvSpPr>
        <dsp:cNvPr id="0" name=""/>
        <dsp:cNvSpPr/>
      </dsp:nvSpPr>
      <dsp:spPr>
        <a:xfrm>
          <a:off x="2464" y="836966"/>
          <a:ext cx="2402978" cy="172934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Divides a network into small, isolated segments</a:t>
          </a:r>
        </a:p>
        <a:p>
          <a:pPr marL="171450" lvl="1" indent="-171450" algn="l" defTabSz="800100">
            <a:lnSpc>
              <a:spcPct val="90000"/>
            </a:lnSpc>
            <a:spcBef>
              <a:spcPct val="0"/>
            </a:spcBef>
            <a:spcAft>
              <a:spcPct val="15000"/>
            </a:spcAft>
            <a:buChar char="•"/>
          </a:pPr>
          <a:r>
            <a:rPr lang="en-US" sz="1800" kern="1200" dirty="0">
              <a:solidFill>
                <a:srgbClr val="20282F"/>
              </a:solidFill>
            </a:rPr>
            <a:t>Requires a managed switch</a:t>
          </a:r>
        </a:p>
      </dsp:txBody>
      <dsp:txXfrm>
        <a:off x="2464" y="836966"/>
        <a:ext cx="2402978" cy="1729349"/>
      </dsp:txXfrm>
    </dsp:sp>
    <dsp:sp modelId="{33C8C326-DBF4-4ECB-A367-D99CC88BFF44}">
      <dsp:nvSpPr>
        <dsp:cNvPr id="0" name=""/>
        <dsp:cNvSpPr/>
      </dsp:nvSpPr>
      <dsp:spPr>
        <a:xfrm>
          <a:off x="2741860" y="124844"/>
          <a:ext cx="2402978" cy="71212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Flexibility</a:t>
          </a:r>
        </a:p>
      </dsp:txBody>
      <dsp:txXfrm>
        <a:off x="2741860" y="124844"/>
        <a:ext cx="2402978" cy="712121"/>
      </dsp:txXfrm>
    </dsp:sp>
    <dsp:sp modelId="{13D73908-7C9E-41A9-8370-15054F517D5E}">
      <dsp:nvSpPr>
        <dsp:cNvPr id="0" name=""/>
        <dsp:cNvSpPr/>
      </dsp:nvSpPr>
      <dsp:spPr>
        <a:xfrm>
          <a:off x="2741860" y="836966"/>
          <a:ext cx="2402978" cy="172934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Users and devices are grouped by function, department </a:t>
          </a:r>
          <a:br>
            <a:rPr lang="en-US" sz="1800" kern="1200" dirty="0">
              <a:solidFill>
                <a:srgbClr val="20282F"/>
              </a:solidFill>
            </a:rPr>
          </a:br>
          <a:r>
            <a:rPr lang="en-US" sz="1800" kern="1200" dirty="0">
              <a:solidFill>
                <a:srgbClr val="20282F"/>
              </a:solidFill>
            </a:rPr>
            <a:t>or team</a:t>
          </a:r>
        </a:p>
      </dsp:txBody>
      <dsp:txXfrm>
        <a:off x="2741860" y="836966"/>
        <a:ext cx="2402978" cy="1729349"/>
      </dsp:txXfrm>
    </dsp:sp>
    <dsp:sp modelId="{87A01400-89DE-4428-AFE7-8578F812ADA9}">
      <dsp:nvSpPr>
        <dsp:cNvPr id="0" name=""/>
        <dsp:cNvSpPr/>
      </dsp:nvSpPr>
      <dsp:spPr>
        <a:xfrm>
          <a:off x="5481255" y="124844"/>
          <a:ext cx="2402978" cy="71212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Simplified Administration</a:t>
          </a:r>
        </a:p>
      </dsp:txBody>
      <dsp:txXfrm>
        <a:off x="5481255" y="124844"/>
        <a:ext cx="2402978" cy="712121"/>
      </dsp:txXfrm>
    </dsp:sp>
    <dsp:sp modelId="{6C0B8875-F7AF-4CBE-938E-122F75E3196C}">
      <dsp:nvSpPr>
        <dsp:cNvPr id="0" name=""/>
        <dsp:cNvSpPr/>
      </dsp:nvSpPr>
      <dsp:spPr>
        <a:xfrm>
          <a:off x="5481255" y="836966"/>
          <a:ext cx="2402978" cy="172934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Network changes or moves can be easily managed without altering physical setup</a:t>
          </a:r>
        </a:p>
      </dsp:txBody>
      <dsp:txXfrm>
        <a:off x="5481255" y="836966"/>
        <a:ext cx="2402978" cy="172934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5E3B6-23E6-874E-8930-859D653521FE}">
      <dsp:nvSpPr>
        <dsp:cNvPr id="0" name=""/>
        <dsp:cNvSpPr/>
      </dsp:nvSpPr>
      <dsp:spPr>
        <a:xfrm>
          <a:off x="0" y="386499"/>
          <a:ext cx="7886700" cy="2598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520700" rIns="612096"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solidFill>
                <a:srgbClr val="20282F"/>
              </a:solidFill>
            </a:rPr>
            <a:t>Each VLAN is assigned a unique ID</a:t>
          </a:r>
        </a:p>
        <a:p>
          <a:pPr marL="228600" lvl="1" indent="-228600" algn="l" defTabSz="977900">
            <a:lnSpc>
              <a:spcPct val="90000"/>
            </a:lnSpc>
            <a:spcBef>
              <a:spcPct val="0"/>
            </a:spcBef>
            <a:spcAft>
              <a:spcPct val="15000"/>
            </a:spcAft>
            <a:buChar char="•"/>
          </a:pPr>
          <a:r>
            <a:rPr lang="en-US" sz="2200" kern="1200" dirty="0">
              <a:solidFill>
                <a:srgbClr val="20282F"/>
              </a:solidFill>
            </a:rPr>
            <a:t>Each device is a member of a VLAN</a:t>
          </a:r>
        </a:p>
        <a:p>
          <a:pPr marL="228600" lvl="1" indent="-228600" algn="l" defTabSz="977900">
            <a:lnSpc>
              <a:spcPct val="90000"/>
            </a:lnSpc>
            <a:spcBef>
              <a:spcPct val="0"/>
            </a:spcBef>
            <a:spcAft>
              <a:spcPct val="15000"/>
            </a:spcAft>
            <a:buChar char="•"/>
          </a:pPr>
          <a:r>
            <a:rPr lang="en-US" sz="2200" kern="1200" dirty="0">
              <a:solidFill>
                <a:srgbClr val="20282F"/>
              </a:solidFill>
            </a:rPr>
            <a:t>Devices use VLAN IDs to manage traffic</a:t>
          </a:r>
        </a:p>
        <a:p>
          <a:pPr marL="228600" lvl="1" indent="-228600" algn="l" defTabSz="977900">
            <a:lnSpc>
              <a:spcPct val="90000"/>
            </a:lnSpc>
            <a:spcBef>
              <a:spcPct val="0"/>
            </a:spcBef>
            <a:spcAft>
              <a:spcPct val="15000"/>
            </a:spcAft>
            <a:buChar char="•"/>
          </a:pPr>
          <a:r>
            <a:rPr lang="en-US" sz="2200" kern="1200" dirty="0">
              <a:solidFill>
                <a:srgbClr val="20282F"/>
              </a:solidFill>
            </a:rPr>
            <a:t>Inter-VLAN routing is needed for devices to communicate between VLANs</a:t>
          </a:r>
        </a:p>
      </dsp:txBody>
      <dsp:txXfrm>
        <a:off x="0" y="386499"/>
        <a:ext cx="7886700" cy="2598750"/>
      </dsp:txXfrm>
    </dsp:sp>
    <dsp:sp modelId="{A99F4F4B-5453-C045-B9EA-BA35D5C1E151}">
      <dsp:nvSpPr>
        <dsp:cNvPr id="0" name=""/>
        <dsp:cNvSpPr/>
      </dsp:nvSpPr>
      <dsp:spPr>
        <a:xfrm>
          <a:off x="394335" y="17499"/>
          <a:ext cx="552069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VLAN IDs </a:t>
          </a:r>
        </a:p>
      </dsp:txBody>
      <dsp:txXfrm>
        <a:off x="430361" y="53525"/>
        <a:ext cx="5448638" cy="66594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77A440-EE69-459F-A739-0134C747BBE2}">
      <dsp:nvSpPr>
        <dsp:cNvPr id="0" name=""/>
        <dsp:cNvSpPr/>
      </dsp:nvSpPr>
      <dsp:spPr>
        <a:xfrm>
          <a:off x="2965" y="129997"/>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Default VLAN</a:t>
          </a:r>
        </a:p>
      </dsp:txBody>
      <dsp:txXfrm>
        <a:off x="2965" y="129997"/>
        <a:ext cx="1782979" cy="590170"/>
      </dsp:txXfrm>
    </dsp:sp>
    <dsp:sp modelId="{F319DE12-1A8B-4F36-B9F9-FEF7C61B2D61}">
      <dsp:nvSpPr>
        <dsp:cNvPr id="0" name=""/>
        <dsp:cNvSpPr/>
      </dsp:nvSpPr>
      <dsp:spPr>
        <a:xfrm>
          <a:off x="2965" y="720168"/>
          <a:ext cx="1782979" cy="247564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VLAN with ID1</a:t>
          </a:r>
        </a:p>
        <a:p>
          <a:pPr marL="114300" lvl="1" indent="-114300" algn="l" defTabSz="666750">
            <a:lnSpc>
              <a:spcPct val="90000"/>
            </a:lnSpc>
            <a:spcBef>
              <a:spcPts val="600"/>
            </a:spcBef>
            <a:spcAft>
              <a:spcPts val="600"/>
            </a:spcAft>
            <a:buChar char="•"/>
          </a:pPr>
          <a:r>
            <a:rPr lang="en-US" sz="1500" kern="1200" dirty="0">
              <a:solidFill>
                <a:srgbClr val="20282F"/>
              </a:solidFill>
            </a:rPr>
            <a:t>Should remain unused</a:t>
          </a:r>
        </a:p>
        <a:p>
          <a:pPr marL="114300" lvl="1" indent="-114300" algn="l" defTabSz="666750">
            <a:lnSpc>
              <a:spcPct val="90000"/>
            </a:lnSpc>
            <a:spcBef>
              <a:spcPts val="600"/>
            </a:spcBef>
            <a:spcAft>
              <a:spcPts val="600"/>
            </a:spcAft>
            <a:buChar char="•"/>
          </a:pPr>
          <a:r>
            <a:rPr lang="en-US" sz="1500" kern="1200" dirty="0">
              <a:solidFill>
                <a:srgbClr val="20282F"/>
              </a:solidFill>
            </a:rPr>
            <a:t>Change unused ports from ID1</a:t>
          </a:r>
        </a:p>
      </dsp:txBody>
      <dsp:txXfrm>
        <a:off x="2965" y="720168"/>
        <a:ext cx="1782979" cy="2475646"/>
      </dsp:txXfrm>
    </dsp:sp>
    <dsp:sp modelId="{038FB9C8-C093-4986-8F31-271D6FFA1774}">
      <dsp:nvSpPr>
        <dsp:cNvPr id="0" name=""/>
        <dsp:cNvSpPr/>
      </dsp:nvSpPr>
      <dsp:spPr>
        <a:xfrm>
          <a:off x="2035561" y="129997"/>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Native VLAN</a:t>
          </a:r>
        </a:p>
      </dsp:txBody>
      <dsp:txXfrm>
        <a:off x="2035561" y="129997"/>
        <a:ext cx="1782979" cy="590170"/>
      </dsp:txXfrm>
    </dsp:sp>
    <dsp:sp modelId="{BA0C666F-AB38-42C1-A7A1-5EB3A19D6976}">
      <dsp:nvSpPr>
        <dsp:cNvPr id="0" name=""/>
        <dsp:cNvSpPr/>
      </dsp:nvSpPr>
      <dsp:spPr>
        <a:xfrm>
          <a:off x="2035561" y="720168"/>
          <a:ext cx="1782979" cy="247564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Receives all  untagged frames</a:t>
          </a:r>
        </a:p>
        <a:p>
          <a:pPr marL="114300" lvl="1" indent="-114300" algn="l" defTabSz="666750">
            <a:lnSpc>
              <a:spcPct val="90000"/>
            </a:lnSpc>
            <a:spcBef>
              <a:spcPts val="600"/>
            </a:spcBef>
            <a:spcAft>
              <a:spcPts val="600"/>
            </a:spcAft>
            <a:buChar char="•"/>
          </a:pPr>
          <a:r>
            <a:rPr lang="en-US" sz="1500" kern="1200" dirty="0">
              <a:solidFill>
                <a:srgbClr val="20282F"/>
              </a:solidFill>
            </a:rPr>
            <a:t>Separate Native and Default VLANs</a:t>
          </a:r>
        </a:p>
        <a:p>
          <a:pPr marL="114300" lvl="1" indent="-114300" algn="l" defTabSz="666750">
            <a:lnSpc>
              <a:spcPct val="90000"/>
            </a:lnSpc>
            <a:spcBef>
              <a:spcPts val="600"/>
            </a:spcBef>
            <a:spcAft>
              <a:spcPts val="600"/>
            </a:spcAft>
            <a:buChar char="•"/>
          </a:pPr>
          <a:r>
            <a:rPr lang="en-US" sz="1500" kern="1200" dirty="0">
              <a:solidFill>
                <a:srgbClr val="20282F"/>
              </a:solidFill>
            </a:rPr>
            <a:t>Match Native VLAN IDs </a:t>
          </a:r>
          <a:br>
            <a:rPr lang="en-US" sz="1500" kern="1200" dirty="0">
              <a:solidFill>
                <a:srgbClr val="20282F"/>
              </a:solidFill>
            </a:rPr>
          </a:br>
          <a:r>
            <a:rPr lang="en-US" sz="1500" kern="1200" dirty="0">
              <a:solidFill>
                <a:srgbClr val="20282F"/>
              </a:solidFill>
            </a:rPr>
            <a:t>on switches</a:t>
          </a:r>
        </a:p>
      </dsp:txBody>
      <dsp:txXfrm>
        <a:off x="2035561" y="720168"/>
        <a:ext cx="1782979" cy="2475646"/>
      </dsp:txXfrm>
    </dsp:sp>
    <dsp:sp modelId="{6D410FDD-D007-4C2A-B0DB-0CE024ADF207}">
      <dsp:nvSpPr>
        <dsp:cNvPr id="0" name=""/>
        <dsp:cNvSpPr/>
      </dsp:nvSpPr>
      <dsp:spPr>
        <a:xfrm>
          <a:off x="4068158" y="129997"/>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Voice VLAN</a:t>
          </a:r>
        </a:p>
      </dsp:txBody>
      <dsp:txXfrm>
        <a:off x="4068158" y="129997"/>
        <a:ext cx="1782979" cy="590170"/>
      </dsp:txXfrm>
    </dsp:sp>
    <dsp:sp modelId="{307B1A87-A3DE-45F7-BBEE-364F8C14ECD1}">
      <dsp:nvSpPr>
        <dsp:cNvPr id="0" name=""/>
        <dsp:cNvSpPr/>
      </dsp:nvSpPr>
      <dsp:spPr>
        <a:xfrm>
          <a:off x="4068158" y="720168"/>
          <a:ext cx="1782979" cy="247564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Handles VoIP system traffic </a:t>
          </a:r>
        </a:p>
        <a:p>
          <a:pPr marL="114300" lvl="1" indent="-114300" algn="l" defTabSz="666750">
            <a:lnSpc>
              <a:spcPct val="90000"/>
            </a:lnSpc>
            <a:spcBef>
              <a:spcPts val="600"/>
            </a:spcBef>
            <a:spcAft>
              <a:spcPts val="600"/>
            </a:spcAft>
            <a:buChar char="•"/>
          </a:pPr>
          <a:r>
            <a:rPr lang="en-US" sz="1500" kern="1200" dirty="0">
              <a:solidFill>
                <a:srgbClr val="20282F"/>
              </a:solidFill>
            </a:rPr>
            <a:t>Ensures voice communication quality</a:t>
          </a:r>
        </a:p>
        <a:p>
          <a:pPr marL="114300" lvl="1" indent="-114300" algn="l" defTabSz="666750">
            <a:lnSpc>
              <a:spcPct val="90000"/>
            </a:lnSpc>
            <a:spcBef>
              <a:spcPts val="600"/>
            </a:spcBef>
            <a:spcAft>
              <a:spcPts val="600"/>
            </a:spcAft>
            <a:buChar char="•"/>
          </a:pPr>
          <a:r>
            <a:rPr lang="en-US" sz="1500" kern="1200" dirty="0">
              <a:solidFill>
                <a:srgbClr val="20282F"/>
              </a:solidFill>
            </a:rPr>
            <a:t>Prioritizes </a:t>
          </a:r>
          <a:br>
            <a:rPr lang="en-US" sz="1500" kern="1200" dirty="0">
              <a:solidFill>
                <a:srgbClr val="20282F"/>
              </a:solidFill>
            </a:rPr>
          </a:br>
          <a:r>
            <a:rPr lang="en-US" sz="1500" kern="1200" dirty="0">
              <a:solidFill>
                <a:srgbClr val="20282F"/>
              </a:solidFill>
            </a:rPr>
            <a:t>voice traffic </a:t>
          </a:r>
        </a:p>
      </dsp:txBody>
      <dsp:txXfrm>
        <a:off x="4068158" y="720168"/>
        <a:ext cx="1782979" cy="2475646"/>
      </dsp:txXfrm>
    </dsp:sp>
    <dsp:sp modelId="{EA1361EB-580F-44D6-B063-9DF44A1DDEB0}">
      <dsp:nvSpPr>
        <dsp:cNvPr id="0" name=""/>
        <dsp:cNvSpPr/>
      </dsp:nvSpPr>
      <dsp:spPr>
        <a:xfrm>
          <a:off x="6100755" y="129997"/>
          <a:ext cx="1782979" cy="59017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Management VLAN</a:t>
          </a:r>
        </a:p>
      </dsp:txBody>
      <dsp:txXfrm>
        <a:off x="6100755" y="129997"/>
        <a:ext cx="1782979" cy="590170"/>
      </dsp:txXfrm>
    </dsp:sp>
    <dsp:sp modelId="{DB0648EF-FC24-41AA-A6EF-0400EE51F2CF}">
      <dsp:nvSpPr>
        <dsp:cNvPr id="0" name=""/>
        <dsp:cNvSpPr/>
      </dsp:nvSpPr>
      <dsp:spPr>
        <a:xfrm>
          <a:off x="6100755" y="720168"/>
          <a:ext cx="1782979" cy="247564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ts val="600"/>
            </a:spcBef>
            <a:spcAft>
              <a:spcPts val="600"/>
            </a:spcAft>
            <a:buChar char="•"/>
          </a:pPr>
          <a:r>
            <a:rPr lang="en-US" sz="1500" kern="1200" dirty="0">
              <a:solidFill>
                <a:srgbClr val="20282F"/>
              </a:solidFill>
            </a:rPr>
            <a:t>Manages network devices and services</a:t>
          </a:r>
        </a:p>
        <a:p>
          <a:pPr marL="114300" lvl="1" indent="-114300" algn="l" defTabSz="666750">
            <a:lnSpc>
              <a:spcPct val="90000"/>
            </a:lnSpc>
            <a:spcBef>
              <a:spcPts val="600"/>
            </a:spcBef>
            <a:spcAft>
              <a:spcPts val="600"/>
            </a:spcAft>
            <a:buChar char="•"/>
          </a:pPr>
          <a:r>
            <a:rPr lang="en-US" sz="1500" kern="1200" dirty="0">
              <a:solidFill>
                <a:srgbClr val="20282F"/>
              </a:solidFill>
            </a:rPr>
            <a:t>Isolate from user data traffic</a:t>
          </a:r>
        </a:p>
        <a:p>
          <a:pPr marL="114300" lvl="1" indent="-114300" algn="l" defTabSz="666750">
            <a:lnSpc>
              <a:spcPct val="90000"/>
            </a:lnSpc>
            <a:spcBef>
              <a:spcPts val="600"/>
            </a:spcBef>
            <a:spcAft>
              <a:spcPts val="600"/>
            </a:spcAft>
            <a:buChar char="•"/>
          </a:pPr>
          <a:r>
            <a:rPr lang="en-US" sz="1500" kern="1200" dirty="0">
              <a:solidFill>
                <a:srgbClr val="20282F"/>
              </a:solidFill>
            </a:rPr>
            <a:t>Separate from Default VLAN</a:t>
          </a:r>
        </a:p>
      </dsp:txBody>
      <dsp:txXfrm>
        <a:off x="6100755" y="720168"/>
        <a:ext cx="1782979" cy="247564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0D33D-18DB-4C7E-8486-F31C631A8273}">
      <dsp:nvSpPr>
        <dsp:cNvPr id="0" name=""/>
        <dsp:cNvSpPr/>
      </dsp:nvSpPr>
      <dsp:spPr>
        <a:xfrm>
          <a:off x="634" y="73417"/>
          <a:ext cx="2475895" cy="14855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Each device in a VLAN is assigned a unique VLAN ID. </a:t>
          </a:r>
        </a:p>
      </dsp:txBody>
      <dsp:txXfrm>
        <a:off x="634" y="73417"/>
        <a:ext cx="2475895" cy="1485537"/>
      </dsp:txXfrm>
    </dsp:sp>
    <dsp:sp modelId="{7790C407-6403-4690-BFCE-992077051973}">
      <dsp:nvSpPr>
        <dsp:cNvPr id="0" name=""/>
        <dsp:cNvSpPr/>
      </dsp:nvSpPr>
      <dsp:spPr>
        <a:xfrm>
          <a:off x="2724119" y="73417"/>
          <a:ext cx="2475895" cy="14855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Untagged ports are set to receive data without a VLAN identifier. </a:t>
          </a:r>
        </a:p>
      </dsp:txBody>
      <dsp:txXfrm>
        <a:off x="2724119" y="73417"/>
        <a:ext cx="2475895" cy="1485537"/>
      </dsp:txXfrm>
    </dsp:sp>
    <dsp:sp modelId="{B877F085-54A6-4552-A151-C738EB74ACC4}">
      <dsp:nvSpPr>
        <dsp:cNvPr id="0" name=""/>
        <dsp:cNvSpPr/>
      </dsp:nvSpPr>
      <dsp:spPr>
        <a:xfrm>
          <a:off x="1362377" y="1806544"/>
          <a:ext cx="2475895" cy="14855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 Native VLAN receives all untagged frames.</a:t>
          </a:r>
        </a:p>
      </dsp:txBody>
      <dsp:txXfrm>
        <a:off x="1362377" y="1806544"/>
        <a:ext cx="2475895" cy="148553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5846B-A2E6-4CE9-ACB2-66871AE2140F}">
      <dsp:nvSpPr>
        <dsp:cNvPr id="0" name=""/>
        <dsp:cNvSpPr/>
      </dsp:nvSpPr>
      <dsp:spPr>
        <a:xfrm>
          <a:off x="3850" y="1504203"/>
          <a:ext cx="1193566" cy="105183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Verify connectivity </a:t>
          </a:r>
        </a:p>
      </dsp:txBody>
      <dsp:txXfrm>
        <a:off x="34657" y="1535010"/>
        <a:ext cx="1131952" cy="990216"/>
      </dsp:txXfrm>
    </dsp:sp>
    <dsp:sp modelId="{98071E0F-8721-4445-A68E-C90DC9776863}">
      <dsp:nvSpPr>
        <dsp:cNvPr id="0" name=""/>
        <dsp:cNvSpPr/>
      </dsp:nvSpPr>
      <dsp:spPr>
        <a:xfrm>
          <a:off x="1316773" y="1882116"/>
          <a:ext cx="253036" cy="2960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1316773" y="1941317"/>
        <a:ext cx="177125" cy="177602"/>
      </dsp:txXfrm>
    </dsp:sp>
    <dsp:sp modelId="{77B48A97-A092-4127-9D39-E406007245A8}">
      <dsp:nvSpPr>
        <dsp:cNvPr id="0" name=""/>
        <dsp:cNvSpPr/>
      </dsp:nvSpPr>
      <dsp:spPr>
        <a:xfrm>
          <a:off x="1674843" y="1504203"/>
          <a:ext cx="1193566" cy="105183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Review routing table entries </a:t>
          </a:r>
        </a:p>
      </dsp:txBody>
      <dsp:txXfrm>
        <a:off x="1705650" y="1535010"/>
        <a:ext cx="1131952" cy="990216"/>
      </dsp:txXfrm>
    </dsp:sp>
    <dsp:sp modelId="{443F1666-B5C1-4527-A3E6-030F615523F5}">
      <dsp:nvSpPr>
        <dsp:cNvPr id="0" name=""/>
        <dsp:cNvSpPr/>
      </dsp:nvSpPr>
      <dsp:spPr>
        <a:xfrm>
          <a:off x="2987767" y="1882116"/>
          <a:ext cx="253036" cy="2960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2987767" y="1941317"/>
        <a:ext cx="177125" cy="177602"/>
      </dsp:txXfrm>
    </dsp:sp>
    <dsp:sp modelId="{0211407B-9D8F-40E5-A650-1298F92564DB}">
      <dsp:nvSpPr>
        <dsp:cNvPr id="0" name=""/>
        <dsp:cNvSpPr/>
      </dsp:nvSpPr>
      <dsp:spPr>
        <a:xfrm>
          <a:off x="3345837" y="1504203"/>
          <a:ext cx="1193566" cy="105183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Check subnet masks </a:t>
          </a:r>
        </a:p>
      </dsp:txBody>
      <dsp:txXfrm>
        <a:off x="3376644" y="1535010"/>
        <a:ext cx="1131952" cy="990216"/>
      </dsp:txXfrm>
    </dsp:sp>
    <dsp:sp modelId="{3E0D6DF9-2EFD-4E4F-9E4C-C254F16E9798}">
      <dsp:nvSpPr>
        <dsp:cNvPr id="0" name=""/>
        <dsp:cNvSpPr/>
      </dsp:nvSpPr>
      <dsp:spPr>
        <a:xfrm>
          <a:off x="4658761" y="1882116"/>
          <a:ext cx="253036" cy="2960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4658761" y="1941317"/>
        <a:ext cx="177125" cy="177602"/>
      </dsp:txXfrm>
    </dsp:sp>
    <dsp:sp modelId="{65966280-E80A-4353-B2B9-7E0E83058007}">
      <dsp:nvSpPr>
        <dsp:cNvPr id="0" name=""/>
        <dsp:cNvSpPr/>
      </dsp:nvSpPr>
      <dsp:spPr>
        <a:xfrm>
          <a:off x="5016831" y="1504203"/>
          <a:ext cx="1193566" cy="105183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Examine static and dynamic routes</a:t>
          </a:r>
        </a:p>
      </dsp:txBody>
      <dsp:txXfrm>
        <a:off x="5047638" y="1535010"/>
        <a:ext cx="1131952" cy="990216"/>
      </dsp:txXfrm>
    </dsp:sp>
    <dsp:sp modelId="{096FCBA7-74BD-4D5A-BB61-7F4FC56F0D9B}">
      <dsp:nvSpPr>
        <dsp:cNvPr id="0" name=""/>
        <dsp:cNvSpPr/>
      </dsp:nvSpPr>
      <dsp:spPr>
        <a:xfrm>
          <a:off x="6329754" y="1882116"/>
          <a:ext cx="253036" cy="2960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6329754" y="1941317"/>
        <a:ext cx="177125" cy="177602"/>
      </dsp:txXfrm>
    </dsp:sp>
    <dsp:sp modelId="{AFFA87AC-CACB-4620-8CA1-25BF97A93CF1}">
      <dsp:nvSpPr>
        <dsp:cNvPr id="0" name=""/>
        <dsp:cNvSpPr/>
      </dsp:nvSpPr>
      <dsp:spPr>
        <a:xfrm>
          <a:off x="6687824" y="1504203"/>
          <a:ext cx="1193566" cy="105183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Use traceroute</a:t>
          </a:r>
        </a:p>
      </dsp:txBody>
      <dsp:txXfrm>
        <a:off x="6718631" y="1535010"/>
        <a:ext cx="1131952" cy="99021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FD26F-1DE5-4574-BA3F-1620E20DDFA2}">
      <dsp:nvSpPr>
        <dsp:cNvPr id="0" name=""/>
        <dsp:cNvSpPr/>
      </dsp:nvSpPr>
      <dsp:spPr>
        <a:xfrm>
          <a:off x="9952" y="1641110"/>
          <a:ext cx="1306360" cy="77801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Verify host configuration </a:t>
          </a:r>
        </a:p>
      </dsp:txBody>
      <dsp:txXfrm>
        <a:off x="32739" y="1663897"/>
        <a:ext cx="1260786" cy="732442"/>
      </dsp:txXfrm>
    </dsp:sp>
    <dsp:sp modelId="{8A5DD6BA-30F5-46A0-99C1-815A9C4E7397}">
      <dsp:nvSpPr>
        <dsp:cNvPr id="0" name=""/>
        <dsp:cNvSpPr/>
      </dsp:nvSpPr>
      <dsp:spPr>
        <a:xfrm>
          <a:off x="1433437" y="1884884"/>
          <a:ext cx="248304" cy="2904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1433437" y="1942978"/>
        <a:ext cx="173813" cy="174280"/>
      </dsp:txXfrm>
    </dsp:sp>
    <dsp:sp modelId="{C930970F-8302-4321-A04D-92C4A8879AAB}">
      <dsp:nvSpPr>
        <dsp:cNvPr id="0" name=""/>
        <dsp:cNvSpPr/>
      </dsp:nvSpPr>
      <dsp:spPr>
        <a:xfrm>
          <a:off x="1784811" y="1629070"/>
          <a:ext cx="1171245" cy="80209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Ping default gateway</a:t>
          </a:r>
        </a:p>
      </dsp:txBody>
      <dsp:txXfrm>
        <a:off x="1808304" y="1652563"/>
        <a:ext cx="1124259" cy="755110"/>
      </dsp:txXfrm>
    </dsp:sp>
    <dsp:sp modelId="{6D666B08-AAD6-4EDA-B773-606007C219F7}">
      <dsp:nvSpPr>
        <dsp:cNvPr id="0" name=""/>
        <dsp:cNvSpPr/>
      </dsp:nvSpPr>
      <dsp:spPr>
        <a:xfrm>
          <a:off x="3073181" y="1884884"/>
          <a:ext cx="248304" cy="2904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3073181" y="1942978"/>
        <a:ext cx="173813" cy="174280"/>
      </dsp:txXfrm>
    </dsp:sp>
    <dsp:sp modelId="{184F702B-162B-466B-9646-BD18D36A220D}">
      <dsp:nvSpPr>
        <dsp:cNvPr id="0" name=""/>
        <dsp:cNvSpPr/>
      </dsp:nvSpPr>
      <dsp:spPr>
        <a:xfrm>
          <a:off x="3424555" y="1629070"/>
          <a:ext cx="1171245" cy="80209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Check router settings </a:t>
          </a:r>
        </a:p>
      </dsp:txBody>
      <dsp:txXfrm>
        <a:off x="3448048" y="1652563"/>
        <a:ext cx="1124259" cy="755110"/>
      </dsp:txXfrm>
    </dsp:sp>
    <dsp:sp modelId="{FA3A3D63-D28F-4A03-B872-211EA41E5626}">
      <dsp:nvSpPr>
        <dsp:cNvPr id="0" name=""/>
        <dsp:cNvSpPr/>
      </dsp:nvSpPr>
      <dsp:spPr>
        <a:xfrm>
          <a:off x="4712925" y="1884884"/>
          <a:ext cx="248304" cy="2904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4712925" y="1942978"/>
        <a:ext cx="173813" cy="174280"/>
      </dsp:txXfrm>
    </dsp:sp>
    <dsp:sp modelId="{70E63603-BB6D-4CAF-88DE-3E7B34D1093F}">
      <dsp:nvSpPr>
        <dsp:cNvPr id="0" name=""/>
        <dsp:cNvSpPr/>
      </dsp:nvSpPr>
      <dsp:spPr>
        <a:xfrm>
          <a:off x="5064299" y="1633406"/>
          <a:ext cx="1171245" cy="793424"/>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Review physical connections</a:t>
          </a:r>
        </a:p>
      </dsp:txBody>
      <dsp:txXfrm>
        <a:off x="5087538" y="1656645"/>
        <a:ext cx="1124767" cy="746946"/>
      </dsp:txXfrm>
    </dsp:sp>
    <dsp:sp modelId="{D9075459-94ED-4216-8CE5-DF00408015BB}">
      <dsp:nvSpPr>
        <dsp:cNvPr id="0" name=""/>
        <dsp:cNvSpPr/>
      </dsp:nvSpPr>
      <dsp:spPr>
        <a:xfrm>
          <a:off x="6352670" y="1884884"/>
          <a:ext cx="248304" cy="2904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6352670" y="1942978"/>
        <a:ext cx="173813" cy="174280"/>
      </dsp:txXfrm>
    </dsp:sp>
    <dsp:sp modelId="{64C14970-3483-410C-BB7E-341DBF0F890F}">
      <dsp:nvSpPr>
        <dsp:cNvPr id="0" name=""/>
        <dsp:cNvSpPr/>
      </dsp:nvSpPr>
      <dsp:spPr>
        <a:xfrm>
          <a:off x="6704043" y="1629070"/>
          <a:ext cx="1171245" cy="802096"/>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Identify routing loops</a:t>
          </a:r>
        </a:p>
      </dsp:txBody>
      <dsp:txXfrm>
        <a:off x="6727536" y="1652563"/>
        <a:ext cx="1124259" cy="75511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A5DB2D-3F43-453A-BE20-0ED97F406E59}">
      <dsp:nvSpPr>
        <dsp:cNvPr id="0" name=""/>
        <dsp:cNvSpPr/>
      </dsp:nvSpPr>
      <dsp:spPr>
        <a:xfrm>
          <a:off x="3465" y="992545"/>
          <a:ext cx="1515340" cy="134072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Check physical connectivity</a:t>
          </a:r>
        </a:p>
      </dsp:txBody>
      <dsp:txXfrm>
        <a:off x="42733" y="1031813"/>
        <a:ext cx="1436804" cy="1262184"/>
      </dsp:txXfrm>
    </dsp:sp>
    <dsp:sp modelId="{331D890F-3DBE-4045-8FC3-FCF18B6AEB8B}">
      <dsp:nvSpPr>
        <dsp:cNvPr id="0" name=""/>
        <dsp:cNvSpPr/>
      </dsp:nvSpPr>
      <dsp:spPr>
        <a:xfrm>
          <a:off x="1670340" y="1475003"/>
          <a:ext cx="321252" cy="3758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1670340" y="1550164"/>
        <a:ext cx="224876" cy="225482"/>
      </dsp:txXfrm>
    </dsp:sp>
    <dsp:sp modelId="{68B495E4-01B6-41E4-949A-6A69B1785AE7}">
      <dsp:nvSpPr>
        <dsp:cNvPr id="0" name=""/>
        <dsp:cNvSpPr/>
      </dsp:nvSpPr>
      <dsp:spPr>
        <a:xfrm>
          <a:off x="2124942" y="992545"/>
          <a:ext cx="1515340" cy="134072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Ping the loopback address</a:t>
          </a:r>
        </a:p>
      </dsp:txBody>
      <dsp:txXfrm>
        <a:off x="2164210" y="1031813"/>
        <a:ext cx="1436804" cy="1262184"/>
      </dsp:txXfrm>
    </dsp:sp>
    <dsp:sp modelId="{2309C17D-0E85-421A-86B0-98D72E6EBD26}">
      <dsp:nvSpPr>
        <dsp:cNvPr id="0" name=""/>
        <dsp:cNvSpPr/>
      </dsp:nvSpPr>
      <dsp:spPr>
        <a:xfrm>
          <a:off x="3791816" y="1475003"/>
          <a:ext cx="321252" cy="3758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3791816" y="1550164"/>
        <a:ext cx="224876" cy="225482"/>
      </dsp:txXfrm>
    </dsp:sp>
    <dsp:sp modelId="{7E91B017-0F65-458A-A87E-F49B53FF9A28}">
      <dsp:nvSpPr>
        <dsp:cNvPr id="0" name=""/>
        <dsp:cNvSpPr/>
      </dsp:nvSpPr>
      <dsp:spPr>
        <a:xfrm>
          <a:off x="4246418" y="992545"/>
          <a:ext cx="1515340" cy="134072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Ping the default gateway</a:t>
          </a:r>
        </a:p>
      </dsp:txBody>
      <dsp:txXfrm>
        <a:off x="4285686" y="1031813"/>
        <a:ext cx="1436804" cy="1262184"/>
      </dsp:txXfrm>
    </dsp:sp>
    <dsp:sp modelId="{DE888B25-620B-49B7-A2F0-1CAC602A9A15}">
      <dsp:nvSpPr>
        <dsp:cNvPr id="0" name=""/>
        <dsp:cNvSpPr/>
      </dsp:nvSpPr>
      <dsp:spPr>
        <a:xfrm>
          <a:off x="5913292" y="1475003"/>
          <a:ext cx="321252" cy="37580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5913292" y="1550164"/>
        <a:ext cx="224876" cy="225482"/>
      </dsp:txXfrm>
    </dsp:sp>
    <dsp:sp modelId="{675A9C48-DEBA-4EFD-8B8C-5FB9153ECB08}">
      <dsp:nvSpPr>
        <dsp:cNvPr id="0" name=""/>
        <dsp:cNvSpPr/>
      </dsp:nvSpPr>
      <dsp:spPr>
        <a:xfrm>
          <a:off x="6367894" y="992545"/>
          <a:ext cx="1515340" cy="1340720"/>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Ping a remote host or server</a:t>
          </a:r>
        </a:p>
      </dsp:txBody>
      <dsp:txXfrm>
        <a:off x="6407162" y="1031813"/>
        <a:ext cx="1436804" cy="12621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4/21/2025</a:t>
            </a:fld>
            <a:endParaRPr lang="en-US" dirty="0"/>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dirty="0"/>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4/21/2025</a:t>
            </a:fld>
            <a:endParaRPr lang="en-US" dirty="0"/>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dirty="0"/>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dirty="0"/>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0" lvl="0" indent="0">
              <a:buFontTx/>
              <a:buNone/>
            </a:pPr>
            <a:r>
              <a:rPr lang="en-US" b="1" dirty="0"/>
              <a:t>Suggested Instructional Tips</a:t>
            </a:r>
          </a:p>
          <a:p>
            <a:pPr marL="0" lvl="0" indent="0">
              <a:buFontTx/>
              <a:buNone/>
            </a:pPr>
            <a:r>
              <a:rPr lang="en-US" dirty="0"/>
              <a:t>As with IP, the course dedicates quite a substantial block to covering a single objective and a few content examples. This content is relatively complex and critical foundational knowledge, however, so try to allocate a decent amount of time to cover it.</a:t>
            </a:r>
            <a:endParaRPr lang="en-US" b="0" i="0" dirty="0">
              <a:solidFill>
                <a:srgbClr val="FFFFFF"/>
              </a:solidFill>
              <a:effectLst/>
              <a:latin typeface="roboto" panose="02000000000000000000" pitchFamily="2" charset="0"/>
            </a:endParaRPr>
          </a:p>
          <a:p>
            <a:pPr marL="0" lvl="0" indent="0">
              <a:buFont typeface="Courier New" panose="02070309020205020404" pitchFamily="49" charset="0"/>
              <a:buNone/>
            </a:pPr>
            <a:endParaRPr lang="en-GB" dirty="0"/>
          </a:p>
        </p:txBody>
      </p:sp>
      <p:sp>
        <p:nvSpPr>
          <p:cNvPr id="5" name="Footer Placeholder 4">
            <a:extLst>
              <a:ext uri="{FF2B5EF4-FFF2-40B4-BE49-F238E27FC236}">
                <a16:creationId xmlns:a16="http://schemas.microsoft.com/office/drawing/2014/main" id="{3F7087A3-1A94-472F-7772-A66523754A5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Learning Objectives</a:t>
            </a:r>
          </a:p>
          <a:p>
            <a:pPr marL="0" indent="0">
              <a:buFont typeface="Arial" panose="020B0604020202020204" pitchFamily="34" charset="0"/>
              <a:buNone/>
            </a:pPr>
            <a:r>
              <a:rPr lang="en-US" dirty="0"/>
              <a:t>The learning objectives align with the following Exam Objectives for Module 5:</a:t>
            </a:r>
          </a:p>
          <a:p>
            <a:pPr marL="171450" indent="-171450">
              <a:buFont typeface="Arial" panose="020B0604020202020204" pitchFamily="34" charset="0"/>
              <a:buChar char="•"/>
            </a:pPr>
            <a:r>
              <a:rPr lang="en-US" dirty="0"/>
              <a:t>1.2 Compare and contrast networking appliances, applications, and functions.</a:t>
            </a:r>
          </a:p>
          <a:p>
            <a:pPr marL="171450" indent="-171450">
              <a:buFont typeface="Arial" panose="020B0604020202020204" pitchFamily="34" charset="0"/>
              <a:buChar char="•"/>
            </a:pPr>
            <a:r>
              <a:rPr lang="en-US" dirty="0"/>
              <a:t>1.6 Compare and contrast network topologies, architectures, and types.</a:t>
            </a:r>
          </a:p>
          <a:p>
            <a:pPr marL="171450" indent="-171450">
              <a:buFont typeface="Arial" panose="020B0604020202020204" pitchFamily="34" charset="0"/>
              <a:buChar char="•"/>
            </a:pPr>
            <a:r>
              <a:rPr lang="en-US" dirty="0"/>
              <a:t>2.1 Explain characteristics of routing technologies.</a:t>
            </a:r>
          </a:p>
          <a:p>
            <a:pPr marL="171450" indent="-171450">
              <a:buFont typeface="Arial" panose="020B0604020202020204" pitchFamily="34" charset="0"/>
              <a:buChar char="•"/>
            </a:pPr>
            <a:r>
              <a:rPr lang="en-US" dirty="0"/>
              <a:t>2.2 Given a scenario, configure switching technologies and features. </a:t>
            </a:r>
          </a:p>
          <a:p>
            <a:pPr marL="171450" indent="-171450">
              <a:buFont typeface="Arial" panose="020B0604020202020204" pitchFamily="34" charset="0"/>
              <a:buChar char="•"/>
            </a:pPr>
            <a:r>
              <a:rPr lang="en-US" dirty="0"/>
              <a:t>5.3 Given a scenario, troubleshoot common issues with network services. </a:t>
            </a:r>
          </a:p>
          <a:p>
            <a:pPr marL="171450" indent="-171450">
              <a:buFont typeface="Arial" panose="020B0604020202020204" pitchFamily="34" charset="0"/>
              <a:buChar char="•"/>
            </a:pPr>
            <a:r>
              <a:rPr lang="en-US" dirty="0"/>
              <a:t>5.5 Given a scenario, use the appropriate tool or protocol to solve networking issues.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dirty="0"/>
          </a:p>
        </p:txBody>
      </p:sp>
      <p:sp>
        <p:nvSpPr>
          <p:cNvPr id="6" name="Footer Placeholder 5">
            <a:extLst>
              <a:ext uri="{FF2B5EF4-FFF2-40B4-BE49-F238E27FC236}">
                <a16:creationId xmlns:a16="http://schemas.microsoft.com/office/drawing/2014/main" id="{BE0C3B56-B9B8-77D6-5F35-EA9BBC155518}"/>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GB" dirty="0"/>
              <a:t>1.2 Compare and contrast networking appliances, applications, and functions.</a:t>
            </a:r>
          </a:p>
          <a:p>
            <a:pPr marL="171450" indent="-171450">
              <a:buFont typeface="Arial" panose="020B0604020202020204" pitchFamily="34" charset="0"/>
              <a:buChar char="•"/>
            </a:pPr>
            <a:r>
              <a:rPr lang="en-GB" dirty="0"/>
              <a:t>2.1 Explain characteristics of routing technologies.</a:t>
            </a:r>
          </a:p>
          <a:p>
            <a:pPr marL="171450" indent="-171450">
              <a:buFont typeface="Arial" panose="020B0604020202020204" pitchFamily="34" charset="0"/>
              <a:buChar char="•"/>
            </a:pPr>
            <a:r>
              <a:rPr lang="en-GB" dirty="0"/>
              <a:t>5.5 Given a scenario, use the appropriate tool or protocol to solve networking issues.</a:t>
            </a:r>
          </a:p>
          <a:p>
            <a:endParaRPr lang="en-GB" dirty="0"/>
          </a:p>
          <a:p>
            <a:r>
              <a:rPr lang="en-GB" b="1" dirty="0"/>
              <a:t>Suggested Teaching Tip</a:t>
            </a:r>
          </a:p>
          <a:p>
            <a:pPr marL="171450" indent="-171450">
              <a:buFont typeface="Arial" panose="020B0604020202020204" pitchFamily="34" charset="0"/>
              <a:buChar char="•"/>
            </a:pPr>
            <a:r>
              <a:rPr lang="en-GB" dirty="0"/>
              <a:t>This topic covers </a:t>
            </a:r>
            <a:r>
              <a:rPr lang="en-US" dirty="0"/>
              <a:t>the basic process of using routing to determine a path and then forwarding the packet over that path using directly connected and static routes only.</a:t>
            </a:r>
            <a:r>
              <a:rPr lang="en-GB" dirty="0"/>
              <a:t> </a:t>
            </a:r>
          </a:p>
        </p:txBody>
      </p:sp>
      <p:sp>
        <p:nvSpPr>
          <p:cNvPr id="5" name="Footer Placeholder 4">
            <a:extLst>
              <a:ext uri="{FF2B5EF4-FFF2-40B4-BE49-F238E27FC236}">
                <a16:creationId xmlns:a16="http://schemas.microsoft.com/office/drawing/2014/main" id="{739FD69A-F954-172C-1DC5-06DFF834C9E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Routing Tables and Path Selection</a:t>
            </a:r>
          </a:p>
          <a:p>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Explain that information about </a:t>
            </a:r>
            <a:r>
              <a:rPr lang="en-US" b="0" i="0" dirty="0">
                <a:effectLst/>
              </a:rPr>
              <a:t>the location of other IP networks and hosts is stored in the routing table. </a:t>
            </a:r>
          </a:p>
          <a:p>
            <a:pPr marL="0" marR="0" lvl="0" indent="0" algn="l" defTabSz="685526" rtl="0" eaLnBrk="1" fontAlgn="auto" latinLnBrk="0" hangingPunct="1">
              <a:lnSpc>
                <a:spcPct val="100000"/>
              </a:lnSpc>
              <a:spcBef>
                <a:spcPts val="0"/>
              </a:spcBef>
              <a:spcAft>
                <a:spcPts val="0"/>
              </a:spcAft>
              <a:buClrTx/>
              <a:buSzTx/>
              <a:buFontTx/>
              <a:buNone/>
              <a:tabLst/>
              <a:defRPr/>
            </a:pPr>
            <a:r>
              <a:rPr lang="en-US" b="0" i="0" dirty="0">
                <a:effectLst/>
              </a:rPr>
              <a:t>Explain that an entry in the routing table should answer two questions:</a:t>
            </a:r>
          </a:p>
          <a:p>
            <a:pPr marL="233363" lvl="1" indent="-225425" algn="l">
              <a:buFont typeface="+mj-lt"/>
              <a:buAutoNum type="arabicPeriod"/>
            </a:pPr>
            <a:r>
              <a:rPr lang="en-US" b="0" i="0" dirty="0">
                <a:effectLst/>
              </a:rPr>
              <a:t>Where does this packet need to end up? (destination)</a:t>
            </a:r>
          </a:p>
          <a:p>
            <a:pPr marL="233363" lvl="1" indent="-225425" algn="l">
              <a:buFont typeface="+mj-lt"/>
              <a:buAutoNum type="arabicPeriod"/>
            </a:pPr>
            <a:r>
              <a:rPr lang="en-US" b="0" i="0" dirty="0">
                <a:effectLst/>
              </a:rPr>
              <a:t>Given A, where should it go next? (interface/gateway/next hop)</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b="0" i="0" dirty="0">
              <a:effectLst/>
            </a:endParaRPr>
          </a:p>
          <a:p>
            <a:pPr marL="179388" indent="-171450" algn="l">
              <a:buFont typeface="Arial" panose="020B0604020202020204" pitchFamily="34" charset="0"/>
              <a:buChar char="•"/>
            </a:pPr>
            <a:r>
              <a:rPr lang="en-US" i="0" dirty="0">
                <a:effectLst/>
                <a:cs typeface="Open Sans"/>
              </a:rPr>
              <a:t>Protocol</a:t>
            </a:r>
            <a:r>
              <a:rPr lang="en-US" b="0" i="0" dirty="0">
                <a:effectLst/>
                <a:cs typeface="Open Sans"/>
              </a:rPr>
              <a:t>—The source of the route. Paths can be configured statically or learned by exchanging information with other routers via a dynamic routing protocol.</a:t>
            </a:r>
          </a:p>
          <a:p>
            <a:pPr marL="179388" indent="-171450" algn="l">
              <a:buFont typeface="Arial" panose="020B0604020202020204" pitchFamily="34" charset="0"/>
              <a:buChar char="•"/>
            </a:pPr>
            <a:r>
              <a:rPr lang="en-US" i="0" dirty="0">
                <a:effectLst/>
                <a:cs typeface="Open Sans"/>
              </a:rPr>
              <a:t>Destination</a:t>
            </a:r>
            <a:r>
              <a:rPr lang="en-US" b="0" i="0" dirty="0">
                <a:effectLst/>
                <a:cs typeface="Open Sans"/>
              </a:rPr>
              <a:t>—Routes can be defined to specific hosts but are more generally directed to network IDs. The most specific (longest) destination prefix will be selected as the forwarding path if there is more than one match.</a:t>
            </a:r>
          </a:p>
          <a:p>
            <a:pPr marL="179388" indent="-171450" algn="l">
              <a:buFont typeface="Arial" panose="020B0604020202020204" pitchFamily="34" charset="0"/>
              <a:buChar char="•"/>
            </a:pPr>
            <a:r>
              <a:rPr lang="en-US" i="0" dirty="0">
                <a:effectLst/>
                <a:cs typeface="Open Sans"/>
              </a:rPr>
              <a:t>Interface</a:t>
            </a:r>
            <a:r>
              <a:rPr lang="en-US" b="0" i="0" dirty="0">
                <a:effectLst/>
                <a:cs typeface="Open Sans"/>
              </a:rPr>
              <a:t>—The local interface to use to forward a packet along the chosen route. This might be represented as the IP address of the interface or as a layer 2 interface ID.</a:t>
            </a:r>
          </a:p>
          <a:p>
            <a:pPr marL="179388" indent="-171450" algn="l">
              <a:buFont typeface="Arial" panose="020B0604020202020204" pitchFamily="34" charset="0"/>
              <a:buChar char="•"/>
            </a:pPr>
            <a:r>
              <a:rPr lang="en-US" i="0" dirty="0">
                <a:effectLst/>
                <a:cs typeface="Open Sans"/>
              </a:rPr>
              <a:t>Gateway/next hop</a:t>
            </a:r>
            <a:r>
              <a:rPr lang="en-US" b="0" i="0" dirty="0">
                <a:effectLst/>
                <a:cs typeface="Open Sans"/>
              </a:rPr>
              <a:t>—The IP address of the next router along the path to the destination.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a:t>
            </a:fld>
            <a:endParaRPr lang="en-US" dirty="0"/>
          </a:p>
        </p:txBody>
      </p:sp>
      <p:sp>
        <p:nvSpPr>
          <p:cNvPr id="6" name="Footer Placeholder 5">
            <a:extLst>
              <a:ext uri="{FF2B5EF4-FFF2-40B4-BE49-F238E27FC236}">
                <a16:creationId xmlns:a16="http://schemas.microsoft.com/office/drawing/2014/main" id="{A5950308-633F-7171-5B6B-FBAE3A0C745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82292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Static and Default Routes</a:t>
            </a:r>
            <a:endParaRPr lang="en-US" dirty="0"/>
          </a:p>
          <a:p>
            <a:pPr marL="179388" indent="-171450" algn="l">
              <a:buFont typeface="Arial" panose="020B0604020202020204" pitchFamily="34" charset="0"/>
              <a:buChar char="•"/>
            </a:pPr>
            <a:r>
              <a:rPr lang="en-US" dirty="0"/>
              <a:t>A static route is </a:t>
            </a:r>
            <a:r>
              <a:rPr lang="en-US" b="0" i="0" u="none" dirty="0">
                <a:effectLst/>
                <a:cs typeface="Open Sans"/>
              </a:rPr>
              <a:t>manually </a:t>
            </a:r>
            <a:r>
              <a:rPr lang="en-US" b="0" i="0" dirty="0">
                <a:effectLst/>
                <a:cs typeface="Open Sans"/>
              </a:rPr>
              <a:t>added to the routing table and only changes if edited by the administrator. </a:t>
            </a:r>
          </a:p>
          <a:p>
            <a:pPr marL="179388" indent="-171450">
              <a:buFont typeface="Arial" panose="020B0604020202020204" pitchFamily="34" charset="0"/>
              <a:buChar char="•"/>
            </a:pPr>
            <a:r>
              <a:rPr lang="en-US" b="0" i="0" dirty="0">
                <a:effectLst/>
                <a:cs typeface="Open Sans"/>
              </a:rPr>
              <a:t>Make sure students can distinguish directly connected routes from those the router has been configured with (static) or learned.</a:t>
            </a:r>
          </a:p>
          <a:p>
            <a:pPr marL="179388" indent="-171450" algn="l">
              <a:buFont typeface="Arial" panose="020B0604020202020204" pitchFamily="34" charset="0"/>
              <a:buChar char="•"/>
            </a:pPr>
            <a:r>
              <a:rPr lang="en-US" b="0" i="0" dirty="0">
                <a:effectLst/>
                <a:cs typeface="Open Sans"/>
              </a:rPr>
              <a:t>You might also want to add the concept of a local route. A local route is a special type of connected host route to one of the router's own IP addresses (typically the loopback address).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5</a:t>
            </a:fld>
            <a:endParaRPr lang="en-US" dirty="0"/>
          </a:p>
        </p:txBody>
      </p:sp>
      <p:sp>
        <p:nvSpPr>
          <p:cNvPr id="6" name="Footer Placeholder 5">
            <a:extLst>
              <a:ext uri="{FF2B5EF4-FFF2-40B4-BE49-F238E27FC236}">
                <a16:creationId xmlns:a16="http://schemas.microsoft.com/office/drawing/2014/main" id="{B2B1BCA2-835A-288E-0C29-6EEA77FDD0A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40705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 Tips – Static Routes</a:t>
            </a:r>
          </a:p>
          <a:p>
            <a:r>
              <a:rPr lang="en-US" dirty="0"/>
              <a:t>Configuring static routing entries can be useful in some circumstances, but it can be problematic if the routing topology changes often, as each route on each affected router needs to be updated manually.</a:t>
            </a:r>
          </a:p>
          <a:p>
            <a:endParaRPr lang="en-US" dirty="0"/>
          </a:p>
          <a:p>
            <a:r>
              <a:rPr lang="en-US" dirty="0"/>
              <a:t>Image Description:</a:t>
            </a:r>
            <a:br>
              <a:rPr lang="en-US" dirty="0"/>
            </a:br>
            <a:r>
              <a:rPr lang="en-US" dirty="0"/>
              <a:t>The diagram shows a simplified representation of a static route entry in a routing table. The network destination and subnet mask together define the target network. The next hop is the address of the router or interface that the packet should be forwarded to. The administrative distance is typically represented numerically (e.g., 1 for directly connected, 100 for static).</a:t>
            </a:r>
          </a:p>
          <a:p>
            <a:endParaRPr lang="en-US" dirty="0"/>
          </a:p>
          <a:p>
            <a:r>
              <a:rPr lang="en-US" dirty="0"/>
              <a:t>Image Caption:</a:t>
            </a:r>
          </a:p>
          <a:p>
            <a:r>
              <a:rPr lang="en-US" dirty="0"/>
              <a:t>Static route diagram (© Cisco: https://www.cisco.com/c/en/us/support/docs/smb/routers/cisco-rv-series-small-business-routers/kmgmt-2334-Static-Routing-RV160-RV260.html)</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6</a:t>
            </a:fld>
            <a:endParaRPr lang="en-US" dirty="0"/>
          </a:p>
        </p:txBody>
      </p:sp>
      <p:sp>
        <p:nvSpPr>
          <p:cNvPr id="6" name="Footer Placeholder 5">
            <a:extLst>
              <a:ext uri="{FF2B5EF4-FFF2-40B4-BE49-F238E27FC236}">
                <a16:creationId xmlns:a16="http://schemas.microsoft.com/office/drawing/2014/main" id="{FCBAF26A-B5F5-C292-C6DF-F93916D1797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49095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782638"/>
            <a:ext cx="5489575" cy="3086100"/>
          </a:xfrm>
        </p:spPr>
      </p:sp>
      <p:sp>
        <p:nvSpPr>
          <p:cNvPr id="3" name="Notes Placeholder 2"/>
          <p:cNvSpPr>
            <a:spLocks noGrp="1"/>
          </p:cNvSpPr>
          <p:nvPr>
            <p:ph type="body" idx="1"/>
          </p:nvPr>
        </p:nvSpPr>
        <p:spPr>
          <a:xfrm>
            <a:off x="685800" y="4043500"/>
            <a:ext cx="5486400" cy="3600450"/>
          </a:xfrm>
        </p:spPr>
        <p:txBody>
          <a:bodyPr/>
          <a:lstStyle/>
          <a:p>
            <a:r>
              <a:rPr lang="en-US" b="1" dirty="0"/>
              <a:t>Suggested Instructional Tips – Routing Table Example</a:t>
            </a:r>
            <a:endParaRPr lang="en-US" dirty="0"/>
          </a:p>
          <a:p>
            <a:pPr algn="l"/>
            <a:r>
              <a:rPr lang="en-US" b="0" i="0" dirty="0">
                <a:effectLst/>
              </a:rPr>
              <a:t>Router A:</a:t>
            </a:r>
          </a:p>
          <a:p>
            <a:pPr marL="179388" lvl="1" indent="-171450" algn="l">
              <a:buFont typeface="Arial" panose="020B0604020202020204" pitchFamily="34" charset="0"/>
              <a:buChar char="•"/>
            </a:pPr>
            <a:r>
              <a:rPr lang="en-US" b="0" i="0" dirty="0">
                <a:effectLst/>
                <a:cs typeface="Open Sans"/>
              </a:rPr>
              <a:t>The router is directly connected to networks 10.0.1.0/24 (via interface G0) and 10.0.2.0/24 (via interface G1).</a:t>
            </a:r>
          </a:p>
          <a:p>
            <a:pPr marL="179388" lvl="1" indent="-171450" algn="l">
              <a:buFont typeface="Arial" panose="020B0604020202020204" pitchFamily="34" charset="0"/>
              <a:buChar char="•"/>
            </a:pPr>
            <a:r>
              <a:rPr lang="en-US" b="0" i="0" dirty="0">
                <a:effectLst/>
                <a:cs typeface="Open Sans"/>
              </a:rPr>
              <a:t>The router has been configured with static routes to 10.0.3.0/24 and 10.0.4.0/24, both of which are reachable via interface G1.</a:t>
            </a:r>
          </a:p>
          <a:p>
            <a:pPr algn="l"/>
            <a:r>
              <a:rPr lang="en-US" b="0" i="0" dirty="0">
                <a:effectLst/>
              </a:rPr>
              <a:t>Router B:  </a:t>
            </a:r>
          </a:p>
          <a:p>
            <a:pPr marL="179388" lvl="1" indent="-171450">
              <a:buFont typeface="Arial" panose="020B0604020202020204" pitchFamily="34" charset="0"/>
              <a:buChar char="•"/>
            </a:pPr>
            <a:r>
              <a:rPr lang="en-US" dirty="0">
                <a:cs typeface="Open Sans"/>
              </a:rPr>
              <a:t>Configured in the same way as Router A.</a:t>
            </a:r>
          </a:p>
          <a:p>
            <a:pPr marL="179388" lvl="1" indent="-171450">
              <a:buFont typeface="Arial" panose="020B0604020202020204" pitchFamily="34" charset="0"/>
              <a:buChar char="•"/>
            </a:pPr>
            <a:r>
              <a:rPr lang="en-US" dirty="0">
                <a:cs typeface="Open Sans"/>
              </a:rPr>
              <a:t>The networks 10.0.2.0/24 and 10.0.3.0/24 are directly connected, and the paths to 10.0.1.0/24 and 10.0.4.0/24 are configured as static entries.</a:t>
            </a:r>
          </a:p>
          <a:p>
            <a:pPr algn="l"/>
            <a:r>
              <a:rPr lang="en-US" b="0" i="0" dirty="0">
                <a:effectLst/>
              </a:rPr>
              <a:t>Router C: </a:t>
            </a:r>
          </a:p>
          <a:p>
            <a:pPr marL="179388" lvl="1" indent="-171450">
              <a:buFont typeface="Arial" panose="020B0604020202020204" pitchFamily="34" charset="0"/>
              <a:buChar char="•"/>
            </a:pPr>
            <a:r>
              <a:rPr lang="en-US" dirty="0">
                <a:cs typeface="Open Sans"/>
              </a:rPr>
              <a:t>Configured differently than Routers A and B. </a:t>
            </a:r>
          </a:p>
          <a:p>
            <a:pPr marL="179388" lvl="1" indent="-171450">
              <a:buFont typeface="Arial" panose="020B0604020202020204" pitchFamily="34" charset="0"/>
              <a:buChar char="•"/>
            </a:pPr>
            <a:r>
              <a:rPr lang="en-US" dirty="0">
                <a:cs typeface="Open Sans"/>
              </a:rPr>
              <a:t>It is directly connected to 10.0.3.0/24 and 10.0.4.0/24, but the only static route configured is for 0.0.0.0/0. This is a default route. While the router has no specific knowledge of networks 10.0.1.0/24 and 10.0.2.0/24, it will forward packets for these destinations over its G0 interface.</a:t>
            </a:r>
          </a:p>
          <a:p>
            <a:pPr marL="7938" algn="l">
              <a:buNone/>
            </a:pPr>
            <a:endParaRPr lang="en-US" dirty="0"/>
          </a:p>
          <a:p>
            <a:pPr marL="7938" algn="l">
              <a:buNone/>
            </a:pPr>
            <a:r>
              <a:rPr lang="en-US" b="1" dirty="0"/>
              <a:t>Image Description:</a:t>
            </a:r>
          </a:p>
          <a:p>
            <a:pPr marL="7938" algn="l">
              <a:buNone/>
            </a:pPr>
            <a:r>
              <a:rPr lang="en-US" dirty="0"/>
              <a:t>The G0 port of router A is connected to the network, 10.0.1.0 slash 24. The G1 port router A is connected to the G0 port of router B via the network, 10.0.2.0 slash 24. The G1 port of router B is connected to the G0 port of router C via 10.0.3.0 slash 24. The G1 port of router C is connected to the network, 10.0.4.0 slash 24. </a:t>
            </a:r>
          </a:p>
          <a:p>
            <a:pPr marL="7938" algn="l">
              <a:buNone/>
            </a:pPr>
            <a:endParaRPr lang="en-US" dirty="0"/>
          </a:p>
          <a:p>
            <a:pPr marL="7938" algn="l">
              <a:buNone/>
            </a:pPr>
            <a:r>
              <a:rPr lang="en-US" dirty="0"/>
              <a:t>Three tables are provided. Each table has three columns labeled network, interface, and source. </a:t>
            </a:r>
          </a:p>
          <a:p>
            <a:pPr marL="179388" indent="-171450" algn="l">
              <a:buFont typeface="Arial" panose="020B0604020202020204" pitchFamily="34" charset="0"/>
              <a:buChar char="•"/>
            </a:pPr>
            <a:r>
              <a:rPr lang="en-US" dirty="0"/>
              <a:t>Router A routing table infers the following data: 10.0.1.0 slash 24: G0 and connected; 10.0.2.0 slash 24: G1 and connected; 10.0.3.0 slash 24: G1 and static; 10.0.4.0 slash 24: G1 and static. </a:t>
            </a:r>
          </a:p>
          <a:p>
            <a:pPr marL="179388" indent="-171450" algn="l">
              <a:buFont typeface="Arial" panose="020B0604020202020204" pitchFamily="34" charset="0"/>
              <a:buChar char="•"/>
            </a:pPr>
            <a:r>
              <a:rPr lang="en-US" dirty="0"/>
              <a:t>Router B routing table infers the following data: 10.0.1.0 slash 24: G0 and static; 10.0.2.0 slash 24: G0 and connected; 10.0.3.0 slash 24: G1 and connected; 10.0.4.0 slash 24: G1 and static. </a:t>
            </a:r>
          </a:p>
          <a:p>
            <a:pPr marL="179388" indent="-171450" algn="l">
              <a:buFont typeface="Arial" panose="020B0604020202020204" pitchFamily="34" charset="0"/>
              <a:buChar char="•"/>
            </a:pPr>
            <a:r>
              <a:rPr lang="en-US" dirty="0"/>
              <a:t>Router C routing table infers the following data: 0.0.0.0 slash 0: G0 and static; 10.0.3.0 slash 24: G0 and connected; 10.0.4.0 slash 24: G1 and connected.</a:t>
            </a:r>
          </a:p>
          <a:p>
            <a:pPr marL="7938" algn="l">
              <a:buNone/>
            </a:pPr>
            <a:endParaRPr lang="en-US" dirty="0"/>
          </a:p>
          <a:p>
            <a:pPr marL="7938" algn="l">
              <a:buNone/>
            </a:pPr>
            <a:r>
              <a:rPr lang="en-US" b="1" dirty="0"/>
              <a:t>Image Caption:</a:t>
            </a:r>
          </a:p>
          <a:p>
            <a:pPr marL="7938" algn="l">
              <a:buNone/>
            </a:pPr>
            <a:r>
              <a:rPr lang="en-US" dirty="0"/>
              <a:t>Routing tables for three routers connected in a series. (Images © 123RF.com.)</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7</a:t>
            </a:fld>
            <a:endParaRPr lang="en-US" dirty="0"/>
          </a:p>
        </p:txBody>
      </p:sp>
      <p:sp>
        <p:nvSpPr>
          <p:cNvPr id="6" name="Footer Placeholder 5">
            <a:extLst>
              <a:ext uri="{FF2B5EF4-FFF2-40B4-BE49-F238E27FC236}">
                <a16:creationId xmlns:a16="http://schemas.microsoft.com/office/drawing/2014/main" id="{CD8B3CEB-8358-81BB-0BAA-4B45EEFFF1B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309931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Packet Forwarding</a:t>
            </a:r>
            <a:endParaRPr lang="en-US" dirty="0"/>
          </a:p>
          <a:p>
            <a:r>
              <a:rPr lang="en-US" dirty="0"/>
              <a:t>Forwarding decision: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If the </a:t>
            </a:r>
            <a:r>
              <a:rPr lang="en-US" b="0" i="0" dirty="0">
                <a:effectLst/>
                <a:cs typeface="Open Sans"/>
              </a:rPr>
              <a:t>packet can be delivered to a directly connected network via an Ethernet interface, the router uses ARP (IPv4) or Neighbor Discovery (ND in </a:t>
            </a:r>
            <a:r>
              <a:rPr lang="en-US" dirty="0">
                <a:cs typeface="Open Sans"/>
              </a:rPr>
              <a:t>IPv6) to determine the Data Link layer address of the destination interface. </a:t>
            </a:r>
          </a:p>
          <a:p>
            <a:pPr marL="171450" indent="-171450" algn="l">
              <a:buFont typeface="Arial" panose="020B0604020202020204" pitchFamily="34" charset="0"/>
              <a:buChar char="•"/>
            </a:pPr>
            <a:r>
              <a:rPr lang="en-US" dirty="0">
                <a:cs typeface="Open Sans"/>
              </a:rPr>
              <a:t>If the packet can be forwarded via a gateway over an Ethernet interface, it inserts the next hop router's MAC address as the destination address in a new frame and uses the MAC address of the outgoing interface as the source address.</a:t>
            </a:r>
          </a:p>
          <a:p>
            <a:pPr marL="171450" indent="-171450" algn="l">
              <a:buFont typeface="Arial" panose="020B0604020202020204" pitchFamily="34" charset="0"/>
              <a:buChar char="•"/>
            </a:pPr>
            <a:r>
              <a:rPr lang="en-US" dirty="0">
                <a:cs typeface="Open Sans"/>
              </a:rPr>
              <a:t>If the packet can be forwarded via a gateway over another type of interface (leased line or DSL, for instance), the router encapsulates the packet in an appropriate frame type.</a:t>
            </a:r>
          </a:p>
          <a:p>
            <a:pPr marL="171450" indent="-171450" algn="l">
              <a:buFont typeface="Arial" panose="020B0604020202020204" pitchFamily="34" charset="0"/>
              <a:buChar char="•"/>
            </a:pPr>
            <a:r>
              <a:rPr lang="en-US" dirty="0">
                <a:cs typeface="Open Sans"/>
              </a:rPr>
              <a:t>If the destination address cannot be matched to a route entry, the packet is either forwarded via the default route or dropped (and the source host is notified that it was undeliverable).</a:t>
            </a:r>
          </a:p>
          <a:p>
            <a:pPr marL="171450" indent="-171450">
              <a:buFont typeface="Arial" panose="020B0604020202020204" pitchFamily="34" charset="0"/>
              <a:buChar char="•"/>
            </a:pPr>
            <a:r>
              <a:rPr lang="en-US" dirty="0">
                <a:cs typeface="Open Sans"/>
              </a:rPr>
              <a:t>Note that both Data Link and Network layer addresses are used. Data Link addresses in the frame change as the frame is delivered from hop to hop. At any point in the process, the Data Link destination address indicates the physical address of the next hop on the route. The Data Link source address is the physical address of the device sending the frame. </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b="0" i="0" dirty="0">
              <a:effectLst/>
              <a:cs typeface="Open Sans"/>
            </a:endParaRP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8</a:t>
            </a:fld>
            <a:endParaRPr lang="en-US" dirty="0"/>
          </a:p>
        </p:txBody>
      </p:sp>
      <p:sp>
        <p:nvSpPr>
          <p:cNvPr id="6" name="Footer Placeholder 5">
            <a:extLst>
              <a:ext uri="{FF2B5EF4-FFF2-40B4-BE49-F238E27FC236}">
                <a16:creationId xmlns:a16="http://schemas.microsoft.com/office/drawing/2014/main" id="{C971A8D8-35AC-108B-B58B-1327B92F788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157008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Router Configuration</a:t>
            </a:r>
            <a:endParaRPr lang="en-US" dirty="0"/>
          </a:p>
          <a:p>
            <a:r>
              <a:rPr lang="en-US" dirty="0"/>
              <a:t>Router placement:</a:t>
            </a:r>
          </a:p>
          <a:p>
            <a:pPr marL="179388" indent="-171450" algn="l">
              <a:buFont typeface="Arial" panose="020B0604020202020204" pitchFamily="34" charset="0"/>
              <a:buChar char="•"/>
            </a:pPr>
            <a:r>
              <a:rPr lang="en-US" b="0" i="0" dirty="0">
                <a:effectLst/>
              </a:rPr>
              <a:t>Host with addresses in the same subnet or IP network must not be separated by a router.</a:t>
            </a:r>
          </a:p>
          <a:p>
            <a:pPr marL="179388" indent="-171450" algn="l">
              <a:buFont typeface="Arial" panose="020B0604020202020204" pitchFamily="34" charset="0"/>
              <a:buChar char="•"/>
            </a:pPr>
            <a:r>
              <a:rPr lang="en-US" b="0" i="0" dirty="0">
                <a:effectLst/>
                <a:cs typeface="Open Sans"/>
              </a:rPr>
              <a:t>Hosts with addresses in different subnets or IP networks must be separated by a router.</a:t>
            </a:r>
          </a:p>
          <a:p>
            <a:pPr marL="179388" indent="-171450" algn="l">
              <a:buFont typeface="Arial" panose="020B0604020202020204" pitchFamily="34" charset="0"/>
              <a:buChar char="•"/>
            </a:pPr>
            <a:r>
              <a:rPr lang="en-US" b="0" i="0" dirty="0">
                <a:effectLst/>
                <a:cs typeface="Open Sans"/>
              </a:rPr>
              <a:t>Make sure students understand the implications of MTU. MTU (Maximum Transmission Unit) is the size of the data packet and is usually 1500 bytes. Anything larger would have to be fragmented across more than one Ethernet frame.</a:t>
            </a:r>
          </a:p>
          <a:p>
            <a:pPr marL="179388" indent="-171450" algn="l">
              <a:buFont typeface="Arial" panose="020B0604020202020204" pitchFamily="34" charset="0"/>
              <a:buChar char="•"/>
            </a:pPr>
            <a:r>
              <a:rPr lang="en-US" dirty="0"/>
              <a:t>Image - S</a:t>
            </a:r>
            <a:r>
              <a:rPr lang="en-US" b="0" i="0" dirty="0">
                <a:effectLst/>
                <a:cs typeface="Open Sans"/>
              </a:rPr>
              <a:t>implified example of a typical network configuration</a:t>
            </a:r>
            <a:r>
              <a:rPr lang="en-US" dirty="0">
                <a:cs typeface="Open Sans"/>
              </a:rPr>
              <a:t> </a:t>
            </a:r>
          </a:p>
          <a:p>
            <a:pPr marL="179388" indent="-171450" algn="l">
              <a:buFont typeface="Arial" panose="020B0604020202020204" pitchFamily="34" charset="0"/>
              <a:buChar char="•"/>
            </a:pPr>
            <a:r>
              <a:rPr lang="en-US" b="0" i="0" dirty="0">
                <a:effectLst/>
                <a:cs typeface="Open Sans"/>
              </a:rPr>
              <a:t>An edge router/firewall provides access to the Internet.</a:t>
            </a:r>
            <a:r>
              <a:rPr lang="en-US" dirty="0">
                <a:cs typeface="Open Sans"/>
              </a:rPr>
              <a:t> </a:t>
            </a:r>
            <a:endParaRPr lang="en-US" b="0" i="0" dirty="0">
              <a:effectLst/>
              <a:cs typeface="Open Sans"/>
            </a:endParaRPr>
          </a:p>
          <a:p>
            <a:pPr marL="522151" lvl="3" indent="-171450">
              <a:buFont typeface="Courier New" panose="02070309020205020404" pitchFamily="49" charset="0"/>
              <a:buChar char="o"/>
            </a:pPr>
            <a:r>
              <a:rPr lang="en-US" b="0" i="0" dirty="0">
                <a:effectLst/>
                <a:cs typeface="Open Sans"/>
              </a:rPr>
              <a:t> Traffic between the local subnets is controlled by a separate internal router.</a:t>
            </a:r>
            <a:endParaRPr lang="en-US" dirty="0"/>
          </a:p>
          <a:p>
            <a:endParaRPr lang="en-US" b="1" dirty="0"/>
          </a:p>
          <a:p>
            <a:r>
              <a:rPr lang="en-US" b="1" dirty="0"/>
              <a:t>Image Description</a:t>
            </a:r>
          </a:p>
          <a:p>
            <a:pPr marL="7938">
              <a:buNone/>
            </a:pPr>
            <a:r>
              <a:rPr lang="en-US" b="0" i="0" dirty="0">
                <a:effectLst/>
                <a:cs typeface="Open Sans"/>
              </a:rPr>
              <a:t>The diagram shows two regions: exterior and interior.</a:t>
            </a:r>
            <a:r>
              <a:rPr lang="en-US" dirty="0">
                <a:cs typeface="Open Sans"/>
              </a:rPr>
              <a:t> </a:t>
            </a:r>
          </a:p>
          <a:p>
            <a:pPr marL="7938">
              <a:buNone/>
            </a:pPr>
            <a:r>
              <a:rPr lang="en-US" b="0" i="0" dirty="0">
                <a:effectLst/>
                <a:cs typeface="Open Sans"/>
              </a:rPr>
              <a:t>The exterior region shows the second port of the edge router connected to ISP.</a:t>
            </a:r>
            <a:r>
              <a:rPr lang="en-US" dirty="0">
                <a:cs typeface="Open Sans"/>
              </a:rPr>
              <a:t> </a:t>
            </a:r>
            <a:endParaRPr lang="en-US" b="0" i="0" dirty="0">
              <a:effectLst/>
              <a:cs typeface="Open Sans"/>
            </a:endParaRPr>
          </a:p>
          <a:p>
            <a:pPr marL="7938">
              <a:buNone/>
            </a:pPr>
            <a:r>
              <a:rPr lang="en-US" b="0" i="0" dirty="0">
                <a:effectLst/>
                <a:cs typeface="Open Sans"/>
              </a:rPr>
              <a:t>The first port of the edge router is connected to the first port of an internal router.</a:t>
            </a:r>
            <a:r>
              <a:rPr lang="en-US" dirty="0">
                <a:cs typeface="Open Sans"/>
              </a:rPr>
              <a:t> </a:t>
            </a:r>
            <a:endParaRPr lang="en-US" b="0" i="0" dirty="0">
              <a:effectLst/>
              <a:cs typeface="Open Sans"/>
            </a:endParaRPr>
          </a:p>
          <a:p>
            <a:pPr marL="7938">
              <a:buNone/>
            </a:pPr>
            <a:r>
              <a:rPr lang="en-US" b="0" i="0" dirty="0">
                <a:effectLst/>
                <a:cs typeface="Open Sans"/>
              </a:rPr>
              <a:t>The second port of the internal router is connected to three devices in the first subnet whose ports are labeled .17, .18, and .19 via 198.51.100.1 slash 28.</a:t>
            </a:r>
            <a:r>
              <a:rPr lang="en-US" dirty="0">
                <a:cs typeface="Open Sans"/>
              </a:rPr>
              <a:t> </a:t>
            </a:r>
            <a:endParaRPr lang="en-US" b="0" i="0" dirty="0">
              <a:effectLst/>
              <a:cs typeface="Open Sans"/>
            </a:endParaRPr>
          </a:p>
          <a:p>
            <a:pPr marL="7938">
              <a:buNone/>
            </a:pPr>
            <a:r>
              <a:rPr lang="en-US" b="0" i="0" dirty="0">
                <a:effectLst/>
                <a:cs typeface="Open Sans"/>
              </a:rPr>
              <a:t>The third port of the internal router is connected to three devices in the second subnet whose ports are labeled .33, .34, and .35 via 198.51.100.32 slash 28.</a:t>
            </a:r>
            <a:r>
              <a:rPr lang="en-US" dirty="0">
                <a:cs typeface="Open Sans"/>
              </a:rPr>
              <a:t> </a:t>
            </a:r>
            <a:endParaRPr lang="en-US" b="0" i="0" dirty="0">
              <a:effectLst/>
              <a:cs typeface="Open Sans"/>
            </a:endParaRPr>
          </a:p>
          <a:p>
            <a:pPr marL="7938">
              <a:buNone/>
            </a:pPr>
            <a:r>
              <a:rPr lang="en-US" b="0" i="0" dirty="0">
                <a:effectLst/>
                <a:cs typeface="Open Sans"/>
              </a:rPr>
              <a:t>The third port of the internal router is connected to three devices in the third subnet whose ports are labeled .49, .50, and .51 via 198.51.100.48 slash 28.</a:t>
            </a:r>
          </a:p>
          <a:p>
            <a:endParaRPr lang="en-US" dirty="0"/>
          </a:p>
          <a:p>
            <a:r>
              <a:rPr lang="en-US" b="1" dirty="0"/>
              <a:t>Image Caption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b="0" i="0" dirty="0">
                <a:effectLst/>
                <a:cs typeface="Open Sans"/>
              </a:rPr>
              <a:t>Network placement of edge and internal routers. (Images © 123RF.com.)</a:t>
            </a:r>
            <a:endParaRPr lang="en-US" dirty="0">
              <a:cs typeface="Open Sans"/>
            </a:endParaRPr>
          </a:p>
          <a:p>
            <a:endParaRPr lang="en-US" dirty="0"/>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9</a:t>
            </a:fld>
            <a:endParaRPr lang="en-US" dirty="0"/>
          </a:p>
        </p:txBody>
      </p:sp>
      <p:sp>
        <p:nvSpPr>
          <p:cNvPr id="6" name="Footer Placeholder 5">
            <a:extLst>
              <a:ext uri="{FF2B5EF4-FFF2-40B4-BE49-F238E27FC236}">
                <a16:creationId xmlns:a16="http://schemas.microsoft.com/office/drawing/2014/main" id="{E0F41947-4FCF-29A0-93EE-FDCA6B8C9B3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749381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Routing Tools</a:t>
            </a:r>
            <a:endParaRPr lang="en-US" dirty="0"/>
          </a:p>
          <a:p>
            <a:pPr marL="171450" indent="-171450">
              <a:buFont typeface="Arial" panose="020B0604020202020204" pitchFamily="34" charset="0"/>
              <a:buChar char="•"/>
            </a:pPr>
            <a:r>
              <a:rPr lang="en-US" dirty="0">
                <a:effectLst/>
              </a:rPr>
              <a:t>`show route`: Displays the routing table of a network device, including paths to various network destinations, the specific routes to each destination, and metrics used to select the best route.</a:t>
            </a:r>
            <a:endParaRPr lang="en-US" dirty="0"/>
          </a:p>
          <a:p>
            <a:pPr marL="171450" indent="-171450">
              <a:buFont typeface="Arial" panose="020B0604020202020204" pitchFamily="34" charset="0"/>
              <a:buChar char="•"/>
            </a:pPr>
            <a:r>
              <a:rPr lang="en-US" dirty="0">
                <a:effectLst/>
              </a:rPr>
              <a:t>`show arp`: Lists the current ARP (Address Resolution Protocol) table entries in a network device, mapping IP addresses to physical hardware addresses on the local network.</a:t>
            </a:r>
            <a:endParaRPr lang="en-US" dirty="0"/>
          </a:p>
          <a:p>
            <a:pPr marL="171450" indent="-171450">
              <a:buFont typeface="Arial" panose="020B0604020202020204" pitchFamily="34" charset="0"/>
              <a:buChar char="•"/>
            </a:pPr>
            <a:r>
              <a:rPr lang="en-US" dirty="0">
                <a:effectLst/>
              </a:rPr>
              <a:t>`route`: Allows users to view or modify the IP routing table of a host, providing control over how traffic is directed between different networks.</a:t>
            </a:r>
            <a:endParaRPr lang="en-US" dirty="0"/>
          </a:p>
          <a:p>
            <a:pPr marL="171450" indent="-171450">
              <a:buFont typeface="Arial" panose="020B0604020202020204" pitchFamily="34" charset="0"/>
              <a:buChar char="•"/>
            </a:pPr>
            <a:r>
              <a:rPr lang="en-US" dirty="0">
                <a:effectLst/>
              </a:rPr>
              <a:t>`traceroute`: A network diagnostic tool that tracks the pathway packets take to reach a specified destination across an IP network, showing each hop and the time taken to get from one hop to the next.</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10</a:t>
            </a:fld>
            <a:endParaRPr lang="en-US" dirty="0"/>
          </a:p>
        </p:txBody>
      </p:sp>
      <p:sp>
        <p:nvSpPr>
          <p:cNvPr id="6" name="Footer Placeholder 5">
            <a:extLst>
              <a:ext uri="{FF2B5EF4-FFF2-40B4-BE49-F238E27FC236}">
                <a16:creationId xmlns:a16="http://schemas.microsoft.com/office/drawing/2014/main" id="{6A52303D-EED6-9072-91FE-E6FB32CB2DC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576693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Trivia</a:t>
            </a:r>
            <a:endParaRPr lang="en-US" dirty="0"/>
          </a:p>
          <a:p>
            <a:pPr marL="171450" indent="-171450">
              <a:buFont typeface="Arial" panose="020B0604020202020204" pitchFamily="34" charset="0"/>
              <a:buChar char="•"/>
            </a:pPr>
            <a:r>
              <a:rPr lang="en-US" sz="900" dirty="0">
                <a:effectLst/>
              </a:rPr>
              <a:t>Routing table function: Determines optimal paths for data packets.</a:t>
            </a:r>
            <a:endParaRPr lang="en-US" sz="900" dirty="0"/>
          </a:p>
          <a:p>
            <a:pPr marL="171450" indent="-171450">
              <a:buFont typeface="Arial" panose="020B0604020202020204" pitchFamily="34" charset="0"/>
              <a:buChar char="•"/>
            </a:pPr>
            <a:r>
              <a:rPr lang="en-US" sz="900" dirty="0">
                <a:effectLst/>
              </a:rPr>
              <a:t>Directly connected routes: Paths to networks directly reachable by the router.</a:t>
            </a:r>
            <a:endParaRPr lang="en-US" sz="900" dirty="0"/>
          </a:p>
          <a:p>
            <a:pPr marL="171450" indent="-171450">
              <a:buFont typeface="Arial" panose="020B0604020202020204" pitchFamily="34" charset="0"/>
              <a:buChar char="•"/>
            </a:pPr>
            <a:r>
              <a:rPr lang="en-US" sz="900" dirty="0">
                <a:effectLst/>
              </a:rPr>
              <a:t>Traceroute usage: Identifies the pathway and transit times packets take through a network.</a:t>
            </a:r>
            <a:endParaRPr lang="en-US" sz="900"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11</a:t>
            </a:fld>
            <a:endParaRPr lang="en-US" dirty="0"/>
          </a:p>
        </p:txBody>
      </p:sp>
      <p:sp>
        <p:nvSpPr>
          <p:cNvPr id="6" name="Footer Placeholder 5">
            <a:extLst>
              <a:ext uri="{FF2B5EF4-FFF2-40B4-BE49-F238E27FC236}">
                <a16:creationId xmlns:a16="http://schemas.microsoft.com/office/drawing/2014/main" id="{AA3E9075-47B1-4E63-2FA1-DC3192902CD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558306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GB" dirty="0"/>
              <a:t>2.1 Explain characteristics of routing technologies.</a:t>
            </a:r>
          </a:p>
        </p:txBody>
      </p:sp>
      <p:sp>
        <p:nvSpPr>
          <p:cNvPr id="5" name="Footer Placeholder 4">
            <a:extLst>
              <a:ext uri="{FF2B5EF4-FFF2-40B4-BE49-F238E27FC236}">
                <a16:creationId xmlns:a16="http://schemas.microsoft.com/office/drawing/2014/main" id="{588D97BC-F3F5-9753-C884-134829E122E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319819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Static vs. Dynamic Routing</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Routing Overview: In networks, routing protocols determine how data packets find their way to their destination across interconnected networks.</a:t>
            </a:r>
          </a:p>
          <a:p>
            <a:endParaRPr lang="en-US" dirty="0"/>
          </a:p>
          <a:p>
            <a:r>
              <a:rPr lang="en-US" dirty="0"/>
              <a:t>Choosing the Right Approach:</a:t>
            </a:r>
          </a:p>
          <a:p>
            <a:pPr marL="179388" indent="-171450">
              <a:buFont typeface="Arial" panose="020B0604020202020204" pitchFamily="34" charset="0"/>
              <a:buChar char="•"/>
            </a:pPr>
            <a:r>
              <a:rPr lang="en-US" dirty="0"/>
              <a:t>Static routing offers simplicity and control for small, stable networks where routes rarely change.</a:t>
            </a:r>
          </a:p>
          <a:p>
            <a:pPr marL="179388" indent="-171450">
              <a:buFont typeface="Arial" panose="020B0604020202020204" pitchFamily="34" charset="0"/>
              <a:buChar char="•"/>
            </a:pPr>
            <a:r>
              <a:rPr lang="en-US" dirty="0"/>
              <a:t>Dynamic routing provides greater flexibility and scalability for larger, complex networks where automatic adaptation to topology changes is crucial.</a:t>
            </a:r>
          </a:p>
          <a:p>
            <a:endParaRPr lang="en-US" dirty="0"/>
          </a:p>
          <a:p>
            <a:r>
              <a:rPr lang="en-US" dirty="0"/>
              <a:t>Additional Points:</a:t>
            </a:r>
          </a:p>
          <a:p>
            <a:pPr marL="179388" indent="-171450">
              <a:buFont typeface="Arial" panose="020B0604020202020204" pitchFamily="34" charset="0"/>
              <a:buChar char="•"/>
            </a:pPr>
            <a:r>
              <a:rPr lang="en-US" dirty="0"/>
              <a:t>Briefly mention the concept of hop count, a factor considered by some routing protocols to choose the most efficient path for data packets.</a:t>
            </a:r>
          </a:p>
          <a:p>
            <a:pPr marL="179388" indent="-171450">
              <a:buFont typeface="Arial" panose="020B0604020202020204" pitchFamily="34" charset="0"/>
              <a:buChar char="•"/>
            </a:pPr>
            <a:r>
              <a:rPr lang="en-US" dirty="0"/>
              <a:t>You can touch upon the existence of various dynamic routing protocols (e.g., RIP, OSPF, EIGRP) with varying levels of complexity and features.</a:t>
            </a:r>
          </a:p>
          <a:p>
            <a:pPr marL="522151" lvl="2" indent="-171450">
              <a:buFont typeface="Courier New" panose="02070309020205020404" pitchFamily="49" charset="0"/>
              <a:buChar char="o"/>
            </a:pPr>
            <a:r>
              <a:rPr lang="en-US" dirty="0"/>
              <a:t>However, the focus of this slide might be on the core differences between static and dynamic approaches rather than specific protocols.</a:t>
            </a:r>
          </a:p>
          <a:p>
            <a:endParaRPr lang="en-US" dirty="0"/>
          </a:p>
          <a:p>
            <a:r>
              <a:rPr lang="en-US" dirty="0"/>
              <a:t>Remember:</a:t>
            </a:r>
          </a:p>
          <a:p>
            <a:pPr marL="179388" indent="-171450">
              <a:buFont typeface="Arial" panose="020B0604020202020204" pitchFamily="34" charset="0"/>
              <a:buChar char="•"/>
            </a:pPr>
            <a:r>
              <a:rPr lang="en-US" dirty="0"/>
              <a:t>Understanding static and dynamic routing is essential for network design and configuration.</a:t>
            </a:r>
          </a:p>
          <a:p>
            <a:pPr marL="179388" indent="-171450">
              <a:buFont typeface="Arial" panose="020B0604020202020204" pitchFamily="34" charset="0"/>
              <a:buChar char="•"/>
            </a:pPr>
            <a:r>
              <a:rPr lang="en-US" dirty="0"/>
              <a:t>Choosing the appropriate approach depends on your network size, complexity, and desired level of control.</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13</a:t>
            </a:fld>
            <a:endParaRPr lang="en-US" dirty="0"/>
          </a:p>
        </p:txBody>
      </p:sp>
      <p:sp>
        <p:nvSpPr>
          <p:cNvPr id="6" name="Footer Placeholder 5">
            <a:extLst>
              <a:ext uri="{FF2B5EF4-FFF2-40B4-BE49-F238E27FC236}">
                <a16:creationId xmlns:a16="http://schemas.microsoft.com/office/drawing/2014/main" id="{F80D16D1-6324-FEF0-3AE1-62820771B97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45549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Dynamic Routing Protocols</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effectLst/>
              </a:rPr>
              <a:t>Emphasize the importance of understanding the protocols' operational concepts, such as how they make decisions and interact with other network devices, to effectively manage and troubleshoot networks. Encourage hands-on experience with simulation tools or lab setups to solidify these concepts.</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14</a:t>
            </a:fld>
            <a:endParaRPr lang="en-US" dirty="0"/>
          </a:p>
        </p:txBody>
      </p:sp>
      <p:sp>
        <p:nvSpPr>
          <p:cNvPr id="6" name="Footer Placeholder 5">
            <a:extLst>
              <a:ext uri="{FF2B5EF4-FFF2-40B4-BE49-F238E27FC236}">
                <a16:creationId xmlns:a16="http://schemas.microsoft.com/office/drawing/2014/main" id="{9295EC54-E16C-E293-A4EB-0B9FA24E36B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973186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 – RIP Protocol</a:t>
            </a:r>
            <a:endParaRPr lang="en-US" dirty="0"/>
          </a:p>
          <a:p>
            <a:r>
              <a:rPr lang="en-US" dirty="0"/>
              <a:t>Use hands-on lab exercises where students can observe how RIP’s hop count limit affects routing decisions and network performance.</a:t>
            </a:r>
          </a:p>
        </p:txBody>
      </p:sp>
      <p:sp>
        <p:nvSpPr>
          <p:cNvPr id="5" name="Slide Number Placeholder 4"/>
          <p:cNvSpPr>
            <a:spLocks noGrp="1"/>
          </p:cNvSpPr>
          <p:nvPr>
            <p:ph type="sldNum" sz="quarter" idx="5"/>
          </p:nvPr>
        </p:nvSpPr>
        <p:spPr/>
        <p:txBody>
          <a:bodyPr/>
          <a:lstStyle/>
          <a:p>
            <a:fld id="{64FC1154-15AF-4CEB-AEC9-7A3CFB195EFA}" type="slidenum">
              <a:rPr lang="en-US" smtClean="0"/>
              <a:t>15</a:t>
            </a:fld>
            <a:endParaRPr lang="en-US" dirty="0"/>
          </a:p>
        </p:txBody>
      </p:sp>
      <p:sp>
        <p:nvSpPr>
          <p:cNvPr id="6" name="Footer Placeholder 5">
            <a:extLst>
              <a:ext uri="{FF2B5EF4-FFF2-40B4-BE49-F238E27FC236}">
                <a16:creationId xmlns:a16="http://schemas.microsoft.com/office/drawing/2014/main" id="{CC5E1933-79C2-961A-A811-8D8898D974E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800470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Enhanced IGRP (EIGRP)</a:t>
            </a:r>
            <a:endParaRPr lang="en-US" dirty="0"/>
          </a:p>
          <a:p>
            <a:r>
              <a:rPr lang="en-US" dirty="0"/>
              <a:t>Consider using simulated software and/or real network equipment to demonstrate the protocol’s dynamic adjustment capabilities and its fast convergence.</a:t>
            </a:r>
          </a:p>
        </p:txBody>
      </p:sp>
      <p:sp>
        <p:nvSpPr>
          <p:cNvPr id="5" name="Slide Number Placeholder 4"/>
          <p:cNvSpPr>
            <a:spLocks noGrp="1"/>
          </p:cNvSpPr>
          <p:nvPr>
            <p:ph type="sldNum" sz="quarter" idx="5"/>
          </p:nvPr>
        </p:nvSpPr>
        <p:spPr/>
        <p:txBody>
          <a:bodyPr/>
          <a:lstStyle/>
          <a:p>
            <a:fld id="{64FC1154-15AF-4CEB-AEC9-7A3CFB195EFA}" type="slidenum">
              <a:rPr lang="en-US" smtClean="0"/>
              <a:t>16</a:t>
            </a:fld>
            <a:endParaRPr lang="en-US" dirty="0"/>
          </a:p>
        </p:txBody>
      </p:sp>
      <p:sp>
        <p:nvSpPr>
          <p:cNvPr id="6" name="Footer Placeholder 5">
            <a:extLst>
              <a:ext uri="{FF2B5EF4-FFF2-40B4-BE49-F238E27FC236}">
                <a16:creationId xmlns:a16="http://schemas.microsoft.com/office/drawing/2014/main" id="{FCC0798E-D916-86E8-DB97-2199C237EFE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63477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b="1" kern="1200" dirty="0">
              <a:solidFill>
                <a:schemeClr val="tx1"/>
              </a:solidFill>
              <a:latin typeface="+mn-lt"/>
              <a:ea typeface="Calibri"/>
              <a:cs typeface="Calibri"/>
            </a:endParaRPr>
          </a:p>
        </p:txBody>
      </p:sp>
      <p:sp>
        <p:nvSpPr>
          <p:cNvPr id="5" name="Slide Number Placeholder 4"/>
          <p:cNvSpPr>
            <a:spLocks noGrp="1"/>
          </p:cNvSpPr>
          <p:nvPr>
            <p:ph type="sldNum" sz="quarter" idx="5"/>
          </p:nvPr>
        </p:nvSpPr>
        <p:spPr/>
        <p:txBody>
          <a:bodyPr/>
          <a:lstStyle/>
          <a:p>
            <a:fld id="{64FC1154-15AF-4CEB-AEC9-7A3CFB195EFA}" type="slidenum">
              <a:rPr lang="en-US" smtClean="0"/>
              <a:t>17</a:t>
            </a:fld>
            <a:endParaRPr lang="en-US" dirty="0"/>
          </a:p>
        </p:txBody>
      </p:sp>
      <p:sp>
        <p:nvSpPr>
          <p:cNvPr id="6" name="Footer Placeholder 5">
            <a:extLst>
              <a:ext uri="{FF2B5EF4-FFF2-40B4-BE49-F238E27FC236}">
                <a16:creationId xmlns:a16="http://schemas.microsoft.com/office/drawing/2014/main" id="{7E4925F1-A2EC-FD41-EBD2-5456ABEE89D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406524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Border Gateway Protocol (BGP)</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Use hands-on labs to simulate inter-AS routing scenarios.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18</a:t>
            </a:fld>
            <a:endParaRPr lang="en-US" dirty="0"/>
          </a:p>
        </p:txBody>
      </p:sp>
      <p:sp>
        <p:nvSpPr>
          <p:cNvPr id="6" name="Footer Placeholder 5">
            <a:extLst>
              <a:ext uri="{FF2B5EF4-FFF2-40B4-BE49-F238E27FC236}">
                <a16:creationId xmlns:a16="http://schemas.microsoft.com/office/drawing/2014/main" id="{EFE33E81-F48A-BD87-2276-DEA4D29A488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804957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indent="-7938">
              <a:buNone/>
            </a:pPr>
            <a:r>
              <a:rPr lang="en-US" b="1" dirty="0"/>
              <a:t>Suggested Activity - Fill in the Blank</a:t>
            </a:r>
            <a:endParaRPr lang="en-US" b="0" i="0" dirty="0">
              <a:effectLst/>
            </a:endParaRPr>
          </a:p>
          <a:p>
            <a:pPr marL="7938" indent="-7938">
              <a:buNone/>
            </a:pPr>
            <a:r>
              <a:rPr lang="en-US" dirty="0"/>
              <a:t>Have students jot down their answers and then review as a class. </a:t>
            </a:r>
          </a:p>
          <a:p>
            <a:pPr marL="228600" indent="-228600">
              <a:buFont typeface="+mj-lt"/>
              <a:buAutoNum type="arabicPeriod"/>
            </a:pPr>
            <a:r>
              <a:rPr lang="en-US" dirty="0"/>
              <a:t>Dynamic routing protocols </a:t>
            </a:r>
          </a:p>
          <a:p>
            <a:pPr marL="228600" indent="-228600">
              <a:buFont typeface="+mj-lt"/>
              <a:buAutoNum type="arabicPeriod"/>
            </a:pPr>
            <a:r>
              <a:rPr lang="en-US" dirty="0"/>
              <a:t>BGP </a:t>
            </a:r>
          </a:p>
          <a:p>
            <a:pPr marL="228600" indent="-228600">
              <a:buFont typeface="+mj-lt"/>
              <a:buAutoNum type="arabicPeriod"/>
            </a:pPr>
            <a:r>
              <a:rPr lang="en-US" dirty="0"/>
              <a:t>RIP </a:t>
            </a:r>
          </a:p>
          <a:p>
            <a:pPr marL="228600" indent="-228600">
              <a:buFont typeface="+mj-lt"/>
              <a:buAutoNum type="arabicPeriod"/>
            </a:pPr>
            <a:r>
              <a:rPr lang="en-US" dirty="0"/>
              <a:t>Open Shortest Path First (OSPF)</a:t>
            </a:r>
          </a:p>
        </p:txBody>
      </p:sp>
      <p:sp>
        <p:nvSpPr>
          <p:cNvPr id="4" name="Footer Placeholder 3">
            <a:extLst>
              <a:ext uri="{FF2B5EF4-FFF2-40B4-BE49-F238E27FC236}">
                <a16:creationId xmlns:a16="http://schemas.microsoft.com/office/drawing/2014/main" id="{0C2C3E2D-BCA9-6CA1-7E80-F7072A382C7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732229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 </a:t>
            </a:r>
          </a:p>
          <a:p>
            <a:pPr marL="171450" indent="-171450">
              <a:buFont typeface="Arial" panose="020B0604020202020204" pitchFamily="34" charset="0"/>
              <a:buChar char="•"/>
            </a:pPr>
            <a:r>
              <a:rPr lang="en-GB" dirty="0"/>
              <a:t>2.1 Explain characteristics of routing technologies.</a:t>
            </a:r>
          </a:p>
        </p:txBody>
      </p:sp>
      <p:sp>
        <p:nvSpPr>
          <p:cNvPr id="5" name="Footer Placeholder 4">
            <a:extLst>
              <a:ext uri="{FF2B5EF4-FFF2-40B4-BE49-F238E27FC236}">
                <a16:creationId xmlns:a16="http://schemas.microsoft.com/office/drawing/2014/main" id="{DC1ABD22-3073-082E-6159-C79CD63AF78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005249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21</a:t>
            </a:fld>
            <a:endParaRPr lang="en-US" dirty="0"/>
          </a:p>
        </p:txBody>
      </p:sp>
      <p:sp>
        <p:nvSpPr>
          <p:cNvPr id="6" name="Footer Placeholder 5">
            <a:extLst>
              <a:ext uri="{FF2B5EF4-FFF2-40B4-BE49-F238E27FC236}">
                <a16:creationId xmlns:a16="http://schemas.microsoft.com/office/drawing/2014/main" id="{24EA1E2C-B59E-C34F-C29F-4A09D66FE29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01998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ea typeface="Calibri"/>
              <a:cs typeface="Calibri"/>
            </a:endParaRPr>
          </a:p>
          <a:p>
            <a:pPr marL="514213" lvl="1" indent="-171450" algn="l" defTabSz="685526" rtl="0" eaLnBrk="1" latinLnBrk="0" hangingPunct="1">
              <a:buFont typeface="Courier New" panose="02070309020205020404" pitchFamily="49" charset="0"/>
              <a:buChar char="o"/>
            </a:pP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22</a:t>
            </a:fld>
            <a:endParaRPr lang="en-US" dirty="0"/>
          </a:p>
        </p:txBody>
      </p:sp>
      <p:sp>
        <p:nvSpPr>
          <p:cNvPr id="6" name="Footer Placeholder 5">
            <a:extLst>
              <a:ext uri="{FF2B5EF4-FFF2-40B4-BE49-F238E27FC236}">
                <a16:creationId xmlns:a16="http://schemas.microsoft.com/office/drawing/2014/main" id="{2F52048D-B6D8-282A-3915-DF0B3A229BE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119135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Edge Routers</a:t>
            </a:r>
            <a:endParaRPr lang="en-US" dirty="0"/>
          </a:p>
          <a:p>
            <a:r>
              <a:rPr lang="en-US" b="0" dirty="0">
                <a:effectLst/>
                <a:cs typeface="Open Sans"/>
              </a:rPr>
              <a:t>Discuss the different ways a router can be deployed and where they should be placed on a network to implement different topologies.</a:t>
            </a:r>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23</a:t>
            </a:fld>
            <a:endParaRPr lang="en-US" dirty="0"/>
          </a:p>
        </p:txBody>
      </p:sp>
      <p:sp>
        <p:nvSpPr>
          <p:cNvPr id="6" name="Footer Placeholder 5">
            <a:extLst>
              <a:ext uri="{FF2B5EF4-FFF2-40B4-BE49-F238E27FC236}">
                <a16:creationId xmlns:a16="http://schemas.microsoft.com/office/drawing/2014/main" id="{01A9014C-2715-780F-6DB4-20DF7FE9DBC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39793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endParaRPr lang="en-US" sz="900" b="1" kern="1200" dirty="0">
              <a:solidFill>
                <a:schemeClr val="tx1"/>
              </a:solidFill>
              <a:latin typeface="+mn-lt"/>
              <a:ea typeface="Calibri"/>
              <a:cs typeface="Calibri"/>
            </a:endParaRP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24</a:t>
            </a:fld>
            <a:endParaRPr lang="en-US" dirty="0"/>
          </a:p>
        </p:txBody>
      </p:sp>
    </p:spTree>
    <p:extLst>
      <p:ext uri="{BB962C8B-B14F-4D97-AF65-F5344CB8AC3E}">
        <p14:creationId xmlns:p14="http://schemas.microsoft.com/office/powerpoint/2010/main" val="3731400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Port Address Translation</a:t>
            </a:r>
            <a:endParaRPr lang="en-US" dirty="0"/>
          </a:p>
          <a:p>
            <a:r>
              <a:rPr lang="en-US" dirty="0"/>
              <a:t>Port Address Translation (PAT) is the technique of mapping multiple private IP addresses to a single public IP address using different port numbers.</a:t>
            </a:r>
          </a:p>
          <a:p>
            <a:endParaRPr lang="en-US" dirty="0"/>
          </a:p>
          <a:p>
            <a:r>
              <a:rPr lang="en-US" b="1" dirty="0"/>
              <a:t>Image Description:</a:t>
            </a:r>
          </a:p>
          <a:p>
            <a:pPr marL="171450" indent="-171450">
              <a:buFont typeface="Arial" panose="020B0604020202020204" pitchFamily="34" charset="0"/>
              <a:buChar char="•"/>
            </a:pPr>
            <a:r>
              <a:rPr lang="en-US" b="0" i="0" dirty="0">
                <a:effectLst/>
                <a:cs typeface="Open Sans"/>
              </a:rPr>
              <a:t>Two hosts (10.0.0.101 and 10.0.0.102) initiate a web connection at the same time.</a:t>
            </a:r>
            <a:r>
              <a:rPr lang="en-US" dirty="0">
                <a:cs typeface="Open Sans"/>
              </a:rPr>
              <a:t> </a:t>
            </a:r>
          </a:p>
          <a:p>
            <a:pPr marL="171450" indent="-171450">
              <a:buFont typeface="Arial" panose="020B0604020202020204" pitchFamily="34" charset="0"/>
              <a:buChar char="•"/>
            </a:pPr>
            <a:r>
              <a:rPr lang="en-US" b="0" i="0" dirty="0">
                <a:effectLst/>
                <a:cs typeface="Open Sans"/>
              </a:rPr>
              <a:t>The PAT service creates two new port mappings for these requests (10.0.0.101:61101 and 10.0.0.102:61102) in its state table.</a:t>
            </a:r>
            <a:r>
              <a:rPr lang="en-US" dirty="0">
                <a:cs typeface="Open Sans"/>
              </a:rPr>
              <a:t> </a:t>
            </a:r>
            <a:endParaRPr lang="en-US" b="0" i="0" dirty="0">
              <a:effectLst/>
              <a:cs typeface="Open Sans"/>
            </a:endParaRPr>
          </a:p>
          <a:p>
            <a:pPr marL="171450" indent="-171450">
              <a:buFont typeface="Arial" panose="020B0604020202020204" pitchFamily="34" charset="0"/>
              <a:buChar char="•"/>
            </a:pPr>
            <a:r>
              <a:rPr lang="en-US" b="0" i="0" dirty="0">
                <a:effectLst/>
                <a:cs typeface="Open Sans"/>
              </a:rPr>
              <a:t>It then substitutes the private IP for the public IP and forwards the requests to the public Internet.</a:t>
            </a:r>
            <a:r>
              <a:rPr lang="en-US" dirty="0">
                <a:cs typeface="Open Sans"/>
              </a:rPr>
              <a:t> </a:t>
            </a:r>
            <a:endParaRPr lang="en-US" b="0" i="0" dirty="0">
              <a:effectLst/>
              <a:cs typeface="Open Sans"/>
            </a:endParaRPr>
          </a:p>
          <a:p>
            <a:pPr marL="171450" indent="-171450">
              <a:buFont typeface="Arial" panose="020B0604020202020204" pitchFamily="34" charset="0"/>
              <a:buChar char="•"/>
            </a:pPr>
            <a:r>
              <a:rPr lang="en-US" b="0" i="0" dirty="0">
                <a:effectLst/>
                <a:cs typeface="Open Sans"/>
              </a:rPr>
              <a:t>It performs a reverse mapping on any traffic returned using those ports, inserting the original IP address and port number, and forwarding the packets to the internal hosts.</a:t>
            </a:r>
            <a:endParaRPr lang="en-US" dirty="0"/>
          </a:p>
          <a:p>
            <a:endParaRPr lang="en-US" dirty="0"/>
          </a:p>
          <a:p>
            <a:r>
              <a:rPr lang="en-US" b="1" dirty="0"/>
              <a:t>Image Caption: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Port Address Translation (PAT). (Images ©123RF.com.)</a:t>
            </a:r>
          </a:p>
          <a:p>
            <a:endParaRPr lang="en-US" dirty="0"/>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25</a:t>
            </a:fld>
            <a:endParaRPr lang="en-US" dirty="0"/>
          </a:p>
        </p:txBody>
      </p:sp>
      <p:sp>
        <p:nvSpPr>
          <p:cNvPr id="6" name="Footer Placeholder 5">
            <a:extLst>
              <a:ext uri="{FF2B5EF4-FFF2-40B4-BE49-F238E27FC236}">
                <a16:creationId xmlns:a16="http://schemas.microsoft.com/office/drawing/2014/main" id="{3DB53DB3-B311-6A8E-7A9C-D1EBDEB6681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187597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Multiple Choice</a:t>
            </a:r>
          </a:p>
          <a:p>
            <a:r>
              <a:rPr lang="en-US" dirty="0"/>
              <a:t>For each definition, choose the correct option from the multiple-choice answers provided.</a:t>
            </a:r>
          </a:p>
          <a:p>
            <a:r>
              <a:rPr lang="en-US" dirty="0"/>
              <a:t>Only one option is correct for each definition.</a:t>
            </a:r>
          </a:p>
          <a:p>
            <a:endParaRPr lang="en-US" dirty="0"/>
          </a:p>
          <a:p>
            <a:r>
              <a:rPr lang="en-US" dirty="0"/>
              <a:t>Answers</a:t>
            </a:r>
          </a:p>
          <a:p>
            <a:pPr marL="171450" lvl="0" indent="-171450">
              <a:buFont typeface="Arial" panose="020B0604020202020204" pitchFamily="34" charset="0"/>
              <a:buChar char="•"/>
            </a:pPr>
            <a:r>
              <a:rPr lang="en-US" dirty="0"/>
              <a:t>Conserves public IP addresses</a:t>
            </a:r>
          </a:p>
          <a:p>
            <a:pPr marL="514213" lvl="1" indent="-171450">
              <a:buFont typeface="Courier New" panose="02070309020205020404" pitchFamily="49" charset="0"/>
              <a:buChar char="o"/>
            </a:pPr>
            <a:r>
              <a:rPr lang="en-US" dirty="0"/>
              <a:t>NAT</a:t>
            </a:r>
          </a:p>
          <a:p>
            <a:pPr marL="171450" lvl="0" indent="-171450">
              <a:buFont typeface="Arial" panose="020B0604020202020204" pitchFamily="34" charset="0"/>
              <a:buChar char="•"/>
            </a:pPr>
            <a:r>
              <a:rPr lang="en-US" dirty="0"/>
              <a:t>Maps internal addresses to a pool of external addresses</a:t>
            </a:r>
          </a:p>
          <a:p>
            <a:pPr marL="514213" lvl="1" indent="-171450">
              <a:buFont typeface="Courier New" panose="02070309020205020404" pitchFamily="49" charset="0"/>
              <a:buChar char="o"/>
            </a:pPr>
            <a:r>
              <a:rPr lang="en-US" dirty="0"/>
              <a:t>Dynamic NAT</a:t>
            </a:r>
          </a:p>
          <a:p>
            <a:pPr marL="171450" lvl="0" indent="-171450">
              <a:buFont typeface="Arial" panose="020B0604020202020204" pitchFamily="34" charset="0"/>
              <a:buChar char="•"/>
            </a:pPr>
            <a:r>
              <a:rPr lang="en-US" dirty="0"/>
              <a:t>Maintains the confidentiality of a customer’s data as it travels across the provider’s network</a:t>
            </a:r>
          </a:p>
          <a:p>
            <a:pPr marL="514213" lvl="1" indent="-171450">
              <a:buFont typeface="Courier New" panose="02070309020205020404" pitchFamily="49" charset="0"/>
              <a:buChar char="o"/>
            </a:pPr>
            <a:r>
              <a:rPr lang="en-US" dirty="0"/>
              <a:t>PE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26</a:t>
            </a:fld>
            <a:endParaRPr lang="en-US" dirty="0"/>
          </a:p>
        </p:txBody>
      </p:sp>
      <p:sp>
        <p:nvSpPr>
          <p:cNvPr id="6" name="Footer Placeholder 5">
            <a:extLst>
              <a:ext uri="{FF2B5EF4-FFF2-40B4-BE49-F238E27FC236}">
                <a16:creationId xmlns:a16="http://schemas.microsoft.com/office/drawing/2014/main" id="{22EA7F25-853C-A259-7E52-6A9DF33FC6C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60750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 </a:t>
            </a:r>
          </a:p>
          <a:p>
            <a:pPr marL="171450" indent="-171450">
              <a:buFont typeface="Arial" panose="020B0604020202020204" pitchFamily="34" charset="0"/>
              <a:buChar char="•"/>
            </a:pPr>
            <a:r>
              <a:rPr lang="en-GB" dirty="0"/>
              <a:t>1.2 Compare and contrast networking appliances, applications, and functions.</a:t>
            </a:r>
          </a:p>
        </p:txBody>
      </p:sp>
      <p:sp>
        <p:nvSpPr>
          <p:cNvPr id="5" name="Footer Placeholder 4">
            <a:extLst>
              <a:ext uri="{FF2B5EF4-FFF2-40B4-BE49-F238E27FC236}">
                <a16:creationId xmlns:a16="http://schemas.microsoft.com/office/drawing/2014/main" id="{72AE8161-AE7F-1EEA-5EEB-953BF888327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503993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Firewall Types</a:t>
            </a:r>
            <a:endParaRPr lang="en-US" dirty="0"/>
          </a:p>
          <a:p>
            <a:pPr marL="171450" indent="-171450">
              <a:buFont typeface="Arial" panose="020B0604020202020204" pitchFamily="34" charset="0"/>
              <a:buChar char="•"/>
            </a:pPr>
            <a:r>
              <a:rPr lang="en-US" dirty="0">
                <a:effectLst/>
              </a:rPr>
              <a:t>Hardware Firewalls:</a:t>
            </a:r>
            <a:endParaRPr lang="en-US" dirty="0"/>
          </a:p>
          <a:p>
            <a:pPr marL="514213" lvl="1" indent="-171450">
              <a:buFont typeface="Courier New" panose="02070309020205020404" pitchFamily="49" charset="0"/>
              <a:buChar char="o"/>
            </a:pPr>
            <a:r>
              <a:rPr lang="en-US" dirty="0">
                <a:effectLst/>
              </a:rPr>
              <a:t>Standalone appliances specifically designed for network security, often found in corporate environments.</a:t>
            </a:r>
            <a:endParaRPr lang="en-US" dirty="0"/>
          </a:p>
          <a:p>
            <a:pPr marL="514213" lvl="1" indent="-171450">
              <a:buFont typeface="Courier New" panose="02070309020205020404" pitchFamily="49" charset="0"/>
              <a:buChar char="o"/>
            </a:pPr>
            <a:r>
              <a:rPr lang="en-US" dirty="0">
                <a:effectLst/>
              </a:rPr>
              <a:t>Integrated within broadband routers providing basic home and small office protection.</a:t>
            </a:r>
            <a:endParaRPr lang="en-US" dirty="0"/>
          </a:p>
          <a:p>
            <a:pPr marL="514213" lvl="1" indent="-171450">
              <a:buFont typeface="Courier New" panose="02070309020205020404" pitchFamily="49" charset="0"/>
              <a:buChar char="o"/>
            </a:pPr>
            <a:r>
              <a:rPr lang="en-US" dirty="0">
                <a:effectLst/>
              </a:rPr>
              <a:t>Next-Generation Firewalls (NGFW) combining traditional firewall protection with additional security features.</a:t>
            </a:r>
            <a:endParaRPr lang="en-US" dirty="0"/>
          </a:p>
          <a:p>
            <a:pPr marL="171450" indent="-171450">
              <a:buFont typeface="Arial" panose="020B0604020202020204" pitchFamily="34" charset="0"/>
              <a:buChar char="•"/>
            </a:pPr>
            <a:r>
              <a:rPr lang="en-US" dirty="0">
                <a:effectLst/>
              </a:rPr>
              <a:t>Software Firewalls:</a:t>
            </a:r>
            <a:endParaRPr lang="en-US" dirty="0"/>
          </a:p>
          <a:p>
            <a:pPr marL="514213" lvl="1" indent="-171450">
              <a:buFont typeface="Courier New" panose="02070309020205020404" pitchFamily="49" charset="0"/>
              <a:buChar char="o"/>
            </a:pPr>
            <a:r>
              <a:rPr lang="en-US" dirty="0">
                <a:effectLst/>
              </a:rPr>
              <a:t>Operating System-based firewalls such as Windows Defender Firewall or Linux’s iptables.</a:t>
            </a:r>
            <a:endParaRPr lang="en-US" dirty="0"/>
          </a:p>
          <a:p>
            <a:pPr marL="514213" lvl="1" indent="-171450">
              <a:buFont typeface="Courier New" panose="02070309020205020404" pitchFamily="49" charset="0"/>
              <a:buChar char="o"/>
            </a:pPr>
            <a:r>
              <a:rPr lang="en-US" dirty="0">
                <a:effectLst/>
              </a:rPr>
              <a:t>Third-party software applications offering advanced features and customization options.</a:t>
            </a:r>
            <a:endParaRPr lang="en-US" dirty="0"/>
          </a:p>
          <a:p>
            <a:pPr marL="171450" indent="-171450">
              <a:buFont typeface="Arial" panose="020B0604020202020204" pitchFamily="34" charset="0"/>
              <a:buChar char="•"/>
            </a:pPr>
            <a:r>
              <a:rPr lang="en-US" dirty="0">
                <a:effectLst/>
              </a:rPr>
              <a:t>Cloud-based Firewalls:</a:t>
            </a:r>
            <a:endParaRPr lang="en-US" dirty="0"/>
          </a:p>
          <a:p>
            <a:pPr marL="514213" lvl="1" indent="-171450">
              <a:buFont typeface="Courier New" panose="02070309020205020404" pitchFamily="49" charset="0"/>
              <a:buChar char="o"/>
            </a:pPr>
            <a:r>
              <a:rPr lang="en-US" dirty="0">
                <a:effectLst/>
              </a:rPr>
              <a:t>Firewall as a Service (FaaS), providing scalable and flexible security measures, managed over the cloud.</a:t>
            </a:r>
            <a:endParaRPr lang="en-US" dirty="0"/>
          </a:p>
          <a:p>
            <a:pPr marL="171450" indent="-171450">
              <a:buFont typeface="Arial" panose="020B0604020202020204" pitchFamily="34" charset="0"/>
              <a:buChar char="•"/>
            </a:pPr>
            <a:r>
              <a:rPr lang="en-US" dirty="0">
                <a:effectLst/>
              </a:rPr>
              <a:t>Unified Threat Management (UTM) Devices:</a:t>
            </a:r>
            <a:endParaRPr lang="en-US" dirty="0"/>
          </a:p>
          <a:p>
            <a:pPr marL="514213" lvl="1" indent="-171450">
              <a:buFont typeface="Courier New" panose="02070309020205020404" pitchFamily="49" charset="0"/>
              <a:buChar char="o"/>
            </a:pPr>
            <a:r>
              <a:rPr lang="en-US" dirty="0">
                <a:effectLst/>
              </a:rPr>
              <a:t>All-in-one security appliances that include firewall capabilities along with anti-virus, anti-spam, and intrusion detection systems.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As the firewall functionality moves up the network stack, it becomes more sophisticated but correspondingly slower and harder to configure.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28</a:t>
            </a:fld>
            <a:endParaRPr lang="en-US" dirty="0"/>
          </a:p>
        </p:txBody>
      </p:sp>
      <p:sp>
        <p:nvSpPr>
          <p:cNvPr id="6" name="Footer Placeholder 5">
            <a:extLst>
              <a:ext uri="{FF2B5EF4-FFF2-40B4-BE49-F238E27FC236}">
                <a16:creationId xmlns:a16="http://schemas.microsoft.com/office/drawing/2014/main" id="{B1895A8B-A8E9-9B5F-1A62-9CCAAE2A2B1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0892434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Stateless vs. Stateful</a:t>
            </a:r>
            <a:endParaRPr lang="en-US" dirty="0"/>
          </a:p>
          <a:p>
            <a:pPr algn="l"/>
            <a:r>
              <a:rPr lang="en-US" i="0" dirty="0">
                <a:effectLst/>
                <a:cs typeface="Open Sans"/>
              </a:rPr>
              <a:t>Comparison</a:t>
            </a:r>
          </a:p>
          <a:p>
            <a:pPr marL="179388" lvl="1" indent="-171450">
              <a:buFont typeface="Arial" panose="020B0604020202020204" pitchFamily="34" charset="0"/>
              <a:buChar char="•"/>
            </a:pPr>
            <a:r>
              <a:rPr lang="en-US" dirty="0">
                <a:effectLst/>
              </a:rPr>
              <a:t>Basic functionality:</a:t>
            </a:r>
            <a:r>
              <a:rPr lang="en-US" dirty="0"/>
              <a:t> </a:t>
            </a:r>
            <a:endParaRPr lang="en-US" dirty="0">
              <a:effectLst/>
            </a:endParaRPr>
          </a:p>
          <a:p>
            <a:pPr marL="522151" lvl="3" indent="-171450">
              <a:buFont typeface="Courier New" panose="02070309020205020404" pitchFamily="49" charset="0"/>
              <a:buChar char="o"/>
            </a:pPr>
            <a:r>
              <a:rPr lang="en-US" dirty="0"/>
              <a:t>Packet Filtering: Analyzes incoming and outgoing packets based on a set of predefined rules, such as IP addresses, protocol, and port numbers. Acts at the network layer.</a:t>
            </a:r>
          </a:p>
          <a:p>
            <a:pPr marL="522151" lvl="3" indent="-171450">
              <a:buFont typeface="Courier New" panose="02070309020205020404" pitchFamily="49" charset="0"/>
              <a:buChar char="o"/>
            </a:pPr>
            <a:r>
              <a:rPr lang="en-US" dirty="0">
                <a:effectLst/>
              </a:rPr>
              <a:t>Stateful Inspection: Not only inspects packets like packet filtering does but also tracks the state of active connections and makes decisions based on the context of the traffic, offering more nuanced security.</a:t>
            </a:r>
            <a:endParaRPr lang="en-US" i="0" dirty="0">
              <a:effectLst/>
            </a:endParaRPr>
          </a:p>
          <a:p>
            <a:pPr marL="179388" lvl="1" indent="-171450">
              <a:buFont typeface="Arial" panose="020B0604020202020204" pitchFamily="34" charset="0"/>
              <a:buChar char="•"/>
            </a:pPr>
            <a:r>
              <a:rPr lang="en-US" dirty="0"/>
              <a:t>Security</a:t>
            </a:r>
          </a:p>
          <a:p>
            <a:pPr marL="522151" lvl="3" indent="-171450">
              <a:buFont typeface="Courier New" panose="02070309020205020404" pitchFamily="49" charset="0"/>
              <a:buChar char="o"/>
            </a:pPr>
            <a:r>
              <a:rPr lang="en-US" dirty="0"/>
              <a:t>Packet Filtering: Offers a basic level of security by blocking or allowing data packets based on the administrator’s rules. It does not understand the state or context of the traffic.</a:t>
            </a:r>
          </a:p>
          <a:p>
            <a:pPr marL="522151" lvl="3" indent="-171450">
              <a:buFont typeface="Courier New" panose="02070309020205020404" pitchFamily="49" charset="0"/>
              <a:buChar char="o"/>
            </a:pPr>
            <a:r>
              <a:rPr lang="en-US" dirty="0"/>
              <a:t>Stateful Inspection: Provides a higher level of security by monitoring the state of active connections and inspecting the payload of packets. Capable of detecting and blocking threats based on the state and context of the traffic.</a:t>
            </a:r>
          </a:p>
          <a:p>
            <a:pPr marL="179388" lvl="1" indent="-171450">
              <a:buFont typeface="Arial" panose="020B0604020202020204" pitchFamily="34" charset="0"/>
              <a:buChar char="•"/>
            </a:pPr>
            <a:r>
              <a:rPr lang="en-US" dirty="0"/>
              <a:t>Use cases</a:t>
            </a:r>
          </a:p>
          <a:p>
            <a:pPr marL="522151" lvl="3" indent="-171450">
              <a:buFont typeface="Courier New" panose="02070309020205020404" pitchFamily="49" charset="0"/>
              <a:buChar char="o"/>
            </a:pPr>
            <a:r>
              <a:rPr lang="en-US" dirty="0"/>
              <a:t>Packet Filtering: Effective for basic security measures, such as creating a demilitarized zone (DMZ) or restricting access to certain IP addresses, protocols, or ports.</a:t>
            </a:r>
          </a:p>
          <a:p>
            <a:pPr marL="522151" lvl="3" indent="-171450">
              <a:buFont typeface="Courier New" panose="02070309020205020404" pitchFamily="49" charset="0"/>
              <a:buChar char="o"/>
            </a:pPr>
            <a:r>
              <a:rPr lang="en-US" dirty="0"/>
              <a:t>Stateful Inspection: Ideal for environments requiring higher security, such as corporate networks, where monitoring the state and behavior of traffic is crucial for protecting sensitive data.</a:t>
            </a:r>
          </a:p>
          <a:p>
            <a:pPr marL="158750" lvl="0" indent="0">
              <a:buFont typeface="Arial" panose="020B0604020202020204" pitchFamily="34" charset="0"/>
              <a:buNone/>
            </a:pPr>
            <a:endParaRPr lang="en-US" i="0" dirty="0">
              <a:effectLst/>
              <a:cs typeface="Open Sans"/>
            </a:endParaRPr>
          </a:p>
          <a:p>
            <a:pPr marL="7938" lvl="0">
              <a:buFont typeface="Arial" panose="020B0604020202020204" pitchFamily="34" charset="0"/>
              <a:buNone/>
            </a:pPr>
            <a:r>
              <a:rPr lang="en-US" i="0" dirty="0">
                <a:effectLst/>
                <a:cs typeface="Open Sans"/>
              </a:rPr>
              <a:t>Primary Difference: P</a:t>
            </a:r>
            <a:r>
              <a:rPr lang="en-US" dirty="0">
                <a:effectLst/>
              </a:rPr>
              <a:t>acket filtering examines individual packets based on predefined rules, whereas circuit level gateway focuses on establishing a secure session through TCP handshake verification.</a:t>
            </a:r>
          </a:p>
          <a:p>
            <a:pPr marL="7938" lvl="0">
              <a:buFont typeface="Arial" panose="020B0604020202020204" pitchFamily="34" charset="0"/>
              <a:buNone/>
            </a:pPr>
            <a:endParaRPr lang="en-US" b="1" i="0" dirty="0">
              <a:effectLst/>
              <a:cs typeface="Open Sans"/>
            </a:endParaRPr>
          </a:p>
          <a:p>
            <a:pPr marL="7938" lvl="0">
              <a:buFont typeface="Arial" panose="020B0604020202020204" pitchFamily="34" charset="0"/>
              <a:buNone/>
            </a:pPr>
            <a:r>
              <a:rPr lang="en-US" b="0" i="0" dirty="0">
                <a:effectLst/>
                <a:cs typeface="Open Sans"/>
              </a:rPr>
              <a:t>Focus on usage and placement rather than configuration detail.</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29</a:t>
            </a:fld>
            <a:endParaRPr lang="en-US" dirty="0"/>
          </a:p>
        </p:txBody>
      </p:sp>
      <p:sp>
        <p:nvSpPr>
          <p:cNvPr id="6" name="Footer Placeholder 5">
            <a:extLst>
              <a:ext uri="{FF2B5EF4-FFF2-40B4-BE49-F238E27FC236}">
                <a16:creationId xmlns:a16="http://schemas.microsoft.com/office/drawing/2014/main" id="{76C799E4-5C4D-563F-9AFD-012E11824AB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3526760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Firewall Shopping</a:t>
            </a:r>
            <a:endParaRPr lang="en-US" dirty="0"/>
          </a:p>
          <a:p>
            <a:pPr marL="171450" indent="-171450">
              <a:buFont typeface="Arial" panose="020B0604020202020204" pitchFamily="34" charset="0"/>
              <a:buChar char="•"/>
            </a:pPr>
            <a:r>
              <a:rPr lang="en-US" dirty="0"/>
              <a:t>Divide learners into groups or assign them a manufacturer </a:t>
            </a:r>
          </a:p>
          <a:p>
            <a:pPr marL="171450" indent="-171450">
              <a:buFont typeface="Arial" panose="020B0604020202020204" pitchFamily="34" charset="0"/>
              <a:buChar char="•"/>
            </a:pPr>
            <a:r>
              <a:rPr lang="en-US" dirty="0"/>
              <a:t>Have them research different types of routers</a:t>
            </a:r>
          </a:p>
          <a:p>
            <a:pPr marL="514213" lvl="1" indent="-171450">
              <a:buFont typeface="Courier New" panose="02070309020205020404" pitchFamily="49" charset="0"/>
              <a:buChar char="o"/>
            </a:pPr>
            <a:r>
              <a:rPr lang="en-US" dirty="0"/>
              <a:t>Note the different types </a:t>
            </a:r>
          </a:p>
          <a:p>
            <a:pPr marL="514213" lvl="1" indent="-171450">
              <a:buFont typeface="Courier New" panose="02070309020205020404" pitchFamily="49" charset="0"/>
              <a:buChar char="o"/>
            </a:pPr>
            <a:r>
              <a:rPr lang="en-US" dirty="0"/>
              <a:t>Note the different volume of traffic supported </a:t>
            </a:r>
          </a:p>
          <a:p>
            <a:pPr marL="514213" lvl="1" indent="-171450">
              <a:buFont typeface="Courier New" panose="02070309020205020404" pitchFamily="49" charset="0"/>
              <a:buChar char="o"/>
            </a:pPr>
            <a:r>
              <a:rPr lang="en-US" dirty="0"/>
              <a:t>Note the type of router (where it should be placed on the network)</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30</a:t>
            </a:fld>
            <a:endParaRPr lang="en-US" dirty="0"/>
          </a:p>
        </p:txBody>
      </p:sp>
      <p:sp>
        <p:nvSpPr>
          <p:cNvPr id="6" name="Footer Placeholder 5">
            <a:extLst>
              <a:ext uri="{FF2B5EF4-FFF2-40B4-BE49-F238E27FC236}">
                <a16:creationId xmlns:a16="http://schemas.microsoft.com/office/drawing/2014/main" id="{2B7ED6FB-03E2-ABEC-F60E-95D1071D10B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8516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 </a:t>
            </a:r>
          </a:p>
          <a:p>
            <a:pPr marL="171450" indent="-171450">
              <a:buFont typeface="Arial" panose="020B0604020202020204" pitchFamily="34" charset="0"/>
              <a:buChar char="•"/>
            </a:pPr>
            <a:r>
              <a:rPr lang="en-GB" dirty="0"/>
              <a:t>1.6 Compare and contrast network topologies, architecture, and types.</a:t>
            </a:r>
          </a:p>
        </p:txBody>
      </p:sp>
      <p:sp>
        <p:nvSpPr>
          <p:cNvPr id="5" name="Footer Placeholder 4">
            <a:extLst>
              <a:ext uri="{FF2B5EF4-FFF2-40B4-BE49-F238E27FC236}">
                <a16:creationId xmlns:a16="http://schemas.microsoft.com/office/drawing/2014/main" id="{F7DDE37A-981E-B761-FA5A-2C5D94165C2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324163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Think About It</a:t>
            </a:r>
            <a:endParaRPr lang="en-US" dirty="0"/>
          </a:p>
          <a:p>
            <a:r>
              <a:rPr lang="en-US" dirty="0"/>
              <a:t>Encourage learners to</a:t>
            </a:r>
            <a:r>
              <a:rPr lang="en-US" b="0" dirty="0">
                <a:effectLst/>
                <a:cs typeface="Open Sans"/>
              </a:rPr>
              <a:t> recall the three types of basic network topologies and how they function. Possibly drawing a picture of each.</a:t>
            </a:r>
            <a:r>
              <a:rPr lang="en-US" dirty="0">
                <a:cs typeface="Open Sans"/>
              </a:rPr>
              <a:t> </a:t>
            </a:r>
          </a:p>
          <a:p>
            <a:pPr marL="171450" indent="-171450" algn="l">
              <a:buFont typeface="Arial" panose="020B0604020202020204" pitchFamily="34" charset="0"/>
              <a:buChar char="•"/>
            </a:pPr>
            <a:r>
              <a:rPr lang="en-US" b="0" i="0" dirty="0">
                <a:effectLst/>
                <a:cs typeface="Open Sans"/>
              </a:rPr>
              <a:t>Point to point is a one-to-one link between two hosts only.</a:t>
            </a:r>
          </a:p>
          <a:p>
            <a:pPr marL="171450" indent="-171450" algn="l">
              <a:buFont typeface="Arial" panose="020B0604020202020204" pitchFamily="34" charset="0"/>
              <a:buChar char="•"/>
            </a:pPr>
            <a:r>
              <a:rPr lang="en-US" b="0" i="0" dirty="0">
                <a:effectLst/>
                <a:cs typeface="Open Sans"/>
              </a:rPr>
              <a:t>Star is many-to-many links where each node relies on a central forwarding device to establish paths to other nodes.</a:t>
            </a:r>
          </a:p>
          <a:p>
            <a:pPr marL="171450" indent="-171450" algn="l">
              <a:buFont typeface="Arial" panose="020B0604020202020204" pitchFamily="34" charset="0"/>
              <a:buChar char="•"/>
            </a:pPr>
            <a:r>
              <a:rPr lang="en-US" b="0" i="0" dirty="0">
                <a:effectLst/>
                <a:cs typeface="Open Sans"/>
              </a:rPr>
              <a:t>Mesh is many-to-many links that depend on each node having multiple interfaces and cable paths to other nodes.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32</a:t>
            </a:fld>
            <a:endParaRPr lang="en-US" dirty="0"/>
          </a:p>
        </p:txBody>
      </p:sp>
      <p:sp>
        <p:nvSpPr>
          <p:cNvPr id="6" name="Footer Placeholder 5">
            <a:extLst>
              <a:ext uri="{FF2B5EF4-FFF2-40B4-BE49-F238E27FC236}">
                <a16:creationId xmlns:a16="http://schemas.microsoft.com/office/drawing/2014/main" id="{7EBC0EF9-CEEB-7432-32A2-7C44DBBCD61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6139748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 Tips – Three-Tiered Network Hierarchy</a:t>
            </a:r>
          </a:p>
          <a:p>
            <a:pPr marL="171450" indent="-171450">
              <a:buFont typeface="Arial" panose="020B0604020202020204" pitchFamily="34" charset="0"/>
              <a:buChar char="•"/>
            </a:pPr>
            <a:r>
              <a:rPr lang="en-US" dirty="0"/>
              <a:t>Access/Edge Layer:</a:t>
            </a:r>
          </a:p>
          <a:p>
            <a:pPr marL="514213" lvl="1" indent="-171450">
              <a:buFont typeface="Courier New" panose="02070309020205020404" pitchFamily="49" charset="0"/>
              <a:buChar char="o"/>
            </a:pPr>
            <a:r>
              <a:rPr lang="en-US" dirty="0"/>
              <a:t>Function: Explain that the access or edge layer allows end-user devices to connect to the network.</a:t>
            </a:r>
          </a:p>
          <a:p>
            <a:pPr marL="514213" lvl="1" indent="-171450">
              <a:buFont typeface="Courier New" panose="02070309020205020404" pitchFamily="49" charset="0"/>
              <a:buChar char="o"/>
            </a:pPr>
            <a:r>
              <a:rPr lang="en-US" dirty="0"/>
              <a:t>Implementation: Mention that it is implemented using structured cabling, wall ports for wired access, and access points for wireless access.</a:t>
            </a:r>
          </a:p>
          <a:p>
            <a:pPr marL="514213" lvl="1" indent="-171450">
              <a:buFont typeface="Courier New" panose="02070309020205020404" pitchFamily="49" charset="0"/>
              <a:buChar char="o"/>
            </a:pPr>
            <a:r>
              <a:rPr lang="en-US" dirty="0"/>
              <a:t>Topology: Highlight that end systems connect to switches in the access/edge layer in a star topology with no direct links between the access switches.</a:t>
            </a:r>
          </a:p>
          <a:p>
            <a:pPr marL="171450" indent="-171450">
              <a:buFont typeface="Arial" panose="020B0604020202020204" pitchFamily="34" charset="0"/>
              <a:buChar char="•"/>
            </a:pPr>
            <a:r>
              <a:rPr lang="en-US" dirty="0"/>
              <a:t>Distribution/Aggregation Layer:</a:t>
            </a:r>
          </a:p>
          <a:p>
            <a:pPr marL="514213" lvl="1" indent="-171450">
              <a:buFont typeface="Courier New" panose="02070309020205020404" pitchFamily="49" charset="0"/>
              <a:buChar char="o"/>
            </a:pPr>
            <a:r>
              <a:rPr lang="en-US" dirty="0"/>
              <a:t>Function: Explain that the distribution or aggregation layer provides fault-tolerant interconnections between different access blocks and either the core or other distribution blocks.</a:t>
            </a:r>
          </a:p>
          <a:p>
            <a:pPr marL="514213" lvl="1" indent="-171450">
              <a:buFont typeface="Courier New" panose="02070309020205020404" pitchFamily="49" charset="0"/>
              <a:buChar char="o"/>
            </a:pPr>
            <a:r>
              <a:rPr lang="en-US" dirty="0"/>
              <a:t>Capabilities: Mention that layer 3 capable switches in the distribution layer have different capabilities compared to layer 2 workgroup switches in the access tier. Highlight the "route once, switch many" principle and the use of application-specific integrated circuits (ASICs) in layer 3 switches.</a:t>
            </a:r>
          </a:p>
          <a:p>
            <a:pPr marL="171450" indent="-171450">
              <a:buFont typeface="Arial" panose="020B0604020202020204" pitchFamily="34" charset="0"/>
              <a:buChar char="•"/>
            </a:pPr>
            <a:r>
              <a:rPr lang="en-US" dirty="0"/>
              <a:t>Core Layer:</a:t>
            </a:r>
          </a:p>
          <a:p>
            <a:pPr marL="514213" lvl="1" indent="-171450">
              <a:buFont typeface="Courier New" panose="02070309020205020404" pitchFamily="49" charset="0"/>
              <a:buChar char="o"/>
            </a:pPr>
            <a:r>
              <a:rPr lang="en-US" dirty="0"/>
              <a:t>Function: Describe the core layer as providing a highly available network backbone.</a:t>
            </a:r>
          </a:p>
          <a:p>
            <a:pPr marL="514213" lvl="1" indent="-171450">
              <a:buFont typeface="Courier New" panose="02070309020205020404" pitchFamily="49" charset="0"/>
              <a:buChar char="o"/>
            </a:pPr>
            <a:r>
              <a:rPr lang="en-US" dirty="0"/>
              <a:t>Purpose: Emphasize that its purpose should be kept simple: provide redundant traffic paths for data to continue to flow around the access and distribution layers of the network.</a:t>
            </a:r>
          </a:p>
          <a:p>
            <a:endParaRPr lang="en-US" dirty="0"/>
          </a:p>
          <a:p>
            <a:r>
              <a:rPr lang="en-US" b="1" dirty="0"/>
              <a:t>Suggested Instructor Tips</a:t>
            </a:r>
          </a:p>
          <a:p>
            <a:pPr marL="171450" indent="-171450">
              <a:buFont typeface="Arial" panose="020B0604020202020204" pitchFamily="34" charset="0"/>
              <a:buChar char="•"/>
            </a:pPr>
            <a:r>
              <a:rPr lang="en-US" dirty="0"/>
              <a:t>Mention that many corporate office networks follow Cisco's design principles for a three-tiered hierarchy: access, distribution, and core.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Image Caption:</a:t>
            </a:r>
          </a:p>
          <a:p>
            <a:pPr marL="0" indent="0">
              <a:buFont typeface="Arial" panose="020B0604020202020204" pitchFamily="34" charset="0"/>
              <a:buNone/>
            </a:pPr>
            <a:r>
              <a:rPr lang="en-US" dirty="0"/>
              <a:t>Core, distribution, and access layers in three-tiered network architecture. (Images © 123RF.com.)</a:t>
            </a:r>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dirty="0"/>
          </a:p>
        </p:txBody>
      </p:sp>
      <p:sp>
        <p:nvSpPr>
          <p:cNvPr id="6" name="Footer Placeholder 5">
            <a:extLst>
              <a:ext uri="{FF2B5EF4-FFF2-40B4-BE49-F238E27FC236}">
                <a16:creationId xmlns:a16="http://schemas.microsoft.com/office/drawing/2014/main" id="{799796B0-0EA8-2C8B-4FE3-6FF2E10AFA2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9369438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r>
              <a:rPr lang="en-US" b="1" dirty="0"/>
              <a:t>Suggested Instructional Tips – Hybrid Topologies</a:t>
            </a:r>
            <a:endParaRPr lang="en-US" dirty="0"/>
          </a:p>
          <a:p>
            <a:r>
              <a:rPr lang="en-US" dirty="0"/>
              <a:t>Used When Basic Topologies Aren't Enough:</a:t>
            </a:r>
          </a:p>
          <a:p>
            <a:pPr marL="171450" indent="-171450">
              <a:buFont typeface="Arial" panose="020B0604020202020204" pitchFamily="34" charset="0"/>
              <a:buChar char="•"/>
            </a:pPr>
            <a:r>
              <a:rPr lang="en-US" dirty="0"/>
              <a:t>Basic network topologies (bus, star, mesh) offer advantages in simplicity and ease of implementation for smaller networks.</a:t>
            </a:r>
          </a:p>
          <a:p>
            <a:pPr marL="171450" indent="-171450">
              <a:buFont typeface="Arial" panose="020B0604020202020204" pitchFamily="34" charset="0"/>
              <a:buChar char="•"/>
            </a:pPr>
            <a:r>
              <a:rPr lang="en-US" dirty="0"/>
              <a:t>However, as network size and complexity grow, the limitations of basic topologies become apparent.</a:t>
            </a:r>
          </a:p>
          <a:p>
            <a:pPr marL="171450" indent="-171450">
              <a:buFont typeface="Arial" panose="020B0604020202020204" pitchFamily="34" charset="0"/>
              <a:buChar char="•"/>
            </a:pPr>
            <a:r>
              <a:rPr lang="en-US" dirty="0"/>
              <a:t>Hybrid topologies bridge this gap by combining the strengths of different basic structures to create a network that caters to specific needs.</a:t>
            </a:r>
          </a:p>
          <a:p>
            <a:pPr marL="171450" indent="-171450">
              <a:buFont typeface="Arial" panose="020B0604020202020204" pitchFamily="34" charset="0"/>
              <a:buChar char="•"/>
            </a:pPr>
            <a:r>
              <a:rPr lang="en-US" dirty="0"/>
              <a:t>For example: A large office building might have a star topology for individual floors (star within a floor) connected by a bus or mesh backbone (bus/mesh between floors) to provide a scalable and fault-tolerant network.</a:t>
            </a:r>
          </a:p>
          <a:p>
            <a:r>
              <a:rPr lang="en-US" dirty="0"/>
              <a:t>Mixture of Basic Topologies:</a:t>
            </a:r>
          </a:p>
          <a:p>
            <a:pPr marL="171450" indent="-171450">
              <a:buFont typeface="Arial" panose="020B0604020202020204" pitchFamily="34" charset="0"/>
              <a:buChar char="•"/>
            </a:pPr>
            <a:r>
              <a:rPr lang="en-US" dirty="0"/>
              <a:t>Hybrid topologies don't adhere to a single, rigid structure.</a:t>
            </a:r>
          </a:p>
          <a:p>
            <a:pPr marL="171450" indent="-171450">
              <a:buFont typeface="Arial" panose="020B0604020202020204" pitchFamily="34" charset="0"/>
              <a:buChar char="•"/>
            </a:pPr>
            <a:r>
              <a:rPr lang="en-US" dirty="0"/>
              <a:t>They leverage the flexibility of combining elements from different basic topologies (star, bus, mesh) to create a customized network design.</a:t>
            </a:r>
          </a:p>
          <a:p>
            <a:pPr marL="171450" indent="-171450">
              <a:buFont typeface="Arial" panose="020B0604020202020204" pitchFamily="34" charset="0"/>
              <a:buChar char="•"/>
            </a:pPr>
            <a:r>
              <a:rPr lang="en-US" dirty="0"/>
              <a:t>This allows network designers to address specific requirements within different network segments.</a:t>
            </a:r>
          </a:p>
          <a:p>
            <a:pPr marL="171450" indent="-171450">
              <a:buFont typeface="Arial" panose="020B0604020202020204" pitchFamily="34" charset="0"/>
              <a:buChar char="•"/>
            </a:pPr>
            <a:r>
              <a:rPr lang="en-US" dirty="0"/>
              <a:t>For example: A network might utilize a star topology for connecting desktop computers within a department (star for workstations) while employing a mesh topology to connect critical servers for increased redundancy and reliability (mesh for servers).</a:t>
            </a:r>
          </a:p>
          <a:p>
            <a:r>
              <a:rPr lang="en-US" dirty="0"/>
              <a:t>Implementing Redundancy and Fault Tolerance:</a:t>
            </a:r>
          </a:p>
          <a:p>
            <a:pPr marL="171450" indent="-171450">
              <a:buFont typeface="Arial" panose="020B0604020202020204" pitchFamily="34" charset="0"/>
              <a:buChar char="•"/>
            </a:pPr>
            <a:r>
              <a:rPr lang="en-US" dirty="0"/>
              <a:t>Network redundancy refers to having backup paths or components to maintain functionality in case of failures.</a:t>
            </a:r>
          </a:p>
          <a:p>
            <a:pPr marL="171450" indent="-171450">
              <a:buFont typeface="Arial" panose="020B0604020202020204" pitchFamily="34" charset="0"/>
              <a:buChar char="•"/>
            </a:pPr>
            <a:r>
              <a:rPr lang="en-US" dirty="0"/>
              <a:t>Hybrid topologies excel at implementing redundancy and fault tolerance.</a:t>
            </a:r>
          </a:p>
          <a:p>
            <a:pPr marL="171450" indent="-171450">
              <a:buFont typeface="Arial" panose="020B0604020202020204" pitchFamily="34" charset="0"/>
              <a:buChar char="•"/>
            </a:pPr>
            <a:r>
              <a:rPr lang="en-US" dirty="0"/>
              <a:t>By incorporating elements like redundant links or multiple pathways, hybrid networks can ensure continued operation even if a single component fails.</a:t>
            </a:r>
          </a:p>
          <a:p>
            <a:pPr marL="171450" indent="-171450">
              <a:buFont typeface="Arial" panose="020B0604020202020204" pitchFamily="34" charset="0"/>
              <a:buChar char="•"/>
            </a:pPr>
            <a:r>
              <a:rPr lang="en-US" dirty="0"/>
              <a:t>For example: A hybrid network might have redundant connections between switches (redundant links) using elements of both star and mesh topologies. This ensures data can still flow even if a switch or cable fails.</a:t>
            </a:r>
          </a:p>
          <a:p>
            <a:endParaRPr lang="en-US" dirty="0"/>
          </a:p>
          <a:p>
            <a:r>
              <a:rPr lang="en-US" dirty="0"/>
              <a:t>Image Caption</a:t>
            </a:r>
          </a:p>
          <a:p>
            <a:r>
              <a:rPr lang="en-US" dirty="0"/>
              <a:t>Hierarchical hybrid topology example where a mesh network distributes traffic between multiple star networks.</a:t>
            </a:r>
          </a:p>
        </p:txBody>
      </p:sp>
      <p:sp>
        <p:nvSpPr>
          <p:cNvPr id="4" name="Footer Placeholder 3">
            <a:extLst>
              <a:ext uri="{FF2B5EF4-FFF2-40B4-BE49-F238E27FC236}">
                <a16:creationId xmlns:a16="http://schemas.microsoft.com/office/drawing/2014/main" id="{28D0F853-A09A-A878-0856-E3B18B3A4DD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901992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cs typeface="Open Sans"/>
              </a:rPr>
              <a:t>Suggested Activity - Quick Search</a:t>
            </a:r>
            <a:endParaRPr lang="en-US" b="1" i="0" dirty="0">
              <a:effectLst/>
            </a:endParaRPr>
          </a:p>
          <a:p>
            <a:pPr marL="7938">
              <a:buNone/>
            </a:pPr>
            <a:r>
              <a:rPr lang="en-US" dirty="0"/>
              <a:t>Have students research hybrid topologies noting what they look like and how and when they are used.</a:t>
            </a:r>
          </a:p>
        </p:txBody>
      </p:sp>
      <p:sp>
        <p:nvSpPr>
          <p:cNvPr id="4" name="Footer Placeholder 3">
            <a:extLst>
              <a:ext uri="{FF2B5EF4-FFF2-40B4-BE49-F238E27FC236}">
                <a16:creationId xmlns:a16="http://schemas.microsoft.com/office/drawing/2014/main" id="{652F9301-59AC-99C3-7AAB-0C43FFC2EF9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67686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 </a:t>
            </a:r>
          </a:p>
          <a:p>
            <a:pPr marL="171450" indent="-171450">
              <a:buFont typeface="Arial" panose="020B0604020202020204" pitchFamily="34" charset="0"/>
              <a:buChar char="•"/>
            </a:pPr>
            <a:r>
              <a:rPr lang="en-GB" dirty="0"/>
              <a:t>2.1 Explain characteristics of routing technologies.</a:t>
            </a:r>
          </a:p>
          <a:p>
            <a:pPr marL="171450" indent="-171450">
              <a:buFont typeface="Arial" panose="020B0604020202020204" pitchFamily="34" charset="0"/>
              <a:buChar char="•"/>
            </a:pPr>
            <a:r>
              <a:rPr lang="en-GB" dirty="0"/>
              <a:t>2.2 Given a scenario, configure switching technologies and features.</a:t>
            </a:r>
          </a:p>
          <a:p>
            <a:pPr marL="171450" indent="-171450">
              <a:buFont typeface="Arial" panose="020B0604020202020204" pitchFamily="34" charset="0"/>
              <a:buChar char="•"/>
            </a:pPr>
            <a:r>
              <a:rPr lang="en-GB" dirty="0"/>
              <a:t>5.5 Given a scenario, use the appropriate tool or protocol to solve networking issues.</a:t>
            </a:r>
          </a:p>
        </p:txBody>
      </p:sp>
      <p:sp>
        <p:nvSpPr>
          <p:cNvPr id="5" name="Footer Placeholder 4">
            <a:extLst>
              <a:ext uri="{FF2B5EF4-FFF2-40B4-BE49-F238E27FC236}">
                <a16:creationId xmlns:a16="http://schemas.microsoft.com/office/drawing/2014/main" id="{0C6E8660-419D-FBC8-59B7-A08B4877676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4809310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Suggested Instructional Tips – Hybrid Topologies</a:t>
            </a:r>
            <a:endParaRPr lang="en-US" dirty="0"/>
          </a:p>
          <a:p>
            <a:r>
              <a:rPr lang="en-US" dirty="0"/>
              <a:t>Explain that VLANs (Virtual LANs) and subnets are used to logically segment a network into smaller, isolated sections.</a:t>
            </a:r>
          </a:p>
          <a:p>
            <a:r>
              <a:rPr lang="en-US" dirty="0"/>
              <a:t>Highlight that VLANs and subnets improve network performance, security, and manageability.</a:t>
            </a:r>
          </a:p>
          <a:p>
            <a:endParaRPr lang="en-US" dirty="0"/>
          </a:p>
          <a:p>
            <a:r>
              <a:rPr lang="en-US" dirty="0"/>
              <a:t>Segmentation:</a:t>
            </a:r>
          </a:p>
          <a:p>
            <a:pPr marL="171450" indent="-171450">
              <a:buFont typeface="Arial" panose="020B0604020202020204" pitchFamily="34" charset="0"/>
              <a:buChar char="•"/>
            </a:pPr>
            <a:r>
              <a:rPr lang="en-US" dirty="0"/>
              <a:t>Divides a Network into Small, Isolated Segments: Explain that VLANs and subnets divide a larger network into smaller, isolated segments, reducing broadcast domains and improving network performance. Mention that segmentation helps contain network issues within a specific segment, preventing them from affecting the entire network.</a:t>
            </a:r>
          </a:p>
          <a:p>
            <a:pPr marL="171450" indent="-171450">
              <a:buFont typeface="Arial" panose="020B0604020202020204" pitchFamily="34" charset="0"/>
              <a:buChar char="•"/>
            </a:pPr>
            <a:r>
              <a:rPr lang="en-US" dirty="0"/>
              <a:t>Requires a Managed Switch: Highlight that implementing VLANs requires a managed switch, which allows for the configuration and management of VLANs. Explain that managed switches provide the necessary features to create and manage VLANs, such as VLAN tagging and trunking.</a:t>
            </a:r>
          </a:p>
          <a:p>
            <a:r>
              <a:rPr lang="en-US" dirty="0"/>
              <a:t>Flexibility:</a:t>
            </a:r>
          </a:p>
          <a:p>
            <a:pPr marL="171450" indent="-171450">
              <a:buFont typeface="Arial" panose="020B0604020202020204" pitchFamily="34" charset="0"/>
              <a:buChar char="•"/>
            </a:pPr>
            <a:r>
              <a:rPr lang="en-US" dirty="0"/>
              <a:t>Users and Devices are Grouped by Function, Department, or Team: Explain that VLANs and subnets allow for grouping users and devices based on their function, department, or team, rather than their physical location. Highlight that this logical grouping improves network organization and simplifies access control and policy enforcement. Mention that VLANs can span multiple switches, allowing devices in different physical locations to be part of the same VLAN.</a:t>
            </a:r>
          </a:p>
          <a:p>
            <a:r>
              <a:rPr lang="en-US" dirty="0"/>
              <a:t>Simplified Administration:</a:t>
            </a:r>
          </a:p>
          <a:p>
            <a:pPr marL="171450" indent="-171450">
              <a:buFont typeface="Arial" panose="020B0604020202020204" pitchFamily="34" charset="0"/>
              <a:buChar char="•"/>
            </a:pPr>
            <a:r>
              <a:rPr lang="en-US" dirty="0"/>
              <a:t>Network Changes or Moves can be Easily Managed without Altering Physical Setup: Explain that VLANs and subnets simplify network administration by allowing network changes or moves to be managed without altering the physical setup. Highlight that administrators can reassign devices to different VLANs or subnets through software configuration, reducing the need for physical re-cabling. Mention that this flexibility makes it easier to adapt to organizational changes, such as department relocations or team restructuring.</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37</a:t>
            </a:fld>
            <a:endParaRPr lang="en-US" dirty="0"/>
          </a:p>
        </p:txBody>
      </p:sp>
    </p:spTree>
    <p:extLst>
      <p:ext uri="{BB962C8B-B14F-4D97-AF65-F5344CB8AC3E}">
        <p14:creationId xmlns:p14="http://schemas.microsoft.com/office/powerpoint/2010/main" val="22674879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r>
              <a:rPr lang="en-US" b="1" dirty="0"/>
              <a:t>Suggested Instructional Tips – VLAN IDs and Membership</a:t>
            </a:r>
          </a:p>
          <a:p>
            <a:pPr marL="179388" indent="-171450">
              <a:buFont typeface="Arial" panose="020B0604020202020204" pitchFamily="34" charset="0"/>
              <a:buChar char="•"/>
            </a:pPr>
            <a:r>
              <a:rPr lang="en-US" dirty="0">
                <a:effectLst/>
              </a:rPr>
              <a:t>Each VLAN is assigned a unique VLAN ID, which acts as a digital identifier distinguishing one VLAN from another within the same network.</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When a device connects to the network, it must be identified as a member of a specific VLAN. This can be done manually by configuring the network switch port to which the device is connected or dynamically based on criteria such as user credentials or the type of device connecting.</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Network devices use VLAN IDs to manage traffic. Data packets are tagged with the VLAN ID, ensuring they are routed only within that VLAN.</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For devices in different VLANs to communicate, inter-VLAN routing must be set up. This is typically done through a Layer 3 switch or a router</a:t>
            </a:r>
          </a:p>
          <a:p>
            <a:pPr marL="7938" marR="0" lvl="0" algn="l" defTabSz="914400" rtl="0" eaLnBrk="1" fontAlgn="auto" latinLnBrk="0" hangingPunct="1">
              <a:lnSpc>
                <a:spcPct val="100000"/>
              </a:lnSpc>
              <a:spcBef>
                <a:spcPts val="0"/>
              </a:spcBef>
              <a:spcAft>
                <a:spcPts val="0"/>
              </a:spcAft>
              <a:buClr>
                <a:srgbClr val="000000"/>
              </a:buClr>
              <a:buSzPts val="1100"/>
              <a:defRPr/>
            </a:pPr>
            <a:endParaRPr lang="en-US" dirty="0"/>
          </a:p>
          <a:p>
            <a:pPr marL="7938" marR="0" lvl="0" algn="l" defTabSz="914400" rtl="0" eaLnBrk="1" fontAlgn="auto" latinLnBrk="0" hangingPunct="1">
              <a:lnSpc>
                <a:spcPct val="100000"/>
              </a:lnSpc>
              <a:spcBef>
                <a:spcPts val="0"/>
              </a:spcBef>
              <a:spcAft>
                <a:spcPts val="0"/>
              </a:spcAft>
              <a:buClr>
                <a:srgbClr val="000000"/>
              </a:buClr>
              <a:buSzPts val="1100"/>
              <a:defRPr/>
            </a:pPr>
            <a:r>
              <a:rPr lang="en-US" dirty="0">
                <a:effectLst/>
              </a:rPr>
              <a:t>Make sure students understand that VLAN ID configuration takes place on the switch interface, not on the end system.</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158750" indent="0">
              <a:buNone/>
            </a:pPr>
            <a:endParaRPr lang="en-US" b="0" i="0" dirty="0">
              <a:effectLst/>
              <a:highlight>
                <a:srgbClr val="FFFFFF"/>
              </a:highlight>
            </a:endParaRPr>
          </a:p>
          <a:p>
            <a:pPr marL="387350" indent="-228600">
              <a:buAutoNum type="arabicPeriod"/>
            </a:pPr>
            <a:endParaRPr lang="en-US" b="0" i="0" dirty="0">
              <a:effectLst/>
              <a:highlight>
                <a:srgbClr val="FFFFFF"/>
              </a:highlight>
            </a:endParaRPr>
          </a:p>
        </p:txBody>
      </p:sp>
      <p:sp>
        <p:nvSpPr>
          <p:cNvPr id="4" name="Footer Placeholder 3">
            <a:extLst>
              <a:ext uri="{FF2B5EF4-FFF2-40B4-BE49-F238E27FC236}">
                <a16:creationId xmlns:a16="http://schemas.microsoft.com/office/drawing/2014/main" id="{261980AD-C4DB-4034-896F-38EDD82FAA5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295885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Tagged and Untagged Ports</a:t>
            </a:r>
            <a:endParaRPr lang="en-US" b="0" i="0" dirty="0">
              <a:effectLst/>
              <a:cs typeface="Open Sans"/>
            </a:endParaRPr>
          </a:p>
          <a:p>
            <a:pPr marL="171450" indent="-171450">
              <a:buFont typeface="Arial" panose="020B0604020202020204" pitchFamily="34" charset="0"/>
              <a:buChar char="•"/>
            </a:pPr>
            <a:r>
              <a:rPr lang="en-US" b="0" i="0" dirty="0">
                <a:effectLst/>
                <a:cs typeface="Open Sans"/>
              </a:rPr>
              <a:t>Port tagging is a method of marking data packets with a VLAN ID</a:t>
            </a:r>
          </a:p>
          <a:p>
            <a:pPr marL="171450" indent="-171450">
              <a:buFont typeface="Arial" panose="020B0604020202020204" pitchFamily="34" charset="0"/>
              <a:buChar char="•"/>
            </a:pPr>
            <a:r>
              <a:rPr lang="en-US" b="0" i="0" dirty="0">
                <a:effectLst/>
                <a:cs typeface="Open Sans"/>
              </a:rPr>
              <a:t>Tagged ports are configured to receive and understand packets that have a VLAN identifier</a:t>
            </a:r>
          </a:p>
          <a:p>
            <a:pPr marL="171450" indent="-171450">
              <a:buFont typeface="Arial" panose="020B0604020202020204" pitchFamily="34" charset="0"/>
              <a:buChar char="•"/>
            </a:pPr>
            <a:r>
              <a:rPr lang="en-US" b="0" i="0" dirty="0">
                <a:effectLst/>
                <a:cs typeface="Open Sans"/>
              </a:rPr>
              <a:t>Untagged ports are set to receive data without a VLAN identifier</a:t>
            </a:r>
          </a:p>
          <a:p>
            <a:pPr marL="171450" indent="-171450">
              <a:buFont typeface="Arial" panose="020B0604020202020204" pitchFamily="34" charset="0"/>
              <a:buChar char="•"/>
            </a:pPr>
            <a:r>
              <a:rPr lang="en-US" b="0" i="0" dirty="0">
                <a:effectLst/>
                <a:cs typeface="Open Sans"/>
              </a:rPr>
              <a:t>Note that the configuration determines the way the switch will treat forwarding.</a:t>
            </a:r>
            <a:r>
              <a:rPr lang="en-US" dirty="0">
                <a:cs typeface="Open Sans"/>
              </a:rPr>
              <a:t> </a:t>
            </a:r>
            <a:endParaRPr lang="en-US" b="0" i="0" dirty="0">
              <a:effectLst/>
              <a:cs typeface="Open Sans"/>
            </a:endParaRP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39</a:t>
            </a:fld>
            <a:endParaRPr lang="en-US" dirty="0"/>
          </a:p>
        </p:txBody>
      </p:sp>
      <p:sp>
        <p:nvSpPr>
          <p:cNvPr id="6" name="Footer Placeholder 5">
            <a:extLst>
              <a:ext uri="{FF2B5EF4-FFF2-40B4-BE49-F238E27FC236}">
                <a16:creationId xmlns:a16="http://schemas.microsoft.com/office/drawing/2014/main" id="{12098DDC-0597-1C46-A8EF-97927DA63BE8}"/>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479023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VLAN Types</a:t>
            </a:r>
          </a:p>
          <a:p>
            <a:endParaRPr lang="en-US" b="0" i="0" dirty="0">
              <a:effectLst/>
            </a:endParaRPr>
          </a:p>
          <a:p>
            <a:r>
              <a:rPr lang="en-US" b="0" i="0" dirty="0">
                <a:effectLst/>
              </a:rPr>
              <a:t>Default VLAN vs. Native VLAN Analogy</a:t>
            </a:r>
          </a:p>
          <a:p>
            <a:pPr marL="179388" indent="-171450" algn="l">
              <a:buFont typeface="Arial" panose="020B0604020202020204" pitchFamily="34" charset="0"/>
              <a:buChar char="•"/>
            </a:pPr>
            <a:r>
              <a:rPr lang="en-US" b="0" i="0" dirty="0">
                <a:effectLst/>
              </a:rPr>
              <a:t>Imagine the default VLAN as a public park. Anyone can enter freely (untagged devices).</a:t>
            </a:r>
          </a:p>
          <a:p>
            <a:pPr marL="179388" indent="-171450" algn="l">
              <a:buFont typeface="Arial" panose="020B0604020202020204" pitchFamily="34" charset="0"/>
              <a:buChar char="•"/>
            </a:pPr>
            <a:r>
              <a:rPr lang="en-US" b="0" i="0" dirty="0">
                <a:effectLst/>
              </a:rPr>
              <a:t>The native VLAN is like a designated drop-off zone within the park. Untagged packages (data) are left there by default.</a:t>
            </a:r>
          </a:p>
          <a:p>
            <a:pPr marL="179388" indent="-171450" algn="l">
              <a:buFont typeface="Arial" panose="020B0604020202020204" pitchFamily="34" charset="0"/>
              <a:buChar char="•"/>
            </a:pPr>
            <a:r>
              <a:rPr lang="en-US" b="0" i="0" dirty="0">
                <a:effectLst/>
              </a:rPr>
              <a:t>If the park and the drop-off zone have the same name, it can get confusing and potentially lead to security issues (anyone can access anything left in the drop-off zone).</a:t>
            </a:r>
          </a:p>
          <a:p>
            <a:endParaRPr lang="en-US" dirty="0"/>
          </a:p>
          <a:p>
            <a:r>
              <a:rPr lang="en-US" dirty="0"/>
              <a:t>Voice VLAN Analogy</a:t>
            </a:r>
          </a:p>
          <a:p>
            <a:pPr marL="179388" indent="-171450">
              <a:buFont typeface="Arial" panose="020B0604020202020204" pitchFamily="34" charset="0"/>
              <a:buChar char="•"/>
            </a:pPr>
            <a:r>
              <a:rPr lang="en-US" dirty="0"/>
              <a:t>Imagine a highway system with dedicated lanes for high-priority vehicles like ambulances (Voice VLAN). </a:t>
            </a:r>
          </a:p>
          <a:p>
            <a:pPr marL="179388" indent="-171450">
              <a:buFont typeface="Arial" panose="020B0604020202020204" pitchFamily="34" charset="0"/>
              <a:buChar char="•"/>
            </a:pPr>
            <a:r>
              <a:rPr lang="en-US" dirty="0"/>
              <a:t>These lanes have fewer traffic lights and stop signs (prioritization) to ensure smooth and uninterrupted travel (low latency calls). </a:t>
            </a:r>
          </a:p>
          <a:p>
            <a:pPr marL="179388" indent="-171450">
              <a:buFont typeface="Arial" panose="020B0604020202020204" pitchFamily="34" charset="0"/>
              <a:buChar char="•"/>
            </a:pPr>
            <a:r>
              <a:rPr lang="en-US" dirty="0"/>
              <a:t>Regular traffic lanes (data VLAN) coexist but might experience occasional delays at intersections.</a:t>
            </a:r>
          </a:p>
          <a:p>
            <a:endParaRPr lang="en-US" dirty="0"/>
          </a:p>
          <a:p>
            <a:r>
              <a:rPr lang="en-US" dirty="0"/>
              <a:t>Management VLAN Analogy</a:t>
            </a:r>
          </a:p>
          <a:p>
            <a:pPr marL="179388" indent="-171450">
              <a:buFont typeface="Arial" panose="020B0604020202020204" pitchFamily="34" charset="0"/>
              <a:buChar char="•"/>
            </a:pPr>
            <a:r>
              <a:rPr lang="en-US" dirty="0"/>
              <a:t>Imagine a large office building with separate access controls for different areas. </a:t>
            </a:r>
          </a:p>
          <a:p>
            <a:pPr marL="179388" indent="-171450">
              <a:buFont typeface="Arial" panose="020B0604020202020204" pitchFamily="34" charset="0"/>
              <a:buChar char="•"/>
            </a:pPr>
            <a:r>
              <a:rPr lang="en-US" dirty="0"/>
              <a:t>Tenants (regular users) have keycards for their office floors (data VLAN), while security personnel and maintenance staff (network administrators) have master keycards granting access to all areas, including security control rooms (management VLAN). </a:t>
            </a:r>
          </a:p>
          <a:p>
            <a:pPr marL="179388" indent="-171450">
              <a:buFont typeface="Arial" panose="020B0604020202020204" pitchFamily="34" charset="0"/>
              <a:buChar char="•"/>
            </a:pPr>
            <a:r>
              <a:rPr lang="en-US" dirty="0"/>
              <a:t>This separation ensures only authorized personnel can access critical systems.</a:t>
            </a:r>
          </a:p>
          <a:p>
            <a:endParaRPr lang="en-US" dirty="0"/>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40</a:t>
            </a:fld>
            <a:endParaRPr lang="en-US" dirty="0"/>
          </a:p>
        </p:txBody>
      </p:sp>
      <p:sp>
        <p:nvSpPr>
          <p:cNvPr id="6" name="Footer Placeholder 5">
            <a:extLst>
              <a:ext uri="{FF2B5EF4-FFF2-40B4-BE49-F238E27FC236}">
                <a16:creationId xmlns:a16="http://schemas.microsoft.com/office/drawing/2014/main" id="{62E6DC5D-9306-75E2-5F77-22C474EE5FF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923045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Trunking and IEEE</a:t>
            </a:r>
          </a:p>
          <a:p>
            <a:endParaRPr lang="en-US" dirty="0"/>
          </a:p>
          <a:p>
            <a:pPr marL="171450" indent="-171450">
              <a:buFont typeface="Arial" panose="020B0604020202020204" pitchFamily="34" charset="0"/>
              <a:buChar char="•"/>
            </a:pPr>
            <a:r>
              <a:rPr lang="en-US" b="0" i="0" dirty="0">
                <a:effectLst/>
                <a:cs typeface="Open Sans"/>
              </a:rPr>
              <a:t>On a large network, a single switch will not provide enough ports for all the hosts that need to be connected to the network.</a:t>
            </a:r>
            <a:r>
              <a:rPr lang="en-US" dirty="0">
                <a:cs typeface="Open Sans"/>
              </a:rPr>
              <a:t> </a:t>
            </a:r>
          </a:p>
          <a:p>
            <a:pPr marL="171450" indent="-171450">
              <a:buFont typeface="Arial" panose="020B0604020202020204" pitchFamily="34" charset="0"/>
              <a:buChar char="•"/>
            </a:pPr>
            <a:r>
              <a:rPr lang="en-US" b="0" i="0" dirty="0">
                <a:effectLst/>
                <a:cs typeface="Open Sans"/>
              </a:rPr>
              <a:t>Multiple switches must be interconnected.</a:t>
            </a:r>
          </a:p>
          <a:p>
            <a:pPr marL="171450" indent="-171450">
              <a:buFont typeface="Arial" panose="020B0604020202020204" pitchFamily="34" charset="0"/>
              <a:buChar char="•"/>
            </a:pPr>
            <a:r>
              <a:rPr lang="en-US" b="0" i="0" dirty="0">
                <a:effectLst/>
                <a:cs typeface="Open Sans"/>
              </a:rPr>
              <a:t>The interconnections between switches are referred to as </a:t>
            </a:r>
            <a:r>
              <a:rPr lang="en-US" b="0" i="0" u="none" dirty="0">
                <a:effectLst/>
                <a:cs typeface="Open Sans"/>
              </a:rPr>
              <a:t>trunks.</a:t>
            </a:r>
          </a:p>
          <a:p>
            <a:pPr marL="171450" indent="-171450">
              <a:buFont typeface="Arial" panose="020B0604020202020204" pitchFamily="34" charset="0"/>
              <a:buChar char="•"/>
            </a:pPr>
            <a:r>
              <a:rPr lang="en-US" b="0" i="0" dirty="0">
                <a:effectLst/>
                <a:cs typeface="Open Sans"/>
              </a:rPr>
              <a:t>One of the ports on each switch would be configured as a trunk port for this purpose.</a:t>
            </a:r>
          </a:p>
          <a:p>
            <a:pPr marL="171450" indent="-171450">
              <a:buFont typeface="Arial" panose="020B0604020202020204" pitchFamily="34" charset="0"/>
              <a:buChar char="•"/>
            </a:pPr>
            <a:r>
              <a:rPr lang="en-US" b="0" i="0" dirty="0">
                <a:effectLst/>
                <a:cs typeface="Open Sans"/>
              </a:rPr>
              <a:t>When frames designated for different VLANs are transported across a trunk, the VLAN ID (VID) of each frame must be preserved for the receiving switch to forward it correctly.</a:t>
            </a:r>
            <a:r>
              <a:rPr lang="en-US" dirty="0">
                <a:cs typeface="Open Sans"/>
              </a:rPr>
              <a:t> </a:t>
            </a:r>
            <a:endParaRPr lang="en-US" b="0" i="0" dirty="0">
              <a:effectLst/>
              <a:cs typeface="Open Sans"/>
            </a:endParaRPr>
          </a:p>
          <a:p>
            <a:pPr marL="171450" indent="-171450">
              <a:buFont typeface="Arial" panose="020B0604020202020204" pitchFamily="34" charset="0"/>
              <a:buChar char="•"/>
            </a:pPr>
            <a:r>
              <a:rPr lang="en-US" b="0" i="0" dirty="0">
                <a:effectLst/>
                <a:cs typeface="Open Sans"/>
              </a:rPr>
              <a:t>VIDs are normally defined by the IEEE </a:t>
            </a:r>
            <a:r>
              <a:rPr lang="en-US" b="0" i="0" u="none" dirty="0">
                <a:effectLst/>
                <a:cs typeface="Open Sans"/>
              </a:rPr>
              <a:t>802.1Q standard.</a:t>
            </a:r>
            <a:endParaRPr lang="en-US" b="0" u="none" dirty="0">
              <a:cs typeface="Open Sans"/>
            </a:endParaRPr>
          </a:p>
          <a:p>
            <a:endParaRPr lang="en-US" dirty="0"/>
          </a:p>
          <a:p>
            <a:r>
              <a:rPr lang="en-US" dirty="0"/>
              <a:t>Image Caption</a:t>
            </a:r>
          </a:p>
          <a:p>
            <a:r>
              <a:rPr lang="en-US" dirty="0"/>
              <a:t>VLAN trunk link. (Images © 123RF.com.)</a:t>
            </a:r>
          </a:p>
        </p:txBody>
      </p:sp>
      <p:sp>
        <p:nvSpPr>
          <p:cNvPr id="5" name="Slide Number Placeholder 4"/>
          <p:cNvSpPr>
            <a:spLocks noGrp="1"/>
          </p:cNvSpPr>
          <p:nvPr>
            <p:ph type="sldNum" sz="quarter" idx="5"/>
          </p:nvPr>
        </p:nvSpPr>
        <p:spPr/>
        <p:txBody>
          <a:bodyPr/>
          <a:lstStyle/>
          <a:p>
            <a:fld id="{64FC1154-15AF-4CEB-AEC9-7A3CFB195EFA}" type="slidenum">
              <a:rPr lang="en-US" smtClean="0"/>
              <a:t>41</a:t>
            </a:fld>
            <a:endParaRPr lang="en-US" dirty="0"/>
          </a:p>
        </p:txBody>
      </p:sp>
      <p:sp>
        <p:nvSpPr>
          <p:cNvPr id="6" name="Footer Placeholder 5">
            <a:extLst>
              <a:ext uri="{FF2B5EF4-FFF2-40B4-BE49-F238E27FC236}">
                <a16:creationId xmlns:a16="http://schemas.microsoft.com/office/drawing/2014/main" id="{57475E60-E930-DC08-934A-B6669466E1A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34674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VLAN Routing</a:t>
            </a:r>
            <a:endParaRPr lang="en-US" dirty="0"/>
          </a:p>
          <a:p>
            <a:pPr marL="171450" indent="-171450">
              <a:buFont typeface="Arial" panose="020B0604020202020204" pitchFamily="34" charset="0"/>
              <a:buChar char="•"/>
            </a:pPr>
            <a:r>
              <a:rPr lang="en-US" i="0" dirty="0"/>
              <a:t>Point out that switches and VLANs work at layer 2. Traffic cannot be routed between VLANS based on MAC addresses, so it needs to be done at layer 3. </a:t>
            </a:r>
          </a:p>
          <a:p>
            <a:pPr marL="171450" indent="-171450">
              <a:buFont typeface="Arial" panose="020B0604020202020204" pitchFamily="34" charset="0"/>
              <a:buChar char="•"/>
            </a:pPr>
            <a:r>
              <a:rPr lang="en-US" i="0" dirty="0"/>
              <a:t>A router on a stick is a router with only a single interface. </a:t>
            </a:r>
          </a:p>
          <a:p>
            <a:pPr marL="514213" lvl="1" indent="-171450">
              <a:buFont typeface="Courier New" panose="02070309020205020404" pitchFamily="49" charset="0"/>
              <a:buChar char="o"/>
            </a:pPr>
            <a:r>
              <a:rPr lang="en-US" i="0" dirty="0"/>
              <a:t>This can be connected to a trunk port on the switch. </a:t>
            </a:r>
          </a:p>
          <a:p>
            <a:pPr marL="514213" lvl="1" indent="-171450">
              <a:buFont typeface="Courier New" panose="02070309020205020404" pitchFamily="49" charset="0"/>
              <a:buChar char="o"/>
            </a:pPr>
            <a:r>
              <a:rPr lang="en-US" i="0" dirty="0"/>
              <a:t>The trunk port carries all the VLAN-to-VLAN traffic that must be routed. </a:t>
            </a:r>
          </a:p>
          <a:p>
            <a:pPr marL="514213" lvl="1" indent="-171450">
              <a:buFont typeface="Courier New" panose="02070309020205020404" pitchFamily="49" charset="0"/>
              <a:buChar char="o"/>
            </a:pPr>
            <a:r>
              <a:rPr lang="en-US" i="0" dirty="0"/>
              <a:t>The router’s physical interface is configured with multiple subinterfaces. </a:t>
            </a:r>
          </a:p>
          <a:p>
            <a:pPr marL="514213" lvl="1" indent="-171450">
              <a:buFont typeface="Courier New" panose="02070309020205020404" pitchFamily="49" charset="0"/>
              <a:buChar char="o"/>
            </a:pPr>
            <a:r>
              <a:rPr lang="en-US" i="0" dirty="0"/>
              <a:t>Each subinterface acts as the default gateway for its VLAN/subnet</a:t>
            </a:r>
          </a:p>
          <a:p>
            <a:pPr marL="514213" lvl="1" indent="-171450">
              <a:buFont typeface="Courier New" panose="02070309020205020404" pitchFamily="49" charset="0"/>
              <a:buChar char="o"/>
            </a:pPr>
            <a:r>
              <a:rPr lang="en-US" i="0" dirty="0"/>
              <a:t>The router forwards inter-VLAN traffic between the subinterfaces</a:t>
            </a:r>
            <a:r>
              <a:rPr lang="en-US" i="1" dirty="0"/>
              <a:t>.</a:t>
            </a:r>
          </a:p>
          <a:p>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i="0" dirty="0"/>
              <a:t>Image: Router-on-a-stick topology with subinterfaces serving each VLAN/subnet (Images © 123RF.com.)</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42</a:t>
            </a:fld>
            <a:endParaRPr lang="en-US" dirty="0"/>
          </a:p>
        </p:txBody>
      </p:sp>
      <p:sp>
        <p:nvSpPr>
          <p:cNvPr id="6" name="Footer Placeholder 5">
            <a:extLst>
              <a:ext uri="{FF2B5EF4-FFF2-40B4-BE49-F238E27FC236}">
                <a16:creationId xmlns:a16="http://schemas.microsoft.com/office/drawing/2014/main" id="{B867E11B-A0C5-EAA4-8FA0-D7CDA507483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5946870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Two Truths and a Lie</a:t>
            </a:r>
          </a:p>
          <a:p>
            <a:endParaRPr lang="en-US" dirty="0"/>
          </a:p>
          <a:p>
            <a:r>
              <a:rPr lang="en-US" dirty="0"/>
              <a:t>Answer:</a:t>
            </a:r>
          </a:p>
          <a:p>
            <a:pPr marL="171450" indent="-171450">
              <a:buFont typeface="Arial" panose="020B0604020202020204" pitchFamily="34" charset="0"/>
              <a:buChar char="•"/>
            </a:pPr>
            <a:r>
              <a:rPr lang="en-US" dirty="0"/>
              <a:t>Lie: Each device in a VLAN is assigned a unique VLAN ID.</a:t>
            </a:r>
          </a:p>
          <a:p>
            <a:pPr marL="514213" lvl="1" indent="-171450">
              <a:buFont typeface="Courier New" panose="02070309020205020404" pitchFamily="49" charset="0"/>
              <a:buChar char="o"/>
            </a:pPr>
            <a:r>
              <a:rPr lang="en-US" dirty="0"/>
              <a:t>VLAN IDs are assigned to VLANs. </a:t>
            </a:r>
          </a:p>
          <a:p>
            <a:pPr marL="514213" lvl="1" indent="-171450">
              <a:buFont typeface="Courier New" panose="02070309020205020404" pitchFamily="49" charset="0"/>
              <a:buChar char="o"/>
            </a:pPr>
            <a:r>
              <a:rPr lang="en-US" dirty="0"/>
              <a:t>Devices are provided membership to the VLAN.</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43</a:t>
            </a:fld>
            <a:endParaRPr lang="en-US" dirty="0"/>
          </a:p>
        </p:txBody>
      </p:sp>
      <p:sp>
        <p:nvSpPr>
          <p:cNvPr id="6" name="Footer Placeholder 5">
            <a:extLst>
              <a:ext uri="{FF2B5EF4-FFF2-40B4-BE49-F238E27FC236}">
                <a16:creationId xmlns:a16="http://schemas.microsoft.com/office/drawing/2014/main" id="{287D65AA-4051-CFD4-24DA-381AB35D839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5827851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 </a:t>
            </a:r>
          </a:p>
          <a:p>
            <a:pPr marL="171450" indent="-171450">
              <a:buFont typeface="Arial" panose="020B0604020202020204" pitchFamily="34" charset="0"/>
              <a:buChar char="•"/>
            </a:pPr>
            <a:r>
              <a:rPr lang="en-GB" dirty="0"/>
              <a:t>5.3 Given a scenario, troubleshoot common issues with network services.</a:t>
            </a:r>
          </a:p>
        </p:txBody>
      </p:sp>
      <p:sp>
        <p:nvSpPr>
          <p:cNvPr id="5" name="Footer Placeholder 4">
            <a:extLst>
              <a:ext uri="{FF2B5EF4-FFF2-40B4-BE49-F238E27FC236}">
                <a16:creationId xmlns:a16="http://schemas.microsoft.com/office/drawing/2014/main" id="{339F6574-31F3-5E87-8AE3-B2A65F0A88F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246966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Routing Table Issues</a:t>
            </a:r>
          </a:p>
          <a:p>
            <a:endParaRPr lang="en-US" dirty="0"/>
          </a:p>
          <a:p>
            <a:r>
              <a:rPr lang="en-US" dirty="0"/>
              <a:t>Basic Steps:</a:t>
            </a:r>
          </a:p>
          <a:p>
            <a:pPr marL="228600" indent="-228600">
              <a:buFont typeface="+mj-lt"/>
              <a:buAutoNum type="arabicPeriod"/>
            </a:pPr>
            <a:r>
              <a:rPr lang="en-US" dirty="0">
                <a:effectLst/>
              </a:rPr>
              <a:t>Verify Connectivity: Verify that the device you're troubleshooting is plugged, in, powered on, cabling is secure, and that it can successfully ping devices within its own network and the gateway.</a:t>
            </a:r>
            <a:endParaRPr lang="en-US" dirty="0"/>
          </a:p>
          <a:p>
            <a:pPr marL="228600" indent="-228600">
              <a:buFont typeface="+mj-lt"/>
              <a:buAutoNum type="arabicPeriod"/>
            </a:pPr>
            <a:r>
              <a:rPr lang="en-US" dirty="0">
                <a:effectLst/>
              </a:rPr>
              <a:t>Review Routing Table Entries: Use commands like `route` (Linux) or `netstat -r` (Windows) to display the current routing table. Look for any incorrect or missing routes that might be causing the issue.</a:t>
            </a:r>
            <a:endParaRPr lang="en-US" dirty="0"/>
          </a:p>
          <a:p>
            <a:pPr marL="228600" indent="-228600">
              <a:buFont typeface="+mj-lt"/>
              <a:buAutoNum type="arabicPeriod"/>
            </a:pPr>
            <a:r>
              <a:rPr lang="en-US" dirty="0">
                <a:effectLst/>
              </a:rPr>
              <a:t>Check for Correct Subnet Masks: Incorrect subnet masks in the routing table can lead to misrouted traffic.</a:t>
            </a:r>
            <a:r>
              <a:rPr lang="en-US" dirty="0"/>
              <a:t> </a:t>
            </a:r>
          </a:p>
          <a:p>
            <a:pPr marL="228600" indent="-228600">
              <a:buFont typeface="+mj-lt"/>
              <a:buAutoNum type="arabicPeriod"/>
            </a:pPr>
            <a:r>
              <a:rPr lang="en-US" dirty="0">
                <a:effectLst/>
              </a:rPr>
              <a:t>Examine Static and Dynamic Routes: Identify if the problem lies with static routes (manually configured) or dynamic routes (learned via routing protocols). If static, ensure they point to the correct next-hop IP addresses. If dynamic, verify that routing protocols are correctly configured and operational.</a:t>
            </a:r>
            <a:endParaRPr lang="en-US" dirty="0"/>
          </a:p>
          <a:p>
            <a:pPr marL="228600" indent="-228600">
              <a:buFont typeface="+mj-lt"/>
              <a:buAutoNum type="arabicPeriod"/>
            </a:pPr>
            <a:r>
              <a:rPr lang="en-US" dirty="0">
                <a:effectLst/>
              </a:rPr>
              <a:t>Use Traceroute: Tools like `traceroute` (Linux) or `tracert` (Windows) can help identify the path traffic takes through the network. This can help you see where it might be getting dropped or misrouted.</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45</a:t>
            </a:fld>
            <a:endParaRPr lang="en-US" dirty="0"/>
          </a:p>
        </p:txBody>
      </p:sp>
      <p:sp>
        <p:nvSpPr>
          <p:cNvPr id="6" name="Footer Placeholder 5">
            <a:extLst>
              <a:ext uri="{FF2B5EF4-FFF2-40B4-BE49-F238E27FC236}">
                <a16:creationId xmlns:a16="http://schemas.microsoft.com/office/drawing/2014/main" id="{5021E2AF-72F3-3D8A-C7E7-D037187E721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334332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Default Route and Routing Loop Issues</a:t>
            </a:r>
            <a:endParaRPr lang="en-US" dirty="0"/>
          </a:p>
          <a:p>
            <a:r>
              <a:rPr lang="en-US" dirty="0"/>
              <a:t>Clarify that a routing loop occurs when two routers use one another as the path to a network.</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Verify Host Configuration: Ensure each host's network configuration is correct, especially the default gateway setting. Use commands such as `ipconfig` (Windows) or `ifconfig`/`ip addr` (Linux/Unix) to check the assigned IP address and default gateway.</a:t>
            </a:r>
            <a:endParaRPr lang="en-US" dirty="0"/>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Ping Default Gateway: Test connectivity to the default gateway through a ping test. If the ping to the default gateway fails, the issue might be local to the host or a physical connectivity problem.</a:t>
            </a:r>
            <a:endParaRPr lang="en-US" dirty="0"/>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Check Router Settings: Inspect the router's configuration, ensuring that it has a correct and active default route set up. Use router commands like `show ip route` to view the routing table and verify the default route (0.0.0.0/0) is correctly pointing to the next hop towards the intended external network.</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Review Physical Connections: Verify all physical connections, including cables and interfaces, are secure and operational.</a:t>
            </a:r>
            <a:r>
              <a:rPr lang="en-US" dirty="0"/>
              <a:t> </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effectLst/>
              </a:rPr>
              <a:t>Identify Routing Loops: If routing loops are suspected, due to misconfiguration or improper propagation of routes, use traceroute or tracert to trace the path packets take. Repeated hops may indicate a loop. If a loop is detected, review and adjust routing configurations and route advertisements.</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46</a:t>
            </a:fld>
            <a:endParaRPr lang="en-US" dirty="0"/>
          </a:p>
        </p:txBody>
      </p:sp>
      <p:sp>
        <p:nvSpPr>
          <p:cNvPr id="6" name="Footer Placeholder 5">
            <a:extLst>
              <a:ext uri="{FF2B5EF4-FFF2-40B4-BE49-F238E27FC236}">
                <a16:creationId xmlns:a16="http://schemas.microsoft.com/office/drawing/2014/main" id="{07D07ABF-AF7F-EA1D-6E73-F9275EBF94D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8166586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VLAN Assignment Issues</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Any device </a:t>
            </a:r>
            <a:r>
              <a:rPr lang="en-US" b="0" i="0" dirty="0">
                <a:effectLst/>
                <a:cs typeface="Open Sans"/>
              </a:rPr>
              <a:t>connecting to a port in the VLAN must have an appropriate IP configuration for that subnet in terms of IP address, subnet mask, default gateway, and DNS servers.</a:t>
            </a:r>
            <a:r>
              <a:rPr lang="en-US" dirty="0">
                <a:cs typeface="Open Sans"/>
              </a:rPr>
              <a:t> </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b="0" i="0" dirty="0">
              <a:effectLst/>
              <a:cs typeface="Open Sans"/>
            </a:endParaRPr>
          </a:p>
          <a:p>
            <a:pPr marL="171450" indent="-171450">
              <a:buFont typeface="Arial" panose="020B0604020202020204" pitchFamily="34" charset="0"/>
              <a:buChar char="•"/>
            </a:pPr>
            <a:r>
              <a:rPr lang="en-US" dirty="0"/>
              <a:t>Check physical connectivity</a:t>
            </a:r>
            <a:r>
              <a:rPr lang="en-US" b="0" dirty="0"/>
              <a:t> – </a:t>
            </a:r>
            <a:r>
              <a:rPr lang="en-US" dirty="0">
                <a:effectLst/>
              </a:rPr>
              <a:t>Verify that the cable from the patch panel is connected to the correct switch port. If there are continuing problems, verify that the patch panel labeling correctly identifies the wall jack that the computer is connected to.</a:t>
            </a:r>
          </a:p>
          <a:p>
            <a:pPr marL="171450" indent="-171450">
              <a:buFont typeface="Arial" panose="020B0604020202020204" pitchFamily="34" charset="0"/>
              <a:buChar char="•"/>
            </a:pPr>
            <a:r>
              <a:rPr lang="en-US" dirty="0">
                <a:effectLst/>
              </a:rPr>
              <a:t>Perform ping tests</a:t>
            </a:r>
          </a:p>
          <a:p>
            <a:pPr marL="522151" lvl="2" indent="-171450" defTabSz="914400">
              <a:buClr>
                <a:srgbClr val="000000"/>
              </a:buClr>
              <a:buSzPts val="1100"/>
              <a:buFont typeface="Courier New" panose="02070309020205020404" pitchFamily="49" charset="0"/>
              <a:buChar char="o"/>
              <a:defRPr/>
            </a:pPr>
            <a:r>
              <a:rPr lang="en-US" dirty="0">
                <a:effectLst/>
              </a:rPr>
              <a:t>Ping the loopback address, then the host's own IP address to verify that TCP/IP is working, and that the host's IP is correctly configured.</a:t>
            </a:r>
          </a:p>
          <a:p>
            <a:pPr marL="522151" lvl="2" indent="-171450" defTabSz="914400">
              <a:buClr>
                <a:srgbClr val="000000"/>
              </a:buClr>
              <a:buSzPts val="1100"/>
              <a:buFont typeface="Courier New" panose="02070309020205020404" pitchFamily="49" charset="0"/>
              <a:buChar char="o"/>
              <a:defRPr/>
            </a:pPr>
            <a:r>
              <a:rPr lang="en-US" dirty="0">
                <a:effectLst/>
              </a:rPr>
              <a:t>Ping the default gateway to verify that it is contactable. </a:t>
            </a:r>
          </a:p>
          <a:p>
            <a:pPr marL="522151" lvl="2" indent="-171450" defTabSz="914400">
              <a:buClr>
                <a:srgbClr val="000000"/>
              </a:buClr>
              <a:buSzPts val="1100"/>
              <a:buFont typeface="Courier New" panose="02070309020205020404" pitchFamily="49" charset="0"/>
              <a:buChar char="o"/>
              <a:defRPr/>
            </a:pPr>
            <a:r>
              <a:rPr lang="en-US" dirty="0">
                <a:effectLst/>
              </a:rPr>
              <a:t>Ping a remote host or server to verify that routing is available. </a:t>
            </a:r>
            <a:endParaRPr lang="en-US" b="0"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47</a:t>
            </a:fld>
            <a:endParaRPr lang="en-US" dirty="0"/>
          </a:p>
        </p:txBody>
      </p:sp>
      <p:sp>
        <p:nvSpPr>
          <p:cNvPr id="6" name="Footer Placeholder 5">
            <a:extLst>
              <a:ext uri="{FF2B5EF4-FFF2-40B4-BE49-F238E27FC236}">
                <a16:creationId xmlns:a16="http://schemas.microsoft.com/office/drawing/2014/main" id="{2B5C1130-2A58-D983-23ED-08F85BD9867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8973647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a:t>
            </a:r>
          </a:p>
          <a:p>
            <a:pPr marL="171450" indent="-171450">
              <a:buFont typeface="Arial" panose="020B0604020202020204" pitchFamily="34" charset="0"/>
              <a:buChar char="•"/>
            </a:pPr>
            <a:r>
              <a:rPr lang="en-US" dirty="0"/>
              <a:t>Ask learners to summarize their key takeaways from this module</a:t>
            </a:r>
          </a:p>
          <a:p>
            <a:pPr marL="171450" indent="-171450">
              <a:buFont typeface="Arial" panose="020B0604020202020204" pitchFamily="34" charset="0"/>
              <a:buChar char="•"/>
            </a:pPr>
            <a:r>
              <a:rPr lang="en-US" dirty="0"/>
              <a:t>Conclude by going over main points on the next slide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48</a:t>
            </a:fld>
            <a:endParaRPr lang="en-US" dirty="0"/>
          </a:p>
        </p:txBody>
      </p:sp>
      <p:sp>
        <p:nvSpPr>
          <p:cNvPr id="6" name="Footer Placeholder 5">
            <a:extLst>
              <a:ext uri="{FF2B5EF4-FFF2-40B4-BE49-F238E27FC236}">
                <a16:creationId xmlns:a16="http://schemas.microsoft.com/office/drawing/2014/main" id="{1A5C4AC5-C385-2D75-3092-7B8038172AB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9956564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mn-lt"/>
              </a:rPr>
              <a:t>Reiterate the relevance of each point:</a:t>
            </a:r>
            <a:r>
              <a:rPr lang="en-US" b="0" i="0" dirty="0">
                <a:solidFill>
                  <a:srgbClr val="000000"/>
                </a:solidFill>
                <a:effectLst/>
                <a:latin typeface="+mn-lt"/>
              </a:rPr>
              <a:t>​</a:t>
            </a:r>
          </a:p>
          <a:p>
            <a:pPr marL="171450" indent="-171450">
              <a:buFont typeface="Arial" panose="020B0604020202020204" pitchFamily="34" charset="0"/>
              <a:buChar char="•"/>
            </a:pPr>
            <a:r>
              <a:rPr lang="en-US" b="0" dirty="0">
                <a:latin typeface="+mn-lt"/>
              </a:rPr>
              <a:t>Information about the location of other IP networks and hosts is stored in the routing table. </a:t>
            </a:r>
          </a:p>
          <a:p>
            <a:pPr marL="171450" indent="-171450">
              <a:buFont typeface="Arial" panose="020B0604020202020204" pitchFamily="34" charset="0"/>
              <a:buChar char="•"/>
            </a:pPr>
            <a:r>
              <a:rPr lang="en-US" b="0" dirty="0">
                <a:latin typeface="+mn-lt"/>
              </a:rPr>
              <a:t>Dynamic routing protocols are needed to enable networks to exchange routing information quickly and efficiently.</a:t>
            </a:r>
          </a:p>
          <a:p>
            <a:pPr marL="171450" indent="-171450">
              <a:buFont typeface="Arial" panose="020B0604020202020204" pitchFamily="34" charset="0"/>
              <a:buChar char="•"/>
            </a:pPr>
            <a:r>
              <a:rPr lang="en-US" b="0" dirty="0">
                <a:latin typeface="+mn-lt"/>
              </a:rPr>
              <a:t>Network address translation (NAT) is used to manage communications between public and private IP address schemes</a:t>
            </a:r>
          </a:p>
          <a:p>
            <a:pPr marL="171450" indent="-171450">
              <a:buFont typeface="Arial" panose="020B0604020202020204" pitchFamily="34" charset="0"/>
              <a:buChar char="•"/>
            </a:pPr>
            <a:r>
              <a:rPr lang="en-US" b="0" dirty="0">
                <a:latin typeface="+mn-lt"/>
              </a:rPr>
              <a:t>A Virtual Local Area Network (VLAN) is a technology that creates separate networks within a single physical network infrastructure.</a:t>
            </a:r>
          </a:p>
        </p:txBody>
      </p:sp>
      <p:sp>
        <p:nvSpPr>
          <p:cNvPr id="5" name="Slide Number Placeholder 4"/>
          <p:cNvSpPr>
            <a:spLocks noGrp="1"/>
          </p:cNvSpPr>
          <p:nvPr>
            <p:ph type="sldNum" sz="quarter" idx="5"/>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FC1154-15AF-4CEB-AEC9-7A3CFB195E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56798BE2-751C-3412-C72F-6EAC6EAF841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08844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dirty="0"/>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940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nchor="t" anchorCtr="0">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dirty="0"/>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47757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nchor="t" anchorCtr="0">
            <a:noAutofit/>
          </a:bodyPr>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49998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nchor="t" anchorCtr="0">
            <a:no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17752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normAutofit/>
          </a:bodyPr>
          <a:lstStyle>
            <a:lvl1pPr>
              <a:defRPr sz="3200"/>
            </a:lvl1p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27411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61029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4066883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normAutofit/>
          </a:bodyPr>
          <a:lstStyle>
            <a:lvl1pPr>
              <a:defRPr sz="3200"/>
            </a:lvl1pPr>
          </a:lstStyle>
          <a:p>
            <a:r>
              <a:rPr lang="en-US" dirty="0"/>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02556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dirty="0"/>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screen">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23400809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71" r:id="rId7"/>
    <p:sldLayoutId id="2147483672"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100000"/>
        </a:lnSpc>
        <a:spcBef>
          <a:spcPts val="0"/>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100000"/>
        </a:lnSpc>
        <a:spcBef>
          <a:spcPts val="0"/>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100000"/>
        </a:lnSpc>
        <a:spcBef>
          <a:spcPts val="0"/>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100000"/>
        </a:lnSpc>
        <a:spcBef>
          <a:spcPts val="0"/>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100000"/>
        </a:lnSpc>
        <a:spcBef>
          <a:spcPts val="0"/>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diagramColors" Target="../diagrams/colors23.xml"/><Relationship Id="rId3" Type="http://schemas.openxmlformats.org/officeDocument/2006/relationships/image" Target="../media/image11.png"/><Relationship Id="rId7" Type="http://schemas.openxmlformats.org/officeDocument/2006/relationships/diagramQuickStyle" Target="../diagrams/quickStyle23.xml"/><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diagramLayout" Target="../diagrams/layout23.xml"/><Relationship Id="rId5" Type="http://schemas.openxmlformats.org/officeDocument/2006/relationships/diagramData" Target="../diagrams/data23.xml"/><Relationship Id="rId4" Type="http://schemas.microsoft.com/office/2007/relationships/hdphoto" Target="../media/hdphoto1.wdp"/><Relationship Id="rId9" Type="http://schemas.microsoft.com/office/2007/relationships/diagramDrawing" Target="../diagrams/drawing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dirty="0"/>
              <a:t>Module 5</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4631804" cy="1633528"/>
          </a:xfrm>
        </p:spPr>
        <p:txBody>
          <a:bodyPr/>
          <a:lstStyle/>
          <a:p>
            <a:r>
              <a:rPr lang="en-US" dirty="0"/>
              <a:t>Configuring Routing and Advanced Switching</a:t>
            </a:r>
          </a:p>
        </p:txBody>
      </p:sp>
      <p:sp>
        <p:nvSpPr>
          <p:cNvPr id="3" name="Slide Number Placeholder 2">
            <a:extLst>
              <a:ext uri="{FF2B5EF4-FFF2-40B4-BE49-F238E27FC236}">
                <a16:creationId xmlns:a16="http://schemas.microsoft.com/office/drawing/2014/main" id="{BC544AB9-4BE0-8A47-E381-4115ED8A790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a:t>
            </a:fld>
            <a:endParaRPr lang="en-US" dirty="0"/>
          </a:p>
        </p:txBody>
      </p:sp>
      <p:sp>
        <p:nvSpPr>
          <p:cNvPr id="5" name="Footer Placeholder 4">
            <a:extLst>
              <a:ext uri="{FF2B5EF4-FFF2-40B4-BE49-F238E27FC236}">
                <a16:creationId xmlns:a16="http://schemas.microsoft.com/office/drawing/2014/main" id="{60597CC8-61F4-8F0C-749E-D8D19CAAE96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a:bodyPr>
          <a:lstStyle/>
          <a:p>
            <a:r>
              <a:rPr lang="en-US" noProof="0" dirty="0"/>
              <a:t>Module Objectives</a:t>
            </a:r>
            <a:endParaRPr lang="en-US" dirty="0"/>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dirty="0"/>
              <a:t>Compare and contrast routing concepts.</a:t>
            </a:r>
            <a:endParaRPr lang="en-US" noProof="0" dirty="0"/>
          </a:p>
          <a:p>
            <a:r>
              <a:rPr lang="en-US" dirty="0"/>
              <a:t>Compare and contrast dynamic routing concepts.</a:t>
            </a:r>
          </a:p>
          <a:p>
            <a:r>
              <a:rPr lang="en-US" dirty="0"/>
              <a:t>Install and troubleshoot routers.</a:t>
            </a:r>
          </a:p>
          <a:p>
            <a:r>
              <a:rPr lang="en-US" noProof="0" dirty="0"/>
              <a:t>Explain tiered switching ar</a:t>
            </a:r>
            <a:r>
              <a:rPr lang="en-US" dirty="0"/>
              <a:t>chitecture.</a:t>
            </a:r>
          </a:p>
          <a:p>
            <a:r>
              <a:rPr lang="en-US" noProof="0" dirty="0"/>
              <a:t>Explain virtual LANs.</a:t>
            </a:r>
          </a:p>
        </p:txBody>
      </p:sp>
      <p:sp>
        <p:nvSpPr>
          <p:cNvPr id="5" name="Slide Number Placeholder 4">
            <a:extLst>
              <a:ext uri="{FF2B5EF4-FFF2-40B4-BE49-F238E27FC236}">
                <a16:creationId xmlns:a16="http://schemas.microsoft.com/office/drawing/2014/main" id="{BCFEDEEE-5D70-9477-D809-7560A0123B9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dirty="0"/>
          </a:p>
        </p:txBody>
      </p:sp>
      <p:sp>
        <p:nvSpPr>
          <p:cNvPr id="6" name="Footer Placeholder 5">
            <a:extLst>
              <a:ext uri="{FF2B5EF4-FFF2-40B4-BE49-F238E27FC236}">
                <a16:creationId xmlns:a16="http://schemas.microsoft.com/office/drawing/2014/main" id="{C198C315-60A5-06B2-000D-BE5235E74AE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Routing Technologies</a:t>
            </a:r>
          </a:p>
        </p:txBody>
      </p:sp>
      <p:sp>
        <p:nvSpPr>
          <p:cNvPr id="5" name="Slide Number Placeholder 4">
            <a:extLst>
              <a:ext uri="{FF2B5EF4-FFF2-40B4-BE49-F238E27FC236}">
                <a16:creationId xmlns:a16="http://schemas.microsoft.com/office/drawing/2014/main" id="{2F329394-D51D-9905-8665-E6D6EA76370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dirty="0"/>
          </a:p>
        </p:txBody>
      </p:sp>
      <p:sp>
        <p:nvSpPr>
          <p:cNvPr id="6" name="Footer Placeholder 5">
            <a:extLst>
              <a:ext uri="{FF2B5EF4-FFF2-40B4-BE49-F238E27FC236}">
                <a16:creationId xmlns:a16="http://schemas.microsoft.com/office/drawing/2014/main" id="{2444FEFA-4B81-C419-E1B7-DE3C2E48F3A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22537-7FFD-9A0F-48B2-72017F2F5876}"/>
              </a:ext>
            </a:extLst>
          </p:cNvPr>
          <p:cNvSpPr>
            <a:spLocks noGrp="1"/>
          </p:cNvSpPr>
          <p:nvPr>
            <p:ph type="title"/>
          </p:nvPr>
        </p:nvSpPr>
        <p:spPr/>
        <p:txBody>
          <a:bodyPr>
            <a:normAutofit/>
          </a:bodyPr>
          <a:lstStyle/>
          <a:p>
            <a:r>
              <a:rPr lang="en-US" dirty="0"/>
              <a:t>Routing Tables and Path Selection</a:t>
            </a:r>
          </a:p>
        </p:txBody>
      </p:sp>
      <p:sp>
        <p:nvSpPr>
          <p:cNvPr id="9" name="Content Placeholder 8">
            <a:extLst>
              <a:ext uri="{FF2B5EF4-FFF2-40B4-BE49-F238E27FC236}">
                <a16:creationId xmlns:a16="http://schemas.microsoft.com/office/drawing/2014/main" id="{AD3F0A05-DA28-B270-D094-074C6F0030D8}"/>
              </a:ext>
            </a:extLst>
          </p:cNvPr>
          <p:cNvSpPr>
            <a:spLocks noGrp="1"/>
          </p:cNvSpPr>
          <p:nvPr>
            <p:ph idx="1"/>
          </p:nvPr>
        </p:nvSpPr>
        <p:spPr>
          <a:xfrm>
            <a:off x="628649" y="1297409"/>
            <a:ext cx="7886700" cy="3325066"/>
          </a:xfrm>
        </p:spPr>
        <p:txBody>
          <a:bodyPr>
            <a:normAutofit/>
          </a:bodyPr>
          <a:lstStyle/>
          <a:p>
            <a:pPr marL="0" indent="0">
              <a:buNone/>
            </a:pPr>
            <a:r>
              <a:rPr lang="en-US" sz="2200" dirty="0"/>
              <a:t>The following main parameters define a routing entry:</a:t>
            </a:r>
          </a:p>
        </p:txBody>
      </p:sp>
      <p:sp>
        <p:nvSpPr>
          <p:cNvPr id="3" name="Slide Number Placeholder 2">
            <a:extLst>
              <a:ext uri="{FF2B5EF4-FFF2-40B4-BE49-F238E27FC236}">
                <a16:creationId xmlns:a16="http://schemas.microsoft.com/office/drawing/2014/main" id="{DCF260AC-E180-DB84-47AE-C1AE742A7C96}"/>
              </a:ext>
            </a:extLst>
          </p:cNvPr>
          <p:cNvSpPr>
            <a:spLocks noGrp="1"/>
          </p:cNvSpPr>
          <p:nvPr>
            <p:ph type="sldNum" sz="quarter" idx="12"/>
          </p:nvPr>
        </p:nvSpPr>
        <p:spPr/>
        <p:txBody>
          <a:bodyPr/>
          <a:lstStyle/>
          <a:p>
            <a:fld id="{64537577-822C-42C9-B1FE-62AC5F07B59D}" type="slidenum">
              <a:rPr lang="en-US" smtClean="0"/>
              <a:pPr/>
              <a:t>4</a:t>
            </a:fld>
            <a:endParaRPr lang="en-US" dirty="0"/>
          </a:p>
        </p:txBody>
      </p:sp>
      <p:sp>
        <p:nvSpPr>
          <p:cNvPr id="5" name="Footer Placeholder 4">
            <a:extLst>
              <a:ext uri="{FF2B5EF4-FFF2-40B4-BE49-F238E27FC236}">
                <a16:creationId xmlns:a16="http://schemas.microsoft.com/office/drawing/2014/main" id="{56BB9050-6924-B80D-E202-E82F34E6C783}"/>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13" name="Content Placeholder 12">
            <a:extLst>
              <a:ext uri="{FF2B5EF4-FFF2-40B4-BE49-F238E27FC236}">
                <a16:creationId xmlns:a16="http://schemas.microsoft.com/office/drawing/2014/main" id="{454E5969-ECC3-1FE2-BED3-8E0C2F9342FA}"/>
              </a:ext>
            </a:extLst>
          </p:cNvPr>
          <p:cNvGraphicFramePr>
            <a:graphicFrameLocks noGrp="1"/>
          </p:cNvGraphicFramePr>
          <p:nvPr>
            <p:ph sz="half" idx="4294967295"/>
            <p:extLst>
              <p:ext uri="{D42A27DB-BD31-4B8C-83A1-F6EECF244321}">
                <p14:modId xmlns:p14="http://schemas.microsoft.com/office/powerpoint/2010/main" val="1225757653"/>
              </p:ext>
            </p:extLst>
          </p:nvPr>
        </p:nvGraphicFramePr>
        <p:xfrm>
          <a:off x="628649" y="1625765"/>
          <a:ext cx="7886699" cy="21698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3798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C47DF-E6B5-8994-3A62-B2966250E2A4}"/>
              </a:ext>
            </a:extLst>
          </p:cNvPr>
          <p:cNvSpPr>
            <a:spLocks noGrp="1"/>
          </p:cNvSpPr>
          <p:nvPr>
            <p:ph type="title"/>
          </p:nvPr>
        </p:nvSpPr>
        <p:spPr>
          <a:xfrm>
            <a:off x="628649" y="584942"/>
            <a:ext cx="7886699" cy="572790"/>
          </a:xfrm>
        </p:spPr>
        <p:txBody>
          <a:bodyPr>
            <a:normAutofit/>
          </a:bodyPr>
          <a:lstStyle/>
          <a:p>
            <a:r>
              <a:rPr lang="en-US" dirty="0"/>
              <a:t>Routing Table Entries</a:t>
            </a:r>
          </a:p>
        </p:txBody>
      </p:sp>
      <p:graphicFrame>
        <p:nvGraphicFramePr>
          <p:cNvPr id="10" name="Content Placeholder 9">
            <a:extLst>
              <a:ext uri="{FF2B5EF4-FFF2-40B4-BE49-F238E27FC236}">
                <a16:creationId xmlns:a16="http://schemas.microsoft.com/office/drawing/2014/main" id="{4B69A232-3C93-0862-AB5C-F1D7D5632B84}"/>
              </a:ext>
            </a:extLst>
          </p:cNvPr>
          <p:cNvGraphicFramePr>
            <a:graphicFrameLocks noGrp="1"/>
          </p:cNvGraphicFramePr>
          <p:nvPr>
            <p:ph idx="1"/>
            <p:extLst>
              <p:ext uri="{D42A27DB-BD31-4B8C-83A1-F6EECF244321}">
                <p14:modId xmlns:p14="http://schemas.microsoft.com/office/powerpoint/2010/main" val="1268788070"/>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D0BE59E4-0181-A670-74A0-40D28FB634C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5</a:t>
            </a:fld>
            <a:endParaRPr lang="en-US" dirty="0"/>
          </a:p>
        </p:txBody>
      </p:sp>
      <p:sp>
        <p:nvSpPr>
          <p:cNvPr id="5" name="Footer Placeholder 4">
            <a:extLst>
              <a:ext uri="{FF2B5EF4-FFF2-40B4-BE49-F238E27FC236}">
                <a16:creationId xmlns:a16="http://schemas.microsoft.com/office/drawing/2014/main" id="{89D44B2A-6201-2B51-B870-EFC03EFE601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671544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484CC92-8133-906D-9D6F-B96B4F3025B4}"/>
              </a:ext>
            </a:extLst>
          </p:cNvPr>
          <p:cNvPicPr>
            <a:picLocks noGrp="1" noChangeAspect="1"/>
          </p:cNvPicPr>
          <p:nvPr>
            <p:ph sz="half" idx="2"/>
          </p:nvPr>
        </p:nvPicPr>
        <p:blipFill>
          <a:blip r:embed="rId3"/>
          <a:stretch>
            <a:fillRect/>
          </a:stretch>
        </p:blipFill>
        <p:spPr>
          <a:xfrm>
            <a:off x="4700167" y="1491916"/>
            <a:ext cx="3336250" cy="2942743"/>
          </a:xfrm>
          <a:prstGeom prst="rect">
            <a:avLst/>
          </a:prstGeom>
        </p:spPr>
      </p:pic>
      <p:sp>
        <p:nvSpPr>
          <p:cNvPr id="2" name="Title 1">
            <a:extLst>
              <a:ext uri="{FF2B5EF4-FFF2-40B4-BE49-F238E27FC236}">
                <a16:creationId xmlns:a16="http://schemas.microsoft.com/office/drawing/2014/main" id="{F57101E5-ECC3-6097-9798-48E2348245F8}"/>
              </a:ext>
            </a:extLst>
          </p:cNvPr>
          <p:cNvSpPr>
            <a:spLocks noGrp="1"/>
          </p:cNvSpPr>
          <p:nvPr>
            <p:ph type="title"/>
          </p:nvPr>
        </p:nvSpPr>
        <p:spPr/>
        <p:txBody>
          <a:bodyPr>
            <a:noAutofit/>
          </a:bodyPr>
          <a:lstStyle/>
          <a:p>
            <a:r>
              <a:rPr lang="en-US" dirty="0"/>
              <a:t>Static Routes</a:t>
            </a:r>
          </a:p>
        </p:txBody>
      </p:sp>
      <p:sp>
        <p:nvSpPr>
          <p:cNvPr id="3" name="Content Placeholder 2">
            <a:extLst>
              <a:ext uri="{FF2B5EF4-FFF2-40B4-BE49-F238E27FC236}">
                <a16:creationId xmlns:a16="http://schemas.microsoft.com/office/drawing/2014/main" id="{7008016D-8F36-043F-E4A0-ABEF3F3EEFCC}"/>
              </a:ext>
            </a:extLst>
          </p:cNvPr>
          <p:cNvSpPr>
            <a:spLocks noGrp="1"/>
          </p:cNvSpPr>
          <p:nvPr>
            <p:ph sz="half" idx="1"/>
          </p:nvPr>
        </p:nvSpPr>
        <p:spPr>
          <a:xfrm>
            <a:off x="628650" y="1210675"/>
            <a:ext cx="4278328" cy="3365370"/>
          </a:xfrm>
        </p:spPr>
        <p:txBody>
          <a:bodyPr/>
          <a:lstStyle/>
          <a:p>
            <a:r>
              <a:rPr lang="en-US" dirty="0"/>
              <a:t>A static route is manually added to the routing table and only changes if edited by the administrator</a:t>
            </a:r>
          </a:p>
        </p:txBody>
      </p:sp>
      <p:sp>
        <p:nvSpPr>
          <p:cNvPr id="4" name="Slide Number Placeholder 3">
            <a:extLst>
              <a:ext uri="{FF2B5EF4-FFF2-40B4-BE49-F238E27FC236}">
                <a16:creationId xmlns:a16="http://schemas.microsoft.com/office/drawing/2014/main" id="{362918A1-8C12-AF90-77B6-02BABC80A3C9}"/>
              </a:ext>
            </a:extLst>
          </p:cNvPr>
          <p:cNvSpPr>
            <a:spLocks noGrp="1"/>
          </p:cNvSpPr>
          <p:nvPr>
            <p:ph type="sldNum" sz="quarter" idx="12"/>
          </p:nvPr>
        </p:nvSpPr>
        <p:spPr/>
        <p:txBody>
          <a:bodyPr/>
          <a:lstStyle/>
          <a:p>
            <a:fld id="{64537577-822C-42C9-B1FE-62AC5F07B59D}" type="slidenum">
              <a:rPr lang="en-US" smtClean="0"/>
              <a:pPr/>
              <a:t>6</a:t>
            </a:fld>
            <a:endParaRPr lang="en-US" dirty="0"/>
          </a:p>
        </p:txBody>
      </p:sp>
      <p:sp>
        <p:nvSpPr>
          <p:cNvPr id="5" name="Footer Placeholder 4">
            <a:extLst>
              <a:ext uri="{FF2B5EF4-FFF2-40B4-BE49-F238E27FC236}">
                <a16:creationId xmlns:a16="http://schemas.microsoft.com/office/drawing/2014/main" id="{68DCC006-AE85-6BAA-1C1B-128ED862094D}"/>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74055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456BC98-FA34-91FC-5B55-6EF180630DFC}"/>
              </a:ext>
            </a:extLst>
          </p:cNvPr>
          <p:cNvSpPr>
            <a:spLocks noGrp="1"/>
          </p:cNvSpPr>
          <p:nvPr>
            <p:ph type="title"/>
          </p:nvPr>
        </p:nvSpPr>
        <p:spPr>
          <a:xfrm>
            <a:off x="628649" y="584942"/>
            <a:ext cx="7886699" cy="572790"/>
          </a:xfrm>
        </p:spPr>
        <p:txBody>
          <a:bodyPr>
            <a:normAutofit/>
          </a:bodyPr>
          <a:lstStyle/>
          <a:p>
            <a:r>
              <a:rPr lang="en-US" dirty="0"/>
              <a:t>Routing Table Example</a:t>
            </a:r>
          </a:p>
        </p:txBody>
      </p:sp>
      <p:pic>
        <p:nvPicPr>
          <p:cNvPr id="5" name="Picture 2" descr="A diagram shows routing tables for three routers that are connected in series.">
            <a:extLst>
              <a:ext uri="{FF2B5EF4-FFF2-40B4-BE49-F238E27FC236}">
                <a16:creationId xmlns:a16="http://schemas.microsoft.com/office/drawing/2014/main" id="{A773F8BD-D151-91FB-F1FC-84FEC7970120}"/>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tretch>
            <a:fillRect/>
          </a:stretch>
        </p:blipFill>
        <p:spPr bwMode="auto">
          <a:xfrm>
            <a:off x="1084257" y="1247709"/>
            <a:ext cx="6975481" cy="3306087"/>
          </a:xfrm>
          <a:solidFill>
            <a:srgbClr val="FFFFFF"/>
          </a:solidFill>
        </p:spPr>
      </p:pic>
      <p:sp>
        <p:nvSpPr>
          <p:cNvPr id="2" name="Slide Number Placeholder 1">
            <a:extLst>
              <a:ext uri="{FF2B5EF4-FFF2-40B4-BE49-F238E27FC236}">
                <a16:creationId xmlns:a16="http://schemas.microsoft.com/office/drawing/2014/main" id="{9E03C294-918C-A65C-0750-EC0AF836C7B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7</a:t>
            </a:fld>
            <a:endParaRPr lang="en-US" dirty="0"/>
          </a:p>
        </p:txBody>
      </p:sp>
      <p:sp>
        <p:nvSpPr>
          <p:cNvPr id="3" name="Footer Placeholder 2">
            <a:extLst>
              <a:ext uri="{FF2B5EF4-FFF2-40B4-BE49-F238E27FC236}">
                <a16:creationId xmlns:a16="http://schemas.microsoft.com/office/drawing/2014/main" id="{CA425AC8-081B-FC39-6BE7-DD0E3E3BA70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65158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19329-672F-7685-CFD9-7EC26B4256F4}"/>
              </a:ext>
            </a:extLst>
          </p:cNvPr>
          <p:cNvSpPr>
            <a:spLocks noGrp="1"/>
          </p:cNvSpPr>
          <p:nvPr>
            <p:ph type="title"/>
          </p:nvPr>
        </p:nvSpPr>
        <p:spPr>
          <a:xfrm>
            <a:off x="628649" y="584942"/>
            <a:ext cx="7886699" cy="572790"/>
          </a:xfrm>
        </p:spPr>
        <p:txBody>
          <a:bodyPr>
            <a:normAutofit/>
          </a:bodyPr>
          <a:lstStyle/>
          <a:p>
            <a:r>
              <a:rPr lang="en-US" dirty="0"/>
              <a:t>Packet Forwarding</a:t>
            </a:r>
          </a:p>
        </p:txBody>
      </p:sp>
      <p:sp>
        <p:nvSpPr>
          <p:cNvPr id="3" name="Slide Number Placeholder 2">
            <a:extLst>
              <a:ext uri="{FF2B5EF4-FFF2-40B4-BE49-F238E27FC236}">
                <a16:creationId xmlns:a16="http://schemas.microsoft.com/office/drawing/2014/main" id="{F7595A8D-A423-3CD4-08AF-22743891039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8</a:t>
            </a:fld>
            <a:endParaRPr lang="en-US" dirty="0"/>
          </a:p>
        </p:txBody>
      </p:sp>
      <p:sp>
        <p:nvSpPr>
          <p:cNvPr id="32" name="Footer Placeholder 31">
            <a:extLst>
              <a:ext uri="{FF2B5EF4-FFF2-40B4-BE49-F238E27FC236}">
                <a16:creationId xmlns:a16="http://schemas.microsoft.com/office/drawing/2014/main" id="{9A356D4B-43E6-5AC4-AD9A-C0B2ED56573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pSp>
        <p:nvGrpSpPr>
          <p:cNvPr id="5" name="Group 4">
            <a:extLst>
              <a:ext uri="{FF2B5EF4-FFF2-40B4-BE49-F238E27FC236}">
                <a16:creationId xmlns:a16="http://schemas.microsoft.com/office/drawing/2014/main" id="{EF4C195B-AA0D-46BE-AE26-CA325714EC07}"/>
              </a:ext>
            </a:extLst>
          </p:cNvPr>
          <p:cNvGrpSpPr/>
          <p:nvPr/>
        </p:nvGrpSpPr>
        <p:grpSpPr>
          <a:xfrm>
            <a:off x="585596" y="2122031"/>
            <a:ext cx="1208001" cy="894675"/>
            <a:chOff x="3896" y="1582780"/>
            <a:chExt cx="1208001" cy="894675"/>
          </a:xfrm>
        </p:grpSpPr>
        <p:sp>
          <p:nvSpPr>
            <p:cNvPr id="30" name="Rounded Rectangle 29">
              <a:extLst>
                <a:ext uri="{FF2B5EF4-FFF2-40B4-BE49-F238E27FC236}">
                  <a16:creationId xmlns:a16="http://schemas.microsoft.com/office/drawing/2014/main" id="{E7435B44-CF56-E138-E018-F387322853D0}"/>
                </a:ext>
              </a:extLst>
            </p:cNvPr>
            <p:cNvSpPr/>
            <p:nvPr/>
          </p:nvSpPr>
          <p:spPr>
            <a:xfrm>
              <a:off x="3896" y="1582780"/>
              <a:ext cx="1208001" cy="894675"/>
            </a:xfrm>
            <a:prstGeom prst="roundRect">
              <a:avLst>
                <a:gd name="adj" fmla="val 10000"/>
              </a:avLst>
            </a:prstGeom>
            <a:solidFill>
              <a:srgbClr val="004F7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31" name="Rounded Rectangle 4">
              <a:extLst>
                <a:ext uri="{FF2B5EF4-FFF2-40B4-BE49-F238E27FC236}">
                  <a16:creationId xmlns:a16="http://schemas.microsoft.com/office/drawing/2014/main" id="{CB2E97F0-BE38-F1EF-5F70-60BE7E94288B}"/>
                </a:ext>
              </a:extLst>
            </p:cNvPr>
            <p:cNvSpPr txBox="1"/>
            <p:nvPr/>
          </p:nvSpPr>
          <p:spPr>
            <a:xfrm>
              <a:off x="30100" y="1608984"/>
              <a:ext cx="1155593" cy="842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Receive the packet</a:t>
              </a:r>
            </a:p>
          </p:txBody>
        </p:sp>
      </p:grpSp>
      <p:grpSp>
        <p:nvGrpSpPr>
          <p:cNvPr id="6" name="Group 5">
            <a:extLst>
              <a:ext uri="{FF2B5EF4-FFF2-40B4-BE49-F238E27FC236}">
                <a16:creationId xmlns:a16="http://schemas.microsoft.com/office/drawing/2014/main" id="{71A9560A-4ADD-4B74-5B9F-0BC796DC2E74}"/>
              </a:ext>
            </a:extLst>
          </p:cNvPr>
          <p:cNvGrpSpPr/>
          <p:nvPr/>
        </p:nvGrpSpPr>
        <p:grpSpPr>
          <a:xfrm>
            <a:off x="1914398" y="2419577"/>
            <a:ext cx="256096" cy="299584"/>
            <a:chOff x="1332698" y="1880326"/>
            <a:chExt cx="256096" cy="299584"/>
          </a:xfrm>
        </p:grpSpPr>
        <p:sp>
          <p:nvSpPr>
            <p:cNvPr id="28" name="Right Arrow 27">
              <a:extLst>
                <a:ext uri="{FF2B5EF4-FFF2-40B4-BE49-F238E27FC236}">
                  <a16:creationId xmlns:a16="http://schemas.microsoft.com/office/drawing/2014/main" id="{59507FDC-1EE8-EDE9-A86C-9304277F0551}"/>
                </a:ext>
              </a:extLst>
            </p:cNvPr>
            <p:cNvSpPr/>
            <p:nvPr/>
          </p:nvSpPr>
          <p:spPr>
            <a:xfrm>
              <a:off x="1332698" y="1880326"/>
              <a:ext cx="256096" cy="29958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29" name="Right Arrow 6">
              <a:extLst>
                <a:ext uri="{FF2B5EF4-FFF2-40B4-BE49-F238E27FC236}">
                  <a16:creationId xmlns:a16="http://schemas.microsoft.com/office/drawing/2014/main" id="{DC6F85AE-0989-4FD9-9787-8D83817C123D}"/>
                </a:ext>
              </a:extLst>
            </p:cNvPr>
            <p:cNvSpPr txBox="1"/>
            <p:nvPr/>
          </p:nvSpPr>
          <p:spPr>
            <a:xfrm>
              <a:off x="1332698" y="1940243"/>
              <a:ext cx="179267" cy="1797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p:txBody>
        </p:sp>
      </p:grpSp>
      <p:grpSp>
        <p:nvGrpSpPr>
          <p:cNvPr id="7" name="Group 6">
            <a:extLst>
              <a:ext uri="{FF2B5EF4-FFF2-40B4-BE49-F238E27FC236}">
                <a16:creationId xmlns:a16="http://schemas.microsoft.com/office/drawing/2014/main" id="{DAC9F695-79BF-0621-F011-3050CAB86C83}"/>
              </a:ext>
            </a:extLst>
          </p:cNvPr>
          <p:cNvGrpSpPr/>
          <p:nvPr/>
        </p:nvGrpSpPr>
        <p:grpSpPr>
          <a:xfrm>
            <a:off x="2276798" y="2122031"/>
            <a:ext cx="1208001" cy="894675"/>
            <a:chOff x="1695098" y="1582780"/>
            <a:chExt cx="1208001" cy="894675"/>
          </a:xfrm>
        </p:grpSpPr>
        <p:sp>
          <p:nvSpPr>
            <p:cNvPr id="26" name="Rounded Rectangle 25">
              <a:extLst>
                <a:ext uri="{FF2B5EF4-FFF2-40B4-BE49-F238E27FC236}">
                  <a16:creationId xmlns:a16="http://schemas.microsoft.com/office/drawing/2014/main" id="{85672468-6B85-8A43-50F7-8A84DFED5F36}"/>
                </a:ext>
              </a:extLst>
            </p:cNvPr>
            <p:cNvSpPr/>
            <p:nvPr/>
          </p:nvSpPr>
          <p:spPr>
            <a:xfrm>
              <a:off x="1695098" y="1582780"/>
              <a:ext cx="1208001" cy="894675"/>
            </a:xfrm>
            <a:prstGeom prst="roundRect">
              <a:avLst>
                <a:gd name="adj" fmla="val 10000"/>
              </a:avLst>
            </a:prstGeom>
            <a:solidFill>
              <a:srgbClr val="004F7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27" name="Rounded Rectangle 8">
              <a:extLst>
                <a:ext uri="{FF2B5EF4-FFF2-40B4-BE49-F238E27FC236}">
                  <a16:creationId xmlns:a16="http://schemas.microsoft.com/office/drawing/2014/main" id="{289EF3C1-C650-CDBA-DD93-0529E82BF917}"/>
                </a:ext>
              </a:extLst>
            </p:cNvPr>
            <p:cNvSpPr txBox="1"/>
            <p:nvPr/>
          </p:nvSpPr>
          <p:spPr>
            <a:xfrm>
              <a:off x="1721302" y="1608984"/>
              <a:ext cx="1155593" cy="842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Examine the packet</a:t>
              </a:r>
            </a:p>
          </p:txBody>
        </p:sp>
      </p:grpSp>
      <p:grpSp>
        <p:nvGrpSpPr>
          <p:cNvPr id="8" name="Group 7">
            <a:extLst>
              <a:ext uri="{FF2B5EF4-FFF2-40B4-BE49-F238E27FC236}">
                <a16:creationId xmlns:a16="http://schemas.microsoft.com/office/drawing/2014/main" id="{B485458D-BF21-500E-3C50-7EDBE5E78855}"/>
              </a:ext>
            </a:extLst>
          </p:cNvPr>
          <p:cNvGrpSpPr/>
          <p:nvPr/>
        </p:nvGrpSpPr>
        <p:grpSpPr>
          <a:xfrm>
            <a:off x="3605599" y="2419577"/>
            <a:ext cx="256096" cy="299584"/>
            <a:chOff x="3023899" y="1880326"/>
            <a:chExt cx="256096" cy="299584"/>
          </a:xfrm>
        </p:grpSpPr>
        <p:sp>
          <p:nvSpPr>
            <p:cNvPr id="24" name="Right Arrow 23">
              <a:extLst>
                <a:ext uri="{FF2B5EF4-FFF2-40B4-BE49-F238E27FC236}">
                  <a16:creationId xmlns:a16="http://schemas.microsoft.com/office/drawing/2014/main" id="{19A1E159-C739-FFF9-21D6-07886569F78E}"/>
                </a:ext>
              </a:extLst>
            </p:cNvPr>
            <p:cNvSpPr/>
            <p:nvPr/>
          </p:nvSpPr>
          <p:spPr>
            <a:xfrm>
              <a:off x="3023899" y="1880326"/>
              <a:ext cx="256096" cy="29958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25" name="Right Arrow 10">
              <a:extLst>
                <a:ext uri="{FF2B5EF4-FFF2-40B4-BE49-F238E27FC236}">
                  <a16:creationId xmlns:a16="http://schemas.microsoft.com/office/drawing/2014/main" id="{14FE30F7-9BD7-7713-4137-1F984F326FBF}"/>
                </a:ext>
              </a:extLst>
            </p:cNvPr>
            <p:cNvSpPr txBox="1"/>
            <p:nvPr/>
          </p:nvSpPr>
          <p:spPr>
            <a:xfrm>
              <a:off x="3023899" y="1940243"/>
              <a:ext cx="179267" cy="1797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p:txBody>
        </p:sp>
      </p:grpSp>
      <p:grpSp>
        <p:nvGrpSpPr>
          <p:cNvPr id="9" name="Group 8">
            <a:extLst>
              <a:ext uri="{FF2B5EF4-FFF2-40B4-BE49-F238E27FC236}">
                <a16:creationId xmlns:a16="http://schemas.microsoft.com/office/drawing/2014/main" id="{EBBB4726-AB60-F10A-EEA2-E3B50DC787EE}"/>
              </a:ext>
            </a:extLst>
          </p:cNvPr>
          <p:cNvGrpSpPr/>
          <p:nvPr/>
        </p:nvGrpSpPr>
        <p:grpSpPr>
          <a:xfrm>
            <a:off x="3967999" y="2122031"/>
            <a:ext cx="1208001" cy="894675"/>
            <a:chOff x="3386299" y="1582780"/>
            <a:chExt cx="1208001" cy="894675"/>
          </a:xfrm>
        </p:grpSpPr>
        <p:sp>
          <p:nvSpPr>
            <p:cNvPr id="22" name="Rounded Rectangle 21">
              <a:extLst>
                <a:ext uri="{FF2B5EF4-FFF2-40B4-BE49-F238E27FC236}">
                  <a16:creationId xmlns:a16="http://schemas.microsoft.com/office/drawing/2014/main" id="{A2DDAA1B-7903-9FDE-0608-9502EADA813E}"/>
                </a:ext>
              </a:extLst>
            </p:cNvPr>
            <p:cNvSpPr/>
            <p:nvPr/>
          </p:nvSpPr>
          <p:spPr>
            <a:xfrm>
              <a:off x="3386299" y="1582780"/>
              <a:ext cx="1208001" cy="894675"/>
            </a:xfrm>
            <a:prstGeom prst="roundRect">
              <a:avLst>
                <a:gd name="adj" fmla="val 10000"/>
              </a:avLst>
            </a:prstGeom>
            <a:solidFill>
              <a:srgbClr val="004F7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23" name="Rounded Rectangle 12">
              <a:extLst>
                <a:ext uri="{FF2B5EF4-FFF2-40B4-BE49-F238E27FC236}">
                  <a16:creationId xmlns:a16="http://schemas.microsoft.com/office/drawing/2014/main" id="{89AB6D4F-3A6F-D0CE-7BA4-6AFA0C5396DC}"/>
                </a:ext>
              </a:extLst>
            </p:cNvPr>
            <p:cNvSpPr txBox="1"/>
            <p:nvPr/>
          </p:nvSpPr>
          <p:spPr>
            <a:xfrm>
              <a:off x="3412503" y="1608984"/>
              <a:ext cx="1155593" cy="842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Consult the routing table</a:t>
              </a:r>
            </a:p>
          </p:txBody>
        </p:sp>
      </p:grpSp>
      <p:grpSp>
        <p:nvGrpSpPr>
          <p:cNvPr id="10" name="Group 9">
            <a:extLst>
              <a:ext uri="{FF2B5EF4-FFF2-40B4-BE49-F238E27FC236}">
                <a16:creationId xmlns:a16="http://schemas.microsoft.com/office/drawing/2014/main" id="{51FAE231-5C4D-CBFD-A8AE-98E12AECE672}"/>
              </a:ext>
            </a:extLst>
          </p:cNvPr>
          <p:cNvGrpSpPr/>
          <p:nvPr/>
        </p:nvGrpSpPr>
        <p:grpSpPr>
          <a:xfrm>
            <a:off x="5296801" y="2419577"/>
            <a:ext cx="256096" cy="299584"/>
            <a:chOff x="4715101" y="1880326"/>
            <a:chExt cx="256096" cy="299584"/>
          </a:xfrm>
        </p:grpSpPr>
        <p:sp>
          <p:nvSpPr>
            <p:cNvPr id="20" name="Right Arrow 19">
              <a:extLst>
                <a:ext uri="{FF2B5EF4-FFF2-40B4-BE49-F238E27FC236}">
                  <a16:creationId xmlns:a16="http://schemas.microsoft.com/office/drawing/2014/main" id="{CB4E584C-C21B-D4E3-3B95-E8F6566E7CEB}"/>
                </a:ext>
              </a:extLst>
            </p:cNvPr>
            <p:cNvSpPr/>
            <p:nvPr/>
          </p:nvSpPr>
          <p:spPr>
            <a:xfrm>
              <a:off x="4715101" y="1880326"/>
              <a:ext cx="256096" cy="29958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21" name="Right Arrow 14">
              <a:extLst>
                <a:ext uri="{FF2B5EF4-FFF2-40B4-BE49-F238E27FC236}">
                  <a16:creationId xmlns:a16="http://schemas.microsoft.com/office/drawing/2014/main" id="{09540351-53A8-6AA3-9F5C-2E7C2CE77245}"/>
                </a:ext>
              </a:extLst>
            </p:cNvPr>
            <p:cNvSpPr txBox="1"/>
            <p:nvPr/>
          </p:nvSpPr>
          <p:spPr>
            <a:xfrm>
              <a:off x="4715101" y="1940243"/>
              <a:ext cx="179267" cy="1797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p:txBody>
        </p:sp>
      </p:grpSp>
      <p:grpSp>
        <p:nvGrpSpPr>
          <p:cNvPr id="11" name="Group 10">
            <a:extLst>
              <a:ext uri="{FF2B5EF4-FFF2-40B4-BE49-F238E27FC236}">
                <a16:creationId xmlns:a16="http://schemas.microsoft.com/office/drawing/2014/main" id="{A6813D2D-ED7D-3AE1-6107-F72E7E9A7160}"/>
              </a:ext>
            </a:extLst>
          </p:cNvPr>
          <p:cNvGrpSpPr/>
          <p:nvPr/>
        </p:nvGrpSpPr>
        <p:grpSpPr>
          <a:xfrm>
            <a:off x="5659201" y="2122031"/>
            <a:ext cx="1208001" cy="894675"/>
            <a:chOff x="5077501" y="1582780"/>
            <a:chExt cx="1208001" cy="894675"/>
          </a:xfrm>
        </p:grpSpPr>
        <p:sp>
          <p:nvSpPr>
            <p:cNvPr id="18" name="Rounded Rectangle 17">
              <a:extLst>
                <a:ext uri="{FF2B5EF4-FFF2-40B4-BE49-F238E27FC236}">
                  <a16:creationId xmlns:a16="http://schemas.microsoft.com/office/drawing/2014/main" id="{F2621F82-DB8B-EDFD-26FF-B65A0CD3CBC4}"/>
                </a:ext>
              </a:extLst>
            </p:cNvPr>
            <p:cNvSpPr/>
            <p:nvPr/>
          </p:nvSpPr>
          <p:spPr>
            <a:xfrm>
              <a:off x="5077501" y="1582780"/>
              <a:ext cx="1208001" cy="894675"/>
            </a:xfrm>
            <a:prstGeom prst="roundRect">
              <a:avLst>
                <a:gd name="adj" fmla="val 10000"/>
              </a:avLst>
            </a:prstGeom>
            <a:solidFill>
              <a:srgbClr val="004F7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19" name="Rounded Rectangle 16">
              <a:extLst>
                <a:ext uri="{FF2B5EF4-FFF2-40B4-BE49-F238E27FC236}">
                  <a16:creationId xmlns:a16="http://schemas.microsoft.com/office/drawing/2014/main" id="{7C5C1353-CDD8-513F-BCE7-BDCB94AF3AC6}"/>
                </a:ext>
              </a:extLst>
            </p:cNvPr>
            <p:cNvSpPr txBox="1"/>
            <p:nvPr/>
          </p:nvSpPr>
          <p:spPr>
            <a:xfrm>
              <a:off x="5103705" y="1608984"/>
              <a:ext cx="1155593" cy="842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Make a forwarding decision</a:t>
              </a:r>
            </a:p>
          </p:txBody>
        </p:sp>
      </p:grpSp>
      <p:grpSp>
        <p:nvGrpSpPr>
          <p:cNvPr id="12" name="Group 11">
            <a:extLst>
              <a:ext uri="{FF2B5EF4-FFF2-40B4-BE49-F238E27FC236}">
                <a16:creationId xmlns:a16="http://schemas.microsoft.com/office/drawing/2014/main" id="{6741629D-7989-F14D-5D54-61D862BE9425}"/>
              </a:ext>
            </a:extLst>
          </p:cNvPr>
          <p:cNvGrpSpPr/>
          <p:nvPr/>
        </p:nvGrpSpPr>
        <p:grpSpPr>
          <a:xfrm>
            <a:off x="6988002" y="2419577"/>
            <a:ext cx="256096" cy="299584"/>
            <a:chOff x="6406302" y="1880326"/>
            <a:chExt cx="256096" cy="299584"/>
          </a:xfrm>
        </p:grpSpPr>
        <p:sp>
          <p:nvSpPr>
            <p:cNvPr id="16" name="Right Arrow 15">
              <a:extLst>
                <a:ext uri="{FF2B5EF4-FFF2-40B4-BE49-F238E27FC236}">
                  <a16:creationId xmlns:a16="http://schemas.microsoft.com/office/drawing/2014/main" id="{36DE8CA2-CE41-F9CA-B987-D960CF640BEE}"/>
                </a:ext>
              </a:extLst>
            </p:cNvPr>
            <p:cNvSpPr/>
            <p:nvPr/>
          </p:nvSpPr>
          <p:spPr>
            <a:xfrm>
              <a:off x="6406302" y="1880326"/>
              <a:ext cx="256096" cy="29958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17" name="Right Arrow 18">
              <a:extLst>
                <a:ext uri="{FF2B5EF4-FFF2-40B4-BE49-F238E27FC236}">
                  <a16:creationId xmlns:a16="http://schemas.microsoft.com/office/drawing/2014/main" id="{EB9E1EEF-D88F-2B47-1C80-07D42D9AB6C2}"/>
                </a:ext>
              </a:extLst>
            </p:cNvPr>
            <p:cNvSpPr txBox="1"/>
            <p:nvPr/>
          </p:nvSpPr>
          <p:spPr>
            <a:xfrm>
              <a:off x="6406302" y="1940243"/>
              <a:ext cx="179267" cy="1797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p:txBody>
        </p:sp>
      </p:grpSp>
      <p:grpSp>
        <p:nvGrpSpPr>
          <p:cNvPr id="13" name="Group 12">
            <a:extLst>
              <a:ext uri="{FF2B5EF4-FFF2-40B4-BE49-F238E27FC236}">
                <a16:creationId xmlns:a16="http://schemas.microsoft.com/office/drawing/2014/main" id="{BF7ACE62-2025-8B22-37F4-928F2A650DDF}"/>
              </a:ext>
            </a:extLst>
          </p:cNvPr>
          <p:cNvGrpSpPr/>
          <p:nvPr/>
        </p:nvGrpSpPr>
        <p:grpSpPr>
          <a:xfrm>
            <a:off x="7350403" y="2122031"/>
            <a:ext cx="1208001" cy="894675"/>
            <a:chOff x="6768703" y="1582780"/>
            <a:chExt cx="1208001" cy="894675"/>
          </a:xfrm>
        </p:grpSpPr>
        <p:sp>
          <p:nvSpPr>
            <p:cNvPr id="14" name="Rounded Rectangle 13">
              <a:extLst>
                <a:ext uri="{FF2B5EF4-FFF2-40B4-BE49-F238E27FC236}">
                  <a16:creationId xmlns:a16="http://schemas.microsoft.com/office/drawing/2014/main" id="{ADCB1243-8898-2671-9B58-AE9C01BC4DC6}"/>
                </a:ext>
              </a:extLst>
            </p:cNvPr>
            <p:cNvSpPr/>
            <p:nvPr/>
          </p:nvSpPr>
          <p:spPr>
            <a:xfrm>
              <a:off x="6768703" y="1582780"/>
              <a:ext cx="1208001" cy="894675"/>
            </a:xfrm>
            <a:prstGeom prst="roundRect">
              <a:avLst>
                <a:gd name="adj" fmla="val 10000"/>
              </a:avLst>
            </a:prstGeom>
            <a:solidFill>
              <a:srgbClr val="004F7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15" name="Rounded Rectangle 20">
              <a:extLst>
                <a:ext uri="{FF2B5EF4-FFF2-40B4-BE49-F238E27FC236}">
                  <a16:creationId xmlns:a16="http://schemas.microsoft.com/office/drawing/2014/main" id="{3CD4A97B-4F95-C5D3-C6B2-69DF4A7247B2}"/>
                </a:ext>
              </a:extLst>
            </p:cNvPr>
            <p:cNvSpPr txBox="1"/>
            <p:nvPr/>
          </p:nvSpPr>
          <p:spPr>
            <a:xfrm>
              <a:off x="6794907" y="1608984"/>
              <a:ext cx="1155593" cy="842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Forward the packet</a:t>
              </a:r>
            </a:p>
          </p:txBody>
        </p:sp>
      </p:grpSp>
    </p:spTree>
    <p:extLst>
      <p:ext uri="{BB962C8B-B14F-4D97-AF65-F5344CB8AC3E}">
        <p14:creationId xmlns:p14="http://schemas.microsoft.com/office/powerpoint/2010/main" val="663825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0FE380F-06D9-AF31-9F94-4FBAEF4D1408}"/>
              </a:ext>
            </a:extLst>
          </p:cNvPr>
          <p:cNvSpPr>
            <a:spLocks noGrp="1"/>
          </p:cNvSpPr>
          <p:nvPr>
            <p:ph type="title"/>
          </p:nvPr>
        </p:nvSpPr>
        <p:spPr>
          <a:xfrm>
            <a:off x="628650" y="591921"/>
            <a:ext cx="7921125" cy="496626"/>
          </a:xfrm>
        </p:spPr>
        <p:txBody>
          <a:bodyPr>
            <a:noAutofit/>
          </a:bodyPr>
          <a:lstStyle/>
          <a:p>
            <a:r>
              <a:rPr lang="en-US" dirty="0"/>
              <a:t>Router Configuration</a:t>
            </a:r>
          </a:p>
        </p:txBody>
      </p:sp>
      <p:graphicFrame>
        <p:nvGraphicFramePr>
          <p:cNvPr id="10" name="Content Placeholder 9">
            <a:extLst>
              <a:ext uri="{FF2B5EF4-FFF2-40B4-BE49-F238E27FC236}">
                <a16:creationId xmlns:a16="http://schemas.microsoft.com/office/drawing/2014/main" id="{3925EE1E-629B-D8F8-DBC5-C456C589ECB8}"/>
              </a:ext>
            </a:extLst>
          </p:cNvPr>
          <p:cNvGraphicFramePr>
            <a:graphicFrameLocks noGrp="1"/>
          </p:cNvGraphicFramePr>
          <p:nvPr>
            <p:ph sz="half" idx="1"/>
            <p:extLst>
              <p:ext uri="{D42A27DB-BD31-4B8C-83A1-F6EECF244321}">
                <p14:modId xmlns:p14="http://schemas.microsoft.com/office/powerpoint/2010/main" val="1138917024"/>
              </p:ext>
            </p:extLst>
          </p:nvPr>
        </p:nvGraphicFramePr>
        <p:xfrm>
          <a:off x="628650" y="1149350"/>
          <a:ext cx="3448050"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2" descr="A diagram shows an edge router or firewall connected to devices in three subnets.">
            <a:extLst>
              <a:ext uri="{FF2B5EF4-FFF2-40B4-BE49-F238E27FC236}">
                <a16:creationId xmlns:a16="http://schemas.microsoft.com/office/drawing/2014/main" id="{0B83F867-E4F9-2D06-5822-D51ABBAAD6B0}"/>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tretch>
            <a:fillRect/>
          </a:stretch>
        </p:blipFill>
        <p:spPr bwMode="auto">
          <a:xfrm>
            <a:off x="4131580" y="1300387"/>
            <a:ext cx="4652737" cy="3009107"/>
          </a:xfrm>
          <a:solidFill>
            <a:srgbClr val="FFFFFF"/>
          </a:solidFill>
        </p:spPr>
      </p:pic>
      <p:sp>
        <p:nvSpPr>
          <p:cNvPr id="2" name="Slide Number Placeholder 1">
            <a:extLst>
              <a:ext uri="{FF2B5EF4-FFF2-40B4-BE49-F238E27FC236}">
                <a16:creationId xmlns:a16="http://schemas.microsoft.com/office/drawing/2014/main" id="{977A276E-D252-3381-C16A-67CB41EF57B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9</a:t>
            </a:fld>
            <a:endParaRPr lang="en-US" dirty="0"/>
          </a:p>
        </p:txBody>
      </p:sp>
      <p:sp>
        <p:nvSpPr>
          <p:cNvPr id="3" name="Footer Placeholder 2">
            <a:extLst>
              <a:ext uri="{FF2B5EF4-FFF2-40B4-BE49-F238E27FC236}">
                <a16:creationId xmlns:a16="http://schemas.microsoft.com/office/drawing/2014/main" id="{B8A5DB9A-0B70-2F2E-8DF2-69B0C2CFEF4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751125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6B9DD-EA53-0C1F-DA05-21E2CFB8799A}"/>
              </a:ext>
            </a:extLst>
          </p:cNvPr>
          <p:cNvSpPr>
            <a:spLocks noGrp="1"/>
          </p:cNvSpPr>
          <p:nvPr>
            <p:ph type="title"/>
          </p:nvPr>
        </p:nvSpPr>
        <p:spPr>
          <a:xfrm>
            <a:off x="628649" y="584942"/>
            <a:ext cx="7886699" cy="572790"/>
          </a:xfrm>
        </p:spPr>
        <p:txBody>
          <a:bodyPr>
            <a:normAutofit/>
          </a:bodyPr>
          <a:lstStyle/>
          <a:p>
            <a:r>
              <a:rPr lang="en-US" dirty="0"/>
              <a:t>Routing Tools</a:t>
            </a:r>
          </a:p>
        </p:txBody>
      </p:sp>
      <p:sp>
        <p:nvSpPr>
          <p:cNvPr id="3" name="Slide Number Placeholder 2">
            <a:extLst>
              <a:ext uri="{FF2B5EF4-FFF2-40B4-BE49-F238E27FC236}">
                <a16:creationId xmlns:a16="http://schemas.microsoft.com/office/drawing/2014/main" id="{E3B4D313-651E-046D-01EF-0392B579787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10</a:t>
            </a:fld>
            <a:endParaRPr lang="en-US" dirty="0"/>
          </a:p>
        </p:txBody>
      </p:sp>
      <p:sp>
        <p:nvSpPr>
          <p:cNvPr id="5" name="Footer Placeholder 4">
            <a:extLst>
              <a:ext uri="{FF2B5EF4-FFF2-40B4-BE49-F238E27FC236}">
                <a16:creationId xmlns:a16="http://schemas.microsoft.com/office/drawing/2014/main" id="{7AB8D035-89AB-3353-BEDE-C5A68E925F8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FA5B1DF6-5789-E504-E35B-8D7BC95F2198}"/>
              </a:ext>
            </a:extLst>
          </p:cNvPr>
          <p:cNvGraphicFramePr/>
          <p:nvPr>
            <p:extLst>
              <p:ext uri="{D42A27DB-BD31-4B8C-83A1-F6EECF244321}">
                <p14:modId xmlns:p14="http://schemas.microsoft.com/office/powerpoint/2010/main" val="1256869224"/>
              </p:ext>
            </p:extLst>
          </p:nvPr>
        </p:nvGraphicFramePr>
        <p:xfrm>
          <a:off x="673420" y="1619869"/>
          <a:ext cx="7797159" cy="189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0426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85D4-2175-A95C-F86E-861B7367D8EE}"/>
              </a:ext>
            </a:extLst>
          </p:cNvPr>
          <p:cNvSpPr>
            <a:spLocks noGrp="1"/>
          </p:cNvSpPr>
          <p:nvPr>
            <p:ph type="title"/>
          </p:nvPr>
        </p:nvSpPr>
        <p:spPr>
          <a:xfrm>
            <a:off x="628649" y="584942"/>
            <a:ext cx="7886699" cy="572790"/>
          </a:xfrm>
        </p:spPr>
        <p:txBody>
          <a:bodyPr>
            <a:normAutofit/>
          </a:bodyPr>
          <a:lstStyle/>
          <a:p>
            <a:r>
              <a:rPr lang="en-US" dirty="0"/>
              <a:t>Activity: Trivia</a:t>
            </a:r>
          </a:p>
        </p:txBody>
      </p:sp>
      <p:sp>
        <p:nvSpPr>
          <p:cNvPr id="3" name="Slide Number Placeholder 2">
            <a:extLst>
              <a:ext uri="{FF2B5EF4-FFF2-40B4-BE49-F238E27FC236}">
                <a16:creationId xmlns:a16="http://schemas.microsoft.com/office/drawing/2014/main" id="{1DFA8210-1423-7A96-5584-B5FFA6C48E4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11</a:t>
            </a:fld>
            <a:endParaRPr lang="en-US" dirty="0"/>
          </a:p>
        </p:txBody>
      </p:sp>
      <p:sp>
        <p:nvSpPr>
          <p:cNvPr id="5" name="Footer Placeholder 4">
            <a:extLst>
              <a:ext uri="{FF2B5EF4-FFF2-40B4-BE49-F238E27FC236}">
                <a16:creationId xmlns:a16="http://schemas.microsoft.com/office/drawing/2014/main" id="{21B2C0C2-261C-A6AB-289B-D08EDFA51EC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3" name="Content Placeholder 12">
            <a:extLst>
              <a:ext uri="{FF2B5EF4-FFF2-40B4-BE49-F238E27FC236}">
                <a16:creationId xmlns:a16="http://schemas.microsoft.com/office/drawing/2014/main" id="{E30A4D2F-6D34-D2E2-48EC-A9E2F9FD178F}"/>
              </a:ext>
            </a:extLst>
          </p:cNvPr>
          <p:cNvGraphicFramePr>
            <a:graphicFrameLocks noGrp="1"/>
          </p:cNvGraphicFramePr>
          <p:nvPr>
            <p:ph idx="1"/>
            <p:extLst>
              <p:ext uri="{D42A27DB-BD31-4B8C-83A1-F6EECF244321}">
                <p14:modId xmlns:p14="http://schemas.microsoft.com/office/powerpoint/2010/main" val="2116713754"/>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2163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Dynamic Routing Technologies</a:t>
            </a:r>
          </a:p>
        </p:txBody>
      </p:sp>
      <p:sp>
        <p:nvSpPr>
          <p:cNvPr id="5" name="Slide Number Placeholder 4">
            <a:extLst>
              <a:ext uri="{FF2B5EF4-FFF2-40B4-BE49-F238E27FC236}">
                <a16:creationId xmlns:a16="http://schemas.microsoft.com/office/drawing/2014/main" id="{52383519-FDE6-821E-CF6C-5803C219C89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12</a:t>
            </a:fld>
            <a:endParaRPr lang="en-US" dirty="0"/>
          </a:p>
        </p:txBody>
      </p:sp>
      <p:sp>
        <p:nvSpPr>
          <p:cNvPr id="6" name="Footer Placeholder 5">
            <a:extLst>
              <a:ext uri="{FF2B5EF4-FFF2-40B4-BE49-F238E27FC236}">
                <a16:creationId xmlns:a16="http://schemas.microsoft.com/office/drawing/2014/main" id="{1594F37B-2A67-E4CE-8E5B-0AE1B78B9EC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399478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9531-13D0-FB66-AA88-370DC3B8ADA7}"/>
              </a:ext>
            </a:extLst>
          </p:cNvPr>
          <p:cNvSpPr>
            <a:spLocks noGrp="1"/>
          </p:cNvSpPr>
          <p:nvPr>
            <p:ph type="title"/>
          </p:nvPr>
        </p:nvSpPr>
        <p:spPr>
          <a:xfrm>
            <a:off x="628649" y="584942"/>
            <a:ext cx="7886699" cy="572790"/>
          </a:xfrm>
        </p:spPr>
        <p:txBody>
          <a:bodyPr>
            <a:normAutofit/>
          </a:bodyPr>
          <a:lstStyle/>
          <a:p>
            <a:r>
              <a:rPr lang="en-US" dirty="0"/>
              <a:t>Static vs. Dynamic Routing</a:t>
            </a:r>
          </a:p>
        </p:txBody>
      </p:sp>
      <p:sp>
        <p:nvSpPr>
          <p:cNvPr id="3" name="Slide Number Placeholder 2">
            <a:extLst>
              <a:ext uri="{FF2B5EF4-FFF2-40B4-BE49-F238E27FC236}">
                <a16:creationId xmlns:a16="http://schemas.microsoft.com/office/drawing/2014/main" id="{92D9CE17-A6D8-8BD8-12E7-7EB60819B58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13</a:t>
            </a:fld>
            <a:endParaRPr lang="en-US" dirty="0"/>
          </a:p>
        </p:txBody>
      </p:sp>
      <p:sp>
        <p:nvSpPr>
          <p:cNvPr id="5" name="Footer Placeholder 4">
            <a:extLst>
              <a:ext uri="{FF2B5EF4-FFF2-40B4-BE49-F238E27FC236}">
                <a16:creationId xmlns:a16="http://schemas.microsoft.com/office/drawing/2014/main" id="{609D26CF-D124-0AE6-12EE-69853DB5B11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F8BCCD35-C9A1-BD0E-B3A7-A934C288EA45}"/>
              </a:ext>
            </a:extLst>
          </p:cNvPr>
          <p:cNvGraphicFramePr>
            <a:graphicFrameLocks noGrp="1"/>
          </p:cNvGraphicFramePr>
          <p:nvPr>
            <p:ph idx="1"/>
            <p:extLst>
              <p:ext uri="{D42A27DB-BD31-4B8C-83A1-F6EECF244321}">
                <p14:modId xmlns:p14="http://schemas.microsoft.com/office/powerpoint/2010/main" val="642953796"/>
              </p:ext>
            </p:extLst>
          </p:nvPr>
        </p:nvGraphicFramePr>
        <p:xfrm>
          <a:off x="578734" y="1415202"/>
          <a:ext cx="7986527" cy="2930481"/>
        </p:xfrm>
        <a:graphic>
          <a:graphicData uri="http://schemas.openxmlformats.org/drawingml/2006/table">
            <a:tbl>
              <a:tblPr firstRow="1" bandRow="1">
                <a:tableStyleId>{5C22544A-7EE6-4342-B048-85BDC9FD1C3A}</a:tableStyleId>
              </a:tblPr>
              <a:tblGrid>
                <a:gridCol w="1601073">
                  <a:extLst>
                    <a:ext uri="{9D8B030D-6E8A-4147-A177-3AD203B41FA5}">
                      <a16:colId xmlns:a16="http://schemas.microsoft.com/office/drawing/2014/main" val="20879904"/>
                    </a:ext>
                  </a:extLst>
                </a:gridCol>
                <a:gridCol w="2947857">
                  <a:extLst>
                    <a:ext uri="{9D8B030D-6E8A-4147-A177-3AD203B41FA5}">
                      <a16:colId xmlns:a16="http://schemas.microsoft.com/office/drawing/2014/main" val="2213311998"/>
                    </a:ext>
                  </a:extLst>
                </a:gridCol>
                <a:gridCol w="3437597">
                  <a:extLst>
                    <a:ext uri="{9D8B030D-6E8A-4147-A177-3AD203B41FA5}">
                      <a16:colId xmlns:a16="http://schemas.microsoft.com/office/drawing/2014/main" val="2572318128"/>
                    </a:ext>
                  </a:extLst>
                </a:gridCol>
              </a:tblGrid>
              <a:tr h="370497">
                <a:tc>
                  <a:txBody>
                    <a:bodyPr/>
                    <a:lstStyle/>
                    <a:p>
                      <a:r>
                        <a:rPr lang="en-US" sz="1600" b="0" dirty="0"/>
                        <a:t>Feature</a:t>
                      </a:r>
                    </a:p>
                  </a:txBody>
                  <a:tcPr marL="91355" marR="91355" marT="45678" marB="45678" anchor="ctr">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r>
                        <a:rPr lang="en-US" sz="1600" b="0" dirty="0"/>
                        <a:t>Static Routing</a:t>
                      </a:r>
                    </a:p>
                  </a:txBody>
                  <a:tcPr marL="91355" marR="91355" marT="45678" marB="45678" anchor="ctr">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r>
                        <a:rPr lang="en-US" sz="1600" b="0" dirty="0"/>
                        <a:t>Dynamic Routing</a:t>
                      </a:r>
                    </a:p>
                  </a:txBody>
                  <a:tcPr marL="91355" marR="91355" marT="45678" marB="45678" anchor="ctr">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179276066"/>
                  </a:ext>
                </a:extLst>
              </a:tr>
              <a:tr h="578584">
                <a:tc>
                  <a:txBody>
                    <a:bodyPr/>
                    <a:lstStyle/>
                    <a:p>
                      <a:r>
                        <a:rPr lang="en-US" sz="1600" dirty="0">
                          <a:solidFill>
                            <a:srgbClr val="20282F"/>
                          </a:solidFill>
                        </a:rPr>
                        <a:t>Configuration</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Manually configured</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Automatically adjusts to </a:t>
                      </a:r>
                      <a:br>
                        <a:rPr lang="en-US" sz="1600" dirty="0">
                          <a:solidFill>
                            <a:srgbClr val="20282F"/>
                          </a:solidFill>
                        </a:rPr>
                      </a:br>
                      <a:r>
                        <a:rPr lang="en-US" sz="1600" dirty="0">
                          <a:solidFill>
                            <a:srgbClr val="20282F"/>
                          </a:solidFill>
                        </a:rPr>
                        <a:t>network changes </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82907690"/>
                  </a:ext>
                </a:extLst>
              </a:tr>
              <a:tr h="578584">
                <a:tc>
                  <a:txBody>
                    <a:bodyPr/>
                    <a:lstStyle/>
                    <a:p>
                      <a:r>
                        <a:rPr lang="en-US" sz="1600" dirty="0">
                          <a:solidFill>
                            <a:srgbClr val="20282F"/>
                          </a:solidFill>
                        </a:rPr>
                        <a:t>Flexibility </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Inflexible - Updates require manual intervention</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Flexible - Adapts in real-time </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09549307"/>
                  </a:ext>
                </a:extLst>
              </a:tr>
              <a:tr h="578584">
                <a:tc>
                  <a:txBody>
                    <a:bodyPr/>
                    <a:lstStyle/>
                    <a:p>
                      <a:r>
                        <a:rPr lang="en-US" sz="1600" dirty="0">
                          <a:solidFill>
                            <a:srgbClr val="20282F"/>
                          </a:solidFill>
                        </a:rPr>
                        <a:t>Control</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Complete control over routing paths</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Less direct control over the </a:t>
                      </a:r>
                      <a:br>
                        <a:rPr lang="en-US" sz="1600" dirty="0">
                          <a:solidFill>
                            <a:srgbClr val="20282F"/>
                          </a:solidFill>
                        </a:rPr>
                      </a:br>
                      <a:r>
                        <a:rPr lang="en-US" sz="1600" dirty="0">
                          <a:solidFill>
                            <a:srgbClr val="20282F"/>
                          </a:solidFill>
                        </a:rPr>
                        <a:t>routes that data takes</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89674448"/>
                  </a:ext>
                </a:extLst>
              </a:tr>
              <a:tr h="822198">
                <a:tc>
                  <a:txBody>
                    <a:bodyPr/>
                    <a:lstStyle/>
                    <a:p>
                      <a:r>
                        <a:rPr lang="en-US" sz="1600" dirty="0">
                          <a:solidFill>
                            <a:srgbClr val="20282F"/>
                          </a:solidFill>
                        </a:rPr>
                        <a:t>Use Case</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Ideal for small, stable networks where routes </a:t>
                      </a:r>
                      <a:br>
                        <a:rPr lang="en-US" sz="1600" dirty="0">
                          <a:solidFill>
                            <a:srgbClr val="20282F"/>
                          </a:solidFill>
                        </a:rPr>
                      </a:br>
                      <a:r>
                        <a:rPr lang="en-US" sz="1600" dirty="0">
                          <a:solidFill>
                            <a:srgbClr val="20282F"/>
                          </a:solidFill>
                        </a:rPr>
                        <a:t>do not change often</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Ideal for larger, more complex networks with frequent changes</a:t>
                      </a:r>
                    </a:p>
                  </a:txBody>
                  <a:tcPr marL="91355" marR="91355" marT="45678" marB="4567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52132171"/>
                  </a:ext>
                </a:extLst>
              </a:tr>
            </a:tbl>
          </a:graphicData>
        </a:graphic>
      </p:graphicFrame>
    </p:spTree>
    <p:extLst>
      <p:ext uri="{BB962C8B-B14F-4D97-AF65-F5344CB8AC3E}">
        <p14:creationId xmlns:p14="http://schemas.microsoft.com/office/powerpoint/2010/main" val="3132409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CFED-2A96-9C17-FCCB-6FA22F31261D}"/>
              </a:ext>
            </a:extLst>
          </p:cNvPr>
          <p:cNvSpPr>
            <a:spLocks noGrp="1"/>
          </p:cNvSpPr>
          <p:nvPr>
            <p:ph type="title"/>
          </p:nvPr>
        </p:nvSpPr>
        <p:spPr>
          <a:xfrm>
            <a:off x="628649" y="584942"/>
            <a:ext cx="7886699" cy="572790"/>
          </a:xfrm>
        </p:spPr>
        <p:txBody>
          <a:bodyPr>
            <a:normAutofit/>
          </a:bodyPr>
          <a:lstStyle/>
          <a:p>
            <a:r>
              <a:rPr lang="en-US" dirty="0"/>
              <a:t>Dynamic Routing Protocols</a:t>
            </a:r>
          </a:p>
        </p:txBody>
      </p:sp>
      <p:sp>
        <p:nvSpPr>
          <p:cNvPr id="3" name="Slide Number Placeholder 2">
            <a:extLst>
              <a:ext uri="{FF2B5EF4-FFF2-40B4-BE49-F238E27FC236}">
                <a16:creationId xmlns:a16="http://schemas.microsoft.com/office/drawing/2014/main" id="{CBEC83C0-3517-1BD6-8996-3C8F1FA0AB9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14</a:t>
            </a:fld>
            <a:endParaRPr lang="en-US" dirty="0"/>
          </a:p>
        </p:txBody>
      </p:sp>
      <p:sp>
        <p:nvSpPr>
          <p:cNvPr id="5" name="Footer Placeholder 4">
            <a:extLst>
              <a:ext uri="{FF2B5EF4-FFF2-40B4-BE49-F238E27FC236}">
                <a16:creationId xmlns:a16="http://schemas.microsoft.com/office/drawing/2014/main" id="{D83889F6-B835-5958-94CD-90A301470A1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9F841C23-A071-7F79-915C-B3B7FE3178DA}"/>
              </a:ext>
            </a:extLst>
          </p:cNvPr>
          <p:cNvGraphicFramePr>
            <a:graphicFrameLocks noGrp="1"/>
          </p:cNvGraphicFramePr>
          <p:nvPr>
            <p:ph idx="1"/>
            <p:extLst>
              <p:ext uri="{D42A27DB-BD31-4B8C-83A1-F6EECF244321}">
                <p14:modId xmlns:p14="http://schemas.microsoft.com/office/powerpoint/2010/main" val="1517132091"/>
              </p:ext>
            </p:extLst>
          </p:nvPr>
        </p:nvGraphicFramePr>
        <p:xfrm>
          <a:off x="628649" y="1131272"/>
          <a:ext cx="7886700" cy="3546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4772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A17C3-BC54-B1F2-BF3C-2D8386A12195}"/>
              </a:ext>
            </a:extLst>
          </p:cNvPr>
          <p:cNvSpPr>
            <a:spLocks noGrp="1"/>
          </p:cNvSpPr>
          <p:nvPr>
            <p:ph type="title"/>
          </p:nvPr>
        </p:nvSpPr>
        <p:spPr>
          <a:xfrm>
            <a:off x="628649" y="584942"/>
            <a:ext cx="7886699" cy="572790"/>
          </a:xfrm>
        </p:spPr>
        <p:txBody>
          <a:bodyPr>
            <a:normAutofit/>
          </a:bodyPr>
          <a:lstStyle/>
          <a:p>
            <a:r>
              <a:rPr lang="en-US" dirty="0"/>
              <a:t>RIP Protocol</a:t>
            </a:r>
          </a:p>
        </p:txBody>
      </p:sp>
      <p:sp>
        <p:nvSpPr>
          <p:cNvPr id="3" name="Slide Number Placeholder 2">
            <a:extLst>
              <a:ext uri="{FF2B5EF4-FFF2-40B4-BE49-F238E27FC236}">
                <a16:creationId xmlns:a16="http://schemas.microsoft.com/office/drawing/2014/main" id="{031C0F4E-ADA0-84D3-FD80-36CA0277331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dirty="0"/>
          </a:p>
        </p:txBody>
      </p:sp>
      <p:sp>
        <p:nvSpPr>
          <p:cNvPr id="5" name="Footer Placeholder 4">
            <a:extLst>
              <a:ext uri="{FF2B5EF4-FFF2-40B4-BE49-F238E27FC236}">
                <a16:creationId xmlns:a16="http://schemas.microsoft.com/office/drawing/2014/main" id="{F7E11197-562A-DB24-A699-E51DC1A05D8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D2895F71-6080-EFF1-BB7B-9ED28E0D291D}"/>
              </a:ext>
            </a:extLst>
          </p:cNvPr>
          <p:cNvGraphicFramePr>
            <a:graphicFrameLocks noGrp="1"/>
          </p:cNvGraphicFramePr>
          <p:nvPr>
            <p:ph idx="1"/>
            <p:extLst>
              <p:ext uri="{D42A27DB-BD31-4B8C-83A1-F6EECF244321}">
                <p14:modId xmlns:p14="http://schemas.microsoft.com/office/powerpoint/2010/main" val="725425303"/>
              </p:ext>
            </p:extLst>
          </p:nvPr>
        </p:nvGraphicFramePr>
        <p:xfrm>
          <a:off x="628649" y="1157732"/>
          <a:ext cx="7886700" cy="3546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0912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AEAB-EF90-4046-38CF-6D43E26A145F}"/>
              </a:ext>
            </a:extLst>
          </p:cNvPr>
          <p:cNvSpPr>
            <a:spLocks noGrp="1"/>
          </p:cNvSpPr>
          <p:nvPr>
            <p:ph type="title"/>
          </p:nvPr>
        </p:nvSpPr>
        <p:spPr>
          <a:xfrm>
            <a:off x="628649" y="584942"/>
            <a:ext cx="7886699" cy="572790"/>
          </a:xfrm>
        </p:spPr>
        <p:txBody>
          <a:bodyPr>
            <a:normAutofit/>
          </a:bodyPr>
          <a:lstStyle/>
          <a:p>
            <a:r>
              <a:rPr lang="en-US" dirty="0"/>
              <a:t>Enhanced IGRP (EIGRP)</a:t>
            </a:r>
          </a:p>
        </p:txBody>
      </p:sp>
      <p:sp>
        <p:nvSpPr>
          <p:cNvPr id="3" name="Slide Number Placeholder 2">
            <a:extLst>
              <a:ext uri="{FF2B5EF4-FFF2-40B4-BE49-F238E27FC236}">
                <a16:creationId xmlns:a16="http://schemas.microsoft.com/office/drawing/2014/main" id="{889B5F30-F608-6BB5-D303-C12476313B2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16</a:t>
            </a:fld>
            <a:endParaRPr lang="en-US" dirty="0"/>
          </a:p>
        </p:txBody>
      </p:sp>
      <p:sp>
        <p:nvSpPr>
          <p:cNvPr id="5" name="Footer Placeholder 4">
            <a:extLst>
              <a:ext uri="{FF2B5EF4-FFF2-40B4-BE49-F238E27FC236}">
                <a16:creationId xmlns:a16="http://schemas.microsoft.com/office/drawing/2014/main" id="{5795F2A2-AC46-D226-85BA-07A79FC42A7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57365227-6156-8862-ABBB-76067FCADEE2}"/>
              </a:ext>
            </a:extLst>
          </p:cNvPr>
          <p:cNvGraphicFramePr>
            <a:graphicFrameLocks noGrp="1"/>
          </p:cNvGraphicFramePr>
          <p:nvPr>
            <p:ph idx="1"/>
            <p:extLst>
              <p:ext uri="{D42A27DB-BD31-4B8C-83A1-F6EECF244321}">
                <p14:modId xmlns:p14="http://schemas.microsoft.com/office/powerpoint/2010/main" val="3486568394"/>
              </p:ext>
            </p:extLst>
          </p:nvPr>
        </p:nvGraphicFramePr>
        <p:xfrm>
          <a:off x="628649" y="1143975"/>
          <a:ext cx="7886700" cy="3618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9960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290E-9818-6C40-36F8-8B0D4EC25CEE}"/>
              </a:ext>
            </a:extLst>
          </p:cNvPr>
          <p:cNvSpPr>
            <a:spLocks noGrp="1"/>
          </p:cNvSpPr>
          <p:nvPr>
            <p:ph type="title"/>
          </p:nvPr>
        </p:nvSpPr>
        <p:spPr>
          <a:xfrm>
            <a:off x="628649" y="584942"/>
            <a:ext cx="7886699" cy="572790"/>
          </a:xfrm>
        </p:spPr>
        <p:txBody>
          <a:bodyPr>
            <a:normAutofit/>
          </a:bodyPr>
          <a:lstStyle/>
          <a:p>
            <a:r>
              <a:rPr lang="en-US" dirty="0"/>
              <a:t>Open Shortest Path First (OSPF)</a:t>
            </a:r>
          </a:p>
        </p:txBody>
      </p:sp>
      <p:sp>
        <p:nvSpPr>
          <p:cNvPr id="3" name="Slide Number Placeholder 2">
            <a:extLst>
              <a:ext uri="{FF2B5EF4-FFF2-40B4-BE49-F238E27FC236}">
                <a16:creationId xmlns:a16="http://schemas.microsoft.com/office/drawing/2014/main" id="{24280A56-67B9-F9D4-CEEA-A782EC9389A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17</a:t>
            </a:fld>
            <a:endParaRPr lang="en-US" dirty="0"/>
          </a:p>
        </p:txBody>
      </p:sp>
      <p:sp>
        <p:nvSpPr>
          <p:cNvPr id="5" name="Footer Placeholder 4">
            <a:extLst>
              <a:ext uri="{FF2B5EF4-FFF2-40B4-BE49-F238E27FC236}">
                <a16:creationId xmlns:a16="http://schemas.microsoft.com/office/drawing/2014/main" id="{6479EAA5-5608-B446-28EC-FB9D84B3EA3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9699DD3D-A18B-88B9-9E54-5188325569A1}"/>
              </a:ext>
            </a:extLst>
          </p:cNvPr>
          <p:cNvGraphicFramePr>
            <a:graphicFrameLocks noGrp="1"/>
          </p:cNvGraphicFramePr>
          <p:nvPr>
            <p:ph idx="1"/>
            <p:extLst>
              <p:ext uri="{D42A27DB-BD31-4B8C-83A1-F6EECF244321}">
                <p14:modId xmlns:p14="http://schemas.microsoft.com/office/powerpoint/2010/main" val="165571109"/>
              </p:ext>
            </p:extLst>
          </p:nvPr>
        </p:nvGraphicFramePr>
        <p:xfrm>
          <a:off x="628650" y="1216025"/>
          <a:ext cx="7886700" cy="3546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7177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6A2DB-2CA8-E363-5046-710F1BF89D21}"/>
              </a:ext>
            </a:extLst>
          </p:cNvPr>
          <p:cNvSpPr>
            <a:spLocks noGrp="1"/>
          </p:cNvSpPr>
          <p:nvPr>
            <p:ph type="title"/>
          </p:nvPr>
        </p:nvSpPr>
        <p:spPr>
          <a:xfrm>
            <a:off x="628649" y="584942"/>
            <a:ext cx="7886699" cy="572790"/>
          </a:xfrm>
        </p:spPr>
        <p:txBody>
          <a:bodyPr>
            <a:normAutofit/>
          </a:bodyPr>
          <a:lstStyle/>
          <a:p>
            <a:r>
              <a:rPr lang="en-US" dirty="0"/>
              <a:t>Border Gateway Protocol (BGP)</a:t>
            </a:r>
          </a:p>
        </p:txBody>
      </p:sp>
      <p:sp>
        <p:nvSpPr>
          <p:cNvPr id="3" name="Slide Number Placeholder 2">
            <a:extLst>
              <a:ext uri="{FF2B5EF4-FFF2-40B4-BE49-F238E27FC236}">
                <a16:creationId xmlns:a16="http://schemas.microsoft.com/office/drawing/2014/main" id="{0F2A0CED-86C1-277A-D6CF-75CB3468434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18</a:t>
            </a:fld>
            <a:endParaRPr lang="en-US" dirty="0"/>
          </a:p>
        </p:txBody>
      </p:sp>
      <p:sp>
        <p:nvSpPr>
          <p:cNvPr id="5" name="Footer Placeholder 4">
            <a:extLst>
              <a:ext uri="{FF2B5EF4-FFF2-40B4-BE49-F238E27FC236}">
                <a16:creationId xmlns:a16="http://schemas.microsoft.com/office/drawing/2014/main" id="{574EFAEF-50D2-80A6-80CC-8EF28718EE2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98F43327-01F2-3593-470C-98E50B0FE1F8}"/>
              </a:ext>
            </a:extLst>
          </p:cNvPr>
          <p:cNvGraphicFramePr>
            <a:graphicFrameLocks noGrp="1"/>
          </p:cNvGraphicFramePr>
          <p:nvPr>
            <p:ph idx="1"/>
            <p:extLst>
              <p:ext uri="{D42A27DB-BD31-4B8C-83A1-F6EECF244321}">
                <p14:modId xmlns:p14="http://schemas.microsoft.com/office/powerpoint/2010/main" val="2704495647"/>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8130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A2C2-77C1-BD54-CFC0-8E604F7730AB}"/>
              </a:ext>
            </a:extLst>
          </p:cNvPr>
          <p:cNvSpPr>
            <a:spLocks noGrp="1"/>
          </p:cNvSpPr>
          <p:nvPr>
            <p:ph type="title"/>
          </p:nvPr>
        </p:nvSpPr>
        <p:spPr>
          <a:xfrm>
            <a:off x="628649" y="584942"/>
            <a:ext cx="7886699" cy="572790"/>
          </a:xfrm>
        </p:spPr>
        <p:txBody>
          <a:bodyPr vert="horz" lIns="91440" tIns="45720" rIns="91440" bIns="45720" rtlCol="0" anchor="ctr">
            <a:normAutofit/>
          </a:bodyPr>
          <a:lstStyle/>
          <a:p>
            <a:r>
              <a:rPr lang="en-US" dirty="0"/>
              <a:t>Activity: Fill in the Blank</a:t>
            </a:r>
          </a:p>
        </p:txBody>
      </p:sp>
      <p:sp>
        <p:nvSpPr>
          <p:cNvPr id="11" name="Content Placeholder 10">
            <a:extLst>
              <a:ext uri="{FF2B5EF4-FFF2-40B4-BE49-F238E27FC236}">
                <a16:creationId xmlns:a16="http://schemas.microsoft.com/office/drawing/2014/main" id="{AD2930F9-5A65-5F96-0DB5-D3CF85CE50F0}"/>
              </a:ext>
            </a:extLst>
          </p:cNvPr>
          <p:cNvSpPr txBox="1">
            <a:spLocks noGrp="1"/>
          </p:cNvSpPr>
          <p:nvPr>
            <p:ph idx="1"/>
          </p:nvPr>
        </p:nvSpPr>
        <p:spPr>
          <a:xfrm>
            <a:off x="628648" y="1157732"/>
            <a:ext cx="7886700" cy="3464273"/>
          </a:xfrm>
        </p:spPr>
        <p:txBody>
          <a:bodyPr vert="horz" lIns="91440" tIns="45720" rIns="91440" bIns="45720" rtlCol="0">
            <a:normAutofit fontScale="77500" lnSpcReduction="20000"/>
          </a:bodyPr>
          <a:lstStyle/>
          <a:p>
            <a:pPr marL="457200" indent="-457200">
              <a:lnSpc>
                <a:spcPct val="110000"/>
              </a:lnSpc>
              <a:spcAft>
                <a:spcPts val="1200"/>
              </a:spcAft>
              <a:buFont typeface="+mj-lt"/>
              <a:buAutoNum type="arabicPeriod"/>
            </a:pPr>
            <a:r>
              <a:rPr lang="en-US" dirty="0"/>
              <a:t>____________________ are algorithms that automatically update </a:t>
            </a:r>
            <a:br>
              <a:rPr lang="en-US" dirty="0"/>
            </a:br>
            <a:r>
              <a:rPr lang="en-US" dirty="0"/>
              <a:t>route information and adjust the paths between network </a:t>
            </a:r>
            <a:br>
              <a:rPr lang="en-US" dirty="0"/>
            </a:br>
            <a:r>
              <a:rPr lang="en-US" dirty="0"/>
              <a:t>nodes by distributing network topology information.</a:t>
            </a:r>
          </a:p>
          <a:p>
            <a:pPr marL="457200" indent="-457200">
              <a:lnSpc>
                <a:spcPct val="110000"/>
              </a:lnSpc>
              <a:spcAft>
                <a:spcPts val="1200"/>
              </a:spcAft>
              <a:buFont typeface="+mj-lt"/>
              <a:buAutoNum type="arabicPeriod"/>
            </a:pPr>
            <a:r>
              <a:rPr lang="en-US" dirty="0"/>
              <a:t>____________________ is a protocol that enables the Internet to exchange routing information between autonomous systems.</a:t>
            </a:r>
          </a:p>
          <a:p>
            <a:pPr marL="457200" indent="-457200">
              <a:lnSpc>
                <a:spcPct val="110000"/>
              </a:lnSpc>
              <a:spcAft>
                <a:spcPts val="1200"/>
              </a:spcAft>
              <a:buFont typeface="+mj-lt"/>
              <a:buAutoNum type="arabicPeriod"/>
            </a:pPr>
            <a:r>
              <a:rPr lang="en-US" dirty="0"/>
              <a:t>____________________ is a legacy dynamic routing protocol that </a:t>
            </a:r>
            <a:br>
              <a:rPr lang="en-US" dirty="0"/>
            </a:br>
            <a:r>
              <a:rPr lang="en-US" dirty="0"/>
              <a:t>finds the best path between the source and destination networks.</a:t>
            </a:r>
          </a:p>
          <a:p>
            <a:pPr marL="457200" indent="-457200">
              <a:lnSpc>
                <a:spcPct val="110000"/>
              </a:lnSpc>
              <a:spcAft>
                <a:spcPts val="1200"/>
              </a:spcAft>
              <a:buFont typeface="+mj-lt"/>
              <a:buAutoNum type="arabicPeriod"/>
            </a:pPr>
            <a:r>
              <a:rPr lang="en-US" dirty="0"/>
              <a:t>____________________ is a dynamic link-state protocol that efficiently exchanges routing information within an autonomous system using the Shortest Path First algorithm.</a:t>
            </a:r>
          </a:p>
        </p:txBody>
      </p:sp>
      <p:sp>
        <p:nvSpPr>
          <p:cNvPr id="3" name="Slide Number Placeholder 2">
            <a:extLst>
              <a:ext uri="{FF2B5EF4-FFF2-40B4-BE49-F238E27FC236}">
                <a16:creationId xmlns:a16="http://schemas.microsoft.com/office/drawing/2014/main" id="{7D739531-0770-1A74-6CC8-D582E2F17F5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19</a:t>
            </a:fld>
            <a:endParaRPr lang="en-US" dirty="0"/>
          </a:p>
        </p:txBody>
      </p:sp>
      <p:sp>
        <p:nvSpPr>
          <p:cNvPr id="5" name="Footer Placeholder 4">
            <a:extLst>
              <a:ext uri="{FF2B5EF4-FFF2-40B4-BE49-F238E27FC236}">
                <a16:creationId xmlns:a16="http://schemas.microsoft.com/office/drawing/2014/main" id="{FF400385-9F46-3D0F-4943-7762699972D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79778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Network Address Translation</a:t>
            </a:r>
          </a:p>
        </p:txBody>
      </p:sp>
      <p:sp>
        <p:nvSpPr>
          <p:cNvPr id="5" name="Slide Number Placeholder 4">
            <a:extLst>
              <a:ext uri="{FF2B5EF4-FFF2-40B4-BE49-F238E27FC236}">
                <a16:creationId xmlns:a16="http://schemas.microsoft.com/office/drawing/2014/main" id="{540AEE44-93F0-D0C9-A957-579D8023850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20</a:t>
            </a:fld>
            <a:endParaRPr lang="en-US" dirty="0"/>
          </a:p>
        </p:txBody>
      </p:sp>
      <p:sp>
        <p:nvSpPr>
          <p:cNvPr id="6" name="Footer Placeholder 5">
            <a:extLst>
              <a:ext uri="{FF2B5EF4-FFF2-40B4-BE49-F238E27FC236}">
                <a16:creationId xmlns:a16="http://schemas.microsoft.com/office/drawing/2014/main" id="{030CC6B8-0817-FFF6-912D-BB037B3E614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380139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04090-928D-7B28-AF3F-3C5D35FA1262}"/>
              </a:ext>
            </a:extLst>
          </p:cNvPr>
          <p:cNvSpPr>
            <a:spLocks noGrp="1"/>
          </p:cNvSpPr>
          <p:nvPr>
            <p:ph type="title"/>
          </p:nvPr>
        </p:nvSpPr>
        <p:spPr>
          <a:xfrm>
            <a:off x="628649" y="584942"/>
            <a:ext cx="7886699" cy="572790"/>
          </a:xfrm>
        </p:spPr>
        <p:txBody>
          <a:bodyPr>
            <a:normAutofit/>
          </a:bodyPr>
          <a:lstStyle/>
          <a:p>
            <a:r>
              <a:rPr lang="en-US" dirty="0"/>
              <a:t>Network Address Translation (NAT)</a:t>
            </a:r>
          </a:p>
        </p:txBody>
      </p:sp>
      <p:graphicFrame>
        <p:nvGraphicFramePr>
          <p:cNvPr id="11" name="Content Placeholder 10">
            <a:extLst>
              <a:ext uri="{FF2B5EF4-FFF2-40B4-BE49-F238E27FC236}">
                <a16:creationId xmlns:a16="http://schemas.microsoft.com/office/drawing/2014/main" id="{0525542D-031C-F629-4124-2B456D0BC0DC}"/>
              </a:ext>
            </a:extLst>
          </p:cNvPr>
          <p:cNvGraphicFramePr>
            <a:graphicFrameLocks noGrp="1"/>
          </p:cNvGraphicFramePr>
          <p:nvPr>
            <p:ph idx="1"/>
            <p:extLst>
              <p:ext uri="{D42A27DB-BD31-4B8C-83A1-F6EECF244321}">
                <p14:modId xmlns:p14="http://schemas.microsoft.com/office/powerpoint/2010/main" val="2938590530"/>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BEFF1DD-48CF-6861-D51E-6CB44C2EBF5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21</a:t>
            </a:fld>
            <a:endParaRPr lang="en-US" dirty="0"/>
          </a:p>
        </p:txBody>
      </p:sp>
      <p:sp>
        <p:nvSpPr>
          <p:cNvPr id="6" name="Footer Placeholder 5">
            <a:extLst>
              <a:ext uri="{FF2B5EF4-FFF2-40B4-BE49-F238E27FC236}">
                <a16:creationId xmlns:a16="http://schemas.microsoft.com/office/drawing/2014/main" id="{284AEC65-AC78-44E0-0718-4C9B3D39EB1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634583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6127-5543-8603-F8C2-AD9DE30A118E}"/>
              </a:ext>
            </a:extLst>
          </p:cNvPr>
          <p:cNvSpPr>
            <a:spLocks noGrp="1"/>
          </p:cNvSpPr>
          <p:nvPr>
            <p:ph type="title"/>
          </p:nvPr>
        </p:nvSpPr>
        <p:spPr>
          <a:xfrm>
            <a:off x="628649" y="584942"/>
            <a:ext cx="7886699" cy="572790"/>
          </a:xfrm>
        </p:spPr>
        <p:txBody>
          <a:bodyPr>
            <a:normAutofit/>
          </a:bodyPr>
          <a:lstStyle/>
          <a:p>
            <a:r>
              <a:rPr lang="en-US" dirty="0"/>
              <a:t>NAT Types</a:t>
            </a:r>
          </a:p>
        </p:txBody>
      </p:sp>
      <p:sp>
        <p:nvSpPr>
          <p:cNvPr id="3" name="Slide Number Placeholder 2">
            <a:extLst>
              <a:ext uri="{FF2B5EF4-FFF2-40B4-BE49-F238E27FC236}">
                <a16:creationId xmlns:a16="http://schemas.microsoft.com/office/drawing/2014/main" id="{58232F63-0905-9E19-BDE7-475DE555D6B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22</a:t>
            </a:fld>
            <a:endParaRPr lang="en-US" dirty="0"/>
          </a:p>
        </p:txBody>
      </p:sp>
      <p:sp>
        <p:nvSpPr>
          <p:cNvPr id="6" name="Footer Placeholder 5">
            <a:extLst>
              <a:ext uri="{FF2B5EF4-FFF2-40B4-BE49-F238E27FC236}">
                <a16:creationId xmlns:a16="http://schemas.microsoft.com/office/drawing/2014/main" id="{D59E0786-F28D-EE0A-CDAB-1692EBA2C0D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5" name="Content Placeholder 14">
            <a:extLst>
              <a:ext uri="{FF2B5EF4-FFF2-40B4-BE49-F238E27FC236}">
                <a16:creationId xmlns:a16="http://schemas.microsoft.com/office/drawing/2014/main" id="{1FEF7640-7CB6-A33C-AF63-3E3A9E08333B}"/>
              </a:ext>
            </a:extLst>
          </p:cNvPr>
          <p:cNvGraphicFramePr>
            <a:graphicFrameLocks noGrp="1"/>
          </p:cNvGraphicFramePr>
          <p:nvPr>
            <p:ph idx="1"/>
            <p:extLst>
              <p:ext uri="{D42A27DB-BD31-4B8C-83A1-F6EECF244321}">
                <p14:modId xmlns:p14="http://schemas.microsoft.com/office/powerpoint/2010/main" val="3279654103"/>
              </p:ext>
            </p:extLst>
          </p:nvPr>
        </p:nvGraphicFramePr>
        <p:xfrm>
          <a:off x="628650" y="1216025"/>
          <a:ext cx="7886700" cy="3247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5626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1CF8C-05B1-7A33-3A52-8D8A18174368}"/>
              </a:ext>
            </a:extLst>
          </p:cNvPr>
          <p:cNvSpPr>
            <a:spLocks noGrp="1"/>
          </p:cNvSpPr>
          <p:nvPr>
            <p:ph type="title"/>
          </p:nvPr>
        </p:nvSpPr>
        <p:spPr>
          <a:xfrm>
            <a:off x="628649" y="584942"/>
            <a:ext cx="7886699" cy="572790"/>
          </a:xfrm>
        </p:spPr>
        <p:txBody>
          <a:bodyPr>
            <a:normAutofit/>
          </a:bodyPr>
          <a:lstStyle/>
          <a:p>
            <a:r>
              <a:rPr lang="en-US" dirty="0"/>
              <a:t>Edge Routers</a:t>
            </a:r>
          </a:p>
        </p:txBody>
      </p:sp>
      <p:sp>
        <p:nvSpPr>
          <p:cNvPr id="3" name="Slide Number Placeholder 2">
            <a:extLst>
              <a:ext uri="{FF2B5EF4-FFF2-40B4-BE49-F238E27FC236}">
                <a16:creationId xmlns:a16="http://schemas.microsoft.com/office/drawing/2014/main" id="{CB7C2BC3-28EC-26F6-9CB0-899E9D09015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23</a:t>
            </a:fld>
            <a:endParaRPr lang="en-US" dirty="0"/>
          </a:p>
        </p:txBody>
      </p:sp>
      <p:sp>
        <p:nvSpPr>
          <p:cNvPr id="5" name="Footer Placeholder 4">
            <a:extLst>
              <a:ext uri="{FF2B5EF4-FFF2-40B4-BE49-F238E27FC236}">
                <a16:creationId xmlns:a16="http://schemas.microsoft.com/office/drawing/2014/main" id="{C610ABDE-0687-ADA7-6218-CE342C182E5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E65E0500-E5FF-8F4F-FC27-8CF43323E523}"/>
              </a:ext>
            </a:extLst>
          </p:cNvPr>
          <p:cNvGraphicFramePr>
            <a:graphicFrameLocks noGrp="1"/>
          </p:cNvGraphicFramePr>
          <p:nvPr>
            <p:ph idx="1"/>
            <p:extLst>
              <p:ext uri="{D42A27DB-BD31-4B8C-83A1-F6EECF244321}">
                <p14:modId xmlns:p14="http://schemas.microsoft.com/office/powerpoint/2010/main" val="137716969"/>
              </p:ext>
            </p:extLst>
          </p:nvPr>
        </p:nvGraphicFramePr>
        <p:xfrm>
          <a:off x="654051" y="1303698"/>
          <a:ext cx="7886700" cy="2857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21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D266-53B3-1705-BD3B-A542C00F7099}"/>
              </a:ext>
            </a:extLst>
          </p:cNvPr>
          <p:cNvSpPr>
            <a:spLocks noGrp="1"/>
          </p:cNvSpPr>
          <p:nvPr>
            <p:ph type="title"/>
          </p:nvPr>
        </p:nvSpPr>
        <p:spPr>
          <a:xfrm>
            <a:off x="628649" y="584942"/>
            <a:ext cx="7886699" cy="572790"/>
          </a:xfrm>
        </p:spPr>
        <p:txBody>
          <a:bodyPr>
            <a:normAutofit/>
          </a:bodyPr>
          <a:lstStyle/>
          <a:p>
            <a:r>
              <a:rPr lang="en-US" dirty="0"/>
              <a:t>Types of Edge Routers</a:t>
            </a:r>
          </a:p>
        </p:txBody>
      </p:sp>
      <p:graphicFrame>
        <p:nvGraphicFramePr>
          <p:cNvPr id="20" name="Content Placeholder 19">
            <a:extLst>
              <a:ext uri="{FF2B5EF4-FFF2-40B4-BE49-F238E27FC236}">
                <a16:creationId xmlns:a16="http://schemas.microsoft.com/office/drawing/2014/main" id="{4164B83A-97B8-F24A-0B65-B273E65EBF4A}"/>
              </a:ext>
            </a:extLst>
          </p:cNvPr>
          <p:cNvGraphicFramePr>
            <a:graphicFrameLocks noGrp="1"/>
          </p:cNvGraphicFramePr>
          <p:nvPr>
            <p:ph idx="1"/>
            <p:extLst>
              <p:ext uri="{D42A27DB-BD31-4B8C-83A1-F6EECF244321}">
                <p14:modId xmlns:p14="http://schemas.microsoft.com/office/powerpoint/2010/main" val="2265579487"/>
              </p:ext>
            </p:extLst>
          </p:nvPr>
        </p:nvGraphicFramePr>
        <p:xfrm>
          <a:off x="628650" y="1261336"/>
          <a:ext cx="7886700" cy="32924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E4EC3FEE-31AB-D858-1A78-D5CAF9F626F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24</a:t>
            </a:fld>
            <a:endParaRPr lang="en-US" dirty="0"/>
          </a:p>
        </p:txBody>
      </p:sp>
      <p:sp>
        <p:nvSpPr>
          <p:cNvPr id="5" name="Footer Placeholder 4">
            <a:extLst>
              <a:ext uri="{FF2B5EF4-FFF2-40B4-BE49-F238E27FC236}">
                <a16:creationId xmlns:a16="http://schemas.microsoft.com/office/drawing/2014/main" id="{F5254984-EA1A-A37E-3BB3-CC2E31815D7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549546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AA5F88E-67FA-AD31-F048-07F3EAE3BB00}"/>
              </a:ext>
            </a:extLst>
          </p:cNvPr>
          <p:cNvSpPr>
            <a:spLocks noGrp="1"/>
          </p:cNvSpPr>
          <p:nvPr>
            <p:ph type="title"/>
          </p:nvPr>
        </p:nvSpPr>
        <p:spPr>
          <a:xfrm>
            <a:off x="628649" y="584942"/>
            <a:ext cx="7886699" cy="572790"/>
          </a:xfrm>
        </p:spPr>
        <p:txBody>
          <a:bodyPr>
            <a:normAutofit/>
          </a:bodyPr>
          <a:lstStyle/>
          <a:p>
            <a:r>
              <a:rPr lang="en-US" dirty="0"/>
              <a:t>Port Address Translation</a:t>
            </a:r>
          </a:p>
        </p:txBody>
      </p:sp>
      <p:sp>
        <p:nvSpPr>
          <p:cNvPr id="2" name="Slide Number Placeholder 1">
            <a:extLst>
              <a:ext uri="{FF2B5EF4-FFF2-40B4-BE49-F238E27FC236}">
                <a16:creationId xmlns:a16="http://schemas.microsoft.com/office/drawing/2014/main" id="{751ED552-59AB-6243-6D62-AE75A173CE9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25</a:t>
            </a:fld>
            <a:endParaRPr lang="en-US" dirty="0"/>
          </a:p>
        </p:txBody>
      </p:sp>
      <p:sp>
        <p:nvSpPr>
          <p:cNvPr id="3" name="Footer Placeholder 2">
            <a:extLst>
              <a:ext uri="{FF2B5EF4-FFF2-40B4-BE49-F238E27FC236}">
                <a16:creationId xmlns:a16="http://schemas.microsoft.com/office/drawing/2014/main" id="{0FE1FA82-D187-613C-5770-CDA8FB855D4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19" name="Content Placeholder 18">
            <a:extLst>
              <a:ext uri="{FF2B5EF4-FFF2-40B4-BE49-F238E27FC236}">
                <a16:creationId xmlns:a16="http://schemas.microsoft.com/office/drawing/2014/main" id="{51E3F587-76FF-9DC1-90AB-DA28D7DCBE3A}"/>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1828787" y="1285927"/>
            <a:ext cx="5486422" cy="3267869"/>
          </a:xfrm>
          <a:prstGeom prst="rect">
            <a:avLst/>
          </a:prstGeom>
        </p:spPr>
      </p:pic>
    </p:spTree>
    <p:extLst>
      <p:ext uri="{BB962C8B-B14F-4D97-AF65-F5344CB8AC3E}">
        <p14:creationId xmlns:p14="http://schemas.microsoft.com/office/powerpoint/2010/main" val="1040574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1331-42FE-E616-9694-6EE1B2335230}"/>
              </a:ext>
            </a:extLst>
          </p:cNvPr>
          <p:cNvSpPr>
            <a:spLocks noGrp="1"/>
          </p:cNvSpPr>
          <p:nvPr>
            <p:ph type="title"/>
          </p:nvPr>
        </p:nvSpPr>
        <p:spPr>
          <a:xfrm>
            <a:off x="628649" y="584942"/>
            <a:ext cx="7886699" cy="572790"/>
          </a:xfrm>
        </p:spPr>
        <p:txBody>
          <a:bodyPr>
            <a:normAutofit/>
          </a:bodyPr>
          <a:lstStyle/>
          <a:p>
            <a:r>
              <a:rPr lang="en-US" dirty="0"/>
              <a:t>Activity: Multiple Choice</a:t>
            </a:r>
          </a:p>
        </p:txBody>
      </p:sp>
      <p:sp>
        <p:nvSpPr>
          <p:cNvPr id="3" name="Slide Number Placeholder 2">
            <a:extLst>
              <a:ext uri="{FF2B5EF4-FFF2-40B4-BE49-F238E27FC236}">
                <a16:creationId xmlns:a16="http://schemas.microsoft.com/office/drawing/2014/main" id="{99D553E1-CEFD-D46C-F1EE-91D681A0FD5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26</a:t>
            </a:fld>
            <a:endParaRPr lang="en-US" dirty="0"/>
          </a:p>
        </p:txBody>
      </p:sp>
      <p:sp>
        <p:nvSpPr>
          <p:cNvPr id="5" name="Footer Placeholder 4">
            <a:extLst>
              <a:ext uri="{FF2B5EF4-FFF2-40B4-BE49-F238E27FC236}">
                <a16:creationId xmlns:a16="http://schemas.microsoft.com/office/drawing/2014/main" id="{879300BD-11A3-A0A1-5295-1614EE8E847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D9758194-60EA-70D2-55DE-949719D985F8}"/>
              </a:ext>
            </a:extLst>
          </p:cNvPr>
          <p:cNvGraphicFramePr>
            <a:graphicFrameLocks noGrp="1"/>
          </p:cNvGraphicFramePr>
          <p:nvPr>
            <p:ph idx="1"/>
            <p:extLst>
              <p:ext uri="{D42A27DB-BD31-4B8C-83A1-F6EECF244321}">
                <p14:modId xmlns:p14="http://schemas.microsoft.com/office/powerpoint/2010/main" val="1963270972"/>
              </p:ext>
            </p:extLst>
          </p:nvPr>
        </p:nvGraphicFramePr>
        <p:xfrm>
          <a:off x="628648" y="1661442"/>
          <a:ext cx="7886700" cy="2980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6813884D-4841-945C-E747-F0F4B82CA527}"/>
              </a:ext>
            </a:extLst>
          </p:cNvPr>
          <p:cNvSpPr txBox="1"/>
          <p:nvPr/>
        </p:nvSpPr>
        <p:spPr>
          <a:xfrm>
            <a:off x="628650" y="1157732"/>
            <a:ext cx="7886700" cy="400110"/>
          </a:xfrm>
          <a:prstGeom prst="rect">
            <a:avLst/>
          </a:prstGeom>
          <a:noFill/>
        </p:spPr>
        <p:txBody>
          <a:bodyPr wrap="square">
            <a:spAutoFit/>
          </a:bodyPr>
          <a:lstStyle/>
          <a:p>
            <a:r>
              <a:rPr lang="en-US" sz="2000" dirty="0">
                <a:solidFill>
                  <a:srgbClr val="20282F"/>
                </a:solidFill>
              </a:rPr>
              <a:t>For each definition, choose the correct option.</a:t>
            </a:r>
          </a:p>
        </p:txBody>
      </p:sp>
    </p:spTree>
    <p:extLst>
      <p:ext uri="{BB962C8B-B14F-4D97-AF65-F5344CB8AC3E}">
        <p14:creationId xmlns:p14="http://schemas.microsoft.com/office/powerpoint/2010/main" val="1589259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Firewalls</a:t>
            </a:r>
          </a:p>
        </p:txBody>
      </p:sp>
      <p:sp>
        <p:nvSpPr>
          <p:cNvPr id="5" name="Slide Number Placeholder 4">
            <a:extLst>
              <a:ext uri="{FF2B5EF4-FFF2-40B4-BE49-F238E27FC236}">
                <a16:creationId xmlns:a16="http://schemas.microsoft.com/office/drawing/2014/main" id="{CA2B2CC4-B7EC-14CC-6E1E-92B32D0C94A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27</a:t>
            </a:fld>
            <a:endParaRPr lang="en-US" dirty="0"/>
          </a:p>
        </p:txBody>
      </p:sp>
      <p:sp>
        <p:nvSpPr>
          <p:cNvPr id="6" name="Footer Placeholder 5">
            <a:extLst>
              <a:ext uri="{FF2B5EF4-FFF2-40B4-BE49-F238E27FC236}">
                <a16:creationId xmlns:a16="http://schemas.microsoft.com/office/drawing/2014/main" id="{25FF191D-CDE5-5906-D71A-BF0FE399F3B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837489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00679-2BC9-E4DD-4F58-8CED8BEC00B5}"/>
              </a:ext>
            </a:extLst>
          </p:cNvPr>
          <p:cNvSpPr>
            <a:spLocks noGrp="1"/>
          </p:cNvSpPr>
          <p:nvPr>
            <p:ph type="title"/>
          </p:nvPr>
        </p:nvSpPr>
        <p:spPr>
          <a:xfrm>
            <a:off x="628649" y="584942"/>
            <a:ext cx="7886699" cy="572790"/>
          </a:xfrm>
        </p:spPr>
        <p:txBody>
          <a:bodyPr>
            <a:normAutofit/>
          </a:bodyPr>
          <a:lstStyle/>
          <a:p>
            <a:r>
              <a:rPr lang="en-US" dirty="0"/>
              <a:t>Firewall Types</a:t>
            </a:r>
          </a:p>
        </p:txBody>
      </p:sp>
      <p:sp>
        <p:nvSpPr>
          <p:cNvPr id="3" name="Slide Number Placeholder 2">
            <a:extLst>
              <a:ext uri="{FF2B5EF4-FFF2-40B4-BE49-F238E27FC236}">
                <a16:creationId xmlns:a16="http://schemas.microsoft.com/office/drawing/2014/main" id="{5A0C17BB-05DF-66CA-60B9-DE62EE134CE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28</a:t>
            </a:fld>
            <a:endParaRPr lang="en-US" dirty="0"/>
          </a:p>
        </p:txBody>
      </p:sp>
      <p:sp>
        <p:nvSpPr>
          <p:cNvPr id="5" name="Footer Placeholder 4">
            <a:extLst>
              <a:ext uri="{FF2B5EF4-FFF2-40B4-BE49-F238E27FC236}">
                <a16:creationId xmlns:a16="http://schemas.microsoft.com/office/drawing/2014/main" id="{EEF3D5BC-F819-7EDC-E864-58DD3433B13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EBE0D10A-D042-9F0A-0F6E-AA62708EB2B7}"/>
              </a:ext>
            </a:extLst>
          </p:cNvPr>
          <p:cNvGraphicFramePr>
            <a:graphicFrameLocks noGrp="1"/>
          </p:cNvGraphicFramePr>
          <p:nvPr>
            <p:ph idx="1"/>
            <p:extLst>
              <p:ext uri="{D42A27DB-BD31-4B8C-83A1-F6EECF244321}">
                <p14:modId xmlns:p14="http://schemas.microsoft.com/office/powerpoint/2010/main" val="3929046801"/>
              </p:ext>
            </p:extLst>
          </p:nvPr>
        </p:nvGraphicFramePr>
        <p:xfrm>
          <a:off x="628648" y="1358019"/>
          <a:ext cx="7886700" cy="3120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18573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415ED-58ED-A731-6010-A67965281F92}"/>
              </a:ext>
            </a:extLst>
          </p:cNvPr>
          <p:cNvSpPr>
            <a:spLocks noGrp="1"/>
          </p:cNvSpPr>
          <p:nvPr>
            <p:ph type="title"/>
          </p:nvPr>
        </p:nvSpPr>
        <p:spPr>
          <a:xfrm>
            <a:off x="628649" y="584942"/>
            <a:ext cx="7886699" cy="572790"/>
          </a:xfrm>
        </p:spPr>
        <p:txBody>
          <a:bodyPr>
            <a:normAutofit/>
          </a:bodyPr>
          <a:lstStyle/>
          <a:p>
            <a:r>
              <a:rPr lang="en-US" dirty="0"/>
              <a:t>Stateless vs. Stateful</a:t>
            </a:r>
          </a:p>
        </p:txBody>
      </p:sp>
      <p:graphicFrame>
        <p:nvGraphicFramePr>
          <p:cNvPr id="10" name="Content Placeholder 9">
            <a:extLst>
              <a:ext uri="{FF2B5EF4-FFF2-40B4-BE49-F238E27FC236}">
                <a16:creationId xmlns:a16="http://schemas.microsoft.com/office/drawing/2014/main" id="{0AFC4CCD-2020-14B7-20B1-B11580E83093}"/>
              </a:ext>
            </a:extLst>
          </p:cNvPr>
          <p:cNvGraphicFramePr>
            <a:graphicFrameLocks noGrp="1"/>
          </p:cNvGraphicFramePr>
          <p:nvPr>
            <p:ph idx="1"/>
            <p:extLst>
              <p:ext uri="{D42A27DB-BD31-4B8C-83A1-F6EECF244321}">
                <p14:modId xmlns:p14="http://schemas.microsoft.com/office/powerpoint/2010/main" val="3997435974"/>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830E5E2A-52D4-304F-F278-54790F9FC94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dirty="0"/>
          </a:p>
        </p:txBody>
      </p:sp>
      <p:sp>
        <p:nvSpPr>
          <p:cNvPr id="5" name="Footer Placeholder 4">
            <a:extLst>
              <a:ext uri="{FF2B5EF4-FFF2-40B4-BE49-F238E27FC236}">
                <a16:creationId xmlns:a16="http://schemas.microsoft.com/office/drawing/2014/main" id="{6873E2A0-A164-C73C-3C74-4EE20BF2AAB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102135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00841FDB-4AB7-B9F7-B9D5-7C1D29B90A2C}"/>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875374981"/>
              </p:ext>
            </p:extLst>
          </p:nvPr>
        </p:nvGraphicFramePr>
        <p:xfrm>
          <a:off x="429775" y="2670361"/>
          <a:ext cx="8284445" cy="1981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97E50F66-D25A-1C9D-1D5B-72C63A9E63AF}"/>
              </a:ext>
            </a:extLst>
          </p:cNvPr>
          <p:cNvSpPr>
            <a:spLocks noGrp="1"/>
          </p:cNvSpPr>
          <p:nvPr>
            <p:ph type="title"/>
          </p:nvPr>
        </p:nvSpPr>
        <p:spPr>
          <a:xfrm>
            <a:off x="628649" y="584942"/>
            <a:ext cx="7886699" cy="572790"/>
          </a:xfrm>
        </p:spPr>
        <p:txBody>
          <a:bodyPr>
            <a:normAutofit/>
          </a:bodyPr>
          <a:lstStyle/>
          <a:p>
            <a:r>
              <a:rPr lang="en-US" dirty="0"/>
              <a:t>Activity: Firewall Shopping</a:t>
            </a:r>
          </a:p>
        </p:txBody>
      </p:sp>
      <p:sp>
        <p:nvSpPr>
          <p:cNvPr id="11" name="Content Placeholder 10">
            <a:extLst>
              <a:ext uri="{FF2B5EF4-FFF2-40B4-BE49-F238E27FC236}">
                <a16:creationId xmlns:a16="http://schemas.microsoft.com/office/drawing/2014/main" id="{B6305B83-1B06-4AAE-C057-6D6586ADE78B}"/>
              </a:ext>
            </a:extLst>
          </p:cNvPr>
          <p:cNvSpPr>
            <a:spLocks noGrp="1"/>
          </p:cNvSpPr>
          <p:nvPr>
            <p:ph idx="1"/>
          </p:nvPr>
        </p:nvSpPr>
        <p:spPr/>
        <p:txBody>
          <a:bodyPr/>
          <a:lstStyle/>
          <a:p>
            <a:r>
              <a:rPr lang="en-US" dirty="0"/>
              <a:t>Research 3 different types of firewalls, noting the different types, the volume of traffic supported, where it should be placed on a network, and any other notable features.</a:t>
            </a:r>
          </a:p>
          <a:p>
            <a:pPr marL="0" indent="0">
              <a:buNone/>
            </a:pPr>
            <a:endParaRPr lang="en-US" dirty="0"/>
          </a:p>
        </p:txBody>
      </p:sp>
      <p:sp>
        <p:nvSpPr>
          <p:cNvPr id="3" name="Slide Number Placeholder 2">
            <a:extLst>
              <a:ext uri="{FF2B5EF4-FFF2-40B4-BE49-F238E27FC236}">
                <a16:creationId xmlns:a16="http://schemas.microsoft.com/office/drawing/2014/main" id="{E967F2EB-7B49-D160-69AF-9B7F630A579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30</a:t>
            </a:fld>
            <a:endParaRPr lang="en-US" dirty="0"/>
          </a:p>
        </p:txBody>
      </p:sp>
      <p:sp>
        <p:nvSpPr>
          <p:cNvPr id="5" name="Footer Placeholder 4">
            <a:extLst>
              <a:ext uri="{FF2B5EF4-FFF2-40B4-BE49-F238E27FC236}">
                <a16:creationId xmlns:a16="http://schemas.microsoft.com/office/drawing/2014/main" id="{67EF94EB-75B0-6644-10A5-5EDA1B07834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160610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5.5</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Enterprise Networking Topologies</a:t>
            </a:r>
          </a:p>
        </p:txBody>
      </p:sp>
      <p:sp>
        <p:nvSpPr>
          <p:cNvPr id="5" name="Slide Number Placeholder 4">
            <a:extLst>
              <a:ext uri="{FF2B5EF4-FFF2-40B4-BE49-F238E27FC236}">
                <a16:creationId xmlns:a16="http://schemas.microsoft.com/office/drawing/2014/main" id="{DD67EEB4-3C63-8AE6-F591-6E3BD842027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dirty="0"/>
          </a:p>
        </p:txBody>
      </p:sp>
      <p:sp>
        <p:nvSpPr>
          <p:cNvPr id="6" name="Footer Placeholder 5">
            <a:extLst>
              <a:ext uri="{FF2B5EF4-FFF2-40B4-BE49-F238E27FC236}">
                <a16:creationId xmlns:a16="http://schemas.microsoft.com/office/drawing/2014/main" id="{EC69046F-73FA-9735-BBC0-73ABB459B97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588015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DC475-7355-6430-9849-CF1374F84177}"/>
              </a:ext>
            </a:extLst>
          </p:cNvPr>
          <p:cNvSpPr>
            <a:spLocks noGrp="1"/>
          </p:cNvSpPr>
          <p:nvPr>
            <p:ph type="title"/>
          </p:nvPr>
        </p:nvSpPr>
        <p:spPr>
          <a:xfrm>
            <a:off x="628649" y="584942"/>
            <a:ext cx="7886699" cy="572790"/>
          </a:xfrm>
        </p:spPr>
        <p:txBody>
          <a:bodyPr vert="horz" lIns="91440" tIns="45720" rIns="91440" bIns="45720" rtlCol="0" anchor="ctr">
            <a:normAutofit/>
          </a:bodyPr>
          <a:lstStyle/>
          <a:p>
            <a:r>
              <a:rPr lang="en-US" dirty="0"/>
              <a:t>Activity: Think About It </a:t>
            </a:r>
          </a:p>
        </p:txBody>
      </p:sp>
      <p:sp>
        <p:nvSpPr>
          <p:cNvPr id="18" name="Content Placeholder 17">
            <a:extLst>
              <a:ext uri="{FF2B5EF4-FFF2-40B4-BE49-F238E27FC236}">
                <a16:creationId xmlns:a16="http://schemas.microsoft.com/office/drawing/2014/main" id="{3C4AC868-5EC0-64ED-F210-1352C5C691B1}"/>
              </a:ext>
            </a:extLst>
          </p:cNvPr>
          <p:cNvSpPr>
            <a:spLocks noGrp="1"/>
          </p:cNvSpPr>
          <p:nvPr>
            <p:ph idx="1"/>
          </p:nvPr>
        </p:nvSpPr>
        <p:spPr>
          <a:xfrm>
            <a:off x="628650" y="1228730"/>
            <a:ext cx="7886700" cy="3325066"/>
          </a:xfrm>
        </p:spPr>
        <p:txBody>
          <a:bodyPr/>
          <a:lstStyle/>
          <a:p>
            <a:pPr marL="0" indent="0">
              <a:buNone/>
            </a:pPr>
            <a:r>
              <a:rPr lang="en-US" dirty="0"/>
              <a:t>What are the three basic network topologies?</a:t>
            </a:r>
          </a:p>
        </p:txBody>
      </p:sp>
      <p:sp>
        <p:nvSpPr>
          <p:cNvPr id="3" name="Slide Number Placeholder 2">
            <a:extLst>
              <a:ext uri="{FF2B5EF4-FFF2-40B4-BE49-F238E27FC236}">
                <a16:creationId xmlns:a16="http://schemas.microsoft.com/office/drawing/2014/main" id="{8FFF5998-2CC6-FEEF-97B8-48A0B2E3019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32</a:t>
            </a:fld>
            <a:endParaRPr lang="en-US" dirty="0"/>
          </a:p>
        </p:txBody>
      </p:sp>
      <p:sp>
        <p:nvSpPr>
          <p:cNvPr id="5" name="Footer Placeholder 4">
            <a:extLst>
              <a:ext uri="{FF2B5EF4-FFF2-40B4-BE49-F238E27FC236}">
                <a16:creationId xmlns:a16="http://schemas.microsoft.com/office/drawing/2014/main" id="{B6E582A9-67EC-FEA7-EB06-ED6DD47FC16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608967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E01C-36F8-4B2B-1A96-924D59F780E2}"/>
              </a:ext>
            </a:extLst>
          </p:cNvPr>
          <p:cNvSpPr>
            <a:spLocks noGrp="1"/>
          </p:cNvSpPr>
          <p:nvPr>
            <p:ph type="title"/>
          </p:nvPr>
        </p:nvSpPr>
        <p:spPr/>
        <p:txBody>
          <a:bodyPr>
            <a:normAutofit/>
          </a:bodyPr>
          <a:lstStyle/>
          <a:p>
            <a:r>
              <a:rPr lang="en-US" dirty="0"/>
              <a:t>Three-Tiered Network Hierarchy</a:t>
            </a:r>
          </a:p>
        </p:txBody>
      </p:sp>
      <p:pic>
        <p:nvPicPr>
          <p:cNvPr id="6" name="Content Placeholder 5">
            <a:extLst>
              <a:ext uri="{FF2B5EF4-FFF2-40B4-BE49-F238E27FC236}">
                <a16:creationId xmlns:a16="http://schemas.microsoft.com/office/drawing/2014/main" id="{3EE40565-4D33-7868-FFE9-E6C7345F3EF0}"/>
              </a:ext>
            </a:extLst>
          </p:cNvPr>
          <p:cNvPicPr>
            <a:picLocks noGrp="1" noChangeAspect="1"/>
          </p:cNvPicPr>
          <p:nvPr>
            <p:ph idx="1"/>
          </p:nvPr>
        </p:nvPicPr>
        <p:blipFill>
          <a:blip r:embed="rId3"/>
          <a:stretch>
            <a:fillRect/>
          </a:stretch>
        </p:blipFill>
        <p:spPr>
          <a:xfrm>
            <a:off x="1891810" y="1258365"/>
            <a:ext cx="5360380" cy="3295431"/>
          </a:xfrm>
          <a:prstGeom prst="rect">
            <a:avLst/>
          </a:prstGeom>
        </p:spPr>
      </p:pic>
      <p:sp>
        <p:nvSpPr>
          <p:cNvPr id="4" name="Slide Number Placeholder 3">
            <a:extLst>
              <a:ext uri="{FF2B5EF4-FFF2-40B4-BE49-F238E27FC236}">
                <a16:creationId xmlns:a16="http://schemas.microsoft.com/office/drawing/2014/main" id="{39D55784-788A-C427-F062-1ED143473372}"/>
              </a:ext>
            </a:extLst>
          </p:cNvPr>
          <p:cNvSpPr>
            <a:spLocks noGrp="1"/>
          </p:cNvSpPr>
          <p:nvPr>
            <p:ph type="sldNum" sz="quarter" idx="12"/>
          </p:nvPr>
        </p:nvSpPr>
        <p:spPr/>
        <p:txBody>
          <a:bodyPr/>
          <a:lstStyle/>
          <a:p>
            <a:fld id="{64537577-822C-42C9-B1FE-62AC5F07B59D}" type="slidenum">
              <a:rPr lang="en-US" smtClean="0"/>
              <a:pPr/>
              <a:t>33</a:t>
            </a:fld>
            <a:endParaRPr lang="en-US" dirty="0"/>
          </a:p>
        </p:txBody>
      </p:sp>
      <p:sp>
        <p:nvSpPr>
          <p:cNvPr id="5" name="Footer Placeholder 4">
            <a:extLst>
              <a:ext uri="{FF2B5EF4-FFF2-40B4-BE49-F238E27FC236}">
                <a16:creationId xmlns:a16="http://schemas.microsoft.com/office/drawing/2014/main" id="{25C0167E-6779-B692-8C49-232F1A5EBAE7}"/>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919060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FD39-FFCD-D6A5-2313-BEAB28673C3E}"/>
              </a:ext>
            </a:extLst>
          </p:cNvPr>
          <p:cNvSpPr>
            <a:spLocks noGrp="1"/>
          </p:cNvSpPr>
          <p:nvPr>
            <p:ph type="title"/>
          </p:nvPr>
        </p:nvSpPr>
        <p:spPr/>
        <p:txBody>
          <a:bodyPr anchor="ctr">
            <a:noAutofit/>
          </a:bodyPr>
          <a:lstStyle/>
          <a:p>
            <a:r>
              <a:rPr lang="en-US" dirty="0"/>
              <a:t>Hybrid Topologies</a:t>
            </a:r>
          </a:p>
        </p:txBody>
      </p:sp>
      <p:sp>
        <p:nvSpPr>
          <p:cNvPr id="11" name="Content Placeholder 10">
            <a:extLst>
              <a:ext uri="{FF2B5EF4-FFF2-40B4-BE49-F238E27FC236}">
                <a16:creationId xmlns:a16="http://schemas.microsoft.com/office/drawing/2014/main" id="{048D32B5-487C-0F86-2DA0-0584596728DC}"/>
              </a:ext>
            </a:extLst>
          </p:cNvPr>
          <p:cNvSpPr>
            <a:spLocks noGrp="1"/>
          </p:cNvSpPr>
          <p:nvPr>
            <p:ph sz="half" idx="1"/>
          </p:nvPr>
        </p:nvSpPr>
        <p:spPr>
          <a:xfrm>
            <a:off x="628649" y="1480708"/>
            <a:ext cx="3182859" cy="2447631"/>
          </a:xfrm>
        </p:spPr>
        <p:txBody>
          <a:bodyPr>
            <a:normAutofit fontScale="85000" lnSpcReduction="10000"/>
          </a:bodyPr>
          <a:lstStyle/>
          <a:p>
            <a:pPr lvl="0">
              <a:lnSpc>
                <a:spcPct val="120000"/>
              </a:lnSpc>
            </a:pPr>
            <a:r>
              <a:rPr lang="en-US" dirty="0"/>
              <a:t>Used when a basic topology isn’t enough</a:t>
            </a:r>
          </a:p>
          <a:p>
            <a:pPr lvl="0">
              <a:lnSpc>
                <a:spcPct val="120000"/>
              </a:lnSpc>
            </a:pPr>
            <a:r>
              <a:rPr lang="en-US" dirty="0"/>
              <a:t>Use a mixture of the basic topologies</a:t>
            </a:r>
          </a:p>
          <a:p>
            <a:pPr lvl="0">
              <a:lnSpc>
                <a:spcPct val="120000"/>
              </a:lnSpc>
            </a:pPr>
            <a:r>
              <a:rPr lang="en-US" dirty="0"/>
              <a:t>Used to implement redundancy and </a:t>
            </a:r>
            <a:br>
              <a:rPr lang="en-US" dirty="0"/>
            </a:br>
            <a:r>
              <a:rPr lang="en-US" dirty="0"/>
              <a:t>fault tolerance</a:t>
            </a:r>
          </a:p>
        </p:txBody>
      </p:sp>
      <p:pic>
        <p:nvPicPr>
          <p:cNvPr id="17" name="Content Placeholder 16">
            <a:extLst>
              <a:ext uri="{FF2B5EF4-FFF2-40B4-BE49-F238E27FC236}">
                <a16:creationId xmlns:a16="http://schemas.microsoft.com/office/drawing/2014/main" id="{0566CE2D-E1F9-35F9-C8BB-A5FA0B6F7F1C}"/>
              </a:ext>
            </a:extLst>
          </p:cNvPr>
          <p:cNvPicPr>
            <a:picLocks noGrp="1" noChangeAspect="1"/>
          </p:cNvPicPr>
          <p:nvPr>
            <p:ph sz="half" idx="2"/>
          </p:nvPr>
        </p:nvPicPr>
        <p:blipFill>
          <a:blip r:embed="rId3"/>
          <a:stretch>
            <a:fillRect/>
          </a:stretch>
        </p:blipFill>
        <p:spPr>
          <a:xfrm>
            <a:off x="3734888" y="1480709"/>
            <a:ext cx="4843462" cy="2447631"/>
          </a:xfrm>
          <a:prstGeom prst="rect">
            <a:avLst/>
          </a:prstGeom>
        </p:spPr>
      </p:pic>
      <p:sp>
        <p:nvSpPr>
          <p:cNvPr id="4" name="Slide Number Placeholder 3">
            <a:extLst>
              <a:ext uri="{FF2B5EF4-FFF2-40B4-BE49-F238E27FC236}">
                <a16:creationId xmlns:a16="http://schemas.microsoft.com/office/drawing/2014/main" id="{A38A98D7-5186-D56F-6BC8-5EF6C63776C9}"/>
              </a:ext>
            </a:extLst>
          </p:cNvPr>
          <p:cNvSpPr>
            <a:spLocks noGrp="1"/>
          </p:cNvSpPr>
          <p:nvPr>
            <p:ph type="sldNum" sz="quarter" idx="12"/>
          </p:nvPr>
        </p:nvSpPr>
        <p:spPr/>
        <p:txBody>
          <a:bodyPr/>
          <a:lstStyle/>
          <a:p>
            <a:fld id="{64537577-822C-42C9-B1FE-62AC5F07B59D}" type="slidenum">
              <a:rPr lang="en-US" smtClean="0"/>
              <a:pPr/>
              <a:t>34</a:t>
            </a:fld>
            <a:endParaRPr lang="en-US" dirty="0"/>
          </a:p>
        </p:txBody>
      </p:sp>
      <p:sp>
        <p:nvSpPr>
          <p:cNvPr id="5" name="Footer Placeholder 4">
            <a:extLst>
              <a:ext uri="{FF2B5EF4-FFF2-40B4-BE49-F238E27FC236}">
                <a16:creationId xmlns:a16="http://schemas.microsoft.com/office/drawing/2014/main" id="{999DA35D-4AB8-6E4A-F0FA-F57FD36899B6}"/>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344713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D886-8B8A-CCFA-36DF-302FD730B699}"/>
              </a:ext>
            </a:extLst>
          </p:cNvPr>
          <p:cNvSpPr>
            <a:spLocks noGrp="1"/>
          </p:cNvSpPr>
          <p:nvPr>
            <p:ph type="title"/>
          </p:nvPr>
        </p:nvSpPr>
        <p:spPr>
          <a:xfrm>
            <a:off x="628650" y="591921"/>
            <a:ext cx="7921125" cy="496626"/>
          </a:xfrm>
        </p:spPr>
        <p:txBody>
          <a:bodyPr vert="horz" lIns="91440" tIns="45720" rIns="91440" bIns="45720" rtlCol="0" anchor="ctr">
            <a:noAutofit/>
          </a:bodyPr>
          <a:lstStyle/>
          <a:p>
            <a:r>
              <a:rPr lang="en-US" dirty="0"/>
              <a:t>Activity: Quick Search </a:t>
            </a:r>
          </a:p>
        </p:txBody>
      </p:sp>
      <p:sp>
        <p:nvSpPr>
          <p:cNvPr id="11" name="Content Placeholder 10">
            <a:extLst>
              <a:ext uri="{FF2B5EF4-FFF2-40B4-BE49-F238E27FC236}">
                <a16:creationId xmlns:a16="http://schemas.microsoft.com/office/drawing/2014/main" id="{89F3B008-0E9C-6722-A062-044C563BCE03}"/>
              </a:ext>
            </a:extLst>
          </p:cNvPr>
          <p:cNvSpPr>
            <a:spLocks noGrp="1"/>
          </p:cNvSpPr>
          <p:nvPr>
            <p:ph sz="half" idx="1"/>
          </p:nvPr>
        </p:nvSpPr>
        <p:spPr>
          <a:xfrm>
            <a:off x="628650" y="1149214"/>
            <a:ext cx="4000500" cy="3365370"/>
          </a:xfrm>
        </p:spPr>
        <p:txBody>
          <a:bodyPr/>
          <a:lstStyle/>
          <a:p>
            <a:pPr marL="0" indent="0">
              <a:spcAft>
                <a:spcPts val="600"/>
              </a:spcAft>
              <a:buNone/>
            </a:pPr>
            <a:r>
              <a:rPr lang="en-US" dirty="0"/>
              <a:t>Research these hybrid topologies and note </a:t>
            </a:r>
            <a:br>
              <a:rPr lang="en-US" dirty="0"/>
            </a:br>
            <a:r>
              <a:rPr lang="en-US" dirty="0"/>
              <a:t>the following: </a:t>
            </a:r>
          </a:p>
          <a:p>
            <a:pPr>
              <a:spcAft>
                <a:spcPts val="600"/>
              </a:spcAft>
            </a:pPr>
            <a:r>
              <a:rPr lang="en-US" dirty="0"/>
              <a:t>What do they look like?</a:t>
            </a:r>
          </a:p>
          <a:p>
            <a:pPr>
              <a:spcAft>
                <a:spcPts val="600"/>
              </a:spcAft>
            </a:pPr>
            <a:r>
              <a:rPr lang="en-US" dirty="0"/>
              <a:t>How and when are they used?</a:t>
            </a:r>
          </a:p>
        </p:txBody>
      </p:sp>
      <p:sp>
        <p:nvSpPr>
          <p:cNvPr id="5" name="Slide Number Placeholder 4">
            <a:extLst>
              <a:ext uri="{FF2B5EF4-FFF2-40B4-BE49-F238E27FC236}">
                <a16:creationId xmlns:a16="http://schemas.microsoft.com/office/drawing/2014/main" id="{5975DB0D-15DC-7FD6-9E67-BA8AAE733EA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35</a:t>
            </a:fld>
            <a:endParaRPr lang="en-US" dirty="0"/>
          </a:p>
        </p:txBody>
      </p:sp>
      <p:sp>
        <p:nvSpPr>
          <p:cNvPr id="6" name="Footer Placeholder 5">
            <a:extLst>
              <a:ext uri="{FF2B5EF4-FFF2-40B4-BE49-F238E27FC236}">
                <a16:creationId xmlns:a16="http://schemas.microsoft.com/office/drawing/2014/main" id="{B03866CA-31F0-ADD7-BDDB-DD06DEBB192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7" name="Content Placeholder 16">
            <a:extLst>
              <a:ext uri="{FF2B5EF4-FFF2-40B4-BE49-F238E27FC236}">
                <a16:creationId xmlns:a16="http://schemas.microsoft.com/office/drawing/2014/main" id="{12CAB449-57CA-08C7-E6AE-E704E415B0A5}"/>
              </a:ext>
            </a:extLst>
          </p:cNvPr>
          <p:cNvGraphicFramePr>
            <a:graphicFrameLocks noGrp="1"/>
          </p:cNvGraphicFramePr>
          <p:nvPr>
            <p:ph sz="half" idx="2"/>
            <p:extLst>
              <p:ext uri="{D42A27DB-BD31-4B8C-83A1-F6EECF244321}">
                <p14:modId xmlns:p14="http://schemas.microsoft.com/office/powerpoint/2010/main" val="612071722"/>
              </p:ext>
            </p:extLst>
          </p:nvPr>
        </p:nvGraphicFramePr>
        <p:xfrm>
          <a:off x="4572000" y="839658"/>
          <a:ext cx="3886200"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5346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5.6</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Virtual LANS</a:t>
            </a:r>
          </a:p>
        </p:txBody>
      </p:sp>
      <p:sp>
        <p:nvSpPr>
          <p:cNvPr id="5" name="Slide Number Placeholder 4">
            <a:extLst>
              <a:ext uri="{FF2B5EF4-FFF2-40B4-BE49-F238E27FC236}">
                <a16:creationId xmlns:a16="http://schemas.microsoft.com/office/drawing/2014/main" id="{B8639385-B31C-AAFF-98A5-7BB4636678F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36</a:t>
            </a:fld>
            <a:endParaRPr lang="en-US" dirty="0"/>
          </a:p>
        </p:txBody>
      </p:sp>
      <p:sp>
        <p:nvSpPr>
          <p:cNvPr id="6" name="Footer Placeholder 5">
            <a:extLst>
              <a:ext uri="{FF2B5EF4-FFF2-40B4-BE49-F238E27FC236}">
                <a16:creationId xmlns:a16="http://schemas.microsoft.com/office/drawing/2014/main" id="{870424B6-A997-F55A-E906-393809B98B7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011157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70A9E-5F2A-647E-3F01-45E6FF98EFD1}"/>
              </a:ext>
            </a:extLst>
          </p:cNvPr>
          <p:cNvSpPr>
            <a:spLocks noGrp="1"/>
          </p:cNvSpPr>
          <p:nvPr>
            <p:ph type="title"/>
          </p:nvPr>
        </p:nvSpPr>
        <p:spPr>
          <a:xfrm>
            <a:off x="628649" y="584942"/>
            <a:ext cx="7886699" cy="572790"/>
          </a:xfrm>
        </p:spPr>
        <p:txBody>
          <a:bodyPr>
            <a:normAutofit/>
          </a:bodyPr>
          <a:lstStyle/>
          <a:p>
            <a:r>
              <a:rPr lang="en-US" dirty="0"/>
              <a:t>Virtual LANs and Subnets</a:t>
            </a:r>
          </a:p>
        </p:txBody>
      </p:sp>
      <p:sp>
        <p:nvSpPr>
          <p:cNvPr id="11" name="Content Placeholder 10">
            <a:extLst>
              <a:ext uri="{FF2B5EF4-FFF2-40B4-BE49-F238E27FC236}">
                <a16:creationId xmlns:a16="http://schemas.microsoft.com/office/drawing/2014/main" id="{3FA62395-15EC-E32C-930B-B7A25AB44CF4}"/>
              </a:ext>
            </a:extLst>
          </p:cNvPr>
          <p:cNvSpPr>
            <a:spLocks noGrp="1"/>
          </p:cNvSpPr>
          <p:nvPr>
            <p:ph idx="1"/>
          </p:nvPr>
        </p:nvSpPr>
        <p:spPr>
          <a:xfrm>
            <a:off x="628650" y="1216369"/>
            <a:ext cx="7886700" cy="3325066"/>
          </a:xfrm>
        </p:spPr>
        <p:txBody>
          <a:bodyPr>
            <a:normAutofit/>
          </a:bodyPr>
          <a:lstStyle/>
          <a:p>
            <a:pPr marL="0" indent="0">
              <a:buNone/>
            </a:pPr>
            <a:r>
              <a:rPr lang="en-US" sz="2200" dirty="0"/>
              <a:t>Creates separate networks within a single physical network infrastructure</a:t>
            </a:r>
          </a:p>
        </p:txBody>
      </p:sp>
      <p:sp>
        <p:nvSpPr>
          <p:cNvPr id="3" name="Slide Number Placeholder 2">
            <a:extLst>
              <a:ext uri="{FF2B5EF4-FFF2-40B4-BE49-F238E27FC236}">
                <a16:creationId xmlns:a16="http://schemas.microsoft.com/office/drawing/2014/main" id="{A38875D4-9DC9-F023-F00B-1D40E92D633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37</a:t>
            </a:fld>
            <a:endParaRPr lang="en-US" dirty="0"/>
          </a:p>
        </p:txBody>
      </p:sp>
      <p:sp>
        <p:nvSpPr>
          <p:cNvPr id="5" name="Footer Placeholder 4">
            <a:extLst>
              <a:ext uri="{FF2B5EF4-FFF2-40B4-BE49-F238E27FC236}">
                <a16:creationId xmlns:a16="http://schemas.microsoft.com/office/drawing/2014/main" id="{2C3F9264-9EFE-4D1F-12A1-65ABEFACBB2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7" name="Diagram 6">
            <a:extLst>
              <a:ext uri="{FF2B5EF4-FFF2-40B4-BE49-F238E27FC236}">
                <a16:creationId xmlns:a16="http://schemas.microsoft.com/office/drawing/2014/main" id="{9A090D0B-1BC1-D029-0CB3-A8B266DE2FCE}"/>
              </a:ext>
            </a:extLst>
          </p:cNvPr>
          <p:cNvGraphicFramePr/>
          <p:nvPr>
            <p:extLst>
              <p:ext uri="{D42A27DB-BD31-4B8C-83A1-F6EECF244321}">
                <p14:modId xmlns:p14="http://schemas.microsoft.com/office/powerpoint/2010/main" val="867626895"/>
              </p:ext>
            </p:extLst>
          </p:nvPr>
        </p:nvGraphicFramePr>
        <p:xfrm>
          <a:off x="624409" y="2010728"/>
          <a:ext cx="7886699" cy="26911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2622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4926C-9AEA-09C2-DA95-44981C2C6BFE}"/>
              </a:ext>
            </a:extLst>
          </p:cNvPr>
          <p:cNvSpPr>
            <a:spLocks noGrp="1"/>
          </p:cNvSpPr>
          <p:nvPr>
            <p:ph type="title"/>
          </p:nvPr>
        </p:nvSpPr>
        <p:spPr>
          <a:xfrm>
            <a:off x="628649" y="584942"/>
            <a:ext cx="7886699" cy="572790"/>
          </a:xfrm>
        </p:spPr>
        <p:txBody>
          <a:bodyPr anchor="ctr">
            <a:normAutofit/>
          </a:bodyPr>
          <a:lstStyle/>
          <a:p>
            <a:r>
              <a:rPr lang="en-US" dirty="0"/>
              <a:t>VLAN IDs and Membership</a:t>
            </a:r>
          </a:p>
        </p:txBody>
      </p:sp>
      <p:sp>
        <p:nvSpPr>
          <p:cNvPr id="4" name="Slide Number Placeholder 3">
            <a:extLst>
              <a:ext uri="{FF2B5EF4-FFF2-40B4-BE49-F238E27FC236}">
                <a16:creationId xmlns:a16="http://schemas.microsoft.com/office/drawing/2014/main" id="{5EE1F1DA-F1C1-7885-1C5F-7FBAE570C58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38</a:t>
            </a:fld>
            <a:endParaRPr lang="en-US" dirty="0"/>
          </a:p>
        </p:txBody>
      </p:sp>
      <p:sp>
        <p:nvSpPr>
          <p:cNvPr id="5" name="Footer Placeholder 4">
            <a:extLst>
              <a:ext uri="{FF2B5EF4-FFF2-40B4-BE49-F238E27FC236}">
                <a16:creationId xmlns:a16="http://schemas.microsoft.com/office/drawing/2014/main" id="{567B89AE-8B91-F852-3CE8-1D73AEC8E36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E9D964B7-58AE-237D-0D2D-DC334AD16DB9}"/>
              </a:ext>
            </a:extLst>
          </p:cNvPr>
          <p:cNvGraphicFramePr>
            <a:graphicFrameLocks noGrp="1"/>
          </p:cNvGraphicFramePr>
          <p:nvPr>
            <p:ph idx="1"/>
            <p:extLst>
              <p:ext uri="{D42A27DB-BD31-4B8C-83A1-F6EECF244321}">
                <p14:modId xmlns:p14="http://schemas.microsoft.com/office/powerpoint/2010/main" val="3012659327"/>
              </p:ext>
            </p:extLst>
          </p:nvPr>
        </p:nvGraphicFramePr>
        <p:xfrm>
          <a:off x="628648" y="1385180"/>
          <a:ext cx="7886700" cy="3002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4545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E933-B0CD-AFA8-7CEC-4ECB895801EF}"/>
              </a:ext>
            </a:extLst>
          </p:cNvPr>
          <p:cNvSpPr>
            <a:spLocks noGrp="1"/>
          </p:cNvSpPr>
          <p:nvPr>
            <p:ph type="title"/>
          </p:nvPr>
        </p:nvSpPr>
        <p:spPr/>
        <p:txBody>
          <a:bodyPr>
            <a:normAutofit/>
          </a:bodyPr>
          <a:lstStyle/>
          <a:p>
            <a:r>
              <a:rPr lang="en-US" dirty="0"/>
              <a:t>Tagged and Untagged Ports</a:t>
            </a:r>
          </a:p>
        </p:txBody>
      </p:sp>
      <p:sp>
        <p:nvSpPr>
          <p:cNvPr id="8" name="Content Placeholder 7">
            <a:extLst>
              <a:ext uri="{FF2B5EF4-FFF2-40B4-BE49-F238E27FC236}">
                <a16:creationId xmlns:a16="http://schemas.microsoft.com/office/drawing/2014/main" id="{84B81F4F-D115-F456-E5E3-6DECE7A07DED}"/>
              </a:ext>
            </a:extLst>
          </p:cNvPr>
          <p:cNvSpPr>
            <a:spLocks noGrp="1"/>
          </p:cNvSpPr>
          <p:nvPr>
            <p:ph idx="1"/>
          </p:nvPr>
        </p:nvSpPr>
        <p:spPr/>
        <p:txBody>
          <a:bodyPr/>
          <a:lstStyle/>
          <a:p>
            <a:r>
              <a:rPr lang="en-US" dirty="0"/>
              <a:t>Port tagging: method of marking data packets </a:t>
            </a:r>
            <a:br>
              <a:rPr lang="en-US" dirty="0"/>
            </a:br>
            <a:r>
              <a:rPr lang="en-US" dirty="0"/>
              <a:t>with a VLAN ID</a:t>
            </a:r>
          </a:p>
          <a:p>
            <a:r>
              <a:rPr lang="en-US" dirty="0"/>
              <a:t>Tagged ports: configured to receive and </a:t>
            </a:r>
            <a:br>
              <a:rPr lang="en-US" dirty="0"/>
            </a:br>
            <a:r>
              <a:rPr lang="en-US" dirty="0"/>
              <a:t>understand packets that have a VLAN identifier</a:t>
            </a:r>
          </a:p>
          <a:p>
            <a:r>
              <a:rPr lang="en-US" dirty="0"/>
              <a:t>Untagged ports: set to receive data without </a:t>
            </a:r>
            <a:br>
              <a:rPr lang="en-US" dirty="0"/>
            </a:br>
            <a:r>
              <a:rPr lang="en-US" dirty="0"/>
              <a:t>a VLAN identifier</a:t>
            </a:r>
          </a:p>
        </p:txBody>
      </p:sp>
      <p:sp>
        <p:nvSpPr>
          <p:cNvPr id="3" name="Slide Number Placeholder 2">
            <a:extLst>
              <a:ext uri="{FF2B5EF4-FFF2-40B4-BE49-F238E27FC236}">
                <a16:creationId xmlns:a16="http://schemas.microsoft.com/office/drawing/2014/main" id="{4B8CA68C-D9F2-5B92-0B89-574CF6F304E9}"/>
              </a:ext>
            </a:extLst>
          </p:cNvPr>
          <p:cNvSpPr>
            <a:spLocks noGrp="1"/>
          </p:cNvSpPr>
          <p:nvPr>
            <p:ph type="sldNum" sz="quarter" idx="12"/>
          </p:nvPr>
        </p:nvSpPr>
        <p:spPr/>
        <p:txBody>
          <a:bodyPr/>
          <a:lstStyle/>
          <a:p>
            <a:fld id="{64537577-822C-42C9-B1FE-62AC5F07B59D}" type="slidenum">
              <a:rPr lang="en-US" smtClean="0">
                <a:solidFill>
                  <a:schemeClr val="bg1">
                    <a:lumMod val="85000"/>
                  </a:schemeClr>
                </a:solidFill>
              </a:rPr>
              <a:t>39</a:t>
            </a:fld>
            <a:endParaRPr lang="en-US" dirty="0">
              <a:solidFill>
                <a:schemeClr val="bg1">
                  <a:lumMod val="85000"/>
                </a:schemeClr>
              </a:solidFill>
            </a:endParaRPr>
          </a:p>
        </p:txBody>
      </p:sp>
      <p:sp>
        <p:nvSpPr>
          <p:cNvPr id="5" name="Footer Placeholder 4">
            <a:extLst>
              <a:ext uri="{FF2B5EF4-FFF2-40B4-BE49-F238E27FC236}">
                <a16:creationId xmlns:a16="http://schemas.microsoft.com/office/drawing/2014/main" id="{6185AA25-6EC8-F2E5-6592-6C126D3D4A2D}"/>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985465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7F4B-3A45-D5D8-097E-31501302868E}"/>
              </a:ext>
            </a:extLst>
          </p:cNvPr>
          <p:cNvSpPr>
            <a:spLocks noGrp="1"/>
          </p:cNvSpPr>
          <p:nvPr>
            <p:ph type="title"/>
          </p:nvPr>
        </p:nvSpPr>
        <p:spPr>
          <a:xfrm>
            <a:off x="628649" y="584942"/>
            <a:ext cx="7886699" cy="572790"/>
          </a:xfrm>
        </p:spPr>
        <p:txBody>
          <a:bodyPr>
            <a:normAutofit/>
          </a:bodyPr>
          <a:lstStyle/>
          <a:p>
            <a:r>
              <a:rPr lang="en-US" dirty="0"/>
              <a:t>VLAN Types</a:t>
            </a:r>
          </a:p>
        </p:txBody>
      </p:sp>
      <p:sp>
        <p:nvSpPr>
          <p:cNvPr id="3" name="Slide Number Placeholder 2">
            <a:extLst>
              <a:ext uri="{FF2B5EF4-FFF2-40B4-BE49-F238E27FC236}">
                <a16:creationId xmlns:a16="http://schemas.microsoft.com/office/drawing/2014/main" id="{1B425B75-6A36-933D-7171-7B74E5BFFA0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dirty="0"/>
          </a:p>
        </p:txBody>
      </p:sp>
      <p:sp>
        <p:nvSpPr>
          <p:cNvPr id="6" name="Footer Placeholder 5">
            <a:extLst>
              <a:ext uri="{FF2B5EF4-FFF2-40B4-BE49-F238E27FC236}">
                <a16:creationId xmlns:a16="http://schemas.microsoft.com/office/drawing/2014/main" id="{3876220D-288F-B5A7-D6A2-09F0BD9A7110}"/>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8" name="Content Placeholder 4">
            <a:extLst>
              <a:ext uri="{FF2B5EF4-FFF2-40B4-BE49-F238E27FC236}">
                <a16:creationId xmlns:a16="http://schemas.microsoft.com/office/drawing/2014/main" id="{97729CC8-4356-4065-1542-8792EA24B9E9}"/>
              </a:ext>
            </a:extLst>
          </p:cNvPr>
          <p:cNvGraphicFramePr>
            <a:graphicFrameLocks noGrp="1"/>
          </p:cNvGraphicFramePr>
          <p:nvPr>
            <p:ph idx="1"/>
            <p:extLst>
              <p:ext uri="{D42A27DB-BD31-4B8C-83A1-F6EECF244321}">
                <p14:modId xmlns:p14="http://schemas.microsoft.com/office/powerpoint/2010/main" val="3258665116"/>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5708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C0AA-F783-103E-D46C-66F461EC8F0F}"/>
              </a:ext>
            </a:extLst>
          </p:cNvPr>
          <p:cNvSpPr>
            <a:spLocks noGrp="1"/>
          </p:cNvSpPr>
          <p:nvPr>
            <p:ph type="title"/>
          </p:nvPr>
        </p:nvSpPr>
        <p:spPr/>
        <p:txBody>
          <a:bodyPr>
            <a:normAutofit fontScale="90000"/>
          </a:bodyPr>
          <a:lstStyle/>
          <a:p>
            <a:r>
              <a:rPr lang="en-US" dirty="0"/>
              <a:t>Trunking and IEEE 802.1Q</a:t>
            </a:r>
          </a:p>
        </p:txBody>
      </p:sp>
      <p:sp>
        <p:nvSpPr>
          <p:cNvPr id="11" name="Content Placeholder 10">
            <a:extLst>
              <a:ext uri="{FF2B5EF4-FFF2-40B4-BE49-F238E27FC236}">
                <a16:creationId xmlns:a16="http://schemas.microsoft.com/office/drawing/2014/main" id="{511D7F26-4684-9727-869B-CDED8D8E389F}"/>
              </a:ext>
            </a:extLst>
          </p:cNvPr>
          <p:cNvSpPr>
            <a:spLocks noGrp="1"/>
          </p:cNvSpPr>
          <p:nvPr>
            <p:ph sz="half" idx="1"/>
          </p:nvPr>
        </p:nvSpPr>
        <p:spPr>
          <a:xfrm>
            <a:off x="628650" y="1149214"/>
            <a:ext cx="3371850" cy="3365370"/>
          </a:xfrm>
        </p:spPr>
        <p:txBody>
          <a:bodyPr/>
          <a:lstStyle/>
          <a:p>
            <a:r>
              <a:rPr lang="en-US" dirty="0"/>
              <a:t>Trunking bundles physical links into one logical link</a:t>
            </a:r>
          </a:p>
        </p:txBody>
      </p:sp>
      <p:sp>
        <p:nvSpPr>
          <p:cNvPr id="3" name="Slide Number Placeholder 2">
            <a:extLst>
              <a:ext uri="{FF2B5EF4-FFF2-40B4-BE49-F238E27FC236}">
                <a16:creationId xmlns:a16="http://schemas.microsoft.com/office/drawing/2014/main" id="{BBB47068-1D6A-2547-B4B1-B1492EF04E7A}"/>
              </a:ext>
            </a:extLst>
          </p:cNvPr>
          <p:cNvSpPr>
            <a:spLocks noGrp="1"/>
          </p:cNvSpPr>
          <p:nvPr>
            <p:ph type="sldNum" sz="quarter" idx="12"/>
          </p:nvPr>
        </p:nvSpPr>
        <p:spPr/>
        <p:txBody>
          <a:bodyPr/>
          <a:lstStyle/>
          <a:p>
            <a:fld id="{64537577-822C-42C9-B1FE-62AC5F07B59D}" type="slidenum">
              <a:rPr lang="en-US" smtClean="0"/>
              <a:pPr/>
              <a:t>41</a:t>
            </a:fld>
            <a:endParaRPr lang="en-US" dirty="0"/>
          </a:p>
        </p:txBody>
      </p:sp>
      <p:sp>
        <p:nvSpPr>
          <p:cNvPr id="5" name="Footer Placeholder 4">
            <a:extLst>
              <a:ext uri="{FF2B5EF4-FFF2-40B4-BE49-F238E27FC236}">
                <a16:creationId xmlns:a16="http://schemas.microsoft.com/office/drawing/2014/main" id="{EF1918BD-FFFA-03DC-F125-8EBB96FCF1FB}"/>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pic>
        <p:nvPicPr>
          <p:cNvPr id="12" name="Picture 2" descr="A diagram represents the V L A N trunk link.">
            <a:extLst>
              <a:ext uri="{FF2B5EF4-FFF2-40B4-BE49-F238E27FC236}">
                <a16:creationId xmlns:a16="http://schemas.microsoft.com/office/drawing/2014/main" id="{E3DB30EA-7C10-576E-5A36-C044852B73FD}"/>
              </a:ext>
            </a:extLst>
          </p:cNvPr>
          <p:cNvPicPr>
            <a:picLocks noGrp="1" noChangeAspect="1" noChangeArrowheads="1"/>
          </p:cNvPicPr>
          <p:nvPr>
            <p:ph sz="half" idx="2"/>
          </p:nvPr>
        </p:nvPicPr>
        <p:blipFill>
          <a:blip r:embed="rId3" cstate="screen">
            <a:extLst>
              <a:ext uri="{28A0092B-C50C-407E-A947-70E740481C1C}">
                <a14:useLocalDpi xmlns:a14="http://schemas.microsoft.com/office/drawing/2010/main"/>
              </a:ext>
            </a:extLst>
          </a:blip>
          <a:srcRect/>
          <a:stretch>
            <a:fillRect/>
          </a:stretch>
        </p:blipFill>
        <p:spPr bwMode="auto">
          <a:xfrm>
            <a:off x="3357563" y="1156566"/>
            <a:ext cx="5157787" cy="3360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049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The diagram shows a router with V L A N 16 sub interface, V L A N 32 sub interface, and V L A N 48 subinterface connected to a physical interface. The physical interface is connected to a switch via a trunk. The switch is connected to three hosts, .17, .18, and .19 of V L A N 16 in the network address, 198.51.100.16 slash 28. The switch is connected to three hosts, .33, .34, and .35 of V L A N 32 in the network address, 198.51.100.32 slash 28. The switch is connected to three hosts, .49, .50, and .51 of V L A N 48 in the network address, 198.51.100.48 slash 28.&#10;&#10;&#10;">
            <a:extLst>
              <a:ext uri="{FF2B5EF4-FFF2-40B4-BE49-F238E27FC236}">
                <a16:creationId xmlns:a16="http://schemas.microsoft.com/office/drawing/2014/main" id="{E95044DC-4651-A42E-8916-8D1ED968B462}"/>
              </a:ext>
            </a:extLst>
          </p:cNvPr>
          <p:cNvPicPr>
            <a:picLocks noGrp="1" noChangeAspect="1" noChangeArrowheads="1"/>
          </p:cNvPicPr>
          <p:nvPr>
            <p:ph sz="half" idx="2"/>
          </p:nvPr>
        </p:nvPicPr>
        <p:blipFill>
          <a:blip r:embed="rId3" cstate="screen">
            <a:extLst>
              <a:ext uri="{28A0092B-C50C-407E-A947-70E740481C1C}">
                <a14:useLocalDpi xmlns:a14="http://schemas.microsoft.com/office/drawing/2010/main"/>
              </a:ext>
            </a:extLst>
          </a:blip>
          <a:stretch>
            <a:fillRect/>
          </a:stretch>
        </p:blipFill>
        <p:spPr bwMode="auto">
          <a:xfrm>
            <a:off x="3884476" y="624154"/>
            <a:ext cx="4610434" cy="4009073"/>
          </a:xfrm>
          <a:solidFill>
            <a:srgbClr val="FFFFFF"/>
          </a:solidFill>
        </p:spPr>
      </p:pic>
      <p:sp>
        <p:nvSpPr>
          <p:cNvPr id="10" name="Title 1">
            <a:extLst>
              <a:ext uri="{FF2B5EF4-FFF2-40B4-BE49-F238E27FC236}">
                <a16:creationId xmlns:a16="http://schemas.microsoft.com/office/drawing/2014/main" id="{F2D56688-50AB-16FE-EB0B-BD92268712FE}"/>
              </a:ext>
            </a:extLst>
          </p:cNvPr>
          <p:cNvSpPr>
            <a:spLocks noGrp="1"/>
          </p:cNvSpPr>
          <p:nvPr>
            <p:ph type="title"/>
          </p:nvPr>
        </p:nvSpPr>
        <p:spPr/>
        <p:txBody>
          <a:bodyPr>
            <a:normAutofit fontScale="90000"/>
          </a:bodyPr>
          <a:lstStyle/>
          <a:p>
            <a:r>
              <a:rPr lang="en-US" dirty="0"/>
              <a:t>VLAN Routing</a:t>
            </a:r>
          </a:p>
        </p:txBody>
      </p:sp>
      <p:sp>
        <p:nvSpPr>
          <p:cNvPr id="2" name="Slide Number Placeholder 1">
            <a:extLst>
              <a:ext uri="{FF2B5EF4-FFF2-40B4-BE49-F238E27FC236}">
                <a16:creationId xmlns:a16="http://schemas.microsoft.com/office/drawing/2014/main" id="{EBA0CEFF-81D5-F06C-C962-5E8E52D24BFB}"/>
              </a:ext>
            </a:extLst>
          </p:cNvPr>
          <p:cNvSpPr>
            <a:spLocks noGrp="1"/>
          </p:cNvSpPr>
          <p:nvPr>
            <p:ph type="sldNum" sz="quarter" idx="12"/>
          </p:nvPr>
        </p:nvSpPr>
        <p:spPr/>
        <p:txBody>
          <a:bodyPr/>
          <a:lstStyle/>
          <a:p>
            <a:fld id="{64537577-822C-42C9-B1FE-62AC5F07B59D}" type="slidenum">
              <a:rPr lang="en-US" smtClean="0"/>
              <a:pPr/>
              <a:t>42</a:t>
            </a:fld>
            <a:endParaRPr lang="en-US" dirty="0"/>
          </a:p>
        </p:txBody>
      </p:sp>
      <p:sp>
        <p:nvSpPr>
          <p:cNvPr id="3" name="Footer Placeholder 2">
            <a:extLst>
              <a:ext uri="{FF2B5EF4-FFF2-40B4-BE49-F238E27FC236}">
                <a16:creationId xmlns:a16="http://schemas.microsoft.com/office/drawing/2014/main" id="{19F2D439-C367-DE06-0C27-13EEEFE7185B}"/>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
        <p:nvSpPr>
          <p:cNvPr id="7" name="Content Placeholder 6">
            <a:extLst>
              <a:ext uri="{FF2B5EF4-FFF2-40B4-BE49-F238E27FC236}">
                <a16:creationId xmlns:a16="http://schemas.microsoft.com/office/drawing/2014/main" id="{E760DB42-011D-7638-50C0-5421DDA8ACDD}"/>
              </a:ext>
            </a:extLst>
          </p:cNvPr>
          <p:cNvSpPr>
            <a:spLocks noGrp="1"/>
          </p:cNvSpPr>
          <p:nvPr>
            <p:ph sz="half" idx="1"/>
          </p:nvPr>
        </p:nvSpPr>
        <p:spPr>
          <a:xfrm>
            <a:off x="628650" y="1385888"/>
            <a:ext cx="3200961" cy="3128696"/>
          </a:xfrm>
        </p:spPr>
        <p:txBody>
          <a:bodyPr>
            <a:normAutofit/>
          </a:bodyPr>
          <a:lstStyle/>
          <a:p>
            <a:r>
              <a:rPr lang="en-US" sz="2000" dirty="0"/>
              <a:t>One method to route between VLANS with only a switch is to deploy a router with a single interface (a router on a stick) which is connected to a trunk port on the switch</a:t>
            </a:r>
          </a:p>
        </p:txBody>
      </p:sp>
    </p:spTree>
    <p:extLst>
      <p:ext uri="{BB962C8B-B14F-4D97-AF65-F5344CB8AC3E}">
        <p14:creationId xmlns:p14="http://schemas.microsoft.com/office/powerpoint/2010/main" val="3057023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66A04-AF88-AE1E-6DEB-F7ECF076685E}"/>
              </a:ext>
            </a:extLst>
          </p:cNvPr>
          <p:cNvSpPr>
            <a:spLocks noGrp="1"/>
          </p:cNvSpPr>
          <p:nvPr>
            <p:ph type="title"/>
          </p:nvPr>
        </p:nvSpPr>
        <p:spPr/>
        <p:txBody>
          <a:bodyPr>
            <a:normAutofit fontScale="90000"/>
          </a:bodyPr>
          <a:lstStyle/>
          <a:p>
            <a:r>
              <a:rPr lang="en-US" dirty="0"/>
              <a:t>Activity: Two Truths and a Lie</a:t>
            </a:r>
          </a:p>
        </p:txBody>
      </p:sp>
      <p:sp>
        <p:nvSpPr>
          <p:cNvPr id="3" name="Slide Number Placeholder 2">
            <a:extLst>
              <a:ext uri="{FF2B5EF4-FFF2-40B4-BE49-F238E27FC236}">
                <a16:creationId xmlns:a16="http://schemas.microsoft.com/office/drawing/2014/main" id="{6D3F6B77-AD9D-797E-1DA1-ECFE043E98D8}"/>
              </a:ext>
            </a:extLst>
          </p:cNvPr>
          <p:cNvSpPr>
            <a:spLocks noGrp="1"/>
          </p:cNvSpPr>
          <p:nvPr>
            <p:ph type="sldNum" sz="quarter" idx="12"/>
          </p:nvPr>
        </p:nvSpPr>
        <p:spPr/>
        <p:txBody>
          <a:bodyPr/>
          <a:lstStyle/>
          <a:p>
            <a:fld id="{64537577-822C-42C9-B1FE-62AC5F07B59D}" type="slidenum">
              <a:rPr lang="en-US" smtClean="0"/>
              <a:pPr/>
              <a:t>43</a:t>
            </a:fld>
            <a:endParaRPr lang="en-US" dirty="0"/>
          </a:p>
        </p:txBody>
      </p:sp>
      <p:sp>
        <p:nvSpPr>
          <p:cNvPr id="5" name="Title 1">
            <a:extLst>
              <a:ext uri="{FF2B5EF4-FFF2-40B4-BE49-F238E27FC236}">
                <a16:creationId xmlns:a16="http://schemas.microsoft.com/office/drawing/2014/main" id="{76C5F42E-F1AB-934C-628E-D2194941682A}"/>
              </a:ext>
            </a:extLst>
          </p:cNvPr>
          <p:cNvSpPr txBox="1">
            <a:spLocks/>
          </p:cNvSpPr>
          <p:nvPr/>
        </p:nvSpPr>
        <p:spPr>
          <a:xfrm>
            <a:off x="628649" y="584942"/>
            <a:ext cx="7886699" cy="572790"/>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00" dirty="0"/>
          </a:p>
        </p:txBody>
      </p:sp>
      <p:pic>
        <p:nvPicPr>
          <p:cNvPr id="11" name="Content Placeholder 10">
            <a:extLst>
              <a:ext uri="{FF2B5EF4-FFF2-40B4-BE49-F238E27FC236}">
                <a16:creationId xmlns:a16="http://schemas.microsoft.com/office/drawing/2014/main" id="{71B81723-3C0A-38B1-5FA6-3C1BD5154859}"/>
              </a:ext>
              <a:ext uri="{C183D7F6-B498-43B3-948B-1728B52AA6E4}">
                <adec:decorative xmlns:adec="http://schemas.microsoft.com/office/drawing/2017/decorative" val="1"/>
              </a:ext>
            </a:extLst>
          </p:cNvPr>
          <p:cNvPicPr>
            <a:picLocks noGrp="1" noChangeAspect="1"/>
          </p:cNvPicPr>
          <p:nvPr>
            <p:ph sz="half" idx="1"/>
          </p:nvPr>
        </p:nvPicPr>
        <p:blipFill rotWithShape="1">
          <a:blip r:embed="rId3" cstate="screen">
            <a:extLst>
              <a:ext uri="{BEBA8EAE-BF5A-486C-A8C5-ECC9F3942E4B}">
                <a14:imgProps xmlns:a14="http://schemas.microsoft.com/office/drawing/2010/main">
                  <a14:imgLayer r:embed="rId4">
                    <a14:imgEffect>
                      <a14:backgroundRemoval t="9959" b="99138" l="9982" r="89973">
                        <a14:foregroundMark x1="24207" y1="93138" x2="24207" y2="93138"/>
                        <a14:foregroundMark x1="20009" y1="99170" x2="20009" y2="99170"/>
                      </a14:backgroundRemoval>
                    </a14:imgEffect>
                  </a14:imgLayer>
                </a14:imgProps>
              </a:ext>
              <a:ext uri="{28A0092B-C50C-407E-A947-70E740481C1C}">
                <a14:useLocalDpi xmlns:a14="http://schemas.microsoft.com/office/drawing/2010/main"/>
              </a:ext>
            </a:extLst>
          </a:blip>
          <a:srcRect/>
          <a:stretch/>
        </p:blipFill>
        <p:spPr>
          <a:xfrm>
            <a:off x="628650" y="1473474"/>
            <a:ext cx="3886200" cy="2717252"/>
          </a:xfrm>
          <a:prstGeom prst="rect">
            <a:avLst/>
          </a:prstGeom>
        </p:spPr>
      </p:pic>
      <p:graphicFrame>
        <p:nvGraphicFramePr>
          <p:cNvPr id="12" name="Content Placeholder 11">
            <a:extLst>
              <a:ext uri="{FF2B5EF4-FFF2-40B4-BE49-F238E27FC236}">
                <a16:creationId xmlns:a16="http://schemas.microsoft.com/office/drawing/2014/main" id="{D1DC5A8E-9511-D110-C47D-2579F0157788}"/>
              </a:ext>
            </a:extLst>
          </p:cNvPr>
          <p:cNvGraphicFramePr>
            <a:graphicFrameLocks noGrp="1"/>
          </p:cNvGraphicFramePr>
          <p:nvPr>
            <p:ph sz="half" idx="2"/>
            <p:extLst>
              <p:ext uri="{D42A27DB-BD31-4B8C-83A1-F6EECF244321}">
                <p14:modId xmlns:p14="http://schemas.microsoft.com/office/powerpoint/2010/main" val="160497878"/>
              </p:ext>
            </p:extLst>
          </p:nvPr>
        </p:nvGraphicFramePr>
        <p:xfrm>
          <a:off x="3314700" y="1149350"/>
          <a:ext cx="5200650" cy="33655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Footer Placeholder 3">
            <a:extLst>
              <a:ext uri="{FF2B5EF4-FFF2-40B4-BE49-F238E27FC236}">
                <a16:creationId xmlns:a16="http://schemas.microsoft.com/office/drawing/2014/main" id="{4C185B97-7657-F2E9-E742-3EE3F15EFDE5}"/>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470879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5.7</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Routing and VLAN Troubleshooting</a:t>
            </a:r>
          </a:p>
        </p:txBody>
      </p:sp>
      <p:sp>
        <p:nvSpPr>
          <p:cNvPr id="5" name="Slide Number Placeholder 4">
            <a:extLst>
              <a:ext uri="{FF2B5EF4-FFF2-40B4-BE49-F238E27FC236}">
                <a16:creationId xmlns:a16="http://schemas.microsoft.com/office/drawing/2014/main" id="{38ED3352-10D7-524B-1307-CFDC2B517AC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44</a:t>
            </a:fld>
            <a:endParaRPr lang="en-US" dirty="0"/>
          </a:p>
        </p:txBody>
      </p:sp>
      <p:sp>
        <p:nvSpPr>
          <p:cNvPr id="6" name="Footer Placeholder 5">
            <a:extLst>
              <a:ext uri="{FF2B5EF4-FFF2-40B4-BE49-F238E27FC236}">
                <a16:creationId xmlns:a16="http://schemas.microsoft.com/office/drawing/2014/main" id="{226699E2-3943-69C5-6445-A46340CD098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9396527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BF5B73E1-B46B-625C-35A3-E113529C78B6}"/>
              </a:ext>
            </a:extLst>
          </p:cNvPr>
          <p:cNvGraphicFramePr/>
          <p:nvPr/>
        </p:nvGraphicFramePr>
        <p:xfrm>
          <a:off x="605543" y="1078501"/>
          <a:ext cx="7885242" cy="4060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22B76ED1-6E85-7352-F00E-1CADEE94B8F2}"/>
              </a:ext>
            </a:extLst>
          </p:cNvPr>
          <p:cNvSpPr>
            <a:spLocks noGrp="1"/>
          </p:cNvSpPr>
          <p:nvPr>
            <p:ph type="title"/>
          </p:nvPr>
        </p:nvSpPr>
        <p:spPr>
          <a:xfrm>
            <a:off x="628649" y="584942"/>
            <a:ext cx="7886699" cy="572790"/>
          </a:xfrm>
        </p:spPr>
        <p:txBody>
          <a:bodyPr>
            <a:normAutofit/>
          </a:bodyPr>
          <a:lstStyle/>
          <a:p>
            <a:r>
              <a:rPr lang="en-US" dirty="0"/>
              <a:t>Routing Table Issues</a:t>
            </a:r>
          </a:p>
        </p:txBody>
      </p:sp>
      <p:sp>
        <p:nvSpPr>
          <p:cNvPr id="11" name="Content Placeholder 10">
            <a:extLst>
              <a:ext uri="{FF2B5EF4-FFF2-40B4-BE49-F238E27FC236}">
                <a16:creationId xmlns:a16="http://schemas.microsoft.com/office/drawing/2014/main" id="{C1550E5E-5458-FE35-2D16-2CAC95B6352B}"/>
              </a:ext>
            </a:extLst>
          </p:cNvPr>
          <p:cNvSpPr>
            <a:spLocks noGrp="1"/>
          </p:cNvSpPr>
          <p:nvPr>
            <p:ph idx="1"/>
          </p:nvPr>
        </p:nvSpPr>
        <p:spPr>
          <a:xfrm>
            <a:off x="628650" y="1216369"/>
            <a:ext cx="7886700" cy="3325066"/>
          </a:xfrm>
        </p:spPr>
        <p:txBody>
          <a:bodyPr/>
          <a:lstStyle/>
          <a:p>
            <a:pPr marL="0" indent="0">
              <a:buNone/>
            </a:pPr>
            <a:r>
              <a:rPr lang="en-US" dirty="0"/>
              <a:t>Suspect a routing issue if you ping a host’s default </a:t>
            </a:r>
            <a:br>
              <a:rPr lang="en-US" dirty="0"/>
            </a:br>
            <a:r>
              <a:rPr lang="en-US" dirty="0"/>
              <a:t>gateway but not some or all hosts on remote network.</a:t>
            </a:r>
          </a:p>
        </p:txBody>
      </p:sp>
      <p:sp>
        <p:nvSpPr>
          <p:cNvPr id="3" name="Slide Number Placeholder 2">
            <a:extLst>
              <a:ext uri="{FF2B5EF4-FFF2-40B4-BE49-F238E27FC236}">
                <a16:creationId xmlns:a16="http://schemas.microsoft.com/office/drawing/2014/main" id="{0E64D481-9726-E4E2-FCC4-41D9816CDB1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45</a:t>
            </a:fld>
            <a:endParaRPr lang="en-US" dirty="0"/>
          </a:p>
        </p:txBody>
      </p:sp>
      <p:sp>
        <p:nvSpPr>
          <p:cNvPr id="6" name="Footer Placeholder 5">
            <a:extLst>
              <a:ext uri="{FF2B5EF4-FFF2-40B4-BE49-F238E27FC236}">
                <a16:creationId xmlns:a16="http://schemas.microsoft.com/office/drawing/2014/main" id="{AC39088A-F745-56EA-3F51-8B269AD49B2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583728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913B84C1-0D0E-C1CB-8DC6-B049054AACDC}"/>
              </a:ext>
            </a:extLst>
          </p:cNvPr>
          <p:cNvGraphicFramePr/>
          <p:nvPr/>
        </p:nvGraphicFramePr>
        <p:xfrm>
          <a:off x="678695" y="940299"/>
          <a:ext cx="7885242" cy="4060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584830A4-6EB7-3FB0-D72F-7F0CA2EE8978}"/>
              </a:ext>
            </a:extLst>
          </p:cNvPr>
          <p:cNvSpPr>
            <a:spLocks noGrp="1"/>
          </p:cNvSpPr>
          <p:nvPr>
            <p:ph type="title"/>
          </p:nvPr>
        </p:nvSpPr>
        <p:spPr>
          <a:xfrm>
            <a:off x="628649" y="584942"/>
            <a:ext cx="7886699" cy="572790"/>
          </a:xfrm>
        </p:spPr>
        <p:txBody>
          <a:bodyPr>
            <a:normAutofit/>
          </a:bodyPr>
          <a:lstStyle/>
          <a:p>
            <a:r>
              <a:rPr lang="en-US" dirty="0"/>
              <a:t>Default Route and Routing Loop Issues</a:t>
            </a:r>
          </a:p>
        </p:txBody>
      </p:sp>
      <p:sp>
        <p:nvSpPr>
          <p:cNvPr id="7" name="Content Placeholder 6">
            <a:extLst>
              <a:ext uri="{FF2B5EF4-FFF2-40B4-BE49-F238E27FC236}">
                <a16:creationId xmlns:a16="http://schemas.microsoft.com/office/drawing/2014/main" id="{4836FB6C-6FDB-FD4E-E88D-81E6598629FF}"/>
              </a:ext>
            </a:extLst>
          </p:cNvPr>
          <p:cNvSpPr>
            <a:spLocks noGrp="1"/>
          </p:cNvSpPr>
          <p:nvPr>
            <p:ph idx="1"/>
          </p:nvPr>
        </p:nvSpPr>
        <p:spPr>
          <a:xfrm>
            <a:off x="628650" y="1216369"/>
            <a:ext cx="7886700" cy="3325066"/>
          </a:xfrm>
        </p:spPr>
        <p:txBody>
          <a:bodyPr/>
          <a:lstStyle/>
          <a:p>
            <a:pPr marL="0" indent="0">
              <a:buNone/>
            </a:pPr>
            <a:r>
              <a:rPr lang="en-US" dirty="0"/>
              <a:t>Misconfigured default routes or distributing default </a:t>
            </a:r>
            <a:br>
              <a:rPr lang="en-US" dirty="0"/>
            </a:br>
            <a:r>
              <a:rPr lang="en-US" dirty="0"/>
              <a:t>routes to other routers can lead to routing loops.</a:t>
            </a:r>
          </a:p>
          <a:p>
            <a:endParaRPr lang="en-US" dirty="0"/>
          </a:p>
        </p:txBody>
      </p:sp>
      <p:sp>
        <p:nvSpPr>
          <p:cNvPr id="3" name="Slide Number Placeholder 2">
            <a:extLst>
              <a:ext uri="{FF2B5EF4-FFF2-40B4-BE49-F238E27FC236}">
                <a16:creationId xmlns:a16="http://schemas.microsoft.com/office/drawing/2014/main" id="{9CB3A40A-2DD4-3541-54F5-D2D5C6A2B75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46</a:t>
            </a:fld>
            <a:endParaRPr lang="en-US" dirty="0"/>
          </a:p>
        </p:txBody>
      </p:sp>
      <p:sp>
        <p:nvSpPr>
          <p:cNvPr id="5" name="Footer Placeholder 4">
            <a:extLst>
              <a:ext uri="{FF2B5EF4-FFF2-40B4-BE49-F238E27FC236}">
                <a16:creationId xmlns:a16="http://schemas.microsoft.com/office/drawing/2014/main" id="{ED6257A0-1722-DAB5-AA72-999B3607F09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549476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95083C75-F179-E57A-CA4D-CA2C4C39846C}"/>
              </a:ext>
            </a:extLst>
          </p:cNvPr>
          <p:cNvGraphicFramePr/>
          <p:nvPr>
            <p:extLst>
              <p:ext uri="{D42A27DB-BD31-4B8C-83A1-F6EECF244321}">
                <p14:modId xmlns:p14="http://schemas.microsoft.com/office/powerpoint/2010/main" val="2262116431"/>
              </p:ext>
            </p:extLst>
          </p:nvPr>
        </p:nvGraphicFramePr>
        <p:xfrm>
          <a:off x="726001" y="1436689"/>
          <a:ext cx="7886701" cy="3325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98DD265A-E78B-8110-5F82-E9D9015B8069}"/>
              </a:ext>
            </a:extLst>
          </p:cNvPr>
          <p:cNvSpPr>
            <a:spLocks noGrp="1"/>
          </p:cNvSpPr>
          <p:nvPr>
            <p:ph type="title"/>
          </p:nvPr>
        </p:nvSpPr>
        <p:spPr>
          <a:xfrm>
            <a:off x="628649" y="584942"/>
            <a:ext cx="7886699" cy="572790"/>
          </a:xfrm>
        </p:spPr>
        <p:txBody>
          <a:bodyPr>
            <a:normAutofit/>
          </a:bodyPr>
          <a:lstStyle/>
          <a:p>
            <a:r>
              <a:rPr lang="en-US" dirty="0"/>
              <a:t>VLAN Assignment Issues</a:t>
            </a:r>
          </a:p>
        </p:txBody>
      </p:sp>
      <p:sp>
        <p:nvSpPr>
          <p:cNvPr id="8" name="Content Placeholder 7">
            <a:extLst>
              <a:ext uri="{FF2B5EF4-FFF2-40B4-BE49-F238E27FC236}">
                <a16:creationId xmlns:a16="http://schemas.microsoft.com/office/drawing/2014/main" id="{A7A9FF6E-06F9-5D7C-50E6-1626EB505563}"/>
              </a:ext>
            </a:extLst>
          </p:cNvPr>
          <p:cNvSpPr>
            <a:spLocks noGrp="1"/>
          </p:cNvSpPr>
          <p:nvPr>
            <p:ph idx="1"/>
          </p:nvPr>
        </p:nvSpPr>
        <p:spPr>
          <a:xfrm>
            <a:off x="628650" y="1216369"/>
            <a:ext cx="7886700" cy="3325066"/>
          </a:xfrm>
        </p:spPr>
        <p:txBody>
          <a:bodyPr/>
          <a:lstStyle/>
          <a:p>
            <a:pPr marL="0" indent="0">
              <a:buNone/>
            </a:pPr>
            <a:r>
              <a:rPr lang="en-US" dirty="0"/>
              <a:t>Devices on a VLAN need a matching IP configuration </a:t>
            </a:r>
            <a:br>
              <a:rPr lang="en-US" dirty="0"/>
            </a:br>
            <a:r>
              <a:rPr lang="en-US" dirty="0"/>
              <a:t>(address, subnet mask, gateway, DNS).</a:t>
            </a:r>
          </a:p>
          <a:p>
            <a:endParaRPr lang="en-US" dirty="0"/>
          </a:p>
        </p:txBody>
      </p:sp>
      <p:sp>
        <p:nvSpPr>
          <p:cNvPr id="3" name="Slide Number Placeholder 2">
            <a:extLst>
              <a:ext uri="{FF2B5EF4-FFF2-40B4-BE49-F238E27FC236}">
                <a16:creationId xmlns:a16="http://schemas.microsoft.com/office/drawing/2014/main" id="{13C18511-F6AA-182C-A158-AA15B588818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47</a:t>
            </a:fld>
            <a:endParaRPr lang="en-US" dirty="0"/>
          </a:p>
        </p:txBody>
      </p:sp>
      <p:sp>
        <p:nvSpPr>
          <p:cNvPr id="6" name="Footer Placeholder 5">
            <a:extLst>
              <a:ext uri="{FF2B5EF4-FFF2-40B4-BE49-F238E27FC236}">
                <a16:creationId xmlns:a16="http://schemas.microsoft.com/office/drawing/2014/main" id="{F1D5C8BE-67C5-59F9-BA31-5A5328CA975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800153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ctrTitle"/>
          </p:nvPr>
        </p:nvSpPr>
        <p:spPr>
          <a:xfrm>
            <a:off x="682580" y="840993"/>
            <a:ext cx="7318420" cy="1397942"/>
          </a:xfrm>
        </p:spPr>
        <p:txBody>
          <a:bodyPr/>
          <a:lstStyle/>
          <a:p>
            <a:r>
              <a:rPr lang="en-US" dirty="0"/>
              <a:t>Summary</a:t>
            </a:r>
          </a:p>
        </p:txBody>
      </p:sp>
      <p:sp>
        <p:nvSpPr>
          <p:cNvPr id="10" name="Subtitle 9">
            <a:extLst>
              <a:ext uri="{FF2B5EF4-FFF2-40B4-BE49-F238E27FC236}">
                <a16:creationId xmlns:a16="http://schemas.microsoft.com/office/drawing/2014/main" id="{F6077B45-D223-B148-181E-C427E8FD9AE6}"/>
              </a:ext>
            </a:extLst>
          </p:cNvPr>
          <p:cNvSpPr>
            <a:spLocks noGrp="1"/>
          </p:cNvSpPr>
          <p:nvPr>
            <p:ph type="subTitle" idx="1"/>
          </p:nvPr>
        </p:nvSpPr>
        <p:spPr>
          <a:xfrm>
            <a:off x="682580" y="2306171"/>
            <a:ext cx="7318420" cy="1633528"/>
          </a:xfrm>
        </p:spPr>
        <p:txBody>
          <a:bodyPr/>
          <a:lstStyle/>
          <a:p>
            <a:r>
              <a:rPr lang="en-US" dirty="0"/>
              <a:t>Configuring Routing </a:t>
            </a:r>
            <a:br>
              <a:rPr lang="en-US" dirty="0"/>
            </a:br>
            <a:r>
              <a:rPr lang="en-US" dirty="0"/>
              <a:t>and Advanced Switching</a:t>
            </a:r>
          </a:p>
        </p:txBody>
      </p:sp>
      <p:sp>
        <p:nvSpPr>
          <p:cNvPr id="5" name="Slide Number Placeholder 4">
            <a:extLst>
              <a:ext uri="{FF2B5EF4-FFF2-40B4-BE49-F238E27FC236}">
                <a16:creationId xmlns:a16="http://schemas.microsoft.com/office/drawing/2014/main" id="{0976EBCC-2732-0941-BDA8-1C0290A4EE9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48</a:t>
            </a:fld>
            <a:endParaRPr lang="en-US" dirty="0"/>
          </a:p>
        </p:txBody>
      </p:sp>
      <p:sp>
        <p:nvSpPr>
          <p:cNvPr id="6" name="Footer Placeholder 5">
            <a:extLst>
              <a:ext uri="{FF2B5EF4-FFF2-40B4-BE49-F238E27FC236}">
                <a16:creationId xmlns:a16="http://schemas.microsoft.com/office/drawing/2014/main" id="{BBF7072C-CAD6-7B74-3F69-8978D52C46E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98456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FD4B-B953-BEFC-78A3-725F1DE08E27}"/>
              </a:ext>
            </a:extLst>
          </p:cNvPr>
          <p:cNvSpPr>
            <a:spLocks noGrp="1"/>
          </p:cNvSpPr>
          <p:nvPr>
            <p:ph type="title"/>
          </p:nvPr>
        </p:nvSpPr>
        <p:spPr>
          <a:xfrm>
            <a:off x="628649" y="584942"/>
            <a:ext cx="7886699" cy="572790"/>
          </a:xfrm>
        </p:spPr>
        <p:txBody>
          <a:bodyPr>
            <a:normAutofit/>
          </a:bodyPr>
          <a:lstStyle/>
          <a:p>
            <a:r>
              <a:rPr lang="en-US" dirty="0"/>
              <a:t>Main Points</a:t>
            </a:r>
          </a:p>
        </p:txBody>
      </p:sp>
      <p:sp>
        <p:nvSpPr>
          <p:cNvPr id="3" name="Content Placeholder 2">
            <a:extLst>
              <a:ext uri="{FF2B5EF4-FFF2-40B4-BE49-F238E27FC236}">
                <a16:creationId xmlns:a16="http://schemas.microsoft.com/office/drawing/2014/main" id="{37F4092C-34AC-1128-EC89-05BCF335B867}"/>
              </a:ext>
            </a:extLst>
          </p:cNvPr>
          <p:cNvSpPr>
            <a:spLocks noGrp="1"/>
          </p:cNvSpPr>
          <p:nvPr>
            <p:ph idx="1"/>
          </p:nvPr>
        </p:nvSpPr>
        <p:spPr>
          <a:xfrm>
            <a:off x="628650" y="1216369"/>
            <a:ext cx="7886700" cy="3325066"/>
          </a:xfrm>
        </p:spPr>
        <p:txBody>
          <a:bodyPr>
            <a:normAutofit/>
          </a:bodyPr>
          <a:lstStyle/>
          <a:p>
            <a:pPr>
              <a:spcAft>
                <a:spcPts val="600"/>
              </a:spcAft>
            </a:pPr>
            <a:r>
              <a:rPr lang="en-US" b="1" dirty="0"/>
              <a:t>Routing Tables</a:t>
            </a:r>
            <a:r>
              <a:rPr lang="en-US" dirty="0"/>
              <a:t>: Routers' internal maps guide data packets to their destinations</a:t>
            </a:r>
          </a:p>
          <a:p>
            <a:pPr>
              <a:spcAft>
                <a:spcPts val="600"/>
              </a:spcAft>
            </a:pPr>
            <a:r>
              <a:rPr lang="en-US" b="1" dirty="0"/>
              <a:t>Dynamic Routing</a:t>
            </a:r>
            <a:r>
              <a:rPr lang="en-US" dirty="0"/>
              <a:t>: Protocols automate routing information exchange between routers</a:t>
            </a:r>
          </a:p>
          <a:p>
            <a:pPr>
              <a:spcAft>
                <a:spcPts val="600"/>
              </a:spcAft>
            </a:pPr>
            <a:r>
              <a:rPr lang="en-US" b="1" dirty="0"/>
              <a:t>NAT</a:t>
            </a:r>
            <a:r>
              <a:rPr lang="en-US" dirty="0"/>
              <a:t>: Translates between private and public IP addresses for internet access</a:t>
            </a:r>
          </a:p>
          <a:p>
            <a:pPr>
              <a:spcAft>
                <a:spcPts val="600"/>
              </a:spcAft>
            </a:pPr>
            <a:r>
              <a:rPr lang="en-US" b="1" dirty="0"/>
              <a:t>VLANs</a:t>
            </a:r>
            <a:r>
              <a:rPr lang="en-US" dirty="0"/>
              <a:t>: Create logical network segments </a:t>
            </a:r>
            <a:br>
              <a:rPr lang="en-US" dirty="0"/>
            </a:br>
            <a:r>
              <a:rPr lang="en-US" dirty="0"/>
              <a:t>within a physical network​</a:t>
            </a:r>
          </a:p>
        </p:txBody>
      </p:sp>
      <p:sp>
        <p:nvSpPr>
          <p:cNvPr id="5" name="Slide Number Placeholder 4">
            <a:extLst>
              <a:ext uri="{FF2B5EF4-FFF2-40B4-BE49-F238E27FC236}">
                <a16:creationId xmlns:a16="http://schemas.microsoft.com/office/drawing/2014/main" id="{6162B12D-82F6-F044-7F35-BFF181ED918B}"/>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49</a:t>
            </a:fld>
            <a:endParaRPr lang="en-US" noProof="0" dirty="0"/>
          </a:p>
        </p:txBody>
      </p:sp>
      <p:sp>
        <p:nvSpPr>
          <p:cNvPr id="6" name="Footer Placeholder 5">
            <a:extLst>
              <a:ext uri="{FF2B5EF4-FFF2-40B4-BE49-F238E27FC236}">
                <a16:creationId xmlns:a16="http://schemas.microsoft.com/office/drawing/2014/main" id="{ED706EE9-3CE9-6395-9A93-722FD9D7A9E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940928441"/>
      </p:ext>
    </p:extLst>
  </p:cSld>
  <p:clrMapOvr>
    <a:masterClrMapping/>
  </p:clrMapOvr>
</p:sld>
</file>

<file path=ppt/theme/theme1.xml><?xml version="1.0" encoding="utf-8"?>
<a:theme xmlns:a="http://schemas.openxmlformats.org/drawingml/2006/main" name="Learning Design">
  <a:themeElements>
    <a:clrScheme name="Custom 10">
      <a:dk1>
        <a:srgbClr val="000000"/>
      </a:dk1>
      <a:lt1>
        <a:srgbClr val="FFFFFF"/>
      </a:lt1>
      <a:dk2>
        <a:srgbClr val="004F70"/>
      </a:dk2>
      <a:lt2>
        <a:srgbClr val="E7E6E6"/>
      </a:lt2>
      <a:accent1>
        <a:srgbClr val="004F70"/>
      </a:accent1>
      <a:accent2>
        <a:srgbClr val="C8102E"/>
      </a:accent2>
      <a:accent3>
        <a:srgbClr val="007377"/>
      </a:accent3>
      <a:accent4>
        <a:srgbClr val="009CA6"/>
      </a:accent4>
      <a:accent5>
        <a:srgbClr val="63CCC8"/>
      </a:accent5>
      <a:accent6>
        <a:srgbClr val="00698E"/>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52A02-1E55-4DBA-994E-857BEA779AC3}">
  <ds:schemaRefs>
    <ds:schemaRef ds:uri="http://schemas.microsoft.com/sharepoint/v3"/>
    <ds:schemaRef ds:uri="http://purl.org/dc/dcmitype/"/>
    <ds:schemaRef ds:uri="http://schemas.microsoft.com/office/2006/documentManagement/types"/>
    <ds:schemaRef ds:uri="http://schemas.microsoft.com/office/2006/metadata/properties"/>
    <ds:schemaRef ds:uri="http://purl.org/dc/terms/"/>
    <ds:schemaRef ds:uri="95a46270-66ec-4bdf-aabc-d78887d51418"/>
    <ds:schemaRef ds:uri="http://schemas.openxmlformats.org/package/2006/metadata/core-properties"/>
    <ds:schemaRef ds:uri="http://www.w3.org/XML/1998/namespace"/>
    <ds:schemaRef ds:uri="http://purl.org/dc/elements/1.1/"/>
    <ds:schemaRef ds:uri="http://schemas.microsoft.com/office/infopath/2007/PartnerControls"/>
    <ds:schemaRef ds:uri="315eb565-7267-4a95-9087-2f433ded3c8b"/>
  </ds:schemaRefs>
</ds:datastoreItem>
</file>

<file path=customXml/itemProps3.xml><?xml version="1.0" encoding="utf-8"?>
<ds:datastoreItem xmlns:ds="http://schemas.openxmlformats.org/officeDocument/2006/customXml" ds:itemID="{743C1A66-679F-4E54-96D0-138142AFA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2716</TotalTime>
  <Words>8353</Words>
  <Application>Microsoft Office PowerPoint</Application>
  <PresentationFormat>Custom</PresentationFormat>
  <Paragraphs>801</Paragraphs>
  <Slides>49</Slides>
  <Notes>49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Arial</vt:lpstr>
      <vt:lpstr>Calibri</vt:lpstr>
      <vt:lpstr>Courier New</vt:lpstr>
      <vt:lpstr>Inter</vt:lpstr>
      <vt:lpstr>Lato</vt:lpstr>
      <vt:lpstr>Noto Sans</vt:lpstr>
      <vt:lpstr>Noto Sans Condensed</vt:lpstr>
      <vt:lpstr>Open Sans</vt:lpstr>
      <vt:lpstr>roboto</vt:lpstr>
      <vt:lpstr>Wingdings</vt:lpstr>
      <vt:lpstr>Learning Design</vt:lpstr>
      <vt:lpstr>Module 5</vt:lpstr>
      <vt:lpstr>Module Objectives</vt:lpstr>
      <vt:lpstr>Lesson 5.1</vt:lpstr>
      <vt:lpstr>Routing Tables and Path Selection</vt:lpstr>
      <vt:lpstr>Routing Table Entries</vt:lpstr>
      <vt:lpstr>Static Routes</vt:lpstr>
      <vt:lpstr>Routing Table Example</vt:lpstr>
      <vt:lpstr>Packet Forwarding</vt:lpstr>
      <vt:lpstr>Router Configuration</vt:lpstr>
      <vt:lpstr>Routing Tools</vt:lpstr>
      <vt:lpstr>Activity: Trivia</vt:lpstr>
      <vt:lpstr>Lesson 5.2</vt:lpstr>
      <vt:lpstr>Static vs. Dynamic Routing</vt:lpstr>
      <vt:lpstr>Dynamic Routing Protocols</vt:lpstr>
      <vt:lpstr>RIP Protocol</vt:lpstr>
      <vt:lpstr>Enhanced IGRP (EIGRP)</vt:lpstr>
      <vt:lpstr>Open Shortest Path First (OSPF)</vt:lpstr>
      <vt:lpstr>Border Gateway Protocol (BGP)</vt:lpstr>
      <vt:lpstr>Activity: Fill in the Blank</vt:lpstr>
      <vt:lpstr>Lesson 5.3</vt:lpstr>
      <vt:lpstr>Network Address Translation (NAT)</vt:lpstr>
      <vt:lpstr>NAT Types</vt:lpstr>
      <vt:lpstr>Edge Routers</vt:lpstr>
      <vt:lpstr>Types of Edge Routers</vt:lpstr>
      <vt:lpstr>Port Address Translation</vt:lpstr>
      <vt:lpstr>Activity: Multiple Choice</vt:lpstr>
      <vt:lpstr>Lesson 5.4</vt:lpstr>
      <vt:lpstr>Firewall Types</vt:lpstr>
      <vt:lpstr>Stateless vs. Stateful</vt:lpstr>
      <vt:lpstr>Activity: Firewall Shopping</vt:lpstr>
      <vt:lpstr>Lesson 5.5</vt:lpstr>
      <vt:lpstr>Activity: Think About It </vt:lpstr>
      <vt:lpstr>Three-Tiered Network Hierarchy</vt:lpstr>
      <vt:lpstr>Hybrid Topologies</vt:lpstr>
      <vt:lpstr>Activity: Quick Search </vt:lpstr>
      <vt:lpstr>Lesson 5.6</vt:lpstr>
      <vt:lpstr>Virtual LANs and Subnets</vt:lpstr>
      <vt:lpstr>VLAN IDs and Membership</vt:lpstr>
      <vt:lpstr>Tagged and Untagged Ports</vt:lpstr>
      <vt:lpstr>VLAN Types</vt:lpstr>
      <vt:lpstr>Trunking and IEEE 802.1Q</vt:lpstr>
      <vt:lpstr>VLAN Routing</vt:lpstr>
      <vt:lpstr>Activity: Two Truths and a Lie</vt:lpstr>
      <vt:lpstr>Lesson 5.7</vt:lpstr>
      <vt:lpstr>Routing Table Issues</vt:lpstr>
      <vt:lpstr>Default Route and Routing Loop Issues</vt:lpstr>
      <vt:lpstr>VLAN Assignment Issues</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Amy Glidewell</cp:lastModifiedBy>
  <cp:revision>32</cp:revision>
  <dcterms:created xsi:type="dcterms:W3CDTF">2024-03-17T18:19:12Z</dcterms:created>
  <dcterms:modified xsi:type="dcterms:W3CDTF">2025-04-21T22:49:08Z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