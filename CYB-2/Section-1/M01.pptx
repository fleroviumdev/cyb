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2.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4.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42.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43.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44.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45.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46.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47.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84" r:id="rId5"/>
  </p:sldMasterIdLst>
  <p:notesMasterIdLst>
    <p:notesMasterId r:id="rId55"/>
  </p:notesMasterIdLst>
  <p:handoutMasterIdLst>
    <p:handoutMasterId r:id="rId56"/>
  </p:handoutMasterIdLst>
  <p:sldIdLst>
    <p:sldId id="286" r:id="rId6"/>
    <p:sldId id="303" r:id="rId7"/>
    <p:sldId id="310" r:id="rId8"/>
    <p:sldId id="348" r:id="rId9"/>
    <p:sldId id="383" r:id="rId10"/>
    <p:sldId id="384" r:id="rId11"/>
    <p:sldId id="350" r:id="rId12"/>
    <p:sldId id="355" r:id="rId13"/>
    <p:sldId id="382" r:id="rId14"/>
    <p:sldId id="352" r:id="rId15"/>
    <p:sldId id="353" r:id="rId16"/>
    <p:sldId id="354" r:id="rId17"/>
    <p:sldId id="357" r:id="rId18"/>
    <p:sldId id="386" r:id="rId19"/>
    <p:sldId id="287" r:id="rId20"/>
    <p:sldId id="289" r:id="rId21"/>
    <p:sldId id="290" r:id="rId22"/>
    <p:sldId id="291" r:id="rId23"/>
    <p:sldId id="292" r:id="rId24"/>
    <p:sldId id="293" r:id="rId25"/>
    <p:sldId id="295" r:id="rId26"/>
    <p:sldId id="296" r:id="rId27"/>
    <p:sldId id="297" r:id="rId28"/>
    <p:sldId id="385" r:id="rId29"/>
    <p:sldId id="376" r:id="rId30"/>
    <p:sldId id="389" r:id="rId31"/>
    <p:sldId id="361" r:id="rId32"/>
    <p:sldId id="390" r:id="rId33"/>
    <p:sldId id="363" r:id="rId34"/>
    <p:sldId id="343" r:id="rId35"/>
    <p:sldId id="364" r:id="rId36"/>
    <p:sldId id="366" r:id="rId37"/>
    <p:sldId id="367" r:id="rId38"/>
    <p:sldId id="377" r:id="rId39"/>
    <p:sldId id="387" r:id="rId40"/>
    <p:sldId id="374" r:id="rId41"/>
    <p:sldId id="372" r:id="rId42"/>
    <p:sldId id="388" r:id="rId43"/>
    <p:sldId id="368" r:id="rId44"/>
    <p:sldId id="369" r:id="rId45"/>
    <p:sldId id="311" r:id="rId46"/>
    <p:sldId id="312" r:id="rId47"/>
    <p:sldId id="313" r:id="rId48"/>
    <p:sldId id="314" r:id="rId49"/>
    <p:sldId id="315" r:id="rId50"/>
    <p:sldId id="316" r:id="rId51"/>
    <p:sldId id="381" r:id="rId52"/>
    <p:sldId id="345" r:id="rId53"/>
    <p:sldId id="346" r:id="rId54"/>
  </p:sldIdLst>
  <p:sldSz cx="9144000" cy="5138738"/>
  <p:notesSz cx="6858000" cy="9144000"/>
  <p:custDataLst>
    <p:tags r:id="rId57"/>
  </p:custDataLst>
  <p:defaultTextStyle>
    <a:defPPr>
      <a:defRPr lang="en-US"/>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771" userDrawn="1">
          <p15:clr>
            <a:srgbClr val="A4A3A4"/>
          </p15:clr>
        </p15:guide>
        <p15:guide id="2" pos="3885" userDrawn="1">
          <p15:clr>
            <a:srgbClr val="A4A3A4"/>
          </p15:clr>
        </p15:guide>
        <p15:guide id="3" pos="43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F06873-2C38-7FB2-1A37-742F29FC9C0D}" name="Amy Glidewell" initials="AG" userId="S::aglidewell@comptia.org::095a4851-014c-47ed-bf1b-0c4b57406e94" providerId="AD"/>
  <p188:author id="{F7C0288F-8457-3A5E-CB7F-4786BA0C4ACB}" name="Amanda Kissinger" initials="AK" userId="4321e974a0d9fee8" providerId="Windows Live"/>
  <p188:author id="{2AB4928F-3885-C63F-F2DF-420967CDD779}" name="Yvette Delim" initials="YD" userId="S::ydelim@comptia.org::1eb1221e-2905-468b-b6ca-e1e332e3c4b6" providerId="AD"/>
  <p188:author id="{9F8B7EB7-A237-1275-C121-3F54EF205821}" name="John Sparks" initials="JS" userId="S::jsparks@comptia.org::dcf6e6d0-e01b-49f1-aab6-b105dd3b4cb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82F"/>
    <a:srgbClr val="404448"/>
    <a:srgbClr val="586169"/>
    <a:srgbClr val="004F71"/>
    <a:srgbClr val="007377"/>
    <a:srgbClr val="000000"/>
    <a:srgbClr val="016284"/>
    <a:srgbClr val="6C7072"/>
    <a:srgbClr val="582C83"/>
    <a:srgbClr val="1172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7FAE0B-95C9-4802-949B-434973C78ED4}" v="250" dt="2025-01-10T21:44:54.2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5225" autoAdjust="0"/>
  </p:normalViewPr>
  <p:slideViewPr>
    <p:cSldViewPr snapToGrid="0">
      <p:cViewPr varScale="1">
        <p:scale>
          <a:sx n="80" d="100"/>
          <a:sy n="80" d="100"/>
        </p:scale>
        <p:origin x="514" y="62"/>
      </p:cViewPr>
      <p:guideLst>
        <p:guide orient="horz" pos="1619"/>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771"/>
        <p:guide pos="3885"/>
        <p:guide pos="43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63"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gs" Target="tags/tag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s>
</file>

<file path=ppt/diagrams/_rels/data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diagrams/_rels/data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diagrams/_rels/drawing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328506-594E-4228-9452-CCF7409517E2}"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82FF95E4-35C5-4FE5-97CC-E211F0E34821}">
      <dgm:prSet phldrT="[Text]" custT="1"/>
      <dgm:spPr>
        <a:solidFill>
          <a:schemeClr val="bg1">
            <a:lumMod val="95000"/>
          </a:schemeClr>
        </a:solidFill>
        <a:ln w="9525">
          <a:solidFill>
            <a:schemeClr val="bg1">
              <a:lumMod val="85000"/>
            </a:schemeClr>
          </a:solidFill>
        </a:ln>
      </dgm:spPr>
      <dgm:t>
        <a:bodyPr/>
        <a:lstStyle/>
        <a:p>
          <a:r>
            <a:rPr lang="en-US" sz="2000">
              <a:solidFill>
                <a:srgbClr val="20282F"/>
              </a:solidFill>
            </a:rPr>
            <a:t>Personal Network</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98B5353-FAE7-466A-8164-3C513B1ED000}" type="parTrans" cxnId="{71E9ACCD-1472-4BB9-9775-4EBB9870B1E9}">
      <dgm:prSet/>
      <dgm:spPr/>
      <dgm:t>
        <a:bodyPr/>
        <a:lstStyle/>
        <a:p>
          <a:endParaRPr lang="en-US"/>
        </a:p>
      </dgm:t>
    </dgm:pt>
    <dgm:pt modelId="{F72BC4CE-9DC1-4818-A0B5-3040694A2682}" type="sibTrans" cxnId="{71E9ACCD-1472-4BB9-9775-4EBB9870B1E9}">
      <dgm:prSet/>
      <dgm:spPr/>
      <dgm:t>
        <a:bodyPr/>
        <a:lstStyle/>
        <a:p>
          <a:endParaRPr lang="en-US"/>
        </a:p>
      </dgm:t>
    </dgm:pt>
    <dgm:pt modelId="{2D0E402A-CACD-43FA-BA40-2A7717162226}">
      <dgm:prSet phldrT="[Text]"/>
      <dgm:spPr>
        <a:solidFill>
          <a:srgbClr val="004F71"/>
        </a:solidFill>
      </dgm:spPr>
      <dgm:t>
        <a:bodyPr/>
        <a:lstStyle/>
        <a:p>
          <a:r>
            <a:rPr lang="en-US"/>
            <a:t>People</a:t>
          </a:r>
        </a:p>
      </dgm:t>
    </dgm:pt>
    <dgm:pt modelId="{24659DA8-1267-4BE6-9C10-ED9CFC248B1A}" type="parTrans" cxnId="{406EEEF4-E365-4C72-A1ED-0066A079EE88}">
      <dgm:prSet/>
      <dgm:spPr/>
      <dgm:t>
        <a:bodyPr/>
        <a:lstStyle/>
        <a:p>
          <a:endParaRPr lang="en-US"/>
        </a:p>
      </dgm:t>
    </dgm:pt>
    <dgm:pt modelId="{22FAF394-DE31-4F0E-9C7F-433E4E729208}" type="sibTrans" cxnId="{406EEEF4-E365-4C72-A1ED-0066A079EE88}">
      <dgm:prSet/>
      <dgm:spPr/>
      <dgm:t>
        <a:bodyPr/>
        <a:lstStyle/>
        <a:p>
          <a:endParaRPr lang="en-US"/>
        </a:p>
      </dgm:t>
    </dgm:pt>
    <dgm:pt modelId="{EFA6AC28-8557-42C5-98E7-5D0A321A2CF5}">
      <dgm:prSet phldrT="[Text]"/>
      <dgm:spPr>
        <a:solidFill>
          <a:srgbClr val="004F71"/>
        </a:solidFill>
      </dgm:spPr>
      <dgm:t>
        <a:bodyPr/>
        <a:lstStyle/>
        <a:p>
          <a:r>
            <a:rPr lang="en-US"/>
            <a:t>Relationships</a:t>
          </a:r>
        </a:p>
      </dgm:t>
    </dgm:pt>
    <dgm:pt modelId="{ED027CA6-FBD0-40F8-9D86-7018F440F533}" type="parTrans" cxnId="{AB3C5936-94E9-4C29-9F66-FF285D470B77}">
      <dgm:prSet/>
      <dgm:spPr/>
      <dgm:t>
        <a:bodyPr/>
        <a:lstStyle/>
        <a:p>
          <a:endParaRPr lang="en-US"/>
        </a:p>
      </dgm:t>
    </dgm:pt>
    <dgm:pt modelId="{33E30CAD-A743-4E60-9CBF-3FCCF48AA165}" type="sibTrans" cxnId="{AB3C5936-94E9-4C29-9F66-FF285D470B77}">
      <dgm:prSet/>
      <dgm:spPr/>
      <dgm:t>
        <a:bodyPr/>
        <a:lstStyle/>
        <a:p>
          <a:endParaRPr lang="en-US"/>
        </a:p>
      </dgm:t>
    </dgm:pt>
    <dgm:pt modelId="{DDC4065F-29B8-4399-96AA-4EE2BC985FD5}">
      <dgm:prSet phldrT="[Text]" custT="1"/>
      <dgm:spPr>
        <a:solidFill>
          <a:schemeClr val="bg1">
            <a:lumMod val="95000"/>
          </a:schemeClr>
        </a:solidFill>
        <a:ln w="9525">
          <a:solidFill>
            <a:schemeClr val="bg1">
              <a:lumMod val="85000"/>
            </a:schemeClr>
          </a:solidFill>
        </a:ln>
      </dgm:spPr>
      <dgm:t>
        <a:bodyPr/>
        <a:lstStyle/>
        <a:p>
          <a:r>
            <a:rPr lang="en-US" sz="2000">
              <a:solidFill>
                <a:srgbClr val="20282F"/>
              </a:solidFill>
            </a:rPr>
            <a:t>IT Network</a:t>
          </a:r>
        </a:p>
      </dgm:t>
      <dgm:extLst>
        <a:ext uri="{E40237B7-FDA0-4F09-8148-C483321AD2D9}">
          <dgm14:cNvPr xmlns:dgm14="http://schemas.microsoft.com/office/drawing/2010/diagram" id="0" name="" descr="Personal and IT networks share several similarities. Individuals in a personal network are equivalent to devices in an IT network, as both serve as the fundamental units. The bonds between people in a personal network mirror the connections, such as cables or wireless signals, between devices in an IT network. Similarly, the exchange of information between people—whether verbal, nonverbal, or written—is comparable to how data moves between devices through networks. Just as people form social groups like families, friends, or colleagues, devices are organized into networks or segments to enable efficient communication. The influence individuals have within a social group is akin to how certain devices or nodes impact data flow within a network's topology. Lastly, trust plays a crucial role in fostering strong personal relationships, just as security is vital for protecting data and devices in IT networks.">
            <a:extLst>
              <a:ext uri="{C183D7F6-B498-43B3-948B-1728B52AA6E4}">
                <adec:decorative xmlns:adec="http://schemas.microsoft.com/office/drawing/2017/decorative" val="0"/>
              </a:ext>
            </a:extLst>
          </dgm14:cNvPr>
        </a:ext>
      </dgm:extLst>
    </dgm:pt>
    <dgm:pt modelId="{B88CDF32-E75B-4C72-A8EA-36568CD83B5F}" type="parTrans" cxnId="{B1512BA1-985E-470E-B224-336253C31666}">
      <dgm:prSet/>
      <dgm:spPr/>
      <dgm:t>
        <a:bodyPr/>
        <a:lstStyle/>
        <a:p>
          <a:endParaRPr lang="en-US"/>
        </a:p>
      </dgm:t>
    </dgm:pt>
    <dgm:pt modelId="{6C78F934-389D-4EFF-9E28-3E6776922849}" type="sibTrans" cxnId="{B1512BA1-985E-470E-B224-336253C31666}">
      <dgm:prSet/>
      <dgm:spPr/>
      <dgm:t>
        <a:bodyPr/>
        <a:lstStyle/>
        <a:p>
          <a:endParaRPr lang="en-US"/>
        </a:p>
      </dgm:t>
    </dgm:pt>
    <dgm:pt modelId="{330D6D89-993E-4F73-8EFA-91ECAEA3A2B9}">
      <dgm:prSet phldrT="[Text]"/>
      <dgm:spPr>
        <a:solidFill>
          <a:srgbClr val="004F71"/>
        </a:solidFill>
      </dgm:spPr>
      <dgm:t>
        <a:bodyPr/>
        <a:lstStyle/>
        <a:p>
          <a:r>
            <a:rPr lang="en-US"/>
            <a:t>Devices</a:t>
          </a:r>
        </a:p>
      </dgm:t>
    </dgm:pt>
    <dgm:pt modelId="{D52FDD54-C1EA-4CD2-9D81-CBB5D78DAF0E}" type="parTrans" cxnId="{3A755841-F1AE-40BE-BEB1-4F7D060DBC94}">
      <dgm:prSet/>
      <dgm:spPr/>
      <dgm:t>
        <a:bodyPr/>
        <a:lstStyle/>
        <a:p>
          <a:endParaRPr lang="en-US"/>
        </a:p>
      </dgm:t>
    </dgm:pt>
    <dgm:pt modelId="{01A6313B-42F6-4FD2-85AF-19DAEFC11932}" type="sibTrans" cxnId="{3A755841-F1AE-40BE-BEB1-4F7D060DBC94}">
      <dgm:prSet/>
      <dgm:spPr/>
      <dgm:t>
        <a:bodyPr/>
        <a:lstStyle/>
        <a:p>
          <a:endParaRPr lang="en-US"/>
        </a:p>
      </dgm:t>
    </dgm:pt>
    <dgm:pt modelId="{F1FED70F-09CC-44B6-BB5F-0ED5CCED5CFD}">
      <dgm:prSet phldrT="[Text]"/>
      <dgm:spPr>
        <a:solidFill>
          <a:srgbClr val="004F71"/>
        </a:solidFill>
      </dgm:spPr>
      <dgm:t>
        <a:bodyPr/>
        <a:lstStyle/>
        <a:p>
          <a:r>
            <a:rPr lang="en-US"/>
            <a:t>Connections</a:t>
          </a:r>
        </a:p>
      </dgm:t>
    </dgm:pt>
    <dgm:pt modelId="{D5754CEE-6DB4-4162-8267-E5FF6C9D3C8E}" type="parTrans" cxnId="{9E53243A-2673-48C1-9458-BEAAF3E0F292}">
      <dgm:prSet/>
      <dgm:spPr/>
      <dgm:t>
        <a:bodyPr/>
        <a:lstStyle/>
        <a:p>
          <a:endParaRPr lang="en-US"/>
        </a:p>
      </dgm:t>
    </dgm:pt>
    <dgm:pt modelId="{C45E1DFF-6BE2-4E3F-AA3F-E548B082D2C7}" type="sibTrans" cxnId="{9E53243A-2673-48C1-9458-BEAAF3E0F292}">
      <dgm:prSet/>
      <dgm:spPr/>
      <dgm:t>
        <a:bodyPr/>
        <a:lstStyle/>
        <a:p>
          <a:endParaRPr lang="en-US"/>
        </a:p>
      </dgm:t>
    </dgm:pt>
    <dgm:pt modelId="{8023AAFF-819D-4569-B1A6-260D62890DC8}">
      <dgm:prSet phldrT="[Text]"/>
      <dgm:spPr>
        <a:solidFill>
          <a:srgbClr val="004F71"/>
        </a:solidFill>
      </dgm:spPr>
      <dgm:t>
        <a:bodyPr/>
        <a:lstStyle/>
        <a:p>
          <a:r>
            <a:rPr lang="en-US"/>
            <a:t>Communication</a:t>
          </a:r>
        </a:p>
      </dgm:t>
    </dgm:pt>
    <dgm:pt modelId="{B13E15DA-97FF-4C9E-87AE-4836C4AB71B5}" type="parTrans" cxnId="{344AC088-9824-488C-9DF7-6FF3CFB18969}">
      <dgm:prSet/>
      <dgm:spPr/>
      <dgm:t>
        <a:bodyPr/>
        <a:lstStyle/>
        <a:p>
          <a:endParaRPr lang="en-US"/>
        </a:p>
      </dgm:t>
    </dgm:pt>
    <dgm:pt modelId="{76107815-471F-4E69-8D8D-634CC547BC33}" type="sibTrans" cxnId="{344AC088-9824-488C-9DF7-6FF3CFB18969}">
      <dgm:prSet/>
      <dgm:spPr/>
      <dgm:t>
        <a:bodyPr/>
        <a:lstStyle/>
        <a:p>
          <a:endParaRPr lang="en-US"/>
        </a:p>
      </dgm:t>
    </dgm:pt>
    <dgm:pt modelId="{A7BE59A5-E4A1-407C-8F65-9EAE0506269A}">
      <dgm:prSet phldrT="[Text]"/>
      <dgm:spPr>
        <a:solidFill>
          <a:srgbClr val="004F71"/>
        </a:solidFill>
      </dgm:spPr>
      <dgm:t>
        <a:bodyPr/>
        <a:lstStyle/>
        <a:p>
          <a:r>
            <a:rPr lang="en-US"/>
            <a:t>Data transfer</a:t>
          </a:r>
        </a:p>
      </dgm:t>
    </dgm:pt>
    <dgm:pt modelId="{BA70A9D3-2017-4301-AE26-F1F1A20F410D}" type="parTrans" cxnId="{6FC5C075-A782-4576-BFCE-705BF6027188}">
      <dgm:prSet/>
      <dgm:spPr/>
      <dgm:t>
        <a:bodyPr/>
        <a:lstStyle/>
        <a:p>
          <a:endParaRPr lang="en-US"/>
        </a:p>
      </dgm:t>
    </dgm:pt>
    <dgm:pt modelId="{EF7FD347-DF97-4660-8D17-94A9A126441B}" type="sibTrans" cxnId="{6FC5C075-A782-4576-BFCE-705BF6027188}">
      <dgm:prSet/>
      <dgm:spPr/>
      <dgm:t>
        <a:bodyPr/>
        <a:lstStyle/>
        <a:p>
          <a:endParaRPr lang="en-US"/>
        </a:p>
      </dgm:t>
    </dgm:pt>
    <dgm:pt modelId="{84B951A0-0C51-C545-A2C4-8600B1783856}">
      <dgm:prSet phldrT="[Text]"/>
      <dgm:spPr>
        <a:solidFill>
          <a:srgbClr val="004F71"/>
        </a:solidFill>
      </dgm:spPr>
      <dgm:t>
        <a:bodyPr/>
        <a:lstStyle/>
        <a:p>
          <a:r>
            <a:rPr lang="en-US"/>
            <a:t>Social groups</a:t>
          </a:r>
        </a:p>
      </dgm:t>
    </dgm:pt>
    <dgm:pt modelId="{F97E626F-31A4-7A40-8A4B-D6219BEC4EE7}" type="parTrans" cxnId="{86E16D83-B0A6-6849-9346-4C897CA12C94}">
      <dgm:prSet/>
      <dgm:spPr/>
      <dgm:t>
        <a:bodyPr/>
        <a:lstStyle/>
        <a:p>
          <a:endParaRPr lang="en-US"/>
        </a:p>
      </dgm:t>
    </dgm:pt>
    <dgm:pt modelId="{6473519B-3BE0-3846-83A8-900E0713545F}" type="sibTrans" cxnId="{86E16D83-B0A6-6849-9346-4C897CA12C94}">
      <dgm:prSet/>
      <dgm:spPr/>
      <dgm:t>
        <a:bodyPr/>
        <a:lstStyle/>
        <a:p>
          <a:endParaRPr lang="en-US"/>
        </a:p>
      </dgm:t>
    </dgm:pt>
    <dgm:pt modelId="{577E156E-0822-784D-8B5F-30E26FA03B03}">
      <dgm:prSet phldrT="[Text]"/>
      <dgm:spPr>
        <a:solidFill>
          <a:srgbClr val="004F71"/>
        </a:solidFill>
      </dgm:spPr>
      <dgm:t>
        <a:bodyPr/>
        <a:lstStyle/>
        <a:p>
          <a:r>
            <a:rPr lang="en-US"/>
            <a:t>Influence</a:t>
          </a:r>
        </a:p>
      </dgm:t>
    </dgm:pt>
    <dgm:pt modelId="{859B2AC3-7D94-F042-87A4-D1BCABEF77AB}" type="parTrans" cxnId="{3FEC52A3-A8A8-0C41-A7E8-58D168A41E4A}">
      <dgm:prSet/>
      <dgm:spPr/>
      <dgm:t>
        <a:bodyPr/>
        <a:lstStyle/>
        <a:p>
          <a:endParaRPr lang="en-US"/>
        </a:p>
      </dgm:t>
    </dgm:pt>
    <dgm:pt modelId="{ECE8A1ED-5DD0-1F47-B437-69C86C7752F7}" type="sibTrans" cxnId="{3FEC52A3-A8A8-0C41-A7E8-58D168A41E4A}">
      <dgm:prSet/>
      <dgm:spPr/>
      <dgm:t>
        <a:bodyPr/>
        <a:lstStyle/>
        <a:p>
          <a:endParaRPr lang="en-US"/>
        </a:p>
      </dgm:t>
    </dgm:pt>
    <dgm:pt modelId="{1ED7943E-E99C-8647-87EC-EEFE4EF1D72F}">
      <dgm:prSet phldrT="[Text]"/>
      <dgm:spPr>
        <a:solidFill>
          <a:srgbClr val="004F71"/>
        </a:solidFill>
      </dgm:spPr>
      <dgm:t>
        <a:bodyPr/>
        <a:lstStyle/>
        <a:p>
          <a:r>
            <a:rPr lang="en-US"/>
            <a:t>Trust</a:t>
          </a:r>
        </a:p>
      </dgm:t>
    </dgm:pt>
    <dgm:pt modelId="{FE860082-A455-8F40-B9E3-271FB9536B5E}" type="parTrans" cxnId="{BBAF6CDC-3515-6943-AEE3-A558198455AF}">
      <dgm:prSet/>
      <dgm:spPr/>
      <dgm:t>
        <a:bodyPr/>
        <a:lstStyle/>
        <a:p>
          <a:endParaRPr lang="en-US"/>
        </a:p>
      </dgm:t>
    </dgm:pt>
    <dgm:pt modelId="{1F1B4AD0-566F-5849-A485-487DD1F97923}" type="sibTrans" cxnId="{BBAF6CDC-3515-6943-AEE3-A558198455AF}">
      <dgm:prSet/>
      <dgm:spPr/>
      <dgm:t>
        <a:bodyPr/>
        <a:lstStyle/>
        <a:p>
          <a:endParaRPr lang="en-US"/>
        </a:p>
      </dgm:t>
    </dgm:pt>
    <dgm:pt modelId="{DCA2A23E-9E62-2E46-934A-5589449C3D5D}">
      <dgm:prSet phldrT="[Text]"/>
      <dgm:spPr>
        <a:solidFill>
          <a:srgbClr val="004F71"/>
        </a:solidFill>
      </dgm:spPr>
      <dgm:t>
        <a:bodyPr/>
        <a:lstStyle/>
        <a:p>
          <a:r>
            <a:rPr lang="en-US"/>
            <a:t>Network segments</a:t>
          </a:r>
        </a:p>
      </dgm:t>
    </dgm:pt>
    <dgm:pt modelId="{F263D9BE-38E6-3D44-92D1-3CD635453F1F}" type="parTrans" cxnId="{2D2D8D82-1754-564F-B7C1-8AB382BF9744}">
      <dgm:prSet/>
      <dgm:spPr/>
      <dgm:t>
        <a:bodyPr/>
        <a:lstStyle/>
        <a:p>
          <a:endParaRPr lang="en-US"/>
        </a:p>
      </dgm:t>
    </dgm:pt>
    <dgm:pt modelId="{BF8BBC5B-8F3A-924E-92C3-F719832AC144}" type="sibTrans" cxnId="{2D2D8D82-1754-564F-B7C1-8AB382BF9744}">
      <dgm:prSet/>
      <dgm:spPr/>
      <dgm:t>
        <a:bodyPr/>
        <a:lstStyle/>
        <a:p>
          <a:endParaRPr lang="en-US"/>
        </a:p>
      </dgm:t>
    </dgm:pt>
    <dgm:pt modelId="{96A73ED5-CE38-1240-900C-1D1E79FA773A}">
      <dgm:prSet phldrT="[Text]"/>
      <dgm:spPr>
        <a:solidFill>
          <a:srgbClr val="004F71"/>
        </a:solidFill>
      </dgm:spPr>
      <dgm:t>
        <a:bodyPr/>
        <a:lstStyle/>
        <a:p>
          <a:r>
            <a:rPr lang="en-US"/>
            <a:t>Network topology</a:t>
          </a:r>
        </a:p>
      </dgm:t>
    </dgm:pt>
    <dgm:pt modelId="{5E496983-830E-C840-9060-321FA36D340D}" type="parTrans" cxnId="{3D2D02B5-B07C-504D-A2C8-83A92D5D462A}">
      <dgm:prSet/>
      <dgm:spPr/>
      <dgm:t>
        <a:bodyPr/>
        <a:lstStyle/>
        <a:p>
          <a:endParaRPr lang="en-US"/>
        </a:p>
      </dgm:t>
    </dgm:pt>
    <dgm:pt modelId="{6E4799B6-F516-414E-B7B8-4B47844A83E8}" type="sibTrans" cxnId="{3D2D02B5-B07C-504D-A2C8-83A92D5D462A}">
      <dgm:prSet/>
      <dgm:spPr/>
      <dgm:t>
        <a:bodyPr/>
        <a:lstStyle/>
        <a:p>
          <a:endParaRPr lang="en-US"/>
        </a:p>
      </dgm:t>
    </dgm:pt>
    <dgm:pt modelId="{0F3A91DB-B33E-0945-A893-3F2ED2B14B37}">
      <dgm:prSet phldrT="[Text]"/>
      <dgm:spPr>
        <a:solidFill>
          <a:srgbClr val="004F71"/>
        </a:solidFill>
      </dgm:spPr>
      <dgm:t>
        <a:bodyPr/>
        <a:lstStyle/>
        <a:p>
          <a:r>
            <a:rPr lang="en-US"/>
            <a:t>Security</a:t>
          </a:r>
        </a:p>
      </dgm:t>
    </dgm:pt>
    <dgm:pt modelId="{3F9FF684-F0F2-6948-9852-986163865642}" type="parTrans" cxnId="{63C0AF57-3FF0-5E4B-B827-82A7EF438D42}">
      <dgm:prSet/>
      <dgm:spPr/>
      <dgm:t>
        <a:bodyPr/>
        <a:lstStyle/>
        <a:p>
          <a:endParaRPr lang="en-US"/>
        </a:p>
      </dgm:t>
    </dgm:pt>
    <dgm:pt modelId="{376DCC6C-4E2D-AF47-A1BD-698E79940F96}" type="sibTrans" cxnId="{63C0AF57-3FF0-5E4B-B827-82A7EF438D42}">
      <dgm:prSet/>
      <dgm:spPr/>
      <dgm:t>
        <a:bodyPr/>
        <a:lstStyle/>
        <a:p>
          <a:endParaRPr lang="en-US"/>
        </a:p>
      </dgm:t>
    </dgm:pt>
    <dgm:pt modelId="{C79DD9BD-DEEF-47EC-AD56-24290F9CA848}" type="pres">
      <dgm:prSet presAssocID="{81328506-594E-4228-9452-CCF7409517E2}" presName="theList" presStyleCnt="0">
        <dgm:presLayoutVars>
          <dgm:dir/>
          <dgm:animLvl val="lvl"/>
          <dgm:resizeHandles val="exact"/>
        </dgm:presLayoutVars>
      </dgm:prSet>
      <dgm:spPr/>
    </dgm:pt>
    <dgm:pt modelId="{67CA0885-2FFF-4B6D-A323-FF33285A8904}" type="pres">
      <dgm:prSet presAssocID="{82FF95E4-35C5-4FE5-97CC-E211F0E34821}" presName="compNode" presStyleCnt="0"/>
      <dgm:spPr/>
    </dgm:pt>
    <dgm:pt modelId="{8B4E8361-A2C9-4531-9179-95C3E9651C6B}" type="pres">
      <dgm:prSet presAssocID="{82FF95E4-35C5-4FE5-97CC-E211F0E34821}" presName="aNode" presStyleLbl="bgShp" presStyleIdx="0" presStyleCnt="2" custLinFactNeighborX="544" custLinFactNeighborY="-453"/>
      <dgm:spPr/>
    </dgm:pt>
    <dgm:pt modelId="{1D5982C8-A399-4A3C-AC90-AE4CCE646154}" type="pres">
      <dgm:prSet presAssocID="{82FF95E4-35C5-4FE5-97CC-E211F0E34821}" presName="textNode" presStyleLbl="bgShp" presStyleIdx="0" presStyleCnt="2"/>
      <dgm:spPr/>
    </dgm:pt>
    <dgm:pt modelId="{33393F18-C3D2-4B84-8C98-82622F22713F}" type="pres">
      <dgm:prSet presAssocID="{82FF95E4-35C5-4FE5-97CC-E211F0E34821}" presName="compChildNode" presStyleCnt="0"/>
      <dgm:spPr/>
    </dgm:pt>
    <dgm:pt modelId="{41457464-84FE-41CE-82E0-A5AABE03390B}" type="pres">
      <dgm:prSet presAssocID="{82FF95E4-35C5-4FE5-97CC-E211F0E34821}" presName="theInnerList" presStyleCnt="0"/>
      <dgm:spPr/>
    </dgm:pt>
    <dgm:pt modelId="{1C79B5CD-650F-436E-948D-CEDCD0C40EE2}" type="pres">
      <dgm:prSet presAssocID="{2D0E402A-CACD-43FA-BA40-2A7717162226}" presName="childNode" presStyleLbl="node1" presStyleIdx="0" presStyleCnt="12">
        <dgm:presLayoutVars>
          <dgm:bulletEnabled val="1"/>
        </dgm:presLayoutVars>
      </dgm:prSet>
      <dgm:spPr/>
    </dgm:pt>
    <dgm:pt modelId="{033BC3F6-E05F-4ABE-9F43-CA983592E0E0}" type="pres">
      <dgm:prSet presAssocID="{2D0E402A-CACD-43FA-BA40-2A7717162226}" presName="aSpace2" presStyleCnt="0"/>
      <dgm:spPr/>
    </dgm:pt>
    <dgm:pt modelId="{919FCA21-0819-4C5E-A6EE-0E4ED511B98D}" type="pres">
      <dgm:prSet presAssocID="{EFA6AC28-8557-42C5-98E7-5D0A321A2CF5}" presName="childNode" presStyleLbl="node1" presStyleIdx="1" presStyleCnt="12">
        <dgm:presLayoutVars>
          <dgm:bulletEnabled val="1"/>
        </dgm:presLayoutVars>
      </dgm:prSet>
      <dgm:spPr/>
    </dgm:pt>
    <dgm:pt modelId="{3899D50F-04CD-45A5-9A92-C454F719FC63}" type="pres">
      <dgm:prSet presAssocID="{EFA6AC28-8557-42C5-98E7-5D0A321A2CF5}" presName="aSpace2" presStyleCnt="0"/>
      <dgm:spPr/>
    </dgm:pt>
    <dgm:pt modelId="{F4ADE9A2-72FC-471E-9B2D-D13F5C8B0D68}" type="pres">
      <dgm:prSet presAssocID="{8023AAFF-819D-4569-B1A6-260D62890DC8}" presName="childNode" presStyleLbl="node1" presStyleIdx="2" presStyleCnt="12">
        <dgm:presLayoutVars>
          <dgm:bulletEnabled val="1"/>
        </dgm:presLayoutVars>
      </dgm:prSet>
      <dgm:spPr/>
    </dgm:pt>
    <dgm:pt modelId="{F71905FA-9AC0-1B48-A808-E893C121EB6F}" type="pres">
      <dgm:prSet presAssocID="{8023AAFF-819D-4569-B1A6-260D62890DC8}" presName="aSpace2" presStyleCnt="0"/>
      <dgm:spPr/>
    </dgm:pt>
    <dgm:pt modelId="{70505213-2751-714E-A127-4AE1DD5D4C88}" type="pres">
      <dgm:prSet presAssocID="{84B951A0-0C51-C545-A2C4-8600B1783856}" presName="childNode" presStyleLbl="node1" presStyleIdx="3" presStyleCnt="12">
        <dgm:presLayoutVars>
          <dgm:bulletEnabled val="1"/>
        </dgm:presLayoutVars>
      </dgm:prSet>
      <dgm:spPr/>
    </dgm:pt>
    <dgm:pt modelId="{CA4C2D2B-B4D9-2A4C-978C-335354D7B7F1}" type="pres">
      <dgm:prSet presAssocID="{84B951A0-0C51-C545-A2C4-8600B1783856}" presName="aSpace2" presStyleCnt="0"/>
      <dgm:spPr/>
    </dgm:pt>
    <dgm:pt modelId="{99566D29-31F9-184C-85A3-987DA2979CD0}" type="pres">
      <dgm:prSet presAssocID="{577E156E-0822-784D-8B5F-30E26FA03B03}" presName="childNode" presStyleLbl="node1" presStyleIdx="4" presStyleCnt="12">
        <dgm:presLayoutVars>
          <dgm:bulletEnabled val="1"/>
        </dgm:presLayoutVars>
      </dgm:prSet>
      <dgm:spPr/>
    </dgm:pt>
    <dgm:pt modelId="{F347B60D-F7BE-FF48-BA46-BBB46121BC88}" type="pres">
      <dgm:prSet presAssocID="{577E156E-0822-784D-8B5F-30E26FA03B03}" presName="aSpace2" presStyleCnt="0"/>
      <dgm:spPr/>
    </dgm:pt>
    <dgm:pt modelId="{ABE7BAC6-2518-4D41-AAE6-00E5C3BB6FB2}" type="pres">
      <dgm:prSet presAssocID="{1ED7943E-E99C-8647-87EC-EEFE4EF1D72F}" presName="childNode" presStyleLbl="node1" presStyleIdx="5" presStyleCnt="12">
        <dgm:presLayoutVars>
          <dgm:bulletEnabled val="1"/>
        </dgm:presLayoutVars>
      </dgm:prSet>
      <dgm:spPr/>
    </dgm:pt>
    <dgm:pt modelId="{972476DB-364D-47B0-984A-93B5C4940EF7}" type="pres">
      <dgm:prSet presAssocID="{82FF95E4-35C5-4FE5-97CC-E211F0E34821}" presName="aSpace" presStyleCnt="0"/>
      <dgm:spPr/>
    </dgm:pt>
    <dgm:pt modelId="{80AECD02-B886-40DD-A93F-EF37A72866E1}" type="pres">
      <dgm:prSet presAssocID="{DDC4065F-29B8-4399-96AA-4EE2BC985FD5}" presName="compNode" presStyleCnt="0"/>
      <dgm:spPr/>
    </dgm:pt>
    <dgm:pt modelId="{E2450960-2746-4A39-BD65-E59A19997F8C}" type="pres">
      <dgm:prSet presAssocID="{DDC4065F-29B8-4399-96AA-4EE2BC985FD5}" presName="aNode" presStyleLbl="bgShp" presStyleIdx="1" presStyleCnt="2"/>
      <dgm:spPr/>
    </dgm:pt>
    <dgm:pt modelId="{5D941821-C651-44CF-9A10-FE292F8425B0}" type="pres">
      <dgm:prSet presAssocID="{DDC4065F-29B8-4399-96AA-4EE2BC985FD5}" presName="textNode" presStyleLbl="bgShp" presStyleIdx="1" presStyleCnt="2"/>
      <dgm:spPr/>
    </dgm:pt>
    <dgm:pt modelId="{21E34E2B-328B-4089-B17E-AD7606BE707C}" type="pres">
      <dgm:prSet presAssocID="{DDC4065F-29B8-4399-96AA-4EE2BC985FD5}" presName="compChildNode" presStyleCnt="0"/>
      <dgm:spPr/>
    </dgm:pt>
    <dgm:pt modelId="{952CF3CA-7579-4FB6-B3AF-C8CC29C0DC75}" type="pres">
      <dgm:prSet presAssocID="{DDC4065F-29B8-4399-96AA-4EE2BC985FD5}" presName="theInnerList" presStyleCnt="0"/>
      <dgm:spPr/>
    </dgm:pt>
    <dgm:pt modelId="{ABAE0509-6A1A-4472-8F45-30C33D9ECD61}" type="pres">
      <dgm:prSet presAssocID="{330D6D89-993E-4F73-8EFA-91ECAEA3A2B9}" presName="childNode" presStyleLbl="node1" presStyleIdx="6" presStyleCnt="12">
        <dgm:presLayoutVars>
          <dgm:bulletEnabled val="1"/>
        </dgm:presLayoutVars>
      </dgm:prSet>
      <dgm:spPr/>
    </dgm:pt>
    <dgm:pt modelId="{650011BA-2A83-4205-ABF1-2CE80D6BEB15}" type="pres">
      <dgm:prSet presAssocID="{330D6D89-993E-4F73-8EFA-91ECAEA3A2B9}" presName="aSpace2" presStyleCnt="0"/>
      <dgm:spPr/>
    </dgm:pt>
    <dgm:pt modelId="{989FE845-5F54-4070-8B2D-3DB43215F62E}" type="pres">
      <dgm:prSet presAssocID="{F1FED70F-09CC-44B6-BB5F-0ED5CCED5CFD}" presName="childNode" presStyleLbl="node1" presStyleIdx="7" presStyleCnt="12">
        <dgm:presLayoutVars>
          <dgm:bulletEnabled val="1"/>
        </dgm:presLayoutVars>
      </dgm:prSet>
      <dgm:spPr/>
    </dgm:pt>
    <dgm:pt modelId="{40E50704-AB39-46C7-8302-D1CDCC62E12A}" type="pres">
      <dgm:prSet presAssocID="{F1FED70F-09CC-44B6-BB5F-0ED5CCED5CFD}" presName="aSpace2" presStyleCnt="0"/>
      <dgm:spPr/>
    </dgm:pt>
    <dgm:pt modelId="{68B3C7B4-13CF-4C3E-BC23-1EDB54A23985}" type="pres">
      <dgm:prSet presAssocID="{A7BE59A5-E4A1-407C-8F65-9EAE0506269A}" presName="childNode" presStyleLbl="node1" presStyleIdx="8" presStyleCnt="12">
        <dgm:presLayoutVars>
          <dgm:bulletEnabled val="1"/>
        </dgm:presLayoutVars>
      </dgm:prSet>
      <dgm:spPr/>
    </dgm:pt>
    <dgm:pt modelId="{4A3CBA28-FCE7-9640-A5DC-F0A6DCC8F0F7}" type="pres">
      <dgm:prSet presAssocID="{A7BE59A5-E4A1-407C-8F65-9EAE0506269A}" presName="aSpace2" presStyleCnt="0"/>
      <dgm:spPr/>
    </dgm:pt>
    <dgm:pt modelId="{E06E3E7C-9456-B64D-98ED-2CB9B2FBF38E}" type="pres">
      <dgm:prSet presAssocID="{DCA2A23E-9E62-2E46-934A-5589449C3D5D}" presName="childNode" presStyleLbl="node1" presStyleIdx="9" presStyleCnt="12">
        <dgm:presLayoutVars>
          <dgm:bulletEnabled val="1"/>
        </dgm:presLayoutVars>
      </dgm:prSet>
      <dgm:spPr/>
    </dgm:pt>
    <dgm:pt modelId="{2D1BAC41-850A-9948-B8E8-16814FD610D8}" type="pres">
      <dgm:prSet presAssocID="{DCA2A23E-9E62-2E46-934A-5589449C3D5D}" presName="aSpace2" presStyleCnt="0"/>
      <dgm:spPr/>
    </dgm:pt>
    <dgm:pt modelId="{8E074AC6-F955-D64E-9CB5-16B5115A38AE}" type="pres">
      <dgm:prSet presAssocID="{96A73ED5-CE38-1240-900C-1D1E79FA773A}" presName="childNode" presStyleLbl="node1" presStyleIdx="10" presStyleCnt="12">
        <dgm:presLayoutVars>
          <dgm:bulletEnabled val="1"/>
        </dgm:presLayoutVars>
      </dgm:prSet>
      <dgm:spPr/>
    </dgm:pt>
    <dgm:pt modelId="{EE843FD9-C6A6-2445-9A65-81765E825FD9}" type="pres">
      <dgm:prSet presAssocID="{96A73ED5-CE38-1240-900C-1D1E79FA773A}" presName="aSpace2" presStyleCnt="0"/>
      <dgm:spPr/>
    </dgm:pt>
    <dgm:pt modelId="{326E2744-C144-0F4E-AFF6-202C45DBDD42}" type="pres">
      <dgm:prSet presAssocID="{0F3A91DB-B33E-0945-A893-3F2ED2B14B37}" presName="childNode" presStyleLbl="node1" presStyleIdx="11" presStyleCnt="12">
        <dgm:presLayoutVars>
          <dgm:bulletEnabled val="1"/>
        </dgm:presLayoutVars>
      </dgm:prSet>
      <dgm:spPr/>
    </dgm:pt>
  </dgm:ptLst>
  <dgm:cxnLst>
    <dgm:cxn modelId="{D6DAC615-FB7E-C543-991E-554DE0C94D89}" type="presOf" srcId="{577E156E-0822-784D-8B5F-30E26FA03B03}" destId="{99566D29-31F9-184C-85A3-987DA2979CD0}" srcOrd="0" destOrd="0" presId="urn:microsoft.com/office/officeart/2005/8/layout/lProcess2"/>
    <dgm:cxn modelId="{7790E318-D932-45D3-B106-EDAAB405F2B0}" type="presOf" srcId="{2D0E402A-CACD-43FA-BA40-2A7717162226}" destId="{1C79B5CD-650F-436E-948D-CEDCD0C40EE2}" srcOrd="0" destOrd="0" presId="urn:microsoft.com/office/officeart/2005/8/layout/lProcess2"/>
    <dgm:cxn modelId="{B869F224-CCE4-4427-AFC1-D07B75DC5E7A}" type="presOf" srcId="{82FF95E4-35C5-4FE5-97CC-E211F0E34821}" destId="{1D5982C8-A399-4A3C-AC90-AE4CCE646154}" srcOrd="1" destOrd="0" presId="urn:microsoft.com/office/officeart/2005/8/layout/lProcess2"/>
    <dgm:cxn modelId="{BA39DB29-D8D4-B640-A967-71EA24799A64}" type="presOf" srcId="{0F3A91DB-B33E-0945-A893-3F2ED2B14B37}" destId="{326E2744-C144-0F4E-AFF6-202C45DBDD42}" srcOrd="0" destOrd="0" presId="urn:microsoft.com/office/officeart/2005/8/layout/lProcess2"/>
    <dgm:cxn modelId="{AB3C5936-94E9-4C29-9F66-FF285D470B77}" srcId="{82FF95E4-35C5-4FE5-97CC-E211F0E34821}" destId="{EFA6AC28-8557-42C5-98E7-5D0A321A2CF5}" srcOrd="1" destOrd="0" parTransId="{ED027CA6-FBD0-40F8-9D86-7018F440F533}" sibTransId="{33E30CAD-A743-4E60-9CBF-3FCCF48AA165}"/>
    <dgm:cxn modelId="{9E53243A-2673-48C1-9458-BEAAF3E0F292}" srcId="{DDC4065F-29B8-4399-96AA-4EE2BC985FD5}" destId="{F1FED70F-09CC-44B6-BB5F-0ED5CCED5CFD}" srcOrd="1" destOrd="0" parTransId="{D5754CEE-6DB4-4162-8267-E5FF6C9D3C8E}" sibTransId="{C45E1DFF-6BE2-4E3F-AA3F-E548B082D2C7}"/>
    <dgm:cxn modelId="{3A755841-F1AE-40BE-BEB1-4F7D060DBC94}" srcId="{DDC4065F-29B8-4399-96AA-4EE2BC985FD5}" destId="{330D6D89-993E-4F73-8EFA-91ECAEA3A2B9}" srcOrd="0" destOrd="0" parTransId="{D52FDD54-C1EA-4CD2-9D81-CBB5D78DAF0E}" sibTransId="{01A6313B-42F6-4FD2-85AF-19DAEFC11932}"/>
    <dgm:cxn modelId="{6FC5C075-A782-4576-BFCE-705BF6027188}" srcId="{DDC4065F-29B8-4399-96AA-4EE2BC985FD5}" destId="{A7BE59A5-E4A1-407C-8F65-9EAE0506269A}" srcOrd="2" destOrd="0" parTransId="{BA70A9D3-2017-4301-AE26-F1F1A20F410D}" sibTransId="{EF7FD347-DF97-4660-8D17-94A9A126441B}"/>
    <dgm:cxn modelId="{63C0AF57-3FF0-5E4B-B827-82A7EF438D42}" srcId="{DDC4065F-29B8-4399-96AA-4EE2BC985FD5}" destId="{0F3A91DB-B33E-0945-A893-3F2ED2B14B37}" srcOrd="5" destOrd="0" parTransId="{3F9FF684-F0F2-6948-9852-986163865642}" sibTransId="{376DCC6C-4E2D-AF47-A1BD-698E79940F96}"/>
    <dgm:cxn modelId="{773DED5A-4610-4FCB-BA61-86BD3869C910}" type="presOf" srcId="{DDC4065F-29B8-4399-96AA-4EE2BC985FD5}" destId="{E2450960-2746-4A39-BD65-E59A19997F8C}" srcOrd="0" destOrd="0" presId="urn:microsoft.com/office/officeart/2005/8/layout/lProcess2"/>
    <dgm:cxn modelId="{1E700B7D-0260-9142-9063-C578E79D2DB0}" type="presOf" srcId="{DCA2A23E-9E62-2E46-934A-5589449C3D5D}" destId="{E06E3E7C-9456-B64D-98ED-2CB9B2FBF38E}" srcOrd="0" destOrd="0" presId="urn:microsoft.com/office/officeart/2005/8/layout/lProcess2"/>
    <dgm:cxn modelId="{FB353882-CFA9-43D6-B7E0-5F85D754919C}" type="presOf" srcId="{330D6D89-993E-4F73-8EFA-91ECAEA3A2B9}" destId="{ABAE0509-6A1A-4472-8F45-30C33D9ECD61}" srcOrd="0" destOrd="0" presId="urn:microsoft.com/office/officeart/2005/8/layout/lProcess2"/>
    <dgm:cxn modelId="{2D2D8D82-1754-564F-B7C1-8AB382BF9744}" srcId="{DDC4065F-29B8-4399-96AA-4EE2BC985FD5}" destId="{DCA2A23E-9E62-2E46-934A-5589449C3D5D}" srcOrd="3" destOrd="0" parTransId="{F263D9BE-38E6-3D44-92D1-3CD635453F1F}" sibTransId="{BF8BBC5B-8F3A-924E-92C3-F719832AC144}"/>
    <dgm:cxn modelId="{86E16D83-B0A6-6849-9346-4C897CA12C94}" srcId="{82FF95E4-35C5-4FE5-97CC-E211F0E34821}" destId="{84B951A0-0C51-C545-A2C4-8600B1783856}" srcOrd="3" destOrd="0" parTransId="{F97E626F-31A4-7A40-8A4B-D6219BEC4EE7}" sibTransId="{6473519B-3BE0-3846-83A8-900E0713545F}"/>
    <dgm:cxn modelId="{9C23F683-0B3A-4C26-923B-6D1550C30675}" type="presOf" srcId="{EFA6AC28-8557-42C5-98E7-5D0A321A2CF5}" destId="{919FCA21-0819-4C5E-A6EE-0E4ED511B98D}" srcOrd="0" destOrd="0" presId="urn:microsoft.com/office/officeart/2005/8/layout/lProcess2"/>
    <dgm:cxn modelId="{6B4A4B86-839C-480B-A152-68B838DA9FE0}" type="presOf" srcId="{F1FED70F-09CC-44B6-BB5F-0ED5CCED5CFD}" destId="{989FE845-5F54-4070-8B2D-3DB43215F62E}" srcOrd="0" destOrd="0" presId="urn:microsoft.com/office/officeart/2005/8/layout/lProcess2"/>
    <dgm:cxn modelId="{344AC088-9824-488C-9DF7-6FF3CFB18969}" srcId="{82FF95E4-35C5-4FE5-97CC-E211F0E34821}" destId="{8023AAFF-819D-4569-B1A6-260D62890DC8}" srcOrd="2" destOrd="0" parTransId="{B13E15DA-97FF-4C9E-87AE-4836C4AB71B5}" sibTransId="{76107815-471F-4E69-8D8D-634CC547BC33}"/>
    <dgm:cxn modelId="{A87BC59E-9DDE-4F5E-940B-B057A5A3055D}" type="presOf" srcId="{A7BE59A5-E4A1-407C-8F65-9EAE0506269A}" destId="{68B3C7B4-13CF-4C3E-BC23-1EDB54A23985}" srcOrd="0" destOrd="0" presId="urn:microsoft.com/office/officeart/2005/8/layout/lProcess2"/>
    <dgm:cxn modelId="{B1512BA1-985E-470E-B224-336253C31666}" srcId="{81328506-594E-4228-9452-CCF7409517E2}" destId="{DDC4065F-29B8-4399-96AA-4EE2BC985FD5}" srcOrd="1" destOrd="0" parTransId="{B88CDF32-E75B-4C72-A8EA-36568CD83B5F}" sibTransId="{6C78F934-389D-4EFF-9E28-3E6776922849}"/>
    <dgm:cxn modelId="{3FEC52A3-A8A8-0C41-A7E8-58D168A41E4A}" srcId="{82FF95E4-35C5-4FE5-97CC-E211F0E34821}" destId="{577E156E-0822-784D-8B5F-30E26FA03B03}" srcOrd="4" destOrd="0" parTransId="{859B2AC3-7D94-F042-87A4-D1BCABEF77AB}" sibTransId="{ECE8A1ED-5DD0-1F47-B437-69C86C7752F7}"/>
    <dgm:cxn modelId="{3D2D02B5-B07C-504D-A2C8-83A92D5D462A}" srcId="{DDC4065F-29B8-4399-96AA-4EE2BC985FD5}" destId="{96A73ED5-CE38-1240-900C-1D1E79FA773A}" srcOrd="4" destOrd="0" parTransId="{5E496983-830E-C840-9060-321FA36D340D}" sibTransId="{6E4799B6-F516-414E-B7B8-4B47844A83E8}"/>
    <dgm:cxn modelId="{54617BBC-F0F9-406F-BA7D-71158D9D5247}" type="presOf" srcId="{DDC4065F-29B8-4399-96AA-4EE2BC985FD5}" destId="{5D941821-C651-44CF-9A10-FE292F8425B0}" srcOrd="1" destOrd="0" presId="urn:microsoft.com/office/officeart/2005/8/layout/lProcess2"/>
    <dgm:cxn modelId="{C0FA33C4-F10A-AF46-BED1-BA0126E74A03}" type="presOf" srcId="{96A73ED5-CE38-1240-900C-1D1E79FA773A}" destId="{8E074AC6-F955-D64E-9CB5-16B5115A38AE}" srcOrd="0" destOrd="0" presId="urn:microsoft.com/office/officeart/2005/8/layout/lProcess2"/>
    <dgm:cxn modelId="{0109E5C9-1D97-534B-80D8-6CBAC4B65298}" type="presOf" srcId="{1ED7943E-E99C-8647-87EC-EEFE4EF1D72F}" destId="{ABE7BAC6-2518-4D41-AAE6-00E5C3BB6FB2}" srcOrd="0" destOrd="0" presId="urn:microsoft.com/office/officeart/2005/8/layout/lProcess2"/>
    <dgm:cxn modelId="{71E9ACCD-1472-4BB9-9775-4EBB9870B1E9}" srcId="{81328506-594E-4228-9452-CCF7409517E2}" destId="{82FF95E4-35C5-4FE5-97CC-E211F0E34821}" srcOrd="0" destOrd="0" parTransId="{598B5353-FAE7-466A-8164-3C513B1ED000}" sibTransId="{F72BC4CE-9DC1-4818-A0B5-3040694A2682}"/>
    <dgm:cxn modelId="{BCEC4AD5-CCD6-49C5-B9A5-57E4157238FC}" type="presOf" srcId="{82FF95E4-35C5-4FE5-97CC-E211F0E34821}" destId="{8B4E8361-A2C9-4531-9179-95C3E9651C6B}" srcOrd="0" destOrd="0" presId="urn:microsoft.com/office/officeart/2005/8/layout/lProcess2"/>
    <dgm:cxn modelId="{BBAF6CDC-3515-6943-AEE3-A558198455AF}" srcId="{82FF95E4-35C5-4FE5-97CC-E211F0E34821}" destId="{1ED7943E-E99C-8647-87EC-EEFE4EF1D72F}" srcOrd="5" destOrd="0" parTransId="{FE860082-A455-8F40-B9E3-271FB9536B5E}" sibTransId="{1F1B4AD0-566F-5849-A485-487DD1F97923}"/>
    <dgm:cxn modelId="{7035C9DF-5EE6-4D53-934C-0FB7EC7E80DE}" type="presOf" srcId="{81328506-594E-4228-9452-CCF7409517E2}" destId="{C79DD9BD-DEEF-47EC-AD56-24290F9CA848}" srcOrd="0" destOrd="0" presId="urn:microsoft.com/office/officeart/2005/8/layout/lProcess2"/>
    <dgm:cxn modelId="{A288E1E4-0C14-4D72-AAF4-27EF6C232C6B}" type="presOf" srcId="{8023AAFF-819D-4569-B1A6-260D62890DC8}" destId="{F4ADE9A2-72FC-471E-9B2D-D13F5C8B0D68}" srcOrd="0" destOrd="0" presId="urn:microsoft.com/office/officeart/2005/8/layout/lProcess2"/>
    <dgm:cxn modelId="{CD26CFE7-5E57-684B-86D7-3195DF2977D0}" type="presOf" srcId="{84B951A0-0C51-C545-A2C4-8600B1783856}" destId="{70505213-2751-714E-A127-4AE1DD5D4C88}" srcOrd="0" destOrd="0" presId="urn:microsoft.com/office/officeart/2005/8/layout/lProcess2"/>
    <dgm:cxn modelId="{406EEEF4-E365-4C72-A1ED-0066A079EE88}" srcId="{82FF95E4-35C5-4FE5-97CC-E211F0E34821}" destId="{2D0E402A-CACD-43FA-BA40-2A7717162226}" srcOrd="0" destOrd="0" parTransId="{24659DA8-1267-4BE6-9C10-ED9CFC248B1A}" sibTransId="{22FAF394-DE31-4F0E-9C7F-433E4E729208}"/>
    <dgm:cxn modelId="{E2B0E05A-4C86-483C-84A7-48DE0D9786E9}" type="presParOf" srcId="{C79DD9BD-DEEF-47EC-AD56-24290F9CA848}" destId="{67CA0885-2FFF-4B6D-A323-FF33285A8904}" srcOrd="0" destOrd="0" presId="urn:microsoft.com/office/officeart/2005/8/layout/lProcess2"/>
    <dgm:cxn modelId="{DD99E010-7999-461A-8BCB-714C28C86583}" type="presParOf" srcId="{67CA0885-2FFF-4B6D-A323-FF33285A8904}" destId="{8B4E8361-A2C9-4531-9179-95C3E9651C6B}" srcOrd="0" destOrd="0" presId="urn:microsoft.com/office/officeart/2005/8/layout/lProcess2"/>
    <dgm:cxn modelId="{2C61A2AB-387A-4530-A843-428DA1A3AA8D}" type="presParOf" srcId="{67CA0885-2FFF-4B6D-A323-FF33285A8904}" destId="{1D5982C8-A399-4A3C-AC90-AE4CCE646154}" srcOrd="1" destOrd="0" presId="urn:microsoft.com/office/officeart/2005/8/layout/lProcess2"/>
    <dgm:cxn modelId="{D911FD2A-9E5A-41EC-8D49-A645B153AAF7}" type="presParOf" srcId="{67CA0885-2FFF-4B6D-A323-FF33285A8904}" destId="{33393F18-C3D2-4B84-8C98-82622F22713F}" srcOrd="2" destOrd="0" presId="urn:microsoft.com/office/officeart/2005/8/layout/lProcess2"/>
    <dgm:cxn modelId="{B04E8FCE-E7A7-456E-B079-F7AE2D22A6F1}" type="presParOf" srcId="{33393F18-C3D2-4B84-8C98-82622F22713F}" destId="{41457464-84FE-41CE-82E0-A5AABE03390B}" srcOrd="0" destOrd="0" presId="urn:microsoft.com/office/officeart/2005/8/layout/lProcess2"/>
    <dgm:cxn modelId="{DBAFCCA4-6D24-4F58-93EB-FA9AA65AB39B}" type="presParOf" srcId="{41457464-84FE-41CE-82E0-A5AABE03390B}" destId="{1C79B5CD-650F-436E-948D-CEDCD0C40EE2}" srcOrd="0" destOrd="0" presId="urn:microsoft.com/office/officeart/2005/8/layout/lProcess2"/>
    <dgm:cxn modelId="{706EB3C2-E895-4971-9E2D-F9C1D3ADD5AF}" type="presParOf" srcId="{41457464-84FE-41CE-82E0-A5AABE03390B}" destId="{033BC3F6-E05F-4ABE-9F43-CA983592E0E0}" srcOrd="1" destOrd="0" presId="urn:microsoft.com/office/officeart/2005/8/layout/lProcess2"/>
    <dgm:cxn modelId="{5AB57E29-0290-46D8-B71A-02EBB51BD205}" type="presParOf" srcId="{41457464-84FE-41CE-82E0-A5AABE03390B}" destId="{919FCA21-0819-4C5E-A6EE-0E4ED511B98D}" srcOrd="2" destOrd="0" presId="urn:microsoft.com/office/officeart/2005/8/layout/lProcess2"/>
    <dgm:cxn modelId="{1293C596-2CD9-48CA-9D0E-C58172A1957B}" type="presParOf" srcId="{41457464-84FE-41CE-82E0-A5AABE03390B}" destId="{3899D50F-04CD-45A5-9A92-C454F719FC63}" srcOrd="3" destOrd="0" presId="urn:microsoft.com/office/officeart/2005/8/layout/lProcess2"/>
    <dgm:cxn modelId="{6A111997-AD1F-42BA-A5F9-D8BDC216FA4B}" type="presParOf" srcId="{41457464-84FE-41CE-82E0-A5AABE03390B}" destId="{F4ADE9A2-72FC-471E-9B2D-D13F5C8B0D68}" srcOrd="4" destOrd="0" presId="urn:microsoft.com/office/officeart/2005/8/layout/lProcess2"/>
    <dgm:cxn modelId="{0E2EDB91-A517-0D4C-8105-E44E3E6E1B01}" type="presParOf" srcId="{41457464-84FE-41CE-82E0-A5AABE03390B}" destId="{F71905FA-9AC0-1B48-A808-E893C121EB6F}" srcOrd="5" destOrd="0" presId="urn:microsoft.com/office/officeart/2005/8/layout/lProcess2"/>
    <dgm:cxn modelId="{28D4DE0C-5F8B-D948-803A-1EA8B0D18523}" type="presParOf" srcId="{41457464-84FE-41CE-82E0-A5AABE03390B}" destId="{70505213-2751-714E-A127-4AE1DD5D4C88}" srcOrd="6" destOrd="0" presId="urn:microsoft.com/office/officeart/2005/8/layout/lProcess2"/>
    <dgm:cxn modelId="{8E543636-E43E-9043-B3DC-A9928FBD4B8B}" type="presParOf" srcId="{41457464-84FE-41CE-82E0-A5AABE03390B}" destId="{CA4C2D2B-B4D9-2A4C-978C-335354D7B7F1}" srcOrd="7" destOrd="0" presId="urn:microsoft.com/office/officeart/2005/8/layout/lProcess2"/>
    <dgm:cxn modelId="{C122041F-E5FC-D340-8A27-5084FA200907}" type="presParOf" srcId="{41457464-84FE-41CE-82E0-A5AABE03390B}" destId="{99566D29-31F9-184C-85A3-987DA2979CD0}" srcOrd="8" destOrd="0" presId="urn:microsoft.com/office/officeart/2005/8/layout/lProcess2"/>
    <dgm:cxn modelId="{2C586654-3619-BF44-A957-AE77E218E244}" type="presParOf" srcId="{41457464-84FE-41CE-82E0-A5AABE03390B}" destId="{F347B60D-F7BE-FF48-BA46-BBB46121BC88}" srcOrd="9" destOrd="0" presId="urn:microsoft.com/office/officeart/2005/8/layout/lProcess2"/>
    <dgm:cxn modelId="{FDE00B77-54EA-8646-9F95-83A47BE14A4A}" type="presParOf" srcId="{41457464-84FE-41CE-82E0-A5AABE03390B}" destId="{ABE7BAC6-2518-4D41-AAE6-00E5C3BB6FB2}" srcOrd="10" destOrd="0" presId="urn:microsoft.com/office/officeart/2005/8/layout/lProcess2"/>
    <dgm:cxn modelId="{F14EB5FF-4104-4788-AFB4-2E5350616DC3}" type="presParOf" srcId="{C79DD9BD-DEEF-47EC-AD56-24290F9CA848}" destId="{972476DB-364D-47B0-984A-93B5C4940EF7}" srcOrd="1" destOrd="0" presId="urn:microsoft.com/office/officeart/2005/8/layout/lProcess2"/>
    <dgm:cxn modelId="{CBACCC2F-C945-47CD-B259-864D18D6CF92}" type="presParOf" srcId="{C79DD9BD-DEEF-47EC-AD56-24290F9CA848}" destId="{80AECD02-B886-40DD-A93F-EF37A72866E1}" srcOrd="2" destOrd="0" presId="urn:microsoft.com/office/officeart/2005/8/layout/lProcess2"/>
    <dgm:cxn modelId="{EC141E45-8F64-4A7E-82E8-4EB6CDAA2BD4}" type="presParOf" srcId="{80AECD02-B886-40DD-A93F-EF37A72866E1}" destId="{E2450960-2746-4A39-BD65-E59A19997F8C}" srcOrd="0" destOrd="0" presId="urn:microsoft.com/office/officeart/2005/8/layout/lProcess2"/>
    <dgm:cxn modelId="{3587A8D8-72AE-41E1-BA8B-FACD0FB9CC3C}" type="presParOf" srcId="{80AECD02-B886-40DD-A93F-EF37A72866E1}" destId="{5D941821-C651-44CF-9A10-FE292F8425B0}" srcOrd="1" destOrd="0" presId="urn:microsoft.com/office/officeart/2005/8/layout/lProcess2"/>
    <dgm:cxn modelId="{2B96F162-B02A-4AC2-93AF-B002CB9F9F93}" type="presParOf" srcId="{80AECD02-B886-40DD-A93F-EF37A72866E1}" destId="{21E34E2B-328B-4089-B17E-AD7606BE707C}" srcOrd="2" destOrd="0" presId="urn:microsoft.com/office/officeart/2005/8/layout/lProcess2"/>
    <dgm:cxn modelId="{27911DE4-D30E-4008-9273-884930D7C2B8}" type="presParOf" srcId="{21E34E2B-328B-4089-B17E-AD7606BE707C}" destId="{952CF3CA-7579-4FB6-B3AF-C8CC29C0DC75}" srcOrd="0" destOrd="0" presId="urn:microsoft.com/office/officeart/2005/8/layout/lProcess2"/>
    <dgm:cxn modelId="{6D652A7B-D31F-42DD-A5E3-C495873CB48A}" type="presParOf" srcId="{952CF3CA-7579-4FB6-B3AF-C8CC29C0DC75}" destId="{ABAE0509-6A1A-4472-8F45-30C33D9ECD61}" srcOrd="0" destOrd="0" presId="urn:microsoft.com/office/officeart/2005/8/layout/lProcess2"/>
    <dgm:cxn modelId="{855848E9-6157-44F6-B299-8F5E8334A294}" type="presParOf" srcId="{952CF3CA-7579-4FB6-B3AF-C8CC29C0DC75}" destId="{650011BA-2A83-4205-ABF1-2CE80D6BEB15}" srcOrd="1" destOrd="0" presId="urn:microsoft.com/office/officeart/2005/8/layout/lProcess2"/>
    <dgm:cxn modelId="{53937F48-F45D-4301-BA46-B611ED0F03A0}" type="presParOf" srcId="{952CF3CA-7579-4FB6-B3AF-C8CC29C0DC75}" destId="{989FE845-5F54-4070-8B2D-3DB43215F62E}" srcOrd="2" destOrd="0" presId="urn:microsoft.com/office/officeart/2005/8/layout/lProcess2"/>
    <dgm:cxn modelId="{F1D4B380-2280-4E9A-9996-398DB3FD2631}" type="presParOf" srcId="{952CF3CA-7579-4FB6-B3AF-C8CC29C0DC75}" destId="{40E50704-AB39-46C7-8302-D1CDCC62E12A}" srcOrd="3" destOrd="0" presId="urn:microsoft.com/office/officeart/2005/8/layout/lProcess2"/>
    <dgm:cxn modelId="{C48CE717-DDEA-461A-A3B0-5B0B66E72C4B}" type="presParOf" srcId="{952CF3CA-7579-4FB6-B3AF-C8CC29C0DC75}" destId="{68B3C7B4-13CF-4C3E-BC23-1EDB54A23985}" srcOrd="4" destOrd="0" presId="urn:microsoft.com/office/officeart/2005/8/layout/lProcess2"/>
    <dgm:cxn modelId="{BA910720-4BCB-104A-9A89-796AC1443E12}" type="presParOf" srcId="{952CF3CA-7579-4FB6-B3AF-C8CC29C0DC75}" destId="{4A3CBA28-FCE7-9640-A5DC-F0A6DCC8F0F7}" srcOrd="5" destOrd="0" presId="urn:microsoft.com/office/officeart/2005/8/layout/lProcess2"/>
    <dgm:cxn modelId="{38941DFA-4A97-D84F-B81B-50C1A5B7F7A4}" type="presParOf" srcId="{952CF3CA-7579-4FB6-B3AF-C8CC29C0DC75}" destId="{E06E3E7C-9456-B64D-98ED-2CB9B2FBF38E}" srcOrd="6" destOrd="0" presId="urn:microsoft.com/office/officeart/2005/8/layout/lProcess2"/>
    <dgm:cxn modelId="{0DACFB46-D6D4-6747-A28D-CA0E96ED8E87}" type="presParOf" srcId="{952CF3CA-7579-4FB6-B3AF-C8CC29C0DC75}" destId="{2D1BAC41-850A-9948-B8E8-16814FD610D8}" srcOrd="7" destOrd="0" presId="urn:microsoft.com/office/officeart/2005/8/layout/lProcess2"/>
    <dgm:cxn modelId="{2D69B689-4D5F-6945-A3E3-5D2318D9F6F9}" type="presParOf" srcId="{952CF3CA-7579-4FB6-B3AF-C8CC29C0DC75}" destId="{8E074AC6-F955-D64E-9CB5-16B5115A38AE}" srcOrd="8" destOrd="0" presId="urn:microsoft.com/office/officeart/2005/8/layout/lProcess2"/>
    <dgm:cxn modelId="{34DBB09A-C900-AB40-8F5E-4E8062303CC7}" type="presParOf" srcId="{952CF3CA-7579-4FB6-B3AF-C8CC29C0DC75}" destId="{EE843FD9-C6A6-2445-9A65-81765E825FD9}" srcOrd="9" destOrd="0" presId="urn:microsoft.com/office/officeart/2005/8/layout/lProcess2"/>
    <dgm:cxn modelId="{8964FDED-5AB5-4640-9D0F-1A92BC3ED2C4}" type="presParOf" srcId="{952CF3CA-7579-4FB6-B3AF-C8CC29C0DC75}" destId="{326E2744-C144-0F4E-AFF6-202C45DBDD42}" srcOrd="10"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59B949-B087-7640-9EF8-8DA1F1D55859}"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US"/>
        </a:p>
      </dgm:t>
    </dgm:pt>
    <dgm:pt modelId="{432D198D-5720-6B40-AD4E-8542E6A37C32}">
      <dgm:prSet phldrT="[Text]"/>
      <dgm:spPr/>
      <dgm:t>
        <a:bodyPr/>
        <a:lstStyle/>
        <a:p>
          <a:r>
            <a:rPr lang="en-US" dirty="0"/>
            <a:t>Servers are powerful computers that share resources like applications and data with client computers</a:t>
          </a:r>
        </a:p>
      </dgm:t>
    </dgm:pt>
    <dgm:pt modelId="{CD7A86C4-F9EA-DD42-8EB6-60F0C7C6ECB2}" type="parTrans" cxnId="{162C52FA-BECA-C045-93BC-B1DE11158BCF}">
      <dgm:prSet/>
      <dgm:spPr/>
      <dgm:t>
        <a:bodyPr/>
        <a:lstStyle/>
        <a:p>
          <a:endParaRPr lang="en-US"/>
        </a:p>
      </dgm:t>
    </dgm:pt>
    <dgm:pt modelId="{6BD9032F-AE4F-A744-95D2-8BAD076779E2}" type="sibTrans" cxnId="{162C52FA-BECA-C045-93BC-B1DE11158BCF}">
      <dgm:prSet/>
      <dgm:spPr/>
      <dgm:t>
        <a:bodyPr/>
        <a:lstStyle/>
        <a:p>
          <a:endParaRPr lang="en-US"/>
        </a:p>
      </dgm:t>
    </dgm:pt>
    <dgm:pt modelId="{5EDB6785-2229-E545-BB36-6AA576FAAE8C}">
      <dgm:prSet phldrT="[Text]"/>
      <dgm:spPr/>
      <dgm:t>
        <a:bodyPr/>
        <a:lstStyle/>
        <a:p>
          <a:r>
            <a:rPr lang="en-US">
              <a:solidFill>
                <a:srgbClr val="20282F"/>
              </a:solidFill>
            </a:rPr>
            <a:t>Peer-to-Peer</a:t>
          </a:r>
        </a:p>
      </dgm:t>
    </dgm:pt>
    <dgm:pt modelId="{526D8AF8-639E-CF44-9E9B-718B3C031947}" type="parTrans" cxnId="{9D7ECF46-E04C-F447-B153-31125A63262D}">
      <dgm:prSet/>
      <dgm:spPr/>
      <dgm:t>
        <a:bodyPr/>
        <a:lstStyle/>
        <a:p>
          <a:endParaRPr lang="en-US"/>
        </a:p>
      </dgm:t>
    </dgm:pt>
    <dgm:pt modelId="{4B922A3D-76B0-CF41-8422-0998D7A5B95B}" type="sibTrans" cxnId="{9D7ECF46-E04C-F447-B153-31125A63262D}">
      <dgm:prSet/>
      <dgm:spPr/>
      <dgm:t>
        <a:bodyPr/>
        <a:lstStyle/>
        <a:p>
          <a:endParaRPr lang="en-US"/>
        </a:p>
      </dgm:t>
    </dgm:pt>
    <dgm:pt modelId="{EDEACE0A-FD8B-1B49-B099-83A70C721501}">
      <dgm:prSet/>
      <dgm:spPr/>
      <dgm:t>
        <a:bodyPr/>
        <a:lstStyle/>
        <a:p>
          <a:r>
            <a:rPr lang="en-US"/>
            <a:t>Each host can both share resources and receive them. A peer-to-peer network is also known as a workgroup</a:t>
          </a:r>
        </a:p>
      </dgm:t>
    </dgm:pt>
    <dgm:pt modelId="{84D7E40F-042B-CC43-B752-E11C8A39FE88}" type="parTrans" cxnId="{F4835E1E-5A5D-ED46-8E79-968B7F7D8078}">
      <dgm:prSet/>
      <dgm:spPr/>
      <dgm:t>
        <a:bodyPr/>
        <a:lstStyle/>
        <a:p>
          <a:endParaRPr lang="en-US"/>
        </a:p>
      </dgm:t>
    </dgm:pt>
    <dgm:pt modelId="{17ACBDAE-489C-0B44-916D-FCF9EA9B06EF}" type="sibTrans" cxnId="{F4835E1E-5A5D-ED46-8E79-968B7F7D8078}">
      <dgm:prSet/>
      <dgm:spPr/>
      <dgm:t>
        <a:bodyPr/>
        <a:lstStyle/>
        <a:p>
          <a:endParaRPr lang="en-US"/>
        </a:p>
      </dgm:t>
    </dgm:pt>
    <dgm:pt modelId="{631468C4-8453-3649-A981-309DE580A0A0}">
      <dgm:prSet phldrT="[Text]"/>
      <dgm:spPr/>
      <dgm:t>
        <a:bodyPr/>
        <a:lstStyle/>
        <a:p>
          <a:r>
            <a:rPr lang="en-US">
              <a:solidFill>
                <a:srgbClr val="20282F"/>
              </a:solidFill>
            </a:rPr>
            <a:t>Client-Server</a:t>
          </a:r>
        </a:p>
      </dgm:t>
    </dgm:pt>
    <dgm:pt modelId="{E7B1B162-2BD9-FA40-A39D-18FDDB277126}" type="sibTrans" cxnId="{9FD893FA-8F9E-AD40-9354-0BF48889CB7F}">
      <dgm:prSet/>
      <dgm:spPr/>
      <dgm:t>
        <a:bodyPr/>
        <a:lstStyle/>
        <a:p>
          <a:endParaRPr lang="en-US"/>
        </a:p>
      </dgm:t>
    </dgm:pt>
    <dgm:pt modelId="{9FDCD795-F4CE-B342-9B8F-AE9B6039638B}" type="parTrans" cxnId="{9FD893FA-8F9E-AD40-9354-0BF48889CB7F}">
      <dgm:prSet/>
      <dgm:spPr/>
      <dgm:t>
        <a:bodyPr/>
        <a:lstStyle/>
        <a:p>
          <a:endParaRPr lang="en-US"/>
        </a:p>
      </dgm:t>
    </dgm:pt>
    <dgm:pt modelId="{9B5C9A86-D5DF-7D4A-A744-4331675C09B4}" type="pres">
      <dgm:prSet presAssocID="{5059B949-B087-7640-9EF8-8DA1F1D55859}" presName="linearFlow" presStyleCnt="0">
        <dgm:presLayoutVars>
          <dgm:dir/>
          <dgm:animLvl val="lvl"/>
          <dgm:resizeHandles/>
        </dgm:presLayoutVars>
      </dgm:prSet>
      <dgm:spPr/>
    </dgm:pt>
    <dgm:pt modelId="{89263CC2-018A-A942-BAC6-4753B52A714C}" type="pres">
      <dgm:prSet presAssocID="{631468C4-8453-3649-A981-309DE580A0A0}" presName="compositeNode" presStyleCnt="0">
        <dgm:presLayoutVars>
          <dgm:bulletEnabled val="1"/>
        </dgm:presLayoutVars>
      </dgm:prSet>
      <dgm:spPr/>
    </dgm:pt>
    <dgm:pt modelId="{E7EA2B34-9ACE-9E40-963D-59158A5C207F}" type="pres">
      <dgm:prSet presAssocID="{631468C4-8453-3649-A981-309DE580A0A0}" presName="image" presStyleLbl="fgImgPlace1" presStyleIdx="0" presStyleCnt="2" custLinFactNeighborX="65"/>
      <dgm:spPr>
        <a:blipFill dpi="0" rotWithShape="1">
          <a:blip xmlns:r="http://schemas.openxmlformats.org/officeDocument/2006/relationships" r:embed="rId1" cstate="hqprint">
            <a:extLst>
              <a:ext uri="{28A0092B-C50C-407E-A947-70E740481C1C}">
                <a14:useLocalDpi xmlns:a14="http://schemas.microsoft.com/office/drawing/2010/main"/>
              </a:ext>
            </a:extLst>
          </a:blip>
          <a:srcRect/>
          <a:stretch>
            <a:fillRect/>
          </a:stretch>
        </a:blipFill>
        <a:ln>
          <a:solidFill>
            <a:schemeClr val="bg1">
              <a:lumMod val="95000"/>
            </a:schemeClr>
          </a:solidFill>
        </a:ln>
      </dgm:spPr>
    </dgm:pt>
    <dgm:pt modelId="{61DF63EF-5406-2446-831E-C937738EC469}" type="pres">
      <dgm:prSet presAssocID="{631468C4-8453-3649-A981-309DE580A0A0}" presName="childNode" presStyleLbl="node1" presStyleIdx="0" presStyleCnt="2">
        <dgm:presLayoutVars>
          <dgm:bulletEnabled val="1"/>
        </dgm:presLayoutVars>
      </dgm:prSet>
      <dgm:spPr/>
    </dgm:pt>
    <dgm:pt modelId="{DBE1D668-5D07-EB47-8B93-AC5EA7569DBA}" type="pres">
      <dgm:prSet presAssocID="{631468C4-8453-3649-A981-309DE580A0A0}" presName="parentNode" presStyleLbl="revTx" presStyleIdx="0" presStyleCnt="2">
        <dgm:presLayoutVars>
          <dgm:chMax val="0"/>
          <dgm:bulletEnabled val="1"/>
        </dgm:presLayoutVars>
      </dgm:prSet>
      <dgm:spPr/>
    </dgm:pt>
    <dgm:pt modelId="{46ED40AC-E978-2149-85C1-8CC197988304}" type="pres">
      <dgm:prSet presAssocID="{E7B1B162-2BD9-FA40-A39D-18FDDB277126}" presName="sibTrans" presStyleCnt="0"/>
      <dgm:spPr/>
    </dgm:pt>
    <dgm:pt modelId="{B565DA7F-ECA9-7E47-818F-300A62472ADD}" type="pres">
      <dgm:prSet presAssocID="{5EDB6785-2229-E545-BB36-6AA576FAAE8C}" presName="compositeNode" presStyleCnt="0">
        <dgm:presLayoutVars>
          <dgm:bulletEnabled val="1"/>
        </dgm:presLayoutVars>
      </dgm:prSet>
      <dgm:spPr/>
    </dgm:pt>
    <dgm:pt modelId="{107DCF25-568D-014D-919C-69048DECC72B}" type="pres">
      <dgm:prSet presAssocID="{5EDB6785-2229-E545-BB36-6AA576FAAE8C}" presName="image" presStyleLbl="fgImgPlace1" presStyleIdx="1" presStyleCnt="2"/>
      <dgm:spPr>
        <a:blipFill dpi="0" rotWithShape="1">
          <a:blip xmlns:r="http://schemas.openxmlformats.org/officeDocument/2006/relationships" r:embed="rId2" cstate="hqprint">
            <a:extLst>
              <a:ext uri="{28A0092B-C50C-407E-A947-70E740481C1C}">
                <a14:useLocalDpi xmlns:a14="http://schemas.microsoft.com/office/drawing/2010/main"/>
              </a:ext>
            </a:extLst>
          </a:blip>
          <a:srcRect/>
          <a:stretch>
            <a:fillRect/>
          </a:stretch>
        </a:blipFill>
        <a:ln>
          <a:solidFill>
            <a:schemeClr val="bg1">
              <a:lumMod val="95000"/>
            </a:schemeClr>
          </a:solidFill>
        </a:ln>
      </dgm:spPr>
    </dgm:pt>
    <dgm:pt modelId="{76B13670-B221-BF4D-A618-476F139F679A}" type="pres">
      <dgm:prSet presAssocID="{5EDB6785-2229-E545-BB36-6AA576FAAE8C}" presName="childNode" presStyleLbl="node1" presStyleIdx="1" presStyleCnt="2">
        <dgm:presLayoutVars>
          <dgm:bulletEnabled val="1"/>
        </dgm:presLayoutVars>
      </dgm:prSet>
      <dgm:spPr/>
    </dgm:pt>
    <dgm:pt modelId="{6C4098B6-4543-3C48-AE56-91C0BFE280A5}" type="pres">
      <dgm:prSet presAssocID="{5EDB6785-2229-E545-BB36-6AA576FAAE8C}" presName="parentNode" presStyleLbl="revTx" presStyleIdx="1" presStyleCnt="2">
        <dgm:presLayoutVars>
          <dgm:chMax val="0"/>
          <dgm:bulletEnabled val="1"/>
        </dgm:presLayoutVars>
      </dgm:prSet>
      <dgm:spPr/>
    </dgm:pt>
  </dgm:ptLst>
  <dgm:cxnLst>
    <dgm:cxn modelId="{F4835E1E-5A5D-ED46-8E79-968B7F7D8078}" srcId="{5EDB6785-2229-E545-BB36-6AA576FAAE8C}" destId="{EDEACE0A-FD8B-1B49-B099-83A70C721501}" srcOrd="0" destOrd="0" parTransId="{84D7E40F-042B-CC43-B752-E11C8A39FE88}" sibTransId="{17ACBDAE-489C-0B44-916D-FCF9EA9B06EF}"/>
    <dgm:cxn modelId="{EA44413B-B827-1A44-B889-0CD92E2AD24A}" type="presOf" srcId="{5EDB6785-2229-E545-BB36-6AA576FAAE8C}" destId="{6C4098B6-4543-3C48-AE56-91C0BFE280A5}" srcOrd="0" destOrd="0" presId="urn:microsoft.com/office/officeart/2005/8/layout/hList2"/>
    <dgm:cxn modelId="{9D7ECF46-E04C-F447-B153-31125A63262D}" srcId="{5059B949-B087-7640-9EF8-8DA1F1D55859}" destId="{5EDB6785-2229-E545-BB36-6AA576FAAE8C}" srcOrd="1" destOrd="0" parTransId="{526D8AF8-639E-CF44-9E9B-718B3C031947}" sibTransId="{4B922A3D-76B0-CF41-8422-0998D7A5B95B}"/>
    <dgm:cxn modelId="{33904BAE-2AB0-E446-8BC7-AF37E4C0AADF}" type="presOf" srcId="{EDEACE0A-FD8B-1B49-B099-83A70C721501}" destId="{76B13670-B221-BF4D-A618-476F139F679A}" srcOrd="0" destOrd="0" presId="urn:microsoft.com/office/officeart/2005/8/layout/hList2"/>
    <dgm:cxn modelId="{D5F606BF-FE08-5E4F-84E3-EE5D49BE63F4}" type="presOf" srcId="{432D198D-5720-6B40-AD4E-8542E6A37C32}" destId="{61DF63EF-5406-2446-831E-C937738EC469}" srcOrd="0" destOrd="0" presId="urn:microsoft.com/office/officeart/2005/8/layout/hList2"/>
    <dgm:cxn modelId="{D432DBC1-CC8C-034B-B3CD-FC0A8AE8E62B}" type="presOf" srcId="{5059B949-B087-7640-9EF8-8DA1F1D55859}" destId="{9B5C9A86-D5DF-7D4A-A744-4331675C09B4}" srcOrd="0" destOrd="0" presId="urn:microsoft.com/office/officeart/2005/8/layout/hList2"/>
    <dgm:cxn modelId="{162C52FA-BECA-C045-93BC-B1DE11158BCF}" srcId="{631468C4-8453-3649-A981-309DE580A0A0}" destId="{432D198D-5720-6B40-AD4E-8542E6A37C32}" srcOrd="0" destOrd="0" parTransId="{CD7A86C4-F9EA-DD42-8EB6-60F0C7C6ECB2}" sibTransId="{6BD9032F-AE4F-A744-95D2-8BAD076779E2}"/>
    <dgm:cxn modelId="{9FD893FA-8F9E-AD40-9354-0BF48889CB7F}" srcId="{5059B949-B087-7640-9EF8-8DA1F1D55859}" destId="{631468C4-8453-3649-A981-309DE580A0A0}" srcOrd="0" destOrd="0" parTransId="{9FDCD795-F4CE-B342-9B8F-AE9B6039638B}" sibTransId="{E7B1B162-2BD9-FA40-A39D-18FDDB277126}"/>
    <dgm:cxn modelId="{0756D4FD-49DA-804F-8DAE-149C2B41AD27}" type="presOf" srcId="{631468C4-8453-3649-A981-309DE580A0A0}" destId="{DBE1D668-5D07-EB47-8B93-AC5EA7569DBA}" srcOrd="0" destOrd="0" presId="urn:microsoft.com/office/officeart/2005/8/layout/hList2"/>
    <dgm:cxn modelId="{E6E38454-497B-B24D-B5BD-62F07A9934E4}" type="presParOf" srcId="{9B5C9A86-D5DF-7D4A-A744-4331675C09B4}" destId="{89263CC2-018A-A942-BAC6-4753B52A714C}" srcOrd="0" destOrd="0" presId="urn:microsoft.com/office/officeart/2005/8/layout/hList2"/>
    <dgm:cxn modelId="{D9DF916E-2CD0-E447-AE70-DE47820F5039}" type="presParOf" srcId="{89263CC2-018A-A942-BAC6-4753B52A714C}" destId="{E7EA2B34-9ACE-9E40-963D-59158A5C207F}" srcOrd="0" destOrd="0" presId="urn:microsoft.com/office/officeart/2005/8/layout/hList2"/>
    <dgm:cxn modelId="{98C99391-A62B-634D-A636-BAB195ECDFA8}" type="presParOf" srcId="{89263CC2-018A-A942-BAC6-4753B52A714C}" destId="{61DF63EF-5406-2446-831E-C937738EC469}" srcOrd="1" destOrd="0" presId="urn:microsoft.com/office/officeart/2005/8/layout/hList2"/>
    <dgm:cxn modelId="{602AB215-BF88-C84F-80C7-98AE94B90F53}" type="presParOf" srcId="{89263CC2-018A-A942-BAC6-4753B52A714C}" destId="{DBE1D668-5D07-EB47-8B93-AC5EA7569DBA}" srcOrd="2" destOrd="0" presId="urn:microsoft.com/office/officeart/2005/8/layout/hList2"/>
    <dgm:cxn modelId="{6748F470-42DC-EC42-91A2-16DFC66002AE}" type="presParOf" srcId="{9B5C9A86-D5DF-7D4A-A744-4331675C09B4}" destId="{46ED40AC-E978-2149-85C1-8CC197988304}" srcOrd="1" destOrd="0" presId="urn:microsoft.com/office/officeart/2005/8/layout/hList2"/>
    <dgm:cxn modelId="{F3A8F2D0-B372-6B4A-905B-7F0D23EC60DE}" type="presParOf" srcId="{9B5C9A86-D5DF-7D4A-A744-4331675C09B4}" destId="{B565DA7F-ECA9-7E47-818F-300A62472ADD}" srcOrd="2" destOrd="0" presId="urn:microsoft.com/office/officeart/2005/8/layout/hList2"/>
    <dgm:cxn modelId="{B97E9A31-D408-8E40-9905-5FA2E27BF5E7}" type="presParOf" srcId="{B565DA7F-ECA9-7E47-818F-300A62472ADD}" destId="{107DCF25-568D-014D-919C-69048DECC72B}" srcOrd="0" destOrd="0" presId="urn:microsoft.com/office/officeart/2005/8/layout/hList2"/>
    <dgm:cxn modelId="{A4FDAACA-310B-4240-B3A8-E8B31A1BF543}" type="presParOf" srcId="{B565DA7F-ECA9-7E47-818F-300A62472ADD}" destId="{76B13670-B221-BF4D-A618-476F139F679A}" srcOrd="1" destOrd="0" presId="urn:microsoft.com/office/officeart/2005/8/layout/hList2"/>
    <dgm:cxn modelId="{ACCE6A65-1EA9-0242-9628-FA35F82819E9}" type="presParOf" srcId="{B565DA7F-ECA9-7E47-818F-300A62472ADD}" destId="{6C4098B6-4543-3C48-AE56-91C0BFE280A5}"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6709AD8-E9B0-C64D-87DC-0815A0E3A15F}" type="doc">
      <dgm:prSet loTypeId="urn:microsoft.com/office/officeart/2008/layout/CaptionedPictures" loCatId="list" qsTypeId="urn:microsoft.com/office/officeart/2005/8/quickstyle/simple1" qsCatId="simple" csTypeId="urn:microsoft.com/office/officeart/2005/8/colors/accent1_2" csCatId="accent1" phldr="1"/>
      <dgm:spPr/>
      <dgm:t>
        <a:bodyPr/>
        <a:lstStyle/>
        <a:p>
          <a:endParaRPr lang="en-US"/>
        </a:p>
      </dgm:t>
    </dgm:pt>
    <dgm:pt modelId="{8790320D-D1D3-5B42-A7BC-A7EC1801F21F}">
      <dgm:prSet phldrT="[Text]"/>
      <dgm:spPr/>
      <dgm:t>
        <a:bodyPr/>
        <a:lstStyle/>
        <a:p>
          <a:r>
            <a:rPr lang="en-US">
              <a:solidFill>
                <a:srgbClr val="20282F"/>
              </a:solidFill>
            </a:rPr>
            <a:t>SOHO</a:t>
          </a:r>
        </a:p>
      </dgm:t>
    </dgm:pt>
    <dgm:pt modelId="{9596FDEA-6124-EE4A-B125-FB063ED1872F}" type="parTrans" cxnId="{80B86E9D-DCFB-A649-83E7-76BCC2F9B9A4}">
      <dgm:prSet/>
      <dgm:spPr/>
      <dgm:t>
        <a:bodyPr/>
        <a:lstStyle/>
        <a:p>
          <a:endParaRPr lang="en-US">
            <a:solidFill>
              <a:srgbClr val="20282F"/>
            </a:solidFill>
          </a:endParaRPr>
        </a:p>
      </dgm:t>
    </dgm:pt>
    <dgm:pt modelId="{F6ACFA4A-9DA6-D642-BB24-99A236DD4551}" type="sibTrans" cxnId="{80B86E9D-DCFB-A649-83E7-76BCC2F9B9A4}">
      <dgm:prSet/>
      <dgm:spPr/>
      <dgm:t>
        <a:bodyPr/>
        <a:lstStyle/>
        <a:p>
          <a:endParaRPr lang="en-US">
            <a:solidFill>
              <a:srgbClr val="20282F"/>
            </a:solidFill>
          </a:endParaRPr>
        </a:p>
      </dgm:t>
    </dgm:pt>
    <dgm:pt modelId="{40A174BD-C7A0-AA4E-B667-4522FB86B7EF}">
      <dgm:prSet phldrT="[Text]"/>
      <dgm:spPr/>
      <dgm:t>
        <a:bodyPr/>
        <a:lstStyle/>
        <a:p>
          <a:r>
            <a:rPr lang="en-US">
              <a:solidFill>
                <a:srgbClr val="20282F"/>
              </a:solidFill>
            </a:rPr>
            <a:t>Enterprise LAN</a:t>
          </a:r>
        </a:p>
      </dgm:t>
    </dgm:pt>
    <dgm:pt modelId="{975C429F-4EB9-B44B-B570-27ADE4CB8694}" type="parTrans" cxnId="{95B8FB8F-1984-7941-9A1B-DC0AAD820BC4}">
      <dgm:prSet/>
      <dgm:spPr/>
      <dgm:t>
        <a:bodyPr/>
        <a:lstStyle/>
        <a:p>
          <a:endParaRPr lang="en-US">
            <a:solidFill>
              <a:srgbClr val="20282F"/>
            </a:solidFill>
          </a:endParaRPr>
        </a:p>
      </dgm:t>
    </dgm:pt>
    <dgm:pt modelId="{753E9B83-5996-4E4B-90F9-F45E7719FC95}" type="sibTrans" cxnId="{95B8FB8F-1984-7941-9A1B-DC0AAD820BC4}">
      <dgm:prSet/>
      <dgm:spPr/>
      <dgm:t>
        <a:bodyPr/>
        <a:lstStyle/>
        <a:p>
          <a:endParaRPr lang="en-US">
            <a:solidFill>
              <a:srgbClr val="20282F"/>
            </a:solidFill>
          </a:endParaRPr>
        </a:p>
      </dgm:t>
    </dgm:pt>
    <dgm:pt modelId="{272EBB3A-4FB4-FA4C-9238-F282DAD7289C}">
      <dgm:prSet phldrT="[Text]"/>
      <dgm:spPr/>
      <dgm:t>
        <a:bodyPr/>
        <a:lstStyle/>
        <a:p>
          <a:r>
            <a:rPr lang="en-US">
              <a:solidFill>
                <a:srgbClr val="20282F"/>
              </a:solidFill>
            </a:rPr>
            <a:t>Datacenter</a:t>
          </a:r>
        </a:p>
      </dgm:t>
    </dgm:pt>
    <dgm:pt modelId="{4739323A-9BA1-654C-B226-FCFE186B730C}" type="parTrans" cxnId="{D21A5EFA-959E-484D-BDD8-6CF476CC8031}">
      <dgm:prSet/>
      <dgm:spPr/>
      <dgm:t>
        <a:bodyPr/>
        <a:lstStyle/>
        <a:p>
          <a:endParaRPr lang="en-US">
            <a:solidFill>
              <a:srgbClr val="20282F"/>
            </a:solidFill>
          </a:endParaRPr>
        </a:p>
      </dgm:t>
    </dgm:pt>
    <dgm:pt modelId="{CB5327B9-62F5-F641-A68D-8E001638CB1F}" type="sibTrans" cxnId="{D21A5EFA-959E-484D-BDD8-6CF476CC8031}">
      <dgm:prSet/>
      <dgm:spPr/>
      <dgm:t>
        <a:bodyPr/>
        <a:lstStyle/>
        <a:p>
          <a:endParaRPr lang="en-US">
            <a:solidFill>
              <a:srgbClr val="20282F"/>
            </a:solidFill>
          </a:endParaRPr>
        </a:p>
      </dgm:t>
    </dgm:pt>
    <dgm:pt modelId="{DBD153A3-4B3B-3A41-B473-32CCCC6F7FB6}" type="pres">
      <dgm:prSet presAssocID="{86709AD8-E9B0-C64D-87DC-0815A0E3A15F}" presName="Name0" presStyleCnt="0">
        <dgm:presLayoutVars>
          <dgm:chMax/>
          <dgm:chPref/>
          <dgm:dir/>
        </dgm:presLayoutVars>
      </dgm:prSet>
      <dgm:spPr/>
    </dgm:pt>
    <dgm:pt modelId="{911B9ABA-4BE6-7845-B6D5-2E75C385759F}" type="pres">
      <dgm:prSet presAssocID="{8790320D-D1D3-5B42-A7BC-A7EC1801F21F}" presName="composite" presStyleCnt="0">
        <dgm:presLayoutVars>
          <dgm:chMax val="1"/>
          <dgm:chPref val="1"/>
        </dgm:presLayoutVars>
      </dgm:prSet>
      <dgm:spPr/>
    </dgm:pt>
    <dgm:pt modelId="{73286E63-9326-F54C-9096-25316DC2F988}" type="pres">
      <dgm:prSet presAssocID="{8790320D-D1D3-5B42-A7BC-A7EC1801F21F}" presName="Accent" presStyleLbl="trAlignAcc1" presStyleIdx="0" presStyleCnt="3">
        <dgm:presLayoutVars>
          <dgm:chMax val="0"/>
          <dgm:chPref val="0"/>
        </dgm:presLayoutVars>
      </dgm:prSet>
      <dgm:spPr>
        <a:ln w="6350">
          <a:solidFill>
            <a:schemeClr val="bg1">
              <a:lumMod val="75000"/>
            </a:schemeClr>
          </a:solidFill>
        </a:ln>
      </dgm:spPr>
    </dgm:pt>
    <dgm:pt modelId="{D4923D48-A8F0-B94D-B802-FB6BE981EF47}" type="pres">
      <dgm:prSet presAssocID="{8790320D-D1D3-5B42-A7BC-A7EC1801F21F}" presName="Image" presStyleLbl="alignImgPlace1" presStyleIdx="0" presStyleCnt="3">
        <dgm:presLayoutVars>
          <dgm:chMax val="0"/>
          <dgm:chPref val="0"/>
        </dgm:presLayoutVars>
      </dgm:prSet>
      <dgm:spPr>
        <a:blipFill rotWithShape="1">
          <a:blip xmlns:r="http://schemas.openxmlformats.org/officeDocument/2006/relationships" r:embed="rId1" cstate="hqprint">
            <a:extLst>
              <a:ext uri="{28A0092B-C50C-407E-A947-70E740481C1C}">
                <a14:useLocalDpi xmlns:a14="http://schemas.microsoft.com/office/drawing/2010/main"/>
              </a:ext>
            </a:extLst>
          </a:blip>
          <a:srcRect/>
          <a:stretch>
            <a:fillRect/>
          </a:stretch>
        </a:blipFill>
      </dgm:spPr>
    </dgm:pt>
    <dgm:pt modelId="{9009C036-E7CC-ED4B-868A-690C63D861D2}" type="pres">
      <dgm:prSet presAssocID="{8790320D-D1D3-5B42-A7BC-A7EC1801F21F}" presName="ChildComposite" presStyleCnt="0"/>
      <dgm:spPr/>
    </dgm:pt>
    <dgm:pt modelId="{63B222EC-830E-5A41-A581-B83577D92E8D}" type="pres">
      <dgm:prSet presAssocID="{8790320D-D1D3-5B42-A7BC-A7EC1801F21F}" presName="Child" presStyleLbl="node1" presStyleIdx="0" presStyleCnt="0">
        <dgm:presLayoutVars>
          <dgm:chMax val="0"/>
          <dgm:chPref val="0"/>
          <dgm:bulletEnabled val="1"/>
        </dgm:presLayoutVars>
      </dgm:prSet>
      <dgm:spPr/>
    </dgm:pt>
    <dgm:pt modelId="{9061034A-71E6-774B-AF1F-8B6A772FDCC4}" type="pres">
      <dgm:prSet presAssocID="{8790320D-D1D3-5B42-A7BC-A7EC1801F21F}" presName="Parent" presStyleLbl="revTx" presStyleIdx="0" presStyleCnt="3">
        <dgm:presLayoutVars>
          <dgm:chMax val="1"/>
          <dgm:chPref val="0"/>
          <dgm:bulletEnabled val="1"/>
        </dgm:presLayoutVars>
      </dgm:prSet>
      <dgm:spPr/>
    </dgm:pt>
    <dgm:pt modelId="{E8DC62E0-FCB4-5C45-A376-013A76A70724}" type="pres">
      <dgm:prSet presAssocID="{F6ACFA4A-9DA6-D642-BB24-99A236DD4551}" presName="sibTrans" presStyleCnt="0"/>
      <dgm:spPr/>
    </dgm:pt>
    <dgm:pt modelId="{6A6AC307-0FD0-334A-B11A-B36EB5E5E940}" type="pres">
      <dgm:prSet presAssocID="{40A174BD-C7A0-AA4E-B667-4522FB86B7EF}" presName="composite" presStyleCnt="0">
        <dgm:presLayoutVars>
          <dgm:chMax val="1"/>
          <dgm:chPref val="1"/>
        </dgm:presLayoutVars>
      </dgm:prSet>
      <dgm:spPr/>
    </dgm:pt>
    <dgm:pt modelId="{51A95E90-EAD5-4945-A655-CA98A7B0B7F0}" type="pres">
      <dgm:prSet presAssocID="{40A174BD-C7A0-AA4E-B667-4522FB86B7EF}" presName="Accent" presStyleLbl="trAlignAcc1" presStyleIdx="1" presStyleCnt="3">
        <dgm:presLayoutVars>
          <dgm:chMax val="0"/>
          <dgm:chPref val="0"/>
        </dgm:presLayoutVars>
      </dgm:prSet>
      <dgm:spPr>
        <a:ln w="6350">
          <a:solidFill>
            <a:schemeClr val="bg1">
              <a:lumMod val="75000"/>
            </a:schemeClr>
          </a:solidFill>
        </a:ln>
      </dgm:spPr>
    </dgm:pt>
    <dgm:pt modelId="{FEA47FF9-136D-7E4E-9BBC-0084D9873AB5}" type="pres">
      <dgm:prSet presAssocID="{40A174BD-C7A0-AA4E-B667-4522FB86B7EF}" presName="Image" presStyleLbl="alignImgPlace1" presStyleIdx="1" presStyleCnt="3">
        <dgm:presLayoutVars>
          <dgm:chMax val="0"/>
          <dgm:chPref val="0"/>
        </dgm:presLayoutVars>
      </dgm:prSet>
      <dgm:spPr>
        <a:blipFill rotWithShape="1">
          <a:blip xmlns:r="http://schemas.openxmlformats.org/officeDocument/2006/relationships" r:embed="rId2" cstate="hqprint">
            <a:extLst>
              <a:ext uri="{28A0092B-C50C-407E-A947-70E740481C1C}">
                <a14:useLocalDpi xmlns:a14="http://schemas.microsoft.com/office/drawing/2010/main"/>
              </a:ext>
            </a:extLst>
          </a:blip>
          <a:srcRect/>
          <a:stretch>
            <a:fillRect/>
          </a:stretch>
        </a:blipFill>
      </dgm:spPr>
    </dgm:pt>
    <dgm:pt modelId="{4F332821-4C3A-6845-BC8E-41CBE122E110}" type="pres">
      <dgm:prSet presAssocID="{40A174BD-C7A0-AA4E-B667-4522FB86B7EF}" presName="ChildComposite" presStyleCnt="0"/>
      <dgm:spPr/>
    </dgm:pt>
    <dgm:pt modelId="{898996D6-CCD5-9144-8F7E-10A32465089B}" type="pres">
      <dgm:prSet presAssocID="{40A174BD-C7A0-AA4E-B667-4522FB86B7EF}" presName="Child" presStyleLbl="node1" presStyleIdx="0" presStyleCnt="0">
        <dgm:presLayoutVars>
          <dgm:chMax val="0"/>
          <dgm:chPref val="0"/>
          <dgm:bulletEnabled val="1"/>
        </dgm:presLayoutVars>
      </dgm:prSet>
      <dgm:spPr/>
    </dgm:pt>
    <dgm:pt modelId="{CB8FBF75-CF43-FD4C-A0F5-DBF52B52818C}" type="pres">
      <dgm:prSet presAssocID="{40A174BD-C7A0-AA4E-B667-4522FB86B7EF}" presName="Parent" presStyleLbl="revTx" presStyleIdx="1" presStyleCnt="3">
        <dgm:presLayoutVars>
          <dgm:chMax val="1"/>
          <dgm:chPref val="0"/>
          <dgm:bulletEnabled val="1"/>
        </dgm:presLayoutVars>
      </dgm:prSet>
      <dgm:spPr/>
    </dgm:pt>
    <dgm:pt modelId="{A8BB1FB0-02B0-184F-8E60-4DB67D89D15B}" type="pres">
      <dgm:prSet presAssocID="{753E9B83-5996-4E4B-90F9-F45E7719FC95}" presName="sibTrans" presStyleCnt="0"/>
      <dgm:spPr/>
    </dgm:pt>
    <dgm:pt modelId="{2E932BAF-A2DC-974C-95F0-D8CF67022E9F}" type="pres">
      <dgm:prSet presAssocID="{272EBB3A-4FB4-FA4C-9238-F282DAD7289C}" presName="composite" presStyleCnt="0">
        <dgm:presLayoutVars>
          <dgm:chMax val="1"/>
          <dgm:chPref val="1"/>
        </dgm:presLayoutVars>
      </dgm:prSet>
      <dgm:spPr/>
    </dgm:pt>
    <dgm:pt modelId="{A647DF3F-0E39-CB42-BB3C-953F0DEC7AB8}" type="pres">
      <dgm:prSet presAssocID="{272EBB3A-4FB4-FA4C-9238-F282DAD7289C}" presName="Accent" presStyleLbl="trAlignAcc1" presStyleIdx="2" presStyleCnt="3">
        <dgm:presLayoutVars>
          <dgm:chMax val="0"/>
          <dgm:chPref val="0"/>
        </dgm:presLayoutVars>
      </dgm:prSet>
      <dgm:spPr>
        <a:ln w="6350">
          <a:solidFill>
            <a:schemeClr val="bg1">
              <a:lumMod val="75000"/>
            </a:schemeClr>
          </a:solidFill>
        </a:ln>
      </dgm:spPr>
    </dgm:pt>
    <dgm:pt modelId="{3D5F5002-2CD6-9146-A52F-6AC17DD5B81D}" type="pres">
      <dgm:prSet presAssocID="{272EBB3A-4FB4-FA4C-9238-F282DAD7289C}" presName="Image" presStyleLbl="alignImgPlace1" presStyleIdx="2" presStyleCnt="3">
        <dgm:presLayoutVars>
          <dgm:chMax val="0"/>
          <dgm:chPref val="0"/>
        </dgm:presLayoutVars>
      </dgm:prSet>
      <dgm:spPr>
        <a:blipFill rotWithShape="1">
          <a:blip xmlns:r="http://schemas.openxmlformats.org/officeDocument/2006/relationships" r:embed="rId3" cstate="hqprint">
            <a:extLst>
              <a:ext uri="{28A0092B-C50C-407E-A947-70E740481C1C}">
                <a14:useLocalDpi xmlns:a14="http://schemas.microsoft.com/office/drawing/2010/main"/>
              </a:ext>
            </a:extLst>
          </a:blip>
          <a:srcRect/>
          <a:stretch>
            <a:fillRect/>
          </a:stretch>
        </a:blipFill>
      </dgm:spPr>
    </dgm:pt>
    <dgm:pt modelId="{226DACC3-050A-F54B-8C38-CBA785657E19}" type="pres">
      <dgm:prSet presAssocID="{272EBB3A-4FB4-FA4C-9238-F282DAD7289C}" presName="ChildComposite" presStyleCnt="0"/>
      <dgm:spPr/>
    </dgm:pt>
    <dgm:pt modelId="{194F8FC5-A337-2D4B-993B-017BB5C71DEA}" type="pres">
      <dgm:prSet presAssocID="{272EBB3A-4FB4-FA4C-9238-F282DAD7289C}" presName="Child" presStyleLbl="node1" presStyleIdx="0" presStyleCnt="0">
        <dgm:presLayoutVars>
          <dgm:chMax val="0"/>
          <dgm:chPref val="0"/>
          <dgm:bulletEnabled val="1"/>
        </dgm:presLayoutVars>
      </dgm:prSet>
      <dgm:spPr/>
    </dgm:pt>
    <dgm:pt modelId="{0E617B19-3890-B342-B7AA-179DBC573E61}" type="pres">
      <dgm:prSet presAssocID="{272EBB3A-4FB4-FA4C-9238-F282DAD7289C}" presName="Parent" presStyleLbl="revTx" presStyleIdx="2" presStyleCnt="3">
        <dgm:presLayoutVars>
          <dgm:chMax val="1"/>
          <dgm:chPref val="0"/>
          <dgm:bulletEnabled val="1"/>
        </dgm:presLayoutVars>
      </dgm:prSet>
      <dgm:spPr/>
    </dgm:pt>
  </dgm:ptLst>
  <dgm:cxnLst>
    <dgm:cxn modelId="{43FD370A-F15B-C24D-9454-1356152A5588}" type="presOf" srcId="{86709AD8-E9B0-C64D-87DC-0815A0E3A15F}" destId="{DBD153A3-4B3B-3A41-B473-32CCCC6F7FB6}" srcOrd="0" destOrd="0" presId="urn:microsoft.com/office/officeart/2008/layout/CaptionedPictures"/>
    <dgm:cxn modelId="{DDB2104D-8008-0B4B-9269-679D11FF0829}" type="presOf" srcId="{40A174BD-C7A0-AA4E-B667-4522FB86B7EF}" destId="{CB8FBF75-CF43-FD4C-A0F5-DBF52B52818C}" srcOrd="0" destOrd="0" presId="urn:microsoft.com/office/officeart/2008/layout/CaptionedPictures"/>
    <dgm:cxn modelId="{95B8FB8F-1984-7941-9A1B-DC0AAD820BC4}" srcId="{86709AD8-E9B0-C64D-87DC-0815A0E3A15F}" destId="{40A174BD-C7A0-AA4E-B667-4522FB86B7EF}" srcOrd="1" destOrd="0" parTransId="{975C429F-4EB9-B44B-B570-27ADE4CB8694}" sibTransId="{753E9B83-5996-4E4B-90F9-F45E7719FC95}"/>
    <dgm:cxn modelId="{C0158697-CC37-8747-9D93-4794FD68B894}" type="presOf" srcId="{272EBB3A-4FB4-FA4C-9238-F282DAD7289C}" destId="{0E617B19-3890-B342-B7AA-179DBC573E61}" srcOrd="0" destOrd="0" presId="urn:microsoft.com/office/officeart/2008/layout/CaptionedPictures"/>
    <dgm:cxn modelId="{80B86E9D-DCFB-A649-83E7-76BCC2F9B9A4}" srcId="{86709AD8-E9B0-C64D-87DC-0815A0E3A15F}" destId="{8790320D-D1D3-5B42-A7BC-A7EC1801F21F}" srcOrd="0" destOrd="0" parTransId="{9596FDEA-6124-EE4A-B125-FB063ED1872F}" sibTransId="{F6ACFA4A-9DA6-D642-BB24-99A236DD4551}"/>
    <dgm:cxn modelId="{D8E1B1C0-EA8A-9A48-B3B9-5BB062DC748B}" type="presOf" srcId="{8790320D-D1D3-5B42-A7BC-A7EC1801F21F}" destId="{9061034A-71E6-774B-AF1F-8B6A772FDCC4}" srcOrd="0" destOrd="0" presId="urn:microsoft.com/office/officeart/2008/layout/CaptionedPictures"/>
    <dgm:cxn modelId="{D21A5EFA-959E-484D-BDD8-6CF476CC8031}" srcId="{86709AD8-E9B0-C64D-87DC-0815A0E3A15F}" destId="{272EBB3A-4FB4-FA4C-9238-F282DAD7289C}" srcOrd="2" destOrd="0" parTransId="{4739323A-9BA1-654C-B226-FCFE186B730C}" sibTransId="{CB5327B9-62F5-F641-A68D-8E001638CB1F}"/>
    <dgm:cxn modelId="{D9919BD7-FDDC-C349-8EA0-FDE1B52AC7F8}" type="presParOf" srcId="{DBD153A3-4B3B-3A41-B473-32CCCC6F7FB6}" destId="{911B9ABA-4BE6-7845-B6D5-2E75C385759F}" srcOrd="0" destOrd="0" presId="urn:microsoft.com/office/officeart/2008/layout/CaptionedPictures"/>
    <dgm:cxn modelId="{98BB041E-8D37-7A47-A4D6-449421132638}" type="presParOf" srcId="{911B9ABA-4BE6-7845-B6D5-2E75C385759F}" destId="{73286E63-9326-F54C-9096-25316DC2F988}" srcOrd="0" destOrd="0" presId="urn:microsoft.com/office/officeart/2008/layout/CaptionedPictures"/>
    <dgm:cxn modelId="{B54B7172-CFAB-F140-ADC2-0D566EAD9502}" type="presParOf" srcId="{911B9ABA-4BE6-7845-B6D5-2E75C385759F}" destId="{D4923D48-A8F0-B94D-B802-FB6BE981EF47}" srcOrd="1" destOrd="0" presId="urn:microsoft.com/office/officeart/2008/layout/CaptionedPictures"/>
    <dgm:cxn modelId="{2A3C30B0-FD43-C44F-9966-CEC12583F1E4}" type="presParOf" srcId="{911B9ABA-4BE6-7845-B6D5-2E75C385759F}" destId="{9009C036-E7CC-ED4B-868A-690C63D861D2}" srcOrd="2" destOrd="0" presId="urn:microsoft.com/office/officeart/2008/layout/CaptionedPictures"/>
    <dgm:cxn modelId="{4F146A4C-FEFF-6144-B96E-617FC683265E}" type="presParOf" srcId="{9009C036-E7CC-ED4B-868A-690C63D861D2}" destId="{63B222EC-830E-5A41-A581-B83577D92E8D}" srcOrd="0" destOrd="0" presId="urn:microsoft.com/office/officeart/2008/layout/CaptionedPictures"/>
    <dgm:cxn modelId="{82867E7D-3E43-014B-8D98-DFF8E85F86E8}" type="presParOf" srcId="{9009C036-E7CC-ED4B-868A-690C63D861D2}" destId="{9061034A-71E6-774B-AF1F-8B6A772FDCC4}" srcOrd="1" destOrd="0" presId="urn:microsoft.com/office/officeart/2008/layout/CaptionedPictures"/>
    <dgm:cxn modelId="{4111B1D8-7D66-B245-A4B9-DA8A0A6AA028}" type="presParOf" srcId="{DBD153A3-4B3B-3A41-B473-32CCCC6F7FB6}" destId="{E8DC62E0-FCB4-5C45-A376-013A76A70724}" srcOrd="1" destOrd="0" presId="urn:microsoft.com/office/officeart/2008/layout/CaptionedPictures"/>
    <dgm:cxn modelId="{24836FCD-AD3B-E740-8BEA-0CF1FA734D1A}" type="presParOf" srcId="{DBD153A3-4B3B-3A41-B473-32CCCC6F7FB6}" destId="{6A6AC307-0FD0-334A-B11A-B36EB5E5E940}" srcOrd="2" destOrd="0" presId="urn:microsoft.com/office/officeart/2008/layout/CaptionedPictures"/>
    <dgm:cxn modelId="{C414F506-334B-094B-81EB-CBFA6CB11CBE}" type="presParOf" srcId="{6A6AC307-0FD0-334A-B11A-B36EB5E5E940}" destId="{51A95E90-EAD5-4945-A655-CA98A7B0B7F0}" srcOrd="0" destOrd="0" presId="urn:microsoft.com/office/officeart/2008/layout/CaptionedPictures"/>
    <dgm:cxn modelId="{8C11D05C-2D31-D042-A078-6525A5821848}" type="presParOf" srcId="{6A6AC307-0FD0-334A-B11A-B36EB5E5E940}" destId="{FEA47FF9-136D-7E4E-9BBC-0084D9873AB5}" srcOrd="1" destOrd="0" presId="urn:microsoft.com/office/officeart/2008/layout/CaptionedPictures"/>
    <dgm:cxn modelId="{0D17672E-E248-8C49-97E1-D0C653AC8FA8}" type="presParOf" srcId="{6A6AC307-0FD0-334A-B11A-B36EB5E5E940}" destId="{4F332821-4C3A-6845-BC8E-41CBE122E110}" srcOrd="2" destOrd="0" presId="urn:microsoft.com/office/officeart/2008/layout/CaptionedPictures"/>
    <dgm:cxn modelId="{E87CC320-4820-FD45-8B25-1EDC711D89B1}" type="presParOf" srcId="{4F332821-4C3A-6845-BC8E-41CBE122E110}" destId="{898996D6-CCD5-9144-8F7E-10A32465089B}" srcOrd="0" destOrd="0" presId="urn:microsoft.com/office/officeart/2008/layout/CaptionedPictures"/>
    <dgm:cxn modelId="{A2CBB306-32BF-DC42-8347-F4034278F3B8}" type="presParOf" srcId="{4F332821-4C3A-6845-BC8E-41CBE122E110}" destId="{CB8FBF75-CF43-FD4C-A0F5-DBF52B52818C}" srcOrd="1" destOrd="0" presId="urn:microsoft.com/office/officeart/2008/layout/CaptionedPictures"/>
    <dgm:cxn modelId="{C4607160-87AE-564F-A14F-0DAED9162E7D}" type="presParOf" srcId="{DBD153A3-4B3B-3A41-B473-32CCCC6F7FB6}" destId="{A8BB1FB0-02B0-184F-8E60-4DB67D89D15B}" srcOrd="3" destOrd="0" presId="urn:microsoft.com/office/officeart/2008/layout/CaptionedPictures"/>
    <dgm:cxn modelId="{6A765889-6980-C64F-A38C-6431AFCFE01E}" type="presParOf" srcId="{DBD153A3-4B3B-3A41-B473-32CCCC6F7FB6}" destId="{2E932BAF-A2DC-974C-95F0-D8CF67022E9F}" srcOrd="4" destOrd="0" presId="urn:microsoft.com/office/officeart/2008/layout/CaptionedPictures"/>
    <dgm:cxn modelId="{C0661C4D-E5D1-FA40-A170-BD99903D7BA6}" type="presParOf" srcId="{2E932BAF-A2DC-974C-95F0-D8CF67022E9F}" destId="{A647DF3F-0E39-CB42-BB3C-953F0DEC7AB8}" srcOrd="0" destOrd="0" presId="urn:microsoft.com/office/officeart/2008/layout/CaptionedPictures"/>
    <dgm:cxn modelId="{398478EE-D3B2-8940-92DD-0F51EEC695BC}" type="presParOf" srcId="{2E932BAF-A2DC-974C-95F0-D8CF67022E9F}" destId="{3D5F5002-2CD6-9146-A52F-6AC17DD5B81D}" srcOrd="1" destOrd="0" presId="urn:microsoft.com/office/officeart/2008/layout/CaptionedPictures"/>
    <dgm:cxn modelId="{BC8D6679-CBD8-3B49-9C34-C502495F39E4}" type="presParOf" srcId="{2E932BAF-A2DC-974C-95F0-D8CF67022E9F}" destId="{226DACC3-050A-F54B-8C38-CBA785657E19}" srcOrd="2" destOrd="0" presId="urn:microsoft.com/office/officeart/2008/layout/CaptionedPictures"/>
    <dgm:cxn modelId="{9B0CCC1B-0D1C-254A-8218-805A4CAFC155}" type="presParOf" srcId="{226DACC3-050A-F54B-8C38-CBA785657E19}" destId="{194F8FC5-A337-2D4B-993B-017BB5C71DEA}" srcOrd="0" destOrd="0" presId="urn:microsoft.com/office/officeart/2008/layout/CaptionedPictures"/>
    <dgm:cxn modelId="{8D2B0874-2387-1A40-BF4B-36043B0C3DE8}" type="presParOf" srcId="{226DACC3-050A-F54B-8C38-CBA785657E19}" destId="{0E617B19-3890-B342-B7AA-179DBC573E61}"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AE3570-949B-40C4-AD00-543B320490D0}"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B7F717D4-5D62-4488-984D-26A15C050607}">
      <dgm:prSet phldrT="[Text]"/>
      <dgm:spPr>
        <a:solidFill>
          <a:srgbClr val="004F71"/>
        </a:solidFill>
        <a:ln>
          <a:solidFill>
            <a:srgbClr val="004F71"/>
          </a:solidFill>
        </a:ln>
      </dgm:spPr>
      <dgm:t>
        <a:bodyPr/>
        <a:lstStyle/>
        <a:p>
          <a:r>
            <a:rPr lang="en-US"/>
            <a:t>Point-to-Point Topology</a:t>
          </a:r>
        </a:p>
      </dgm:t>
    </dgm:pt>
    <dgm:pt modelId="{86494F05-C7EB-4C23-9AE5-11CDB6B86ABA}" type="parTrans" cxnId="{771CAD12-7A81-4C17-8303-FCF44315932B}">
      <dgm:prSet/>
      <dgm:spPr/>
      <dgm:t>
        <a:bodyPr/>
        <a:lstStyle/>
        <a:p>
          <a:endParaRPr lang="en-US"/>
        </a:p>
      </dgm:t>
    </dgm:pt>
    <dgm:pt modelId="{9531BFE7-75DD-4E06-9DA5-911F588984F3}" type="sibTrans" cxnId="{771CAD12-7A81-4C17-8303-FCF44315932B}">
      <dgm:prSet/>
      <dgm:spPr/>
      <dgm:t>
        <a:bodyPr/>
        <a:lstStyle/>
        <a:p>
          <a:endParaRPr lang="en-US"/>
        </a:p>
      </dgm:t>
    </dgm:pt>
    <dgm:pt modelId="{E6BDBF84-45C3-46A1-948A-0A6E1A6FD8AD}">
      <dgm:prSet/>
      <dgm:spPr>
        <a:solidFill>
          <a:srgbClr val="004F71"/>
        </a:solidFill>
        <a:ln>
          <a:solidFill>
            <a:srgbClr val="004F71"/>
          </a:solidFill>
        </a:ln>
      </dgm:spPr>
      <dgm:t>
        <a:bodyPr/>
        <a:lstStyle/>
        <a:p>
          <a:r>
            <a:rPr lang="en-US"/>
            <a:t>Star </a:t>
          </a:r>
          <a:br>
            <a:rPr lang="en-US"/>
          </a:br>
          <a:r>
            <a:rPr lang="en-US"/>
            <a:t>Topology</a:t>
          </a:r>
        </a:p>
      </dgm:t>
    </dgm:pt>
    <dgm:pt modelId="{B93DC43A-3E07-4288-9D41-93A23981961A}" type="parTrans" cxnId="{968B126C-F353-43CE-8892-8FD693FF8E8E}">
      <dgm:prSet/>
      <dgm:spPr/>
      <dgm:t>
        <a:bodyPr/>
        <a:lstStyle/>
        <a:p>
          <a:endParaRPr lang="en-US"/>
        </a:p>
      </dgm:t>
    </dgm:pt>
    <dgm:pt modelId="{266CB999-2E2E-4594-A45B-D2C944DFC41B}" type="sibTrans" cxnId="{968B126C-F353-43CE-8892-8FD693FF8E8E}">
      <dgm:prSet/>
      <dgm:spPr/>
      <dgm:t>
        <a:bodyPr/>
        <a:lstStyle/>
        <a:p>
          <a:endParaRPr lang="en-US"/>
        </a:p>
      </dgm:t>
    </dgm:pt>
    <dgm:pt modelId="{94AF31D7-54F2-4C8B-B5FB-32EB73BD0AD3}">
      <dgm:prSet/>
      <dgm:spPr>
        <a:solidFill>
          <a:srgbClr val="004F71"/>
        </a:solidFill>
        <a:ln>
          <a:solidFill>
            <a:srgbClr val="004F71"/>
          </a:solidFill>
        </a:ln>
      </dgm:spPr>
      <dgm:t>
        <a:bodyPr/>
        <a:lstStyle/>
        <a:p>
          <a:r>
            <a:rPr lang="en-US"/>
            <a:t>Mesh Topology</a:t>
          </a:r>
        </a:p>
      </dgm:t>
    </dgm:pt>
    <dgm:pt modelId="{B0D7B881-7A82-4815-9588-AD041CEA6DF8}" type="parTrans" cxnId="{A026F46C-EAAB-4EB3-8047-9C20C9E72F71}">
      <dgm:prSet/>
      <dgm:spPr/>
      <dgm:t>
        <a:bodyPr/>
        <a:lstStyle/>
        <a:p>
          <a:endParaRPr lang="en-US"/>
        </a:p>
      </dgm:t>
    </dgm:pt>
    <dgm:pt modelId="{CB14AD34-4C92-46A6-9AFD-B0384AADB6EB}" type="sibTrans" cxnId="{A026F46C-EAAB-4EB3-8047-9C20C9E72F71}">
      <dgm:prSet/>
      <dgm:spPr/>
      <dgm:t>
        <a:bodyPr/>
        <a:lstStyle/>
        <a:p>
          <a:endParaRPr lang="en-US"/>
        </a:p>
      </dgm:t>
    </dgm:pt>
    <dgm:pt modelId="{D5E01869-01A5-4BE7-A89E-6EFA479108AD}" type="pres">
      <dgm:prSet presAssocID="{A6AE3570-949B-40C4-AD00-543B320490D0}" presName="diagram" presStyleCnt="0">
        <dgm:presLayoutVars>
          <dgm:dir/>
          <dgm:resizeHandles val="exact"/>
        </dgm:presLayoutVars>
      </dgm:prSet>
      <dgm:spPr/>
    </dgm:pt>
    <dgm:pt modelId="{CF9F16AC-7EFD-45C9-9A81-134464F477A2}" type="pres">
      <dgm:prSet presAssocID="{B7F717D4-5D62-4488-984D-26A15C050607}" presName="node" presStyleLbl="node1" presStyleIdx="0" presStyleCnt="3">
        <dgm:presLayoutVars>
          <dgm:bulletEnabled val="1"/>
        </dgm:presLayoutVars>
      </dgm:prSet>
      <dgm:spPr/>
    </dgm:pt>
    <dgm:pt modelId="{A95DDAF9-DEDA-4FAB-929F-9E68D58627AE}" type="pres">
      <dgm:prSet presAssocID="{9531BFE7-75DD-4E06-9DA5-911F588984F3}" presName="sibTrans" presStyleCnt="0"/>
      <dgm:spPr/>
    </dgm:pt>
    <dgm:pt modelId="{67AD820C-CC44-467F-B6E8-236AFFF70BD9}" type="pres">
      <dgm:prSet presAssocID="{E6BDBF84-45C3-46A1-948A-0A6E1A6FD8AD}" presName="node" presStyleLbl="node1" presStyleIdx="1" presStyleCnt="3">
        <dgm:presLayoutVars>
          <dgm:bulletEnabled val="1"/>
        </dgm:presLayoutVars>
      </dgm:prSet>
      <dgm:spPr/>
    </dgm:pt>
    <dgm:pt modelId="{89B54226-7C77-473F-9C73-5242A688A12B}" type="pres">
      <dgm:prSet presAssocID="{266CB999-2E2E-4594-A45B-D2C944DFC41B}" presName="sibTrans" presStyleCnt="0"/>
      <dgm:spPr/>
    </dgm:pt>
    <dgm:pt modelId="{E9CEC96A-299D-4D14-B86F-A1FFADF976B7}" type="pres">
      <dgm:prSet presAssocID="{94AF31D7-54F2-4C8B-B5FB-32EB73BD0AD3}" presName="node" presStyleLbl="node1" presStyleIdx="2" presStyleCnt="3">
        <dgm:presLayoutVars>
          <dgm:bulletEnabled val="1"/>
        </dgm:presLayoutVars>
      </dgm:prSet>
      <dgm:spPr/>
    </dgm:pt>
  </dgm:ptLst>
  <dgm:cxnLst>
    <dgm:cxn modelId="{A812C400-AD82-4DEF-8304-B6B3DC67C276}" type="presOf" srcId="{94AF31D7-54F2-4C8B-B5FB-32EB73BD0AD3}" destId="{E9CEC96A-299D-4D14-B86F-A1FFADF976B7}" srcOrd="0" destOrd="0" presId="urn:microsoft.com/office/officeart/2005/8/layout/default"/>
    <dgm:cxn modelId="{771CAD12-7A81-4C17-8303-FCF44315932B}" srcId="{A6AE3570-949B-40C4-AD00-543B320490D0}" destId="{B7F717D4-5D62-4488-984D-26A15C050607}" srcOrd="0" destOrd="0" parTransId="{86494F05-C7EB-4C23-9AE5-11CDB6B86ABA}" sibTransId="{9531BFE7-75DD-4E06-9DA5-911F588984F3}"/>
    <dgm:cxn modelId="{968B126C-F353-43CE-8892-8FD693FF8E8E}" srcId="{A6AE3570-949B-40C4-AD00-543B320490D0}" destId="{E6BDBF84-45C3-46A1-948A-0A6E1A6FD8AD}" srcOrd="1" destOrd="0" parTransId="{B93DC43A-3E07-4288-9D41-93A23981961A}" sibTransId="{266CB999-2E2E-4594-A45B-D2C944DFC41B}"/>
    <dgm:cxn modelId="{A026F46C-EAAB-4EB3-8047-9C20C9E72F71}" srcId="{A6AE3570-949B-40C4-AD00-543B320490D0}" destId="{94AF31D7-54F2-4C8B-B5FB-32EB73BD0AD3}" srcOrd="2" destOrd="0" parTransId="{B0D7B881-7A82-4815-9588-AD041CEA6DF8}" sibTransId="{CB14AD34-4C92-46A6-9AFD-B0384AADB6EB}"/>
    <dgm:cxn modelId="{F48EF174-5893-4DC7-A81F-AF51F51C0E13}" type="presOf" srcId="{E6BDBF84-45C3-46A1-948A-0A6E1A6FD8AD}" destId="{67AD820C-CC44-467F-B6E8-236AFFF70BD9}" srcOrd="0" destOrd="0" presId="urn:microsoft.com/office/officeart/2005/8/layout/default"/>
    <dgm:cxn modelId="{4198D8A2-60B9-48DC-B4D7-533344171C5D}" type="presOf" srcId="{B7F717D4-5D62-4488-984D-26A15C050607}" destId="{CF9F16AC-7EFD-45C9-9A81-134464F477A2}" srcOrd="0" destOrd="0" presId="urn:microsoft.com/office/officeart/2005/8/layout/default"/>
    <dgm:cxn modelId="{E341FEBB-69AC-49A3-BB03-D2A6748ABF31}" type="presOf" srcId="{A6AE3570-949B-40C4-AD00-543B320490D0}" destId="{D5E01869-01A5-4BE7-A89E-6EFA479108AD}" srcOrd="0" destOrd="0" presId="urn:microsoft.com/office/officeart/2005/8/layout/default"/>
    <dgm:cxn modelId="{1106AABF-E1FF-4B7C-933E-C3005E30EA9C}" type="presParOf" srcId="{D5E01869-01A5-4BE7-A89E-6EFA479108AD}" destId="{CF9F16AC-7EFD-45C9-9A81-134464F477A2}" srcOrd="0" destOrd="0" presId="urn:microsoft.com/office/officeart/2005/8/layout/default"/>
    <dgm:cxn modelId="{F1B85766-900C-4B5C-BC3A-9015534AB75C}" type="presParOf" srcId="{D5E01869-01A5-4BE7-A89E-6EFA479108AD}" destId="{A95DDAF9-DEDA-4FAB-929F-9E68D58627AE}" srcOrd="1" destOrd="0" presId="urn:microsoft.com/office/officeart/2005/8/layout/default"/>
    <dgm:cxn modelId="{2F9D72C4-1189-46E8-A542-E6F7DCA52E7C}" type="presParOf" srcId="{D5E01869-01A5-4BE7-A89E-6EFA479108AD}" destId="{67AD820C-CC44-467F-B6E8-236AFFF70BD9}" srcOrd="2" destOrd="0" presId="urn:microsoft.com/office/officeart/2005/8/layout/default"/>
    <dgm:cxn modelId="{7D2FB1BC-64FB-49A5-9423-7E842A22A5A1}" type="presParOf" srcId="{D5E01869-01A5-4BE7-A89E-6EFA479108AD}" destId="{89B54226-7C77-473F-9C73-5242A688A12B}" srcOrd="3" destOrd="0" presId="urn:microsoft.com/office/officeart/2005/8/layout/default"/>
    <dgm:cxn modelId="{8F3B99C5-76A5-44E0-8F33-40352CC80AAB}" type="presParOf" srcId="{D5E01869-01A5-4BE7-A89E-6EFA479108AD}" destId="{E9CEC96A-299D-4D14-B86F-A1FFADF976B7}"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47D3F41-E922-4E10-AAB9-CBC8FA478799}">
      <dgm:prSet phldrT="[Text]"/>
      <dgm:spPr/>
      <dgm:t>
        <a:bodyPr/>
        <a:lstStyle/>
        <a:p>
          <a:r>
            <a:rPr lang="en-US">
              <a:solidFill>
                <a:srgbClr val="20282F"/>
              </a:solidFill>
            </a:rPr>
            <a:t>7 Application</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2221CEC-5D47-4026-922B-96793912D2C0}" type="parTrans" cxnId="{0E55806C-465B-4FF1-A431-C1E540C15CE0}">
      <dgm:prSet/>
      <dgm:spPr/>
      <dgm:t>
        <a:bodyPr/>
        <a:lstStyle/>
        <a:p>
          <a:endParaRPr lang="en-US"/>
        </a:p>
      </dgm:t>
    </dgm:pt>
    <dgm:pt modelId="{D3E5D15C-660E-48A8-B542-0B0D8987A306}" type="sibTrans" cxnId="{0E55806C-465B-4FF1-A431-C1E540C15CE0}">
      <dgm:prSet/>
      <dgm:spPr/>
      <dgm:t>
        <a:bodyPr/>
        <a:lstStyle/>
        <a:p>
          <a:endParaRPr lang="en-US"/>
        </a:p>
      </dgm:t>
    </dgm:pt>
    <dgm:pt modelId="{8A58ED2E-B281-4CF8-B441-5FBCAEF6B0A2}">
      <dgm:prSet phldrT="[Text]"/>
      <dgm:spPr/>
      <dgm:t>
        <a:bodyPr/>
        <a:lstStyle/>
        <a:p>
          <a:r>
            <a:rPr lang="en-US">
              <a:solidFill>
                <a:srgbClr val="20282F"/>
              </a:solidFill>
            </a:rPr>
            <a:t>6 Presentation</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80EF468-D9BC-4665-92FF-92A07D21BEA0}" type="parTrans" cxnId="{3C4242C0-2976-4308-9D08-6C96FA482D7B}">
      <dgm:prSet/>
      <dgm:spPr/>
      <dgm:t>
        <a:bodyPr/>
        <a:lstStyle/>
        <a:p>
          <a:endParaRPr lang="en-US"/>
        </a:p>
      </dgm:t>
    </dgm:pt>
    <dgm:pt modelId="{6FBF4B56-CD50-43E7-B37C-16F8BC952C24}" type="sibTrans" cxnId="{3C4242C0-2976-4308-9D08-6C96FA482D7B}">
      <dgm:prSet/>
      <dgm:spPr/>
      <dgm:t>
        <a:bodyPr/>
        <a:lstStyle/>
        <a:p>
          <a:endParaRPr lang="en-US"/>
        </a:p>
      </dgm:t>
    </dgm:pt>
    <dgm:pt modelId="{8FEDAA25-109E-4EF7-9AC0-D51B4CEBD0EE}">
      <dgm:prSet phldrT="[Text]"/>
      <dgm:spPr/>
      <dgm:t>
        <a:bodyPr/>
        <a:lstStyle/>
        <a:p>
          <a:r>
            <a:rPr lang="en-US">
              <a:solidFill>
                <a:srgbClr val="20282F"/>
              </a:solidFill>
            </a:rPr>
            <a:t>5 Session </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88DE3FA-C288-4634-BA7C-C7DCF37411E6}" type="parTrans" cxnId="{53F35D75-CA21-41FF-826B-8C4F5D73166C}">
      <dgm:prSet/>
      <dgm:spPr/>
      <dgm:t>
        <a:bodyPr/>
        <a:lstStyle/>
        <a:p>
          <a:endParaRPr lang="en-US"/>
        </a:p>
      </dgm:t>
    </dgm:pt>
    <dgm:pt modelId="{3A278E17-E8DF-4B7B-9542-DC912DFE1FC2}" type="sibTrans" cxnId="{53F35D75-CA21-41FF-826B-8C4F5D73166C}">
      <dgm:prSet/>
      <dgm:spPr/>
      <dgm:t>
        <a:bodyPr/>
        <a:lstStyle/>
        <a:p>
          <a:endParaRPr lang="en-US"/>
        </a:p>
      </dgm:t>
    </dgm:pt>
    <dgm:pt modelId="{46FAEB38-ED81-41F2-9C9E-C49F85265594}">
      <dgm:prSet phldrT="[Text]"/>
      <dgm:spPr/>
      <dgm:t>
        <a:bodyPr/>
        <a:lstStyle/>
        <a:p>
          <a:r>
            <a:rPr lang="en-US">
              <a:solidFill>
                <a:srgbClr val="20282F"/>
              </a:solidFill>
            </a:rPr>
            <a:t>4 Transport</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CE4B40B-490B-4E80-852F-F645A4C0830C}" type="parTrans" cxnId="{65AF0C83-348B-43B1-A332-8CAFC5B6C7A0}">
      <dgm:prSet/>
      <dgm:spPr/>
      <dgm:t>
        <a:bodyPr/>
        <a:lstStyle/>
        <a:p>
          <a:endParaRPr lang="en-US"/>
        </a:p>
      </dgm:t>
    </dgm:pt>
    <dgm:pt modelId="{4C3A7703-1CCA-4721-A827-D845208813B0}" type="sibTrans" cxnId="{65AF0C83-348B-43B1-A332-8CAFC5B6C7A0}">
      <dgm:prSet/>
      <dgm:spPr/>
      <dgm:t>
        <a:bodyPr/>
        <a:lstStyle/>
        <a:p>
          <a:endParaRPr lang="en-US"/>
        </a:p>
      </dgm:t>
    </dgm:pt>
    <dgm:pt modelId="{A0E81B44-9DFE-4EA3-9B40-455E348D02DA}">
      <dgm:prSet phldrT="[Text]"/>
      <dgm:spPr/>
      <dgm:t>
        <a:bodyPr/>
        <a:lstStyle/>
        <a:p>
          <a:r>
            <a:rPr lang="en-US">
              <a:solidFill>
                <a:srgbClr val="20282F"/>
              </a:solidFill>
            </a:rPr>
            <a:t>3 Network</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8EF42476-9D7F-4E0F-B46B-97455E151D7E}" type="parTrans" cxnId="{A3161F93-0BAA-4FFF-97A3-698212D3B0AB}">
      <dgm:prSet/>
      <dgm:spPr/>
      <dgm:t>
        <a:bodyPr/>
        <a:lstStyle/>
        <a:p>
          <a:endParaRPr lang="en-US"/>
        </a:p>
      </dgm:t>
    </dgm:pt>
    <dgm:pt modelId="{D011E329-AE68-4FA5-8735-321D9CA06112}" type="sibTrans" cxnId="{A3161F93-0BAA-4FFF-97A3-698212D3B0AB}">
      <dgm:prSet/>
      <dgm:spPr/>
      <dgm:t>
        <a:bodyPr/>
        <a:lstStyle/>
        <a:p>
          <a:endParaRPr lang="en-US"/>
        </a:p>
      </dgm:t>
    </dgm:pt>
    <dgm:pt modelId="{5BB4125C-0A00-481A-BCF1-6CA3EA593773}">
      <dgm:prSet phldrT="[Text]"/>
      <dgm:spPr/>
      <dgm:t>
        <a:bodyPr/>
        <a:lstStyle/>
        <a:p>
          <a:r>
            <a:rPr lang="en-US">
              <a:solidFill>
                <a:srgbClr val="20282F"/>
              </a:solidFill>
            </a:rPr>
            <a:t>2 Data Link</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0F8AED1-50FD-4781-B1CC-4DD44BA0FF6D}" type="parTrans" cxnId="{7CA49FB7-F7A4-4F53-97B3-123E608EA48A}">
      <dgm:prSet/>
      <dgm:spPr/>
      <dgm:t>
        <a:bodyPr/>
        <a:lstStyle/>
        <a:p>
          <a:endParaRPr lang="en-US"/>
        </a:p>
      </dgm:t>
    </dgm:pt>
    <dgm:pt modelId="{5A09E58B-D690-42C9-949B-0C2062736E3A}" type="sibTrans" cxnId="{7CA49FB7-F7A4-4F53-97B3-123E608EA48A}">
      <dgm:prSet/>
      <dgm:spPr/>
      <dgm:t>
        <a:bodyPr/>
        <a:lstStyle/>
        <a:p>
          <a:endParaRPr lang="en-US"/>
        </a:p>
      </dgm:t>
    </dgm:pt>
    <dgm:pt modelId="{34447BCB-71C1-4B68-8C70-5A399F98C548}">
      <dgm:prSet phldrT="[Text]"/>
      <dgm:spPr>
        <a:solidFill>
          <a:srgbClr val="004F71"/>
        </a:solidFill>
      </dgm:spPr>
      <dgm:t>
        <a:bodyPr/>
        <a:lstStyle/>
        <a:p>
          <a:r>
            <a:rPr lang="en-US">
              <a:solidFill>
                <a:schemeClr val="bg1"/>
              </a:solidFill>
            </a:rPr>
            <a:t>1 Physical </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B428A84D-9C18-46B8-8095-C18C1DEEB5AC}" type="parTrans" cxnId="{23C5CB5F-6991-466D-9252-7CA42E01A709}">
      <dgm:prSet/>
      <dgm:spPr/>
      <dgm:t>
        <a:bodyPr/>
        <a:lstStyle/>
        <a:p>
          <a:endParaRPr lang="en-US"/>
        </a:p>
      </dgm:t>
    </dgm:pt>
    <dgm:pt modelId="{D38FE192-D658-4A57-A5D0-8519151246DE}" type="sibTrans" cxnId="{23C5CB5F-6991-466D-9252-7CA42E01A709}">
      <dgm:prSet/>
      <dgm:spPr/>
      <dgm:t>
        <a:bodyPr/>
        <a:lstStyle/>
        <a:p>
          <a:endParaRPr lang="en-US"/>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custLinFactNeighborY="29521">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E88419D-50A2-4259-84CE-4FCFB3950F1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43C639F-96ED-4A69-A500-9A787FF78F4C}">
      <dgm:prSet phldrT="[Text]"/>
      <dgm:spPr>
        <a:solidFill>
          <a:srgbClr val="007377"/>
        </a:solidFill>
      </dgm:spPr>
      <dgm:t>
        <a:bodyPr/>
        <a:lstStyle/>
        <a:p>
          <a:r>
            <a:rPr lang="en-US"/>
            <a:t>Functions and Examples </a:t>
          </a:r>
        </a:p>
      </dgm:t>
    </dgm:pt>
    <dgm:pt modelId="{012E92C0-3D91-45AE-8073-4907A21E8D9F}" type="parTrans" cxnId="{45C2158C-3D05-4AFC-A02F-D877FF90CC64}">
      <dgm:prSet/>
      <dgm:spPr/>
      <dgm:t>
        <a:bodyPr/>
        <a:lstStyle/>
        <a:p>
          <a:endParaRPr lang="en-US"/>
        </a:p>
      </dgm:t>
    </dgm:pt>
    <dgm:pt modelId="{3015E2D2-8C8D-4DFA-8DC0-1C21B5BE4596}" type="sibTrans" cxnId="{45C2158C-3D05-4AFC-A02F-D877FF90CC64}">
      <dgm:prSet/>
      <dgm:spPr/>
      <dgm:t>
        <a:bodyPr/>
        <a:lstStyle/>
        <a:p>
          <a:endParaRPr lang="en-US"/>
        </a:p>
      </dgm:t>
    </dgm:pt>
    <dgm:pt modelId="{93B06203-007C-4CB1-80BB-BD7F335D2A65}">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Transmit bits from sending source over network communications to physical layer of receiving device</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CA28D44F-E909-463C-8337-6967497CA901}" type="parTrans" cxnId="{BAEE7EE8-127C-48D2-B988-7182F9EF45EE}">
      <dgm:prSet/>
      <dgm:spPr/>
      <dgm:t>
        <a:bodyPr/>
        <a:lstStyle/>
        <a:p>
          <a:endParaRPr lang="en-US"/>
        </a:p>
      </dgm:t>
    </dgm:pt>
    <dgm:pt modelId="{4A0DFA88-DE43-4B28-A30D-F6315CC6D393}" type="sibTrans" cxnId="{BAEE7EE8-127C-48D2-B988-7182F9EF45EE}">
      <dgm:prSet/>
      <dgm:spPr/>
      <dgm:t>
        <a:bodyPr/>
        <a:lstStyle/>
        <a:p>
          <a:endParaRPr lang="en-US"/>
        </a:p>
      </dgm:t>
    </dgm:pt>
    <dgm:pt modelId="{F640D813-2406-4809-AE23-0E13D303F19C}">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Data transmitted using cables or wireless media </a:t>
          </a:r>
        </a:p>
      </dgm:t>
    </dgm:pt>
    <dgm:pt modelId="{ADC54BC5-010D-48CE-B224-999F9A7B9003}" type="parTrans" cxnId="{3537B6C7-49CB-4FA9-89B6-A3D7706A24AB}">
      <dgm:prSet/>
      <dgm:spPr/>
      <dgm:t>
        <a:bodyPr/>
        <a:lstStyle/>
        <a:p>
          <a:endParaRPr lang="en-US"/>
        </a:p>
      </dgm:t>
    </dgm:pt>
    <dgm:pt modelId="{61FA5C9F-1AC6-4685-9515-086DD8BA3704}" type="sibTrans" cxnId="{3537B6C7-49CB-4FA9-89B6-A3D7706A24AB}">
      <dgm:prSet/>
      <dgm:spPr/>
      <dgm:t>
        <a:bodyPr/>
        <a:lstStyle/>
        <a:p>
          <a:endParaRPr lang="en-US"/>
        </a:p>
      </dgm:t>
    </dgm:pt>
    <dgm:pt modelId="{B4499544-9015-4119-9AD1-CC31CE109307}">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Examples: Coax and fiber cables, hubs and repeaters, modem, transceiver</a:t>
          </a:r>
        </a:p>
      </dgm:t>
    </dgm:pt>
    <dgm:pt modelId="{D6768B58-8B7F-4D1C-A793-0415DFBD8F58}" type="parTrans" cxnId="{B42D5012-FF30-4C9B-B3A2-758FD92CBDD8}">
      <dgm:prSet/>
      <dgm:spPr/>
      <dgm:t>
        <a:bodyPr/>
        <a:lstStyle/>
        <a:p>
          <a:endParaRPr lang="en-US"/>
        </a:p>
      </dgm:t>
    </dgm:pt>
    <dgm:pt modelId="{D5D07439-A6B5-4E7A-9489-7FEF177E7D3D}" type="sibTrans" cxnId="{B42D5012-FF30-4C9B-B3A2-758FD92CBDD8}">
      <dgm:prSet/>
      <dgm:spPr/>
      <dgm:t>
        <a:bodyPr/>
        <a:lstStyle/>
        <a:p>
          <a:endParaRPr lang="en-US"/>
        </a:p>
      </dgm:t>
    </dgm:pt>
    <dgm:pt modelId="{C94EF57E-2257-4687-8C1F-A1E50205286F}" type="pres">
      <dgm:prSet presAssocID="{3E88419D-50A2-4259-84CE-4FCFB3950F18}" presName="linear" presStyleCnt="0">
        <dgm:presLayoutVars>
          <dgm:dir/>
          <dgm:animLvl val="lvl"/>
          <dgm:resizeHandles val="exact"/>
        </dgm:presLayoutVars>
      </dgm:prSet>
      <dgm:spPr/>
    </dgm:pt>
    <dgm:pt modelId="{D4C88345-B93B-4963-A67C-F3FC93B20DD5}" type="pres">
      <dgm:prSet presAssocID="{543C639F-96ED-4A69-A500-9A787FF78F4C}" presName="parentLin" presStyleCnt="0"/>
      <dgm:spPr/>
    </dgm:pt>
    <dgm:pt modelId="{0FE9D305-950B-422D-9979-43B4E3BBDA67}" type="pres">
      <dgm:prSet presAssocID="{543C639F-96ED-4A69-A500-9A787FF78F4C}" presName="parentLeftMargin" presStyleLbl="node1" presStyleIdx="0" presStyleCnt="1"/>
      <dgm:spPr/>
    </dgm:pt>
    <dgm:pt modelId="{D90118E1-37D1-4932-9856-5F7B335EDA4E}" type="pres">
      <dgm:prSet presAssocID="{543C639F-96ED-4A69-A500-9A787FF78F4C}" presName="parentText" presStyleLbl="node1" presStyleIdx="0" presStyleCnt="1">
        <dgm:presLayoutVars>
          <dgm:chMax val="0"/>
          <dgm:bulletEnabled val="1"/>
        </dgm:presLayoutVars>
      </dgm:prSet>
      <dgm:spPr/>
    </dgm:pt>
    <dgm:pt modelId="{954747E0-2263-4BBB-ABD3-17420BEA8BA3}" type="pres">
      <dgm:prSet presAssocID="{543C639F-96ED-4A69-A500-9A787FF78F4C}" presName="negativeSpace" presStyleCnt="0"/>
      <dgm:spPr/>
    </dgm:pt>
    <dgm:pt modelId="{9AFFA4DC-4950-43B5-A368-4C881403703D}" type="pres">
      <dgm:prSet presAssocID="{543C639F-96ED-4A69-A500-9A787FF78F4C}" presName="childText" presStyleLbl="conFgAcc1" presStyleIdx="0" presStyleCnt="1" custLinFactNeighborX="-145" custLinFactNeighborY="-37846">
        <dgm:presLayoutVars>
          <dgm:bulletEnabled val="1"/>
        </dgm:presLayoutVars>
      </dgm:prSet>
      <dgm:spPr/>
    </dgm:pt>
  </dgm:ptLst>
  <dgm:cxnLst>
    <dgm:cxn modelId="{B42D5012-FF30-4C9B-B3A2-758FD92CBDD8}" srcId="{543C639F-96ED-4A69-A500-9A787FF78F4C}" destId="{B4499544-9015-4119-9AD1-CC31CE109307}" srcOrd="2" destOrd="0" parTransId="{D6768B58-8B7F-4D1C-A793-0415DFBD8F58}" sibTransId="{D5D07439-A6B5-4E7A-9489-7FEF177E7D3D}"/>
    <dgm:cxn modelId="{1126BA43-C060-43DE-B761-653B520DCA04}" type="presOf" srcId="{3E88419D-50A2-4259-84CE-4FCFB3950F18}" destId="{C94EF57E-2257-4687-8C1F-A1E50205286F}" srcOrd="0" destOrd="0" presId="urn:microsoft.com/office/officeart/2005/8/layout/list1"/>
    <dgm:cxn modelId="{BF36E24C-130C-4333-85F1-D5549DB47E33}" type="presOf" srcId="{B4499544-9015-4119-9AD1-CC31CE109307}" destId="{9AFFA4DC-4950-43B5-A368-4C881403703D}" srcOrd="0" destOrd="2" presId="urn:microsoft.com/office/officeart/2005/8/layout/list1"/>
    <dgm:cxn modelId="{9F5FE176-424B-4058-950D-10C8D3AA8DBE}" type="presOf" srcId="{93B06203-007C-4CB1-80BB-BD7F335D2A65}" destId="{9AFFA4DC-4950-43B5-A368-4C881403703D}" srcOrd="0" destOrd="0" presId="urn:microsoft.com/office/officeart/2005/8/layout/list1"/>
    <dgm:cxn modelId="{45C2158C-3D05-4AFC-A02F-D877FF90CC64}" srcId="{3E88419D-50A2-4259-84CE-4FCFB3950F18}" destId="{543C639F-96ED-4A69-A500-9A787FF78F4C}" srcOrd="0" destOrd="0" parTransId="{012E92C0-3D91-45AE-8073-4907A21E8D9F}" sibTransId="{3015E2D2-8C8D-4DFA-8DC0-1C21B5BE4596}"/>
    <dgm:cxn modelId="{9E9FE4BE-23D0-43E7-9BE4-32DC9B91DD91}" type="presOf" srcId="{543C639F-96ED-4A69-A500-9A787FF78F4C}" destId="{D90118E1-37D1-4932-9856-5F7B335EDA4E}" srcOrd="1" destOrd="0" presId="urn:microsoft.com/office/officeart/2005/8/layout/list1"/>
    <dgm:cxn modelId="{3537B6C7-49CB-4FA9-89B6-A3D7706A24AB}" srcId="{543C639F-96ED-4A69-A500-9A787FF78F4C}" destId="{F640D813-2406-4809-AE23-0E13D303F19C}" srcOrd="1" destOrd="0" parTransId="{ADC54BC5-010D-48CE-B224-999F9A7B9003}" sibTransId="{61FA5C9F-1AC6-4685-9515-086DD8BA3704}"/>
    <dgm:cxn modelId="{B3BF73E4-E8A8-4443-B55B-0A2422B1A36F}" type="presOf" srcId="{F640D813-2406-4809-AE23-0E13D303F19C}" destId="{9AFFA4DC-4950-43B5-A368-4C881403703D}" srcOrd="0" destOrd="1" presId="urn:microsoft.com/office/officeart/2005/8/layout/list1"/>
    <dgm:cxn modelId="{DE24B8E4-8172-4937-AA89-4BAD2BDD9F6F}" type="presOf" srcId="{543C639F-96ED-4A69-A500-9A787FF78F4C}" destId="{0FE9D305-950B-422D-9979-43B4E3BBDA67}" srcOrd="0" destOrd="0" presId="urn:microsoft.com/office/officeart/2005/8/layout/list1"/>
    <dgm:cxn modelId="{BAEE7EE8-127C-48D2-B988-7182F9EF45EE}" srcId="{543C639F-96ED-4A69-A500-9A787FF78F4C}" destId="{93B06203-007C-4CB1-80BB-BD7F335D2A65}" srcOrd="0" destOrd="0" parTransId="{CA28D44F-E909-463C-8337-6967497CA901}" sibTransId="{4A0DFA88-DE43-4B28-A30D-F6315CC6D393}"/>
    <dgm:cxn modelId="{111B64CE-58EC-4BAD-8D63-9EDFD13A62A8}" type="presParOf" srcId="{C94EF57E-2257-4687-8C1F-A1E50205286F}" destId="{D4C88345-B93B-4963-A67C-F3FC93B20DD5}" srcOrd="0" destOrd="0" presId="urn:microsoft.com/office/officeart/2005/8/layout/list1"/>
    <dgm:cxn modelId="{34363F56-D186-491F-9EDF-3C01AAB27904}" type="presParOf" srcId="{D4C88345-B93B-4963-A67C-F3FC93B20DD5}" destId="{0FE9D305-950B-422D-9979-43B4E3BBDA67}" srcOrd="0" destOrd="0" presId="urn:microsoft.com/office/officeart/2005/8/layout/list1"/>
    <dgm:cxn modelId="{2E282629-4F9E-4A3F-8BFE-1673D0B3CAFF}" type="presParOf" srcId="{D4C88345-B93B-4963-A67C-F3FC93B20DD5}" destId="{D90118E1-37D1-4932-9856-5F7B335EDA4E}" srcOrd="1" destOrd="0" presId="urn:microsoft.com/office/officeart/2005/8/layout/list1"/>
    <dgm:cxn modelId="{291438ED-90EE-4029-AAA1-E34BCB9A537E}" type="presParOf" srcId="{C94EF57E-2257-4687-8C1F-A1E50205286F}" destId="{954747E0-2263-4BBB-ABD3-17420BEA8BA3}" srcOrd="1" destOrd="0" presId="urn:microsoft.com/office/officeart/2005/8/layout/list1"/>
    <dgm:cxn modelId="{619F4DAC-4ED9-4AD8-BFA5-F0FE26F85B82}" type="presParOf" srcId="{C94EF57E-2257-4687-8C1F-A1E50205286F}" destId="{9AFFA4DC-4950-43B5-A368-4C881403703D}" srcOrd="2" destOrd="0" presId="urn:microsoft.com/office/officeart/2005/8/layout/list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47D3F41-E922-4E10-AAB9-CBC8FA478799}">
      <dgm:prSet phldrT="[Text]"/>
      <dgm:spPr/>
      <dgm:t>
        <a:bodyPr/>
        <a:lstStyle/>
        <a:p>
          <a:r>
            <a:rPr lang="en-US">
              <a:solidFill>
                <a:srgbClr val="20282F"/>
              </a:solidFill>
            </a:rPr>
            <a:t>7 Application</a:t>
          </a:r>
        </a:p>
      </dgm:t>
    </dgm:pt>
    <dgm:pt modelId="{D2221CEC-5D47-4026-922B-96793912D2C0}" type="parTrans" cxnId="{0E55806C-465B-4FF1-A431-C1E540C15CE0}">
      <dgm:prSet/>
      <dgm:spPr/>
      <dgm:t>
        <a:bodyPr/>
        <a:lstStyle/>
        <a:p>
          <a:endParaRPr lang="en-US">
            <a:solidFill>
              <a:srgbClr val="20282F"/>
            </a:solidFill>
          </a:endParaRPr>
        </a:p>
      </dgm:t>
    </dgm:pt>
    <dgm:pt modelId="{D3E5D15C-660E-48A8-B542-0B0D8987A306}" type="sibTrans" cxnId="{0E55806C-465B-4FF1-A431-C1E540C15CE0}">
      <dgm:prSet/>
      <dgm:spPr/>
      <dgm:t>
        <a:bodyPr/>
        <a:lstStyle/>
        <a:p>
          <a:endParaRPr lang="en-US">
            <a:solidFill>
              <a:srgbClr val="20282F"/>
            </a:solidFill>
          </a:endParaRPr>
        </a:p>
      </dgm:t>
    </dgm:pt>
    <dgm:pt modelId="{8A58ED2E-B281-4CF8-B441-5FBCAEF6B0A2}">
      <dgm:prSet phldrT="[Text]"/>
      <dgm:spPr/>
      <dgm:t>
        <a:bodyPr/>
        <a:lstStyle/>
        <a:p>
          <a:r>
            <a:rPr lang="en-US">
              <a:solidFill>
                <a:srgbClr val="20282F"/>
              </a:solidFill>
            </a:rPr>
            <a:t>6 Presentation</a:t>
          </a:r>
        </a:p>
      </dgm:t>
    </dgm:pt>
    <dgm:pt modelId="{480EF468-D9BC-4665-92FF-92A07D21BEA0}" type="parTrans" cxnId="{3C4242C0-2976-4308-9D08-6C96FA482D7B}">
      <dgm:prSet/>
      <dgm:spPr/>
      <dgm:t>
        <a:bodyPr/>
        <a:lstStyle/>
        <a:p>
          <a:endParaRPr lang="en-US">
            <a:solidFill>
              <a:srgbClr val="20282F"/>
            </a:solidFill>
          </a:endParaRPr>
        </a:p>
      </dgm:t>
    </dgm:pt>
    <dgm:pt modelId="{6FBF4B56-CD50-43E7-B37C-16F8BC952C24}" type="sibTrans" cxnId="{3C4242C0-2976-4308-9D08-6C96FA482D7B}">
      <dgm:prSet/>
      <dgm:spPr/>
      <dgm:t>
        <a:bodyPr/>
        <a:lstStyle/>
        <a:p>
          <a:endParaRPr lang="en-US">
            <a:solidFill>
              <a:srgbClr val="20282F"/>
            </a:solidFill>
          </a:endParaRPr>
        </a:p>
      </dgm:t>
    </dgm:pt>
    <dgm:pt modelId="{8FEDAA25-109E-4EF7-9AC0-D51B4CEBD0EE}">
      <dgm:prSet phldrT="[Text]"/>
      <dgm:spPr/>
      <dgm:t>
        <a:bodyPr/>
        <a:lstStyle/>
        <a:p>
          <a:r>
            <a:rPr lang="en-US">
              <a:solidFill>
                <a:srgbClr val="20282F"/>
              </a:solidFill>
            </a:rPr>
            <a:t>5 Session </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88DE3FA-C288-4634-BA7C-C7DCF37411E6}" type="parTrans" cxnId="{53F35D75-CA21-41FF-826B-8C4F5D73166C}">
      <dgm:prSet/>
      <dgm:spPr/>
      <dgm:t>
        <a:bodyPr/>
        <a:lstStyle/>
        <a:p>
          <a:endParaRPr lang="en-US">
            <a:solidFill>
              <a:srgbClr val="20282F"/>
            </a:solidFill>
          </a:endParaRPr>
        </a:p>
      </dgm:t>
    </dgm:pt>
    <dgm:pt modelId="{3A278E17-E8DF-4B7B-9542-DC912DFE1FC2}" type="sibTrans" cxnId="{53F35D75-CA21-41FF-826B-8C4F5D73166C}">
      <dgm:prSet/>
      <dgm:spPr/>
      <dgm:t>
        <a:bodyPr/>
        <a:lstStyle/>
        <a:p>
          <a:endParaRPr lang="en-US">
            <a:solidFill>
              <a:srgbClr val="20282F"/>
            </a:solidFill>
          </a:endParaRPr>
        </a:p>
      </dgm:t>
    </dgm:pt>
    <dgm:pt modelId="{46FAEB38-ED81-41F2-9C9E-C49F85265594}">
      <dgm:prSet phldrT="[Text]"/>
      <dgm:spPr/>
      <dgm:t>
        <a:bodyPr/>
        <a:lstStyle/>
        <a:p>
          <a:r>
            <a:rPr lang="en-US">
              <a:solidFill>
                <a:srgbClr val="20282F"/>
              </a:solidFill>
            </a:rPr>
            <a:t>4 Transport</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CE4B40B-490B-4E80-852F-F645A4C0830C}" type="parTrans" cxnId="{65AF0C83-348B-43B1-A332-8CAFC5B6C7A0}">
      <dgm:prSet/>
      <dgm:spPr/>
      <dgm:t>
        <a:bodyPr/>
        <a:lstStyle/>
        <a:p>
          <a:endParaRPr lang="en-US">
            <a:solidFill>
              <a:srgbClr val="20282F"/>
            </a:solidFill>
          </a:endParaRPr>
        </a:p>
      </dgm:t>
    </dgm:pt>
    <dgm:pt modelId="{4C3A7703-1CCA-4721-A827-D845208813B0}" type="sibTrans" cxnId="{65AF0C83-348B-43B1-A332-8CAFC5B6C7A0}">
      <dgm:prSet/>
      <dgm:spPr/>
      <dgm:t>
        <a:bodyPr/>
        <a:lstStyle/>
        <a:p>
          <a:endParaRPr lang="en-US">
            <a:solidFill>
              <a:srgbClr val="20282F"/>
            </a:solidFill>
          </a:endParaRPr>
        </a:p>
      </dgm:t>
    </dgm:pt>
    <dgm:pt modelId="{A0E81B44-9DFE-4EA3-9B40-455E348D02DA}">
      <dgm:prSet phldrT="[Text]"/>
      <dgm:spPr/>
      <dgm:t>
        <a:bodyPr/>
        <a:lstStyle/>
        <a:p>
          <a:r>
            <a:rPr lang="en-US">
              <a:solidFill>
                <a:srgbClr val="20282F"/>
              </a:solidFill>
            </a:rPr>
            <a:t>3 Network</a:t>
          </a:r>
        </a:p>
      </dgm:t>
    </dgm:pt>
    <dgm:pt modelId="{8EF42476-9D7F-4E0F-B46B-97455E151D7E}" type="parTrans" cxnId="{A3161F93-0BAA-4FFF-97A3-698212D3B0AB}">
      <dgm:prSet/>
      <dgm:spPr/>
      <dgm:t>
        <a:bodyPr/>
        <a:lstStyle/>
        <a:p>
          <a:endParaRPr lang="en-US">
            <a:solidFill>
              <a:srgbClr val="20282F"/>
            </a:solidFill>
          </a:endParaRPr>
        </a:p>
      </dgm:t>
    </dgm:pt>
    <dgm:pt modelId="{D011E329-AE68-4FA5-8735-321D9CA06112}" type="sibTrans" cxnId="{A3161F93-0BAA-4FFF-97A3-698212D3B0AB}">
      <dgm:prSet/>
      <dgm:spPr/>
      <dgm:t>
        <a:bodyPr/>
        <a:lstStyle/>
        <a:p>
          <a:endParaRPr lang="en-US">
            <a:solidFill>
              <a:srgbClr val="20282F"/>
            </a:solidFill>
          </a:endParaRPr>
        </a:p>
      </dgm:t>
    </dgm:pt>
    <dgm:pt modelId="{5BB4125C-0A00-481A-BCF1-6CA3EA593773}">
      <dgm:prSet phldrT="[Text]"/>
      <dgm:spPr>
        <a:solidFill>
          <a:srgbClr val="004F71"/>
        </a:solidFill>
      </dgm:spPr>
      <dgm:t>
        <a:bodyPr/>
        <a:lstStyle/>
        <a:p>
          <a:r>
            <a:rPr lang="en-US">
              <a:solidFill>
                <a:schemeClr val="bg1"/>
              </a:solidFill>
            </a:rPr>
            <a:t>2 Data Link</a:t>
          </a:r>
        </a:p>
      </dgm:t>
    </dgm:pt>
    <dgm:pt modelId="{40F8AED1-50FD-4781-B1CC-4DD44BA0FF6D}" type="parTrans" cxnId="{7CA49FB7-F7A4-4F53-97B3-123E608EA48A}">
      <dgm:prSet/>
      <dgm:spPr/>
      <dgm:t>
        <a:bodyPr/>
        <a:lstStyle/>
        <a:p>
          <a:endParaRPr lang="en-US">
            <a:solidFill>
              <a:srgbClr val="20282F"/>
            </a:solidFill>
          </a:endParaRPr>
        </a:p>
      </dgm:t>
    </dgm:pt>
    <dgm:pt modelId="{5A09E58B-D690-42C9-949B-0C2062736E3A}" type="sibTrans" cxnId="{7CA49FB7-F7A4-4F53-97B3-123E608EA48A}">
      <dgm:prSet/>
      <dgm:spPr/>
      <dgm:t>
        <a:bodyPr/>
        <a:lstStyle/>
        <a:p>
          <a:endParaRPr lang="en-US">
            <a:solidFill>
              <a:srgbClr val="20282F"/>
            </a:solidFill>
          </a:endParaRPr>
        </a:p>
      </dgm:t>
    </dgm:pt>
    <dgm:pt modelId="{34447BCB-71C1-4B68-8C70-5A399F98C548}">
      <dgm:prSet phldrT="[Text]"/>
      <dgm:spPr>
        <a:noFill/>
      </dgm:spPr>
      <dgm:t>
        <a:bodyPr/>
        <a:lstStyle/>
        <a:p>
          <a:r>
            <a:rPr lang="en-US">
              <a:solidFill>
                <a:srgbClr val="20282F"/>
              </a:solidFill>
            </a:rPr>
            <a:t>1 Physical </a:t>
          </a:r>
        </a:p>
      </dgm:t>
    </dgm:pt>
    <dgm:pt modelId="{B428A84D-9C18-46B8-8095-C18C1DEEB5AC}" type="parTrans" cxnId="{23C5CB5F-6991-466D-9252-7CA42E01A709}">
      <dgm:prSet/>
      <dgm:spPr/>
      <dgm:t>
        <a:bodyPr/>
        <a:lstStyle/>
        <a:p>
          <a:endParaRPr lang="en-US">
            <a:solidFill>
              <a:srgbClr val="20282F"/>
            </a:solidFill>
          </a:endParaRPr>
        </a:p>
      </dgm:t>
    </dgm:pt>
    <dgm:pt modelId="{D38FE192-D658-4A57-A5D0-8519151246DE}" type="sibTrans" cxnId="{23C5CB5F-6991-466D-9252-7CA42E01A709}">
      <dgm:prSet/>
      <dgm:spPr/>
      <dgm:t>
        <a:bodyPr/>
        <a:lstStyle/>
        <a:p>
          <a:endParaRPr lang="en-US">
            <a:solidFill>
              <a:srgbClr val="20282F"/>
            </a:solidFill>
          </a:endParaRPr>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E88419D-50A2-4259-84CE-4FCFB3950F1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049743E-F6EA-4D65-B6A8-AF2F7B952E53}">
      <dgm:prSet phldrT="[Text]"/>
      <dgm:spPr>
        <a:solidFill>
          <a:srgbClr val="007377"/>
        </a:solidFill>
      </dgm:spPr>
      <dgm:t>
        <a:bodyPr/>
        <a:lstStyle/>
        <a:p>
          <a:r>
            <a:rPr lang="en-US"/>
            <a:t>Functions and Examples</a:t>
          </a:r>
        </a:p>
      </dgm:t>
    </dgm:pt>
    <dgm:pt modelId="{3CC31E09-860B-4357-8D08-B8AEB1FE40F1}" type="parTrans" cxnId="{690AB579-6E67-473A-98FD-45045899BCBF}">
      <dgm:prSet/>
      <dgm:spPr/>
      <dgm:t>
        <a:bodyPr/>
        <a:lstStyle/>
        <a:p>
          <a:endParaRPr lang="en-US"/>
        </a:p>
      </dgm:t>
    </dgm:pt>
    <dgm:pt modelId="{982CED5F-539C-42C8-8DD0-DD5423500744}" type="sibTrans" cxnId="{690AB579-6E67-473A-98FD-45045899BCBF}">
      <dgm:prSet/>
      <dgm:spPr/>
      <dgm:t>
        <a:bodyPr/>
        <a:lstStyle/>
        <a:p>
          <a:endParaRPr lang="en-US"/>
        </a:p>
      </dgm:t>
    </dgm:pt>
    <dgm:pt modelId="{E43D25EB-C63D-439C-A018-F971F1DE8B56}">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Transfers data between nodes on the same logical segment using hardware addresses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76C3022-82F1-4E71-996F-B831A59D7E1E}" type="sibTrans" cxnId="{2625A41E-028D-4C05-AE6B-25791D3D7AD6}">
      <dgm:prSet/>
      <dgm:spPr/>
      <dgm:t>
        <a:bodyPr/>
        <a:lstStyle/>
        <a:p>
          <a:endParaRPr lang="en-US"/>
        </a:p>
      </dgm:t>
    </dgm:pt>
    <dgm:pt modelId="{F5C237DE-A3B9-4342-BA06-C66A74C95A55}" type="parTrans" cxnId="{2625A41E-028D-4C05-AE6B-25791D3D7AD6}">
      <dgm:prSet/>
      <dgm:spPr/>
      <dgm:t>
        <a:bodyPr/>
        <a:lstStyle/>
        <a:p>
          <a:endParaRPr lang="en-US"/>
        </a:p>
      </dgm:t>
    </dgm:pt>
    <dgm:pt modelId="{0DB7721C-6306-484F-AF2D-47A50D196796}">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Encapsulation: organizes stream of bits arriving from the Physical layer into frames</a:t>
          </a:r>
        </a:p>
      </dgm:t>
    </dgm:pt>
    <dgm:pt modelId="{45D13A18-E4D6-4A9F-8866-A4520BC509DD}" type="sibTrans" cxnId="{3264EB6D-3A29-415C-A4C2-24DCB340CDC1}">
      <dgm:prSet/>
      <dgm:spPr/>
      <dgm:t>
        <a:bodyPr/>
        <a:lstStyle/>
        <a:p>
          <a:endParaRPr lang="en-US"/>
        </a:p>
      </dgm:t>
    </dgm:pt>
    <dgm:pt modelId="{B311F47B-3698-45A8-9083-1ED6672B450B}" type="parTrans" cxnId="{3264EB6D-3A29-415C-A4C2-24DCB340CDC1}">
      <dgm:prSet/>
      <dgm:spPr/>
      <dgm:t>
        <a:bodyPr/>
        <a:lstStyle/>
        <a:p>
          <a:endParaRPr lang="en-US"/>
        </a:p>
      </dgm:t>
    </dgm:pt>
    <dgm:pt modelId="{89DF5562-232B-4E4A-83C7-C032459382AC}">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Examples: NIC, bridge, switch, wireless access point</a:t>
          </a:r>
        </a:p>
      </dgm:t>
    </dgm:pt>
    <dgm:pt modelId="{33BAB3C9-1352-4148-8218-EBCC789ED613}" type="sibTrans" cxnId="{F41FF976-BE1D-4E75-9FAD-045682C51378}">
      <dgm:prSet/>
      <dgm:spPr/>
      <dgm:t>
        <a:bodyPr/>
        <a:lstStyle/>
        <a:p>
          <a:endParaRPr lang="en-US"/>
        </a:p>
      </dgm:t>
    </dgm:pt>
    <dgm:pt modelId="{B0E9EA85-640D-47FF-9C37-14B62C8B73EC}" type="parTrans" cxnId="{F41FF976-BE1D-4E75-9FAD-045682C51378}">
      <dgm:prSet/>
      <dgm:spPr/>
      <dgm:t>
        <a:bodyPr/>
        <a:lstStyle/>
        <a:p>
          <a:endParaRPr lang="en-US"/>
        </a:p>
      </dgm:t>
    </dgm:pt>
    <dgm:pt modelId="{C94EF57E-2257-4687-8C1F-A1E50205286F}" type="pres">
      <dgm:prSet presAssocID="{3E88419D-50A2-4259-84CE-4FCFB3950F18}" presName="linear" presStyleCnt="0">
        <dgm:presLayoutVars>
          <dgm:dir/>
          <dgm:animLvl val="lvl"/>
          <dgm:resizeHandles val="exact"/>
        </dgm:presLayoutVars>
      </dgm:prSet>
      <dgm:spPr/>
    </dgm:pt>
    <dgm:pt modelId="{1658C504-2C2B-41E0-9169-C1004B16BEE3}" type="pres">
      <dgm:prSet presAssocID="{7049743E-F6EA-4D65-B6A8-AF2F7B952E53}" presName="parentLin" presStyleCnt="0"/>
      <dgm:spPr/>
    </dgm:pt>
    <dgm:pt modelId="{AEEE44A4-31CF-4F93-9817-E28FEBC06FA0}" type="pres">
      <dgm:prSet presAssocID="{7049743E-F6EA-4D65-B6A8-AF2F7B952E53}" presName="parentLeftMargin" presStyleLbl="node1" presStyleIdx="0" presStyleCnt="1"/>
      <dgm:spPr/>
    </dgm:pt>
    <dgm:pt modelId="{22D8E6EA-BFEA-408B-B448-55F6B6249FA5}" type="pres">
      <dgm:prSet presAssocID="{7049743E-F6EA-4D65-B6A8-AF2F7B952E53}" presName="parentText" presStyleLbl="node1" presStyleIdx="0" presStyleCnt="1">
        <dgm:presLayoutVars>
          <dgm:chMax val="0"/>
          <dgm:bulletEnabled val="1"/>
        </dgm:presLayoutVars>
      </dgm:prSet>
      <dgm:spPr/>
    </dgm:pt>
    <dgm:pt modelId="{34B64041-8178-4335-AD98-7385A50667F5}" type="pres">
      <dgm:prSet presAssocID="{7049743E-F6EA-4D65-B6A8-AF2F7B952E53}" presName="negativeSpace" presStyleCnt="0"/>
      <dgm:spPr/>
    </dgm:pt>
    <dgm:pt modelId="{E79FB7C2-2843-4597-8946-55D28BEF2D4A}" type="pres">
      <dgm:prSet presAssocID="{7049743E-F6EA-4D65-B6A8-AF2F7B952E53}" presName="childText" presStyleLbl="conFgAcc1" presStyleIdx="0" presStyleCnt="1">
        <dgm:presLayoutVars>
          <dgm:bulletEnabled val="1"/>
        </dgm:presLayoutVars>
      </dgm:prSet>
      <dgm:spPr/>
    </dgm:pt>
  </dgm:ptLst>
  <dgm:cxnLst>
    <dgm:cxn modelId="{F9ABF503-99D7-46A8-B4B7-B37B0F72589E}" type="presOf" srcId="{7049743E-F6EA-4D65-B6A8-AF2F7B952E53}" destId="{22D8E6EA-BFEA-408B-B448-55F6B6249FA5}" srcOrd="1" destOrd="0" presId="urn:microsoft.com/office/officeart/2005/8/layout/list1"/>
    <dgm:cxn modelId="{2625A41E-028D-4C05-AE6B-25791D3D7AD6}" srcId="{7049743E-F6EA-4D65-B6A8-AF2F7B952E53}" destId="{E43D25EB-C63D-439C-A018-F971F1DE8B56}" srcOrd="0" destOrd="0" parTransId="{F5C237DE-A3B9-4342-BA06-C66A74C95A55}" sibTransId="{976C3022-82F1-4E71-996F-B831A59D7E1E}"/>
    <dgm:cxn modelId="{B4476843-FA8B-4B0C-A886-B592363315B5}" type="presOf" srcId="{0DB7721C-6306-484F-AF2D-47A50D196796}" destId="{E79FB7C2-2843-4597-8946-55D28BEF2D4A}" srcOrd="0" destOrd="1" presId="urn:microsoft.com/office/officeart/2005/8/layout/list1"/>
    <dgm:cxn modelId="{1126BA43-C060-43DE-B761-653B520DCA04}" type="presOf" srcId="{3E88419D-50A2-4259-84CE-4FCFB3950F18}" destId="{C94EF57E-2257-4687-8C1F-A1E50205286F}" srcOrd="0" destOrd="0" presId="urn:microsoft.com/office/officeart/2005/8/layout/list1"/>
    <dgm:cxn modelId="{3264EB6D-3A29-415C-A4C2-24DCB340CDC1}" srcId="{7049743E-F6EA-4D65-B6A8-AF2F7B952E53}" destId="{0DB7721C-6306-484F-AF2D-47A50D196796}" srcOrd="1" destOrd="0" parTransId="{B311F47B-3698-45A8-9083-1ED6672B450B}" sibTransId="{45D13A18-E4D6-4A9F-8866-A4520BC509DD}"/>
    <dgm:cxn modelId="{F41FF976-BE1D-4E75-9FAD-045682C51378}" srcId="{7049743E-F6EA-4D65-B6A8-AF2F7B952E53}" destId="{89DF5562-232B-4E4A-83C7-C032459382AC}" srcOrd="2" destOrd="0" parTransId="{B0E9EA85-640D-47FF-9C37-14B62C8B73EC}" sibTransId="{33BAB3C9-1352-4148-8218-EBCC789ED613}"/>
    <dgm:cxn modelId="{690AB579-6E67-473A-98FD-45045899BCBF}" srcId="{3E88419D-50A2-4259-84CE-4FCFB3950F18}" destId="{7049743E-F6EA-4D65-B6A8-AF2F7B952E53}" srcOrd="0" destOrd="0" parTransId="{3CC31E09-860B-4357-8D08-B8AEB1FE40F1}" sibTransId="{982CED5F-539C-42C8-8DD0-DD5423500744}"/>
    <dgm:cxn modelId="{FDDA9CA2-051A-497F-9659-AE414F650680}" type="presOf" srcId="{E43D25EB-C63D-439C-A018-F971F1DE8B56}" destId="{E79FB7C2-2843-4597-8946-55D28BEF2D4A}" srcOrd="0" destOrd="0" presId="urn:microsoft.com/office/officeart/2005/8/layout/list1"/>
    <dgm:cxn modelId="{0CB1AFD8-FBD1-4FCB-8DF6-FB6336C01DBC}" type="presOf" srcId="{7049743E-F6EA-4D65-B6A8-AF2F7B952E53}" destId="{AEEE44A4-31CF-4F93-9817-E28FEBC06FA0}" srcOrd="0" destOrd="0" presId="urn:microsoft.com/office/officeart/2005/8/layout/list1"/>
    <dgm:cxn modelId="{96E5E2F7-76BB-4542-8883-522E4BB8C6F0}" type="presOf" srcId="{89DF5562-232B-4E4A-83C7-C032459382AC}" destId="{E79FB7C2-2843-4597-8946-55D28BEF2D4A}" srcOrd="0" destOrd="2" presId="urn:microsoft.com/office/officeart/2005/8/layout/list1"/>
    <dgm:cxn modelId="{62872270-A5BA-4FE4-A9C6-7938F4C02517}" type="presParOf" srcId="{C94EF57E-2257-4687-8C1F-A1E50205286F}" destId="{1658C504-2C2B-41E0-9169-C1004B16BEE3}" srcOrd="0" destOrd="0" presId="urn:microsoft.com/office/officeart/2005/8/layout/list1"/>
    <dgm:cxn modelId="{1C30B60E-EDC6-416A-BEE6-CEBBAB19D154}" type="presParOf" srcId="{1658C504-2C2B-41E0-9169-C1004B16BEE3}" destId="{AEEE44A4-31CF-4F93-9817-E28FEBC06FA0}" srcOrd="0" destOrd="0" presId="urn:microsoft.com/office/officeart/2005/8/layout/list1"/>
    <dgm:cxn modelId="{0738422E-50EE-49B1-B269-A2BF640EDDBB}" type="presParOf" srcId="{1658C504-2C2B-41E0-9169-C1004B16BEE3}" destId="{22D8E6EA-BFEA-408B-B448-55F6B6249FA5}" srcOrd="1" destOrd="0" presId="urn:microsoft.com/office/officeart/2005/8/layout/list1"/>
    <dgm:cxn modelId="{79D1AF19-5AC6-4342-8762-925A78E53064}" type="presParOf" srcId="{C94EF57E-2257-4687-8C1F-A1E50205286F}" destId="{34B64041-8178-4335-AD98-7385A50667F5}" srcOrd="1" destOrd="0" presId="urn:microsoft.com/office/officeart/2005/8/layout/list1"/>
    <dgm:cxn modelId="{7F24FCB0-2F69-4613-B0A7-B8B29D4B2DA0}" type="presParOf" srcId="{C94EF57E-2257-4687-8C1F-A1E50205286F}" destId="{E79FB7C2-2843-4597-8946-55D28BEF2D4A}"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47D3F41-E922-4E10-AAB9-CBC8FA478799}">
      <dgm:prSet phldrT="[Text]"/>
      <dgm:spPr/>
      <dgm:t>
        <a:bodyPr/>
        <a:lstStyle/>
        <a:p>
          <a:r>
            <a:rPr lang="en-US">
              <a:solidFill>
                <a:srgbClr val="20282F"/>
              </a:solidFill>
            </a:rPr>
            <a:t>7 Application</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2221CEC-5D47-4026-922B-96793912D2C0}" type="parTrans" cxnId="{0E55806C-465B-4FF1-A431-C1E540C15CE0}">
      <dgm:prSet/>
      <dgm:spPr/>
      <dgm:t>
        <a:bodyPr/>
        <a:lstStyle/>
        <a:p>
          <a:endParaRPr lang="en-US"/>
        </a:p>
      </dgm:t>
    </dgm:pt>
    <dgm:pt modelId="{D3E5D15C-660E-48A8-B542-0B0D8987A306}" type="sibTrans" cxnId="{0E55806C-465B-4FF1-A431-C1E540C15CE0}">
      <dgm:prSet/>
      <dgm:spPr/>
      <dgm:t>
        <a:bodyPr/>
        <a:lstStyle/>
        <a:p>
          <a:endParaRPr lang="en-US"/>
        </a:p>
      </dgm:t>
    </dgm:pt>
    <dgm:pt modelId="{8A58ED2E-B281-4CF8-B441-5FBCAEF6B0A2}">
      <dgm:prSet phldrT="[Text]"/>
      <dgm:spPr/>
      <dgm:t>
        <a:bodyPr/>
        <a:lstStyle/>
        <a:p>
          <a:r>
            <a:rPr lang="en-US">
              <a:solidFill>
                <a:srgbClr val="20282F"/>
              </a:solidFill>
            </a:rPr>
            <a:t>6 Presentation</a:t>
          </a:r>
        </a:p>
      </dgm:t>
    </dgm:pt>
    <dgm:pt modelId="{480EF468-D9BC-4665-92FF-92A07D21BEA0}" type="parTrans" cxnId="{3C4242C0-2976-4308-9D08-6C96FA482D7B}">
      <dgm:prSet/>
      <dgm:spPr/>
      <dgm:t>
        <a:bodyPr/>
        <a:lstStyle/>
        <a:p>
          <a:endParaRPr lang="en-US"/>
        </a:p>
      </dgm:t>
    </dgm:pt>
    <dgm:pt modelId="{6FBF4B56-CD50-43E7-B37C-16F8BC952C24}" type="sibTrans" cxnId="{3C4242C0-2976-4308-9D08-6C96FA482D7B}">
      <dgm:prSet/>
      <dgm:spPr/>
      <dgm:t>
        <a:bodyPr/>
        <a:lstStyle/>
        <a:p>
          <a:endParaRPr lang="en-US"/>
        </a:p>
      </dgm:t>
    </dgm:pt>
    <dgm:pt modelId="{8FEDAA25-109E-4EF7-9AC0-D51B4CEBD0EE}">
      <dgm:prSet phldrT="[Text]"/>
      <dgm:spPr/>
      <dgm:t>
        <a:bodyPr/>
        <a:lstStyle/>
        <a:p>
          <a:r>
            <a:rPr lang="en-US">
              <a:solidFill>
                <a:srgbClr val="20282F"/>
              </a:solidFill>
            </a:rPr>
            <a:t>5 Session </a:t>
          </a:r>
        </a:p>
      </dgm:t>
    </dgm:pt>
    <dgm:pt modelId="{988DE3FA-C288-4634-BA7C-C7DCF37411E6}" type="parTrans" cxnId="{53F35D75-CA21-41FF-826B-8C4F5D73166C}">
      <dgm:prSet/>
      <dgm:spPr/>
      <dgm:t>
        <a:bodyPr/>
        <a:lstStyle/>
        <a:p>
          <a:endParaRPr lang="en-US"/>
        </a:p>
      </dgm:t>
    </dgm:pt>
    <dgm:pt modelId="{3A278E17-E8DF-4B7B-9542-DC912DFE1FC2}" type="sibTrans" cxnId="{53F35D75-CA21-41FF-826B-8C4F5D73166C}">
      <dgm:prSet/>
      <dgm:spPr/>
      <dgm:t>
        <a:bodyPr/>
        <a:lstStyle/>
        <a:p>
          <a:endParaRPr lang="en-US"/>
        </a:p>
      </dgm:t>
    </dgm:pt>
    <dgm:pt modelId="{46FAEB38-ED81-41F2-9C9E-C49F85265594}">
      <dgm:prSet phldrT="[Text]"/>
      <dgm:spPr/>
      <dgm:t>
        <a:bodyPr/>
        <a:lstStyle/>
        <a:p>
          <a:r>
            <a:rPr lang="en-US">
              <a:solidFill>
                <a:srgbClr val="20282F"/>
              </a:solidFill>
            </a:rPr>
            <a:t>4 Transport</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CE4B40B-490B-4E80-852F-F645A4C0830C}" type="parTrans" cxnId="{65AF0C83-348B-43B1-A332-8CAFC5B6C7A0}">
      <dgm:prSet/>
      <dgm:spPr/>
      <dgm:t>
        <a:bodyPr/>
        <a:lstStyle/>
        <a:p>
          <a:endParaRPr lang="en-US"/>
        </a:p>
      </dgm:t>
    </dgm:pt>
    <dgm:pt modelId="{4C3A7703-1CCA-4721-A827-D845208813B0}" type="sibTrans" cxnId="{65AF0C83-348B-43B1-A332-8CAFC5B6C7A0}">
      <dgm:prSet/>
      <dgm:spPr/>
      <dgm:t>
        <a:bodyPr/>
        <a:lstStyle/>
        <a:p>
          <a:endParaRPr lang="en-US"/>
        </a:p>
      </dgm:t>
    </dgm:pt>
    <dgm:pt modelId="{A0E81B44-9DFE-4EA3-9B40-455E348D02DA}">
      <dgm:prSet phldrT="[Text]"/>
      <dgm:spPr>
        <a:solidFill>
          <a:srgbClr val="004F71"/>
        </a:solidFill>
      </dgm:spPr>
      <dgm:t>
        <a:bodyPr/>
        <a:lstStyle/>
        <a:p>
          <a:r>
            <a:rPr lang="en-US">
              <a:solidFill>
                <a:schemeClr val="bg1"/>
              </a:solidFill>
            </a:rPr>
            <a:t>3 Network</a:t>
          </a:r>
        </a:p>
      </dgm:t>
    </dgm:pt>
    <dgm:pt modelId="{8EF42476-9D7F-4E0F-B46B-97455E151D7E}" type="parTrans" cxnId="{A3161F93-0BAA-4FFF-97A3-698212D3B0AB}">
      <dgm:prSet/>
      <dgm:spPr/>
      <dgm:t>
        <a:bodyPr/>
        <a:lstStyle/>
        <a:p>
          <a:endParaRPr lang="en-US"/>
        </a:p>
      </dgm:t>
    </dgm:pt>
    <dgm:pt modelId="{D011E329-AE68-4FA5-8735-321D9CA06112}" type="sibTrans" cxnId="{A3161F93-0BAA-4FFF-97A3-698212D3B0AB}">
      <dgm:prSet/>
      <dgm:spPr/>
      <dgm:t>
        <a:bodyPr/>
        <a:lstStyle/>
        <a:p>
          <a:endParaRPr lang="en-US"/>
        </a:p>
      </dgm:t>
    </dgm:pt>
    <dgm:pt modelId="{5BB4125C-0A00-481A-BCF1-6CA3EA593773}">
      <dgm:prSet phldrT="[Text]"/>
      <dgm:spPr/>
      <dgm:t>
        <a:bodyPr/>
        <a:lstStyle/>
        <a:p>
          <a:r>
            <a:rPr lang="en-US">
              <a:solidFill>
                <a:srgbClr val="20282F"/>
              </a:solidFill>
            </a:rPr>
            <a:t>2 Data Link</a:t>
          </a:r>
        </a:p>
      </dgm:t>
    </dgm:pt>
    <dgm:pt modelId="{40F8AED1-50FD-4781-B1CC-4DD44BA0FF6D}" type="parTrans" cxnId="{7CA49FB7-F7A4-4F53-97B3-123E608EA48A}">
      <dgm:prSet/>
      <dgm:spPr/>
      <dgm:t>
        <a:bodyPr/>
        <a:lstStyle/>
        <a:p>
          <a:endParaRPr lang="en-US"/>
        </a:p>
      </dgm:t>
    </dgm:pt>
    <dgm:pt modelId="{5A09E58B-D690-42C9-949B-0C2062736E3A}" type="sibTrans" cxnId="{7CA49FB7-F7A4-4F53-97B3-123E608EA48A}">
      <dgm:prSet/>
      <dgm:spPr/>
      <dgm:t>
        <a:bodyPr/>
        <a:lstStyle/>
        <a:p>
          <a:endParaRPr lang="en-US"/>
        </a:p>
      </dgm:t>
    </dgm:pt>
    <dgm:pt modelId="{34447BCB-71C1-4B68-8C70-5A399F98C548}">
      <dgm:prSet phldrT="[Text]"/>
      <dgm:spPr>
        <a:noFill/>
      </dgm:spPr>
      <dgm:t>
        <a:bodyPr/>
        <a:lstStyle/>
        <a:p>
          <a:r>
            <a:rPr lang="en-US">
              <a:solidFill>
                <a:srgbClr val="20282F"/>
              </a:solidFill>
            </a:rPr>
            <a:t>1 Physical </a:t>
          </a:r>
        </a:p>
      </dgm:t>
    </dgm:pt>
    <dgm:pt modelId="{B428A84D-9C18-46B8-8095-C18C1DEEB5AC}" type="parTrans" cxnId="{23C5CB5F-6991-466D-9252-7CA42E01A709}">
      <dgm:prSet/>
      <dgm:spPr/>
      <dgm:t>
        <a:bodyPr/>
        <a:lstStyle/>
        <a:p>
          <a:endParaRPr lang="en-US"/>
        </a:p>
      </dgm:t>
    </dgm:pt>
    <dgm:pt modelId="{D38FE192-D658-4A57-A5D0-8519151246DE}" type="sibTrans" cxnId="{23C5CB5F-6991-466D-9252-7CA42E01A709}">
      <dgm:prSet/>
      <dgm:spPr/>
      <dgm:t>
        <a:bodyPr/>
        <a:lstStyle/>
        <a:p>
          <a:endParaRPr lang="en-US"/>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E88419D-50A2-4259-84CE-4FCFB3950F1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049743E-F6EA-4D65-B6A8-AF2F7B952E53}">
      <dgm:prSet phldrT="[Text]"/>
      <dgm:spPr>
        <a:solidFill>
          <a:srgbClr val="007377"/>
        </a:solidFill>
      </dgm:spPr>
      <dgm:t>
        <a:bodyPr/>
        <a:lstStyle/>
        <a:p>
          <a:r>
            <a:rPr lang="en-US"/>
            <a:t>Functions and Examples</a:t>
          </a:r>
        </a:p>
      </dgm:t>
    </dgm:pt>
    <dgm:pt modelId="{3CC31E09-860B-4357-8D08-B8AEB1FE40F1}" type="parTrans" cxnId="{690AB579-6E67-473A-98FD-45045899BCBF}">
      <dgm:prSet/>
      <dgm:spPr/>
      <dgm:t>
        <a:bodyPr/>
        <a:lstStyle/>
        <a:p>
          <a:endParaRPr lang="en-US"/>
        </a:p>
      </dgm:t>
    </dgm:pt>
    <dgm:pt modelId="{982CED5F-539C-42C8-8DD0-DD5423500744}" type="sibTrans" cxnId="{690AB579-6E67-473A-98FD-45045899BCBF}">
      <dgm:prSet/>
      <dgm:spPr/>
      <dgm:t>
        <a:bodyPr/>
        <a:lstStyle/>
        <a:p>
          <a:endParaRPr lang="en-US"/>
        </a:p>
      </dgm:t>
    </dgm:pt>
    <dgm:pt modelId="{FD261D56-F6DD-47A3-AAEF-9D3C3746A73A}">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Packets given a destination IP address and forwarded to the destination network</a:t>
          </a:r>
        </a:p>
      </dgm:t>
    </dgm:pt>
    <dgm:pt modelId="{CD217D46-ABC0-479A-8142-A39A0F61863A}" type="parTrans" cxnId="{62562209-FB7C-4E0A-8533-62356ED99E6D}">
      <dgm:prSet/>
      <dgm:spPr/>
      <dgm:t>
        <a:bodyPr/>
        <a:lstStyle/>
        <a:p>
          <a:endParaRPr lang="en-US"/>
        </a:p>
      </dgm:t>
    </dgm:pt>
    <dgm:pt modelId="{88C47BAA-AED9-4BC0-8312-6F470DB65102}" type="sibTrans" cxnId="{62562209-FB7C-4E0A-8533-62356ED99E6D}">
      <dgm:prSet/>
      <dgm:spPr/>
      <dgm:t>
        <a:bodyPr/>
        <a:lstStyle/>
        <a:p>
          <a:endParaRPr lang="en-US"/>
        </a:p>
      </dgm:t>
    </dgm:pt>
    <dgm:pt modelId="{9AA206A4-4C7B-4DEA-9264-B86E392CA103}">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Examples: Router, IP, ACL, Basic Firewall</a:t>
          </a:r>
        </a:p>
      </dgm:t>
    </dgm:pt>
    <dgm:pt modelId="{8DFCB90C-42BD-4C4B-B23E-52295DBFB403}" type="parTrans" cxnId="{2E99252D-82CA-4592-BA1F-2B7DF372DFC4}">
      <dgm:prSet/>
      <dgm:spPr/>
      <dgm:t>
        <a:bodyPr/>
        <a:lstStyle/>
        <a:p>
          <a:endParaRPr lang="en-US"/>
        </a:p>
      </dgm:t>
    </dgm:pt>
    <dgm:pt modelId="{AE79DD77-1634-4CBE-8874-096E279B82BD}" type="sibTrans" cxnId="{2E99252D-82CA-4592-BA1F-2B7DF372DFC4}">
      <dgm:prSet/>
      <dgm:spPr/>
      <dgm:t>
        <a:bodyPr/>
        <a:lstStyle/>
        <a:p>
          <a:endParaRPr lang="en-US"/>
        </a:p>
      </dgm:t>
    </dgm:pt>
    <dgm:pt modelId="{078F69CB-5D40-4705-92F5-04C97051AB24}">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Moving data around a network of networks using network and host IDs</a:t>
          </a:r>
        </a:p>
      </dgm:t>
    </dgm:pt>
    <dgm:pt modelId="{C2EF60CA-892A-4EC0-A1C4-C1EDDEE3D195}" type="parTrans" cxnId="{94EAD6B3-1383-4B0F-84A5-B7D147696FB0}">
      <dgm:prSet/>
      <dgm:spPr/>
      <dgm:t>
        <a:bodyPr/>
        <a:lstStyle/>
        <a:p>
          <a:endParaRPr lang="en-US"/>
        </a:p>
      </dgm:t>
    </dgm:pt>
    <dgm:pt modelId="{605CFEF9-8387-4798-9611-D2CD52862E34}" type="sibTrans" cxnId="{94EAD6B3-1383-4B0F-84A5-B7D147696FB0}">
      <dgm:prSet/>
      <dgm:spPr/>
      <dgm:t>
        <a:bodyPr/>
        <a:lstStyle/>
        <a:p>
          <a:endParaRPr lang="en-US"/>
        </a:p>
      </dgm:t>
    </dgm:pt>
    <dgm:pt modelId="{C94EF57E-2257-4687-8C1F-A1E50205286F}" type="pres">
      <dgm:prSet presAssocID="{3E88419D-50A2-4259-84CE-4FCFB3950F18}" presName="linear" presStyleCnt="0">
        <dgm:presLayoutVars>
          <dgm:dir/>
          <dgm:animLvl val="lvl"/>
          <dgm:resizeHandles val="exact"/>
        </dgm:presLayoutVars>
      </dgm:prSet>
      <dgm:spPr/>
    </dgm:pt>
    <dgm:pt modelId="{1658C504-2C2B-41E0-9169-C1004B16BEE3}" type="pres">
      <dgm:prSet presAssocID="{7049743E-F6EA-4D65-B6A8-AF2F7B952E53}" presName="parentLin" presStyleCnt="0"/>
      <dgm:spPr/>
    </dgm:pt>
    <dgm:pt modelId="{AEEE44A4-31CF-4F93-9817-E28FEBC06FA0}" type="pres">
      <dgm:prSet presAssocID="{7049743E-F6EA-4D65-B6A8-AF2F7B952E53}" presName="parentLeftMargin" presStyleLbl="node1" presStyleIdx="0" presStyleCnt="1"/>
      <dgm:spPr/>
    </dgm:pt>
    <dgm:pt modelId="{22D8E6EA-BFEA-408B-B448-55F6B6249FA5}" type="pres">
      <dgm:prSet presAssocID="{7049743E-F6EA-4D65-B6A8-AF2F7B952E53}" presName="parentText" presStyleLbl="node1" presStyleIdx="0" presStyleCnt="1">
        <dgm:presLayoutVars>
          <dgm:chMax val="0"/>
          <dgm:bulletEnabled val="1"/>
        </dgm:presLayoutVars>
      </dgm:prSet>
      <dgm:spPr/>
    </dgm:pt>
    <dgm:pt modelId="{34B64041-8178-4335-AD98-7385A50667F5}" type="pres">
      <dgm:prSet presAssocID="{7049743E-F6EA-4D65-B6A8-AF2F7B952E53}" presName="negativeSpace" presStyleCnt="0"/>
      <dgm:spPr/>
    </dgm:pt>
    <dgm:pt modelId="{E79FB7C2-2843-4597-8946-55D28BEF2D4A}" type="pres">
      <dgm:prSet presAssocID="{7049743E-F6EA-4D65-B6A8-AF2F7B952E53}" presName="childText" presStyleLbl="conFgAcc1" presStyleIdx="0" presStyleCnt="1" custLinFactNeighborY="-3207">
        <dgm:presLayoutVars>
          <dgm:bulletEnabled val="1"/>
        </dgm:presLayoutVars>
      </dgm:prSet>
      <dgm:spPr/>
    </dgm:pt>
  </dgm:ptLst>
  <dgm:cxnLst>
    <dgm:cxn modelId="{2B7C4D03-EB93-4497-8EF8-524EB8BE7593}" type="presOf" srcId="{078F69CB-5D40-4705-92F5-04C97051AB24}" destId="{E79FB7C2-2843-4597-8946-55D28BEF2D4A}" srcOrd="0" destOrd="0" presId="urn:microsoft.com/office/officeart/2005/8/layout/list1"/>
    <dgm:cxn modelId="{F9ABF503-99D7-46A8-B4B7-B37B0F72589E}" type="presOf" srcId="{7049743E-F6EA-4D65-B6A8-AF2F7B952E53}" destId="{22D8E6EA-BFEA-408B-B448-55F6B6249FA5}" srcOrd="1" destOrd="0" presId="urn:microsoft.com/office/officeart/2005/8/layout/list1"/>
    <dgm:cxn modelId="{62562209-FB7C-4E0A-8533-62356ED99E6D}" srcId="{7049743E-F6EA-4D65-B6A8-AF2F7B952E53}" destId="{FD261D56-F6DD-47A3-AAEF-9D3C3746A73A}" srcOrd="1" destOrd="0" parTransId="{CD217D46-ABC0-479A-8142-A39A0F61863A}" sibTransId="{88C47BAA-AED9-4BC0-8312-6F470DB65102}"/>
    <dgm:cxn modelId="{2E99252D-82CA-4592-BA1F-2B7DF372DFC4}" srcId="{7049743E-F6EA-4D65-B6A8-AF2F7B952E53}" destId="{9AA206A4-4C7B-4DEA-9264-B86E392CA103}" srcOrd="2" destOrd="0" parTransId="{8DFCB90C-42BD-4C4B-B23E-52295DBFB403}" sibTransId="{AE79DD77-1634-4CBE-8874-096E279B82BD}"/>
    <dgm:cxn modelId="{1126BA43-C060-43DE-B761-653B520DCA04}" type="presOf" srcId="{3E88419D-50A2-4259-84CE-4FCFB3950F18}" destId="{C94EF57E-2257-4687-8C1F-A1E50205286F}" srcOrd="0" destOrd="0" presId="urn:microsoft.com/office/officeart/2005/8/layout/list1"/>
    <dgm:cxn modelId="{718FE672-91AF-4E42-A33E-DDE744704AD1}" type="presOf" srcId="{FD261D56-F6DD-47A3-AAEF-9D3C3746A73A}" destId="{E79FB7C2-2843-4597-8946-55D28BEF2D4A}" srcOrd="0" destOrd="1" presId="urn:microsoft.com/office/officeart/2005/8/layout/list1"/>
    <dgm:cxn modelId="{690AB579-6E67-473A-98FD-45045899BCBF}" srcId="{3E88419D-50A2-4259-84CE-4FCFB3950F18}" destId="{7049743E-F6EA-4D65-B6A8-AF2F7B952E53}" srcOrd="0" destOrd="0" parTransId="{3CC31E09-860B-4357-8D08-B8AEB1FE40F1}" sibTransId="{982CED5F-539C-42C8-8DD0-DD5423500744}"/>
    <dgm:cxn modelId="{D524C299-9858-434F-99E9-0DEBBE1FDB93}" type="presOf" srcId="{9AA206A4-4C7B-4DEA-9264-B86E392CA103}" destId="{E79FB7C2-2843-4597-8946-55D28BEF2D4A}" srcOrd="0" destOrd="2" presId="urn:microsoft.com/office/officeart/2005/8/layout/list1"/>
    <dgm:cxn modelId="{94EAD6B3-1383-4B0F-84A5-B7D147696FB0}" srcId="{7049743E-F6EA-4D65-B6A8-AF2F7B952E53}" destId="{078F69CB-5D40-4705-92F5-04C97051AB24}" srcOrd="0" destOrd="0" parTransId="{C2EF60CA-892A-4EC0-A1C4-C1EDDEE3D195}" sibTransId="{605CFEF9-8387-4798-9611-D2CD52862E34}"/>
    <dgm:cxn modelId="{0CB1AFD8-FBD1-4FCB-8DF6-FB6336C01DBC}" type="presOf" srcId="{7049743E-F6EA-4D65-B6A8-AF2F7B952E53}" destId="{AEEE44A4-31CF-4F93-9817-E28FEBC06FA0}" srcOrd="0" destOrd="0" presId="urn:microsoft.com/office/officeart/2005/8/layout/list1"/>
    <dgm:cxn modelId="{62872270-A5BA-4FE4-A9C6-7938F4C02517}" type="presParOf" srcId="{C94EF57E-2257-4687-8C1F-A1E50205286F}" destId="{1658C504-2C2B-41E0-9169-C1004B16BEE3}" srcOrd="0" destOrd="0" presId="urn:microsoft.com/office/officeart/2005/8/layout/list1"/>
    <dgm:cxn modelId="{1C30B60E-EDC6-416A-BEE6-CEBBAB19D154}" type="presParOf" srcId="{1658C504-2C2B-41E0-9169-C1004B16BEE3}" destId="{AEEE44A4-31CF-4F93-9817-E28FEBC06FA0}" srcOrd="0" destOrd="0" presId="urn:microsoft.com/office/officeart/2005/8/layout/list1"/>
    <dgm:cxn modelId="{0738422E-50EE-49B1-B269-A2BF640EDDBB}" type="presParOf" srcId="{1658C504-2C2B-41E0-9169-C1004B16BEE3}" destId="{22D8E6EA-BFEA-408B-B448-55F6B6249FA5}" srcOrd="1" destOrd="0" presId="urn:microsoft.com/office/officeart/2005/8/layout/list1"/>
    <dgm:cxn modelId="{79D1AF19-5AC6-4342-8762-925A78E53064}" type="presParOf" srcId="{C94EF57E-2257-4687-8C1F-A1E50205286F}" destId="{34B64041-8178-4335-AD98-7385A50667F5}" srcOrd="1" destOrd="0" presId="urn:microsoft.com/office/officeart/2005/8/layout/list1"/>
    <dgm:cxn modelId="{7F24FCB0-2F69-4613-B0A7-B8B29D4B2DA0}" type="presParOf" srcId="{C94EF57E-2257-4687-8C1F-A1E50205286F}" destId="{E79FB7C2-2843-4597-8946-55D28BEF2D4A}"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47D3F41-E922-4E10-AAB9-CBC8FA478799}">
      <dgm:prSet phldrT="[Text]"/>
      <dgm:spPr/>
      <dgm:t>
        <a:bodyPr/>
        <a:lstStyle/>
        <a:p>
          <a:r>
            <a:rPr lang="en-US">
              <a:solidFill>
                <a:srgbClr val="20282F"/>
              </a:solidFill>
            </a:rPr>
            <a:t>7 Application</a:t>
          </a:r>
        </a:p>
      </dgm:t>
    </dgm:pt>
    <dgm:pt modelId="{D2221CEC-5D47-4026-922B-96793912D2C0}" type="parTrans" cxnId="{0E55806C-465B-4FF1-A431-C1E540C15CE0}">
      <dgm:prSet/>
      <dgm:spPr/>
      <dgm:t>
        <a:bodyPr/>
        <a:lstStyle/>
        <a:p>
          <a:endParaRPr lang="en-US"/>
        </a:p>
      </dgm:t>
    </dgm:pt>
    <dgm:pt modelId="{D3E5D15C-660E-48A8-B542-0B0D8987A306}" type="sibTrans" cxnId="{0E55806C-465B-4FF1-A431-C1E540C15CE0}">
      <dgm:prSet/>
      <dgm:spPr/>
      <dgm:t>
        <a:bodyPr/>
        <a:lstStyle/>
        <a:p>
          <a:endParaRPr lang="en-US"/>
        </a:p>
      </dgm:t>
    </dgm:pt>
    <dgm:pt modelId="{8A58ED2E-B281-4CF8-B441-5FBCAEF6B0A2}">
      <dgm:prSet phldrT="[Text]"/>
      <dgm:spPr/>
      <dgm:t>
        <a:bodyPr/>
        <a:lstStyle/>
        <a:p>
          <a:r>
            <a:rPr lang="en-US">
              <a:solidFill>
                <a:srgbClr val="20282F"/>
              </a:solidFill>
            </a:rPr>
            <a:t>6 Presentation</a:t>
          </a:r>
        </a:p>
      </dgm:t>
    </dgm:pt>
    <dgm:pt modelId="{480EF468-D9BC-4665-92FF-92A07D21BEA0}" type="parTrans" cxnId="{3C4242C0-2976-4308-9D08-6C96FA482D7B}">
      <dgm:prSet/>
      <dgm:spPr/>
      <dgm:t>
        <a:bodyPr/>
        <a:lstStyle/>
        <a:p>
          <a:endParaRPr lang="en-US"/>
        </a:p>
      </dgm:t>
    </dgm:pt>
    <dgm:pt modelId="{6FBF4B56-CD50-43E7-B37C-16F8BC952C24}" type="sibTrans" cxnId="{3C4242C0-2976-4308-9D08-6C96FA482D7B}">
      <dgm:prSet/>
      <dgm:spPr/>
      <dgm:t>
        <a:bodyPr/>
        <a:lstStyle/>
        <a:p>
          <a:endParaRPr lang="en-US"/>
        </a:p>
      </dgm:t>
    </dgm:pt>
    <dgm:pt modelId="{8FEDAA25-109E-4EF7-9AC0-D51B4CEBD0EE}">
      <dgm:prSet phldrT="[Text]"/>
      <dgm:spPr/>
      <dgm:t>
        <a:bodyPr/>
        <a:lstStyle/>
        <a:p>
          <a:r>
            <a:rPr lang="en-US">
              <a:solidFill>
                <a:srgbClr val="20282F"/>
              </a:solidFill>
            </a:rPr>
            <a:t>5 Session </a:t>
          </a:r>
        </a:p>
      </dgm:t>
    </dgm:pt>
    <dgm:pt modelId="{988DE3FA-C288-4634-BA7C-C7DCF37411E6}" type="parTrans" cxnId="{53F35D75-CA21-41FF-826B-8C4F5D73166C}">
      <dgm:prSet/>
      <dgm:spPr/>
      <dgm:t>
        <a:bodyPr/>
        <a:lstStyle/>
        <a:p>
          <a:endParaRPr lang="en-US"/>
        </a:p>
      </dgm:t>
    </dgm:pt>
    <dgm:pt modelId="{3A278E17-E8DF-4B7B-9542-DC912DFE1FC2}" type="sibTrans" cxnId="{53F35D75-CA21-41FF-826B-8C4F5D73166C}">
      <dgm:prSet/>
      <dgm:spPr/>
      <dgm:t>
        <a:bodyPr/>
        <a:lstStyle/>
        <a:p>
          <a:endParaRPr lang="en-US"/>
        </a:p>
      </dgm:t>
    </dgm:pt>
    <dgm:pt modelId="{46FAEB38-ED81-41F2-9C9E-C49F85265594}">
      <dgm:prSet phldrT="[Text]"/>
      <dgm:spPr>
        <a:solidFill>
          <a:srgbClr val="004F71"/>
        </a:solidFill>
      </dgm:spPr>
      <dgm:t>
        <a:bodyPr/>
        <a:lstStyle/>
        <a:p>
          <a:r>
            <a:rPr lang="en-US">
              <a:solidFill>
                <a:schemeClr val="bg1"/>
              </a:solidFill>
            </a:rPr>
            <a:t>4 Transport</a:t>
          </a:r>
        </a:p>
      </dgm:t>
    </dgm:pt>
    <dgm:pt modelId="{5CE4B40B-490B-4E80-852F-F645A4C0830C}" type="parTrans" cxnId="{65AF0C83-348B-43B1-A332-8CAFC5B6C7A0}">
      <dgm:prSet/>
      <dgm:spPr/>
      <dgm:t>
        <a:bodyPr/>
        <a:lstStyle/>
        <a:p>
          <a:endParaRPr lang="en-US"/>
        </a:p>
      </dgm:t>
    </dgm:pt>
    <dgm:pt modelId="{4C3A7703-1CCA-4721-A827-D845208813B0}" type="sibTrans" cxnId="{65AF0C83-348B-43B1-A332-8CAFC5B6C7A0}">
      <dgm:prSet/>
      <dgm:spPr/>
      <dgm:t>
        <a:bodyPr/>
        <a:lstStyle/>
        <a:p>
          <a:endParaRPr lang="en-US"/>
        </a:p>
      </dgm:t>
    </dgm:pt>
    <dgm:pt modelId="{A0E81B44-9DFE-4EA3-9B40-455E348D02DA}">
      <dgm:prSet phldrT="[Text]"/>
      <dgm:spPr>
        <a:noFill/>
      </dgm:spPr>
      <dgm:t>
        <a:bodyPr/>
        <a:lstStyle/>
        <a:p>
          <a:r>
            <a:rPr lang="en-US">
              <a:solidFill>
                <a:srgbClr val="20282F"/>
              </a:solidFill>
            </a:rPr>
            <a:t>3 Network</a:t>
          </a:r>
        </a:p>
      </dgm:t>
    </dgm:pt>
    <dgm:pt modelId="{8EF42476-9D7F-4E0F-B46B-97455E151D7E}" type="parTrans" cxnId="{A3161F93-0BAA-4FFF-97A3-698212D3B0AB}">
      <dgm:prSet/>
      <dgm:spPr/>
      <dgm:t>
        <a:bodyPr/>
        <a:lstStyle/>
        <a:p>
          <a:endParaRPr lang="en-US"/>
        </a:p>
      </dgm:t>
    </dgm:pt>
    <dgm:pt modelId="{D011E329-AE68-4FA5-8735-321D9CA06112}" type="sibTrans" cxnId="{A3161F93-0BAA-4FFF-97A3-698212D3B0AB}">
      <dgm:prSet/>
      <dgm:spPr/>
      <dgm:t>
        <a:bodyPr/>
        <a:lstStyle/>
        <a:p>
          <a:endParaRPr lang="en-US"/>
        </a:p>
      </dgm:t>
    </dgm:pt>
    <dgm:pt modelId="{5BB4125C-0A00-481A-BCF1-6CA3EA593773}">
      <dgm:prSet phldrT="[Text]"/>
      <dgm:spPr/>
      <dgm:t>
        <a:bodyPr/>
        <a:lstStyle/>
        <a:p>
          <a:r>
            <a:rPr lang="en-US">
              <a:solidFill>
                <a:srgbClr val="20282F"/>
              </a:solidFill>
            </a:rPr>
            <a:t>2 Data Link</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0F8AED1-50FD-4781-B1CC-4DD44BA0FF6D}" type="parTrans" cxnId="{7CA49FB7-F7A4-4F53-97B3-123E608EA48A}">
      <dgm:prSet/>
      <dgm:spPr/>
      <dgm:t>
        <a:bodyPr/>
        <a:lstStyle/>
        <a:p>
          <a:endParaRPr lang="en-US"/>
        </a:p>
      </dgm:t>
    </dgm:pt>
    <dgm:pt modelId="{5A09E58B-D690-42C9-949B-0C2062736E3A}" type="sibTrans" cxnId="{7CA49FB7-F7A4-4F53-97B3-123E608EA48A}">
      <dgm:prSet/>
      <dgm:spPr/>
      <dgm:t>
        <a:bodyPr/>
        <a:lstStyle/>
        <a:p>
          <a:endParaRPr lang="en-US"/>
        </a:p>
      </dgm:t>
    </dgm:pt>
    <dgm:pt modelId="{34447BCB-71C1-4B68-8C70-5A399F98C548}">
      <dgm:prSet phldrT="[Text]"/>
      <dgm:spPr>
        <a:noFill/>
      </dgm:spPr>
      <dgm:t>
        <a:bodyPr/>
        <a:lstStyle/>
        <a:p>
          <a:r>
            <a:rPr lang="en-US">
              <a:solidFill>
                <a:srgbClr val="20282F"/>
              </a:solidFill>
            </a:rPr>
            <a:t>1 Physical </a:t>
          </a:r>
        </a:p>
      </dgm:t>
    </dgm:pt>
    <dgm:pt modelId="{B428A84D-9C18-46B8-8095-C18C1DEEB5AC}" type="parTrans" cxnId="{23C5CB5F-6991-466D-9252-7CA42E01A709}">
      <dgm:prSet/>
      <dgm:spPr/>
      <dgm:t>
        <a:bodyPr/>
        <a:lstStyle/>
        <a:p>
          <a:endParaRPr lang="en-US"/>
        </a:p>
      </dgm:t>
    </dgm:pt>
    <dgm:pt modelId="{D38FE192-D658-4A57-A5D0-8519151246DE}" type="sibTrans" cxnId="{23C5CB5F-6991-466D-9252-7CA42E01A709}">
      <dgm:prSet/>
      <dgm:spPr/>
      <dgm:t>
        <a:bodyPr/>
        <a:lstStyle/>
        <a:p>
          <a:endParaRPr lang="en-US"/>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custLinFactNeighborX="-422">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custLinFactNeighborX="-422">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custLinFactNeighborX="-75" custLinFactNeighborY="14809">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E88419D-50A2-4259-84CE-4FCFB3950F1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049743E-F6EA-4D65-B6A8-AF2F7B952E53}">
      <dgm:prSet phldrT="[Text]"/>
      <dgm:spPr>
        <a:solidFill>
          <a:srgbClr val="007377"/>
        </a:solidFill>
      </dgm:spPr>
      <dgm:t>
        <a:bodyPr/>
        <a:lstStyle/>
        <a:p>
          <a:r>
            <a:rPr lang="en-US"/>
            <a:t>Functions and Examples</a:t>
          </a:r>
        </a:p>
      </dgm:t>
    </dgm:pt>
    <dgm:pt modelId="{3CC31E09-860B-4357-8D08-B8AEB1FE40F1}" type="parTrans" cxnId="{690AB579-6E67-473A-98FD-45045899BCBF}">
      <dgm:prSet/>
      <dgm:spPr/>
      <dgm:t>
        <a:bodyPr/>
        <a:lstStyle/>
        <a:p>
          <a:endParaRPr lang="en-US"/>
        </a:p>
      </dgm:t>
    </dgm:pt>
    <dgm:pt modelId="{982CED5F-539C-42C8-8DD0-DD5423500744}" type="sibTrans" cxnId="{690AB579-6E67-473A-98FD-45045899BCBF}">
      <dgm:prSet/>
      <dgm:spPr/>
      <dgm:t>
        <a:bodyPr/>
        <a:lstStyle/>
        <a:p>
          <a:endParaRPr lang="en-US"/>
        </a:p>
      </dgm:t>
    </dgm:pt>
    <dgm:pt modelId="{078F69CB-5D40-4705-92F5-04C97051AB24}">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Tracks communication between applications on source and destination hosts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C2EF60CA-892A-4EC0-A1C4-C1EDDEE3D195}" type="parTrans" cxnId="{94EAD6B3-1383-4B0F-84A5-B7D147696FB0}">
      <dgm:prSet/>
      <dgm:spPr/>
      <dgm:t>
        <a:bodyPr/>
        <a:lstStyle/>
        <a:p>
          <a:endParaRPr lang="en-US"/>
        </a:p>
      </dgm:t>
    </dgm:pt>
    <dgm:pt modelId="{605CFEF9-8387-4798-9611-D2CD52862E34}" type="sibTrans" cxnId="{94EAD6B3-1383-4B0F-84A5-B7D147696FB0}">
      <dgm:prSet/>
      <dgm:spPr/>
      <dgm:t>
        <a:bodyPr/>
        <a:lstStyle/>
        <a:p>
          <a:endParaRPr lang="en-US"/>
        </a:p>
      </dgm:t>
    </dgm:pt>
    <dgm:pt modelId="{6CADF0C7-1F55-4980-BE89-31CD1EBA80DD}">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Segments data and manages each data piece </a:t>
          </a:r>
        </a:p>
      </dgm:t>
    </dgm:pt>
    <dgm:pt modelId="{97FB8944-30D6-438B-85EC-24663B54D90F}" type="parTrans" cxnId="{3C2D579E-1279-407B-89B6-FAB1312C5F34}">
      <dgm:prSet/>
      <dgm:spPr/>
      <dgm:t>
        <a:bodyPr/>
        <a:lstStyle/>
        <a:p>
          <a:endParaRPr lang="en-US"/>
        </a:p>
      </dgm:t>
    </dgm:pt>
    <dgm:pt modelId="{A83529FD-2B81-4D21-9B9C-A100265BC452}" type="sibTrans" cxnId="{3C2D579E-1279-407B-89B6-FAB1312C5F34}">
      <dgm:prSet/>
      <dgm:spPr/>
      <dgm:t>
        <a:bodyPr/>
        <a:lstStyle/>
        <a:p>
          <a:endParaRPr lang="en-US"/>
        </a:p>
      </dgm:t>
    </dgm:pt>
    <dgm:pt modelId="{BC127411-CF2D-4467-BB65-A14F2FF4B7E9}">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Reassembles segments into application data</a:t>
          </a:r>
        </a:p>
      </dgm:t>
    </dgm:pt>
    <dgm:pt modelId="{D7DD0A6F-8154-43D0-A780-A682F2304BC7}" type="parTrans" cxnId="{B8F7EA00-BFF6-435F-BFB3-D88883E940B8}">
      <dgm:prSet/>
      <dgm:spPr/>
      <dgm:t>
        <a:bodyPr/>
        <a:lstStyle/>
        <a:p>
          <a:endParaRPr lang="en-US"/>
        </a:p>
      </dgm:t>
    </dgm:pt>
    <dgm:pt modelId="{C93D57BB-7711-4FB1-9BCD-4463F0B13FC2}" type="sibTrans" cxnId="{B8F7EA00-BFF6-435F-BFB3-D88883E940B8}">
      <dgm:prSet/>
      <dgm:spPr/>
      <dgm:t>
        <a:bodyPr/>
        <a:lstStyle/>
        <a:p>
          <a:endParaRPr lang="en-US"/>
        </a:p>
      </dgm:t>
    </dgm:pt>
    <dgm:pt modelId="{7A7232CF-5DE8-4A0A-ACA3-9E589DF7CA07}">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Examples: Multilayer switches, advanced firewalls, intrusion detection systems (IDSs)</a:t>
          </a:r>
        </a:p>
      </dgm:t>
    </dgm:pt>
    <dgm:pt modelId="{9AC1251E-8997-4481-AAE3-15737CA679FC}" type="parTrans" cxnId="{5B3203B9-9ABE-4E81-B15C-191812956EF4}">
      <dgm:prSet/>
      <dgm:spPr/>
      <dgm:t>
        <a:bodyPr/>
        <a:lstStyle/>
        <a:p>
          <a:endParaRPr lang="en-US"/>
        </a:p>
      </dgm:t>
    </dgm:pt>
    <dgm:pt modelId="{C93B19EC-3C0C-4DD3-8E08-1C567BEF5F4E}" type="sibTrans" cxnId="{5B3203B9-9ABE-4E81-B15C-191812956EF4}">
      <dgm:prSet/>
      <dgm:spPr/>
      <dgm:t>
        <a:bodyPr/>
        <a:lstStyle/>
        <a:p>
          <a:endParaRPr lang="en-US"/>
        </a:p>
      </dgm:t>
    </dgm:pt>
    <dgm:pt modelId="{C94EF57E-2257-4687-8C1F-A1E50205286F}" type="pres">
      <dgm:prSet presAssocID="{3E88419D-50A2-4259-84CE-4FCFB3950F18}" presName="linear" presStyleCnt="0">
        <dgm:presLayoutVars>
          <dgm:dir/>
          <dgm:animLvl val="lvl"/>
          <dgm:resizeHandles val="exact"/>
        </dgm:presLayoutVars>
      </dgm:prSet>
      <dgm:spPr/>
    </dgm:pt>
    <dgm:pt modelId="{1658C504-2C2B-41E0-9169-C1004B16BEE3}" type="pres">
      <dgm:prSet presAssocID="{7049743E-F6EA-4D65-B6A8-AF2F7B952E53}" presName="parentLin" presStyleCnt="0"/>
      <dgm:spPr/>
    </dgm:pt>
    <dgm:pt modelId="{AEEE44A4-31CF-4F93-9817-E28FEBC06FA0}" type="pres">
      <dgm:prSet presAssocID="{7049743E-F6EA-4D65-B6A8-AF2F7B952E53}" presName="parentLeftMargin" presStyleLbl="node1" presStyleIdx="0" presStyleCnt="1"/>
      <dgm:spPr/>
    </dgm:pt>
    <dgm:pt modelId="{22D8E6EA-BFEA-408B-B448-55F6B6249FA5}" type="pres">
      <dgm:prSet presAssocID="{7049743E-F6EA-4D65-B6A8-AF2F7B952E53}" presName="parentText" presStyleLbl="node1" presStyleIdx="0" presStyleCnt="1">
        <dgm:presLayoutVars>
          <dgm:chMax val="0"/>
          <dgm:bulletEnabled val="1"/>
        </dgm:presLayoutVars>
      </dgm:prSet>
      <dgm:spPr/>
    </dgm:pt>
    <dgm:pt modelId="{34B64041-8178-4335-AD98-7385A50667F5}" type="pres">
      <dgm:prSet presAssocID="{7049743E-F6EA-4D65-B6A8-AF2F7B952E53}" presName="negativeSpace" presStyleCnt="0"/>
      <dgm:spPr/>
    </dgm:pt>
    <dgm:pt modelId="{E79FB7C2-2843-4597-8946-55D28BEF2D4A}" type="pres">
      <dgm:prSet presAssocID="{7049743E-F6EA-4D65-B6A8-AF2F7B952E53}" presName="childText" presStyleLbl="conFgAcc1" presStyleIdx="0" presStyleCnt="1" custScaleY="133248" custLinFactNeighborY="-3207">
        <dgm:presLayoutVars>
          <dgm:bulletEnabled val="1"/>
        </dgm:presLayoutVars>
      </dgm:prSet>
      <dgm:spPr/>
    </dgm:pt>
  </dgm:ptLst>
  <dgm:cxnLst>
    <dgm:cxn modelId="{B8F7EA00-BFF6-435F-BFB3-D88883E940B8}" srcId="{7049743E-F6EA-4D65-B6A8-AF2F7B952E53}" destId="{BC127411-CF2D-4467-BB65-A14F2FF4B7E9}" srcOrd="2" destOrd="0" parTransId="{D7DD0A6F-8154-43D0-A780-A682F2304BC7}" sibTransId="{C93D57BB-7711-4FB1-9BCD-4463F0B13FC2}"/>
    <dgm:cxn modelId="{2B7C4D03-EB93-4497-8EF8-524EB8BE7593}" type="presOf" srcId="{078F69CB-5D40-4705-92F5-04C97051AB24}" destId="{E79FB7C2-2843-4597-8946-55D28BEF2D4A}" srcOrd="0" destOrd="0" presId="urn:microsoft.com/office/officeart/2005/8/layout/list1"/>
    <dgm:cxn modelId="{F9ABF503-99D7-46A8-B4B7-B37B0F72589E}" type="presOf" srcId="{7049743E-F6EA-4D65-B6A8-AF2F7B952E53}" destId="{22D8E6EA-BFEA-408B-B448-55F6B6249FA5}" srcOrd="1" destOrd="0" presId="urn:microsoft.com/office/officeart/2005/8/layout/list1"/>
    <dgm:cxn modelId="{6A95E404-EFA6-4C1F-B823-9D50959F1100}" type="presOf" srcId="{6CADF0C7-1F55-4980-BE89-31CD1EBA80DD}" destId="{E79FB7C2-2843-4597-8946-55D28BEF2D4A}" srcOrd="0" destOrd="1" presId="urn:microsoft.com/office/officeart/2005/8/layout/list1"/>
    <dgm:cxn modelId="{A67B1627-25FF-42BD-81AD-C1B3B27B4B64}" type="presOf" srcId="{7A7232CF-5DE8-4A0A-ACA3-9E589DF7CA07}" destId="{E79FB7C2-2843-4597-8946-55D28BEF2D4A}" srcOrd="0" destOrd="3" presId="urn:microsoft.com/office/officeart/2005/8/layout/list1"/>
    <dgm:cxn modelId="{1126BA43-C060-43DE-B761-653B520DCA04}" type="presOf" srcId="{3E88419D-50A2-4259-84CE-4FCFB3950F18}" destId="{C94EF57E-2257-4687-8C1F-A1E50205286F}" srcOrd="0" destOrd="0" presId="urn:microsoft.com/office/officeart/2005/8/layout/list1"/>
    <dgm:cxn modelId="{690AB579-6E67-473A-98FD-45045899BCBF}" srcId="{3E88419D-50A2-4259-84CE-4FCFB3950F18}" destId="{7049743E-F6EA-4D65-B6A8-AF2F7B952E53}" srcOrd="0" destOrd="0" parTransId="{3CC31E09-860B-4357-8D08-B8AEB1FE40F1}" sibTransId="{982CED5F-539C-42C8-8DD0-DD5423500744}"/>
    <dgm:cxn modelId="{3C2D579E-1279-407B-89B6-FAB1312C5F34}" srcId="{7049743E-F6EA-4D65-B6A8-AF2F7B952E53}" destId="{6CADF0C7-1F55-4980-BE89-31CD1EBA80DD}" srcOrd="1" destOrd="0" parTransId="{97FB8944-30D6-438B-85EC-24663B54D90F}" sibTransId="{A83529FD-2B81-4D21-9B9C-A100265BC452}"/>
    <dgm:cxn modelId="{80AAE2AD-B227-472C-8BA4-DB50C0DD133D}" type="presOf" srcId="{BC127411-CF2D-4467-BB65-A14F2FF4B7E9}" destId="{E79FB7C2-2843-4597-8946-55D28BEF2D4A}" srcOrd="0" destOrd="2" presId="urn:microsoft.com/office/officeart/2005/8/layout/list1"/>
    <dgm:cxn modelId="{94EAD6B3-1383-4B0F-84A5-B7D147696FB0}" srcId="{7049743E-F6EA-4D65-B6A8-AF2F7B952E53}" destId="{078F69CB-5D40-4705-92F5-04C97051AB24}" srcOrd="0" destOrd="0" parTransId="{C2EF60CA-892A-4EC0-A1C4-C1EDDEE3D195}" sibTransId="{605CFEF9-8387-4798-9611-D2CD52862E34}"/>
    <dgm:cxn modelId="{5B3203B9-9ABE-4E81-B15C-191812956EF4}" srcId="{7049743E-F6EA-4D65-B6A8-AF2F7B952E53}" destId="{7A7232CF-5DE8-4A0A-ACA3-9E589DF7CA07}" srcOrd="3" destOrd="0" parTransId="{9AC1251E-8997-4481-AAE3-15737CA679FC}" sibTransId="{C93B19EC-3C0C-4DD3-8E08-1C567BEF5F4E}"/>
    <dgm:cxn modelId="{0CB1AFD8-FBD1-4FCB-8DF6-FB6336C01DBC}" type="presOf" srcId="{7049743E-F6EA-4D65-B6A8-AF2F7B952E53}" destId="{AEEE44A4-31CF-4F93-9817-E28FEBC06FA0}" srcOrd="0" destOrd="0" presId="urn:microsoft.com/office/officeart/2005/8/layout/list1"/>
    <dgm:cxn modelId="{62872270-A5BA-4FE4-A9C6-7938F4C02517}" type="presParOf" srcId="{C94EF57E-2257-4687-8C1F-A1E50205286F}" destId="{1658C504-2C2B-41E0-9169-C1004B16BEE3}" srcOrd="0" destOrd="0" presId="urn:microsoft.com/office/officeart/2005/8/layout/list1"/>
    <dgm:cxn modelId="{1C30B60E-EDC6-416A-BEE6-CEBBAB19D154}" type="presParOf" srcId="{1658C504-2C2B-41E0-9169-C1004B16BEE3}" destId="{AEEE44A4-31CF-4F93-9817-E28FEBC06FA0}" srcOrd="0" destOrd="0" presId="urn:microsoft.com/office/officeart/2005/8/layout/list1"/>
    <dgm:cxn modelId="{0738422E-50EE-49B1-B269-A2BF640EDDBB}" type="presParOf" srcId="{1658C504-2C2B-41E0-9169-C1004B16BEE3}" destId="{22D8E6EA-BFEA-408B-B448-55F6B6249FA5}" srcOrd="1" destOrd="0" presId="urn:microsoft.com/office/officeart/2005/8/layout/list1"/>
    <dgm:cxn modelId="{79D1AF19-5AC6-4342-8762-925A78E53064}" type="presParOf" srcId="{C94EF57E-2257-4687-8C1F-A1E50205286F}" destId="{34B64041-8178-4335-AD98-7385A50667F5}" srcOrd="1" destOrd="0" presId="urn:microsoft.com/office/officeart/2005/8/layout/list1"/>
    <dgm:cxn modelId="{7F24FCB0-2F69-4613-B0A7-B8B29D4B2DA0}" type="presParOf" srcId="{C94EF57E-2257-4687-8C1F-A1E50205286F}" destId="{E79FB7C2-2843-4597-8946-55D28BEF2D4A}"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47D3F41-E922-4E10-AAB9-CBC8FA478799}">
      <dgm:prSet phldrT="[Text]"/>
      <dgm:spPr/>
      <dgm:t>
        <a:bodyPr/>
        <a:lstStyle/>
        <a:p>
          <a:r>
            <a:rPr lang="en-US">
              <a:solidFill>
                <a:srgbClr val="20282F"/>
              </a:solidFill>
            </a:rPr>
            <a:t>7 Application</a:t>
          </a:r>
        </a:p>
      </dgm:t>
    </dgm:pt>
    <dgm:pt modelId="{D2221CEC-5D47-4026-922B-96793912D2C0}" type="parTrans" cxnId="{0E55806C-465B-4FF1-A431-C1E540C15CE0}">
      <dgm:prSet/>
      <dgm:spPr/>
      <dgm:t>
        <a:bodyPr/>
        <a:lstStyle/>
        <a:p>
          <a:endParaRPr lang="en-US">
            <a:solidFill>
              <a:srgbClr val="20282F"/>
            </a:solidFill>
          </a:endParaRPr>
        </a:p>
      </dgm:t>
    </dgm:pt>
    <dgm:pt modelId="{D3E5D15C-660E-48A8-B542-0B0D8987A306}" type="sibTrans" cxnId="{0E55806C-465B-4FF1-A431-C1E540C15CE0}">
      <dgm:prSet/>
      <dgm:spPr/>
      <dgm:t>
        <a:bodyPr/>
        <a:lstStyle/>
        <a:p>
          <a:endParaRPr lang="en-US">
            <a:solidFill>
              <a:srgbClr val="20282F"/>
            </a:solidFill>
          </a:endParaRPr>
        </a:p>
      </dgm:t>
    </dgm:pt>
    <dgm:pt modelId="{8A58ED2E-B281-4CF8-B441-5FBCAEF6B0A2}">
      <dgm:prSet phldrT="[Text]"/>
      <dgm:spPr/>
      <dgm:t>
        <a:bodyPr/>
        <a:lstStyle/>
        <a:p>
          <a:r>
            <a:rPr lang="en-US">
              <a:solidFill>
                <a:srgbClr val="20282F"/>
              </a:solidFill>
            </a:rPr>
            <a:t>6 Presentation</a:t>
          </a:r>
        </a:p>
      </dgm:t>
    </dgm:pt>
    <dgm:pt modelId="{480EF468-D9BC-4665-92FF-92A07D21BEA0}" type="parTrans" cxnId="{3C4242C0-2976-4308-9D08-6C96FA482D7B}">
      <dgm:prSet/>
      <dgm:spPr/>
      <dgm:t>
        <a:bodyPr/>
        <a:lstStyle/>
        <a:p>
          <a:endParaRPr lang="en-US">
            <a:solidFill>
              <a:srgbClr val="20282F"/>
            </a:solidFill>
          </a:endParaRPr>
        </a:p>
      </dgm:t>
    </dgm:pt>
    <dgm:pt modelId="{6FBF4B56-CD50-43E7-B37C-16F8BC952C24}" type="sibTrans" cxnId="{3C4242C0-2976-4308-9D08-6C96FA482D7B}">
      <dgm:prSet/>
      <dgm:spPr/>
      <dgm:t>
        <a:bodyPr/>
        <a:lstStyle/>
        <a:p>
          <a:endParaRPr lang="en-US">
            <a:solidFill>
              <a:srgbClr val="20282F"/>
            </a:solidFill>
          </a:endParaRPr>
        </a:p>
      </dgm:t>
    </dgm:pt>
    <dgm:pt modelId="{8FEDAA25-109E-4EF7-9AC0-D51B4CEBD0EE}">
      <dgm:prSet phldrT="[Text]"/>
      <dgm:spPr>
        <a:solidFill>
          <a:srgbClr val="004F71"/>
        </a:solidFill>
      </dgm:spPr>
      <dgm:t>
        <a:bodyPr/>
        <a:lstStyle/>
        <a:p>
          <a:r>
            <a:rPr lang="en-US">
              <a:solidFill>
                <a:schemeClr val="bg1"/>
              </a:solidFill>
            </a:rPr>
            <a:t>5 Session </a:t>
          </a:r>
        </a:p>
      </dgm:t>
    </dgm:pt>
    <dgm:pt modelId="{988DE3FA-C288-4634-BA7C-C7DCF37411E6}" type="parTrans" cxnId="{53F35D75-CA21-41FF-826B-8C4F5D73166C}">
      <dgm:prSet/>
      <dgm:spPr/>
      <dgm:t>
        <a:bodyPr/>
        <a:lstStyle/>
        <a:p>
          <a:endParaRPr lang="en-US">
            <a:solidFill>
              <a:srgbClr val="20282F"/>
            </a:solidFill>
          </a:endParaRPr>
        </a:p>
      </dgm:t>
    </dgm:pt>
    <dgm:pt modelId="{3A278E17-E8DF-4B7B-9542-DC912DFE1FC2}" type="sibTrans" cxnId="{53F35D75-CA21-41FF-826B-8C4F5D73166C}">
      <dgm:prSet/>
      <dgm:spPr/>
      <dgm:t>
        <a:bodyPr/>
        <a:lstStyle/>
        <a:p>
          <a:endParaRPr lang="en-US">
            <a:solidFill>
              <a:srgbClr val="20282F"/>
            </a:solidFill>
          </a:endParaRPr>
        </a:p>
      </dgm:t>
    </dgm:pt>
    <dgm:pt modelId="{46FAEB38-ED81-41F2-9C9E-C49F85265594}">
      <dgm:prSet phldrT="[Text]"/>
      <dgm:spPr/>
      <dgm:t>
        <a:bodyPr/>
        <a:lstStyle/>
        <a:p>
          <a:r>
            <a:rPr lang="en-US">
              <a:solidFill>
                <a:srgbClr val="20282F"/>
              </a:solidFill>
            </a:rPr>
            <a:t>4 Transport</a:t>
          </a:r>
        </a:p>
      </dgm:t>
    </dgm:pt>
    <dgm:pt modelId="{5CE4B40B-490B-4E80-852F-F645A4C0830C}" type="parTrans" cxnId="{65AF0C83-348B-43B1-A332-8CAFC5B6C7A0}">
      <dgm:prSet/>
      <dgm:spPr/>
      <dgm:t>
        <a:bodyPr/>
        <a:lstStyle/>
        <a:p>
          <a:endParaRPr lang="en-US">
            <a:solidFill>
              <a:srgbClr val="20282F"/>
            </a:solidFill>
          </a:endParaRPr>
        </a:p>
      </dgm:t>
    </dgm:pt>
    <dgm:pt modelId="{4C3A7703-1CCA-4721-A827-D845208813B0}" type="sibTrans" cxnId="{65AF0C83-348B-43B1-A332-8CAFC5B6C7A0}">
      <dgm:prSet/>
      <dgm:spPr/>
      <dgm:t>
        <a:bodyPr/>
        <a:lstStyle/>
        <a:p>
          <a:endParaRPr lang="en-US">
            <a:solidFill>
              <a:srgbClr val="20282F"/>
            </a:solidFill>
          </a:endParaRPr>
        </a:p>
      </dgm:t>
    </dgm:pt>
    <dgm:pt modelId="{A0E81B44-9DFE-4EA3-9B40-455E348D02DA}">
      <dgm:prSet phldrT="[Text]"/>
      <dgm:spPr/>
      <dgm:t>
        <a:bodyPr/>
        <a:lstStyle/>
        <a:p>
          <a:r>
            <a:rPr lang="en-US">
              <a:solidFill>
                <a:srgbClr val="20282F"/>
              </a:solidFill>
            </a:rPr>
            <a:t>3 Network</a:t>
          </a:r>
        </a:p>
      </dgm:t>
    </dgm:pt>
    <dgm:pt modelId="{8EF42476-9D7F-4E0F-B46B-97455E151D7E}" type="parTrans" cxnId="{A3161F93-0BAA-4FFF-97A3-698212D3B0AB}">
      <dgm:prSet/>
      <dgm:spPr/>
      <dgm:t>
        <a:bodyPr/>
        <a:lstStyle/>
        <a:p>
          <a:endParaRPr lang="en-US">
            <a:solidFill>
              <a:srgbClr val="20282F"/>
            </a:solidFill>
          </a:endParaRPr>
        </a:p>
      </dgm:t>
    </dgm:pt>
    <dgm:pt modelId="{D011E329-AE68-4FA5-8735-321D9CA06112}" type="sibTrans" cxnId="{A3161F93-0BAA-4FFF-97A3-698212D3B0AB}">
      <dgm:prSet/>
      <dgm:spPr/>
      <dgm:t>
        <a:bodyPr/>
        <a:lstStyle/>
        <a:p>
          <a:endParaRPr lang="en-US">
            <a:solidFill>
              <a:srgbClr val="20282F"/>
            </a:solidFill>
          </a:endParaRPr>
        </a:p>
      </dgm:t>
    </dgm:pt>
    <dgm:pt modelId="{5BB4125C-0A00-481A-BCF1-6CA3EA593773}">
      <dgm:prSet phldrT="[Text]"/>
      <dgm:spPr/>
      <dgm:t>
        <a:bodyPr/>
        <a:lstStyle/>
        <a:p>
          <a:r>
            <a:rPr lang="en-US">
              <a:solidFill>
                <a:srgbClr val="20282F"/>
              </a:solidFill>
            </a:rPr>
            <a:t>2 Data Link</a:t>
          </a:r>
        </a:p>
      </dgm:t>
    </dgm:pt>
    <dgm:pt modelId="{40F8AED1-50FD-4781-B1CC-4DD44BA0FF6D}" type="parTrans" cxnId="{7CA49FB7-F7A4-4F53-97B3-123E608EA48A}">
      <dgm:prSet/>
      <dgm:spPr/>
      <dgm:t>
        <a:bodyPr/>
        <a:lstStyle/>
        <a:p>
          <a:endParaRPr lang="en-US">
            <a:solidFill>
              <a:srgbClr val="20282F"/>
            </a:solidFill>
          </a:endParaRPr>
        </a:p>
      </dgm:t>
    </dgm:pt>
    <dgm:pt modelId="{5A09E58B-D690-42C9-949B-0C2062736E3A}" type="sibTrans" cxnId="{7CA49FB7-F7A4-4F53-97B3-123E608EA48A}">
      <dgm:prSet/>
      <dgm:spPr/>
      <dgm:t>
        <a:bodyPr/>
        <a:lstStyle/>
        <a:p>
          <a:endParaRPr lang="en-US">
            <a:solidFill>
              <a:srgbClr val="20282F"/>
            </a:solidFill>
          </a:endParaRPr>
        </a:p>
      </dgm:t>
    </dgm:pt>
    <dgm:pt modelId="{34447BCB-71C1-4B68-8C70-5A399F98C548}">
      <dgm:prSet phldrT="[Text]"/>
      <dgm:spPr>
        <a:noFill/>
      </dgm:spPr>
      <dgm:t>
        <a:bodyPr/>
        <a:lstStyle/>
        <a:p>
          <a:r>
            <a:rPr lang="en-US">
              <a:solidFill>
                <a:srgbClr val="20282F"/>
              </a:solidFill>
            </a:rPr>
            <a:t>1 Physical </a:t>
          </a:r>
        </a:p>
      </dgm:t>
    </dgm:pt>
    <dgm:pt modelId="{B428A84D-9C18-46B8-8095-C18C1DEEB5AC}" type="parTrans" cxnId="{23C5CB5F-6991-466D-9252-7CA42E01A709}">
      <dgm:prSet/>
      <dgm:spPr/>
      <dgm:t>
        <a:bodyPr/>
        <a:lstStyle/>
        <a:p>
          <a:endParaRPr lang="en-US">
            <a:solidFill>
              <a:srgbClr val="20282F"/>
            </a:solidFill>
          </a:endParaRPr>
        </a:p>
      </dgm:t>
    </dgm:pt>
    <dgm:pt modelId="{D38FE192-D658-4A57-A5D0-8519151246DE}" type="sibTrans" cxnId="{23C5CB5F-6991-466D-9252-7CA42E01A709}">
      <dgm:prSet/>
      <dgm:spPr/>
      <dgm:t>
        <a:bodyPr/>
        <a:lstStyle/>
        <a:p>
          <a:endParaRPr lang="en-US">
            <a:solidFill>
              <a:srgbClr val="20282F"/>
            </a:solidFill>
          </a:endParaRPr>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E88419D-50A2-4259-84CE-4FCFB3950F1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049743E-F6EA-4D65-B6A8-AF2F7B952E53}">
      <dgm:prSet phldrT="[Text]" custT="1"/>
      <dgm:spPr>
        <a:solidFill>
          <a:srgbClr val="007377"/>
        </a:solidFill>
      </dgm:spPr>
      <dgm:t>
        <a:bodyPr/>
        <a:lstStyle/>
        <a:p>
          <a:r>
            <a:rPr lang="en-US" sz="2000"/>
            <a:t>Function</a:t>
          </a:r>
        </a:p>
      </dgm:t>
    </dgm:pt>
    <dgm:pt modelId="{3CC31E09-860B-4357-8D08-B8AEB1FE40F1}" type="parTrans" cxnId="{690AB579-6E67-473A-98FD-45045899BCBF}">
      <dgm:prSet/>
      <dgm:spPr/>
      <dgm:t>
        <a:bodyPr/>
        <a:lstStyle/>
        <a:p>
          <a:endParaRPr lang="en-US" sz="2000"/>
        </a:p>
      </dgm:t>
    </dgm:pt>
    <dgm:pt modelId="{982CED5F-539C-42C8-8DD0-DD5423500744}" type="sibTrans" cxnId="{690AB579-6E67-473A-98FD-45045899BCBF}">
      <dgm:prSet/>
      <dgm:spPr/>
      <dgm:t>
        <a:bodyPr/>
        <a:lstStyle/>
        <a:p>
          <a:endParaRPr lang="en-US" sz="2000"/>
        </a:p>
      </dgm:t>
    </dgm:pt>
    <dgm:pt modelId="{8D7B2342-5907-426B-BB53-BE1F8CEBDF13}">
      <dgm:prSet phldrT="[Text]" custT="1"/>
      <dgm:spPr>
        <a:solidFill>
          <a:schemeClr val="bg1">
            <a:lumMod val="95000"/>
            <a:alpha val="90000"/>
          </a:schemeClr>
        </a:solidFill>
        <a:ln w="9525">
          <a:solidFill>
            <a:schemeClr val="bg1">
              <a:lumMod val="85000"/>
            </a:schemeClr>
          </a:solidFill>
        </a:ln>
      </dgm:spPr>
      <dgm:t>
        <a:bodyPr/>
        <a:lstStyle/>
        <a:p>
          <a:r>
            <a:rPr lang="en-US" sz="1800">
              <a:solidFill>
                <a:srgbClr val="20282F"/>
              </a:solidFill>
            </a:rPr>
            <a:t>Establishes and manages the connections between applications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7A9CB25-818F-4947-9406-07193BB84609}" type="parTrans" cxnId="{B92BEB75-38A5-4CF1-BCCD-FF5C8004CA63}">
      <dgm:prSet/>
      <dgm:spPr/>
      <dgm:t>
        <a:bodyPr/>
        <a:lstStyle/>
        <a:p>
          <a:endParaRPr lang="en-US" sz="2000"/>
        </a:p>
      </dgm:t>
    </dgm:pt>
    <dgm:pt modelId="{D1A99B19-676C-4A0B-A79E-3CEB840F7A43}" type="sibTrans" cxnId="{B92BEB75-38A5-4CF1-BCCD-FF5C8004CA63}">
      <dgm:prSet/>
      <dgm:spPr/>
      <dgm:t>
        <a:bodyPr/>
        <a:lstStyle/>
        <a:p>
          <a:endParaRPr lang="en-US" sz="2000"/>
        </a:p>
      </dgm:t>
    </dgm:pt>
    <dgm:pt modelId="{C94EF57E-2257-4687-8C1F-A1E50205286F}" type="pres">
      <dgm:prSet presAssocID="{3E88419D-50A2-4259-84CE-4FCFB3950F18}" presName="linear" presStyleCnt="0">
        <dgm:presLayoutVars>
          <dgm:dir/>
          <dgm:animLvl val="lvl"/>
          <dgm:resizeHandles val="exact"/>
        </dgm:presLayoutVars>
      </dgm:prSet>
      <dgm:spPr/>
    </dgm:pt>
    <dgm:pt modelId="{1658C504-2C2B-41E0-9169-C1004B16BEE3}" type="pres">
      <dgm:prSet presAssocID="{7049743E-F6EA-4D65-B6A8-AF2F7B952E53}" presName="parentLin" presStyleCnt="0"/>
      <dgm:spPr/>
    </dgm:pt>
    <dgm:pt modelId="{AEEE44A4-31CF-4F93-9817-E28FEBC06FA0}" type="pres">
      <dgm:prSet presAssocID="{7049743E-F6EA-4D65-B6A8-AF2F7B952E53}" presName="parentLeftMargin" presStyleLbl="node1" presStyleIdx="0" presStyleCnt="1"/>
      <dgm:spPr/>
    </dgm:pt>
    <dgm:pt modelId="{22D8E6EA-BFEA-408B-B448-55F6B6249FA5}" type="pres">
      <dgm:prSet presAssocID="{7049743E-F6EA-4D65-B6A8-AF2F7B952E53}" presName="parentText" presStyleLbl="node1" presStyleIdx="0" presStyleCnt="1" custScaleX="84098" custScaleY="67729">
        <dgm:presLayoutVars>
          <dgm:chMax val="0"/>
          <dgm:bulletEnabled val="1"/>
        </dgm:presLayoutVars>
      </dgm:prSet>
      <dgm:spPr/>
    </dgm:pt>
    <dgm:pt modelId="{34B64041-8178-4335-AD98-7385A50667F5}" type="pres">
      <dgm:prSet presAssocID="{7049743E-F6EA-4D65-B6A8-AF2F7B952E53}" presName="negativeSpace" presStyleCnt="0"/>
      <dgm:spPr/>
    </dgm:pt>
    <dgm:pt modelId="{E79FB7C2-2843-4597-8946-55D28BEF2D4A}" type="pres">
      <dgm:prSet presAssocID="{7049743E-F6EA-4D65-B6A8-AF2F7B952E53}" presName="childText" presStyleLbl="conFgAcc1" presStyleIdx="0" presStyleCnt="1">
        <dgm:presLayoutVars>
          <dgm:bulletEnabled val="1"/>
        </dgm:presLayoutVars>
      </dgm:prSet>
      <dgm:spPr/>
    </dgm:pt>
  </dgm:ptLst>
  <dgm:cxnLst>
    <dgm:cxn modelId="{F9ABF503-99D7-46A8-B4B7-B37B0F72589E}" type="presOf" srcId="{7049743E-F6EA-4D65-B6A8-AF2F7B952E53}" destId="{22D8E6EA-BFEA-408B-B448-55F6B6249FA5}" srcOrd="1" destOrd="0" presId="urn:microsoft.com/office/officeart/2005/8/layout/list1"/>
    <dgm:cxn modelId="{2CA0EC0B-053B-4821-A87E-C03FF8D39EC4}" type="presOf" srcId="{8D7B2342-5907-426B-BB53-BE1F8CEBDF13}" destId="{E79FB7C2-2843-4597-8946-55D28BEF2D4A}" srcOrd="0" destOrd="0" presId="urn:microsoft.com/office/officeart/2005/8/layout/list1"/>
    <dgm:cxn modelId="{1126BA43-C060-43DE-B761-653B520DCA04}" type="presOf" srcId="{3E88419D-50A2-4259-84CE-4FCFB3950F18}" destId="{C94EF57E-2257-4687-8C1F-A1E50205286F}" srcOrd="0" destOrd="0" presId="urn:microsoft.com/office/officeart/2005/8/layout/list1"/>
    <dgm:cxn modelId="{B92BEB75-38A5-4CF1-BCCD-FF5C8004CA63}" srcId="{7049743E-F6EA-4D65-B6A8-AF2F7B952E53}" destId="{8D7B2342-5907-426B-BB53-BE1F8CEBDF13}" srcOrd="0" destOrd="0" parTransId="{D7A9CB25-818F-4947-9406-07193BB84609}" sibTransId="{D1A99B19-676C-4A0B-A79E-3CEB840F7A43}"/>
    <dgm:cxn modelId="{690AB579-6E67-473A-98FD-45045899BCBF}" srcId="{3E88419D-50A2-4259-84CE-4FCFB3950F18}" destId="{7049743E-F6EA-4D65-B6A8-AF2F7B952E53}" srcOrd="0" destOrd="0" parTransId="{3CC31E09-860B-4357-8D08-B8AEB1FE40F1}" sibTransId="{982CED5F-539C-42C8-8DD0-DD5423500744}"/>
    <dgm:cxn modelId="{0CB1AFD8-FBD1-4FCB-8DF6-FB6336C01DBC}" type="presOf" srcId="{7049743E-F6EA-4D65-B6A8-AF2F7B952E53}" destId="{AEEE44A4-31CF-4F93-9817-E28FEBC06FA0}" srcOrd="0" destOrd="0" presId="urn:microsoft.com/office/officeart/2005/8/layout/list1"/>
    <dgm:cxn modelId="{62872270-A5BA-4FE4-A9C6-7938F4C02517}" type="presParOf" srcId="{C94EF57E-2257-4687-8C1F-A1E50205286F}" destId="{1658C504-2C2B-41E0-9169-C1004B16BEE3}" srcOrd="0" destOrd="0" presId="urn:microsoft.com/office/officeart/2005/8/layout/list1"/>
    <dgm:cxn modelId="{1C30B60E-EDC6-416A-BEE6-CEBBAB19D154}" type="presParOf" srcId="{1658C504-2C2B-41E0-9169-C1004B16BEE3}" destId="{AEEE44A4-31CF-4F93-9817-E28FEBC06FA0}" srcOrd="0" destOrd="0" presId="urn:microsoft.com/office/officeart/2005/8/layout/list1"/>
    <dgm:cxn modelId="{0738422E-50EE-49B1-B269-A2BF640EDDBB}" type="presParOf" srcId="{1658C504-2C2B-41E0-9169-C1004B16BEE3}" destId="{22D8E6EA-BFEA-408B-B448-55F6B6249FA5}" srcOrd="1" destOrd="0" presId="urn:microsoft.com/office/officeart/2005/8/layout/list1"/>
    <dgm:cxn modelId="{79D1AF19-5AC6-4342-8762-925A78E53064}" type="presParOf" srcId="{C94EF57E-2257-4687-8C1F-A1E50205286F}" destId="{34B64041-8178-4335-AD98-7385A50667F5}" srcOrd="1" destOrd="0" presId="urn:microsoft.com/office/officeart/2005/8/layout/list1"/>
    <dgm:cxn modelId="{7F24FCB0-2F69-4613-B0A7-B8B29D4B2DA0}" type="presParOf" srcId="{C94EF57E-2257-4687-8C1F-A1E50205286F}" destId="{E79FB7C2-2843-4597-8946-55D28BEF2D4A}"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47D3F41-E922-4E10-AAB9-CBC8FA478799}">
      <dgm:prSet phldrT="[Text]"/>
      <dgm:spPr/>
      <dgm:t>
        <a:bodyPr/>
        <a:lstStyle/>
        <a:p>
          <a:r>
            <a:rPr lang="en-US">
              <a:solidFill>
                <a:srgbClr val="20282F"/>
              </a:solidFill>
            </a:rPr>
            <a:t>7 Application</a:t>
          </a:r>
        </a:p>
      </dgm:t>
    </dgm:pt>
    <dgm:pt modelId="{D2221CEC-5D47-4026-922B-96793912D2C0}" type="parTrans" cxnId="{0E55806C-465B-4FF1-A431-C1E540C15CE0}">
      <dgm:prSet/>
      <dgm:spPr/>
      <dgm:t>
        <a:bodyPr/>
        <a:lstStyle/>
        <a:p>
          <a:endParaRPr lang="en-US"/>
        </a:p>
      </dgm:t>
    </dgm:pt>
    <dgm:pt modelId="{D3E5D15C-660E-48A8-B542-0B0D8987A306}" type="sibTrans" cxnId="{0E55806C-465B-4FF1-A431-C1E540C15CE0}">
      <dgm:prSet/>
      <dgm:spPr/>
      <dgm:t>
        <a:bodyPr/>
        <a:lstStyle/>
        <a:p>
          <a:endParaRPr lang="en-US"/>
        </a:p>
      </dgm:t>
    </dgm:pt>
    <dgm:pt modelId="{8A58ED2E-B281-4CF8-B441-5FBCAEF6B0A2}">
      <dgm:prSet phldrT="[Text]"/>
      <dgm:spPr>
        <a:solidFill>
          <a:srgbClr val="004F71"/>
        </a:solidFill>
      </dgm:spPr>
      <dgm:t>
        <a:bodyPr/>
        <a:lstStyle/>
        <a:p>
          <a:r>
            <a:rPr lang="en-US">
              <a:solidFill>
                <a:schemeClr val="bg1"/>
              </a:solidFill>
            </a:rPr>
            <a:t>6 Presentation</a:t>
          </a:r>
        </a:p>
      </dgm:t>
    </dgm:pt>
    <dgm:pt modelId="{480EF468-D9BC-4665-92FF-92A07D21BEA0}" type="parTrans" cxnId="{3C4242C0-2976-4308-9D08-6C96FA482D7B}">
      <dgm:prSet/>
      <dgm:spPr/>
      <dgm:t>
        <a:bodyPr/>
        <a:lstStyle/>
        <a:p>
          <a:endParaRPr lang="en-US"/>
        </a:p>
      </dgm:t>
    </dgm:pt>
    <dgm:pt modelId="{6FBF4B56-CD50-43E7-B37C-16F8BC952C24}" type="sibTrans" cxnId="{3C4242C0-2976-4308-9D08-6C96FA482D7B}">
      <dgm:prSet/>
      <dgm:spPr/>
      <dgm:t>
        <a:bodyPr/>
        <a:lstStyle/>
        <a:p>
          <a:endParaRPr lang="en-US"/>
        </a:p>
      </dgm:t>
    </dgm:pt>
    <dgm:pt modelId="{8FEDAA25-109E-4EF7-9AC0-D51B4CEBD0EE}">
      <dgm:prSet phldrT="[Text]"/>
      <dgm:spPr/>
      <dgm:t>
        <a:bodyPr/>
        <a:lstStyle/>
        <a:p>
          <a:r>
            <a:rPr lang="en-US">
              <a:solidFill>
                <a:srgbClr val="20282F"/>
              </a:solidFill>
            </a:rPr>
            <a:t>5 Session </a:t>
          </a:r>
        </a:p>
      </dgm:t>
    </dgm:pt>
    <dgm:pt modelId="{988DE3FA-C288-4634-BA7C-C7DCF37411E6}" type="parTrans" cxnId="{53F35D75-CA21-41FF-826B-8C4F5D73166C}">
      <dgm:prSet/>
      <dgm:spPr/>
      <dgm:t>
        <a:bodyPr/>
        <a:lstStyle/>
        <a:p>
          <a:endParaRPr lang="en-US"/>
        </a:p>
      </dgm:t>
    </dgm:pt>
    <dgm:pt modelId="{3A278E17-E8DF-4B7B-9542-DC912DFE1FC2}" type="sibTrans" cxnId="{53F35D75-CA21-41FF-826B-8C4F5D73166C}">
      <dgm:prSet/>
      <dgm:spPr/>
      <dgm:t>
        <a:bodyPr/>
        <a:lstStyle/>
        <a:p>
          <a:endParaRPr lang="en-US"/>
        </a:p>
      </dgm:t>
    </dgm:pt>
    <dgm:pt modelId="{46FAEB38-ED81-41F2-9C9E-C49F85265594}">
      <dgm:prSet phldrT="[Text]"/>
      <dgm:spPr/>
      <dgm:t>
        <a:bodyPr/>
        <a:lstStyle/>
        <a:p>
          <a:r>
            <a:rPr lang="en-US">
              <a:solidFill>
                <a:srgbClr val="20282F"/>
              </a:solidFill>
            </a:rPr>
            <a:t>4 Transport</a:t>
          </a:r>
        </a:p>
      </dgm:t>
    </dgm:pt>
    <dgm:pt modelId="{5CE4B40B-490B-4E80-852F-F645A4C0830C}" type="parTrans" cxnId="{65AF0C83-348B-43B1-A332-8CAFC5B6C7A0}">
      <dgm:prSet/>
      <dgm:spPr/>
      <dgm:t>
        <a:bodyPr/>
        <a:lstStyle/>
        <a:p>
          <a:endParaRPr lang="en-US"/>
        </a:p>
      </dgm:t>
    </dgm:pt>
    <dgm:pt modelId="{4C3A7703-1CCA-4721-A827-D845208813B0}" type="sibTrans" cxnId="{65AF0C83-348B-43B1-A332-8CAFC5B6C7A0}">
      <dgm:prSet/>
      <dgm:spPr/>
      <dgm:t>
        <a:bodyPr/>
        <a:lstStyle/>
        <a:p>
          <a:endParaRPr lang="en-US"/>
        </a:p>
      </dgm:t>
    </dgm:pt>
    <dgm:pt modelId="{A0E81B44-9DFE-4EA3-9B40-455E348D02DA}">
      <dgm:prSet phldrT="[Text]"/>
      <dgm:spPr/>
      <dgm:t>
        <a:bodyPr/>
        <a:lstStyle/>
        <a:p>
          <a:r>
            <a:rPr lang="en-US">
              <a:solidFill>
                <a:srgbClr val="20282F"/>
              </a:solidFill>
            </a:rPr>
            <a:t>3 Network</a:t>
          </a:r>
        </a:p>
      </dgm:t>
    </dgm:pt>
    <dgm:pt modelId="{8EF42476-9D7F-4E0F-B46B-97455E151D7E}" type="parTrans" cxnId="{A3161F93-0BAA-4FFF-97A3-698212D3B0AB}">
      <dgm:prSet/>
      <dgm:spPr/>
      <dgm:t>
        <a:bodyPr/>
        <a:lstStyle/>
        <a:p>
          <a:endParaRPr lang="en-US"/>
        </a:p>
      </dgm:t>
    </dgm:pt>
    <dgm:pt modelId="{D011E329-AE68-4FA5-8735-321D9CA06112}" type="sibTrans" cxnId="{A3161F93-0BAA-4FFF-97A3-698212D3B0AB}">
      <dgm:prSet/>
      <dgm:spPr/>
      <dgm:t>
        <a:bodyPr/>
        <a:lstStyle/>
        <a:p>
          <a:endParaRPr lang="en-US"/>
        </a:p>
      </dgm:t>
    </dgm:pt>
    <dgm:pt modelId="{5BB4125C-0A00-481A-BCF1-6CA3EA593773}">
      <dgm:prSet phldrT="[Text]"/>
      <dgm:spPr/>
      <dgm:t>
        <a:bodyPr/>
        <a:lstStyle/>
        <a:p>
          <a:r>
            <a:rPr lang="en-US">
              <a:solidFill>
                <a:srgbClr val="20282F"/>
              </a:solidFill>
            </a:rPr>
            <a:t>2 Data Link</a:t>
          </a:r>
        </a:p>
      </dgm:t>
    </dgm:pt>
    <dgm:pt modelId="{40F8AED1-50FD-4781-B1CC-4DD44BA0FF6D}" type="parTrans" cxnId="{7CA49FB7-F7A4-4F53-97B3-123E608EA48A}">
      <dgm:prSet/>
      <dgm:spPr/>
      <dgm:t>
        <a:bodyPr/>
        <a:lstStyle/>
        <a:p>
          <a:endParaRPr lang="en-US"/>
        </a:p>
      </dgm:t>
    </dgm:pt>
    <dgm:pt modelId="{5A09E58B-D690-42C9-949B-0C2062736E3A}" type="sibTrans" cxnId="{7CA49FB7-F7A4-4F53-97B3-123E608EA48A}">
      <dgm:prSet/>
      <dgm:spPr/>
      <dgm:t>
        <a:bodyPr/>
        <a:lstStyle/>
        <a:p>
          <a:endParaRPr lang="en-US"/>
        </a:p>
      </dgm:t>
    </dgm:pt>
    <dgm:pt modelId="{34447BCB-71C1-4B68-8C70-5A399F98C548}">
      <dgm:prSet phldrT="[Text]"/>
      <dgm:spPr>
        <a:noFill/>
      </dgm:spPr>
      <dgm:t>
        <a:bodyPr/>
        <a:lstStyle/>
        <a:p>
          <a:r>
            <a:rPr lang="en-US">
              <a:solidFill>
                <a:srgbClr val="20282F"/>
              </a:solidFill>
            </a:rPr>
            <a:t>1 Physical </a:t>
          </a:r>
        </a:p>
      </dgm:t>
    </dgm:pt>
    <dgm:pt modelId="{B428A84D-9C18-46B8-8095-C18C1DEEB5AC}" type="parTrans" cxnId="{23C5CB5F-6991-466D-9252-7CA42E01A709}">
      <dgm:prSet/>
      <dgm:spPr/>
      <dgm:t>
        <a:bodyPr/>
        <a:lstStyle/>
        <a:p>
          <a:endParaRPr lang="en-US"/>
        </a:p>
      </dgm:t>
    </dgm:pt>
    <dgm:pt modelId="{D38FE192-D658-4A57-A5D0-8519151246DE}" type="sibTrans" cxnId="{23C5CB5F-6991-466D-9252-7CA42E01A709}">
      <dgm:prSet/>
      <dgm:spPr/>
      <dgm:t>
        <a:bodyPr/>
        <a:lstStyle/>
        <a:p>
          <a:endParaRPr lang="en-US"/>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E88419D-50A2-4259-84CE-4FCFB3950F1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049743E-F6EA-4D65-B6A8-AF2F7B952E53}">
      <dgm:prSet phldrT="[Text]"/>
      <dgm:spPr>
        <a:solidFill>
          <a:srgbClr val="007377"/>
        </a:solidFill>
      </dgm:spPr>
      <dgm:t>
        <a:bodyPr/>
        <a:lstStyle/>
        <a:p>
          <a:r>
            <a:rPr lang="en-US"/>
            <a:t>Functions and Examples</a:t>
          </a:r>
        </a:p>
      </dgm:t>
    </dgm:pt>
    <dgm:pt modelId="{3CC31E09-860B-4357-8D08-B8AEB1FE40F1}" type="parTrans" cxnId="{690AB579-6E67-473A-98FD-45045899BCBF}">
      <dgm:prSet/>
      <dgm:spPr/>
      <dgm:t>
        <a:bodyPr/>
        <a:lstStyle/>
        <a:p>
          <a:endParaRPr lang="en-US"/>
        </a:p>
      </dgm:t>
    </dgm:pt>
    <dgm:pt modelId="{982CED5F-539C-42C8-8DD0-DD5423500744}" type="sibTrans" cxnId="{690AB579-6E67-473A-98FD-45045899BCBF}">
      <dgm:prSet/>
      <dgm:spPr/>
      <dgm:t>
        <a:bodyPr/>
        <a:lstStyle/>
        <a:p>
          <a:endParaRPr lang="en-US"/>
        </a:p>
      </dgm:t>
    </dgm:pt>
    <dgm:pt modelId="{B6486080-5A9E-4840-88C0-29647DA45B41}">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Examples: Encryption/Decryption Services</a:t>
          </a:r>
        </a:p>
      </dgm:t>
    </dgm:pt>
    <dgm:pt modelId="{4B8A4543-D9EC-4325-A9F4-54243BA65DC9}" type="parTrans" cxnId="{99131383-43EE-4E28-A197-D0C041472AE5}">
      <dgm:prSet/>
      <dgm:spPr/>
      <dgm:t>
        <a:bodyPr/>
        <a:lstStyle/>
        <a:p>
          <a:endParaRPr lang="en-US"/>
        </a:p>
      </dgm:t>
    </dgm:pt>
    <dgm:pt modelId="{84E4E38A-B282-44A0-B856-E2BB73BAAD0F}" type="sibTrans" cxnId="{99131383-43EE-4E28-A197-D0C041472AE5}">
      <dgm:prSet/>
      <dgm:spPr/>
      <dgm:t>
        <a:bodyPr/>
        <a:lstStyle/>
        <a:p>
          <a:endParaRPr lang="en-US"/>
        </a:p>
      </dgm:t>
    </dgm:pt>
    <dgm:pt modelId="{69FF9BEE-F5C4-41D3-BAE6-D344B345D175}">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Delivers data across network connections</a:t>
          </a:r>
        </a:p>
      </dgm:t>
    </dgm:pt>
    <dgm:pt modelId="{83CDC713-62BC-43AF-9AD8-487E9A90E9EB}" type="parTrans" cxnId="{17B0E886-7AE5-406D-B358-DF4B05C3518A}">
      <dgm:prSet/>
      <dgm:spPr/>
      <dgm:t>
        <a:bodyPr/>
        <a:lstStyle/>
        <a:p>
          <a:endParaRPr lang="en-US"/>
        </a:p>
      </dgm:t>
    </dgm:pt>
    <dgm:pt modelId="{B147C528-299A-421F-8F64-B430840B3BA9}" type="sibTrans" cxnId="{17B0E886-7AE5-406D-B358-DF4B05C3518A}">
      <dgm:prSet/>
      <dgm:spPr/>
      <dgm:t>
        <a:bodyPr/>
        <a:lstStyle/>
        <a:p>
          <a:endParaRPr lang="en-US"/>
        </a:p>
      </dgm:t>
    </dgm:pt>
    <dgm:pt modelId="{C94EF57E-2257-4687-8C1F-A1E50205286F}" type="pres">
      <dgm:prSet presAssocID="{3E88419D-50A2-4259-84CE-4FCFB3950F18}" presName="linear" presStyleCnt="0">
        <dgm:presLayoutVars>
          <dgm:dir/>
          <dgm:animLvl val="lvl"/>
          <dgm:resizeHandles val="exact"/>
        </dgm:presLayoutVars>
      </dgm:prSet>
      <dgm:spPr/>
    </dgm:pt>
    <dgm:pt modelId="{1658C504-2C2B-41E0-9169-C1004B16BEE3}" type="pres">
      <dgm:prSet presAssocID="{7049743E-F6EA-4D65-B6A8-AF2F7B952E53}" presName="parentLin" presStyleCnt="0"/>
      <dgm:spPr/>
    </dgm:pt>
    <dgm:pt modelId="{AEEE44A4-31CF-4F93-9817-E28FEBC06FA0}" type="pres">
      <dgm:prSet presAssocID="{7049743E-F6EA-4D65-B6A8-AF2F7B952E53}" presName="parentLeftMargin" presStyleLbl="node1" presStyleIdx="0" presStyleCnt="1"/>
      <dgm:spPr/>
    </dgm:pt>
    <dgm:pt modelId="{22D8E6EA-BFEA-408B-B448-55F6B6249FA5}" type="pres">
      <dgm:prSet presAssocID="{7049743E-F6EA-4D65-B6A8-AF2F7B952E53}" presName="parentText" presStyleLbl="node1" presStyleIdx="0" presStyleCnt="1">
        <dgm:presLayoutVars>
          <dgm:chMax val="0"/>
          <dgm:bulletEnabled val="1"/>
        </dgm:presLayoutVars>
      </dgm:prSet>
      <dgm:spPr/>
    </dgm:pt>
    <dgm:pt modelId="{34B64041-8178-4335-AD98-7385A50667F5}" type="pres">
      <dgm:prSet presAssocID="{7049743E-F6EA-4D65-B6A8-AF2F7B952E53}" presName="negativeSpace" presStyleCnt="0"/>
      <dgm:spPr/>
    </dgm:pt>
    <dgm:pt modelId="{E79FB7C2-2843-4597-8946-55D28BEF2D4A}" type="pres">
      <dgm:prSet presAssocID="{7049743E-F6EA-4D65-B6A8-AF2F7B952E53}" presName="childText" presStyleLbl="conFgAcc1" presStyleIdx="0" presStyleCnt="1">
        <dgm:presLayoutVars>
          <dgm:bulletEnabled val="1"/>
        </dgm:presLayoutVars>
      </dgm:prSet>
      <dgm:spPr/>
    </dgm:pt>
  </dgm:ptLst>
  <dgm:cxnLst>
    <dgm:cxn modelId="{F9ABF503-99D7-46A8-B4B7-B37B0F72589E}" type="presOf" srcId="{7049743E-F6EA-4D65-B6A8-AF2F7B952E53}" destId="{22D8E6EA-BFEA-408B-B448-55F6B6249FA5}" srcOrd="1" destOrd="0" presId="urn:microsoft.com/office/officeart/2005/8/layout/list1"/>
    <dgm:cxn modelId="{0581E760-5A04-43EE-960C-E4FAE1F007F5}" type="presOf" srcId="{69FF9BEE-F5C4-41D3-BAE6-D344B345D175}" destId="{E79FB7C2-2843-4597-8946-55D28BEF2D4A}" srcOrd="0" destOrd="0" presId="urn:microsoft.com/office/officeart/2005/8/layout/list1"/>
    <dgm:cxn modelId="{1126BA43-C060-43DE-B761-653B520DCA04}" type="presOf" srcId="{3E88419D-50A2-4259-84CE-4FCFB3950F18}" destId="{C94EF57E-2257-4687-8C1F-A1E50205286F}" srcOrd="0" destOrd="0" presId="urn:microsoft.com/office/officeart/2005/8/layout/list1"/>
    <dgm:cxn modelId="{690AB579-6E67-473A-98FD-45045899BCBF}" srcId="{3E88419D-50A2-4259-84CE-4FCFB3950F18}" destId="{7049743E-F6EA-4D65-B6A8-AF2F7B952E53}" srcOrd="0" destOrd="0" parTransId="{3CC31E09-860B-4357-8D08-B8AEB1FE40F1}" sibTransId="{982CED5F-539C-42C8-8DD0-DD5423500744}"/>
    <dgm:cxn modelId="{99131383-43EE-4E28-A197-D0C041472AE5}" srcId="{7049743E-F6EA-4D65-B6A8-AF2F7B952E53}" destId="{B6486080-5A9E-4840-88C0-29647DA45B41}" srcOrd="1" destOrd="0" parTransId="{4B8A4543-D9EC-4325-A9F4-54243BA65DC9}" sibTransId="{84E4E38A-B282-44A0-B856-E2BB73BAAD0F}"/>
    <dgm:cxn modelId="{17B0E886-7AE5-406D-B358-DF4B05C3518A}" srcId="{7049743E-F6EA-4D65-B6A8-AF2F7B952E53}" destId="{69FF9BEE-F5C4-41D3-BAE6-D344B345D175}" srcOrd="0" destOrd="0" parTransId="{83CDC713-62BC-43AF-9AD8-487E9A90E9EB}" sibTransId="{B147C528-299A-421F-8F64-B430840B3BA9}"/>
    <dgm:cxn modelId="{0CB1AFD8-FBD1-4FCB-8DF6-FB6336C01DBC}" type="presOf" srcId="{7049743E-F6EA-4D65-B6A8-AF2F7B952E53}" destId="{AEEE44A4-31CF-4F93-9817-E28FEBC06FA0}" srcOrd="0" destOrd="0" presId="urn:microsoft.com/office/officeart/2005/8/layout/list1"/>
    <dgm:cxn modelId="{2AD84FDE-42B9-468B-ABDF-4956145F93F7}" type="presOf" srcId="{B6486080-5A9E-4840-88C0-29647DA45B41}" destId="{E79FB7C2-2843-4597-8946-55D28BEF2D4A}" srcOrd="0" destOrd="1" presId="urn:microsoft.com/office/officeart/2005/8/layout/list1"/>
    <dgm:cxn modelId="{62872270-A5BA-4FE4-A9C6-7938F4C02517}" type="presParOf" srcId="{C94EF57E-2257-4687-8C1F-A1E50205286F}" destId="{1658C504-2C2B-41E0-9169-C1004B16BEE3}" srcOrd="0" destOrd="0" presId="urn:microsoft.com/office/officeart/2005/8/layout/list1"/>
    <dgm:cxn modelId="{1C30B60E-EDC6-416A-BEE6-CEBBAB19D154}" type="presParOf" srcId="{1658C504-2C2B-41E0-9169-C1004B16BEE3}" destId="{AEEE44A4-31CF-4F93-9817-E28FEBC06FA0}" srcOrd="0" destOrd="0" presId="urn:microsoft.com/office/officeart/2005/8/layout/list1"/>
    <dgm:cxn modelId="{0738422E-50EE-49B1-B269-A2BF640EDDBB}" type="presParOf" srcId="{1658C504-2C2B-41E0-9169-C1004B16BEE3}" destId="{22D8E6EA-BFEA-408B-B448-55F6B6249FA5}" srcOrd="1" destOrd="0" presId="urn:microsoft.com/office/officeart/2005/8/layout/list1"/>
    <dgm:cxn modelId="{79D1AF19-5AC6-4342-8762-925A78E53064}" type="presParOf" srcId="{C94EF57E-2257-4687-8C1F-A1E50205286F}" destId="{34B64041-8178-4335-AD98-7385A50667F5}" srcOrd="1" destOrd="0" presId="urn:microsoft.com/office/officeart/2005/8/layout/list1"/>
    <dgm:cxn modelId="{7F24FCB0-2F69-4613-B0A7-B8B29D4B2DA0}" type="presParOf" srcId="{C94EF57E-2257-4687-8C1F-A1E50205286F}" destId="{E79FB7C2-2843-4597-8946-55D28BEF2D4A}"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947D3F41-E922-4E10-AAB9-CBC8FA478799}">
      <dgm:prSet phldrT="[Text]"/>
      <dgm:spPr>
        <a:solidFill>
          <a:srgbClr val="004F71"/>
        </a:solidFill>
      </dgm:spPr>
      <dgm:t>
        <a:bodyPr/>
        <a:lstStyle/>
        <a:p>
          <a:r>
            <a:rPr lang="en-US">
              <a:solidFill>
                <a:schemeClr val="bg1"/>
              </a:solidFill>
            </a:rPr>
            <a:t>7 Application</a:t>
          </a:r>
        </a:p>
      </dgm:t>
    </dgm:pt>
    <dgm:pt modelId="{D2221CEC-5D47-4026-922B-96793912D2C0}" type="parTrans" cxnId="{0E55806C-465B-4FF1-A431-C1E540C15CE0}">
      <dgm:prSet/>
      <dgm:spPr/>
      <dgm:t>
        <a:bodyPr/>
        <a:lstStyle/>
        <a:p>
          <a:endParaRPr lang="en-US"/>
        </a:p>
      </dgm:t>
    </dgm:pt>
    <dgm:pt modelId="{D3E5D15C-660E-48A8-B542-0B0D8987A306}" type="sibTrans" cxnId="{0E55806C-465B-4FF1-A431-C1E540C15CE0}">
      <dgm:prSet/>
      <dgm:spPr/>
      <dgm:t>
        <a:bodyPr/>
        <a:lstStyle/>
        <a:p>
          <a:endParaRPr lang="en-US"/>
        </a:p>
      </dgm:t>
    </dgm:pt>
    <dgm:pt modelId="{8A58ED2E-B281-4CF8-B441-5FBCAEF6B0A2}">
      <dgm:prSet phldrT="[Text]"/>
      <dgm:spPr/>
      <dgm:t>
        <a:bodyPr/>
        <a:lstStyle/>
        <a:p>
          <a:r>
            <a:rPr lang="en-US">
              <a:solidFill>
                <a:srgbClr val="20282F"/>
              </a:solidFill>
            </a:rPr>
            <a:t>6 Presentation</a:t>
          </a:r>
        </a:p>
      </dgm:t>
    </dgm:pt>
    <dgm:pt modelId="{480EF468-D9BC-4665-92FF-92A07D21BEA0}" type="parTrans" cxnId="{3C4242C0-2976-4308-9D08-6C96FA482D7B}">
      <dgm:prSet/>
      <dgm:spPr/>
      <dgm:t>
        <a:bodyPr/>
        <a:lstStyle/>
        <a:p>
          <a:endParaRPr lang="en-US"/>
        </a:p>
      </dgm:t>
    </dgm:pt>
    <dgm:pt modelId="{6FBF4B56-CD50-43E7-B37C-16F8BC952C24}" type="sibTrans" cxnId="{3C4242C0-2976-4308-9D08-6C96FA482D7B}">
      <dgm:prSet/>
      <dgm:spPr/>
      <dgm:t>
        <a:bodyPr/>
        <a:lstStyle/>
        <a:p>
          <a:endParaRPr lang="en-US"/>
        </a:p>
      </dgm:t>
    </dgm:pt>
    <dgm:pt modelId="{8FEDAA25-109E-4EF7-9AC0-D51B4CEBD0EE}">
      <dgm:prSet phldrT="[Text]"/>
      <dgm:spPr/>
      <dgm:t>
        <a:bodyPr/>
        <a:lstStyle/>
        <a:p>
          <a:r>
            <a:rPr lang="en-US">
              <a:solidFill>
                <a:srgbClr val="20282F"/>
              </a:solidFill>
            </a:rPr>
            <a:t>5 Session </a:t>
          </a:r>
        </a:p>
      </dgm:t>
    </dgm:pt>
    <dgm:pt modelId="{988DE3FA-C288-4634-BA7C-C7DCF37411E6}" type="parTrans" cxnId="{53F35D75-CA21-41FF-826B-8C4F5D73166C}">
      <dgm:prSet/>
      <dgm:spPr/>
      <dgm:t>
        <a:bodyPr/>
        <a:lstStyle/>
        <a:p>
          <a:endParaRPr lang="en-US"/>
        </a:p>
      </dgm:t>
    </dgm:pt>
    <dgm:pt modelId="{3A278E17-E8DF-4B7B-9542-DC912DFE1FC2}" type="sibTrans" cxnId="{53F35D75-CA21-41FF-826B-8C4F5D73166C}">
      <dgm:prSet/>
      <dgm:spPr/>
      <dgm:t>
        <a:bodyPr/>
        <a:lstStyle/>
        <a:p>
          <a:endParaRPr lang="en-US"/>
        </a:p>
      </dgm:t>
    </dgm:pt>
    <dgm:pt modelId="{46FAEB38-ED81-41F2-9C9E-C49F85265594}">
      <dgm:prSet phldrT="[Text]"/>
      <dgm:spPr/>
      <dgm:t>
        <a:bodyPr/>
        <a:lstStyle/>
        <a:p>
          <a:r>
            <a:rPr lang="en-US">
              <a:solidFill>
                <a:srgbClr val="20282F"/>
              </a:solidFill>
            </a:rPr>
            <a:t>4 Transport</a:t>
          </a:r>
        </a:p>
      </dgm:t>
    </dgm:pt>
    <dgm:pt modelId="{5CE4B40B-490B-4E80-852F-F645A4C0830C}" type="parTrans" cxnId="{65AF0C83-348B-43B1-A332-8CAFC5B6C7A0}">
      <dgm:prSet/>
      <dgm:spPr/>
      <dgm:t>
        <a:bodyPr/>
        <a:lstStyle/>
        <a:p>
          <a:endParaRPr lang="en-US"/>
        </a:p>
      </dgm:t>
    </dgm:pt>
    <dgm:pt modelId="{4C3A7703-1CCA-4721-A827-D845208813B0}" type="sibTrans" cxnId="{65AF0C83-348B-43B1-A332-8CAFC5B6C7A0}">
      <dgm:prSet/>
      <dgm:spPr/>
      <dgm:t>
        <a:bodyPr/>
        <a:lstStyle/>
        <a:p>
          <a:endParaRPr lang="en-US"/>
        </a:p>
      </dgm:t>
    </dgm:pt>
    <dgm:pt modelId="{A0E81B44-9DFE-4EA3-9B40-455E348D02DA}">
      <dgm:prSet phldrT="[Text]"/>
      <dgm:spPr/>
      <dgm:t>
        <a:bodyPr/>
        <a:lstStyle/>
        <a:p>
          <a:r>
            <a:rPr lang="en-US">
              <a:solidFill>
                <a:srgbClr val="20282F"/>
              </a:solidFill>
            </a:rPr>
            <a:t>3 Network</a:t>
          </a:r>
        </a:p>
      </dgm:t>
    </dgm:pt>
    <dgm:pt modelId="{8EF42476-9D7F-4E0F-B46B-97455E151D7E}" type="parTrans" cxnId="{A3161F93-0BAA-4FFF-97A3-698212D3B0AB}">
      <dgm:prSet/>
      <dgm:spPr/>
      <dgm:t>
        <a:bodyPr/>
        <a:lstStyle/>
        <a:p>
          <a:endParaRPr lang="en-US"/>
        </a:p>
      </dgm:t>
    </dgm:pt>
    <dgm:pt modelId="{D011E329-AE68-4FA5-8735-321D9CA06112}" type="sibTrans" cxnId="{A3161F93-0BAA-4FFF-97A3-698212D3B0AB}">
      <dgm:prSet/>
      <dgm:spPr/>
      <dgm:t>
        <a:bodyPr/>
        <a:lstStyle/>
        <a:p>
          <a:endParaRPr lang="en-US"/>
        </a:p>
      </dgm:t>
    </dgm:pt>
    <dgm:pt modelId="{5BB4125C-0A00-481A-BCF1-6CA3EA593773}">
      <dgm:prSet phldrT="[Text]"/>
      <dgm:spPr/>
      <dgm:t>
        <a:bodyPr/>
        <a:lstStyle/>
        <a:p>
          <a:r>
            <a:rPr lang="en-US">
              <a:solidFill>
                <a:srgbClr val="20282F"/>
              </a:solidFill>
            </a:rPr>
            <a:t>2 Data Link</a:t>
          </a:r>
        </a:p>
      </dgm:t>
    </dgm:pt>
    <dgm:pt modelId="{40F8AED1-50FD-4781-B1CC-4DD44BA0FF6D}" type="parTrans" cxnId="{7CA49FB7-F7A4-4F53-97B3-123E608EA48A}">
      <dgm:prSet/>
      <dgm:spPr/>
      <dgm:t>
        <a:bodyPr/>
        <a:lstStyle/>
        <a:p>
          <a:endParaRPr lang="en-US"/>
        </a:p>
      </dgm:t>
    </dgm:pt>
    <dgm:pt modelId="{5A09E58B-D690-42C9-949B-0C2062736E3A}" type="sibTrans" cxnId="{7CA49FB7-F7A4-4F53-97B3-123E608EA48A}">
      <dgm:prSet/>
      <dgm:spPr/>
      <dgm:t>
        <a:bodyPr/>
        <a:lstStyle/>
        <a:p>
          <a:endParaRPr lang="en-US"/>
        </a:p>
      </dgm:t>
    </dgm:pt>
    <dgm:pt modelId="{34447BCB-71C1-4B68-8C70-5A399F98C548}">
      <dgm:prSet phldrT="[Text]"/>
      <dgm:spPr>
        <a:noFill/>
      </dgm:spPr>
      <dgm:t>
        <a:bodyPr/>
        <a:lstStyle/>
        <a:p>
          <a:r>
            <a:rPr lang="en-US">
              <a:solidFill>
                <a:srgbClr val="20282F"/>
              </a:solidFill>
            </a:rPr>
            <a:t>1 Physical </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B428A84D-9C18-46B8-8095-C18C1DEEB5AC}" type="parTrans" cxnId="{23C5CB5F-6991-466D-9252-7CA42E01A709}">
      <dgm:prSet/>
      <dgm:spPr/>
      <dgm:t>
        <a:bodyPr/>
        <a:lstStyle/>
        <a:p>
          <a:endParaRPr lang="en-US"/>
        </a:p>
      </dgm:t>
    </dgm:pt>
    <dgm:pt modelId="{D38FE192-D658-4A57-A5D0-8519151246DE}" type="sibTrans" cxnId="{23C5CB5F-6991-466D-9252-7CA42E01A709}">
      <dgm:prSet/>
      <dgm:spPr/>
      <dgm:t>
        <a:bodyPr/>
        <a:lstStyle/>
        <a:p>
          <a:endParaRPr lang="en-US"/>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E88419D-50A2-4259-84CE-4FCFB3950F1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43C639F-96ED-4A69-A500-9A787FF78F4C}">
      <dgm:prSet phldrT="[Text]"/>
      <dgm:spPr>
        <a:solidFill>
          <a:srgbClr val="007377"/>
        </a:solidFill>
      </dgm:spPr>
      <dgm:t>
        <a:bodyPr/>
        <a:lstStyle/>
        <a:p>
          <a:r>
            <a:rPr lang="en-US"/>
            <a:t>Functions and Examples</a:t>
          </a:r>
        </a:p>
      </dgm:t>
    </dgm:pt>
    <dgm:pt modelId="{012E92C0-3D91-45AE-8073-4907A21E8D9F}" type="parTrans" cxnId="{45C2158C-3D05-4AFC-A02F-D877FF90CC64}">
      <dgm:prSet/>
      <dgm:spPr/>
      <dgm:t>
        <a:bodyPr/>
        <a:lstStyle/>
        <a:p>
          <a:endParaRPr lang="en-US"/>
        </a:p>
      </dgm:t>
    </dgm:pt>
    <dgm:pt modelId="{3015E2D2-8C8D-4DFA-8DC0-1C21B5BE4596}" type="sibTrans" cxnId="{45C2158C-3D05-4AFC-A02F-D877FF90CC64}">
      <dgm:prSet/>
      <dgm:spPr/>
      <dgm:t>
        <a:bodyPr/>
        <a:lstStyle/>
        <a:p>
          <a:endParaRPr lang="en-US"/>
        </a:p>
      </dgm:t>
    </dgm:pt>
    <dgm:pt modelId="{93B06203-007C-4CB1-80BB-BD7F335D2A65}">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Interacts directly with end-user’s software applications for network service</a:t>
          </a:r>
        </a:p>
      </dgm:t>
    </dgm:pt>
    <dgm:pt modelId="{CA28D44F-E909-463C-8337-6967497CA901}" type="parTrans" cxnId="{BAEE7EE8-127C-48D2-B988-7182F9EF45EE}">
      <dgm:prSet/>
      <dgm:spPr/>
      <dgm:t>
        <a:bodyPr/>
        <a:lstStyle/>
        <a:p>
          <a:endParaRPr lang="en-US"/>
        </a:p>
      </dgm:t>
    </dgm:pt>
    <dgm:pt modelId="{4A0DFA88-DE43-4B28-A30D-F6315CC6D393}" type="sibTrans" cxnId="{BAEE7EE8-127C-48D2-B988-7182F9EF45EE}">
      <dgm:prSet/>
      <dgm:spPr/>
      <dgm:t>
        <a:bodyPr/>
        <a:lstStyle/>
        <a:p>
          <a:endParaRPr lang="en-US"/>
        </a:p>
      </dgm:t>
    </dgm:pt>
    <dgm:pt modelId="{FDD383A0-5B8B-41DB-8C29-33CF01EEC08D}">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Examples: SMTP, DNS, FTP</a:t>
          </a:r>
        </a:p>
      </dgm:t>
    </dgm:pt>
    <dgm:pt modelId="{A80E7C4B-D5F7-46E6-ABBC-63B1FA0DF243}" type="parTrans" cxnId="{1D48305F-5961-427C-AB19-AD102DC1BB2A}">
      <dgm:prSet/>
      <dgm:spPr/>
      <dgm:t>
        <a:bodyPr/>
        <a:lstStyle/>
        <a:p>
          <a:endParaRPr lang="en-US"/>
        </a:p>
      </dgm:t>
    </dgm:pt>
    <dgm:pt modelId="{01E82D9E-FB24-4C0F-B2BA-60AC82FBB6D8}" type="sibTrans" cxnId="{1D48305F-5961-427C-AB19-AD102DC1BB2A}">
      <dgm:prSet/>
      <dgm:spPr/>
      <dgm:t>
        <a:bodyPr/>
        <a:lstStyle/>
        <a:p>
          <a:endParaRPr lang="en-US"/>
        </a:p>
      </dgm:t>
    </dgm:pt>
    <dgm:pt modelId="{C94EF57E-2257-4687-8C1F-A1E50205286F}" type="pres">
      <dgm:prSet presAssocID="{3E88419D-50A2-4259-84CE-4FCFB3950F18}" presName="linear" presStyleCnt="0">
        <dgm:presLayoutVars>
          <dgm:dir/>
          <dgm:animLvl val="lvl"/>
          <dgm:resizeHandles val="exact"/>
        </dgm:presLayoutVars>
      </dgm:prSet>
      <dgm:spPr/>
    </dgm:pt>
    <dgm:pt modelId="{D4C88345-B93B-4963-A67C-F3FC93B20DD5}" type="pres">
      <dgm:prSet presAssocID="{543C639F-96ED-4A69-A500-9A787FF78F4C}" presName="parentLin" presStyleCnt="0"/>
      <dgm:spPr/>
    </dgm:pt>
    <dgm:pt modelId="{0FE9D305-950B-422D-9979-43B4E3BBDA67}" type="pres">
      <dgm:prSet presAssocID="{543C639F-96ED-4A69-A500-9A787FF78F4C}" presName="parentLeftMargin" presStyleLbl="node1" presStyleIdx="0" presStyleCnt="1"/>
      <dgm:spPr/>
    </dgm:pt>
    <dgm:pt modelId="{D90118E1-37D1-4932-9856-5F7B335EDA4E}" type="pres">
      <dgm:prSet presAssocID="{543C639F-96ED-4A69-A500-9A787FF78F4C}" presName="parentText" presStyleLbl="node1" presStyleIdx="0" presStyleCnt="1" custLinFactNeighborY="-3382">
        <dgm:presLayoutVars>
          <dgm:chMax val="0"/>
          <dgm:bulletEnabled val="1"/>
        </dgm:presLayoutVars>
      </dgm:prSet>
      <dgm:spPr/>
    </dgm:pt>
    <dgm:pt modelId="{954747E0-2263-4BBB-ABD3-17420BEA8BA3}" type="pres">
      <dgm:prSet presAssocID="{543C639F-96ED-4A69-A500-9A787FF78F4C}" presName="negativeSpace" presStyleCnt="0"/>
      <dgm:spPr/>
    </dgm:pt>
    <dgm:pt modelId="{9AFFA4DC-4950-43B5-A368-4C881403703D}" type="pres">
      <dgm:prSet presAssocID="{543C639F-96ED-4A69-A500-9A787FF78F4C}" presName="childText" presStyleLbl="conFgAcc1" presStyleIdx="0" presStyleCnt="1">
        <dgm:presLayoutVars>
          <dgm:bulletEnabled val="1"/>
        </dgm:presLayoutVars>
      </dgm:prSet>
      <dgm:spPr/>
    </dgm:pt>
  </dgm:ptLst>
  <dgm:cxnLst>
    <dgm:cxn modelId="{1D48305F-5961-427C-AB19-AD102DC1BB2A}" srcId="{543C639F-96ED-4A69-A500-9A787FF78F4C}" destId="{FDD383A0-5B8B-41DB-8C29-33CF01EEC08D}" srcOrd="1" destOrd="0" parTransId="{A80E7C4B-D5F7-46E6-ABBC-63B1FA0DF243}" sibTransId="{01E82D9E-FB24-4C0F-B2BA-60AC82FBB6D8}"/>
    <dgm:cxn modelId="{1126BA43-C060-43DE-B761-653B520DCA04}" type="presOf" srcId="{3E88419D-50A2-4259-84CE-4FCFB3950F18}" destId="{C94EF57E-2257-4687-8C1F-A1E50205286F}" srcOrd="0" destOrd="0" presId="urn:microsoft.com/office/officeart/2005/8/layout/list1"/>
    <dgm:cxn modelId="{9F5FE176-424B-4058-950D-10C8D3AA8DBE}" type="presOf" srcId="{93B06203-007C-4CB1-80BB-BD7F335D2A65}" destId="{9AFFA4DC-4950-43B5-A368-4C881403703D}" srcOrd="0" destOrd="0" presId="urn:microsoft.com/office/officeart/2005/8/layout/list1"/>
    <dgm:cxn modelId="{45C2158C-3D05-4AFC-A02F-D877FF90CC64}" srcId="{3E88419D-50A2-4259-84CE-4FCFB3950F18}" destId="{543C639F-96ED-4A69-A500-9A787FF78F4C}" srcOrd="0" destOrd="0" parTransId="{012E92C0-3D91-45AE-8073-4907A21E8D9F}" sibTransId="{3015E2D2-8C8D-4DFA-8DC0-1C21B5BE4596}"/>
    <dgm:cxn modelId="{8726FEB9-8F75-4102-B7F9-123F823231E7}" type="presOf" srcId="{FDD383A0-5B8B-41DB-8C29-33CF01EEC08D}" destId="{9AFFA4DC-4950-43B5-A368-4C881403703D}" srcOrd="0" destOrd="1" presId="urn:microsoft.com/office/officeart/2005/8/layout/list1"/>
    <dgm:cxn modelId="{9E9FE4BE-23D0-43E7-9BE4-32DC9B91DD91}" type="presOf" srcId="{543C639F-96ED-4A69-A500-9A787FF78F4C}" destId="{D90118E1-37D1-4932-9856-5F7B335EDA4E}" srcOrd="1" destOrd="0" presId="urn:microsoft.com/office/officeart/2005/8/layout/list1"/>
    <dgm:cxn modelId="{DE24B8E4-8172-4937-AA89-4BAD2BDD9F6F}" type="presOf" srcId="{543C639F-96ED-4A69-A500-9A787FF78F4C}" destId="{0FE9D305-950B-422D-9979-43B4E3BBDA67}" srcOrd="0" destOrd="0" presId="urn:microsoft.com/office/officeart/2005/8/layout/list1"/>
    <dgm:cxn modelId="{BAEE7EE8-127C-48D2-B988-7182F9EF45EE}" srcId="{543C639F-96ED-4A69-A500-9A787FF78F4C}" destId="{93B06203-007C-4CB1-80BB-BD7F335D2A65}" srcOrd="0" destOrd="0" parTransId="{CA28D44F-E909-463C-8337-6967497CA901}" sibTransId="{4A0DFA88-DE43-4B28-A30D-F6315CC6D393}"/>
    <dgm:cxn modelId="{111B64CE-58EC-4BAD-8D63-9EDFD13A62A8}" type="presParOf" srcId="{C94EF57E-2257-4687-8C1F-A1E50205286F}" destId="{D4C88345-B93B-4963-A67C-F3FC93B20DD5}" srcOrd="0" destOrd="0" presId="urn:microsoft.com/office/officeart/2005/8/layout/list1"/>
    <dgm:cxn modelId="{34363F56-D186-491F-9EDF-3C01AAB27904}" type="presParOf" srcId="{D4C88345-B93B-4963-A67C-F3FC93B20DD5}" destId="{0FE9D305-950B-422D-9979-43B4E3BBDA67}" srcOrd="0" destOrd="0" presId="urn:microsoft.com/office/officeart/2005/8/layout/list1"/>
    <dgm:cxn modelId="{2E282629-4F9E-4A3F-8BFE-1673D0B3CAFF}" type="presParOf" srcId="{D4C88345-B93B-4963-A67C-F3FC93B20DD5}" destId="{D90118E1-37D1-4932-9856-5F7B335EDA4E}" srcOrd="1" destOrd="0" presId="urn:microsoft.com/office/officeart/2005/8/layout/list1"/>
    <dgm:cxn modelId="{291438ED-90EE-4029-AAA1-E34BCB9A537E}" type="presParOf" srcId="{C94EF57E-2257-4687-8C1F-A1E50205286F}" destId="{954747E0-2263-4BBB-ABD3-17420BEA8BA3}" srcOrd="1" destOrd="0" presId="urn:microsoft.com/office/officeart/2005/8/layout/list1"/>
    <dgm:cxn modelId="{619F4DAC-4ED9-4AD8-BFA5-F0FE26F85B82}" type="presParOf" srcId="{C94EF57E-2257-4687-8C1F-A1E50205286F}" destId="{9AFFA4DC-4950-43B5-A368-4C881403703D}"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47D3F41-E922-4E10-AAB9-CBC8FA478799}">
      <dgm:prSet phldrT="[Text]"/>
      <dgm:spPr/>
      <dgm:t>
        <a:bodyPr/>
        <a:lstStyle/>
        <a:p>
          <a:r>
            <a:rPr lang="en-US"/>
            <a:t>7 Application</a:t>
          </a:r>
        </a:p>
      </dgm:t>
    </dgm:pt>
    <dgm:pt modelId="{D2221CEC-5D47-4026-922B-96793912D2C0}" type="parTrans" cxnId="{0E55806C-465B-4FF1-A431-C1E540C15CE0}">
      <dgm:prSet/>
      <dgm:spPr/>
      <dgm:t>
        <a:bodyPr/>
        <a:lstStyle/>
        <a:p>
          <a:endParaRPr lang="en-US"/>
        </a:p>
      </dgm:t>
    </dgm:pt>
    <dgm:pt modelId="{D3E5D15C-660E-48A8-B542-0B0D8987A306}" type="sibTrans" cxnId="{0E55806C-465B-4FF1-A431-C1E540C15CE0}">
      <dgm:prSet/>
      <dgm:spPr/>
      <dgm:t>
        <a:bodyPr/>
        <a:lstStyle/>
        <a:p>
          <a:endParaRPr lang="en-US"/>
        </a:p>
      </dgm:t>
    </dgm:pt>
    <dgm:pt modelId="{8A58ED2E-B281-4CF8-B441-5FBCAEF6B0A2}">
      <dgm:prSet phldrT="[Text]"/>
      <dgm:spPr/>
      <dgm:t>
        <a:bodyPr/>
        <a:lstStyle/>
        <a:p>
          <a:r>
            <a:rPr lang="en-US"/>
            <a:t>6 Presentation</a:t>
          </a:r>
        </a:p>
      </dgm:t>
    </dgm:pt>
    <dgm:pt modelId="{480EF468-D9BC-4665-92FF-92A07D21BEA0}" type="parTrans" cxnId="{3C4242C0-2976-4308-9D08-6C96FA482D7B}">
      <dgm:prSet/>
      <dgm:spPr/>
      <dgm:t>
        <a:bodyPr/>
        <a:lstStyle/>
        <a:p>
          <a:endParaRPr lang="en-US"/>
        </a:p>
      </dgm:t>
    </dgm:pt>
    <dgm:pt modelId="{6FBF4B56-CD50-43E7-B37C-16F8BC952C24}" type="sibTrans" cxnId="{3C4242C0-2976-4308-9D08-6C96FA482D7B}">
      <dgm:prSet/>
      <dgm:spPr/>
      <dgm:t>
        <a:bodyPr/>
        <a:lstStyle/>
        <a:p>
          <a:endParaRPr lang="en-US"/>
        </a:p>
      </dgm:t>
    </dgm:pt>
    <dgm:pt modelId="{8FEDAA25-109E-4EF7-9AC0-D51B4CEBD0EE}">
      <dgm:prSet phldrT="[Text]"/>
      <dgm:spPr/>
      <dgm:t>
        <a:bodyPr/>
        <a:lstStyle/>
        <a:p>
          <a:r>
            <a:rPr lang="en-US"/>
            <a:t>5 Session </a:t>
          </a:r>
        </a:p>
      </dgm:t>
    </dgm:pt>
    <dgm:pt modelId="{988DE3FA-C288-4634-BA7C-C7DCF37411E6}" type="parTrans" cxnId="{53F35D75-CA21-41FF-826B-8C4F5D73166C}">
      <dgm:prSet/>
      <dgm:spPr/>
      <dgm:t>
        <a:bodyPr/>
        <a:lstStyle/>
        <a:p>
          <a:endParaRPr lang="en-US"/>
        </a:p>
      </dgm:t>
    </dgm:pt>
    <dgm:pt modelId="{3A278E17-E8DF-4B7B-9542-DC912DFE1FC2}" type="sibTrans" cxnId="{53F35D75-CA21-41FF-826B-8C4F5D73166C}">
      <dgm:prSet/>
      <dgm:spPr/>
      <dgm:t>
        <a:bodyPr/>
        <a:lstStyle/>
        <a:p>
          <a:endParaRPr lang="en-US"/>
        </a:p>
      </dgm:t>
    </dgm:pt>
    <dgm:pt modelId="{46FAEB38-ED81-41F2-9C9E-C49F85265594}">
      <dgm:prSet phldrT="[Text]"/>
      <dgm:spPr/>
      <dgm:t>
        <a:bodyPr/>
        <a:lstStyle/>
        <a:p>
          <a:r>
            <a:rPr lang="en-US"/>
            <a:t>4 Transport</a:t>
          </a:r>
        </a:p>
      </dgm:t>
    </dgm:pt>
    <dgm:pt modelId="{5CE4B40B-490B-4E80-852F-F645A4C0830C}" type="parTrans" cxnId="{65AF0C83-348B-43B1-A332-8CAFC5B6C7A0}">
      <dgm:prSet/>
      <dgm:spPr/>
      <dgm:t>
        <a:bodyPr/>
        <a:lstStyle/>
        <a:p>
          <a:endParaRPr lang="en-US"/>
        </a:p>
      </dgm:t>
    </dgm:pt>
    <dgm:pt modelId="{4C3A7703-1CCA-4721-A827-D845208813B0}" type="sibTrans" cxnId="{65AF0C83-348B-43B1-A332-8CAFC5B6C7A0}">
      <dgm:prSet/>
      <dgm:spPr/>
      <dgm:t>
        <a:bodyPr/>
        <a:lstStyle/>
        <a:p>
          <a:endParaRPr lang="en-US"/>
        </a:p>
      </dgm:t>
    </dgm:pt>
    <dgm:pt modelId="{A0E81B44-9DFE-4EA3-9B40-455E348D02DA}">
      <dgm:prSet phldrT="[Text]"/>
      <dgm:spPr/>
      <dgm:t>
        <a:bodyPr/>
        <a:lstStyle/>
        <a:p>
          <a:r>
            <a:rPr lang="en-US"/>
            <a:t>3 Network</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8EF42476-9D7F-4E0F-B46B-97455E151D7E}" type="parTrans" cxnId="{A3161F93-0BAA-4FFF-97A3-698212D3B0AB}">
      <dgm:prSet/>
      <dgm:spPr/>
      <dgm:t>
        <a:bodyPr/>
        <a:lstStyle/>
        <a:p>
          <a:endParaRPr lang="en-US"/>
        </a:p>
      </dgm:t>
    </dgm:pt>
    <dgm:pt modelId="{D011E329-AE68-4FA5-8735-321D9CA06112}" type="sibTrans" cxnId="{A3161F93-0BAA-4FFF-97A3-698212D3B0AB}">
      <dgm:prSet/>
      <dgm:spPr/>
      <dgm:t>
        <a:bodyPr/>
        <a:lstStyle/>
        <a:p>
          <a:endParaRPr lang="en-US"/>
        </a:p>
      </dgm:t>
    </dgm:pt>
    <dgm:pt modelId="{5BB4125C-0A00-481A-BCF1-6CA3EA593773}">
      <dgm:prSet phldrT="[Text]"/>
      <dgm:spPr/>
      <dgm:t>
        <a:bodyPr/>
        <a:lstStyle/>
        <a:p>
          <a:r>
            <a:rPr lang="en-US"/>
            <a:t>2 Data Link</a:t>
          </a:r>
        </a:p>
      </dgm:t>
    </dgm:pt>
    <dgm:pt modelId="{40F8AED1-50FD-4781-B1CC-4DD44BA0FF6D}" type="parTrans" cxnId="{7CA49FB7-F7A4-4F53-97B3-123E608EA48A}">
      <dgm:prSet/>
      <dgm:spPr/>
      <dgm:t>
        <a:bodyPr/>
        <a:lstStyle/>
        <a:p>
          <a:endParaRPr lang="en-US"/>
        </a:p>
      </dgm:t>
    </dgm:pt>
    <dgm:pt modelId="{5A09E58B-D690-42C9-949B-0C2062736E3A}" type="sibTrans" cxnId="{7CA49FB7-F7A4-4F53-97B3-123E608EA48A}">
      <dgm:prSet/>
      <dgm:spPr/>
      <dgm:t>
        <a:bodyPr/>
        <a:lstStyle/>
        <a:p>
          <a:endParaRPr lang="en-US"/>
        </a:p>
      </dgm:t>
    </dgm:pt>
    <dgm:pt modelId="{34447BCB-71C1-4B68-8C70-5A399F98C548}">
      <dgm:prSet phldrT="[Text]"/>
      <dgm:spPr/>
      <dgm:t>
        <a:bodyPr/>
        <a:lstStyle/>
        <a:p>
          <a:r>
            <a:rPr lang="en-US"/>
            <a:t>1 Physical </a:t>
          </a:r>
        </a:p>
      </dgm:t>
    </dgm:pt>
    <dgm:pt modelId="{B428A84D-9C18-46B8-8095-C18C1DEEB5AC}" type="parTrans" cxnId="{23C5CB5F-6991-466D-9252-7CA42E01A709}">
      <dgm:prSet/>
      <dgm:spPr/>
      <dgm:t>
        <a:bodyPr/>
        <a:lstStyle/>
        <a:p>
          <a:endParaRPr lang="en-US"/>
        </a:p>
      </dgm:t>
    </dgm:pt>
    <dgm:pt modelId="{D38FE192-D658-4A57-A5D0-8519151246DE}" type="sibTrans" cxnId="{23C5CB5F-6991-466D-9252-7CA42E01A709}">
      <dgm:prSet/>
      <dgm:spPr/>
      <dgm:t>
        <a:bodyPr/>
        <a:lstStyle/>
        <a:p>
          <a:endParaRPr lang="en-US"/>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B809DA5-ABE4-42DC-8AFE-7067243F42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47D3F41-E922-4E10-AAB9-CBC8FA478799}">
      <dgm:prSet phldrT="[Text]"/>
      <dgm:spPr/>
      <dgm:t>
        <a:bodyPr/>
        <a:lstStyle/>
        <a:p>
          <a:r>
            <a:rPr lang="en-US"/>
            <a:t>7 Application</a:t>
          </a:r>
        </a:p>
      </dgm:t>
    </dgm:pt>
    <dgm:pt modelId="{D2221CEC-5D47-4026-922B-96793912D2C0}" type="parTrans" cxnId="{0E55806C-465B-4FF1-A431-C1E540C15CE0}">
      <dgm:prSet/>
      <dgm:spPr/>
      <dgm:t>
        <a:bodyPr/>
        <a:lstStyle/>
        <a:p>
          <a:endParaRPr lang="en-US"/>
        </a:p>
      </dgm:t>
    </dgm:pt>
    <dgm:pt modelId="{D3E5D15C-660E-48A8-B542-0B0D8987A306}" type="sibTrans" cxnId="{0E55806C-465B-4FF1-A431-C1E540C15CE0}">
      <dgm:prSet/>
      <dgm:spPr/>
      <dgm:t>
        <a:bodyPr/>
        <a:lstStyle/>
        <a:p>
          <a:endParaRPr lang="en-US"/>
        </a:p>
      </dgm:t>
    </dgm:pt>
    <dgm:pt modelId="{8A58ED2E-B281-4CF8-B441-5FBCAEF6B0A2}">
      <dgm:prSet phldrT="[Text]"/>
      <dgm:spPr/>
      <dgm:t>
        <a:bodyPr/>
        <a:lstStyle/>
        <a:p>
          <a:r>
            <a:rPr lang="en-US"/>
            <a:t>6 Presentation</a:t>
          </a:r>
        </a:p>
      </dgm:t>
    </dgm:pt>
    <dgm:pt modelId="{480EF468-D9BC-4665-92FF-92A07D21BEA0}" type="parTrans" cxnId="{3C4242C0-2976-4308-9D08-6C96FA482D7B}">
      <dgm:prSet/>
      <dgm:spPr/>
      <dgm:t>
        <a:bodyPr/>
        <a:lstStyle/>
        <a:p>
          <a:endParaRPr lang="en-US"/>
        </a:p>
      </dgm:t>
    </dgm:pt>
    <dgm:pt modelId="{6FBF4B56-CD50-43E7-B37C-16F8BC952C24}" type="sibTrans" cxnId="{3C4242C0-2976-4308-9D08-6C96FA482D7B}">
      <dgm:prSet/>
      <dgm:spPr/>
      <dgm:t>
        <a:bodyPr/>
        <a:lstStyle/>
        <a:p>
          <a:endParaRPr lang="en-US"/>
        </a:p>
      </dgm:t>
    </dgm:pt>
    <dgm:pt modelId="{8FEDAA25-109E-4EF7-9AC0-D51B4CEBD0EE}">
      <dgm:prSet phldrT="[Text]"/>
      <dgm:spPr/>
      <dgm:t>
        <a:bodyPr/>
        <a:lstStyle/>
        <a:p>
          <a:r>
            <a:rPr lang="en-US"/>
            <a:t>5 Session </a:t>
          </a:r>
        </a:p>
      </dgm:t>
    </dgm:pt>
    <dgm:pt modelId="{988DE3FA-C288-4634-BA7C-C7DCF37411E6}" type="parTrans" cxnId="{53F35D75-CA21-41FF-826B-8C4F5D73166C}">
      <dgm:prSet/>
      <dgm:spPr/>
      <dgm:t>
        <a:bodyPr/>
        <a:lstStyle/>
        <a:p>
          <a:endParaRPr lang="en-US"/>
        </a:p>
      </dgm:t>
    </dgm:pt>
    <dgm:pt modelId="{3A278E17-E8DF-4B7B-9542-DC912DFE1FC2}" type="sibTrans" cxnId="{53F35D75-CA21-41FF-826B-8C4F5D73166C}">
      <dgm:prSet/>
      <dgm:spPr/>
      <dgm:t>
        <a:bodyPr/>
        <a:lstStyle/>
        <a:p>
          <a:endParaRPr lang="en-US"/>
        </a:p>
      </dgm:t>
    </dgm:pt>
    <dgm:pt modelId="{46FAEB38-ED81-41F2-9C9E-C49F85265594}">
      <dgm:prSet phldrT="[Text]"/>
      <dgm:spPr/>
      <dgm:t>
        <a:bodyPr/>
        <a:lstStyle/>
        <a:p>
          <a:r>
            <a:rPr lang="en-US"/>
            <a:t>4 Transport</a:t>
          </a:r>
        </a:p>
      </dgm:t>
    </dgm:pt>
    <dgm:pt modelId="{5CE4B40B-490B-4E80-852F-F645A4C0830C}" type="parTrans" cxnId="{65AF0C83-348B-43B1-A332-8CAFC5B6C7A0}">
      <dgm:prSet/>
      <dgm:spPr/>
      <dgm:t>
        <a:bodyPr/>
        <a:lstStyle/>
        <a:p>
          <a:endParaRPr lang="en-US"/>
        </a:p>
      </dgm:t>
    </dgm:pt>
    <dgm:pt modelId="{4C3A7703-1CCA-4721-A827-D845208813B0}" type="sibTrans" cxnId="{65AF0C83-348B-43B1-A332-8CAFC5B6C7A0}">
      <dgm:prSet/>
      <dgm:spPr/>
      <dgm:t>
        <a:bodyPr/>
        <a:lstStyle/>
        <a:p>
          <a:endParaRPr lang="en-US"/>
        </a:p>
      </dgm:t>
    </dgm:pt>
    <dgm:pt modelId="{A0E81B44-9DFE-4EA3-9B40-455E348D02DA}">
      <dgm:prSet phldrT="[Text]"/>
      <dgm:spPr/>
      <dgm:t>
        <a:bodyPr/>
        <a:lstStyle/>
        <a:p>
          <a:r>
            <a:rPr lang="en-US"/>
            <a:t>3 Network</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8EF42476-9D7F-4E0F-B46B-97455E151D7E}" type="parTrans" cxnId="{A3161F93-0BAA-4FFF-97A3-698212D3B0AB}">
      <dgm:prSet/>
      <dgm:spPr/>
      <dgm:t>
        <a:bodyPr/>
        <a:lstStyle/>
        <a:p>
          <a:endParaRPr lang="en-US"/>
        </a:p>
      </dgm:t>
    </dgm:pt>
    <dgm:pt modelId="{D011E329-AE68-4FA5-8735-321D9CA06112}" type="sibTrans" cxnId="{A3161F93-0BAA-4FFF-97A3-698212D3B0AB}">
      <dgm:prSet/>
      <dgm:spPr/>
      <dgm:t>
        <a:bodyPr/>
        <a:lstStyle/>
        <a:p>
          <a:endParaRPr lang="en-US"/>
        </a:p>
      </dgm:t>
    </dgm:pt>
    <dgm:pt modelId="{5BB4125C-0A00-481A-BCF1-6CA3EA593773}">
      <dgm:prSet phldrT="[Text]"/>
      <dgm:spPr/>
      <dgm:t>
        <a:bodyPr/>
        <a:lstStyle/>
        <a:p>
          <a:r>
            <a:rPr lang="en-US"/>
            <a:t>2 Data Link</a:t>
          </a:r>
        </a:p>
      </dgm:t>
    </dgm:pt>
    <dgm:pt modelId="{40F8AED1-50FD-4781-B1CC-4DD44BA0FF6D}" type="parTrans" cxnId="{7CA49FB7-F7A4-4F53-97B3-123E608EA48A}">
      <dgm:prSet/>
      <dgm:spPr/>
      <dgm:t>
        <a:bodyPr/>
        <a:lstStyle/>
        <a:p>
          <a:endParaRPr lang="en-US"/>
        </a:p>
      </dgm:t>
    </dgm:pt>
    <dgm:pt modelId="{5A09E58B-D690-42C9-949B-0C2062736E3A}" type="sibTrans" cxnId="{7CA49FB7-F7A4-4F53-97B3-123E608EA48A}">
      <dgm:prSet/>
      <dgm:spPr/>
      <dgm:t>
        <a:bodyPr/>
        <a:lstStyle/>
        <a:p>
          <a:endParaRPr lang="en-US"/>
        </a:p>
      </dgm:t>
    </dgm:pt>
    <dgm:pt modelId="{34447BCB-71C1-4B68-8C70-5A399F98C548}">
      <dgm:prSet phldrT="[Text]"/>
      <dgm:spPr/>
      <dgm:t>
        <a:bodyPr/>
        <a:lstStyle/>
        <a:p>
          <a:r>
            <a:rPr lang="en-US"/>
            <a:t>1 Physical </a:t>
          </a:r>
        </a:p>
      </dgm:t>
    </dgm:pt>
    <dgm:pt modelId="{B428A84D-9C18-46B8-8095-C18C1DEEB5AC}" type="parTrans" cxnId="{23C5CB5F-6991-466D-9252-7CA42E01A709}">
      <dgm:prSet/>
      <dgm:spPr/>
      <dgm:t>
        <a:bodyPr/>
        <a:lstStyle/>
        <a:p>
          <a:endParaRPr lang="en-US"/>
        </a:p>
      </dgm:t>
    </dgm:pt>
    <dgm:pt modelId="{D38FE192-D658-4A57-A5D0-8519151246DE}" type="sibTrans" cxnId="{23C5CB5F-6991-466D-9252-7CA42E01A709}">
      <dgm:prSet/>
      <dgm:spPr/>
      <dgm:t>
        <a:bodyPr/>
        <a:lstStyle/>
        <a:p>
          <a:endParaRPr lang="en-US"/>
        </a:p>
      </dgm:t>
    </dgm:pt>
    <dgm:pt modelId="{2BAE655A-4F75-4096-81A8-F98B725AC730}" type="pres">
      <dgm:prSet presAssocID="{9B809DA5-ABE4-42DC-8AFE-7067243F42DC}" presName="linear" presStyleCnt="0">
        <dgm:presLayoutVars>
          <dgm:animLvl val="lvl"/>
          <dgm:resizeHandles val="exact"/>
        </dgm:presLayoutVars>
      </dgm:prSet>
      <dgm:spPr/>
    </dgm:pt>
    <dgm:pt modelId="{34E0B879-5253-4726-B81B-393604B03DAF}" type="pres">
      <dgm:prSet presAssocID="{947D3F41-E922-4E10-AAB9-CBC8FA478799}" presName="parentText" presStyleLbl="node1" presStyleIdx="0" presStyleCnt="7">
        <dgm:presLayoutVars>
          <dgm:chMax val="0"/>
          <dgm:bulletEnabled val="1"/>
        </dgm:presLayoutVars>
      </dgm:prSet>
      <dgm:spPr/>
    </dgm:pt>
    <dgm:pt modelId="{CEDAE3D4-E42E-4E79-AC43-A25E32662007}" type="pres">
      <dgm:prSet presAssocID="{D3E5D15C-660E-48A8-B542-0B0D8987A306}" presName="spacer" presStyleCnt="0"/>
      <dgm:spPr/>
    </dgm:pt>
    <dgm:pt modelId="{A3DBF2F8-C32C-4D5E-91D3-CD876FCC93BF}" type="pres">
      <dgm:prSet presAssocID="{8A58ED2E-B281-4CF8-B441-5FBCAEF6B0A2}" presName="parentText" presStyleLbl="node1" presStyleIdx="1" presStyleCnt="7">
        <dgm:presLayoutVars>
          <dgm:chMax val="0"/>
          <dgm:bulletEnabled val="1"/>
        </dgm:presLayoutVars>
      </dgm:prSet>
      <dgm:spPr/>
    </dgm:pt>
    <dgm:pt modelId="{08DDD81A-4C2E-4B65-9A25-DE0272C0E53F}" type="pres">
      <dgm:prSet presAssocID="{6FBF4B56-CD50-43E7-B37C-16F8BC952C24}" presName="spacer" presStyleCnt="0"/>
      <dgm:spPr/>
    </dgm:pt>
    <dgm:pt modelId="{E629A14B-1E78-452D-AEE2-97220E7B913D}" type="pres">
      <dgm:prSet presAssocID="{8FEDAA25-109E-4EF7-9AC0-D51B4CEBD0EE}" presName="parentText" presStyleLbl="node1" presStyleIdx="2" presStyleCnt="7">
        <dgm:presLayoutVars>
          <dgm:chMax val="0"/>
          <dgm:bulletEnabled val="1"/>
        </dgm:presLayoutVars>
      </dgm:prSet>
      <dgm:spPr/>
    </dgm:pt>
    <dgm:pt modelId="{47A834EC-6FFB-4BA8-8413-4341BFEDE379}" type="pres">
      <dgm:prSet presAssocID="{3A278E17-E8DF-4B7B-9542-DC912DFE1FC2}" presName="spacer" presStyleCnt="0"/>
      <dgm:spPr/>
    </dgm:pt>
    <dgm:pt modelId="{FBCDBEF5-D75C-45BA-A833-518841E6C2EB}" type="pres">
      <dgm:prSet presAssocID="{46FAEB38-ED81-41F2-9C9E-C49F85265594}" presName="parentText" presStyleLbl="node1" presStyleIdx="3" presStyleCnt="7">
        <dgm:presLayoutVars>
          <dgm:chMax val="0"/>
          <dgm:bulletEnabled val="1"/>
        </dgm:presLayoutVars>
      </dgm:prSet>
      <dgm:spPr/>
    </dgm:pt>
    <dgm:pt modelId="{1C444D3C-CC35-46A9-9B88-EE2A7076F1AB}" type="pres">
      <dgm:prSet presAssocID="{4C3A7703-1CCA-4721-A827-D845208813B0}" presName="spacer" presStyleCnt="0"/>
      <dgm:spPr/>
    </dgm:pt>
    <dgm:pt modelId="{B8796625-B9F6-4F76-8B98-C2E26DDBE7DC}" type="pres">
      <dgm:prSet presAssocID="{A0E81B44-9DFE-4EA3-9B40-455E348D02DA}" presName="parentText" presStyleLbl="node1" presStyleIdx="4" presStyleCnt="7">
        <dgm:presLayoutVars>
          <dgm:chMax val="0"/>
          <dgm:bulletEnabled val="1"/>
        </dgm:presLayoutVars>
      </dgm:prSet>
      <dgm:spPr/>
    </dgm:pt>
    <dgm:pt modelId="{BF3B3F0E-64C9-477B-B9FA-E8FDAAA23940}" type="pres">
      <dgm:prSet presAssocID="{D011E329-AE68-4FA5-8735-321D9CA06112}" presName="spacer" presStyleCnt="0"/>
      <dgm:spPr/>
    </dgm:pt>
    <dgm:pt modelId="{0E539AD5-5BC8-49C4-AAC2-A7D5F43C627B}" type="pres">
      <dgm:prSet presAssocID="{5BB4125C-0A00-481A-BCF1-6CA3EA593773}" presName="parentText" presStyleLbl="node1" presStyleIdx="5" presStyleCnt="7">
        <dgm:presLayoutVars>
          <dgm:chMax val="0"/>
          <dgm:bulletEnabled val="1"/>
        </dgm:presLayoutVars>
      </dgm:prSet>
      <dgm:spPr/>
    </dgm:pt>
    <dgm:pt modelId="{89EFA19B-2A51-4BB3-B195-A70F99A00AC9}" type="pres">
      <dgm:prSet presAssocID="{5A09E58B-D690-42C9-949B-0C2062736E3A}" presName="spacer" presStyleCnt="0"/>
      <dgm:spPr/>
    </dgm:pt>
    <dgm:pt modelId="{3FA29063-2871-4DDD-9818-CEB1B4331B35}" type="pres">
      <dgm:prSet presAssocID="{34447BCB-71C1-4B68-8C70-5A399F98C548}" presName="parentText" presStyleLbl="node1" presStyleIdx="6" presStyleCnt="7">
        <dgm:presLayoutVars>
          <dgm:chMax val="0"/>
          <dgm:bulletEnabled val="1"/>
        </dgm:presLayoutVars>
      </dgm:prSet>
      <dgm:spPr/>
    </dgm:pt>
  </dgm:ptLst>
  <dgm:cxnLst>
    <dgm:cxn modelId="{EB6A8B3C-4D57-41D4-A5EA-729FA56EF474}" type="presOf" srcId="{8FEDAA25-109E-4EF7-9AC0-D51B4CEBD0EE}" destId="{E629A14B-1E78-452D-AEE2-97220E7B913D}" srcOrd="0" destOrd="0" presId="urn:microsoft.com/office/officeart/2005/8/layout/vList2"/>
    <dgm:cxn modelId="{23C5CB5F-6991-466D-9252-7CA42E01A709}" srcId="{9B809DA5-ABE4-42DC-8AFE-7067243F42DC}" destId="{34447BCB-71C1-4B68-8C70-5A399F98C548}" srcOrd="6" destOrd="0" parTransId="{B428A84D-9C18-46B8-8095-C18C1DEEB5AC}" sibTransId="{D38FE192-D658-4A57-A5D0-8519151246DE}"/>
    <dgm:cxn modelId="{328FD669-BA91-4C55-A46F-DCE69411F498}" type="presOf" srcId="{5BB4125C-0A00-481A-BCF1-6CA3EA593773}" destId="{0E539AD5-5BC8-49C4-AAC2-A7D5F43C627B}" srcOrd="0" destOrd="0" presId="urn:microsoft.com/office/officeart/2005/8/layout/vList2"/>
    <dgm:cxn modelId="{0E55806C-465B-4FF1-A431-C1E540C15CE0}" srcId="{9B809DA5-ABE4-42DC-8AFE-7067243F42DC}" destId="{947D3F41-E922-4E10-AAB9-CBC8FA478799}" srcOrd="0" destOrd="0" parTransId="{D2221CEC-5D47-4026-922B-96793912D2C0}" sibTransId="{D3E5D15C-660E-48A8-B542-0B0D8987A306}"/>
    <dgm:cxn modelId="{FDF08554-F59E-4105-BE8F-C71B24745B1A}" type="presOf" srcId="{34447BCB-71C1-4B68-8C70-5A399F98C548}" destId="{3FA29063-2871-4DDD-9818-CEB1B4331B35}" srcOrd="0" destOrd="0" presId="urn:microsoft.com/office/officeart/2005/8/layout/vList2"/>
    <dgm:cxn modelId="{53F35D75-CA21-41FF-826B-8C4F5D73166C}" srcId="{9B809DA5-ABE4-42DC-8AFE-7067243F42DC}" destId="{8FEDAA25-109E-4EF7-9AC0-D51B4CEBD0EE}" srcOrd="2" destOrd="0" parTransId="{988DE3FA-C288-4634-BA7C-C7DCF37411E6}" sibTransId="{3A278E17-E8DF-4B7B-9542-DC912DFE1FC2}"/>
    <dgm:cxn modelId="{65AF0C83-348B-43B1-A332-8CAFC5B6C7A0}" srcId="{9B809DA5-ABE4-42DC-8AFE-7067243F42DC}" destId="{46FAEB38-ED81-41F2-9C9E-C49F85265594}" srcOrd="3" destOrd="0" parTransId="{5CE4B40B-490B-4E80-852F-F645A4C0830C}" sibTransId="{4C3A7703-1CCA-4721-A827-D845208813B0}"/>
    <dgm:cxn modelId="{A3161F93-0BAA-4FFF-97A3-698212D3B0AB}" srcId="{9B809DA5-ABE4-42DC-8AFE-7067243F42DC}" destId="{A0E81B44-9DFE-4EA3-9B40-455E348D02DA}" srcOrd="4" destOrd="0" parTransId="{8EF42476-9D7F-4E0F-B46B-97455E151D7E}" sibTransId="{D011E329-AE68-4FA5-8735-321D9CA06112}"/>
    <dgm:cxn modelId="{2FA8B1A1-7304-4D71-8C9C-871532FD84FC}" type="presOf" srcId="{8A58ED2E-B281-4CF8-B441-5FBCAEF6B0A2}" destId="{A3DBF2F8-C32C-4D5E-91D3-CD876FCC93BF}" srcOrd="0" destOrd="0" presId="urn:microsoft.com/office/officeart/2005/8/layout/vList2"/>
    <dgm:cxn modelId="{7CA49FB7-F7A4-4F53-97B3-123E608EA48A}" srcId="{9B809DA5-ABE4-42DC-8AFE-7067243F42DC}" destId="{5BB4125C-0A00-481A-BCF1-6CA3EA593773}" srcOrd="5" destOrd="0" parTransId="{40F8AED1-50FD-4781-B1CC-4DD44BA0FF6D}" sibTransId="{5A09E58B-D690-42C9-949B-0C2062736E3A}"/>
    <dgm:cxn modelId="{9354FCBF-9568-4B38-A628-FEA71EFC39C1}" type="presOf" srcId="{947D3F41-E922-4E10-AAB9-CBC8FA478799}" destId="{34E0B879-5253-4726-B81B-393604B03DAF}" srcOrd="0" destOrd="0" presId="urn:microsoft.com/office/officeart/2005/8/layout/vList2"/>
    <dgm:cxn modelId="{3C4242C0-2976-4308-9D08-6C96FA482D7B}" srcId="{9B809DA5-ABE4-42DC-8AFE-7067243F42DC}" destId="{8A58ED2E-B281-4CF8-B441-5FBCAEF6B0A2}" srcOrd="1" destOrd="0" parTransId="{480EF468-D9BC-4665-92FF-92A07D21BEA0}" sibTransId="{6FBF4B56-CD50-43E7-B37C-16F8BC952C24}"/>
    <dgm:cxn modelId="{CD7580D1-1CBA-4F74-9D5F-FDC0987F919A}" type="presOf" srcId="{9B809DA5-ABE4-42DC-8AFE-7067243F42DC}" destId="{2BAE655A-4F75-4096-81A8-F98B725AC730}" srcOrd="0" destOrd="0" presId="urn:microsoft.com/office/officeart/2005/8/layout/vList2"/>
    <dgm:cxn modelId="{E355F4F0-8204-4743-97A8-4A39C144EA9F}" type="presOf" srcId="{A0E81B44-9DFE-4EA3-9B40-455E348D02DA}" destId="{B8796625-B9F6-4F76-8B98-C2E26DDBE7DC}" srcOrd="0" destOrd="0" presId="urn:microsoft.com/office/officeart/2005/8/layout/vList2"/>
    <dgm:cxn modelId="{D491A9F5-8A3D-4C7F-931E-E609326AA554}" type="presOf" srcId="{46FAEB38-ED81-41F2-9C9E-C49F85265594}" destId="{FBCDBEF5-D75C-45BA-A833-518841E6C2EB}" srcOrd="0" destOrd="0" presId="urn:microsoft.com/office/officeart/2005/8/layout/vList2"/>
    <dgm:cxn modelId="{E7CDE9EB-5386-49C7-AA8E-03AD85C396CE}" type="presParOf" srcId="{2BAE655A-4F75-4096-81A8-F98B725AC730}" destId="{34E0B879-5253-4726-B81B-393604B03DAF}" srcOrd="0" destOrd="0" presId="urn:microsoft.com/office/officeart/2005/8/layout/vList2"/>
    <dgm:cxn modelId="{96A3D0CF-76B1-478B-B876-7D7A133151EF}" type="presParOf" srcId="{2BAE655A-4F75-4096-81A8-F98B725AC730}" destId="{CEDAE3D4-E42E-4E79-AC43-A25E32662007}" srcOrd="1" destOrd="0" presId="urn:microsoft.com/office/officeart/2005/8/layout/vList2"/>
    <dgm:cxn modelId="{9F573065-2452-4F41-BECE-4F2059A6C306}" type="presParOf" srcId="{2BAE655A-4F75-4096-81A8-F98B725AC730}" destId="{A3DBF2F8-C32C-4D5E-91D3-CD876FCC93BF}" srcOrd="2" destOrd="0" presId="urn:microsoft.com/office/officeart/2005/8/layout/vList2"/>
    <dgm:cxn modelId="{C8A4C77E-F571-475F-BA9E-CBAD6D0EA916}" type="presParOf" srcId="{2BAE655A-4F75-4096-81A8-F98B725AC730}" destId="{08DDD81A-4C2E-4B65-9A25-DE0272C0E53F}" srcOrd="3" destOrd="0" presId="urn:microsoft.com/office/officeart/2005/8/layout/vList2"/>
    <dgm:cxn modelId="{F3E4CAEC-5CE6-474E-915A-E715B98782FC}" type="presParOf" srcId="{2BAE655A-4F75-4096-81A8-F98B725AC730}" destId="{E629A14B-1E78-452D-AEE2-97220E7B913D}" srcOrd="4" destOrd="0" presId="urn:microsoft.com/office/officeart/2005/8/layout/vList2"/>
    <dgm:cxn modelId="{1D2FABC7-F25B-4930-81F4-FC4298EC8C95}" type="presParOf" srcId="{2BAE655A-4F75-4096-81A8-F98B725AC730}" destId="{47A834EC-6FFB-4BA8-8413-4341BFEDE379}" srcOrd="5" destOrd="0" presId="urn:microsoft.com/office/officeart/2005/8/layout/vList2"/>
    <dgm:cxn modelId="{3423A175-A88B-497C-BB04-239FBE36B118}" type="presParOf" srcId="{2BAE655A-4F75-4096-81A8-F98B725AC730}" destId="{FBCDBEF5-D75C-45BA-A833-518841E6C2EB}" srcOrd="6" destOrd="0" presId="urn:microsoft.com/office/officeart/2005/8/layout/vList2"/>
    <dgm:cxn modelId="{075CFB8D-AB38-4C87-8A96-9B620BC7069B}" type="presParOf" srcId="{2BAE655A-4F75-4096-81A8-F98B725AC730}" destId="{1C444D3C-CC35-46A9-9B88-EE2A7076F1AB}" srcOrd="7" destOrd="0" presId="urn:microsoft.com/office/officeart/2005/8/layout/vList2"/>
    <dgm:cxn modelId="{DF9F11DD-1C02-4B4F-AA68-9D7CA826DBB2}" type="presParOf" srcId="{2BAE655A-4F75-4096-81A8-F98B725AC730}" destId="{B8796625-B9F6-4F76-8B98-C2E26DDBE7DC}" srcOrd="8" destOrd="0" presId="urn:microsoft.com/office/officeart/2005/8/layout/vList2"/>
    <dgm:cxn modelId="{ED822297-6E48-4CCE-A8DC-0FC701812FB8}" type="presParOf" srcId="{2BAE655A-4F75-4096-81A8-F98B725AC730}" destId="{BF3B3F0E-64C9-477B-B9FA-E8FDAAA23940}" srcOrd="9" destOrd="0" presId="urn:microsoft.com/office/officeart/2005/8/layout/vList2"/>
    <dgm:cxn modelId="{7635A3A2-A75A-4196-BD4E-E8EB8DD01CCC}" type="presParOf" srcId="{2BAE655A-4F75-4096-81A8-F98B725AC730}" destId="{0E539AD5-5BC8-49C4-AAC2-A7D5F43C627B}" srcOrd="10" destOrd="0" presId="urn:microsoft.com/office/officeart/2005/8/layout/vList2"/>
    <dgm:cxn modelId="{11679FD5-18A0-412F-9F50-C1E8004CFF3E}" type="presParOf" srcId="{2BAE655A-4F75-4096-81A8-F98B725AC730}" destId="{89EFA19B-2A51-4BB3-B195-A70F99A00AC9}" srcOrd="11" destOrd="0" presId="urn:microsoft.com/office/officeart/2005/8/layout/vList2"/>
    <dgm:cxn modelId="{3E9FE7BF-0735-45E1-B70E-EDBAF63941CD}" type="presParOf" srcId="{2BAE655A-4F75-4096-81A8-F98B725AC730}" destId="{3FA29063-2871-4DDD-9818-CEB1B4331B35}" srcOrd="12"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5711B75-B792-4991-8EC5-8FFE2B8264DF}" type="doc">
      <dgm:prSet loTypeId="urn:microsoft.com/office/officeart/2005/8/layout/bProcess3" loCatId="list" qsTypeId="urn:microsoft.com/office/officeart/2005/8/quickstyle/simple1" qsCatId="simple" csTypeId="urn:microsoft.com/office/officeart/2005/8/colors/accent1_2" csCatId="accent1" phldr="1"/>
      <dgm:spPr/>
      <dgm:t>
        <a:bodyPr/>
        <a:lstStyle/>
        <a:p>
          <a:endParaRPr lang="en-US"/>
        </a:p>
      </dgm:t>
    </dgm:pt>
    <dgm:pt modelId="{0FF87F3A-B2F1-4C4D-9314-F74E956450F3}">
      <dgm:prSet phldrT="[Text]"/>
      <dgm:spPr>
        <a:solidFill>
          <a:srgbClr val="004F71"/>
        </a:solidFill>
      </dgm:spPr>
      <dgm:t>
        <a:bodyPr/>
        <a:lstStyle/>
        <a:p>
          <a:r>
            <a:rPr lang="en-US"/>
            <a:t>Identify the problem</a:t>
          </a:r>
        </a:p>
      </dgm:t>
      <dgm:extLst>
        <a:ext uri="{E40237B7-FDA0-4F09-8148-C483321AD2D9}">
          <dgm14:cNvPr xmlns:dgm14="http://schemas.microsoft.com/office/drawing/2010/diagram" id="0" name="" descr="Troubleshooting Methodology&#10;1. Identify the problem&#10;2. Establish a theory of probable cause&#10;3. Test the theory to determine the cause &#10;4. Establish a plan of action&#10;5. Implement the solution&#10;6. Verify the solution &#10;7. Document findings, actions, and outcomes"/>
        </a:ext>
      </dgm:extLst>
    </dgm:pt>
    <dgm:pt modelId="{F90CC711-8FF1-416E-AF97-0E371DEA5F3F}" type="parTrans" cxnId="{AE86A72F-0803-46B7-9D7C-708D47F47AAD}">
      <dgm:prSet/>
      <dgm:spPr/>
      <dgm:t>
        <a:bodyPr/>
        <a:lstStyle/>
        <a:p>
          <a:endParaRPr lang="en-US"/>
        </a:p>
      </dgm:t>
    </dgm:pt>
    <dgm:pt modelId="{4550777D-E5C0-4FF2-ADBC-AB5785A6DB4C}" type="sibTrans" cxnId="{AE86A72F-0803-46B7-9D7C-708D47F47AAD}">
      <dgm:prSet/>
      <dgm:spPr/>
      <dgm:t>
        <a:bodyPr/>
        <a:lstStyle/>
        <a:p>
          <a:endParaRPr lang="en-US"/>
        </a:p>
      </dgm:t>
    </dgm:pt>
    <dgm:pt modelId="{4DF90761-BE61-4628-B3C0-D492A0B3DF2E}">
      <dgm:prSet phldrT="[Text]"/>
      <dgm:spPr>
        <a:solidFill>
          <a:srgbClr val="004F71"/>
        </a:solidFill>
      </dgm:spPr>
      <dgm:t>
        <a:bodyPr/>
        <a:lstStyle/>
        <a:p>
          <a:r>
            <a:rPr lang="en-US"/>
            <a:t>Establish a theory of probable cause</a:t>
          </a:r>
        </a:p>
      </dgm:t>
      <dgm:extLst>
        <a:ext uri="{E40237B7-FDA0-4F09-8148-C483321AD2D9}">
          <dgm14:cNvPr xmlns:dgm14="http://schemas.microsoft.com/office/drawing/2010/diagram" id="0" name="" descr="Troubleshooting Methodology&#10;1. Identify the problem&#10;2. Establish a theory of probable cause&#10;3. Test the theory to determine the cause &#10;4. Establish a plan of action&#10;5. Implement the solution&#10;6. Verify the solution &#10;7. Document findings, actions, and outcomes"/>
        </a:ext>
      </dgm:extLst>
    </dgm:pt>
    <dgm:pt modelId="{1D8DA6CC-3AD0-4257-894C-A19473D7C48B}" type="parTrans" cxnId="{CCB5BA65-F47D-4577-AE63-91B13B93A10F}">
      <dgm:prSet/>
      <dgm:spPr/>
      <dgm:t>
        <a:bodyPr/>
        <a:lstStyle/>
        <a:p>
          <a:endParaRPr lang="en-US"/>
        </a:p>
      </dgm:t>
    </dgm:pt>
    <dgm:pt modelId="{18E5CF8B-323B-4C3E-A2DE-858A7A9792DF}" type="sibTrans" cxnId="{CCB5BA65-F47D-4577-AE63-91B13B93A10F}">
      <dgm:prSet/>
      <dgm:spPr/>
      <dgm:t>
        <a:bodyPr/>
        <a:lstStyle/>
        <a:p>
          <a:endParaRPr lang="en-US"/>
        </a:p>
      </dgm:t>
    </dgm:pt>
    <dgm:pt modelId="{BEA9A9D2-2CC3-48DF-9B15-FFE93EDFE73B}">
      <dgm:prSet phldrT="[Text]"/>
      <dgm:spPr>
        <a:solidFill>
          <a:srgbClr val="004F71"/>
        </a:solidFill>
      </dgm:spPr>
      <dgm:t>
        <a:bodyPr/>
        <a:lstStyle/>
        <a:p>
          <a:r>
            <a:rPr lang="en-US"/>
            <a:t>Test the theory to determine cause </a:t>
          </a:r>
        </a:p>
      </dgm:t>
      <dgm:extLst>
        <a:ext uri="{E40237B7-FDA0-4F09-8148-C483321AD2D9}">
          <dgm14:cNvPr xmlns:dgm14="http://schemas.microsoft.com/office/drawing/2010/diagram" id="0" name="" descr="Troubleshooting Methodology&#10;1. Identify the problem&#10;2. Establish a theory of probable cause&#10;3. Test the theory to determine the cause &#10;4. Establish a plan of action&#10;5. Implement the solution&#10;6. Verify the solution &#10;7. Document findings, actions, and outcomes"/>
        </a:ext>
      </dgm:extLst>
    </dgm:pt>
    <dgm:pt modelId="{1887B99E-BDB8-498B-89CB-66C471E4ECD1}" type="parTrans" cxnId="{8FF61672-2CBE-4586-84A7-99F96170ADD8}">
      <dgm:prSet/>
      <dgm:spPr/>
      <dgm:t>
        <a:bodyPr/>
        <a:lstStyle/>
        <a:p>
          <a:endParaRPr lang="en-US"/>
        </a:p>
      </dgm:t>
    </dgm:pt>
    <dgm:pt modelId="{2CB806E1-E25F-4EEE-A1CD-0C9DF4C94F09}" type="sibTrans" cxnId="{8FF61672-2CBE-4586-84A7-99F96170ADD8}">
      <dgm:prSet/>
      <dgm:spPr/>
      <dgm:t>
        <a:bodyPr/>
        <a:lstStyle/>
        <a:p>
          <a:endParaRPr lang="en-US"/>
        </a:p>
      </dgm:t>
    </dgm:pt>
    <dgm:pt modelId="{E06CBFD7-26CC-4779-A6EF-DAB0FEDA9839}">
      <dgm:prSet phldrT="[Text]"/>
      <dgm:spPr>
        <a:solidFill>
          <a:srgbClr val="004F71"/>
        </a:solidFill>
      </dgm:spPr>
      <dgm:t>
        <a:bodyPr/>
        <a:lstStyle/>
        <a:p>
          <a:r>
            <a:rPr lang="en-US"/>
            <a:t>Establish a plan of action</a:t>
          </a:r>
        </a:p>
      </dgm:t>
      <dgm:extLst>
        <a:ext uri="{E40237B7-FDA0-4F09-8148-C483321AD2D9}">
          <dgm14:cNvPr xmlns:dgm14="http://schemas.microsoft.com/office/drawing/2010/diagram" id="0" name="" descr="Troubleshooting Methodology&#10;1. Identify the problem&#10;2. Establish a theory of probable cause&#10;3. Test the theory to determine the cause &#10;4. Establish a plan of action&#10;5. Implement the solution&#10;6. Verify the solution &#10;7. Document findings, actions, and outcomes"/>
        </a:ext>
      </dgm:extLst>
    </dgm:pt>
    <dgm:pt modelId="{5ECE16AD-74CF-4BAA-8B0D-58E86E153424}" type="parTrans" cxnId="{65A89983-E16A-41A6-B3A9-2FACE96CE4BD}">
      <dgm:prSet/>
      <dgm:spPr/>
      <dgm:t>
        <a:bodyPr/>
        <a:lstStyle/>
        <a:p>
          <a:endParaRPr lang="en-US"/>
        </a:p>
      </dgm:t>
    </dgm:pt>
    <dgm:pt modelId="{2D321BA5-7F5E-42A8-A19A-784F85E73651}" type="sibTrans" cxnId="{65A89983-E16A-41A6-B3A9-2FACE96CE4BD}">
      <dgm:prSet/>
      <dgm:spPr/>
      <dgm:t>
        <a:bodyPr/>
        <a:lstStyle/>
        <a:p>
          <a:endParaRPr lang="en-US"/>
        </a:p>
      </dgm:t>
    </dgm:pt>
    <dgm:pt modelId="{BFC813C7-CF14-483C-88A9-EFF01C2FABB2}">
      <dgm:prSet phldrT="[Text]"/>
      <dgm:spPr>
        <a:solidFill>
          <a:srgbClr val="004F71"/>
        </a:solidFill>
      </dgm:spPr>
      <dgm:t>
        <a:bodyPr/>
        <a:lstStyle/>
        <a:p>
          <a:r>
            <a:rPr lang="en-US"/>
            <a:t>Implement the solution</a:t>
          </a:r>
        </a:p>
      </dgm:t>
      <dgm:extLst>
        <a:ext uri="{E40237B7-FDA0-4F09-8148-C483321AD2D9}">
          <dgm14:cNvPr xmlns:dgm14="http://schemas.microsoft.com/office/drawing/2010/diagram" id="0" name="" descr="Troubleshooting Methodology&#10;1. Identify the problem&#10;2. Establish a theory of probable cause&#10;3. Test the theory to determine the cause &#10;4. Establish a plan of action&#10;5. Implement the solution&#10;6. Verify the solution &#10;7. Document findings, actions, and outcomes"/>
        </a:ext>
      </dgm:extLst>
    </dgm:pt>
    <dgm:pt modelId="{40468690-015B-444A-9B66-9908D5C99536}" type="parTrans" cxnId="{592B8025-728F-49C7-A16F-CE7A20261489}">
      <dgm:prSet/>
      <dgm:spPr/>
      <dgm:t>
        <a:bodyPr/>
        <a:lstStyle/>
        <a:p>
          <a:endParaRPr lang="en-US"/>
        </a:p>
      </dgm:t>
    </dgm:pt>
    <dgm:pt modelId="{3D652870-33CB-4318-A82C-DDEA2D2ADD1A}" type="sibTrans" cxnId="{592B8025-728F-49C7-A16F-CE7A20261489}">
      <dgm:prSet/>
      <dgm:spPr/>
      <dgm:t>
        <a:bodyPr/>
        <a:lstStyle/>
        <a:p>
          <a:endParaRPr lang="en-US"/>
        </a:p>
      </dgm:t>
    </dgm:pt>
    <dgm:pt modelId="{A81D3D1F-D6E2-4975-8BDE-C0F0383A159D}">
      <dgm:prSet phldrT="[Text]"/>
      <dgm:spPr>
        <a:solidFill>
          <a:srgbClr val="004F71"/>
        </a:solidFill>
      </dgm:spPr>
      <dgm:t>
        <a:bodyPr/>
        <a:lstStyle/>
        <a:p>
          <a:r>
            <a:rPr lang="en-US"/>
            <a:t>Verify the solution </a:t>
          </a:r>
        </a:p>
      </dgm:t>
      <dgm:extLst>
        <a:ext uri="{E40237B7-FDA0-4F09-8148-C483321AD2D9}">
          <dgm14:cNvPr xmlns:dgm14="http://schemas.microsoft.com/office/drawing/2010/diagram" id="0" name="" descr="Troubleshooting Methodology&#10;1. Identify the problem&#10;2. Establish a theory of probable cause&#10;3. Test the theory to determine the cause &#10;4. Establish a plan of action&#10;5. Implement the solution&#10;6. Verify the solution &#10;7. Document findings, actions, and outcomes"/>
        </a:ext>
      </dgm:extLst>
    </dgm:pt>
    <dgm:pt modelId="{22203960-FD89-48C4-932B-AC05675F2B0E}" type="parTrans" cxnId="{1183FB60-850A-4911-9734-62B37A56BE2D}">
      <dgm:prSet/>
      <dgm:spPr/>
      <dgm:t>
        <a:bodyPr/>
        <a:lstStyle/>
        <a:p>
          <a:endParaRPr lang="en-US"/>
        </a:p>
      </dgm:t>
    </dgm:pt>
    <dgm:pt modelId="{86162E5F-EDFB-447D-B98A-D0B7026715C2}" type="sibTrans" cxnId="{1183FB60-850A-4911-9734-62B37A56BE2D}">
      <dgm:prSet/>
      <dgm:spPr/>
      <dgm:t>
        <a:bodyPr/>
        <a:lstStyle/>
        <a:p>
          <a:endParaRPr lang="en-US"/>
        </a:p>
      </dgm:t>
    </dgm:pt>
    <dgm:pt modelId="{3B28D745-778F-4249-976D-0763D4922CFE}">
      <dgm:prSet phldrT="[Text]"/>
      <dgm:spPr>
        <a:solidFill>
          <a:srgbClr val="004F71"/>
        </a:solidFill>
      </dgm:spPr>
      <dgm:t>
        <a:bodyPr/>
        <a:lstStyle/>
        <a:p>
          <a:r>
            <a:rPr lang="en-US"/>
            <a:t>Document findings, actions, and outcomes</a:t>
          </a:r>
        </a:p>
      </dgm:t>
      <dgm:extLst>
        <a:ext uri="{E40237B7-FDA0-4F09-8148-C483321AD2D9}">
          <dgm14:cNvPr xmlns:dgm14="http://schemas.microsoft.com/office/drawing/2010/diagram" id="0" name="" descr="Troubleshooting Methodology&#10;1. Identify the problem&#10;2. Establish a theory of probable cause&#10;3. Test the theory to determine the cause &#10;4. Establish a plan of action&#10;5. Implement the solution&#10;6. Verify the solution &#10;7. Document findings, actions, and outcomes"/>
        </a:ext>
      </dgm:extLst>
    </dgm:pt>
    <dgm:pt modelId="{03F5BBE4-C9DB-480C-A088-9BA36E6F3CBE}" type="parTrans" cxnId="{51AE6BCC-C0B3-4C64-9AF8-02EB26FAD02F}">
      <dgm:prSet/>
      <dgm:spPr/>
      <dgm:t>
        <a:bodyPr/>
        <a:lstStyle/>
        <a:p>
          <a:endParaRPr lang="en-US"/>
        </a:p>
      </dgm:t>
    </dgm:pt>
    <dgm:pt modelId="{CFB2DA86-C828-4AB9-8E94-2E3E98A67E0D}" type="sibTrans" cxnId="{51AE6BCC-C0B3-4C64-9AF8-02EB26FAD02F}">
      <dgm:prSet/>
      <dgm:spPr/>
      <dgm:t>
        <a:bodyPr/>
        <a:lstStyle/>
        <a:p>
          <a:endParaRPr lang="en-US"/>
        </a:p>
      </dgm:t>
    </dgm:pt>
    <dgm:pt modelId="{DCA1F4DF-F380-3245-996D-45CB5004185B}" type="pres">
      <dgm:prSet presAssocID="{25711B75-B792-4991-8EC5-8FFE2B8264DF}" presName="Name0" presStyleCnt="0">
        <dgm:presLayoutVars>
          <dgm:dir/>
          <dgm:resizeHandles val="exact"/>
        </dgm:presLayoutVars>
      </dgm:prSet>
      <dgm:spPr/>
    </dgm:pt>
    <dgm:pt modelId="{620EF4C2-37AE-7E43-B281-72DD9226906E}" type="pres">
      <dgm:prSet presAssocID="{0FF87F3A-B2F1-4C4D-9314-F74E956450F3}" presName="node" presStyleLbl="node1" presStyleIdx="0" presStyleCnt="7">
        <dgm:presLayoutVars>
          <dgm:bulletEnabled val="1"/>
        </dgm:presLayoutVars>
      </dgm:prSet>
      <dgm:spPr/>
    </dgm:pt>
    <dgm:pt modelId="{9319AFE3-2FA8-F641-9643-6870DD57507F}" type="pres">
      <dgm:prSet presAssocID="{4550777D-E5C0-4FF2-ADBC-AB5785A6DB4C}" presName="sibTrans" presStyleLbl="sibTrans1D1" presStyleIdx="0" presStyleCnt="6"/>
      <dgm:spPr/>
    </dgm:pt>
    <dgm:pt modelId="{78DE6C64-988A-FB44-ACAD-365C65B7A5A8}" type="pres">
      <dgm:prSet presAssocID="{4550777D-E5C0-4FF2-ADBC-AB5785A6DB4C}" presName="connectorText" presStyleLbl="sibTrans1D1" presStyleIdx="0" presStyleCnt="6"/>
      <dgm:spPr/>
    </dgm:pt>
    <dgm:pt modelId="{A62E1FEE-9068-5A45-B121-5F1969D588FC}" type="pres">
      <dgm:prSet presAssocID="{4DF90761-BE61-4628-B3C0-D492A0B3DF2E}" presName="node" presStyleLbl="node1" presStyleIdx="1" presStyleCnt="7">
        <dgm:presLayoutVars>
          <dgm:bulletEnabled val="1"/>
        </dgm:presLayoutVars>
      </dgm:prSet>
      <dgm:spPr/>
    </dgm:pt>
    <dgm:pt modelId="{E7EBB891-FDB1-E849-A887-7656C3705457}" type="pres">
      <dgm:prSet presAssocID="{18E5CF8B-323B-4C3E-A2DE-858A7A9792DF}" presName="sibTrans" presStyleLbl="sibTrans1D1" presStyleIdx="1" presStyleCnt="6"/>
      <dgm:spPr/>
    </dgm:pt>
    <dgm:pt modelId="{281B83E5-6A6F-7A46-A130-A411396ABF23}" type="pres">
      <dgm:prSet presAssocID="{18E5CF8B-323B-4C3E-A2DE-858A7A9792DF}" presName="connectorText" presStyleLbl="sibTrans1D1" presStyleIdx="1" presStyleCnt="6"/>
      <dgm:spPr/>
    </dgm:pt>
    <dgm:pt modelId="{5CD28EE0-C40D-2F41-A1AC-1249A36751F2}" type="pres">
      <dgm:prSet presAssocID="{BEA9A9D2-2CC3-48DF-9B15-FFE93EDFE73B}" presName="node" presStyleLbl="node1" presStyleIdx="2" presStyleCnt="7">
        <dgm:presLayoutVars>
          <dgm:bulletEnabled val="1"/>
        </dgm:presLayoutVars>
      </dgm:prSet>
      <dgm:spPr/>
    </dgm:pt>
    <dgm:pt modelId="{E91191CA-2998-AE4B-AB28-1EA9C9DF898D}" type="pres">
      <dgm:prSet presAssocID="{2CB806E1-E25F-4EEE-A1CD-0C9DF4C94F09}" presName="sibTrans" presStyleLbl="sibTrans1D1" presStyleIdx="2" presStyleCnt="6"/>
      <dgm:spPr/>
    </dgm:pt>
    <dgm:pt modelId="{801B58CF-4C30-4844-B7A5-A720F740CD61}" type="pres">
      <dgm:prSet presAssocID="{2CB806E1-E25F-4EEE-A1CD-0C9DF4C94F09}" presName="connectorText" presStyleLbl="sibTrans1D1" presStyleIdx="2" presStyleCnt="6"/>
      <dgm:spPr/>
    </dgm:pt>
    <dgm:pt modelId="{13855DCD-E1FD-5B47-B4F6-5FD04BD56D55}" type="pres">
      <dgm:prSet presAssocID="{E06CBFD7-26CC-4779-A6EF-DAB0FEDA9839}" presName="node" presStyleLbl="node1" presStyleIdx="3" presStyleCnt="7">
        <dgm:presLayoutVars>
          <dgm:bulletEnabled val="1"/>
        </dgm:presLayoutVars>
      </dgm:prSet>
      <dgm:spPr/>
    </dgm:pt>
    <dgm:pt modelId="{95FACC98-2D24-5D4F-A8A4-1E57C1E4B68B}" type="pres">
      <dgm:prSet presAssocID="{2D321BA5-7F5E-42A8-A19A-784F85E73651}" presName="sibTrans" presStyleLbl="sibTrans1D1" presStyleIdx="3" presStyleCnt="6"/>
      <dgm:spPr/>
    </dgm:pt>
    <dgm:pt modelId="{33851D0D-9440-AC44-B4C7-BFC176D07AF5}" type="pres">
      <dgm:prSet presAssocID="{2D321BA5-7F5E-42A8-A19A-784F85E73651}" presName="connectorText" presStyleLbl="sibTrans1D1" presStyleIdx="3" presStyleCnt="6"/>
      <dgm:spPr/>
    </dgm:pt>
    <dgm:pt modelId="{787BCFE0-834F-2044-9AB4-FC14BB88B17A}" type="pres">
      <dgm:prSet presAssocID="{BFC813C7-CF14-483C-88A9-EFF01C2FABB2}" presName="node" presStyleLbl="node1" presStyleIdx="4" presStyleCnt="7">
        <dgm:presLayoutVars>
          <dgm:bulletEnabled val="1"/>
        </dgm:presLayoutVars>
      </dgm:prSet>
      <dgm:spPr/>
    </dgm:pt>
    <dgm:pt modelId="{A51D47E0-5D9D-5C4D-98FB-42E5ACA37575}" type="pres">
      <dgm:prSet presAssocID="{3D652870-33CB-4318-A82C-DDEA2D2ADD1A}" presName="sibTrans" presStyleLbl="sibTrans1D1" presStyleIdx="4" presStyleCnt="6"/>
      <dgm:spPr/>
    </dgm:pt>
    <dgm:pt modelId="{5AAF2AA3-E7DD-5E4B-BA4D-D2F716A94DBF}" type="pres">
      <dgm:prSet presAssocID="{3D652870-33CB-4318-A82C-DDEA2D2ADD1A}" presName="connectorText" presStyleLbl="sibTrans1D1" presStyleIdx="4" presStyleCnt="6"/>
      <dgm:spPr/>
    </dgm:pt>
    <dgm:pt modelId="{B7FF0EC2-EC50-F341-9F41-0876CA8617D0}" type="pres">
      <dgm:prSet presAssocID="{A81D3D1F-D6E2-4975-8BDE-C0F0383A159D}" presName="node" presStyleLbl="node1" presStyleIdx="5" presStyleCnt="7">
        <dgm:presLayoutVars>
          <dgm:bulletEnabled val="1"/>
        </dgm:presLayoutVars>
      </dgm:prSet>
      <dgm:spPr/>
    </dgm:pt>
    <dgm:pt modelId="{AA889254-43CF-7043-B3FA-C82E4BE1D15B}" type="pres">
      <dgm:prSet presAssocID="{86162E5F-EDFB-447D-B98A-D0B7026715C2}" presName="sibTrans" presStyleLbl="sibTrans1D1" presStyleIdx="5" presStyleCnt="6"/>
      <dgm:spPr/>
    </dgm:pt>
    <dgm:pt modelId="{FCA6764E-A656-7A4A-A405-074E3B888127}" type="pres">
      <dgm:prSet presAssocID="{86162E5F-EDFB-447D-B98A-D0B7026715C2}" presName="connectorText" presStyleLbl="sibTrans1D1" presStyleIdx="5" presStyleCnt="6"/>
      <dgm:spPr/>
    </dgm:pt>
    <dgm:pt modelId="{9370D6F4-19FE-E845-BF0B-2E7CA97638DB}" type="pres">
      <dgm:prSet presAssocID="{3B28D745-778F-4249-976D-0763D4922CFE}" presName="node" presStyleLbl="node1" presStyleIdx="6" presStyleCnt="7">
        <dgm:presLayoutVars>
          <dgm:bulletEnabled val="1"/>
        </dgm:presLayoutVars>
      </dgm:prSet>
      <dgm:spPr/>
    </dgm:pt>
  </dgm:ptLst>
  <dgm:cxnLst>
    <dgm:cxn modelId="{79D9850C-E99F-3B45-9F24-87CC295E014F}" type="presOf" srcId="{25711B75-B792-4991-8EC5-8FFE2B8264DF}" destId="{DCA1F4DF-F380-3245-996D-45CB5004185B}" srcOrd="0" destOrd="0" presId="urn:microsoft.com/office/officeart/2005/8/layout/bProcess3"/>
    <dgm:cxn modelId="{35205A17-BA8E-114C-A103-92B18EF0F9E4}" type="presOf" srcId="{E06CBFD7-26CC-4779-A6EF-DAB0FEDA9839}" destId="{13855DCD-E1FD-5B47-B4F6-5FD04BD56D55}" srcOrd="0" destOrd="0" presId="urn:microsoft.com/office/officeart/2005/8/layout/bProcess3"/>
    <dgm:cxn modelId="{23249124-C021-E64B-8D21-4291A9525E39}" type="presOf" srcId="{18E5CF8B-323B-4C3E-A2DE-858A7A9792DF}" destId="{E7EBB891-FDB1-E849-A887-7656C3705457}" srcOrd="0" destOrd="0" presId="urn:microsoft.com/office/officeart/2005/8/layout/bProcess3"/>
    <dgm:cxn modelId="{592B8025-728F-49C7-A16F-CE7A20261489}" srcId="{25711B75-B792-4991-8EC5-8FFE2B8264DF}" destId="{BFC813C7-CF14-483C-88A9-EFF01C2FABB2}" srcOrd="4" destOrd="0" parTransId="{40468690-015B-444A-9B66-9908D5C99536}" sibTransId="{3D652870-33CB-4318-A82C-DDEA2D2ADD1A}"/>
    <dgm:cxn modelId="{1702C02C-6614-074F-A626-4615CDE57703}" type="presOf" srcId="{86162E5F-EDFB-447D-B98A-D0B7026715C2}" destId="{FCA6764E-A656-7A4A-A405-074E3B888127}" srcOrd="1" destOrd="0" presId="urn:microsoft.com/office/officeart/2005/8/layout/bProcess3"/>
    <dgm:cxn modelId="{AE86A72F-0803-46B7-9D7C-708D47F47AAD}" srcId="{25711B75-B792-4991-8EC5-8FFE2B8264DF}" destId="{0FF87F3A-B2F1-4C4D-9314-F74E956450F3}" srcOrd="0" destOrd="0" parTransId="{F90CC711-8FF1-416E-AF97-0E371DEA5F3F}" sibTransId="{4550777D-E5C0-4FF2-ADBC-AB5785A6DB4C}"/>
    <dgm:cxn modelId="{B29D783B-6C9C-6C48-BBD6-6AB43CDCAC47}" type="presOf" srcId="{2CB806E1-E25F-4EEE-A1CD-0C9DF4C94F09}" destId="{E91191CA-2998-AE4B-AB28-1EA9C9DF898D}" srcOrd="0" destOrd="0" presId="urn:microsoft.com/office/officeart/2005/8/layout/bProcess3"/>
    <dgm:cxn modelId="{3E066C5B-6BCD-E24D-B725-88FD29238943}" type="presOf" srcId="{2D321BA5-7F5E-42A8-A19A-784F85E73651}" destId="{33851D0D-9440-AC44-B4C7-BFC176D07AF5}" srcOrd="1" destOrd="0" presId="urn:microsoft.com/office/officeart/2005/8/layout/bProcess3"/>
    <dgm:cxn modelId="{1183FB60-850A-4911-9734-62B37A56BE2D}" srcId="{25711B75-B792-4991-8EC5-8FFE2B8264DF}" destId="{A81D3D1F-D6E2-4975-8BDE-C0F0383A159D}" srcOrd="5" destOrd="0" parTransId="{22203960-FD89-48C4-932B-AC05675F2B0E}" sibTransId="{86162E5F-EDFB-447D-B98A-D0B7026715C2}"/>
    <dgm:cxn modelId="{CCB5BA65-F47D-4577-AE63-91B13B93A10F}" srcId="{25711B75-B792-4991-8EC5-8FFE2B8264DF}" destId="{4DF90761-BE61-4628-B3C0-D492A0B3DF2E}" srcOrd="1" destOrd="0" parTransId="{1D8DA6CC-3AD0-4257-894C-A19473D7C48B}" sibTransId="{18E5CF8B-323B-4C3E-A2DE-858A7A9792DF}"/>
    <dgm:cxn modelId="{650A6566-B565-0D49-B667-941348721FF4}" type="presOf" srcId="{2D321BA5-7F5E-42A8-A19A-784F85E73651}" destId="{95FACC98-2D24-5D4F-A8A4-1E57C1E4B68B}" srcOrd="0" destOrd="0" presId="urn:microsoft.com/office/officeart/2005/8/layout/bProcess3"/>
    <dgm:cxn modelId="{243D734A-7B0F-A24E-A10E-02B2F2238F5F}" type="presOf" srcId="{BFC813C7-CF14-483C-88A9-EFF01C2FABB2}" destId="{787BCFE0-834F-2044-9AB4-FC14BB88B17A}" srcOrd="0" destOrd="0" presId="urn:microsoft.com/office/officeart/2005/8/layout/bProcess3"/>
    <dgm:cxn modelId="{C64CC44A-4DDC-0B40-AE52-279170267C5C}" type="presOf" srcId="{4550777D-E5C0-4FF2-ADBC-AB5785A6DB4C}" destId="{9319AFE3-2FA8-F641-9643-6870DD57507F}" srcOrd="0" destOrd="0" presId="urn:microsoft.com/office/officeart/2005/8/layout/bProcess3"/>
    <dgm:cxn modelId="{8FF61672-2CBE-4586-84A7-99F96170ADD8}" srcId="{25711B75-B792-4991-8EC5-8FFE2B8264DF}" destId="{BEA9A9D2-2CC3-48DF-9B15-FFE93EDFE73B}" srcOrd="2" destOrd="0" parTransId="{1887B99E-BDB8-498B-89CB-66C471E4ECD1}" sibTransId="{2CB806E1-E25F-4EEE-A1CD-0C9DF4C94F09}"/>
    <dgm:cxn modelId="{293C3372-B503-4D4A-9F36-66B3201A49A9}" type="presOf" srcId="{0FF87F3A-B2F1-4C4D-9314-F74E956450F3}" destId="{620EF4C2-37AE-7E43-B281-72DD9226906E}" srcOrd="0" destOrd="0" presId="urn:microsoft.com/office/officeart/2005/8/layout/bProcess3"/>
    <dgm:cxn modelId="{3EE4E255-BF22-5242-B332-F6F6C9C64C8B}" type="presOf" srcId="{4DF90761-BE61-4628-B3C0-D492A0B3DF2E}" destId="{A62E1FEE-9068-5A45-B121-5F1969D588FC}" srcOrd="0" destOrd="0" presId="urn:microsoft.com/office/officeart/2005/8/layout/bProcess3"/>
    <dgm:cxn modelId="{3CB3C87F-D6BB-DA41-93C6-A9ACDD057C85}" type="presOf" srcId="{3D652870-33CB-4318-A82C-DDEA2D2ADD1A}" destId="{A51D47E0-5D9D-5C4D-98FB-42E5ACA37575}" srcOrd="0" destOrd="0" presId="urn:microsoft.com/office/officeart/2005/8/layout/bProcess3"/>
    <dgm:cxn modelId="{65A89983-E16A-41A6-B3A9-2FACE96CE4BD}" srcId="{25711B75-B792-4991-8EC5-8FFE2B8264DF}" destId="{E06CBFD7-26CC-4779-A6EF-DAB0FEDA9839}" srcOrd="3" destOrd="0" parTransId="{5ECE16AD-74CF-4BAA-8B0D-58E86E153424}" sibTransId="{2D321BA5-7F5E-42A8-A19A-784F85E73651}"/>
    <dgm:cxn modelId="{F530AAAC-8674-974C-847B-089E7C239066}" type="presOf" srcId="{4550777D-E5C0-4FF2-ADBC-AB5785A6DB4C}" destId="{78DE6C64-988A-FB44-ACAD-365C65B7A5A8}" srcOrd="1" destOrd="0" presId="urn:microsoft.com/office/officeart/2005/8/layout/bProcess3"/>
    <dgm:cxn modelId="{4978AABE-373B-4249-8B09-47498EB5978F}" type="presOf" srcId="{86162E5F-EDFB-447D-B98A-D0B7026715C2}" destId="{AA889254-43CF-7043-B3FA-C82E4BE1D15B}" srcOrd="0" destOrd="0" presId="urn:microsoft.com/office/officeart/2005/8/layout/bProcess3"/>
    <dgm:cxn modelId="{C476DEC0-2004-B744-84F1-732BFED70892}" type="presOf" srcId="{18E5CF8B-323B-4C3E-A2DE-858A7A9792DF}" destId="{281B83E5-6A6F-7A46-A130-A411396ABF23}" srcOrd="1" destOrd="0" presId="urn:microsoft.com/office/officeart/2005/8/layout/bProcess3"/>
    <dgm:cxn modelId="{51AE6BCC-C0B3-4C64-9AF8-02EB26FAD02F}" srcId="{25711B75-B792-4991-8EC5-8FFE2B8264DF}" destId="{3B28D745-778F-4249-976D-0763D4922CFE}" srcOrd="6" destOrd="0" parTransId="{03F5BBE4-C9DB-480C-A088-9BA36E6F3CBE}" sibTransId="{CFB2DA86-C828-4AB9-8E94-2E3E98A67E0D}"/>
    <dgm:cxn modelId="{6737A8D5-6809-0A43-AB97-0532CB844DBA}" type="presOf" srcId="{3B28D745-778F-4249-976D-0763D4922CFE}" destId="{9370D6F4-19FE-E845-BF0B-2E7CA97638DB}" srcOrd="0" destOrd="0" presId="urn:microsoft.com/office/officeart/2005/8/layout/bProcess3"/>
    <dgm:cxn modelId="{E3CA09D8-6222-6F43-82EB-5F79DF87B9C6}" type="presOf" srcId="{A81D3D1F-D6E2-4975-8BDE-C0F0383A159D}" destId="{B7FF0EC2-EC50-F341-9F41-0876CA8617D0}" srcOrd="0" destOrd="0" presId="urn:microsoft.com/office/officeart/2005/8/layout/bProcess3"/>
    <dgm:cxn modelId="{A42292F1-5D9D-D34B-850C-3AFF4BDF56FA}" type="presOf" srcId="{2CB806E1-E25F-4EEE-A1CD-0C9DF4C94F09}" destId="{801B58CF-4C30-4844-B7A5-A720F740CD61}" srcOrd="1" destOrd="0" presId="urn:microsoft.com/office/officeart/2005/8/layout/bProcess3"/>
    <dgm:cxn modelId="{0918B3FC-09E8-EF43-AA4C-304000C4EF55}" type="presOf" srcId="{3D652870-33CB-4318-A82C-DDEA2D2ADD1A}" destId="{5AAF2AA3-E7DD-5E4B-BA4D-D2F716A94DBF}" srcOrd="1" destOrd="0" presId="urn:microsoft.com/office/officeart/2005/8/layout/bProcess3"/>
    <dgm:cxn modelId="{0C1E61FF-ED6F-B342-ACD1-4E6E309DC8E7}" type="presOf" srcId="{BEA9A9D2-2CC3-48DF-9B15-FFE93EDFE73B}" destId="{5CD28EE0-C40D-2F41-A1AC-1249A36751F2}" srcOrd="0" destOrd="0" presId="urn:microsoft.com/office/officeart/2005/8/layout/bProcess3"/>
    <dgm:cxn modelId="{33C41AF4-6A26-7647-8F2E-7ECD5911ECF5}" type="presParOf" srcId="{DCA1F4DF-F380-3245-996D-45CB5004185B}" destId="{620EF4C2-37AE-7E43-B281-72DD9226906E}" srcOrd="0" destOrd="0" presId="urn:microsoft.com/office/officeart/2005/8/layout/bProcess3"/>
    <dgm:cxn modelId="{32B99E2B-621C-6747-9C2B-25C94D2576EF}" type="presParOf" srcId="{DCA1F4DF-F380-3245-996D-45CB5004185B}" destId="{9319AFE3-2FA8-F641-9643-6870DD57507F}" srcOrd="1" destOrd="0" presId="urn:microsoft.com/office/officeart/2005/8/layout/bProcess3"/>
    <dgm:cxn modelId="{65468FD0-B2C4-9244-9E12-D3F6C37DF6DB}" type="presParOf" srcId="{9319AFE3-2FA8-F641-9643-6870DD57507F}" destId="{78DE6C64-988A-FB44-ACAD-365C65B7A5A8}" srcOrd="0" destOrd="0" presId="urn:microsoft.com/office/officeart/2005/8/layout/bProcess3"/>
    <dgm:cxn modelId="{A828B607-F591-DF48-843E-791446A43B97}" type="presParOf" srcId="{DCA1F4DF-F380-3245-996D-45CB5004185B}" destId="{A62E1FEE-9068-5A45-B121-5F1969D588FC}" srcOrd="2" destOrd="0" presId="urn:microsoft.com/office/officeart/2005/8/layout/bProcess3"/>
    <dgm:cxn modelId="{8FE710F9-608B-2B43-98DA-7C1C91232E36}" type="presParOf" srcId="{DCA1F4DF-F380-3245-996D-45CB5004185B}" destId="{E7EBB891-FDB1-E849-A887-7656C3705457}" srcOrd="3" destOrd="0" presId="urn:microsoft.com/office/officeart/2005/8/layout/bProcess3"/>
    <dgm:cxn modelId="{DAA0B5E4-AB13-724F-89FD-9765C2A4AE38}" type="presParOf" srcId="{E7EBB891-FDB1-E849-A887-7656C3705457}" destId="{281B83E5-6A6F-7A46-A130-A411396ABF23}" srcOrd="0" destOrd="0" presId="urn:microsoft.com/office/officeart/2005/8/layout/bProcess3"/>
    <dgm:cxn modelId="{1B88D667-613A-6D44-B3A6-8735112843A4}" type="presParOf" srcId="{DCA1F4DF-F380-3245-996D-45CB5004185B}" destId="{5CD28EE0-C40D-2F41-A1AC-1249A36751F2}" srcOrd="4" destOrd="0" presId="urn:microsoft.com/office/officeart/2005/8/layout/bProcess3"/>
    <dgm:cxn modelId="{EDF1695D-90E8-A843-A656-E076F924EBE2}" type="presParOf" srcId="{DCA1F4DF-F380-3245-996D-45CB5004185B}" destId="{E91191CA-2998-AE4B-AB28-1EA9C9DF898D}" srcOrd="5" destOrd="0" presId="urn:microsoft.com/office/officeart/2005/8/layout/bProcess3"/>
    <dgm:cxn modelId="{3E39CB4E-2039-7C4C-9813-12ACF7DA2E57}" type="presParOf" srcId="{E91191CA-2998-AE4B-AB28-1EA9C9DF898D}" destId="{801B58CF-4C30-4844-B7A5-A720F740CD61}" srcOrd="0" destOrd="0" presId="urn:microsoft.com/office/officeart/2005/8/layout/bProcess3"/>
    <dgm:cxn modelId="{7454963A-C79D-8641-84BB-D521FD860829}" type="presParOf" srcId="{DCA1F4DF-F380-3245-996D-45CB5004185B}" destId="{13855DCD-E1FD-5B47-B4F6-5FD04BD56D55}" srcOrd="6" destOrd="0" presId="urn:microsoft.com/office/officeart/2005/8/layout/bProcess3"/>
    <dgm:cxn modelId="{051C5FF8-D79F-AF4B-807A-8C2F1084436F}" type="presParOf" srcId="{DCA1F4DF-F380-3245-996D-45CB5004185B}" destId="{95FACC98-2D24-5D4F-A8A4-1E57C1E4B68B}" srcOrd="7" destOrd="0" presId="urn:microsoft.com/office/officeart/2005/8/layout/bProcess3"/>
    <dgm:cxn modelId="{AE6CE009-2777-294B-B5D6-78FBC3485F11}" type="presParOf" srcId="{95FACC98-2D24-5D4F-A8A4-1E57C1E4B68B}" destId="{33851D0D-9440-AC44-B4C7-BFC176D07AF5}" srcOrd="0" destOrd="0" presId="urn:microsoft.com/office/officeart/2005/8/layout/bProcess3"/>
    <dgm:cxn modelId="{490E9F20-7EC7-FE48-ADB1-31B93A847E8B}" type="presParOf" srcId="{DCA1F4DF-F380-3245-996D-45CB5004185B}" destId="{787BCFE0-834F-2044-9AB4-FC14BB88B17A}" srcOrd="8" destOrd="0" presId="urn:microsoft.com/office/officeart/2005/8/layout/bProcess3"/>
    <dgm:cxn modelId="{615F3A94-46C0-CB4F-83B1-60865C148533}" type="presParOf" srcId="{DCA1F4DF-F380-3245-996D-45CB5004185B}" destId="{A51D47E0-5D9D-5C4D-98FB-42E5ACA37575}" srcOrd="9" destOrd="0" presId="urn:microsoft.com/office/officeart/2005/8/layout/bProcess3"/>
    <dgm:cxn modelId="{C5D3377F-C069-B549-BFB5-98F1DEE85FD0}" type="presParOf" srcId="{A51D47E0-5D9D-5C4D-98FB-42E5ACA37575}" destId="{5AAF2AA3-E7DD-5E4B-BA4D-D2F716A94DBF}" srcOrd="0" destOrd="0" presId="urn:microsoft.com/office/officeart/2005/8/layout/bProcess3"/>
    <dgm:cxn modelId="{418A340E-9D35-5144-A0D7-C2979E369410}" type="presParOf" srcId="{DCA1F4DF-F380-3245-996D-45CB5004185B}" destId="{B7FF0EC2-EC50-F341-9F41-0876CA8617D0}" srcOrd="10" destOrd="0" presId="urn:microsoft.com/office/officeart/2005/8/layout/bProcess3"/>
    <dgm:cxn modelId="{17BA0624-121D-184E-BEC0-284B9A9B4C76}" type="presParOf" srcId="{DCA1F4DF-F380-3245-996D-45CB5004185B}" destId="{AA889254-43CF-7043-B3FA-C82E4BE1D15B}" srcOrd="11" destOrd="0" presId="urn:microsoft.com/office/officeart/2005/8/layout/bProcess3"/>
    <dgm:cxn modelId="{D4EAC113-BF49-394B-871D-39DF9622406A}" type="presParOf" srcId="{AA889254-43CF-7043-B3FA-C82E4BE1D15B}" destId="{FCA6764E-A656-7A4A-A405-074E3B888127}" srcOrd="0" destOrd="0" presId="urn:microsoft.com/office/officeart/2005/8/layout/bProcess3"/>
    <dgm:cxn modelId="{D9462A83-65A0-AF4A-8BBE-43B471F48F56}" type="presParOf" srcId="{DCA1F4DF-F380-3245-996D-45CB5004185B}" destId="{9370D6F4-19FE-E845-BF0B-2E7CA97638DB}" srcOrd="12"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40ECA9D0-7EFA-4BD1-AE50-85E22BCB5B4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8149E0D-E3D4-4F46-90A6-525B38AB8EEF}">
      <dgm:prSet phldrT="[Text]"/>
      <dgm:spPr/>
      <dgm:t>
        <a:bodyPr/>
        <a:lstStyle/>
        <a:p>
          <a:r>
            <a:rPr lang="en-US"/>
            <a:t>Gather information </a:t>
          </a:r>
        </a:p>
      </dgm:t>
      <dgm:extLst>
        <a:ext uri="{E40237B7-FDA0-4F09-8148-C483321AD2D9}">
          <dgm14:cNvPr xmlns:dgm14="http://schemas.microsoft.com/office/drawing/2010/diagram" id="0" name="" descr="Gather information  includes system documentation, Installation and maintenance logs and Vendor support sites.  &#10;&#10;Questioning users includes open questions to seek to uncover information and Closed question to invite a yes or no or fixed response"/>
        </a:ext>
      </dgm:extLst>
    </dgm:pt>
    <dgm:pt modelId="{81AB6659-060E-4366-9C3A-88483DEBCC38}" type="parTrans" cxnId="{85752F23-787B-433C-BFB2-95DB55A9AAA7}">
      <dgm:prSet/>
      <dgm:spPr/>
      <dgm:t>
        <a:bodyPr/>
        <a:lstStyle/>
        <a:p>
          <a:endParaRPr lang="en-US"/>
        </a:p>
      </dgm:t>
    </dgm:pt>
    <dgm:pt modelId="{3648F68F-F815-4202-BD43-732C0704EDBD}" type="sibTrans" cxnId="{85752F23-787B-433C-BFB2-95DB55A9AAA7}">
      <dgm:prSet/>
      <dgm:spPr/>
      <dgm:t>
        <a:bodyPr/>
        <a:lstStyle/>
        <a:p>
          <a:endParaRPr lang="en-US"/>
        </a:p>
      </dgm:t>
    </dgm:pt>
    <dgm:pt modelId="{338F0316-B53A-4470-95A2-67BE1BC94A32}">
      <dgm:prSet phldrT="[Text]"/>
      <dgm:spPr/>
      <dgm:t>
        <a:bodyPr/>
        <a:lstStyle/>
        <a:p>
          <a:r>
            <a:rPr lang="en-US"/>
            <a:t>Question users </a:t>
          </a:r>
        </a:p>
      </dgm:t>
      <dgm:extLst>
        <a:ext uri="{E40237B7-FDA0-4F09-8148-C483321AD2D9}">
          <dgm14:cNvPr xmlns:dgm14="http://schemas.microsoft.com/office/drawing/2010/diagram" id="0" name="" descr="Gather information  includes system documentation, Installation and maintenance logs and Vendor support sites.  &#10;&#10;Questioning users includes open questions to seek to uncover information and Closed question to invite a yes or no or fixed response"/>
        </a:ext>
      </dgm:extLst>
    </dgm:pt>
    <dgm:pt modelId="{A8107FAC-D9F5-4BEC-AE82-4FCE59A55F81}" type="parTrans" cxnId="{DAFAC569-2F2E-4F8D-A22B-55FD2A6209F9}">
      <dgm:prSet/>
      <dgm:spPr/>
      <dgm:t>
        <a:bodyPr/>
        <a:lstStyle/>
        <a:p>
          <a:endParaRPr lang="en-US"/>
        </a:p>
      </dgm:t>
    </dgm:pt>
    <dgm:pt modelId="{DC025ABF-4DE8-4281-AB23-1F6C7183EB08}" type="sibTrans" cxnId="{DAFAC569-2F2E-4F8D-A22B-55FD2A6209F9}">
      <dgm:prSet/>
      <dgm:spPr/>
      <dgm:t>
        <a:bodyPr/>
        <a:lstStyle/>
        <a:p>
          <a:endParaRPr lang="en-US"/>
        </a:p>
      </dgm:t>
    </dgm:pt>
    <dgm:pt modelId="{D1587C09-C6EE-42AA-A2F1-AEE004D27425}">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System documentation </a:t>
          </a:r>
        </a:p>
      </dgm:t>
      <dgm:extLst>
        <a:ext uri="{E40237B7-FDA0-4F09-8148-C483321AD2D9}">
          <dgm14:cNvPr xmlns:dgm14="http://schemas.microsoft.com/office/drawing/2010/diagram" id="0" name="" descr="Gather information  includes system documentation, Installation and maintenance logs and Vendor support sites.  &#10;&#10;Questioning users includes open questions to seek to uncover information and Closed question to invite a yes or no or fixed response"/>
        </a:ext>
      </dgm:extLst>
    </dgm:pt>
    <dgm:pt modelId="{EC5F4D62-0675-4609-986E-7A5EFB9F4062}" type="parTrans" cxnId="{08555B86-0294-4E53-BE6A-B9E5A67C5AA9}">
      <dgm:prSet/>
      <dgm:spPr/>
      <dgm:t>
        <a:bodyPr/>
        <a:lstStyle/>
        <a:p>
          <a:endParaRPr lang="en-US"/>
        </a:p>
      </dgm:t>
    </dgm:pt>
    <dgm:pt modelId="{A7BAA5E8-E293-4E7F-8473-6C748D6D341A}" type="sibTrans" cxnId="{08555B86-0294-4E53-BE6A-B9E5A67C5AA9}">
      <dgm:prSet/>
      <dgm:spPr/>
      <dgm:t>
        <a:bodyPr/>
        <a:lstStyle/>
        <a:p>
          <a:endParaRPr lang="en-US"/>
        </a:p>
      </dgm:t>
    </dgm:pt>
    <dgm:pt modelId="{64F3842E-7867-40BD-B2BB-90AAC1AE534E}">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Installation and maintenance logs</a:t>
          </a:r>
        </a:p>
      </dgm:t>
    </dgm:pt>
    <dgm:pt modelId="{0FCFF5AA-D2EB-4D3D-A923-08BE55A18FBF}" type="parTrans" cxnId="{43476CC0-9072-442F-8A20-2ACCC5FF4851}">
      <dgm:prSet/>
      <dgm:spPr/>
      <dgm:t>
        <a:bodyPr/>
        <a:lstStyle/>
        <a:p>
          <a:endParaRPr lang="en-US"/>
        </a:p>
      </dgm:t>
    </dgm:pt>
    <dgm:pt modelId="{16C38DA9-9E74-416A-865B-CBAB8663FCA0}" type="sibTrans" cxnId="{43476CC0-9072-442F-8A20-2ACCC5FF4851}">
      <dgm:prSet/>
      <dgm:spPr/>
      <dgm:t>
        <a:bodyPr/>
        <a:lstStyle/>
        <a:p>
          <a:endParaRPr lang="en-US"/>
        </a:p>
      </dgm:t>
    </dgm:pt>
    <dgm:pt modelId="{BD50E8C9-8921-452B-BBB4-53C2373604CF}">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Vendor support sites </a:t>
          </a:r>
        </a:p>
      </dgm:t>
    </dgm:pt>
    <dgm:pt modelId="{AC1575D6-243E-4F7B-BED6-BF33282C2350}" type="parTrans" cxnId="{7D4CCB6E-8C31-4E9C-AF0E-FB58AE360C1B}">
      <dgm:prSet/>
      <dgm:spPr/>
      <dgm:t>
        <a:bodyPr/>
        <a:lstStyle/>
        <a:p>
          <a:endParaRPr lang="en-US"/>
        </a:p>
      </dgm:t>
    </dgm:pt>
    <dgm:pt modelId="{4F02B8D5-2BBF-4561-A8D5-34ACF395828D}" type="sibTrans" cxnId="{7D4CCB6E-8C31-4E9C-AF0E-FB58AE360C1B}">
      <dgm:prSet/>
      <dgm:spPr/>
      <dgm:t>
        <a:bodyPr/>
        <a:lstStyle/>
        <a:p>
          <a:endParaRPr lang="en-US"/>
        </a:p>
      </dgm:t>
    </dgm:pt>
    <dgm:pt modelId="{39BA6D6F-1A1E-4158-9E81-359CEE3D6AF1}">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Open questions to </a:t>
          </a:r>
          <a:br>
            <a:rPr lang="en-US">
              <a:solidFill>
                <a:srgbClr val="20282F"/>
              </a:solidFill>
            </a:rPr>
          </a:br>
          <a:r>
            <a:rPr lang="en-US">
              <a:solidFill>
                <a:srgbClr val="20282F"/>
              </a:solidFill>
            </a:rPr>
            <a:t>uncover information</a:t>
          </a:r>
        </a:p>
      </dgm:t>
      <dgm:extLst>
        <a:ext uri="{E40237B7-FDA0-4F09-8148-C483321AD2D9}">
          <dgm14:cNvPr xmlns:dgm14="http://schemas.microsoft.com/office/drawing/2010/diagram" id="0" name="" descr="Gather information  includes system documentation, Installation and maintenance logs and Vendor support sites.  &#10;&#10;Questioning users includes open questions to seek to uncover information and Closed question to invite a yes or no or fixed response"/>
        </a:ext>
      </dgm:extLst>
    </dgm:pt>
    <dgm:pt modelId="{67D70C59-0430-435F-9203-2DBF26C61486}" type="parTrans" cxnId="{84CDA5BC-45D8-42A6-88EB-82E03FCF9B73}">
      <dgm:prSet/>
      <dgm:spPr/>
      <dgm:t>
        <a:bodyPr/>
        <a:lstStyle/>
        <a:p>
          <a:endParaRPr lang="en-US"/>
        </a:p>
      </dgm:t>
    </dgm:pt>
    <dgm:pt modelId="{DE93088F-E570-4090-99E6-05F2AC85D325}" type="sibTrans" cxnId="{84CDA5BC-45D8-42A6-88EB-82E03FCF9B73}">
      <dgm:prSet/>
      <dgm:spPr/>
      <dgm:t>
        <a:bodyPr/>
        <a:lstStyle/>
        <a:p>
          <a:endParaRPr lang="en-US"/>
        </a:p>
      </dgm:t>
    </dgm:pt>
    <dgm:pt modelId="{D7969A58-8E6C-43B4-9B5E-B696DCF1A20F}">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Closed question to invite a </a:t>
          </a:r>
          <a:br>
            <a:rPr lang="en-US">
              <a:solidFill>
                <a:srgbClr val="20282F"/>
              </a:solidFill>
            </a:rPr>
          </a:br>
          <a:r>
            <a:rPr lang="en-US">
              <a:solidFill>
                <a:srgbClr val="20282F"/>
              </a:solidFill>
            </a:rPr>
            <a:t>yes or no or fixed response</a:t>
          </a:r>
        </a:p>
      </dgm:t>
    </dgm:pt>
    <dgm:pt modelId="{AAEC8BD6-91BF-4C12-B8FE-553984822835}" type="parTrans" cxnId="{B4771F5D-B65E-431B-B957-A5ED81BAFDD3}">
      <dgm:prSet/>
      <dgm:spPr/>
      <dgm:t>
        <a:bodyPr/>
        <a:lstStyle/>
        <a:p>
          <a:endParaRPr lang="en-US"/>
        </a:p>
      </dgm:t>
    </dgm:pt>
    <dgm:pt modelId="{FE512923-0786-4146-9422-E0C74B736641}" type="sibTrans" cxnId="{B4771F5D-B65E-431B-B957-A5ED81BAFDD3}">
      <dgm:prSet/>
      <dgm:spPr/>
      <dgm:t>
        <a:bodyPr/>
        <a:lstStyle/>
        <a:p>
          <a:endParaRPr lang="en-US"/>
        </a:p>
      </dgm:t>
    </dgm:pt>
    <dgm:pt modelId="{29DEC1DC-8898-4451-B53A-8F72C700F73A}" type="pres">
      <dgm:prSet presAssocID="{40ECA9D0-7EFA-4BD1-AE50-85E22BCB5B46}" presName="linear" presStyleCnt="0">
        <dgm:presLayoutVars>
          <dgm:dir/>
          <dgm:animLvl val="lvl"/>
          <dgm:resizeHandles val="exact"/>
        </dgm:presLayoutVars>
      </dgm:prSet>
      <dgm:spPr/>
    </dgm:pt>
    <dgm:pt modelId="{8228CC38-6CDB-4E3D-B193-B71855278D5E}" type="pres">
      <dgm:prSet presAssocID="{68149E0D-E3D4-4F46-90A6-525B38AB8EEF}" presName="parentLin" presStyleCnt="0"/>
      <dgm:spPr/>
    </dgm:pt>
    <dgm:pt modelId="{84DE4E08-450B-434E-8FC6-7CBAD7F3CBE0}" type="pres">
      <dgm:prSet presAssocID="{68149E0D-E3D4-4F46-90A6-525B38AB8EEF}" presName="parentLeftMargin" presStyleLbl="node1" presStyleIdx="0" presStyleCnt="2"/>
      <dgm:spPr/>
    </dgm:pt>
    <dgm:pt modelId="{2AB8A177-FA7F-4051-B052-5B1FB273466B}" type="pres">
      <dgm:prSet presAssocID="{68149E0D-E3D4-4F46-90A6-525B38AB8EEF}" presName="parentText" presStyleLbl="node1" presStyleIdx="0" presStyleCnt="2">
        <dgm:presLayoutVars>
          <dgm:chMax val="0"/>
          <dgm:bulletEnabled val="1"/>
        </dgm:presLayoutVars>
      </dgm:prSet>
      <dgm:spPr/>
    </dgm:pt>
    <dgm:pt modelId="{F6064303-8111-4115-8749-3E20CD0BAAB8}" type="pres">
      <dgm:prSet presAssocID="{68149E0D-E3D4-4F46-90A6-525B38AB8EEF}" presName="negativeSpace" presStyleCnt="0"/>
      <dgm:spPr/>
    </dgm:pt>
    <dgm:pt modelId="{C89CDA22-70EB-40CA-80D0-711CCBC93CA3}" type="pres">
      <dgm:prSet presAssocID="{68149E0D-E3D4-4F46-90A6-525B38AB8EEF}" presName="childText" presStyleLbl="conFgAcc1" presStyleIdx="0" presStyleCnt="2">
        <dgm:presLayoutVars>
          <dgm:bulletEnabled val="1"/>
        </dgm:presLayoutVars>
      </dgm:prSet>
      <dgm:spPr/>
    </dgm:pt>
    <dgm:pt modelId="{71FAC433-90C2-49D1-A01F-E416A8A4B932}" type="pres">
      <dgm:prSet presAssocID="{3648F68F-F815-4202-BD43-732C0704EDBD}" presName="spaceBetweenRectangles" presStyleCnt="0"/>
      <dgm:spPr/>
    </dgm:pt>
    <dgm:pt modelId="{8006537F-5B54-4B32-85F6-6806A8D7C2F1}" type="pres">
      <dgm:prSet presAssocID="{338F0316-B53A-4470-95A2-67BE1BC94A32}" presName="parentLin" presStyleCnt="0"/>
      <dgm:spPr/>
    </dgm:pt>
    <dgm:pt modelId="{0AAD3BCD-E806-4952-BE41-F94FD2BC93D2}" type="pres">
      <dgm:prSet presAssocID="{338F0316-B53A-4470-95A2-67BE1BC94A32}" presName="parentLeftMargin" presStyleLbl="node1" presStyleIdx="0" presStyleCnt="2"/>
      <dgm:spPr/>
    </dgm:pt>
    <dgm:pt modelId="{2E2492EC-443B-4FC6-BFBF-8A6DF66A908B}" type="pres">
      <dgm:prSet presAssocID="{338F0316-B53A-4470-95A2-67BE1BC94A32}" presName="parentText" presStyleLbl="node1" presStyleIdx="1" presStyleCnt="2">
        <dgm:presLayoutVars>
          <dgm:chMax val="0"/>
          <dgm:bulletEnabled val="1"/>
        </dgm:presLayoutVars>
      </dgm:prSet>
      <dgm:spPr/>
    </dgm:pt>
    <dgm:pt modelId="{50D9EB13-25CF-4928-8983-5E6660BB7928}" type="pres">
      <dgm:prSet presAssocID="{338F0316-B53A-4470-95A2-67BE1BC94A32}" presName="negativeSpace" presStyleCnt="0"/>
      <dgm:spPr/>
    </dgm:pt>
    <dgm:pt modelId="{8D55127C-06C3-49B3-A3A1-5FDECE0F4DDC}" type="pres">
      <dgm:prSet presAssocID="{338F0316-B53A-4470-95A2-67BE1BC94A32}" presName="childText" presStyleLbl="conFgAcc1" presStyleIdx="1" presStyleCnt="2">
        <dgm:presLayoutVars>
          <dgm:bulletEnabled val="1"/>
        </dgm:presLayoutVars>
      </dgm:prSet>
      <dgm:spPr/>
    </dgm:pt>
  </dgm:ptLst>
  <dgm:cxnLst>
    <dgm:cxn modelId="{7A421700-DE53-4089-B355-78DA57D924B8}" type="presOf" srcId="{68149E0D-E3D4-4F46-90A6-525B38AB8EEF}" destId="{2AB8A177-FA7F-4051-B052-5B1FB273466B}" srcOrd="1" destOrd="0" presId="urn:microsoft.com/office/officeart/2005/8/layout/list1"/>
    <dgm:cxn modelId="{53F1BB04-EFD2-4701-9DF2-0821D176836D}" type="presOf" srcId="{40ECA9D0-7EFA-4BD1-AE50-85E22BCB5B46}" destId="{29DEC1DC-8898-4451-B53A-8F72C700F73A}" srcOrd="0" destOrd="0" presId="urn:microsoft.com/office/officeart/2005/8/layout/list1"/>
    <dgm:cxn modelId="{3EE18B1D-CC03-43A8-84D2-E1CB2B24FECD}" type="presOf" srcId="{BD50E8C9-8921-452B-BBB4-53C2373604CF}" destId="{C89CDA22-70EB-40CA-80D0-711CCBC93CA3}" srcOrd="0" destOrd="2" presId="urn:microsoft.com/office/officeart/2005/8/layout/list1"/>
    <dgm:cxn modelId="{85752F23-787B-433C-BFB2-95DB55A9AAA7}" srcId="{40ECA9D0-7EFA-4BD1-AE50-85E22BCB5B46}" destId="{68149E0D-E3D4-4F46-90A6-525B38AB8EEF}" srcOrd="0" destOrd="0" parTransId="{81AB6659-060E-4366-9C3A-88483DEBCC38}" sibTransId="{3648F68F-F815-4202-BD43-732C0704EDBD}"/>
    <dgm:cxn modelId="{9FA86A30-0CAF-451F-A734-665098D8BF66}" type="presOf" srcId="{64F3842E-7867-40BD-B2BB-90AAC1AE534E}" destId="{C89CDA22-70EB-40CA-80D0-711CCBC93CA3}" srcOrd="0" destOrd="1" presId="urn:microsoft.com/office/officeart/2005/8/layout/list1"/>
    <dgm:cxn modelId="{5CA32340-1D9F-488E-ACB0-2C1F18909927}" type="presOf" srcId="{338F0316-B53A-4470-95A2-67BE1BC94A32}" destId="{0AAD3BCD-E806-4952-BE41-F94FD2BC93D2}" srcOrd="0" destOrd="0" presId="urn:microsoft.com/office/officeart/2005/8/layout/list1"/>
    <dgm:cxn modelId="{B4771F5D-B65E-431B-B957-A5ED81BAFDD3}" srcId="{338F0316-B53A-4470-95A2-67BE1BC94A32}" destId="{D7969A58-8E6C-43B4-9B5E-B696DCF1A20F}" srcOrd="1" destOrd="0" parTransId="{AAEC8BD6-91BF-4C12-B8FE-553984822835}" sibTransId="{FE512923-0786-4146-9422-E0C74B736641}"/>
    <dgm:cxn modelId="{DAFAC569-2F2E-4F8D-A22B-55FD2A6209F9}" srcId="{40ECA9D0-7EFA-4BD1-AE50-85E22BCB5B46}" destId="{338F0316-B53A-4470-95A2-67BE1BC94A32}" srcOrd="1" destOrd="0" parTransId="{A8107FAC-D9F5-4BEC-AE82-4FCE59A55F81}" sibTransId="{DC025ABF-4DE8-4281-AB23-1F6C7183EB08}"/>
    <dgm:cxn modelId="{7D4CCB6E-8C31-4E9C-AF0E-FB58AE360C1B}" srcId="{68149E0D-E3D4-4F46-90A6-525B38AB8EEF}" destId="{BD50E8C9-8921-452B-BBB4-53C2373604CF}" srcOrd="2" destOrd="0" parTransId="{AC1575D6-243E-4F7B-BED6-BF33282C2350}" sibTransId="{4F02B8D5-2BBF-4561-A8D5-34ACF395828D}"/>
    <dgm:cxn modelId="{3D834F71-9B9B-4CD3-A33F-97DB02AC8761}" type="presOf" srcId="{39BA6D6F-1A1E-4158-9E81-359CEE3D6AF1}" destId="{8D55127C-06C3-49B3-A3A1-5FDECE0F4DDC}" srcOrd="0" destOrd="0" presId="urn:microsoft.com/office/officeart/2005/8/layout/list1"/>
    <dgm:cxn modelId="{1DC89F80-D845-4083-BC27-4ED5964A4C7B}" type="presOf" srcId="{D7969A58-8E6C-43B4-9B5E-B696DCF1A20F}" destId="{8D55127C-06C3-49B3-A3A1-5FDECE0F4DDC}" srcOrd="0" destOrd="1" presId="urn:microsoft.com/office/officeart/2005/8/layout/list1"/>
    <dgm:cxn modelId="{08555B86-0294-4E53-BE6A-B9E5A67C5AA9}" srcId="{68149E0D-E3D4-4F46-90A6-525B38AB8EEF}" destId="{D1587C09-C6EE-42AA-A2F1-AEE004D27425}" srcOrd="0" destOrd="0" parTransId="{EC5F4D62-0675-4609-986E-7A5EFB9F4062}" sibTransId="{A7BAA5E8-E293-4E7F-8473-6C748D6D341A}"/>
    <dgm:cxn modelId="{26DCAEA9-08A8-48AF-8D05-75A8F5E04D03}" type="presOf" srcId="{D1587C09-C6EE-42AA-A2F1-AEE004D27425}" destId="{C89CDA22-70EB-40CA-80D0-711CCBC93CA3}" srcOrd="0" destOrd="0" presId="urn:microsoft.com/office/officeart/2005/8/layout/list1"/>
    <dgm:cxn modelId="{627F22B7-5A6C-44FF-B328-A3ADC03CF90F}" type="presOf" srcId="{338F0316-B53A-4470-95A2-67BE1BC94A32}" destId="{2E2492EC-443B-4FC6-BFBF-8A6DF66A908B}" srcOrd="1" destOrd="0" presId="urn:microsoft.com/office/officeart/2005/8/layout/list1"/>
    <dgm:cxn modelId="{95E01BBC-F293-4E7B-B0A9-DC92A6E38E0A}" type="presOf" srcId="{68149E0D-E3D4-4F46-90A6-525B38AB8EEF}" destId="{84DE4E08-450B-434E-8FC6-7CBAD7F3CBE0}" srcOrd="0" destOrd="0" presId="urn:microsoft.com/office/officeart/2005/8/layout/list1"/>
    <dgm:cxn modelId="{84CDA5BC-45D8-42A6-88EB-82E03FCF9B73}" srcId="{338F0316-B53A-4470-95A2-67BE1BC94A32}" destId="{39BA6D6F-1A1E-4158-9E81-359CEE3D6AF1}" srcOrd="0" destOrd="0" parTransId="{67D70C59-0430-435F-9203-2DBF26C61486}" sibTransId="{DE93088F-E570-4090-99E6-05F2AC85D325}"/>
    <dgm:cxn modelId="{43476CC0-9072-442F-8A20-2ACCC5FF4851}" srcId="{68149E0D-E3D4-4F46-90A6-525B38AB8EEF}" destId="{64F3842E-7867-40BD-B2BB-90AAC1AE534E}" srcOrd="1" destOrd="0" parTransId="{0FCFF5AA-D2EB-4D3D-A923-08BE55A18FBF}" sibTransId="{16C38DA9-9E74-416A-865B-CBAB8663FCA0}"/>
    <dgm:cxn modelId="{2D164CDD-7720-4B1E-9194-B37AC1816495}" type="presParOf" srcId="{29DEC1DC-8898-4451-B53A-8F72C700F73A}" destId="{8228CC38-6CDB-4E3D-B193-B71855278D5E}" srcOrd="0" destOrd="0" presId="urn:microsoft.com/office/officeart/2005/8/layout/list1"/>
    <dgm:cxn modelId="{DD19C92F-0B99-4BD0-8ED5-AA3108A6D6CF}" type="presParOf" srcId="{8228CC38-6CDB-4E3D-B193-B71855278D5E}" destId="{84DE4E08-450B-434E-8FC6-7CBAD7F3CBE0}" srcOrd="0" destOrd="0" presId="urn:microsoft.com/office/officeart/2005/8/layout/list1"/>
    <dgm:cxn modelId="{2097F6F4-99D4-4B50-8893-673A86C1A1AC}" type="presParOf" srcId="{8228CC38-6CDB-4E3D-B193-B71855278D5E}" destId="{2AB8A177-FA7F-4051-B052-5B1FB273466B}" srcOrd="1" destOrd="0" presId="urn:microsoft.com/office/officeart/2005/8/layout/list1"/>
    <dgm:cxn modelId="{8C3B4001-7461-491D-973C-7B9C49BB894F}" type="presParOf" srcId="{29DEC1DC-8898-4451-B53A-8F72C700F73A}" destId="{F6064303-8111-4115-8749-3E20CD0BAAB8}" srcOrd="1" destOrd="0" presId="urn:microsoft.com/office/officeart/2005/8/layout/list1"/>
    <dgm:cxn modelId="{28583677-28FB-431A-A1F1-B6589B65B550}" type="presParOf" srcId="{29DEC1DC-8898-4451-B53A-8F72C700F73A}" destId="{C89CDA22-70EB-40CA-80D0-711CCBC93CA3}" srcOrd="2" destOrd="0" presId="urn:microsoft.com/office/officeart/2005/8/layout/list1"/>
    <dgm:cxn modelId="{D3FADDB5-3C7C-49B8-84A2-70C2C6C9870F}" type="presParOf" srcId="{29DEC1DC-8898-4451-B53A-8F72C700F73A}" destId="{71FAC433-90C2-49D1-A01F-E416A8A4B932}" srcOrd="3" destOrd="0" presId="urn:microsoft.com/office/officeart/2005/8/layout/list1"/>
    <dgm:cxn modelId="{B127F3E8-BF94-4926-82C3-516402EE7A03}" type="presParOf" srcId="{29DEC1DC-8898-4451-B53A-8F72C700F73A}" destId="{8006537F-5B54-4B32-85F6-6806A8D7C2F1}" srcOrd="4" destOrd="0" presId="urn:microsoft.com/office/officeart/2005/8/layout/list1"/>
    <dgm:cxn modelId="{9D792D4A-9DC3-4B2C-8400-6B701C73EC92}" type="presParOf" srcId="{8006537F-5B54-4B32-85F6-6806A8D7C2F1}" destId="{0AAD3BCD-E806-4952-BE41-F94FD2BC93D2}" srcOrd="0" destOrd="0" presId="urn:microsoft.com/office/officeart/2005/8/layout/list1"/>
    <dgm:cxn modelId="{838ECA1F-CFB3-4D94-8D8C-BF2035756641}" type="presParOf" srcId="{8006537F-5B54-4B32-85F6-6806A8D7C2F1}" destId="{2E2492EC-443B-4FC6-BFBF-8A6DF66A908B}" srcOrd="1" destOrd="0" presId="urn:microsoft.com/office/officeart/2005/8/layout/list1"/>
    <dgm:cxn modelId="{ABAFD45A-5309-465F-9501-1C542E87AADD}" type="presParOf" srcId="{29DEC1DC-8898-4451-B53A-8F72C700F73A}" destId="{50D9EB13-25CF-4928-8983-5E6660BB7928}" srcOrd="5" destOrd="0" presId="urn:microsoft.com/office/officeart/2005/8/layout/list1"/>
    <dgm:cxn modelId="{86970C58-DDC3-43E9-A2A2-35B6F72F8C06}" type="presParOf" srcId="{29DEC1DC-8898-4451-B53A-8F72C700F73A}" destId="{8D55127C-06C3-49B3-A3A1-5FDECE0F4DDC}"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40ECA9D0-7EFA-4BD1-AE50-85E22BCB5B4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8149E0D-E3D4-4F46-90A6-525B38AB8EEF}">
      <dgm:prSet phldrT="[Text]"/>
      <dgm:spPr/>
      <dgm:t>
        <a:bodyPr/>
        <a:lstStyle/>
        <a:p>
          <a:r>
            <a:rPr lang="en-US"/>
            <a:t>Identify symptoms</a:t>
          </a:r>
        </a:p>
      </dgm:t>
    </dgm:pt>
    <dgm:pt modelId="{81AB6659-060E-4366-9C3A-88483DEBCC38}" type="parTrans" cxnId="{85752F23-787B-433C-BFB2-95DB55A9AAA7}">
      <dgm:prSet/>
      <dgm:spPr/>
      <dgm:t>
        <a:bodyPr/>
        <a:lstStyle/>
        <a:p>
          <a:endParaRPr lang="en-US"/>
        </a:p>
      </dgm:t>
    </dgm:pt>
    <dgm:pt modelId="{3648F68F-F815-4202-BD43-732C0704EDBD}" type="sibTrans" cxnId="{85752F23-787B-433C-BFB2-95DB55A9AAA7}">
      <dgm:prSet/>
      <dgm:spPr/>
      <dgm:t>
        <a:bodyPr/>
        <a:lstStyle/>
        <a:p>
          <a:endParaRPr lang="en-US"/>
        </a:p>
      </dgm:t>
    </dgm:pt>
    <dgm:pt modelId="{338F0316-B53A-4470-95A2-67BE1BC94A32}">
      <dgm:prSet phldrT="[Text]"/>
      <dgm:spPr/>
      <dgm:t>
        <a:bodyPr/>
        <a:lstStyle/>
        <a:p>
          <a:r>
            <a:rPr lang="en-US"/>
            <a:t>Determine if anything has changed</a:t>
          </a:r>
        </a:p>
      </dgm:t>
    </dgm:pt>
    <dgm:pt modelId="{A8107FAC-D9F5-4BEC-AE82-4FCE59A55F81}" type="parTrans" cxnId="{DAFAC569-2F2E-4F8D-A22B-55FD2A6209F9}">
      <dgm:prSet/>
      <dgm:spPr/>
      <dgm:t>
        <a:bodyPr/>
        <a:lstStyle/>
        <a:p>
          <a:endParaRPr lang="en-US"/>
        </a:p>
      </dgm:t>
    </dgm:pt>
    <dgm:pt modelId="{DC025ABF-4DE8-4281-AB23-1F6C7183EB08}" type="sibTrans" cxnId="{DAFAC569-2F2E-4F8D-A22B-55FD2A6209F9}">
      <dgm:prSet/>
      <dgm:spPr/>
      <dgm:t>
        <a:bodyPr/>
        <a:lstStyle/>
        <a:p>
          <a:endParaRPr lang="en-US"/>
        </a:p>
      </dgm:t>
    </dgm:pt>
    <dgm:pt modelId="{D1587C09-C6EE-42AA-A2F1-AEE004D27425}">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Physical inspection </a:t>
          </a:r>
        </a:p>
      </dgm:t>
    </dgm:pt>
    <dgm:pt modelId="{EC5F4D62-0675-4609-986E-7A5EFB9F4062}" type="parTrans" cxnId="{08555B86-0294-4E53-BE6A-B9E5A67C5AA9}">
      <dgm:prSet/>
      <dgm:spPr/>
      <dgm:t>
        <a:bodyPr/>
        <a:lstStyle/>
        <a:p>
          <a:endParaRPr lang="en-US"/>
        </a:p>
      </dgm:t>
    </dgm:pt>
    <dgm:pt modelId="{A7BAA5E8-E293-4E7F-8473-6C748D6D341A}" type="sibTrans" cxnId="{08555B86-0294-4E53-BE6A-B9E5A67C5AA9}">
      <dgm:prSet/>
      <dgm:spPr/>
      <dgm:t>
        <a:bodyPr/>
        <a:lstStyle/>
        <a:p>
          <a:endParaRPr lang="en-US"/>
        </a:p>
      </dgm:t>
    </dgm:pt>
    <dgm:pt modelId="{39BA6D6F-1A1E-4158-9E81-359CEE3D6AF1}">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Did it ever work? </a:t>
          </a:r>
        </a:p>
      </dgm:t>
    </dgm:pt>
    <dgm:pt modelId="{67D70C59-0430-435F-9203-2DBF26C61486}" type="parTrans" cxnId="{84CDA5BC-45D8-42A6-88EB-82E03FCF9B73}">
      <dgm:prSet/>
      <dgm:spPr/>
      <dgm:t>
        <a:bodyPr/>
        <a:lstStyle/>
        <a:p>
          <a:endParaRPr lang="en-US"/>
        </a:p>
      </dgm:t>
    </dgm:pt>
    <dgm:pt modelId="{DE93088F-E570-4090-99E6-05F2AC85D325}" type="sibTrans" cxnId="{84CDA5BC-45D8-42A6-88EB-82E03FCF9B73}">
      <dgm:prSet/>
      <dgm:spPr/>
      <dgm:t>
        <a:bodyPr/>
        <a:lstStyle/>
        <a:p>
          <a:endParaRPr lang="en-US"/>
        </a:p>
      </dgm:t>
    </dgm:pt>
    <dgm:pt modelId="{08E6170F-5F86-4909-9188-93DABD842A1B}">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Logs and diagnostic software</a:t>
          </a:r>
        </a:p>
      </dgm:t>
    </dgm:pt>
    <dgm:pt modelId="{3878D50A-AE5D-4C2C-9302-74D8FC6B5800}" type="parTrans" cxnId="{4645F642-C660-4148-B11E-CB9B95358554}">
      <dgm:prSet/>
      <dgm:spPr/>
      <dgm:t>
        <a:bodyPr/>
        <a:lstStyle/>
        <a:p>
          <a:endParaRPr lang="en-US"/>
        </a:p>
      </dgm:t>
    </dgm:pt>
    <dgm:pt modelId="{14A57540-6A44-44FC-AF67-8D8F237209ED}" type="sibTrans" cxnId="{4645F642-C660-4148-B11E-CB9B95358554}">
      <dgm:prSet/>
      <dgm:spPr/>
      <dgm:t>
        <a:bodyPr/>
        <a:lstStyle/>
        <a:p>
          <a:endParaRPr lang="en-US"/>
        </a:p>
      </dgm:t>
    </dgm:pt>
    <dgm:pt modelId="{36060118-D6CB-451A-9B99-DF970533F045}">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Try to duplicate the problem</a:t>
          </a:r>
        </a:p>
      </dgm:t>
    </dgm:pt>
    <dgm:pt modelId="{531B3919-43FE-462C-A7C0-7F036D128468}" type="parTrans" cxnId="{9F40861D-3C0D-4684-8C62-DE431165205B}">
      <dgm:prSet/>
      <dgm:spPr/>
      <dgm:t>
        <a:bodyPr/>
        <a:lstStyle/>
        <a:p>
          <a:endParaRPr lang="en-US"/>
        </a:p>
      </dgm:t>
    </dgm:pt>
    <dgm:pt modelId="{2840055B-CA26-4DEE-B019-9CFA6A69C342}" type="sibTrans" cxnId="{9F40861D-3C0D-4684-8C62-DE431165205B}">
      <dgm:prSet/>
      <dgm:spPr/>
      <dgm:t>
        <a:bodyPr/>
        <a:lstStyle/>
        <a:p>
          <a:endParaRPr lang="en-US"/>
        </a:p>
      </dgm:t>
    </dgm:pt>
    <dgm:pt modelId="{95508A17-2B91-427A-8B73-3FB1B7066FD4}">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What has changed since it was last working?</a:t>
          </a:r>
        </a:p>
      </dgm:t>
    </dgm:pt>
    <dgm:pt modelId="{90E22306-D0EF-4559-891A-D04129211F5A}" type="parTrans" cxnId="{8975DCE5-3372-4882-ADC1-B3D8BEC9A97E}">
      <dgm:prSet/>
      <dgm:spPr/>
      <dgm:t>
        <a:bodyPr/>
        <a:lstStyle/>
        <a:p>
          <a:endParaRPr lang="en-US"/>
        </a:p>
      </dgm:t>
    </dgm:pt>
    <dgm:pt modelId="{692CE1BE-0A7D-443E-B7B3-6901881AB772}" type="sibTrans" cxnId="{8975DCE5-3372-4882-ADC1-B3D8BEC9A97E}">
      <dgm:prSet/>
      <dgm:spPr/>
      <dgm:t>
        <a:bodyPr/>
        <a:lstStyle/>
        <a:p>
          <a:endParaRPr lang="en-US"/>
        </a:p>
      </dgm:t>
    </dgm:pt>
    <dgm:pt modelId="{4FFE8928-6B46-4410-8C71-F7F471703942}">
      <dgm:prSet phldrT="[Text]"/>
      <dgm:spPr/>
      <dgm:t>
        <a:bodyPr/>
        <a:lstStyle/>
        <a:p>
          <a:r>
            <a:rPr lang="en-US"/>
            <a:t>Approach problems individually</a:t>
          </a:r>
        </a:p>
      </dgm:t>
    </dgm:pt>
    <dgm:pt modelId="{858632A2-144D-4CCE-89BD-0721BFC0C2E9}" type="parTrans" cxnId="{1B213C58-4176-46D3-A6D9-33562B32839A}">
      <dgm:prSet/>
      <dgm:spPr/>
      <dgm:t>
        <a:bodyPr/>
        <a:lstStyle/>
        <a:p>
          <a:endParaRPr lang="en-US"/>
        </a:p>
      </dgm:t>
    </dgm:pt>
    <dgm:pt modelId="{89635A10-E4A9-442B-9719-98AE445ADC62}" type="sibTrans" cxnId="{1B213C58-4176-46D3-A6D9-33562B32839A}">
      <dgm:prSet/>
      <dgm:spPr/>
      <dgm:t>
        <a:bodyPr/>
        <a:lstStyle/>
        <a:p>
          <a:endParaRPr lang="en-US"/>
        </a:p>
      </dgm:t>
    </dgm:pt>
    <dgm:pt modelId="{74D2BFD2-D15E-4FF0-8230-9B0D167ADD3E}">
      <dgm:prSet phldrT="[Text]"/>
      <dgm:spPr>
        <a:solidFill>
          <a:schemeClr val="bg1">
            <a:lumMod val="95000"/>
            <a:alpha val="90000"/>
          </a:schemeClr>
        </a:solidFill>
        <a:ln w="9525">
          <a:solidFill>
            <a:schemeClr val="bg1">
              <a:lumMod val="85000"/>
            </a:schemeClr>
          </a:solidFill>
        </a:ln>
      </dgm:spPr>
      <dgm:t>
        <a:bodyPr/>
        <a:lstStyle/>
        <a:p>
          <a:r>
            <a:rPr lang="en-US">
              <a:solidFill>
                <a:srgbClr val="20282F"/>
              </a:solidFill>
            </a:rPr>
            <a:t>Verify symptoms are related before </a:t>
          </a:r>
          <a:br>
            <a:rPr lang="en-US">
              <a:solidFill>
                <a:srgbClr val="20282F"/>
              </a:solidFill>
            </a:rPr>
          </a:br>
          <a:r>
            <a:rPr lang="en-US">
              <a:solidFill>
                <a:srgbClr val="20282F"/>
              </a:solidFill>
            </a:rPr>
            <a:t>treating them as one single issue</a:t>
          </a:r>
        </a:p>
      </dgm:t>
    </dgm:pt>
    <dgm:pt modelId="{B3098102-2A03-47F8-806A-55438722C0CF}" type="parTrans" cxnId="{6284CFCA-4C0F-4482-9CE6-2D0F0C94EA6B}">
      <dgm:prSet/>
      <dgm:spPr/>
      <dgm:t>
        <a:bodyPr/>
        <a:lstStyle/>
        <a:p>
          <a:endParaRPr lang="en-US"/>
        </a:p>
      </dgm:t>
    </dgm:pt>
    <dgm:pt modelId="{BF478754-2E67-49FE-976B-5767CF79E70B}" type="sibTrans" cxnId="{6284CFCA-4C0F-4482-9CE6-2D0F0C94EA6B}">
      <dgm:prSet/>
      <dgm:spPr/>
      <dgm:t>
        <a:bodyPr/>
        <a:lstStyle/>
        <a:p>
          <a:endParaRPr lang="en-US"/>
        </a:p>
      </dgm:t>
    </dgm:pt>
    <dgm:pt modelId="{29DEC1DC-8898-4451-B53A-8F72C700F73A}" type="pres">
      <dgm:prSet presAssocID="{40ECA9D0-7EFA-4BD1-AE50-85E22BCB5B46}" presName="linear" presStyleCnt="0">
        <dgm:presLayoutVars>
          <dgm:dir/>
          <dgm:animLvl val="lvl"/>
          <dgm:resizeHandles val="exact"/>
        </dgm:presLayoutVars>
      </dgm:prSet>
      <dgm:spPr/>
    </dgm:pt>
    <dgm:pt modelId="{8228CC38-6CDB-4E3D-B193-B71855278D5E}" type="pres">
      <dgm:prSet presAssocID="{68149E0D-E3D4-4F46-90A6-525B38AB8EEF}" presName="parentLin" presStyleCnt="0"/>
      <dgm:spPr/>
    </dgm:pt>
    <dgm:pt modelId="{84DE4E08-450B-434E-8FC6-7CBAD7F3CBE0}" type="pres">
      <dgm:prSet presAssocID="{68149E0D-E3D4-4F46-90A6-525B38AB8EEF}" presName="parentLeftMargin" presStyleLbl="node1" presStyleIdx="0" presStyleCnt="3"/>
      <dgm:spPr/>
    </dgm:pt>
    <dgm:pt modelId="{2AB8A177-FA7F-4051-B052-5B1FB273466B}" type="pres">
      <dgm:prSet presAssocID="{68149E0D-E3D4-4F46-90A6-525B38AB8EEF}" presName="parentText" presStyleLbl="node1" presStyleIdx="0" presStyleCnt="3">
        <dgm:presLayoutVars>
          <dgm:chMax val="0"/>
          <dgm:bulletEnabled val="1"/>
        </dgm:presLayoutVars>
      </dgm:prSet>
      <dgm:spPr/>
    </dgm:pt>
    <dgm:pt modelId="{F6064303-8111-4115-8749-3E20CD0BAAB8}" type="pres">
      <dgm:prSet presAssocID="{68149E0D-E3D4-4F46-90A6-525B38AB8EEF}" presName="negativeSpace" presStyleCnt="0"/>
      <dgm:spPr/>
    </dgm:pt>
    <dgm:pt modelId="{C89CDA22-70EB-40CA-80D0-711CCBC93CA3}" type="pres">
      <dgm:prSet presAssocID="{68149E0D-E3D4-4F46-90A6-525B38AB8EEF}" presName="childText" presStyleLbl="conFgAcc1" presStyleIdx="0" presStyleCnt="3" custLinFactNeighborY="10649">
        <dgm:presLayoutVars>
          <dgm:bulletEnabled val="1"/>
        </dgm:presLayoutVars>
      </dgm:prSet>
      <dgm:spPr/>
    </dgm:pt>
    <dgm:pt modelId="{71FAC433-90C2-49D1-A01F-E416A8A4B932}" type="pres">
      <dgm:prSet presAssocID="{3648F68F-F815-4202-BD43-732C0704EDBD}" presName="spaceBetweenRectangles" presStyleCnt="0"/>
      <dgm:spPr/>
    </dgm:pt>
    <dgm:pt modelId="{8006537F-5B54-4B32-85F6-6806A8D7C2F1}" type="pres">
      <dgm:prSet presAssocID="{338F0316-B53A-4470-95A2-67BE1BC94A32}" presName="parentLin" presStyleCnt="0"/>
      <dgm:spPr/>
    </dgm:pt>
    <dgm:pt modelId="{0AAD3BCD-E806-4952-BE41-F94FD2BC93D2}" type="pres">
      <dgm:prSet presAssocID="{338F0316-B53A-4470-95A2-67BE1BC94A32}" presName="parentLeftMargin" presStyleLbl="node1" presStyleIdx="0" presStyleCnt="3"/>
      <dgm:spPr/>
    </dgm:pt>
    <dgm:pt modelId="{2E2492EC-443B-4FC6-BFBF-8A6DF66A908B}" type="pres">
      <dgm:prSet presAssocID="{338F0316-B53A-4470-95A2-67BE1BC94A32}" presName="parentText" presStyleLbl="node1" presStyleIdx="1" presStyleCnt="3">
        <dgm:presLayoutVars>
          <dgm:chMax val="0"/>
          <dgm:bulletEnabled val="1"/>
        </dgm:presLayoutVars>
      </dgm:prSet>
      <dgm:spPr/>
    </dgm:pt>
    <dgm:pt modelId="{50D9EB13-25CF-4928-8983-5E6660BB7928}" type="pres">
      <dgm:prSet presAssocID="{338F0316-B53A-4470-95A2-67BE1BC94A32}" presName="negativeSpace" presStyleCnt="0"/>
      <dgm:spPr/>
    </dgm:pt>
    <dgm:pt modelId="{8D55127C-06C3-49B3-A3A1-5FDECE0F4DDC}" type="pres">
      <dgm:prSet presAssocID="{338F0316-B53A-4470-95A2-67BE1BC94A32}" presName="childText" presStyleLbl="conFgAcc1" presStyleIdx="1" presStyleCnt="3">
        <dgm:presLayoutVars>
          <dgm:bulletEnabled val="1"/>
        </dgm:presLayoutVars>
      </dgm:prSet>
      <dgm:spPr/>
    </dgm:pt>
    <dgm:pt modelId="{FF581284-A80B-48B9-8700-58FAEF89EAE0}" type="pres">
      <dgm:prSet presAssocID="{DC025ABF-4DE8-4281-AB23-1F6C7183EB08}" presName="spaceBetweenRectangles" presStyleCnt="0"/>
      <dgm:spPr/>
    </dgm:pt>
    <dgm:pt modelId="{CF4B773F-542B-4870-9A5B-78E1DC628C6C}" type="pres">
      <dgm:prSet presAssocID="{4FFE8928-6B46-4410-8C71-F7F471703942}" presName="parentLin" presStyleCnt="0"/>
      <dgm:spPr/>
    </dgm:pt>
    <dgm:pt modelId="{2C9C7672-263E-40D3-9557-C9863909166B}" type="pres">
      <dgm:prSet presAssocID="{4FFE8928-6B46-4410-8C71-F7F471703942}" presName="parentLeftMargin" presStyleLbl="node1" presStyleIdx="1" presStyleCnt="3"/>
      <dgm:spPr/>
    </dgm:pt>
    <dgm:pt modelId="{85FAB8B1-7DF1-4DAB-A083-9F7292F53AB8}" type="pres">
      <dgm:prSet presAssocID="{4FFE8928-6B46-4410-8C71-F7F471703942}" presName="parentText" presStyleLbl="node1" presStyleIdx="2" presStyleCnt="3">
        <dgm:presLayoutVars>
          <dgm:chMax val="0"/>
          <dgm:bulletEnabled val="1"/>
        </dgm:presLayoutVars>
      </dgm:prSet>
      <dgm:spPr/>
    </dgm:pt>
    <dgm:pt modelId="{A9091352-F86A-49CA-8BA5-E4FC2C338BB2}" type="pres">
      <dgm:prSet presAssocID="{4FFE8928-6B46-4410-8C71-F7F471703942}" presName="negativeSpace" presStyleCnt="0"/>
      <dgm:spPr/>
    </dgm:pt>
    <dgm:pt modelId="{2786FAE8-7701-4747-9434-FAB2B7699808}" type="pres">
      <dgm:prSet presAssocID="{4FFE8928-6B46-4410-8C71-F7F471703942}" presName="childText" presStyleLbl="conFgAcc1" presStyleIdx="2" presStyleCnt="3">
        <dgm:presLayoutVars>
          <dgm:bulletEnabled val="1"/>
        </dgm:presLayoutVars>
      </dgm:prSet>
      <dgm:spPr/>
    </dgm:pt>
  </dgm:ptLst>
  <dgm:cxnLst>
    <dgm:cxn modelId="{7A421700-DE53-4089-B355-78DA57D924B8}" type="presOf" srcId="{68149E0D-E3D4-4F46-90A6-525B38AB8EEF}" destId="{2AB8A177-FA7F-4051-B052-5B1FB273466B}" srcOrd="1" destOrd="0" presId="urn:microsoft.com/office/officeart/2005/8/layout/list1"/>
    <dgm:cxn modelId="{53F1BB04-EFD2-4701-9DF2-0821D176836D}" type="presOf" srcId="{40ECA9D0-7EFA-4BD1-AE50-85E22BCB5B46}" destId="{29DEC1DC-8898-4451-B53A-8F72C700F73A}" srcOrd="0" destOrd="0" presId="urn:microsoft.com/office/officeart/2005/8/layout/list1"/>
    <dgm:cxn modelId="{9F40861D-3C0D-4684-8C62-DE431165205B}" srcId="{68149E0D-E3D4-4F46-90A6-525B38AB8EEF}" destId="{36060118-D6CB-451A-9B99-DF970533F045}" srcOrd="2" destOrd="0" parTransId="{531B3919-43FE-462C-A7C0-7F036D128468}" sibTransId="{2840055B-CA26-4DEE-B019-9CFA6A69C342}"/>
    <dgm:cxn modelId="{85752F23-787B-433C-BFB2-95DB55A9AAA7}" srcId="{40ECA9D0-7EFA-4BD1-AE50-85E22BCB5B46}" destId="{68149E0D-E3D4-4F46-90A6-525B38AB8EEF}" srcOrd="0" destOrd="0" parTransId="{81AB6659-060E-4366-9C3A-88483DEBCC38}" sibTransId="{3648F68F-F815-4202-BD43-732C0704EDBD}"/>
    <dgm:cxn modelId="{5CA32340-1D9F-488E-ACB0-2C1F18909927}" type="presOf" srcId="{338F0316-B53A-4470-95A2-67BE1BC94A32}" destId="{0AAD3BCD-E806-4952-BE41-F94FD2BC93D2}" srcOrd="0" destOrd="0" presId="urn:microsoft.com/office/officeart/2005/8/layout/list1"/>
    <dgm:cxn modelId="{4645F642-C660-4148-B11E-CB9B95358554}" srcId="{68149E0D-E3D4-4F46-90A6-525B38AB8EEF}" destId="{08E6170F-5F86-4909-9188-93DABD842A1B}" srcOrd="1" destOrd="0" parTransId="{3878D50A-AE5D-4C2C-9302-74D8FC6B5800}" sibTransId="{14A57540-6A44-44FC-AF67-8D8F237209ED}"/>
    <dgm:cxn modelId="{E8678949-E853-4F0E-A39B-D1470A7464F7}" type="presOf" srcId="{4FFE8928-6B46-4410-8C71-F7F471703942}" destId="{85FAB8B1-7DF1-4DAB-A083-9F7292F53AB8}" srcOrd="1" destOrd="0" presId="urn:microsoft.com/office/officeart/2005/8/layout/list1"/>
    <dgm:cxn modelId="{DAFAC569-2F2E-4F8D-A22B-55FD2A6209F9}" srcId="{40ECA9D0-7EFA-4BD1-AE50-85E22BCB5B46}" destId="{338F0316-B53A-4470-95A2-67BE1BC94A32}" srcOrd="1" destOrd="0" parTransId="{A8107FAC-D9F5-4BEC-AE82-4FCE59A55F81}" sibTransId="{DC025ABF-4DE8-4281-AB23-1F6C7183EB08}"/>
    <dgm:cxn modelId="{D71AB46E-1CD1-477F-9521-D9798475AAB2}" type="presOf" srcId="{4FFE8928-6B46-4410-8C71-F7F471703942}" destId="{2C9C7672-263E-40D3-9557-C9863909166B}" srcOrd="0" destOrd="0" presId="urn:microsoft.com/office/officeart/2005/8/layout/list1"/>
    <dgm:cxn modelId="{3D834F71-9B9B-4CD3-A33F-97DB02AC8761}" type="presOf" srcId="{39BA6D6F-1A1E-4158-9E81-359CEE3D6AF1}" destId="{8D55127C-06C3-49B3-A3A1-5FDECE0F4DDC}" srcOrd="0" destOrd="0" presId="urn:microsoft.com/office/officeart/2005/8/layout/list1"/>
    <dgm:cxn modelId="{1B213C58-4176-46D3-A6D9-33562B32839A}" srcId="{40ECA9D0-7EFA-4BD1-AE50-85E22BCB5B46}" destId="{4FFE8928-6B46-4410-8C71-F7F471703942}" srcOrd="2" destOrd="0" parTransId="{858632A2-144D-4CCE-89BD-0721BFC0C2E9}" sibTransId="{89635A10-E4A9-442B-9719-98AE445ADC62}"/>
    <dgm:cxn modelId="{08555B86-0294-4E53-BE6A-B9E5A67C5AA9}" srcId="{68149E0D-E3D4-4F46-90A6-525B38AB8EEF}" destId="{D1587C09-C6EE-42AA-A2F1-AEE004D27425}" srcOrd="0" destOrd="0" parTransId="{EC5F4D62-0675-4609-986E-7A5EFB9F4062}" sibTransId="{A7BAA5E8-E293-4E7F-8473-6C748D6D341A}"/>
    <dgm:cxn modelId="{EDB7DC9E-EEFF-45C6-9034-EECA2FD9C8A9}" type="presOf" srcId="{08E6170F-5F86-4909-9188-93DABD842A1B}" destId="{C89CDA22-70EB-40CA-80D0-711CCBC93CA3}" srcOrd="0" destOrd="1" presId="urn:microsoft.com/office/officeart/2005/8/layout/list1"/>
    <dgm:cxn modelId="{26DCAEA9-08A8-48AF-8D05-75A8F5E04D03}" type="presOf" srcId="{D1587C09-C6EE-42AA-A2F1-AEE004D27425}" destId="{C89CDA22-70EB-40CA-80D0-711CCBC93CA3}" srcOrd="0" destOrd="0" presId="urn:microsoft.com/office/officeart/2005/8/layout/list1"/>
    <dgm:cxn modelId="{D3F9B4B4-6329-4AC1-97EC-EDF909CD0531}" type="presOf" srcId="{95508A17-2B91-427A-8B73-3FB1B7066FD4}" destId="{8D55127C-06C3-49B3-A3A1-5FDECE0F4DDC}" srcOrd="0" destOrd="1" presId="urn:microsoft.com/office/officeart/2005/8/layout/list1"/>
    <dgm:cxn modelId="{627F22B7-5A6C-44FF-B328-A3ADC03CF90F}" type="presOf" srcId="{338F0316-B53A-4470-95A2-67BE1BC94A32}" destId="{2E2492EC-443B-4FC6-BFBF-8A6DF66A908B}" srcOrd="1" destOrd="0" presId="urn:microsoft.com/office/officeart/2005/8/layout/list1"/>
    <dgm:cxn modelId="{2823A2B8-D298-413D-AC94-646753661149}" type="presOf" srcId="{36060118-D6CB-451A-9B99-DF970533F045}" destId="{C89CDA22-70EB-40CA-80D0-711CCBC93CA3}" srcOrd="0" destOrd="2" presId="urn:microsoft.com/office/officeart/2005/8/layout/list1"/>
    <dgm:cxn modelId="{95E01BBC-F293-4E7B-B0A9-DC92A6E38E0A}" type="presOf" srcId="{68149E0D-E3D4-4F46-90A6-525B38AB8EEF}" destId="{84DE4E08-450B-434E-8FC6-7CBAD7F3CBE0}" srcOrd="0" destOrd="0" presId="urn:microsoft.com/office/officeart/2005/8/layout/list1"/>
    <dgm:cxn modelId="{84CDA5BC-45D8-42A6-88EB-82E03FCF9B73}" srcId="{338F0316-B53A-4470-95A2-67BE1BC94A32}" destId="{39BA6D6F-1A1E-4158-9E81-359CEE3D6AF1}" srcOrd="0" destOrd="0" parTransId="{67D70C59-0430-435F-9203-2DBF26C61486}" sibTransId="{DE93088F-E570-4090-99E6-05F2AC85D325}"/>
    <dgm:cxn modelId="{6284CFCA-4C0F-4482-9CE6-2D0F0C94EA6B}" srcId="{4FFE8928-6B46-4410-8C71-F7F471703942}" destId="{74D2BFD2-D15E-4FF0-8230-9B0D167ADD3E}" srcOrd="0" destOrd="0" parTransId="{B3098102-2A03-47F8-806A-55438722C0CF}" sibTransId="{BF478754-2E67-49FE-976B-5767CF79E70B}"/>
    <dgm:cxn modelId="{8FDC46CB-32F5-44FA-9845-060D037A7CCC}" type="presOf" srcId="{74D2BFD2-D15E-4FF0-8230-9B0D167ADD3E}" destId="{2786FAE8-7701-4747-9434-FAB2B7699808}" srcOrd="0" destOrd="0" presId="urn:microsoft.com/office/officeart/2005/8/layout/list1"/>
    <dgm:cxn modelId="{8975DCE5-3372-4882-ADC1-B3D8BEC9A97E}" srcId="{338F0316-B53A-4470-95A2-67BE1BC94A32}" destId="{95508A17-2B91-427A-8B73-3FB1B7066FD4}" srcOrd="1" destOrd="0" parTransId="{90E22306-D0EF-4559-891A-D04129211F5A}" sibTransId="{692CE1BE-0A7D-443E-B7B3-6901881AB772}"/>
    <dgm:cxn modelId="{2D164CDD-7720-4B1E-9194-B37AC1816495}" type="presParOf" srcId="{29DEC1DC-8898-4451-B53A-8F72C700F73A}" destId="{8228CC38-6CDB-4E3D-B193-B71855278D5E}" srcOrd="0" destOrd="0" presId="urn:microsoft.com/office/officeart/2005/8/layout/list1"/>
    <dgm:cxn modelId="{DD19C92F-0B99-4BD0-8ED5-AA3108A6D6CF}" type="presParOf" srcId="{8228CC38-6CDB-4E3D-B193-B71855278D5E}" destId="{84DE4E08-450B-434E-8FC6-7CBAD7F3CBE0}" srcOrd="0" destOrd="0" presId="urn:microsoft.com/office/officeart/2005/8/layout/list1"/>
    <dgm:cxn modelId="{2097F6F4-99D4-4B50-8893-673A86C1A1AC}" type="presParOf" srcId="{8228CC38-6CDB-4E3D-B193-B71855278D5E}" destId="{2AB8A177-FA7F-4051-B052-5B1FB273466B}" srcOrd="1" destOrd="0" presId="urn:microsoft.com/office/officeart/2005/8/layout/list1"/>
    <dgm:cxn modelId="{8C3B4001-7461-491D-973C-7B9C49BB894F}" type="presParOf" srcId="{29DEC1DC-8898-4451-B53A-8F72C700F73A}" destId="{F6064303-8111-4115-8749-3E20CD0BAAB8}" srcOrd="1" destOrd="0" presId="urn:microsoft.com/office/officeart/2005/8/layout/list1"/>
    <dgm:cxn modelId="{28583677-28FB-431A-A1F1-B6589B65B550}" type="presParOf" srcId="{29DEC1DC-8898-4451-B53A-8F72C700F73A}" destId="{C89CDA22-70EB-40CA-80D0-711CCBC93CA3}" srcOrd="2" destOrd="0" presId="urn:microsoft.com/office/officeart/2005/8/layout/list1"/>
    <dgm:cxn modelId="{D3FADDB5-3C7C-49B8-84A2-70C2C6C9870F}" type="presParOf" srcId="{29DEC1DC-8898-4451-B53A-8F72C700F73A}" destId="{71FAC433-90C2-49D1-A01F-E416A8A4B932}" srcOrd="3" destOrd="0" presId="urn:microsoft.com/office/officeart/2005/8/layout/list1"/>
    <dgm:cxn modelId="{B127F3E8-BF94-4926-82C3-516402EE7A03}" type="presParOf" srcId="{29DEC1DC-8898-4451-B53A-8F72C700F73A}" destId="{8006537F-5B54-4B32-85F6-6806A8D7C2F1}" srcOrd="4" destOrd="0" presId="urn:microsoft.com/office/officeart/2005/8/layout/list1"/>
    <dgm:cxn modelId="{9D792D4A-9DC3-4B2C-8400-6B701C73EC92}" type="presParOf" srcId="{8006537F-5B54-4B32-85F6-6806A8D7C2F1}" destId="{0AAD3BCD-E806-4952-BE41-F94FD2BC93D2}" srcOrd="0" destOrd="0" presId="urn:microsoft.com/office/officeart/2005/8/layout/list1"/>
    <dgm:cxn modelId="{838ECA1F-CFB3-4D94-8D8C-BF2035756641}" type="presParOf" srcId="{8006537F-5B54-4B32-85F6-6806A8D7C2F1}" destId="{2E2492EC-443B-4FC6-BFBF-8A6DF66A908B}" srcOrd="1" destOrd="0" presId="urn:microsoft.com/office/officeart/2005/8/layout/list1"/>
    <dgm:cxn modelId="{ABAFD45A-5309-465F-9501-1C542E87AADD}" type="presParOf" srcId="{29DEC1DC-8898-4451-B53A-8F72C700F73A}" destId="{50D9EB13-25CF-4928-8983-5E6660BB7928}" srcOrd="5" destOrd="0" presId="urn:microsoft.com/office/officeart/2005/8/layout/list1"/>
    <dgm:cxn modelId="{86970C58-DDC3-43E9-A2A2-35B6F72F8C06}" type="presParOf" srcId="{29DEC1DC-8898-4451-B53A-8F72C700F73A}" destId="{8D55127C-06C3-49B3-A3A1-5FDECE0F4DDC}" srcOrd="6" destOrd="0" presId="urn:microsoft.com/office/officeart/2005/8/layout/list1"/>
    <dgm:cxn modelId="{8DE8B29A-22A5-4F2E-B271-86C542606564}" type="presParOf" srcId="{29DEC1DC-8898-4451-B53A-8F72C700F73A}" destId="{FF581284-A80B-48B9-8700-58FAEF89EAE0}" srcOrd="7" destOrd="0" presId="urn:microsoft.com/office/officeart/2005/8/layout/list1"/>
    <dgm:cxn modelId="{8DA1753B-DD52-4F4B-864A-71444F59C182}" type="presParOf" srcId="{29DEC1DC-8898-4451-B53A-8F72C700F73A}" destId="{CF4B773F-542B-4870-9A5B-78E1DC628C6C}" srcOrd="8" destOrd="0" presId="urn:microsoft.com/office/officeart/2005/8/layout/list1"/>
    <dgm:cxn modelId="{DA86F6D7-D7D2-4014-8BDA-33BAE6F29DFA}" type="presParOf" srcId="{CF4B773F-542B-4870-9A5B-78E1DC628C6C}" destId="{2C9C7672-263E-40D3-9557-C9863909166B}" srcOrd="0" destOrd="0" presId="urn:microsoft.com/office/officeart/2005/8/layout/list1"/>
    <dgm:cxn modelId="{96A20A8D-E71F-4081-8314-CB951764D0FD}" type="presParOf" srcId="{CF4B773F-542B-4870-9A5B-78E1DC628C6C}" destId="{85FAB8B1-7DF1-4DAB-A083-9F7292F53AB8}" srcOrd="1" destOrd="0" presId="urn:microsoft.com/office/officeart/2005/8/layout/list1"/>
    <dgm:cxn modelId="{97EE7A95-9D95-4F05-BE2A-BCCD1C419FF2}" type="presParOf" srcId="{29DEC1DC-8898-4451-B53A-8F72C700F73A}" destId="{A9091352-F86A-49CA-8BA5-E4FC2C338BB2}" srcOrd="9" destOrd="0" presId="urn:microsoft.com/office/officeart/2005/8/layout/list1"/>
    <dgm:cxn modelId="{E368C81B-2A2E-4785-8F33-2578BFDAD34E}" type="presParOf" srcId="{29DEC1DC-8898-4451-B53A-8F72C700F73A}" destId="{2786FAE8-7701-4747-9434-FAB2B7699808}"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40ECA9D0-7EFA-4BD1-AE50-85E22BCB5B4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2E084C6-463F-4FD2-9DAE-A5C85BC7CAD7}">
      <dgm:prSet/>
      <dgm:spPr/>
      <dgm:t>
        <a:bodyPr/>
        <a:lstStyle/>
        <a:p>
          <a:r>
            <a:rPr lang="en-US"/>
            <a:t>Troubleshooting styles </a:t>
          </a:r>
        </a:p>
      </dgm:t>
      <dgm:extLst>
        <a:ext uri="{E40237B7-FDA0-4F09-8148-C483321AD2D9}">
          <dgm14:cNvPr xmlns:dgm14="http://schemas.microsoft.com/office/drawing/2010/diagram" id="0" name="" descr="Troubleshooting styles includes: question the obvious and methodically prove the functionality of each component. &#10;OSI Model Approach includes the Top-down approach and Bottom-up approach. &#10;"/>
        </a:ext>
      </dgm:extLst>
    </dgm:pt>
    <dgm:pt modelId="{AD2DD08D-F651-451D-BA70-487FC8CB28C4}" type="parTrans" cxnId="{9F79AC5D-42C9-42D6-8F32-1614DAF48BFB}">
      <dgm:prSet/>
      <dgm:spPr/>
      <dgm:t>
        <a:bodyPr/>
        <a:lstStyle/>
        <a:p>
          <a:endParaRPr lang="en-US"/>
        </a:p>
      </dgm:t>
    </dgm:pt>
    <dgm:pt modelId="{EBD01163-7641-49C4-B441-ECD0B93A953B}" type="sibTrans" cxnId="{9F79AC5D-42C9-42D6-8F32-1614DAF48BFB}">
      <dgm:prSet/>
      <dgm:spPr/>
      <dgm:t>
        <a:bodyPr/>
        <a:lstStyle/>
        <a:p>
          <a:endParaRPr lang="en-US"/>
        </a:p>
      </dgm:t>
    </dgm:pt>
    <dgm:pt modelId="{A90C1526-9294-4A76-ABFF-DC470C9C8B21}">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Question the obvious </a:t>
          </a:r>
        </a:p>
      </dgm:t>
      <dgm:extLst>
        <a:ext uri="{E40237B7-FDA0-4F09-8148-C483321AD2D9}">
          <dgm14:cNvPr xmlns:dgm14="http://schemas.microsoft.com/office/drawing/2010/diagram" id="0" name="" descr="Troubleshooting styles includes: question the obvious and methodically prove the functionality of each component. &#10;OSI Model Approach includes the Top-down approach and Bottom-up approach. &#10;"/>
        </a:ext>
      </dgm:extLst>
    </dgm:pt>
    <dgm:pt modelId="{16096351-05AA-482B-BE05-56C2D2FC460B}" type="parTrans" cxnId="{DAE230B7-8599-4786-984D-84DF55705571}">
      <dgm:prSet/>
      <dgm:spPr/>
      <dgm:t>
        <a:bodyPr/>
        <a:lstStyle/>
        <a:p>
          <a:endParaRPr lang="en-US"/>
        </a:p>
      </dgm:t>
    </dgm:pt>
    <dgm:pt modelId="{C948A23F-528F-436F-A04A-037A55BD1485}" type="sibTrans" cxnId="{DAE230B7-8599-4786-984D-84DF55705571}">
      <dgm:prSet/>
      <dgm:spPr/>
      <dgm:t>
        <a:bodyPr/>
        <a:lstStyle/>
        <a:p>
          <a:endParaRPr lang="en-US"/>
        </a:p>
      </dgm:t>
    </dgm:pt>
    <dgm:pt modelId="{4D163E79-2C13-4B29-A98D-3196AB02D582}">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Methodically prove the functionality of each component</a:t>
          </a:r>
        </a:p>
      </dgm:t>
    </dgm:pt>
    <dgm:pt modelId="{FED7FA05-5C5D-4ECF-8A77-648193AA38A5}" type="parTrans" cxnId="{39E4162B-8799-4B8C-90C8-05C1F0163780}">
      <dgm:prSet/>
      <dgm:spPr/>
      <dgm:t>
        <a:bodyPr/>
        <a:lstStyle/>
        <a:p>
          <a:endParaRPr lang="en-US"/>
        </a:p>
      </dgm:t>
    </dgm:pt>
    <dgm:pt modelId="{34BC83AD-9C86-44C4-901A-62100FD7D422}" type="sibTrans" cxnId="{39E4162B-8799-4B8C-90C8-05C1F0163780}">
      <dgm:prSet/>
      <dgm:spPr/>
      <dgm:t>
        <a:bodyPr/>
        <a:lstStyle/>
        <a:p>
          <a:endParaRPr lang="en-US"/>
        </a:p>
      </dgm:t>
    </dgm:pt>
    <dgm:pt modelId="{C091E4FF-4F03-49DB-866C-2C23EFD69504}">
      <dgm:prSet/>
      <dgm:spPr/>
      <dgm:t>
        <a:bodyPr/>
        <a:lstStyle/>
        <a:p>
          <a:r>
            <a:rPr lang="en-US"/>
            <a:t>OSI Model Approach</a:t>
          </a:r>
        </a:p>
      </dgm:t>
      <dgm:extLst>
        <a:ext uri="{E40237B7-FDA0-4F09-8148-C483321AD2D9}">
          <dgm14:cNvPr xmlns:dgm14="http://schemas.microsoft.com/office/drawing/2010/diagram" id="0" name="" descr="Troubleshooting styles includes: question the obvious and methodically prove the functionality of each component. &#10;OSI Model Approach includes the Top-down approach and Bottom-up approach. &#10;"/>
        </a:ext>
      </dgm:extLst>
    </dgm:pt>
    <dgm:pt modelId="{C856AFE2-1E8D-41B6-9A42-5F17012764D1}" type="parTrans" cxnId="{B93B792A-9DB4-4A31-885A-3D7A367AD90B}">
      <dgm:prSet/>
      <dgm:spPr/>
      <dgm:t>
        <a:bodyPr/>
        <a:lstStyle/>
        <a:p>
          <a:endParaRPr lang="en-US"/>
        </a:p>
      </dgm:t>
    </dgm:pt>
    <dgm:pt modelId="{20A02CCF-724D-470D-BEFD-C928FFB3D3E3}" type="sibTrans" cxnId="{B93B792A-9DB4-4A31-885A-3D7A367AD90B}">
      <dgm:prSet/>
      <dgm:spPr/>
      <dgm:t>
        <a:bodyPr/>
        <a:lstStyle/>
        <a:p>
          <a:endParaRPr lang="en-US"/>
        </a:p>
      </dgm:t>
    </dgm:pt>
    <dgm:pt modelId="{B22BD257-6360-4A71-B9AC-8AC2787BB9DF}">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Top-down approach </a:t>
          </a:r>
        </a:p>
      </dgm:t>
      <dgm:extLst>
        <a:ext uri="{E40237B7-FDA0-4F09-8148-C483321AD2D9}">
          <dgm14:cNvPr xmlns:dgm14="http://schemas.microsoft.com/office/drawing/2010/diagram" id="0" name="" descr="Troubleshooting styles includes: question the obvious and methodically prove the functionality of each component. &#10;OSI Model Approach includes the Top-down approach and Bottom-up approach. &#10;"/>
        </a:ext>
      </dgm:extLst>
    </dgm:pt>
    <dgm:pt modelId="{4FC69BD4-06B5-42D5-8B76-C7F8FF432E15}" type="parTrans" cxnId="{CFC3FDBB-085D-46D9-973C-A3F0286D22A7}">
      <dgm:prSet/>
      <dgm:spPr/>
      <dgm:t>
        <a:bodyPr/>
        <a:lstStyle/>
        <a:p>
          <a:endParaRPr lang="en-US"/>
        </a:p>
      </dgm:t>
    </dgm:pt>
    <dgm:pt modelId="{0CA88004-1D3D-4858-B4FE-3AB7D2EFF743}" type="sibTrans" cxnId="{CFC3FDBB-085D-46D9-973C-A3F0286D22A7}">
      <dgm:prSet/>
      <dgm:spPr/>
      <dgm:t>
        <a:bodyPr/>
        <a:lstStyle/>
        <a:p>
          <a:endParaRPr lang="en-US"/>
        </a:p>
      </dgm:t>
    </dgm:pt>
    <dgm:pt modelId="{16602032-5C5E-4C43-AD33-908ACA7437F0}">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Bottom-up approach </a:t>
          </a:r>
        </a:p>
      </dgm:t>
    </dgm:pt>
    <dgm:pt modelId="{EAF04857-0049-4F4C-BF10-4B93E1C8A8FF}" type="parTrans" cxnId="{6C4C4891-6167-4CFA-9631-FC9CA11FA2AD}">
      <dgm:prSet/>
      <dgm:spPr/>
      <dgm:t>
        <a:bodyPr/>
        <a:lstStyle/>
        <a:p>
          <a:endParaRPr lang="en-US"/>
        </a:p>
      </dgm:t>
    </dgm:pt>
    <dgm:pt modelId="{F3FE29FA-131B-4809-BE5E-C1A3863A5D79}" type="sibTrans" cxnId="{6C4C4891-6167-4CFA-9631-FC9CA11FA2AD}">
      <dgm:prSet/>
      <dgm:spPr/>
      <dgm:t>
        <a:bodyPr/>
        <a:lstStyle/>
        <a:p>
          <a:endParaRPr lang="en-US"/>
        </a:p>
      </dgm:t>
    </dgm:pt>
    <dgm:pt modelId="{29DEC1DC-8898-4451-B53A-8F72C700F73A}" type="pres">
      <dgm:prSet presAssocID="{40ECA9D0-7EFA-4BD1-AE50-85E22BCB5B46}" presName="linear" presStyleCnt="0">
        <dgm:presLayoutVars>
          <dgm:dir/>
          <dgm:animLvl val="lvl"/>
          <dgm:resizeHandles val="exact"/>
        </dgm:presLayoutVars>
      </dgm:prSet>
      <dgm:spPr/>
    </dgm:pt>
    <dgm:pt modelId="{48F299E6-32BB-40F0-B961-6D4DCEF9C8BB}" type="pres">
      <dgm:prSet presAssocID="{A2E084C6-463F-4FD2-9DAE-A5C85BC7CAD7}" presName="parentLin" presStyleCnt="0"/>
      <dgm:spPr/>
    </dgm:pt>
    <dgm:pt modelId="{7EA6D496-863C-4CA4-981F-7C3CA692190E}" type="pres">
      <dgm:prSet presAssocID="{A2E084C6-463F-4FD2-9DAE-A5C85BC7CAD7}" presName="parentLeftMargin" presStyleLbl="node1" presStyleIdx="0" presStyleCnt="2"/>
      <dgm:spPr/>
    </dgm:pt>
    <dgm:pt modelId="{7C6D55AC-6474-4395-8616-5236DEFE739B}" type="pres">
      <dgm:prSet presAssocID="{A2E084C6-463F-4FD2-9DAE-A5C85BC7CAD7}" presName="parentText" presStyleLbl="node1" presStyleIdx="0" presStyleCnt="2">
        <dgm:presLayoutVars>
          <dgm:chMax val="0"/>
          <dgm:bulletEnabled val="1"/>
        </dgm:presLayoutVars>
      </dgm:prSet>
      <dgm:spPr/>
    </dgm:pt>
    <dgm:pt modelId="{46C34DBD-CDE4-4010-A3C8-1366B88113ED}" type="pres">
      <dgm:prSet presAssocID="{A2E084C6-463F-4FD2-9DAE-A5C85BC7CAD7}" presName="negativeSpace" presStyleCnt="0"/>
      <dgm:spPr/>
    </dgm:pt>
    <dgm:pt modelId="{B5FCA505-64A9-472A-81C9-8243494D0D9F}" type="pres">
      <dgm:prSet presAssocID="{A2E084C6-463F-4FD2-9DAE-A5C85BC7CAD7}" presName="childText" presStyleLbl="conFgAcc1" presStyleIdx="0" presStyleCnt="2">
        <dgm:presLayoutVars>
          <dgm:bulletEnabled val="1"/>
        </dgm:presLayoutVars>
      </dgm:prSet>
      <dgm:spPr/>
    </dgm:pt>
    <dgm:pt modelId="{5ECB6438-3E5E-4846-99B0-36EA91E81606}" type="pres">
      <dgm:prSet presAssocID="{EBD01163-7641-49C4-B441-ECD0B93A953B}" presName="spaceBetweenRectangles" presStyleCnt="0"/>
      <dgm:spPr/>
    </dgm:pt>
    <dgm:pt modelId="{88FCF160-62AC-421C-BB80-8A712C86F253}" type="pres">
      <dgm:prSet presAssocID="{C091E4FF-4F03-49DB-866C-2C23EFD69504}" presName="parentLin" presStyleCnt="0"/>
      <dgm:spPr/>
    </dgm:pt>
    <dgm:pt modelId="{69778CF0-59C8-472C-850B-2A177EC0FC40}" type="pres">
      <dgm:prSet presAssocID="{C091E4FF-4F03-49DB-866C-2C23EFD69504}" presName="parentLeftMargin" presStyleLbl="node1" presStyleIdx="0" presStyleCnt="2"/>
      <dgm:spPr/>
    </dgm:pt>
    <dgm:pt modelId="{68696585-BCA3-4922-8CD5-32D3C2581A09}" type="pres">
      <dgm:prSet presAssocID="{C091E4FF-4F03-49DB-866C-2C23EFD69504}" presName="parentText" presStyleLbl="node1" presStyleIdx="1" presStyleCnt="2">
        <dgm:presLayoutVars>
          <dgm:chMax val="0"/>
          <dgm:bulletEnabled val="1"/>
        </dgm:presLayoutVars>
      </dgm:prSet>
      <dgm:spPr/>
    </dgm:pt>
    <dgm:pt modelId="{30F5BBE6-3431-47BA-9BEB-C610BC7F2E72}" type="pres">
      <dgm:prSet presAssocID="{C091E4FF-4F03-49DB-866C-2C23EFD69504}" presName="negativeSpace" presStyleCnt="0"/>
      <dgm:spPr/>
    </dgm:pt>
    <dgm:pt modelId="{2D974D0E-6131-4630-9A48-F9D9299078FB}" type="pres">
      <dgm:prSet presAssocID="{C091E4FF-4F03-49DB-866C-2C23EFD69504}" presName="childText" presStyleLbl="conFgAcc1" presStyleIdx="1" presStyleCnt="2">
        <dgm:presLayoutVars>
          <dgm:bulletEnabled val="1"/>
        </dgm:presLayoutVars>
      </dgm:prSet>
      <dgm:spPr/>
    </dgm:pt>
  </dgm:ptLst>
  <dgm:cxnLst>
    <dgm:cxn modelId="{D40C3103-1B1B-4627-A93D-CE25C7818DD5}" type="presOf" srcId="{C091E4FF-4F03-49DB-866C-2C23EFD69504}" destId="{68696585-BCA3-4922-8CD5-32D3C2581A09}" srcOrd="1" destOrd="0" presId="urn:microsoft.com/office/officeart/2005/8/layout/list1"/>
    <dgm:cxn modelId="{53F1BB04-EFD2-4701-9DF2-0821D176836D}" type="presOf" srcId="{40ECA9D0-7EFA-4BD1-AE50-85E22BCB5B46}" destId="{29DEC1DC-8898-4451-B53A-8F72C700F73A}" srcOrd="0" destOrd="0" presId="urn:microsoft.com/office/officeart/2005/8/layout/list1"/>
    <dgm:cxn modelId="{B93B792A-9DB4-4A31-885A-3D7A367AD90B}" srcId="{40ECA9D0-7EFA-4BD1-AE50-85E22BCB5B46}" destId="{C091E4FF-4F03-49DB-866C-2C23EFD69504}" srcOrd="1" destOrd="0" parTransId="{C856AFE2-1E8D-41B6-9A42-5F17012764D1}" sibTransId="{20A02CCF-724D-470D-BEFD-C928FFB3D3E3}"/>
    <dgm:cxn modelId="{39E4162B-8799-4B8C-90C8-05C1F0163780}" srcId="{A2E084C6-463F-4FD2-9DAE-A5C85BC7CAD7}" destId="{4D163E79-2C13-4B29-A98D-3196AB02D582}" srcOrd="1" destOrd="0" parTransId="{FED7FA05-5C5D-4ECF-8A77-648193AA38A5}" sibTransId="{34BC83AD-9C86-44C4-901A-62100FD7D422}"/>
    <dgm:cxn modelId="{DF8BD636-31E6-4F78-8297-B6342053538B}" type="presOf" srcId="{B22BD257-6360-4A71-B9AC-8AC2787BB9DF}" destId="{2D974D0E-6131-4630-9A48-F9D9299078FB}" srcOrd="0" destOrd="0" presId="urn:microsoft.com/office/officeart/2005/8/layout/list1"/>
    <dgm:cxn modelId="{9F79AC5D-42C9-42D6-8F32-1614DAF48BFB}" srcId="{40ECA9D0-7EFA-4BD1-AE50-85E22BCB5B46}" destId="{A2E084C6-463F-4FD2-9DAE-A5C85BC7CAD7}" srcOrd="0" destOrd="0" parTransId="{AD2DD08D-F651-451D-BA70-487FC8CB28C4}" sibTransId="{EBD01163-7641-49C4-B441-ECD0B93A953B}"/>
    <dgm:cxn modelId="{8CDCB854-A0DA-4D02-8524-D50C9B64AC9F}" type="presOf" srcId="{A2E084C6-463F-4FD2-9DAE-A5C85BC7CAD7}" destId="{7C6D55AC-6474-4395-8616-5236DEFE739B}" srcOrd="1" destOrd="0" presId="urn:microsoft.com/office/officeart/2005/8/layout/list1"/>
    <dgm:cxn modelId="{6C4C4891-6167-4CFA-9631-FC9CA11FA2AD}" srcId="{C091E4FF-4F03-49DB-866C-2C23EFD69504}" destId="{16602032-5C5E-4C43-AD33-908ACA7437F0}" srcOrd="1" destOrd="0" parTransId="{EAF04857-0049-4F4C-BF10-4B93E1C8A8FF}" sibTransId="{F3FE29FA-131B-4809-BE5E-C1A3863A5D79}"/>
    <dgm:cxn modelId="{716DC6B6-BF40-4C2F-8347-FCA2713DAED6}" type="presOf" srcId="{A2E084C6-463F-4FD2-9DAE-A5C85BC7CAD7}" destId="{7EA6D496-863C-4CA4-981F-7C3CA692190E}" srcOrd="0" destOrd="0" presId="urn:microsoft.com/office/officeart/2005/8/layout/list1"/>
    <dgm:cxn modelId="{DAE230B7-8599-4786-984D-84DF55705571}" srcId="{A2E084C6-463F-4FD2-9DAE-A5C85BC7CAD7}" destId="{A90C1526-9294-4A76-ABFF-DC470C9C8B21}" srcOrd="0" destOrd="0" parTransId="{16096351-05AA-482B-BE05-56C2D2FC460B}" sibTransId="{C948A23F-528F-436F-A04A-037A55BD1485}"/>
    <dgm:cxn modelId="{CFC3FDBB-085D-46D9-973C-A3F0286D22A7}" srcId="{C091E4FF-4F03-49DB-866C-2C23EFD69504}" destId="{B22BD257-6360-4A71-B9AC-8AC2787BB9DF}" srcOrd="0" destOrd="0" parTransId="{4FC69BD4-06B5-42D5-8B76-C7F8FF432E15}" sibTransId="{0CA88004-1D3D-4858-B4FE-3AB7D2EFF743}"/>
    <dgm:cxn modelId="{0286C6C8-CF0F-4CDF-8CAE-1D5B781BD7E7}" type="presOf" srcId="{A90C1526-9294-4A76-ABFF-DC470C9C8B21}" destId="{B5FCA505-64A9-472A-81C9-8243494D0D9F}" srcOrd="0" destOrd="0" presId="urn:microsoft.com/office/officeart/2005/8/layout/list1"/>
    <dgm:cxn modelId="{2CAB36E1-78A3-46FE-98BD-D303ECE8C7CC}" type="presOf" srcId="{C091E4FF-4F03-49DB-866C-2C23EFD69504}" destId="{69778CF0-59C8-472C-850B-2A177EC0FC40}" srcOrd="0" destOrd="0" presId="urn:microsoft.com/office/officeart/2005/8/layout/list1"/>
    <dgm:cxn modelId="{9FCADDE2-B11E-48BC-BCD9-718320E46442}" type="presOf" srcId="{4D163E79-2C13-4B29-A98D-3196AB02D582}" destId="{B5FCA505-64A9-472A-81C9-8243494D0D9F}" srcOrd="0" destOrd="1" presId="urn:microsoft.com/office/officeart/2005/8/layout/list1"/>
    <dgm:cxn modelId="{390B11F9-969E-4C71-B1E3-64E2A206D2F8}" type="presOf" srcId="{16602032-5C5E-4C43-AD33-908ACA7437F0}" destId="{2D974D0E-6131-4630-9A48-F9D9299078FB}" srcOrd="0" destOrd="1" presId="urn:microsoft.com/office/officeart/2005/8/layout/list1"/>
    <dgm:cxn modelId="{9E176882-5E47-4388-9771-DB1AC89046F4}" type="presParOf" srcId="{29DEC1DC-8898-4451-B53A-8F72C700F73A}" destId="{48F299E6-32BB-40F0-B961-6D4DCEF9C8BB}" srcOrd="0" destOrd="0" presId="urn:microsoft.com/office/officeart/2005/8/layout/list1"/>
    <dgm:cxn modelId="{7B670300-0A4B-4046-824C-2A1226DBEF51}" type="presParOf" srcId="{48F299E6-32BB-40F0-B961-6D4DCEF9C8BB}" destId="{7EA6D496-863C-4CA4-981F-7C3CA692190E}" srcOrd="0" destOrd="0" presId="urn:microsoft.com/office/officeart/2005/8/layout/list1"/>
    <dgm:cxn modelId="{113DBFAD-2882-469F-B678-CD7BA2D2A11E}" type="presParOf" srcId="{48F299E6-32BB-40F0-B961-6D4DCEF9C8BB}" destId="{7C6D55AC-6474-4395-8616-5236DEFE739B}" srcOrd="1" destOrd="0" presId="urn:microsoft.com/office/officeart/2005/8/layout/list1"/>
    <dgm:cxn modelId="{6CDF3829-3DED-48DE-9C26-FC3366135EDF}" type="presParOf" srcId="{29DEC1DC-8898-4451-B53A-8F72C700F73A}" destId="{46C34DBD-CDE4-4010-A3C8-1366B88113ED}" srcOrd="1" destOrd="0" presId="urn:microsoft.com/office/officeart/2005/8/layout/list1"/>
    <dgm:cxn modelId="{3C2F38D1-362F-4F61-BFBF-394C23CF6068}" type="presParOf" srcId="{29DEC1DC-8898-4451-B53A-8F72C700F73A}" destId="{B5FCA505-64A9-472A-81C9-8243494D0D9F}" srcOrd="2" destOrd="0" presId="urn:microsoft.com/office/officeart/2005/8/layout/list1"/>
    <dgm:cxn modelId="{AC2A5526-E958-46F2-B441-EDB191F9335F}" type="presParOf" srcId="{29DEC1DC-8898-4451-B53A-8F72C700F73A}" destId="{5ECB6438-3E5E-4846-99B0-36EA91E81606}" srcOrd="3" destOrd="0" presId="urn:microsoft.com/office/officeart/2005/8/layout/list1"/>
    <dgm:cxn modelId="{DBD38EA7-9AC5-4D72-A0D1-227AF45BB18B}" type="presParOf" srcId="{29DEC1DC-8898-4451-B53A-8F72C700F73A}" destId="{88FCF160-62AC-421C-BB80-8A712C86F253}" srcOrd="4" destOrd="0" presId="urn:microsoft.com/office/officeart/2005/8/layout/list1"/>
    <dgm:cxn modelId="{0FB89C56-426E-4D54-AF91-FA1C85FBD91F}" type="presParOf" srcId="{88FCF160-62AC-421C-BB80-8A712C86F253}" destId="{69778CF0-59C8-472C-850B-2A177EC0FC40}" srcOrd="0" destOrd="0" presId="urn:microsoft.com/office/officeart/2005/8/layout/list1"/>
    <dgm:cxn modelId="{D5CA130E-3F39-43C8-AD5D-C92FE07D030D}" type="presParOf" srcId="{88FCF160-62AC-421C-BB80-8A712C86F253}" destId="{68696585-BCA3-4922-8CD5-32D3C2581A09}" srcOrd="1" destOrd="0" presId="urn:microsoft.com/office/officeart/2005/8/layout/list1"/>
    <dgm:cxn modelId="{B9F1F495-FF58-4809-A377-56F1987F815F}" type="presParOf" srcId="{29DEC1DC-8898-4451-B53A-8F72C700F73A}" destId="{30F5BBE6-3431-47BA-9BEB-C610BC7F2E72}" srcOrd="5" destOrd="0" presId="urn:microsoft.com/office/officeart/2005/8/layout/list1"/>
    <dgm:cxn modelId="{DB32CC68-F51E-4840-ABAF-8B29DE1EDD0A}" type="presParOf" srcId="{29DEC1DC-8898-4451-B53A-8F72C700F73A}" destId="{2D974D0E-6131-4630-9A48-F9D9299078FB}"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0ECA9D0-7EFA-4BD1-AE50-85E22BCB5B4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2E084C6-463F-4FD2-9DAE-A5C85BC7CAD7}">
      <dgm:prSet/>
      <dgm:spPr/>
      <dgm:t>
        <a:bodyPr/>
        <a:lstStyle/>
        <a:p>
          <a:r>
            <a:rPr lang="en-US"/>
            <a:t>Prove or Disprove the Theory</a:t>
          </a:r>
        </a:p>
      </dgm:t>
      <dgm:extLst>
        <a:ext uri="{E40237B7-FDA0-4F09-8148-C483321AD2D9}">
          <dgm14:cNvPr xmlns:dgm14="http://schemas.microsoft.com/office/drawing/2010/diagram" id="0" name="" descr="Question the obvious: Use one or more method-based approaches and Don’t jump to conclusions. &#10;Escalation: The problem is beyond your knowledge or ability &#10; The problem falls under a system warranty &#10; The scope of the problem is very large &#10; A customer is difficult or abusive&#10; &#10;"/>
        </a:ext>
      </dgm:extLst>
    </dgm:pt>
    <dgm:pt modelId="{AD2DD08D-F651-451D-BA70-487FC8CB28C4}" type="parTrans" cxnId="{9F79AC5D-42C9-42D6-8F32-1614DAF48BFB}">
      <dgm:prSet/>
      <dgm:spPr/>
      <dgm:t>
        <a:bodyPr/>
        <a:lstStyle/>
        <a:p>
          <a:endParaRPr lang="en-US"/>
        </a:p>
      </dgm:t>
    </dgm:pt>
    <dgm:pt modelId="{EBD01163-7641-49C4-B441-ECD0B93A953B}" type="sibTrans" cxnId="{9F79AC5D-42C9-42D6-8F32-1614DAF48BFB}">
      <dgm:prSet/>
      <dgm:spPr/>
      <dgm:t>
        <a:bodyPr/>
        <a:lstStyle/>
        <a:p>
          <a:endParaRPr lang="en-US"/>
        </a:p>
      </dgm:t>
    </dgm:pt>
    <dgm:pt modelId="{A90C1526-9294-4A76-ABFF-DC470C9C8B21}">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Use one or more method-based approaches </a:t>
          </a:r>
        </a:p>
      </dgm:t>
      <dgm:extLst>
        <a:ext uri="{E40237B7-FDA0-4F09-8148-C483321AD2D9}">
          <dgm14:cNvPr xmlns:dgm14="http://schemas.microsoft.com/office/drawing/2010/diagram" id="0" name="" descr="Question the obvious: Use one or more method-based approaches and Don’t jump to conclusions. &#10;Escalation: The problem is beyond your knowledge or ability &#10; The problem falls under a system warranty &#10; The scope of the problem is very large &#10; A customer is difficult or abusive&#10; &#10;"/>
        </a:ext>
      </dgm:extLst>
    </dgm:pt>
    <dgm:pt modelId="{16096351-05AA-482B-BE05-56C2D2FC460B}" type="parTrans" cxnId="{DAE230B7-8599-4786-984D-84DF55705571}">
      <dgm:prSet/>
      <dgm:spPr/>
      <dgm:t>
        <a:bodyPr/>
        <a:lstStyle/>
        <a:p>
          <a:endParaRPr lang="en-US"/>
        </a:p>
      </dgm:t>
    </dgm:pt>
    <dgm:pt modelId="{C948A23F-528F-436F-A04A-037A55BD1485}" type="sibTrans" cxnId="{DAE230B7-8599-4786-984D-84DF55705571}">
      <dgm:prSet/>
      <dgm:spPr/>
      <dgm:t>
        <a:bodyPr/>
        <a:lstStyle/>
        <a:p>
          <a:endParaRPr lang="en-US"/>
        </a:p>
      </dgm:t>
    </dgm:pt>
    <dgm:pt modelId="{C091E4FF-4F03-49DB-866C-2C23EFD69504}">
      <dgm:prSet/>
      <dgm:spPr/>
      <dgm:t>
        <a:bodyPr/>
        <a:lstStyle/>
        <a:p>
          <a:r>
            <a:rPr lang="en-US"/>
            <a:t>Escalation </a:t>
          </a:r>
        </a:p>
      </dgm:t>
      <dgm:extLst>
        <a:ext uri="{E40237B7-FDA0-4F09-8148-C483321AD2D9}">
          <dgm14:cNvPr xmlns:dgm14="http://schemas.microsoft.com/office/drawing/2010/diagram" id="0" name="" descr="Question the obvious: Use one or more method-based approaches and Don’t jump to conclusions. &#10;Escalation: The problem is beyond your knowledge or ability &#10; The problem falls under a system warranty &#10; The scope of the problem is very large &#10; A customer is difficult or abusive&#10; &#10;"/>
        </a:ext>
      </dgm:extLst>
    </dgm:pt>
    <dgm:pt modelId="{C856AFE2-1E8D-41B6-9A42-5F17012764D1}" type="parTrans" cxnId="{B93B792A-9DB4-4A31-885A-3D7A367AD90B}">
      <dgm:prSet/>
      <dgm:spPr/>
      <dgm:t>
        <a:bodyPr/>
        <a:lstStyle/>
        <a:p>
          <a:endParaRPr lang="en-US"/>
        </a:p>
      </dgm:t>
    </dgm:pt>
    <dgm:pt modelId="{20A02CCF-724D-470D-BEFD-C928FFB3D3E3}" type="sibTrans" cxnId="{B93B792A-9DB4-4A31-885A-3D7A367AD90B}">
      <dgm:prSet/>
      <dgm:spPr/>
      <dgm:t>
        <a:bodyPr/>
        <a:lstStyle/>
        <a:p>
          <a:endParaRPr lang="en-US"/>
        </a:p>
      </dgm:t>
    </dgm:pt>
    <dgm:pt modelId="{B22BD257-6360-4A71-B9AC-8AC2787BB9DF}">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Problem is beyond your knowledge or ability </a:t>
          </a:r>
        </a:p>
      </dgm:t>
      <dgm:extLst>
        <a:ext uri="{E40237B7-FDA0-4F09-8148-C483321AD2D9}">
          <dgm14:cNvPr xmlns:dgm14="http://schemas.microsoft.com/office/drawing/2010/diagram" id="0" name="" descr="Question the obvious: Use one or more method-based approaches and Don’t jump to conclusions. &#10;Escalation includes the problem is beyond your knowledge or ability, the problem falls under a system warranty, the scope of the problem is very large, or a customer is difficult or abusive.&#10; &#10;"/>
        </a:ext>
      </dgm:extLst>
    </dgm:pt>
    <dgm:pt modelId="{4FC69BD4-06B5-42D5-8B76-C7F8FF432E15}" type="parTrans" cxnId="{CFC3FDBB-085D-46D9-973C-A3F0286D22A7}">
      <dgm:prSet/>
      <dgm:spPr/>
      <dgm:t>
        <a:bodyPr/>
        <a:lstStyle/>
        <a:p>
          <a:endParaRPr lang="en-US"/>
        </a:p>
      </dgm:t>
    </dgm:pt>
    <dgm:pt modelId="{0CA88004-1D3D-4858-B4FE-3AB7D2EFF743}" type="sibTrans" cxnId="{CFC3FDBB-085D-46D9-973C-A3F0286D22A7}">
      <dgm:prSet/>
      <dgm:spPr/>
      <dgm:t>
        <a:bodyPr/>
        <a:lstStyle/>
        <a:p>
          <a:endParaRPr lang="en-US"/>
        </a:p>
      </dgm:t>
    </dgm:pt>
    <dgm:pt modelId="{FFF51824-54DB-48DD-B277-3D8D6B22EBC2}">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Don’t jump to conclusions </a:t>
          </a:r>
        </a:p>
      </dgm:t>
    </dgm:pt>
    <dgm:pt modelId="{1770DA1A-97FE-472F-A706-C8F066ECC6E8}" type="parTrans" cxnId="{9DB7C0CC-B094-4202-B668-4EA8323382DA}">
      <dgm:prSet/>
      <dgm:spPr/>
      <dgm:t>
        <a:bodyPr/>
        <a:lstStyle/>
        <a:p>
          <a:endParaRPr lang="en-US"/>
        </a:p>
      </dgm:t>
    </dgm:pt>
    <dgm:pt modelId="{BA2DD7C7-FDF0-4BFE-A427-5AA0B6C2E385}" type="sibTrans" cxnId="{9DB7C0CC-B094-4202-B668-4EA8323382DA}">
      <dgm:prSet/>
      <dgm:spPr/>
      <dgm:t>
        <a:bodyPr/>
        <a:lstStyle/>
        <a:p>
          <a:endParaRPr lang="en-US"/>
        </a:p>
      </dgm:t>
    </dgm:pt>
    <dgm:pt modelId="{5E8FC12D-A009-4C0E-96B2-8D638F458F27}">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Problem falls under a system warranty </a:t>
          </a:r>
        </a:p>
      </dgm:t>
    </dgm:pt>
    <dgm:pt modelId="{1B7D00F7-CE4C-4568-8044-E1076DEB4E78}" type="parTrans" cxnId="{7F64E0BA-FA65-4105-8D4D-2BC4BE0623C3}">
      <dgm:prSet/>
      <dgm:spPr/>
      <dgm:t>
        <a:bodyPr/>
        <a:lstStyle/>
        <a:p>
          <a:endParaRPr lang="en-US"/>
        </a:p>
      </dgm:t>
    </dgm:pt>
    <dgm:pt modelId="{63B7C1D2-B201-4E26-AE59-62AA305AC9CD}" type="sibTrans" cxnId="{7F64E0BA-FA65-4105-8D4D-2BC4BE0623C3}">
      <dgm:prSet/>
      <dgm:spPr/>
      <dgm:t>
        <a:bodyPr/>
        <a:lstStyle/>
        <a:p>
          <a:endParaRPr lang="en-US"/>
        </a:p>
      </dgm:t>
    </dgm:pt>
    <dgm:pt modelId="{B8D897CC-4B44-4027-AE36-AB670000DC15}">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Scope of the problem is very large </a:t>
          </a:r>
        </a:p>
      </dgm:t>
    </dgm:pt>
    <dgm:pt modelId="{709F5643-7844-4F44-8E09-16CB2BA2DF9B}" type="parTrans" cxnId="{F09B8D50-CB89-4B0E-9EE0-3BA3DB14FC33}">
      <dgm:prSet/>
      <dgm:spPr/>
      <dgm:t>
        <a:bodyPr/>
        <a:lstStyle/>
        <a:p>
          <a:endParaRPr lang="en-US"/>
        </a:p>
      </dgm:t>
    </dgm:pt>
    <dgm:pt modelId="{59DD0AED-3200-4EA3-B562-C1489A440DE3}" type="sibTrans" cxnId="{F09B8D50-CB89-4B0E-9EE0-3BA3DB14FC33}">
      <dgm:prSet/>
      <dgm:spPr/>
      <dgm:t>
        <a:bodyPr/>
        <a:lstStyle/>
        <a:p>
          <a:endParaRPr lang="en-US"/>
        </a:p>
      </dgm:t>
    </dgm:pt>
    <dgm:pt modelId="{522614A5-657E-4589-8636-15B5530FC84E}">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Customer is difficult or abusive</a:t>
          </a:r>
        </a:p>
      </dgm:t>
    </dgm:pt>
    <dgm:pt modelId="{9B583240-4D39-4EE3-97EA-4A91DB18F378}" type="parTrans" cxnId="{CD98FA00-07C3-4E3E-8A90-4DD92F363EE6}">
      <dgm:prSet/>
      <dgm:spPr/>
      <dgm:t>
        <a:bodyPr/>
        <a:lstStyle/>
        <a:p>
          <a:endParaRPr lang="en-US"/>
        </a:p>
      </dgm:t>
    </dgm:pt>
    <dgm:pt modelId="{5DAEB7F5-AAE0-45F2-89C4-6C913CE4BEB9}" type="sibTrans" cxnId="{CD98FA00-07C3-4E3E-8A90-4DD92F363EE6}">
      <dgm:prSet/>
      <dgm:spPr/>
      <dgm:t>
        <a:bodyPr/>
        <a:lstStyle/>
        <a:p>
          <a:endParaRPr lang="en-US"/>
        </a:p>
      </dgm:t>
    </dgm:pt>
    <dgm:pt modelId="{29DEC1DC-8898-4451-B53A-8F72C700F73A}" type="pres">
      <dgm:prSet presAssocID="{40ECA9D0-7EFA-4BD1-AE50-85E22BCB5B46}" presName="linear" presStyleCnt="0">
        <dgm:presLayoutVars>
          <dgm:dir/>
          <dgm:animLvl val="lvl"/>
          <dgm:resizeHandles val="exact"/>
        </dgm:presLayoutVars>
      </dgm:prSet>
      <dgm:spPr/>
    </dgm:pt>
    <dgm:pt modelId="{48F299E6-32BB-40F0-B961-6D4DCEF9C8BB}" type="pres">
      <dgm:prSet presAssocID="{A2E084C6-463F-4FD2-9DAE-A5C85BC7CAD7}" presName="parentLin" presStyleCnt="0"/>
      <dgm:spPr/>
    </dgm:pt>
    <dgm:pt modelId="{7EA6D496-863C-4CA4-981F-7C3CA692190E}" type="pres">
      <dgm:prSet presAssocID="{A2E084C6-463F-4FD2-9DAE-A5C85BC7CAD7}" presName="parentLeftMargin" presStyleLbl="node1" presStyleIdx="0" presStyleCnt="2"/>
      <dgm:spPr/>
    </dgm:pt>
    <dgm:pt modelId="{7C6D55AC-6474-4395-8616-5236DEFE739B}" type="pres">
      <dgm:prSet presAssocID="{A2E084C6-463F-4FD2-9DAE-A5C85BC7CAD7}" presName="parentText" presStyleLbl="node1" presStyleIdx="0" presStyleCnt="2">
        <dgm:presLayoutVars>
          <dgm:chMax val="0"/>
          <dgm:bulletEnabled val="1"/>
        </dgm:presLayoutVars>
      </dgm:prSet>
      <dgm:spPr/>
    </dgm:pt>
    <dgm:pt modelId="{46C34DBD-CDE4-4010-A3C8-1366B88113ED}" type="pres">
      <dgm:prSet presAssocID="{A2E084C6-463F-4FD2-9DAE-A5C85BC7CAD7}" presName="negativeSpace" presStyleCnt="0"/>
      <dgm:spPr/>
    </dgm:pt>
    <dgm:pt modelId="{B5FCA505-64A9-472A-81C9-8243494D0D9F}" type="pres">
      <dgm:prSet presAssocID="{A2E084C6-463F-4FD2-9DAE-A5C85BC7CAD7}" presName="childText" presStyleLbl="conFgAcc1" presStyleIdx="0" presStyleCnt="2">
        <dgm:presLayoutVars>
          <dgm:bulletEnabled val="1"/>
        </dgm:presLayoutVars>
      </dgm:prSet>
      <dgm:spPr/>
    </dgm:pt>
    <dgm:pt modelId="{5ECB6438-3E5E-4846-99B0-36EA91E81606}" type="pres">
      <dgm:prSet presAssocID="{EBD01163-7641-49C4-B441-ECD0B93A953B}" presName="spaceBetweenRectangles" presStyleCnt="0"/>
      <dgm:spPr/>
    </dgm:pt>
    <dgm:pt modelId="{88FCF160-62AC-421C-BB80-8A712C86F253}" type="pres">
      <dgm:prSet presAssocID="{C091E4FF-4F03-49DB-866C-2C23EFD69504}" presName="parentLin" presStyleCnt="0"/>
      <dgm:spPr/>
    </dgm:pt>
    <dgm:pt modelId="{69778CF0-59C8-472C-850B-2A177EC0FC40}" type="pres">
      <dgm:prSet presAssocID="{C091E4FF-4F03-49DB-866C-2C23EFD69504}" presName="parentLeftMargin" presStyleLbl="node1" presStyleIdx="0" presStyleCnt="2"/>
      <dgm:spPr/>
    </dgm:pt>
    <dgm:pt modelId="{68696585-BCA3-4922-8CD5-32D3C2581A09}" type="pres">
      <dgm:prSet presAssocID="{C091E4FF-4F03-49DB-866C-2C23EFD69504}" presName="parentText" presStyleLbl="node1" presStyleIdx="1" presStyleCnt="2">
        <dgm:presLayoutVars>
          <dgm:chMax val="0"/>
          <dgm:bulletEnabled val="1"/>
        </dgm:presLayoutVars>
      </dgm:prSet>
      <dgm:spPr/>
    </dgm:pt>
    <dgm:pt modelId="{30F5BBE6-3431-47BA-9BEB-C610BC7F2E72}" type="pres">
      <dgm:prSet presAssocID="{C091E4FF-4F03-49DB-866C-2C23EFD69504}" presName="negativeSpace" presStyleCnt="0"/>
      <dgm:spPr/>
    </dgm:pt>
    <dgm:pt modelId="{2D974D0E-6131-4630-9A48-F9D9299078FB}" type="pres">
      <dgm:prSet presAssocID="{C091E4FF-4F03-49DB-866C-2C23EFD69504}" presName="childText" presStyleLbl="conFgAcc1" presStyleIdx="1" presStyleCnt="2">
        <dgm:presLayoutVars>
          <dgm:bulletEnabled val="1"/>
        </dgm:presLayoutVars>
      </dgm:prSet>
      <dgm:spPr/>
    </dgm:pt>
  </dgm:ptLst>
  <dgm:cxnLst>
    <dgm:cxn modelId="{CD98FA00-07C3-4E3E-8A90-4DD92F363EE6}" srcId="{C091E4FF-4F03-49DB-866C-2C23EFD69504}" destId="{522614A5-657E-4589-8636-15B5530FC84E}" srcOrd="3" destOrd="0" parTransId="{9B583240-4D39-4EE3-97EA-4A91DB18F378}" sibTransId="{5DAEB7F5-AAE0-45F2-89C4-6C913CE4BEB9}"/>
    <dgm:cxn modelId="{D40C3103-1B1B-4627-A93D-CE25C7818DD5}" type="presOf" srcId="{C091E4FF-4F03-49DB-866C-2C23EFD69504}" destId="{68696585-BCA3-4922-8CD5-32D3C2581A09}" srcOrd="1" destOrd="0" presId="urn:microsoft.com/office/officeart/2005/8/layout/list1"/>
    <dgm:cxn modelId="{53F1BB04-EFD2-4701-9DF2-0821D176836D}" type="presOf" srcId="{40ECA9D0-7EFA-4BD1-AE50-85E22BCB5B46}" destId="{29DEC1DC-8898-4451-B53A-8F72C700F73A}" srcOrd="0" destOrd="0" presId="urn:microsoft.com/office/officeart/2005/8/layout/list1"/>
    <dgm:cxn modelId="{B93B792A-9DB4-4A31-885A-3D7A367AD90B}" srcId="{40ECA9D0-7EFA-4BD1-AE50-85E22BCB5B46}" destId="{C091E4FF-4F03-49DB-866C-2C23EFD69504}" srcOrd="1" destOrd="0" parTransId="{C856AFE2-1E8D-41B6-9A42-5F17012764D1}" sibTransId="{20A02CCF-724D-470D-BEFD-C928FFB3D3E3}"/>
    <dgm:cxn modelId="{DF8BD636-31E6-4F78-8297-B6342053538B}" type="presOf" srcId="{B22BD257-6360-4A71-B9AC-8AC2787BB9DF}" destId="{2D974D0E-6131-4630-9A48-F9D9299078FB}" srcOrd="0" destOrd="0" presId="urn:microsoft.com/office/officeart/2005/8/layout/list1"/>
    <dgm:cxn modelId="{9F79AC5D-42C9-42D6-8F32-1614DAF48BFB}" srcId="{40ECA9D0-7EFA-4BD1-AE50-85E22BCB5B46}" destId="{A2E084C6-463F-4FD2-9DAE-A5C85BC7CAD7}" srcOrd="0" destOrd="0" parTransId="{AD2DD08D-F651-451D-BA70-487FC8CB28C4}" sibTransId="{EBD01163-7641-49C4-B441-ECD0B93A953B}"/>
    <dgm:cxn modelId="{92B89546-6CEF-42F5-8524-BFE6C89222EF}" type="presOf" srcId="{B8D897CC-4B44-4027-AE36-AB670000DC15}" destId="{2D974D0E-6131-4630-9A48-F9D9299078FB}" srcOrd="0" destOrd="2" presId="urn:microsoft.com/office/officeart/2005/8/layout/list1"/>
    <dgm:cxn modelId="{F09B8D50-CB89-4B0E-9EE0-3BA3DB14FC33}" srcId="{C091E4FF-4F03-49DB-866C-2C23EFD69504}" destId="{B8D897CC-4B44-4027-AE36-AB670000DC15}" srcOrd="2" destOrd="0" parTransId="{709F5643-7844-4F44-8E09-16CB2BA2DF9B}" sibTransId="{59DD0AED-3200-4EA3-B562-C1489A440DE3}"/>
    <dgm:cxn modelId="{591E3172-29EB-4A11-A8C3-35E9AEF87B76}" type="presOf" srcId="{FFF51824-54DB-48DD-B277-3D8D6B22EBC2}" destId="{B5FCA505-64A9-472A-81C9-8243494D0D9F}" srcOrd="0" destOrd="1" presId="urn:microsoft.com/office/officeart/2005/8/layout/list1"/>
    <dgm:cxn modelId="{8CDCB854-A0DA-4D02-8524-D50C9B64AC9F}" type="presOf" srcId="{A2E084C6-463F-4FD2-9DAE-A5C85BC7CAD7}" destId="{7C6D55AC-6474-4395-8616-5236DEFE739B}" srcOrd="1" destOrd="0" presId="urn:microsoft.com/office/officeart/2005/8/layout/list1"/>
    <dgm:cxn modelId="{716DC6B6-BF40-4C2F-8347-FCA2713DAED6}" type="presOf" srcId="{A2E084C6-463F-4FD2-9DAE-A5C85BC7CAD7}" destId="{7EA6D496-863C-4CA4-981F-7C3CA692190E}" srcOrd="0" destOrd="0" presId="urn:microsoft.com/office/officeart/2005/8/layout/list1"/>
    <dgm:cxn modelId="{DAE230B7-8599-4786-984D-84DF55705571}" srcId="{A2E084C6-463F-4FD2-9DAE-A5C85BC7CAD7}" destId="{A90C1526-9294-4A76-ABFF-DC470C9C8B21}" srcOrd="0" destOrd="0" parTransId="{16096351-05AA-482B-BE05-56C2D2FC460B}" sibTransId="{C948A23F-528F-436F-A04A-037A55BD1485}"/>
    <dgm:cxn modelId="{7F64E0BA-FA65-4105-8D4D-2BC4BE0623C3}" srcId="{C091E4FF-4F03-49DB-866C-2C23EFD69504}" destId="{5E8FC12D-A009-4C0E-96B2-8D638F458F27}" srcOrd="1" destOrd="0" parTransId="{1B7D00F7-CE4C-4568-8044-E1076DEB4E78}" sibTransId="{63B7C1D2-B201-4E26-AE59-62AA305AC9CD}"/>
    <dgm:cxn modelId="{CFC3FDBB-085D-46D9-973C-A3F0286D22A7}" srcId="{C091E4FF-4F03-49DB-866C-2C23EFD69504}" destId="{B22BD257-6360-4A71-B9AC-8AC2787BB9DF}" srcOrd="0" destOrd="0" parTransId="{4FC69BD4-06B5-42D5-8B76-C7F8FF432E15}" sibTransId="{0CA88004-1D3D-4858-B4FE-3AB7D2EFF743}"/>
    <dgm:cxn modelId="{522E89C0-E08F-4264-B396-50220EE47A72}" type="presOf" srcId="{5E8FC12D-A009-4C0E-96B2-8D638F458F27}" destId="{2D974D0E-6131-4630-9A48-F9D9299078FB}" srcOrd="0" destOrd="1" presId="urn:microsoft.com/office/officeart/2005/8/layout/list1"/>
    <dgm:cxn modelId="{0286C6C8-CF0F-4CDF-8CAE-1D5B781BD7E7}" type="presOf" srcId="{A90C1526-9294-4A76-ABFF-DC470C9C8B21}" destId="{B5FCA505-64A9-472A-81C9-8243494D0D9F}" srcOrd="0" destOrd="0" presId="urn:microsoft.com/office/officeart/2005/8/layout/list1"/>
    <dgm:cxn modelId="{9DB7C0CC-B094-4202-B668-4EA8323382DA}" srcId="{A2E084C6-463F-4FD2-9DAE-A5C85BC7CAD7}" destId="{FFF51824-54DB-48DD-B277-3D8D6B22EBC2}" srcOrd="1" destOrd="0" parTransId="{1770DA1A-97FE-472F-A706-C8F066ECC6E8}" sibTransId="{BA2DD7C7-FDF0-4BFE-A427-5AA0B6C2E385}"/>
    <dgm:cxn modelId="{2CAB36E1-78A3-46FE-98BD-D303ECE8C7CC}" type="presOf" srcId="{C091E4FF-4F03-49DB-866C-2C23EFD69504}" destId="{69778CF0-59C8-472C-850B-2A177EC0FC40}" srcOrd="0" destOrd="0" presId="urn:microsoft.com/office/officeart/2005/8/layout/list1"/>
    <dgm:cxn modelId="{B6C9F5EB-8410-48A4-A54C-556E36FE516F}" type="presOf" srcId="{522614A5-657E-4589-8636-15B5530FC84E}" destId="{2D974D0E-6131-4630-9A48-F9D9299078FB}" srcOrd="0" destOrd="3" presId="urn:microsoft.com/office/officeart/2005/8/layout/list1"/>
    <dgm:cxn modelId="{9E176882-5E47-4388-9771-DB1AC89046F4}" type="presParOf" srcId="{29DEC1DC-8898-4451-B53A-8F72C700F73A}" destId="{48F299E6-32BB-40F0-B961-6D4DCEF9C8BB}" srcOrd="0" destOrd="0" presId="urn:microsoft.com/office/officeart/2005/8/layout/list1"/>
    <dgm:cxn modelId="{7B670300-0A4B-4046-824C-2A1226DBEF51}" type="presParOf" srcId="{48F299E6-32BB-40F0-B961-6D4DCEF9C8BB}" destId="{7EA6D496-863C-4CA4-981F-7C3CA692190E}" srcOrd="0" destOrd="0" presId="urn:microsoft.com/office/officeart/2005/8/layout/list1"/>
    <dgm:cxn modelId="{113DBFAD-2882-469F-B678-CD7BA2D2A11E}" type="presParOf" srcId="{48F299E6-32BB-40F0-B961-6D4DCEF9C8BB}" destId="{7C6D55AC-6474-4395-8616-5236DEFE739B}" srcOrd="1" destOrd="0" presId="urn:microsoft.com/office/officeart/2005/8/layout/list1"/>
    <dgm:cxn modelId="{6CDF3829-3DED-48DE-9C26-FC3366135EDF}" type="presParOf" srcId="{29DEC1DC-8898-4451-B53A-8F72C700F73A}" destId="{46C34DBD-CDE4-4010-A3C8-1366B88113ED}" srcOrd="1" destOrd="0" presId="urn:microsoft.com/office/officeart/2005/8/layout/list1"/>
    <dgm:cxn modelId="{3C2F38D1-362F-4F61-BFBF-394C23CF6068}" type="presParOf" srcId="{29DEC1DC-8898-4451-B53A-8F72C700F73A}" destId="{B5FCA505-64A9-472A-81C9-8243494D0D9F}" srcOrd="2" destOrd="0" presId="urn:microsoft.com/office/officeart/2005/8/layout/list1"/>
    <dgm:cxn modelId="{AC2A5526-E958-46F2-B441-EDB191F9335F}" type="presParOf" srcId="{29DEC1DC-8898-4451-B53A-8F72C700F73A}" destId="{5ECB6438-3E5E-4846-99B0-36EA91E81606}" srcOrd="3" destOrd="0" presId="urn:microsoft.com/office/officeart/2005/8/layout/list1"/>
    <dgm:cxn modelId="{DBD38EA7-9AC5-4D72-A0D1-227AF45BB18B}" type="presParOf" srcId="{29DEC1DC-8898-4451-B53A-8F72C700F73A}" destId="{88FCF160-62AC-421C-BB80-8A712C86F253}" srcOrd="4" destOrd="0" presId="urn:microsoft.com/office/officeart/2005/8/layout/list1"/>
    <dgm:cxn modelId="{0FB89C56-426E-4D54-AF91-FA1C85FBD91F}" type="presParOf" srcId="{88FCF160-62AC-421C-BB80-8A712C86F253}" destId="{69778CF0-59C8-472C-850B-2A177EC0FC40}" srcOrd="0" destOrd="0" presId="urn:microsoft.com/office/officeart/2005/8/layout/list1"/>
    <dgm:cxn modelId="{D5CA130E-3F39-43C8-AD5D-C92FE07D030D}" type="presParOf" srcId="{88FCF160-62AC-421C-BB80-8A712C86F253}" destId="{68696585-BCA3-4922-8CD5-32D3C2581A09}" srcOrd="1" destOrd="0" presId="urn:microsoft.com/office/officeart/2005/8/layout/list1"/>
    <dgm:cxn modelId="{B9F1F495-FF58-4809-A377-56F1987F815F}" type="presParOf" srcId="{29DEC1DC-8898-4451-B53A-8F72C700F73A}" destId="{30F5BBE6-3431-47BA-9BEB-C610BC7F2E72}" srcOrd="5" destOrd="0" presId="urn:microsoft.com/office/officeart/2005/8/layout/list1"/>
    <dgm:cxn modelId="{DB32CC68-F51E-4840-ABAF-8B29DE1EDD0A}" type="presParOf" srcId="{29DEC1DC-8898-4451-B53A-8F72C700F73A}" destId="{2D974D0E-6131-4630-9A48-F9D9299078FB}"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0ECA9D0-7EFA-4BD1-AE50-85E22BCB5B4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2E084C6-463F-4FD2-9DAE-A5C85BC7CAD7}">
      <dgm:prSet/>
      <dgm:spPr/>
      <dgm:t>
        <a:bodyPr/>
        <a:lstStyle/>
        <a:p>
          <a:r>
            <a:rPr lang="en-US"/>
            <a:t>Implement changes </a:t>
          </a:r>
        </a:p>
      </dgm:t>
      <dgm:extLst>
        <a:ext uri="{E40237B7-FDA0-4F09-8148-C483321AD2D9}">
          <dgm14:cNvPr xmlns:dgm14="http://schemas.microsoft.com/office/drawing/2010/diagram" id="0" name="" descr="Implement changes includes implement fixes and escalate if higher authorization is needed. Verify the solution includes making sure the system seems to be working for you and the customer. Document your findings, actions, and outcomes, and create logs for future troubleshooting. "/>
        </a:ext>
      </dgm:extLst>
    </dgm:pt>
    <dgm:pt modelId="{AD2DD08D-F651-451D-BA70-487FC8CB28C4}" type="parTrans" cxnId="{9F79AC5D-42C9-42D6-8F32-1614DAF48BFB}">
      <dgm:prSet/>
      <dgm:spPr/>
      <dgm:t>
        <a:bodyPr/>
        <a:lstStyle/>
        <a:p>
          <a:endParaRPr lang="en-US"/>
        </a:p>
      </dgm:t>
    </dgm:pt>
    <dgm:pt modelId="{EBD01163-7641-49C4-B441-ECD0B93A953B}" type="sibTrans" cxnId="{9F79AC5D-42C9-42D6-8F32-1614DAF48BFB}">
      <dgm:prSet/>
      <dgm:spPr/>
      <dgm:t>
        <a:bodyPr/>
        <a:lstStyle/>
        <a:p>
          <a:endParaRPr lang="en-US"/>
        </a:p>
      </dgm:t>
    </dgm:pt>
    <dgm:pt modelId="{25CB34E4-B523-40D9-B20D-138D1CBA8C60}">
      <dgm:prSet/>
      <dgm:spPr/>
      <dgm:t>
        <a:bodyPr/>
        <a:lstStyle/>
        <a:p>
          <a:r>
            <a:rPr lang="en-US"/>
            <a:t>Verify the solution </a:t>
          </a:r>
        </a:p>
      </dgm:t>
      <dgm:extLst>
        <a:ext uri="{E40237B7-FDA0-4F09-8148-C483321AD2D9}">
          <dgm14:cNvPr xmlns:dgm14="http://schemas.microsoft.com/office/drawing/2010/diagram" id="0" name="" descr="Implement changes includes implement fixes and escalate if higher authorization is needed. Verify the solution includes making sure the system seems to be working for you and the customer. Document your findings, actions, and outcomes, and create logs for future troubleshooting. "/>
        </a:ext>
      </dgm:extLst>
    </dgm:pt>
    <dgm:pt modelId="{4BE5FA0E-A976-4638-B8C4-8168B1ECC78D}" type="parTrans" cxnId="{F80F6893-DD04-4D3E-A4C7-78E17FE877C6}">
      <dgm:prSet/>
      <dgm:spPr/>
      <dgm:t>
        <a:bodyPr/>
        <a:lstStyle/>
        <a:p>
          <a:endParaRPr lang="en-US"/>
        </a:p>
      </dgm:t>
    </dgm:pt>
    <dgm:pt modelId="{320D0D30-518D-40A2-9388-A3885EAF5435}" type="sibTrans" cxnId="{F80F6893-DD04-4D3E-A4C7-78E17FE877C6}">
      <dgm:prSet/>
      <dgm:spPr/>
      <dgm:t>
        <a:bodyPr/>
        <a:lstStyle/>
        <a:p>
          <a:endParaRPr lang="en-US"/>
        </a:p>
      </dgm:t>
    </dgm:pt>
    <dgm:pt modelId="{A55C19CD-DEB3-4012-ACAB-8003E235EA95}">
      <dgm:prSet/>
      <dgm:spPr/>
      <dgm:t>
        <a:bodyPr/>
        <a:lstStyle/>
        <a:p>
          <a:r>
            <a:rPr lang="en-US"/>
            <a:t>Document </a:t>
          </a:r>
        </a:p>
      </dgm:t>
      <dgm:extLst>
        <a:ext uri="{E40237B7-FDA0-4F09-8148-C483321AD2D9}">
          <dgm14:cNvPr xmlns:dgm14="http://schemas.microsoft.com/office/drawing/2010/diagram" id="0" name="" descr="Implement changes includes implement fixes and escalate if higher authorization is needed. Verify the solution includes making sure the system seems to be working for you and the customer. Document your findings, actions, and outcomes, and create logs for future troubleshooting. "/>
        </a:ext>
      </dgm:extLst>
    </dgm:pt>
    <dgm:pt modelId="{B8CF6FFE-C59A-4CE5-BF16-A6F60B0E9A8E}" type="parTrans" cxnId="{A3640EDF-4659-4B26-9006-32B9E01C75DE}">
      <dgm:prSet/>
      <dgm:spPr/>
      <dgm:t>
        <a:bodyPr/>
        <a:lstStyle/>
        <a:p>
          <a:endParaRPr lang="en-US"/>
        </a:p>
      </dgm:t>
    </dgm:pt>
    <dgm:pt modelId="{2C2663C9-4E1D-42A6-8E5E-23D8BA3F2C86}" type="sibTrans" cxnId="{A3640EDF-4659-4B26-9006-32B9E01C75DE}">
      <dgm:prSet/>
      <dgm:spPr/>
      <dgm:t>
        <a:bodyPr/>
        <a:lstStyle/>
        <a:p>
          <a:endParaRPr lang="en-US"/>
        </a:p>
      </dgm:t>
    </dgm:pt>
    <dgm:pt modelId="{86FD8EE9-A5EA-4ECA-9AB7-5D7BAC3F775D}">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Implement fixes</a:t>
          </a:r>
        </a:p>
      </dgm:t>
      <dgm:extLst>
        <a:ext uri="{E40237B7-FDA0-4F09-8148-C483321AD2D9}">
          <dgm14:cNvPr xmlns:dgm14="http://schemas.microsoft.com/office/drawing/2010/diagram" id="0" name="" descr="Implement changes includes implement fixes and escalate if higher authorization is needed. Verify the solution includes making sure the system seems to be working for you and the customer. Document your findings, actions, and outcomes, and create logs for future troubleshooting. "/>
        </a:ext>
      </dgm:extLst>
    </dgm:pt>
    <dgm:pt modelId="{E0C66FCE-8485-481B-B17A-7CD2D064CCD0}" type="parTrans" cxnId="{972C2FC4-4D97-4B7B-8C88-1350130229B1}">
      <dgm:prSet/>
      <dgm:spPr/>
      <dgm:t>
        <a:bodyPr/>
        <a:lstStyle/>
        <a:p>
          <a:endParaRPr lang="en-US"/>
        </a:p>
      </dgm:t>
    </dgm:pt>
    <dgm:pt modelId="{6F1CEE52-64B0-4E77-A170-3751AB2357C6}" type="sibTrans" cxnId="{972C2FC4-4D97-4B7B-8C88-1350130229B1}">
      <dgm:prSet/>
      <dgm:spPr/>
      <dgm:t>
        <a:bodyPr/>
        <a:lstStyle/>
        <a:p>
          <a:endParaRPr lang="en-US"/>
        </a:p>
      </dgm:t>
    </dgm:pt>
    <dgm:pt modelId="{FFB4819F-0229-4E0B-907A-7BB0E5BF57DF}">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Document findings, actions, and outcomes </a:t>
          </a:r>
        </a:p>
      </dgm:t>
      <dgm:extLst>
        <a:ext uri="{E40237B7-FDA0-4F09-8148-C483321AD2D9}">
          <dgm14:cNvPr xmlns:dgm14="http://schemas.microsoft.com/office/drawing/2010/diagram" id="0" name="" descr="Implement changes includes implement fixes and escalate if higher authorization is needed. Verify the solution includes making sure the system seems to be working for you and the customer. Document your findings, actions, and outcomes, and create logs for future troubleshooting. "/>
        </a:ext>
      </dgm:extLst>
    </dgm:pt>
    <dgm:pt modelId="{372EA383-9E91-4630-9945-ACC01E70F24D}" type="parTrans" cxnId="{04E477CD-CAB4-4713-9B86-D5003BB058B1}">
      <dgm:prSet/>
      <dgm:spPr/>
      <dgm:t>
        <a:bodyPr/>
        <a:lstStyle/>
        <a:p>
          <a:endParaRPr lang="en-US"/>
        </a:p>
      </dgm:t>
    </dgm:pt>
    <dgm:pt modelId="{D3883AC4-C2AC-4C92-8355-9FC4FA16BE48}" type="sibTrans" cxnId="{04E477CD-CAB4-4713-9B86-D5003BB058B1}">
      <dgm:prSet/>
      <dgm:spPr/>
      <dgm:t>
        <a:bodyPr/>
        <a:lstStyle/>
        <a:p>
          <a:endParaRPr lang="en-US"/>
        </a:p>
      </dgm:t>
    </dgm:pt>
    <dgm:pt modelId="{76AF7D5F-07C9-485D-B9D0-DA3157481538}">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Logs are useful for future troubleshooting</a:t>
          </a:r>
        </a:p>
      </dgm:t>
    </dgm:pt>
    <dgm:pt modelId="{9565D35C-744E-4A45-94E2-04EB41E7469B}" type="parTrans" cxnId="{7A959578-3DF4-43FB-BCE7-169D8BFE85A8}">
      <dgm:prSet/>
      <dgm:spPr/>
      <dgm:t>
        <a:bodyPr/>
        <a:lstStyle/>
        <a:p>
          <a:endParaRPr lang="en-US"/>
        </a:p>
      </dgm:t>
    </dgm:pt>
    <dgm:pt modelId="{24FB1AE8-CF6F-44DF-91D7-F8216696AED5}" type="sibTrans" cxnId="{7A959578-3DF4-43FB-BCE7-169D8BFE85A8}">
      <dgm:prSet/>
      <dgm:spPr/>
      <dgm:t>
        <a:bodyPr/>
        <a:lstStyle/>
        <a:p>
          <a:endParaRPr lang="en-US"/>
        </a:p>
      </dgm:t>
    </dgm:pt>
    <dgm:pt modelId="{B6E864F0-EBF2-4714-A97E-A84FD5957609}">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Make sure the system seems to work for you </a:t>
          </a:r>
        </a:p>
      </dgm:t>
      <dgm:extLst>
        <a:ext uri="{E40237B7-FDA0-4F09-8148-C483321AD2D9}">
          <dgm14:cNvPr xmlns:dgm14="http://schemas.microsoft.com/office/drawing/2010/diagram" id="0" name="" descr="Implement changes includes implement fixes and escalate if higher authorization is needed. Verify the solution includes making sure the system seems to be working for you and the customer. Document your findings, actions, and outcomes, and create logs for future troubleshooting. "/>
        </a:ext>
      </dgm:extLst>
    </dgm:pt>
    <dgm:pt modelId="{F3729DE9-C8EF-44A8-BAAD-6BCEBFDF5553}" type="parTrans" cxnId="{B1671C46-739F-45F7-B0FF-3C71C6210C70}">
      <dgm:prSet/>
      <dgm:spPr/>
      <dgm:t>
        <a:bodyPr/>
        <a:lstStyle/>
        <a:p>
          <a:endParaRPr lang="en-US"/>
        </a:p>
      </dgm:t>
    </dgm:pt>
    <dgm:pt modelId="{685F7185-9090-4C88-99B9-4C8AA36B53D9}" type="sibTrans" cxnId="{B1671C46-739F-45F7-B0FF-3C71C6210C70}">
      <dgm:prSet/>
      <dgm:spPr/>
      <dgm:t>
        <a:bodyPr/>
        <a:lstStyle/>
        <a:p>
          <a:endParaRPr lang="en-US"/>
        </a:p>
      </dgm:t>
    </dgm:pt>
    <dgm:pt modelId="{F64AEDDA-2513-4A08-9519-3BCBAAC5603D}">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Make sure the system seems to work for customer</a:t>
          </a:r>
        </a:p>
      </dgm:t>
    </dgm:pt>
    <dgm:pt modelId="{A8A4FDF6-FEB1-4BCB-8C83-89F15F175124}" type="parTrans" cxnId="{399FCEB3-C737-4EC9-BE9A-9D35723AEC8D}">
      <dgm:prSet/>
      <dgm:spPr/>
      <dgm:t>
        <a:bodyPr/>
        <a:lstStyle/>
        <a:p>
          <a:endParaRPr lang="en-US"/>
        </a:p>
      </dgm:t>
    </dgm:pt>
    <dgm:pt modelId="{FC4FBB07-FB45-4C3D-890D-A74AB68A1738}" type="sibTrans" cxnId="{399FCEB3-C737-4EC9-BE9A-9D35723AEC8D}">
      <dgm:prSet/>
      <dgm:spPr/>
      <dgm:t>
        <a:bodyPr/>
        <a:lstStyle/>
        <a:p>
          <a:endParaRPr lang="en-US"/>
        </a:p>
      </dgm:t>
    </dgm:pt>
    <dgm:pt modelId="{770EFF42-3669-4E71-8658-FDA7DF024970}">
      <dgm:prSet/>
      <dgm:spPr>
        <a:solidFill>
          <a:schemeClr val="bg1">
            <a:lumMod val="95000"/>
            <a:alpha val="90000"/>
          </a:schemeClr>
        </a:solidFill>
        <a:ln w="9525">
          <a:solidFill>
            <a:schemeClr val="bg1">
              <a:lumMod val="85000"/>
            </a:schemeClr>
          </a:solidFill>
        </a:ln>
      </dgm:spPr>
      <dgm:t>
        <a:bodyPr/>
        <a:lstStyle/>
        <a:p>
          <a:r>
            <a:rPr lang="en-US">
              <a:solidFill>
                <a:srgbClr val="20282F"/>
              </a:solidFill>
            </a:rPr>
            <a:t>Escalate if higher authorization is needed</a:t>
          </a:r>
        </a:p>
      </dgm:t>
    </dgm:pt>
    <dgm:pt modelId="{F2DF2D98-642E-4E27-A447-1770F53661E6}" type="parTrans" cxnId="{D9B2E2DD-2C72-4EED-B862-65B36C969A6B}">
      <dgm:prSet/>
      <dgm:spPr/>
      <dgm:t>
        <a:bodyPr/>
        <a:lstStyle/>
        <a:p>
          <a:endParaRPr lang="en-US"/>
        </a:p>
      </dgm:t>
    </dgm:pt>
    <dgm:pt modelId="{87CD6E6E-DDE0-4758-9FA7-EFEACD09DE56}" type="sibTrans" cxnId="{D9B2E2DD-2C72-4EED-B862-65B36C969A6B}">
      <dgm:prSet/>
      <dgm:spPr/>
      <dgm:t>
        <a:bodyPr/>
        <a:lstStyle/>
        <a:p>
          <a:endParaRPr lang="en-US"/>
        </a:p>
      </dgm:t>
    </dgm:pt>
    <dgm:pt modelId="{29DEC1DC-8898-4451-B53A-8F72C700F73A}" type="pres">
      <dgm:prSet presAssocID="{40ECA9D0-7EFA-4BD1-AE50-85E22BCB5B46}" presName="linear" presStyleCnt="0">
        <dgm:presLayoutVars>
          <dgm:dir/>
          <dgm:animLvl val="lvl"/>
          <dgm:resizeHandles val="exact"/>
        </dgm:presLayoutVars>
      </dgm:prSet>
      <dgm:spPr/>
    </dgm:pt>
    <dgm:pt modelId="{48F299E6-32BB-40F0-B961-6D4DCEF9C8BB}" type="pres">
      <dgm:prSet presAssocID="{A2E084C6-463F-4FD2-9DAE-A5C85BC7CAD7}" presName="parentLin" presStyleCnt="0"/>
      <dgm:spPr/>
    </dgm:pt>
    <dgm:pt modelId="{7EA6D496-863C-4CA4-981F-7C3CA692190E}" type="pres">
      <dgm:prSet presAssocID="{A2E084C6-463F-4FD2-9DAE-A5C85BC7CAD7}" presName="parentLeftMargin" presStyleLbl="node1" presStyleIdx="0" presStyleCnt="3"/>
      <dgm:spPr/>
    </dgm:pt>
    <dgm:pt modelId="{7C6D55AC-6474-4395-8616-5236DEFE739B}" type="pres">
      <dgm:prSet presAssocID="{A2E084C6-463F-4FD2-9DAE-A5C85BC7CAD7}" presName="parentText" presStyleLbl="node1" presStyleIdx="0" presStyleCnt="3">
        <dgm:presLayoutVars>
          <dgm:chMax val="0"/>
          <dgm:bulletEnabled val="1"/>
        </dgm:presLayoutVars>
      </dgm:prSet>
      <dgm:spPr/>
    </dgm:pt>
    <dgm:pt modelId="{46C34DBD-CDE4-4010-A3C8-1366B88113ED}" type="pres">
      <dgm:prSet presAssocID="{A2E084C6-463F-4FD2-9DAE-A5C85BC7CAD7}" presName="negativeSpace" presStyleCnt="0"/>
      <dgm:spPr/>
    </dgm:pt>
    <dgm:pt modelId="{B5FCA505-64A9-472A-81C9-8243494D0D9F}" type="pres">
      <dgm:prSet presAssocID="{A2E084C6-463F-4FD2-9DAE-A5C85BC7CAD7}" presName="childText" presStyleLbl="conFgAcc1" presStyleIdx="0" presStyleCnt="3">
        <dgm:presLayoutVars>
          <dgm:bulletEnabled val="1"/>
        </dgm:presLayoutVars>
      </dgm:prSet>
      <dgm:spPr/>
    </dgm:pt>
    <dgm:pt modelId="{54FDB9FC-F5C9-492B-952D-E08ABBD651E2}" type="pres">
      <dgm:prSet presAssocID="{EBD01163-7641-49C4-B441-ECD0B93A953B}" presName="spaceBetweenRectangles" presStyleCnt="0"/>
      <dgm:spPr/>
    </dgm:pt>
    <dgm:pt modelId="{28A59D86-0F93-455C-84CA-CB2A2EF3FD3B}" type="pres">
      <dgm:prSet presAssocID="{25CB34E4-B523-40D9-B20D-138D1CBA8C60}" presName="parentLin" presStyleCnt="0"/>
      <dgm:spPr/>
    </dgm:pt>
    <dgm:pt modelId="{D1941A60-725F-4988-B844-A98C0215E843}" type="pres">
      <dgm:prSet presAssocID="{25CB34E4-B523-40D9-B20D-138D1CBA8C60}" presName="parentLeftMargin" presStyleLbl="node1" presStyleIdx="0" presStyleCnt="3"/>
      <dgm:spPr/>
    </dgm:pt>
    <dgm:pt modelId="{D97BB809-3CDE-4085-9DC5-B318F1AF92D7}" type="pres">
      <dgm:prSet presAssocID="{25CB34E4-B523-40D9-B20D-138D1CBA8C60}" presName="parentText" presStyleLbl="node1" presStyleIdx="1" presStyleCnt="3">
        <dgm:presLayoutVars>
          <dgm:chMax val="0"/>
          <dgm:bulletEnabled val="1"/>
        </dgm:presLayoutVars>
      </dgm:prSet>
      <dgm:spPr/>
    </dgm:pt>
    <dgm:pt modelId="{40229DF2-3641-4064-8D23-70AAB6B8241E}" type="pres">
      <dgm:prSet presAssocID="{25CB34E4-B523-40D9-B20D-138D1CBA8C60}" presName="negativeSpace" presStyleCnt="0"/>
      <dgm:spPr/>
    </dgm:pt>
    <dgm:pt modelId="{B9624B3E-7FF0-4536-8F17-8C217A134050}" type="pres">
      <dgm:prSet presAssocID="{25CB34E4-B523-40D9-B20D-138D1CBA8C60}" presName="childText" presStyleLbl="conFgAcc1" presStyleIdx="1" presStyleCnt="3">
        <dgm:presLayoutVars>
          <dgm:bulletEnabled val="1"/>
        </dgm:presLayoutVars>
      </dgm:prSet>
      <dgm:spPr/>
    </dgm:pt>
    <dgm:pt modelId="{CA370B2C-99C7-4898-AB49-C59C595F5F88}" type="pres">
      <dgm:prSet presAssocID="{320D0D30-518D-40A2-9388-A3885EAF5435}" presName="spaceBetweenRectangles" presStyleCnt="0"/>
      <dgm:spPr/>
    </dgm:pt>
    <dgm:pt modelId="{D7871975-F248-43CA-B94D-60AE2BB97E16}" type="pres">
      <dgm:prSet presAssocID="{A55C19CD-DEB3-4012-ACAB-8003E235EA95}" presName="parentLin" presStyleCnt="0"/>
      <dgm:spPr/>
    </dgm:pt>
    <dgm:pt modelId="{C3234F6A-346F-4E85-BA41-2220AF801236}" type="pres">
      <dgm:prSet presAssocID="{A55C19CD-DEB3-4012-ACAB-8003E235EA95}" presName="parentLeftMargin" presStyleLbl="node1" presStyleIdx="1" presStyleCnt="3"/>
      <dgm:spPr/>
    </dgm:pt>
    <dgm:pt modelId="{3A360CAC-C82C-4238-B327-B8856A814334}" type="pres">
      <dgm:prSet presAssocID="{A55C19CD-DEB3-4012-ACAB-8003E235EA95}" presName="parentText" presStyleLbl="node1" presStyleIdx="2" presStyleCnt="3">
        <dgm:presLayoutVars>
          <dgm:chMax val="0"/>
          <dgm:bulletEnabled val="1"/>
        </dgm:presLayoutVars>
      </dgm:prSet>
      <dgm:spPr/>
    </dgm:pt>
    <dgm:pt modelId="{E7CF1D17-DE37-4C42-AC66-D87D84CEC37E}" type="pres">
      <dgm:prSet presAssocID="{A55C19CD-DEB3-4012-ACAB-8003E235EA95}" presName="negativeSpace" presStyleCnt="0"/>
      <dgm:spPr/>
    </dgm:pt>
    <dgm:pt modelId="{74F78476-DDEE-4289-8665-CC71C1CE3474}" type="pres">
      <dgm:prSet presAssocID="{A55C19CD-DEB3-4012-ACAB-8003E235EA95}" presName="childText" presStyleLbl="conFgAcc1" presStyleIdx="2" presStyleCnt="3">
        <dgm:presLayoutVars>
          <dgm:bulletEnabled val="1"/>
        </dgm:presLayoutVars>
      </dgm:prSet>
      <dgm:spPr/>
    </dgm:pt>
  </dgm:ptLst>
  <dgm:cxnLst>
    <dgm:cxn modelId="{44C6AE03-3C30-4B96-939C-B809A085B2AF}" type="presOf" srcId="{B6E864F0-EBF2-4714-A97E-A84FD5957609}" destId="{B9624B3E-7FF0-4536-8F17-8C217A134050}" srcOrd="0" destOrd="0" presId="urn:microsoft.com/office/officeart/2005/8/layout/list1"/>
    <dgm:cxn modelId="{53F1BB04-EFD2-4701-9DF2-0821D176836D}" type="presOf" srcId="{40ECA9D0-7EFA-4BD1-AE50-85E22BCB5B46}" destId="{29DEC1DC-8898-4451-B53A-8F72C700F73A}" srcOrd="0" destOrd="0" presId="urn:microsoft.com/office/officeart/2005/8/layout/list1"/>
    <dgm:cxn modelId="{A93A9C1F-644F-43AB-8424-9A5368EFFF7F}" type="presOf" srcId="{25CB34E4-B523-40D9-B20D-138D1CBA8C60}" destId="{D1941A60-725F-4988-B844-A98C0215E843}" srcOrd="0" destOrd="0" presId="urn:microsoft.com/office/officeart/2005/8/layout/list1"/>
    <dgm:cxn modelId="{FACC1722-3202-4EAA-ABA4-1CAC96BB9D08}" type="presOf" srcId="{F64AEDDA-2513-4A08-9519-3BCBAAC5603D}" destId="{B9624B3E-7FF0-4536-8F17-8C217A134050}" srcOrd="0" destOrd="1" presId="urn:microsoft.com/office/officeart/2005/8/layout/list1"/>
    <dgm:cxn modelId="{9F79AC5D-42C9-42D6-8F32-1614DAF48BFB}" srcId="{40ECA9D0-7EFA-4BD1-AE50-85E22BCB5B46}" destId="{A2E084C6-463F-4FD2-9DAE-A5C85BC7CAD7}" srcOrd="0" destOrd="0" parTransId="{AD2DD08D-F651-451D-BA70-487FC8CB28C4}" sibTransId="{EBD01163-7641-49C4-B441-ECD0B93A953B}"/>
    <dgm:cxn modelId="{35E27A44-013F-46ED-9E1C-1AF0CBAEA0AF}" type="presOf" srcId="{A55C19CD-DEB3-4012-ACAB-8003E235EA95}" destId="{3A360CAC-C82C-4238-B327-B8856A814334}" srcOrd="1" destOrd="0" presId="urn:microsoft.com/office/officeart/2005/8/layout/list1"/>
    <dgm:cxn modelId="{B1671C46-739F-45F7-B0FF-3C71C6210C70}" srcId="{25CB34E4-B523-40D9-B20D-138D1CBA8C60}" destId="{B6E864F0-EBF2-4714-A97E-A84FD5957609}" srcOrd="0" destOrd="0" parTransId="{F3729DE9-C8EF-44A8-BAAD-6BCEBFDF5553}" sibTransId="{685F7185-9090-4C88-99B9-4C8AA36B53D9}"/>
    <dgm:cxn modelId="{8CDCB854-A0DA-4D02-8524-D50C9B64AC9F}" type="presOf" srcId="{A2E084C6-463F-4FD2-9DAE-A5C85BC7CAD7}" destId="{7C6D55AC-6474-4395-8616-5236DEFE739B}" srcOrd="1" destOrd="0" presId="urn:microsoft.com/office/officeart/2005/8/layout/list1"/>
    <dgm:cxn modelId="{1DF42078-6F21-4AA1-89B1-C8779BE3C652}" type="presOf" srcId="{25CB34E4-B523-40D9-B20D-138D1CBA8C60}" destId="{D97BB809-3CDE-4085-9DC5-B318F1AF92D7}" srcOrd="1" destOrd="0" presId="urn:microsoft.com/office/officeart/2005/8/layout/list1"/>
    <dgm:cxn modelId="{7A959578-3DF4-43FB-BCE7-169D8BFE85A8}" srcId="{A55C19CD-DEB3-4012-ACAB-8003E235EA95}" destId="{76AF7D5F-07C9-485D-B9D0-DA3157481538}" srcOrd="1" destOrd="0" parTransId="{9565D35C-744E-4A45-94E2-04EB41E7469B}" sibTransId="{24FB1AE8-CF6F-44DF-91D7-F8216696AED5}"/>
    <dgm:cxn modelId="{DD9D6B89-FE0F-4F0C-AADF-8F4EF3CA0DC0}" type="presOf" srcId="{86FD8EE9-A5EA-4ECA-9AB7-5D7BAC3F775D}" destId="{B5FCA505-64A9-472A-81C9-8243494D0D9F}" srcOrd="0" destOrd="0" presId="urn:microsoft.com/office/officeart/2005/8/layout/list1"/>
    <dgm:cxn modelId="{F80F6893-DD04-4D3E-A4C7-78E17FE877C6}" srcId="{40ECA9D0-7EFA-4BD1-AE50-85E22BCB5B46}" destId="{25CB34E4-B523-40D9-B20D-138D1CBA8C60}" srcOrd="1" destOrd="0" parTransId="{4BE5FA0E-A976-4638-B8C4-8168B1ECC78D}" sibTransId="{320D0D30-518D-40A2-9388-A3885EAF5435}"/>
    <dgm:cxn modelId="{501A6D9C-C053-4428-8925-3447BC1EDC38}" type="presOf" srcId="{FFB4819F-0229-4E0B-907A-7BB0E5BF57DF}" destId="{74F78476-DDEE-4289-8665-CC71C1CE3474}" srcOrd="0" destOrd="0" presId="urn:microsoft.com/office/officeart/2005/8/layout/list1"/>
    <dgm:cxn modelId="{7FF220A3-E6EE-47CA-92B3-831E259FABBD}" type="presOf" srcId="{770EFF42-3669-4E71-8658-FDA7DF024970}" destId="{B5FCA505-64A9-472A-81C9-8243494D0D9F}" srcOrd="0" destOrd="1" presId="urn:microsoft.com/office/officeart/2005/8/layout/list1"/>
    <dgm:cxn modelId="{52249FA8-4C6F-4C94-95B5-B04CB6DAF218}" type="presOf" srcId="{76AF7D5F-07C9-485D-B9D0-DA3157481538}" destId="{74F78476-DDEE-4289-8665-CC71C1CE3474}" srcOrd="0" destOrd="1" presId="urn:microsoft.com/office/officeart/2005/8/layout/list1"/>
    <dgm:cxn modelId="{399FCEB3-C737-4EC9-BE9A-9D35723AEC8D}" srcId="{25CB34E4-B523-40D9-B20D-138D1CBA8C60}" destId="{F64AEDDA-2513-4A08-9519-3BCBAAC5603D}" srcOrd="1" destOrd="0" parTransId="{A8A4FDF6-FEB1-4BCB-8C83-89F15F175124}" sibTransId="{FC4FBB07-FB45-4C3D-890D-A74AB68A1738}"/>
    <dgm:cxn modelId="{716DC6B6-BF40-4C2F-8347-FCA2713DAED6}" type="presOf" srcId="{A2E084C6-463F-4FD2-9DAE-A5C85BC7CAD7}" destId="{7EA6D496-863C-4CA4-981F-7C3CA692190E}" srcOrd="0" destOrd="0" presId="urn:microsoft.com/office/officeart/2005/8/layout/list1"/>
    <dgm:cxn modelId="{D56FEFBB-154B-4F11-879D-020B78358A48}" type="presOf" srcId="{A55C19CD-DEB3-4012-ACAB-8003E235EA95}" destId="{C3234F6A-346F-4E85-BA41-2220AF801236}" srcOrd="0" destOrd="0" presId="urn:microsoft.com/office/officeart/2005/8/layout/list1"/>
    <dgm:cxn modelId="{972C2FC4-4D97-4B7B-8C88-1350130229B1}" srcId="{A2E084C6-463F-4FD2-9DAE-A5C85BC7CAD7}" destId="{86FD8EE9-A5EA-4ECA-9AB7-5D7BAC3F775D}" srcOrd="0" destOrd="0" parTransId="{E0C66FCE-8485-481B-B17A-7CD2D064CCD0}" sibTransId="{6F1CEE52-64B0-4E77-A170-3751AB2357C6}"/>
    <dgm:cxn modelId="{04E477CD-CAB4-4713-9B86-D5003BB058B1}" srcId="{A55C19CD-DEB3-4012-ACAB-8003E235EA95}" destId="{FFB4819F-0229-4E0B-907A-7BB0E5BF57DF}" srcOrd="0" destOrd="0" parTransId="{372EA383-9E91-4630-9945-ACC01E70F24D}" sibTransId="{D3883AC4-C2AC-4C92-8355-9FC4FA16BE48}"/>
    <dgm:cxn modelId="{D9B2E2DD-2C72-4EED-B862-65B36C969A6B}" srcId="{A2E084C6-463F-4FD2-9DAE-A5C85BC7CAD7}" destId="{770EFF42-3669-4E71-8658-FDA7DF024970}" srcOrd="1" destOrd="0" parTransId="{F2DF2D98-642E-4E27-A447-1770F53661E6}" sibTransId="{87CD6E6E-DDE0-4758-9FA7-EFEACD09DE56}"/>
    <dgm:cxn modelId="{A3640EDF-4659-4B26-9006-32B9E01C75DE}" srcId="{40ECA9D0-7EFA-4BD1-AE50-85E22BCB5B46}" destId="{A55C19CD-DEB3-4012-ACAB-8003E235EA95}" srcOrd="2" destOrd="0" parTransId="{B8CF6FFE-C59A-4CE5-BF16-A6F60B0E9A8E}" sibTransId="{2C2663C9-4E1D-42A6-8E5E-23D8BA3F2C86}"/>
    <dgm:cxn modelId="{9E176882-5E47-4388-9771-DB1AC89046F4}" type="presParOf" srcId="{29DEC1DC-8898-4451-B53A-8F72C700F73A}" destId="{48F299E6-32BB-40F0-B961-6D4DCEF9C8BB}" srcOrd="0" destOrd="0" presId="urn:microsoft.com/office/officeart/2005/8/layout/list1"/>
    <dgm:cxn modelId="{7B670300-0A4B-4046-824C-2A1226DBEF51}" type="presParOf" srcId="{48F299E6-32BB-40F0-B961-6D4DCEF9C8BB}" destId="{7EA6D496-863C-4CA4-981F-7C3CA692190E}" srcOrd="0" destOrd="0" presId="urn:microsoft.com/office/officeart/2005/8/layout/list1"/>
    <dgm:cxn modelId="{113DBFAD-2882-469F-B678-CD7BA2D2A11E}" type="presParOf" srcId="{48F299E6-32BB-40F0-B961-6D4DCEF9C8BB}" destId="{7C6D55AC-6474-4395-8616-5236DEFE739B}" srcOrd="1" destOrd="0" presId="urn:microsoft.com/office/officeart/2005/8/layout/list1"/>
    <dgm:cxn modelId="{6CDF3829-3DED-48DE-9C26-FC3366135EDF}" type="presParOf" srcId="{29DEC1DC-8898-4451-B53A-8F72C700F73A}" destId="{46C34DBD-CDE4-4010-A3C8-1366B88113ED}" srcOrd="1" destOrd="0" presId="urn:microsoft.com/office/officeart/2005/8/layout/list1"/>
    <dgm:cxn modelId="{3C2F38D1-362F-4F61-BFBF-394C23CF6068}" type="presParOf" srcId="{29DEC1DC-8898-4451-B53A-8F72C700F73A}" destId="{B5FCA505-64A9-472A-81C9-8243494D0D9F}" srcOrd="2" destOrd="0" presId="urn:microsoft.com/office/officeart/2005/8/layout/list1"/>
    <dgm:cxn modelId="{4824219D-91A5-482B-A01B-C1985846189C}" type="presParOf" srcId="{29DEC1DC-8898-4451-B53A-8F72C700F73A}" destId="{54FDB9FC-F5C9-492B-952D-E08ABBD651E2}" srcOrd="3" destOrd="0" presId="urn:microsoft.com/office/officeart/2005/8/layout/list1"/>
    <dgm:cxn modelId="{E33939AC-D4D8-49BC-89D8-9B5C0E1BA5E5}" type="presParOf" srcId="{29DEC1DC-8898-4451-B53A-8F72C700F73A}" destId="{28A59D86-0F93-455C-84CA-CB2A2EF3FD3B}" srcOrd="4" destOrd="0" presId="urn:microsoft.com/office/officeart/2005/8/layout/list1"/>
    <dgm:cxn modelId="{8C198948-7C6B-4FE6-9911-BCB03CD0FDE4}" type="presParOf" srcId="{28A59D86-0F93-455C-84CA-CB2A2EF3FD3B}" destId="{D1941A60-725F-4988-B844-A98C0215E843}" srcOrd="0" destOrd="0" presId="urn:microsoft.com/office/officeart/2005/8/layout/list1"/>
    <dgm:cxn modelId="{B4142132-5CB8-4A39-BCED-6CBE88BFDF97}" type="presParOf" srcId="{28A59D86-0F93-455C-84CA-CB2A2EF3FD3B}" destId="{D97BB809-3CDE-4085-9DC5-B318F1AF92D7}" srcOrd="1" destOrd="0" presId="urn:microsoft.com/office/officeart/2005/8/layout/list1"/>
    <dgm:cxn modelId="{D776B3E0-2F85-4666-AEC1-2AA877AD03A5}" type="presParOf" srcId="{29DEC1DC-8898-4451-B53A-8F72C700F73A}" destId="{40229DF2-3641-4064-8D23-70AAB6B8241E}" srcOrd="5" destOrd="0" presId="urn:microsoft.com/office/officeart/2005/8/layout/list1"/>
    <dgm:cxn modelId="{D5214EF0-624C-453A-B0C4-FAF0F80666B1}" type="presParOf" srcId="{29DEC1DC-8898-4451-B53A-8F72C700F73A}" destId="{B9624B3E-7FF0-4536-8F17-8C217A134050}" srcOrd="6" destOrd="0" presId="urn:microsoft.com/office/officeart/2005/8/layout/list1"/>
    <dgm:cxn modelId="{3CBD20A0-9622-4F57-ADFE-6EE023CB1ECE}" type="presParOf" srcId="{29DEC1DC-8898-4451-B53A-8F72C700F73A}" destId="{CA370B2C-99C7-4898-AB49-C59C595F5F88}" srcOrd="7" destOrd="0" presId="urn:microsoft.com/office/officeart/2005/8/layout/list1"/>
    <dgm:cxn modelId="{6C75735C-08F7-446E-8AA2-E2656798D00E}" type="presParOf" srcId="{29DEC1DC-8898-4451-B53A-8F72C700F73A}" destId="{D7871975-F248-43CA-B94D-60AE2BB97E16}" srcOrd="8" destOrd="0" presId="urn:microsoft.com/office/officeart/2005/8/layout/list1"/>
    <dgm:cxn modelId="{7A41CA39-B903-4D23-AC02-A014141B0C5D}" type="presParOf" srcId="{D7871975-F248-43CA-B94D-60AE2BB97E16}" destId="{C3234F6A-346F-4E85-BA41-2220AF801236}" srcOrd="0" destOrd="0" presId="urn:microsoft.com/office/officeart/2005/8/layout/list1"/>
    <dgm:cxn modelId="{4B1F1CB5-D739-43BC-87DE-29B01213ED86}" type="presParOf" srcId="{D7871975-F248-43CA-B94D-60AE2BB97E16}" destId="{3A360CAC-C82C-4238-B327-B8856A814334}" srcOrd="1" destOrd="0" presId="urn:microsoft.com/office/officeart/2005/8/layout/list1"/>
    <dgm:cxn modelId="{0EDB2E1C-2019-42F1-876D-7A833172C6D4}" type="presParOf" srcId="{29DEC1DC-8898-4451-B53A-8F72C700F73A}" destId="{E7CF1D17-DE37-4C42-AC66-D87D84CEC37E}" srcOrd="9" destOrd="0" presId="urn:microsoft.com/office/officeart/2005/8/layout/list1"/>
    <dgm:cxn modelId="{27552C6D-318B-4AC9-8726-D9CF8F622C3A}" type="presParOf" srcId="{29DEC1DC-8898-4451-B53A-8F72C700F73A}" destId="{74F78476-DDEE-4289-8665-CC71C1CE3474}"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25711B75-B792-4991-8EC5-8FFE2B8264DF}"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0FF87F3A-B2F1-4C4D-9314-F74E956450F3}">
      <dgm:prSet phldrT="[Text]"/>
      <dgm:spPr/>
      <dgm:t>
        <a:bodyPr/>
        <a:lstStyle/>
        <a:p>
          <a:r>
            <a:rPr lang="en-US"/>
            <a:t>Identify the problem</a:t>
          </a:r>
        </a:p>
      </dgm:t>
      <dgm:extLst>
        <a:ext uri="{E40237B7-FDA0-4F09-8148-C483321AD2D9}">
          <dgm14:cNvPr xmlns:dgm14="http://schemas.microsoft.com/office/drawing/2010/diagram" id="0" name="" descr="The steps in the troubleshooting methodology: Identify the problem&#10;Establish a theory of probable cause&#10;Test the theory to determine cause &#10;Establish a plan of action&#10;Implement the solution&#10;Verify the solution &#10;Document findings, actions, and outcomes&#10;"/>
        </a:ext>
      </dgm:extLst>
    </dgm:pt>
    <dgm:pt modelId="{F90CC711-8FF1-416E-AF97-0E371DEA5F3F}" type="parTrans" cxnId="{AE86A72F-0803-46B7-9D7C-708D47F47AAD}">
      <dgm:prSet/>
      <dgm:spPr/>
      <dgm:t>
        <a:bodyPr/>
        <a:lstStyle/>
        <a:p>
          <a:endParaRPr lang="en-US"/>
        </a:p>
      </dgm:t>
    </dgm:pt>
    <dgm:pt modelId="{4550777D-E5C0-4FF2-ADBC-AB5785A6DB4C}" type="sibTrans" cxnId="{AE86A72F-0803-46B7-9D7C-708D47F47AAD}">
      <dgm:prSet/>
      <dgm:spPr/>
      <dgm:t>
        <a:bodyPr/>
        <a:lstStyle/>
        <a:p>
          <a:endParaRPr lang="en-US"/>
        </a:p>
      </dgm:t>
    </dgm:pt>
    <dgm:pt modelId="{4DF90761-BE61-4628-B3C0-D492A0B3DF2E}">
      <dgm:prSet phldrT="[Text]"/>
      <dgm:spPr/>
      <dgm:t>
        <a:bodyPr/>
        <a:lstStyle/>
        <a:p>
          <a:r>
            <a:rPr lang="en-US"/>
            <a:t>Establish a theory of probable cause</a:t>
          </a:r>
        </a:p>
      </dgm:t>
      <dgm:extLst>
        <a:ext uri="{E40237B7-FDA0-4F09-8148-C483321AD2D9}">
          <dgm14:cNvPr xmlns:dgm14="http://schemas.microsoft.com/office/drawing/2010/diagram" id="0" name="" descr="The steps in the troubleshooting methodology: Identify the problem&#10;Establish a theory of probable cause&#10;Test the theory to determine cause &#10;Establish a plan of action&#10;Implement the solution&#10;Verify the solution &#10;Document findings, actions, and outcomes&#10;"/>
        </a:ext>
      </dgm:extLst>
    </dgm:pt>
    <dgm:pt modelId="{1D8DA6CC-3AD0-4257-894C-A19473D7C48B}" type="parTrans" cxnId="{CCB5BA65-F47D-4577-AE63-91B13B93A10F}">
      <dgm:prSet/>
      <dgm:spPr/>
      <dgm:t>
        <a:bodyPr/>
        <a:lstStyle/>
        <a:p>
          <a:endParaRPr lang="en-US"/>
        </a:p>
      </dgm:t>
    </dgm:pt>
    <dgm:pt modelId="{18E5CF8B-323B-4C3E-A2DE-858A7A9792DF}" type="sibTrans" cxnId="{CCB5BA65-F47D-4577-AE63-91B13B93A10F}">
      <dgm:prSet/>
      <dgm:spPr/>
      <dgm:t>
        <a:bodyPr/>
        <a:lstStyle/>
        <a:p>
          <a:endParaRPr lang="en-US"/>
        </a:p>
      </dgm:t>
    </dgm:pt>
    <dgm:pt modelId="{BEA9A9D2-2CC3-48DF-9B15-FFE93EDFE73B}">
      <dgm:prSet phldrT="[Text]"/>
      <dgm:spPr/>
      <dgm:t>
        <a:bodyPr/>
        <a:lstStyle/>
        <a:p>
          <a:r>
            <a:rPr lang="en-US"/>
            <a:t>Test the theory to determine cause </a:t>
          </a:r>
        </a:p>
      </dgm:t>
      <dgm:extLst>
        <a:ext uri="{E40237B7-FDA0-4F09-8148-C483321AD2D9}">
          <dgm14:cNvPr xmlns:dgm14="http://schemas.microsoft.com/office/drawing/2010/diagram" id="0" name="" descr="The steps in the troubleshooting methodology: Identify the problem&#10;Establish a theory of probable cause&#10;Test the theory to determine cause &#10;Establish a plan of action&#10;Implement the solution&#10;Verify the solution &#10;Document findings, actions, and outcomes&#10;"/>
        </a:ext>
      </dgm:extLst>
    </dgm:pt>
    <dgm:pt modelId="{1887B99E-BDB8-498B-89CB-66C471E4ECD1}" type="parTrans" cxnId="{8FF61672-2CBE-4586-84A7-99F96170ADD8}">
      <dgm:prSet/>
      <dgm:spPr/>
      <dgm:t>
        <a:bodyPr/>
        <a:lstStyle/>
        <a:p>
          <a:endParaRPr lang="en-US"/>
        </a:p>
      </dgm:t>
    </dgm:pt>
    <dgm:pt modelId="{2CB806E1-E25F-4EEE-A1CD-0C9DF4C94F09}" type="sibTrans" cxnId="{8FF61672-2CBE-4586-84A7-99F96170ADD8}">
      <dgm:prSet/>
      <dgm:spPr/>
      <dgm:t>
        <a:bodyPr/>
        <a:lstStyle/>
        <a:p>
          <a:endParaRPr lang="en-US"/>
        </a:p>
      </dgm:t>
    </dgm:pt>
    <dgm:pt modelId="{E06CBFD7-26CC-4779-A6EF-DAB0FEDA9839}">
      <dgm:prSet phldrT="[Text]"/>
      <dgm:spPr/>
      <dgm:t>
        <a:bodyPr/>
        <a:lstStyle/>
        <a:p>
          <a:r>
            <a:rPr lang="en-US"/>
            <a:t>Establish a plan of action</a:t>
          </a:r>
        </a:p>
      </dgm:t>
      <dgm:extLst>
        <a:ext uri="{E40237B7-FDA0-4F09-8148-C483321AD2D9}">
          <dgm14:cNvPr xmlns:dgm14="http://schemas.microsoft.com/office/drawing/2010/diagram" id="0" name="" descr="The steps in the troubleshooting methodology: Identify the problem&#10;Establish a theory of probable cause&#10;Test the theory to determine cause &#10;Establish a plan of action&#10;Implement the solution&#10;Verify the solution &#10;Document findings, actions, and outcomes&#10;"/>
        </a:ext>
      </dgm:extLst>
    </dgm:pt>
    <dgm:pt modelId="{5ECE16AD-74CF-4BAA-8B0D-58E86E153424}" type="parTrans" cxnId="{65A89983-E16A-41A6-B3A9-2FACE96CE4BD}">
      <dgm:prSet/>
      <dgm:spPr/>
      <dgm:t>
        <a:bodyPr/>
        <a:lstStyle/>
        <a:p>
          <a:endParaRPr lang="en-US"/>
        </a:p>
      </dgm:t>
    </dgm:pt>
    <dgm:pt modelId="{2D321BA5-7F5E-42A8-A19A-784F85E73651}" type="sibTrans" cxnId="{65A89983-E16A-41A6-B3A9-2FACE96CE4BD}">
      <dgm:prSet/>
      <dgm:spPr/>
      <dgm:t>
        <a:bodyPr/>
        <a:lstStyle/>
        <a:p>
          <a:endParaRPr lang="en-US"/>
        </a:p>
      </dgm:t>
    </dgm:pt>
    <dgm:pt modelId="{BFC813C7-CF14-483C-88A9-EFF01C2FABB2}">
      <dgm:prSet phldrT="[Text]"/>
      <dgm:spPr/>
      <dgm:t>
        <a:bodyPr/>
        <a:lstStyle/>
        <a:p>
          <a:r>
            <a:rPr lang="en-US"/>
            <a:t>Implement the solution</a:t>
          </a:r>
        </a:p>
      </dgm:t>
      <dgm:extLst>
        <a:ext uri="{E40237B7-FDA0-4F09-8148-C483321AD2D9}">
          <dgm14:cNvPr xmlns:dgm14="http://schemas.microsoft.com/office/drawing/2010/diagram" id="0" name="" descr="The steps in the troubleshooting methodology: Identify the problem&#10;Establish a theory of probable cause&#10;Test the theory to determine cause &#10;Establish a plan of action&#10;Implement the solution&#10;Verify the solution &#10;Document findings, actions, and outcomes&#10;"/>
        </a:ext>
      </dgm:extLst>
    </dgm:pt>
    <dgm:pt modelId="{40468690-015B-444A-9B66-9908D5C99536}" type="parTrans" cxnId="{592B8025-728F-49C7-A16F-CE7A20261489}">
      <dgm:prSet/>
      <dgm:spPr/>
      <dgm:t>
        <a:bodyPr/>
        <a:lstStyle/>
        <a:p>
          <a:endParaRPr lang="en-US"/>
        </a:p>
      </dgm:t>
    </dgm:pt>
    <dgm:pt modelId="{3D652870-33CB-4318-A82C-DDEA2D2ADD1A}" type="sibTrans" cxnId="{592B8025-728F-49C7-A16F-CE7A20261489}">
      <dgm:prSet/>
      <dgm:spPr/>
      <dgm:t>
        <a:bodyPr/>
        <a:lstStyle/>
        <a:p>
          <a:endParaRPr lang="en-US"/>
        </a:p>
      </dgm:t>
    </dgm:pt>
    <dgm:pt modelId="{A81D3D1F-D6E2-4975-8BDE-C0F0383A159D}">
      <dgm:prSet phldrT="[Text]"/>
      <dgm:spPr/>
      <dgm:t>
        <a:bodyPr/>
        <a:lstStyle/>
        <a:p>
          <a:r>
            <a:rPr lang="en-US"/>
            <a:t>Verify the solution </a:t>
          </a:r>
        </a:p>
      </dgm:t>
      <dgm:extLst>
        <a:ext uri="{E40237B7-FDA0-4F09-8148-C483321AD2D9}">
          <dgm14:cNvPr xmlns:dgm14="http://schemas.microsoft.com/office/drawing/2010/diagram" id="0" name="" descr="The steps in the troubleshooting methodology: Identify the problem&#10;Establish a theory of probable cause&#10;Test the theory to determine cause &#10;Establish a plan of action&#10;Implement the solution&#10;Verify the solution &#10;Document findings, actions, and outcomes&#10;"/>
        </a:ext>
      </dgm:extLst>
    </dgm:pt>
    <dgm:pt modelId="{22203960-FD89-48C4-932B-AC05675F2B0E}" type="parTrans" cxnId="{1183FB60-850A-4911-9734-62B37A56BE2D}">
      <dgm:prSet/>
      <dgm:spPr/>
      <dgm:t>
        <a:bodyPr/>
        <a:lstStyle/>
        <a:p>
          <a:endParaRPr lang="en-US"/>
        </a:p>
      </dgm:t>
    </dgm:pt>
    <dgm:pt modelId="{86162E5F-EDFB-447D-B98A-D0B7026715C2}" type="sibTrans" cxnId="{1183FB60-850A-4911-9734-62B37A56BE2D}">
      <dgm:prSet/>
      <dgm:spPr/>
      <dgm:t>
        <a:bodyPr/>
        <a:lstStyle/>
        <a:p>
          <a:endParaRPr lang="en-US"/>
        </a:p>
      </dgm:t>
    </dgm:pt>
    <dgm:pt modelId="{3B28D745-778F-4249-976D-0763D4922CFE}">
      <dgm:prSet phldrT="[Text]"/>
      <dgm:spPr/>
      <dgm:t>
        <a:bodyPr/>
        <a:lstStyle/>
        <a:p>
          <a:r>
            <a:rPr lang="en-US"/>
            <a:t>Document findings, actions, and outcomes</a:t>
          </a:r>
        </a:p>
      </dgm:t>
      <dgm:extLst>
        <a:ext uri="{E40237B7-FDA0-4F09-8148-C483321AD2D9}">
          <dgm14:cNvPr xmlns:dgm14="http://schemas.microsoft.com/office/drawing/2010/diagram" id="0" name="" descr="The steps in the troubleshooting methodology: Identify the problem&#10;Establish a theory of probable cause&#10;Test the theory to determine cause &#10;Establish a plan of action&#10;Implement the solution&#10;Verify the solution &#10;Document findings, actions, and outcomes&#10;"/>
        </a:ext>
      </dgm:extLst>
    </dgm:pt>
    <dgm:pt modelId="{03F5BBE4-C9DB-480C-A088-9BA36E6F3CBE}" type="parTrans" cxnId="{51AE6BCC-C0B3-4C64-9AF8-02EB26FAD02F}">
      <dgm:prSet/>
      <dgm:spPr/>
      <dgm:t>
        <a:bodyPr/>
        <a:lstStyle/>
        <a:p>
          <a:endParaRPr lang="en-US"/>
        </a:p>
      </dgm:t>
    </dgm:pt>
    <dgm:pt modelId="{CFB2DA86-C828-4AB9-8E94-2E3E98A67E0D}" type="sibTrans" cxnId="{51AE6BCC-C0B3-4C64-9AF8-02EB26FAD02F}">
      <dgm:prSet/>
      <dgm:spPr/>
      <dgm:t>
        <a:bodyPr/>
        <a:lstStyle/>
        <a:p>
          <a:endParaRPr lang="en-US"/>
        </a:p>
      </dgm:t>
    </dgm:pt>
    <dgm:pt modelId="{D1C9FA1E-5BC2-4472-8D68-0E518892E421}" type="pres">
      <dgm:prSet presAssocID="{25711B75-B792-4991-8EC5-8FFE2B8264DF}" presName="Name0" presStyleCnt="0">
        <dgm:presLayoutVars>
          <dgm:dir/>
          <dgm:resizeHandles val="exact"/>
        </dgm:presLayoutVars>
      </dgm:prSet>
      <dgm:spPr/>
    </dgm:pt>
    <dgm:pt modelId="{31974356-09B8-4C02-B3DD-28683A59AAF7}" type="pres">
      <dgm:prSet presAssocID="{0FF87F3A-B2F1-4C4D-9314-F74E956450F3}" presName="node" presStyleLbl="node1" presStyleIdx="0" presStyleCnt="7">
        <dgm:presLayoutVars>
          <dgm:bulletEnabled val="1"/>
        </dgm:presLayoutVars>
      </dgm:prSet>
      <dgm:spPr/>
    </dgm:pt>
    <dgm:pt modelId="{BCD7DDF6-A5D6-4202-848C-AED3C4CF7A19}" type="pres">
      <dgm:prSet presAssocID="{4550777D-E5C0-4FF2-ADBC-AB5785A6DB4C}" presName="sibTrans" presStyleLbl="sibTrans2D1" presStyleIdx="0" presStyleCnt="6"/>
      <dgm:spPr/>
    </dgm:pt>
    <dgm:pt modelId="{8264124E-0BB3-4AC3-A431-12434FF0BC47}" type="pres">
      <dgm:prSet presAssocID="{4550777D-E5C0-4FF2-ADBC-AB5785A6DB4C}" presName="connectorText" presStyleLbl="sibTrans2D1" presStyleIdx="0" presStyleCnt="6"/>
      <dgm:spPr/>
    </dgm:pt>
    <dgm:pt modelId="{07D2FB6F-33BA-45F8-95D2-C1A10734F894}" type="pres">
      <dgm:prSet presAssocID="{4DF90761-BE61-4628-B3C0-D492A0B3DF2E}" presName="node" presStyleLbl="node1" presStyleIdx="1" presStyleCnt="7">
        <dgm:presLayoutVars>
          <dgm:bulletEnabled val="1"/>
        </dgm:presLayoutVars>
      </dgm:prSet>
      <dgm:spPr/>
    </dgm:pt>
    <dgm:pt modelId="{0A6E48BD-F102-407E-960B-2836DE24D8BC}" type="pres">
      <dgm:prSet presAssocID="{18E5CF8B-323B-4C3E-A2DE-858A7A9792DF}" presName="sibTrans" presStyleLbl="sibTrans2D1" presStyleIdx="1" presStyleCnt="6"/>
      <dgm:spPr/>
    </dgm:pt>
    <dgm:pt modelId="{6A761C7A-2170-446C-91FE-2858C5B629BA}" type="pres">
      <dgm:prSet presAssocID="{18E5CF8B-323B-4C3E-A2DE-858A7A9792DF}" presName="connectorText" presStyleLbl="sibTrans2D1" presStyleIdx="1" presStyleCnt="6"/>
      <dgm:spPr/>
    </dgm:pt>
    <dgm:pt modelId="{5EC677FE-7F4B-4DD9-929B-90198E09FB10}" type="pres">
      <dgm:prSet presAssocID="{BEA9A9D2-2CC3-48DF-9B15-FFE93EDFE73B}" presName="node" presStyleLbl="node1" presStyleIdx="2" presStyleCnt="7">
        <dgm:presLayoutVars>
          <dgm:bulletEnabled val="1"/>
        </dgm:presLayoutVars>
      </dgm:prSet>
      <dgm:spPr/>
    </dgm:pt>
    <dgm:pt modelId="{9C1FBAAB-0435-494A-9CDB-EF21E3B8E716}" type="pres">
      <dgm:prSet presAssocID="{2CB806E1-E25F-4EEE-A1CD-0C9DF4C94F09}" presName="sibTrans" presStyleLbl="sibTrans2D1" presStyleIdx="2" presStyleCnt="6"/>
      <dgm:spPr/>
    </dgm:pt>
    <dgm:pt modelId="{F6DEF5A3-08AD-4AE2-AA39-F4B18B14FC00}" type="pres">
      <dgm:prSet presAssocID="{2CB806E1-E25F-4EEE-A1CD-0C9DF4C94F09}" presName="connectorText" presStyleLbl="sibTrans2D1" presStyleIdx="2" presStyleCnt="6"/>
      <dgm:spPr/>
    </dgm:pt>
    <dgm:pt modelId="{68F0527D-F1C2-4E7C-97B7-002D4F77B436}" type="pres">
      <dgm:prSet presAssocID="{E06CBFD7-26CC-4779-A6EF-DAB0FEDA9839}" presName="node" presStyleLbl="node1" presStyleIdx="3" presStyleCnt="7">
        <dgm:presLayoutVars>
          <dgm:bulletEnabled val="1"/>
        </dgm:presLayoutVars>
      </dgm:prSet>
      <dgm:spPr/>
    </dgm:pt>
    <dgm:pt modelId="{5FE40318-CB5A-4D32-8E79-B2D42426B664}" type="pres">
      <dgm:prSet presAssocID="{2D321BA5-7F5E-42A8-A19A-784F85E73651}" presName="sibTrans" presStyleLbl="sibTrans2D1" presStyleIdx="3" presStyleCnt="6"/>
      <dgm:spPr/>
    </dgm:pt>
    <dgm:pt modelId="{BC3B81AC-6042-47B5-85B8-58BE05144CB2}" type="pres">
      <dgm:prSet presAssocID="{2D321BA5-7F5E-42A8-A19A-784F85E73651}" presName="connectorText" presStyleLbl="sibTrans2D1" presStyleIdx="3" presStyleCnt="6"/>
      <dgm:spPr/>
    </dgm:pt>
    <dgm:pt modelId="{0B412B03-857B-426E-9D1F-253E0200E22F}" type="pres">
      <dgm:prSet presAssocID="{BFC813C7-CF14-483C-88A9-EFF01C2FABB2}" presName="node" presStyleLbl="node1" presStyleIdx="4" presStyleCnt="7">
        <dgm:presLayoutVars>
          <dgm:bulletEnabled val="1"/>
        </dgm:presLayoutVars>
      </dgm:prSet>
      <dgm:spPr/>
    </dgm:pt>
    <dgm:pt modelId="{0BE8FD32-C82D-4B3C-9470-BAA2A7837A6F}" type="pres">
      <dgm:prSet presAssocID="{3D652870-33CB-4318-A82C-DDEA2D2ADD1A}" presName="sibTrans" presStyleLbl="sibTrans2D1" presStyleIdx="4" presStyleCnt="6"/>
      <dgm:spPr/>
    </dgm:pt>
    <dgm:pt modelId="{6292AE3B-5300-4575-B457-E7C04E63F5AA}" type="pres">
      <dgm:prSet presAssocID="{3D652870-33CB-4318-A82C-DDEA2D2ADD1A}" presName="connectorText" presStyleLbl="sibTrans2D1" presStyleIdx="4" presStyleCnt="6"/>
      <dgm:spPr/>
    </dgm:pt>
    <dgm:pt modelId="{CF76F4CE-D759-4333-A1D0-8271512B91B7}" type="pres">
      <dgm:prSet presAssocID="{A81D3D1F-D6E2-4975-8BDE-C0F0383A159D}" presName="node" presStyleLbl="node1" presStyleIdx="5" presStyleCnt="7">
        <dgm:presLayoutVars>
          <dgm:bulletEnabled val="1"/>
        </dgm:presLayoutVars>
      </dgm:prSet>
      <dgm:spPr/>
    </dgm:pt>
    <dgm:pt modelId="{98D30E1B-94BF-47F5-B462-0D656511D9E7}" type="pres">
      <dgm:prSet presAssocID="{86162E5F-EDFB-447D-B98A-D0B7026715C2}" presName="sibTrans" presStyleLbl="sibTrans2D1" presStyleIdx="5" presStyleCnt="6"/>
      <dgm:spPr/>
    </dgm:pt>
    <dgm:pt modelId="{564A0B98-B0BC-49C5-B632-15AF053ABA8B}" type="pres">
      <dgm:prSet presAssocID="{86162E5F-EDFB-447D-B98A-D0B7026715C2}" presName="connectorText" presStyleLbl="sibTrans2D1" presStyleIdx="5" presStyleCnt="6"/>
      <dgm:spPr/>
    </dgm:pt>
    <dgm:pt modelId="{932C76A2-8B3E-4EF7-8FEA-56938C6C708F}" type="pres">
      <dgm:prSet presAssocID="{3B28D745-778F-4249-976D-0763D4922CFE}" presName="node" presStyleLbl="node1" presStyleIdx="6" presStyleCnt="7">
        <dgm:presLayoutVars>
          <dgm:bulletEnabled val="1"/>
        </dgm:presLayoutVars>
      </dgm:prSet>
      <dgm:spPr/>
    </dgm:pt>
  </dgm:ptLst>
  <dgm:cxnLst>
    <dgm:cxn modelId="{C31AFA0F-3B71-4C4B-9D38-61B4ABD192B2}" type="presOf" srcId="{4DF90761-BE61-4628-B3C0-D492A0B3DF2E}" destId="{07D2FB6F-33BA-45F8-95D2-C1A10734F894}" srcOrd="0" destOrd="0" presId="urn:microsoft.com/office/officeart/2005/8/layout/process1"/>
    <dgm:cxn modelId="{6F0D3315-179C-4577-9202-B63CF56B6CDB}" type="presOf" srcId="{3B28D745-778F-4249-976D-0763D4922CFE}" destId="{932C76A2-8B3E-4EF7-8FEA-56938C6C708F}" srcOrd="0" destOrd="0" presId="urn:microsoft.com/office/officeart/2005/8/layout/process1"/>
    <dgm:cxn modelId="{CD02A417-37B7-404B-AFCD-1490B7880FD8}" type="presOf" srcId="{2D321BA5-7F5E-42A8-A19A-784F85E73651}" destId="{5FE40318-CB5A-4D32-8E79-B2D42426B664}" srcOrd="0" destOrd="0" presId="urn:microsoft.com/office/officeart/2005/8/layout/process1"/>
    <dgm:cxn modelId="{11A21123-3609-4105-8DB0-A9CDA6495D78}" type="presOf" srcId="{86162E5F-EDFB-447D-B98A-D0B7026715C2}" destId="{98D30E1B-94BF-47F5-B462-0D656511D9E7}" srcOrd="0" destOrd="0" presId="urn:microsoft.com/office/officeart/2005/8/layout/process1"/>
    <dgm:cxn modelId="{592B8025-728F-49C7-A16F-CE7A20261489}" srcId="{25711B75-B792-4991-8EC5-8FFE2B8264DF}" destId="{BFC813C7-CF14-483C-88A9-EFF01C2FABB2}" srcOrd="4" destOrd="0" parTransId="{40468690-015B-444A-9B66-9908D5C99536}" sibTransId="{3D652870-33CB-4318-A82C-DDEA2D2ADD1A}"/>
    <dgm:cxn modelId="{AE86A72F-0803-46B7-9D7C-708D47F47AAD}" srcId="{25711B75-B792-4991-8EC5-8FFE2B8264DF}" destId="{0FF87F3A-B2F1-4C4D-9314-F74E956450F3}" srcOrd="0" destOrd="0" parTransId="{F90CC711-8FF1-416E-AF97-0E371DEA5F3F}" sibTransId="{4550777D-E5C0-4FF2-ADBC-AB5785A6DB4C}"/>
    <dgm:cxn modelId="{BA7E2B31-B132-4BB5-A31F-B57E8770A5C5}" type="presOf" srcId="{3D652870-33CB-4318-A82C-DDEA2D2ADD1A}" destId="{6292AE3B-5300-4575-B457-E7C04E63F5AA}" srcOrd="1" destOrd="0" presId="urn:microsoft.com/office/officeart/2005/8/layout/process1"/>
    <dgm:cxn modelId="{1183FB60-850A-4911-9734-62B37A56BE2D}" srcId="{25711B75-B792-4991-8EC5-8FFE2B8264DF}" destId="{A81D3D1F-D6E2-4975-8BDE-C0F0383A159D}" srcOrd="5" destOrd="0" parTransId="{22203960-FD89-48C4-932B-AC05675F2B0E}" sibTransId="{86162E5F-EDFB-447D-B98A-D0B7026715C2}"/>
    <dgm:cxn modelId="{58695841-9641-46F3-8B43-BB528120763A}" type="presOf" srcId="{4550777D-E5C0-4FF2-ADBC-AB5785A6DB4C}" destId="{BCD7DDF6-A5D6-4202-848C-AED3C4CF7A19}" srcOrd="0" destOrd="0" presId="urn:microsoft.com/office/officeart/2005/8/layout/process1"/>
    <dgm:cxn modelId="{58FB9461-3623-4D14-A9F4-8064F9BD7EC2}" type="presOf" srcId="{86162E5F-EDFB-447D-B98A-D0B7026715C2}" destId="{564A0B98-B0BC-49C5-B632-15AF053ABA8B}" srcOrd="1" destOrd="0" presId="urn:microsoft.com/office/officeart/2005/8/layout/process1"/>
    <dgm:cxn modelId="{CCB5BA65-F47D-4577-AE63-91B13B93A10F}" srcId="{25711B75-B792-4991-8EC5-8FFE2B8264DF}" destId="{4DF90761-BE61-4628-B3C0-D492A0B3DF2E}" srcOrd="1" destOrd="0" parTransId="{1D8DA6CC-3AD0-4257-894C-A19473D7C48B}" sibTransId="{18E5CF8B-323B-4C3E-A2DE-858A7A9792DF}"/>
    <dgm:cxn modelId="{F9ED824E-D37A-4107-8218-0CC86CC516C5}" type="presOf" srcId="{E06CBFD7-26CC-4779-A6EF-DAB0FEDA9839}" destId="{68F0527D-F1C2-4E7C-97B7-002D4F77B436}" srcOrd="0" destOrd="0" presId="urn:microsoft.com/office/officeart/2005/8/layout/process1"/>
    <dgm:cxn modelId="{8FF61672-2CBE-4586-84A7-99F96170ADD8}" srcId="{25711B75-B792-4991-8EC5-8FFE2B8264DF}" destId="{BEA9A9D2-2CC3-48DF-9B15-FFE93EDFE73B}" srcOrd="2" destOrd="0" parTransId="{1887B99E-BDB8-498B-89CB-66C471E4ECD1}" sibTransId="{2CB806E1-E25F-4EEE-A1CD-0C9DF4C94F09}"/>
    <dgm:cxn modelId="{02575E7E-A11D-415A-B894-905AA5762356}" type="presOf" srcId="{4550777D-E5C0-4FF2-ADBC-AB5785A6DB4C}" destId="{8264124E-0BB3-4AC3-A431-12434FF0BC47}" srcOrd="1" destOrd="0" presId="urn:microsoft.com/office/officeart/2005/8/layout/process1"/>
    <dgm:cxn modelId="{B95D5B80-FF6A-410C-AC48-768385ECDAA2}" type="presOf" srcId="{BFC813C7-CF14-483C-88A9-EFF01C2FABB2}" destId="{0B412B03-857B-426E-9D1F-253E0200E22F}" srcOrd="0" destOrd="0" presId="urn:microsoft.com/office/officeart/2005/8/layout/process1"/>
    <dgm:cxn modelId="{65A89983-E16A-41A6-B3A9-2FACE96CE4BD}" srcId="{25711B75-B792-4991-8EC5-8FFE2B8264DF}" destId="{E06CBFD7-26CC-4779-A6EF-DAB0FEDA9839}" srcOrd="3" destOrd="0" parTransId="{5ECE16AD-74CF-4BAA-8B0D-58E86E153424}" sibTransId="{2D321BA5-7F5E-42A8-A19A-784F85E73651}"/>
    <dgm:cxn modelId="{C473A484-2DED-45CA-9B04-F455576CE985}" type="presOf" srcId="{25711B75-B792-4991-8EC5-8FFE2B8264DF}" destId="{D1C9FA1E-5BC2-4472-8D68-0E518892E421}" srcOrd="0" destOrd="0" presId="urn:microsoft.com/office/officeart/2005/8/layout/process1"/>
    <dgm:cxn modelId="{F7631598-759D-4AE8-90A8-0C78A05FC47B}" type="presOf" srcId="{3D652870-33CB-4318-A82C-DDEA2D2ADD1A}" destId="{0BE8FD32-C82D-4B3C-9470-BAA2A7837A6F}" srcOrd="0" destOrd="0" presId="urn:microsoft.com/office/officeart/2005/8/layout/process1"/>
    <dgm:cxn modelId="{9E714798-319C-43C5-85AA-A5ABE3BFF709}" type="presOf" srcId="{0FF87F3A-B2F1-4C4D-9314-F74E956450F3}" destId="{31974356-09B8-4C02-B3DD-28683A59AAF7}" srcOrd="0" destOrd="0" presId="urn:microsoft.com/office/officeart/2005/8/layout/process1"/>
    <dgm:cxn modelId="{256DD6A4-222F-41C2-846B-8D7F62931B8A}" type="presOf" srcId="{BEA9A9D2-2CC3-48DF-9B15-FFE93EDFE73B}" destId="{5EC677FE-7F4B-4DD9-929B-90198E09FB10}" srcOrd="0" destOrd="0" presId="urn:microsoft.com/office/officeart/2005/8/layout/process1"/>
    <dgm:cxn modelId="{A4128BAB-45F2-48CB-B15E-B562371DD038}" type="presOf" srcId="{18E5CF8B-323B-4C3E-A2DE-858A7A9792DF}" destId="{0A6E48BD-F102-407E-960B-2836DE24D8BC}" srcOrd="0" destOrd="0" presId="urn:microsoft.com/office/officeart/2005/8/layout/process1"/>
    <dgm:cxn modelId="{DC48E2BA-1268-4092-A8CC-F281BB8FC853}" type="presOf" srcId="{2D321BA5-7F5E-42A8-A19A-784F85E73651}" destId="{BC3B81AC-6042-47B5-85B8-58BE05144CB2}" srcOrd="1" destOrd="0" presId="urn:microsoft.com/office/officeart/2005/8/layout/process1"/>
    <dgm:cxn modelId="{A60210BF-295B-4051-8FAB-B12319C76777}" type="presOf" srcId="{2CB806E1-E25F-4EEE-A1CD-0C9DF4C94F09}" destId="{F6DEF5A3-08AD-4AE2-AA39-F4B18B14FC00}" srcOrd="1" destOrd="0" presId="urn:microsoft.com/office/officeart/2005/8/layout/process1"/>
    <dgm:cxn modelId="{38B33BC3-40B3-4A6E-B951-35221726A16A}" type="presOf" srcId="{18E5CF8B-323B-4C3E-A2DE-858A7A9792DF}" destId="{6A761C7A-2170-446C-91FE-2858C5B629BA}" srcOrd="1" destOrd="0" presId="urn:microsoft.com/office/officeart/2005/8/layout/process1"/>
    <dgm:cxn modelId="{90E670C5-1A92-4871-9688-DA2C3C027F26}" type="presOf" srcId="{2CB806E1-E25F-4EEE-A1CD-0C9DF4C94F09}" destId="{9C1FBAAB-0435-494A-9CDB-EF21E3B8E716}" srcOrd="0" destOrd="0" presId="urn:microsoft.com/office/officeart/2005/8/layout/process1"/>
    <dgm:cxn modelId="{51AE6BCC-C0B3-4C64-9AF8-02EB26FAD02F}" srcId="{25711B75-B792-4991-8EC5-8FFE2B8264DF}" destId="{3B28D745-778F-4249-976D-0763D4922CFE}" srcOrd="6" destOrd="0" parTransId="{03F5BBE4-C9DB-480C-A088-9BA36E6F3CBE}" sibTransId="{CFB2DA86-C828-4AB9-8E94-2E3E98A67E0D}"/>
    <dgm:cxn modelId="{4DFED9CC-A1AF-4A5C-91EB-1551691B92E2}" type="presOf" srcId="{A81D3D1F-D6E2-4975-8BDE-C0F0383A159D}" destId="{CF76F4CE-D759-4333-A1D0-8271512B91B7}" srcOrd="0" destOrd="0" presId="urn:microsoft.com/office/officeart/2005/8/layout/process1"/>
    <dgm:cxn modelId="{58E44F48-9D4E-4AB1-AFA1-8E77D6514B19}" type="presParOf" srcId="{D1C9FA1E-5BC2-4472-8D68-0E518892E421}" destId="{31974356-09B8-4C02-B3DD-28683A59AAF7}" srcOrd="0" destOrd="0" presId="urn:microsoft.com/office/officeart/2005/8/layout/process1"/>
    <dgm:cxn modelId="{2176EF1B-B483-400F-A2DA-33C711A4A5E6}" type="presParOf" srcId="{D1C9FA1E-5BC2-4472-8D68-0E518892E421}" destId="{BCD7DDF6-A5D6-4202-848C-AED3C4CF7A19}" srcOrd="1" destOrd="0" presId="urn:microsoft.com/office/officeart/2005/8/layout/process1"/>
    <dgm:cxn modelId="{4A5A203E-1408-419C-9B02-DEC7B1DB0ECE}" type="presParOf" srcId="{BCD7DDF6-A5D6-4202-848C-AED3C4CF7A19}" destId="{8264124E-0BB3-4AC3-A431-12434FF0BC47}" srcOrd="0" destOrd="0" presId="urn:microsoft.com/office/officeart/2005/8/layout/process1"/>
    <dgm:cxn modelId="{8F427D55-7F1C-4A33-AB89-15437F572602}" type="presParOf" srcId="{D1C9FA1E-5BC2-4472-8D68-0E518892E421}" destId="{07D2FB6F-33BA-45F8-95D2-C1A10734F894}" srcOrd="2" destOrd="0" presId="urn:microsoft.com/office/officeart/2005/8/layout/process1"/>
    <dgm:cxn modelId="{55FBE99E-5C4A-4FC4-A717-DFFBDF1E88B5}" type="presParOf" srcId="{D1C9FA1E-5BC2-4472-8D68-0E518892E421}" destId="{0A6E48BD-F102-407E-960B-2836DE24D8BC}" srcOrd="3" destOrd="0" presId="urn:microsoft.com/office/officeart/2005/8/layout/process1"/>
    <dgm:cxn modelId="{FF051B00-8CBE-4BDE-A6F0-BFCEB4D3F807}" type="presParOf" srcId="{0A6E48BD-F102-407E-960B-2836DE24D8BC}" destId="{6A761C7A-2170-446C-91FE-2858C5B629BA}" srcOrd="0" destOrd="0" presId="urn:microsoft.com/office/officeart/2005/8/layout/process1"/>
    <dgm:cxn modelId="{E9557BF0-0000-4EBA-9DD9-E74B410484C0}" type="presParOf" srcId="{D1C9FA1E-5BC2-4472-8D68-0E518892E421}" destId="{5EC677FE-7F4B-4DD9-929B-90198E09FB10}" srcOrd="4" destOrd="0" presId="urn:microsoft.com/office/officeart/2005/8/layout/process1"/>
    <dgm:cxn modelId="{360A6C17-1173-4DA7-9FFD-B76F87A61AAE}" type="presParOf" srcId="{D1C9FA1E-5BC2-4472-8D68-0E518892E421}" destId="{9C1FBAAB-0435-494A-9CDB-EF21E3B8E716}" srcOrd="5" destOrd="0" presId="urn:microsoft.com/office/officeart/2005/8/layout/process1"/>
    <dgm:cxn modelId="{146D2B0E-074B-4C5A-A7C6-6066272ED11E}" type="presParOf" srcId="{9C1FBAAB-0435-494A-9CDB-EF21E3B8E716}" destId="{F6DEF5A3-08AD-4AE2-AA39-F4B18B14FC00}" srcOrd="0" destOrd="0" presId="urn:microsoft.com/office/officeart/2005/8/layout/process1"/>
    <dgm:cxn modelId="{62D7F812-6F8A-4912-9725-E138B50BC375}" type="presParOf" srcId="{D1C9FA1E-5BC2-4472-8D68-0E518892E421}" destId="{68F0527D-F1C2-4E7C-97B7-002D4F77B436}" srcOrd="6" destOrd="0" presId="urn:microsoft.com/office/officeart/2005/8/layout/process1"/>
    <dgm:cxn modelId="{16FA2F7D-C95F-45A9-8DED-9F53BDA1E84A}" type="presParOf" srcId="{D1C9FA1E-5BC2-4472-8D68-0E518892E421}" destId="{5FE40318-CB5A-4D32-8E79-B2D42426B664}" srcOrd="7" destOrd="0" presId="urn:microsoft.com/office/officeart/2005/8/layout/process1"/>
    <dgm:cxn modelId="{830B1D0F-1F2C-47B0-B15D-72AAEF3CCDB5}" type="presParOf" srcId="{5FE40318-CB5A-4D32-8E79-B2D42426B664}" destId="{BC3B81AC-6042-47B5-85B8-58BE05144CB2}" srcOrd="0" destOrd="0" presId="urn:microsoft.com/office/officeart/2005/8/layout/process1"/>
    <dgm:cxn modelId="{C5308F71-EE39-43FB-8258-95B755835500}" type="presParOf" srcId="{D1C9FA1E-5BC2-4472-8D68-0E518892E421}" destId="{0B412B03-857B-426E-9D1F-253E0200E22F}" srcOrd="8" destOrd="0" presId="urn:microsoft.com/office/officeart/2005/8/layout/process1"/>
    <dgm:cxn modelId="{1742DA17-B0C4-4D0D-BF95-91754AE77816}" type="presParOf" srcId="{D1C9FA1E-5BC2-4472-8D68-0E518892E421}" destId="{0BE8FD32-C82D-4B3C-9470-BAA2A7837A6F}" srcOrd="9" destOrd="0" presId="urn:microsoft.com/office/officeart/2005/8/layout/process1"/>
    <dgm:cxn modelId="{E1651460-D2FC-4967-A9FB-D99761DE6F74}" type="presParOf" srcId="{0BE8FD32-C82D-4B3C-9470-BAA2A7837A6F}" destId="{6292AE3B-5300-4575-B457-E7C04E63F5AA}" srcOrd="0" destOrd="0" presId="urn:microsoft.com/office/officeart/2005/8/layout/process1"/>
    <dgm:cxn modelId="{2049A689-DCAE-425E-86F1-1EA1C08D45F7}" type="presParOf" srcId="{D1C9FA1E-5BC2-4472-8D68-0E518892E421}" destId="{CF76F4CE-D759-4333-A1D0-8271512B91B7}" srcOrd="10" destOrd="0" presId="urn:microsoft.com/office/officeart/2005/8/layout/process1"/>
    <dgm:cxn modelId="{148CCB63-49B9-4E2A-89CB-C827196B4C37}" type="presParOf" srcId="{D1C9FA1E-5BC2-4472-8D68-0E518892E421}" destId="{98D30E1B-94BF-47F5-B462-0D656511D9E7}" srcOrd="11" destOrd="0" presId="urn:microsoft.com/office/officeart/2005/8/layout/process1"/>
    <dgm:cxn modelId="{443A76CA-CC88-47A1-8830-DD7AF0808D88}" type="presParOf" srcId="{98D30E1B-94BF-47F5-B462-0D656511D9E7}" destId="{564A0B98-B0BC-49C5-B632-15AF053ABA8B}" srcOrd="0" destOrd="0" presId="urn:microsoft.com/office/officeart/2005/8/layout/process1"/>
    <dgm:cxn modelId="{BAA2C0D9-52EA-49FC-ADE0-C8FE5826D58A}" type="presParOf" srcId="{D1C9FA1E-5BC2-4472-8D68-0E518892E421}" destId="{932C76A2-8B3E-4EF7-8FEA-56938C6C708F}"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E8361-A2C9-4531-9179-95C3E9651C6B}">
      <dsp:nvSpPr>
        <dsp:cNvPr id="0" name=""/>
        <dsp:cNvSpPr/>
      </dsp:nvSpPr>
      <dsp:spPr>
        <a:xfrm>
          <a:off x="18609" y="0"/>
          <a:ext cx="2872058" cy="3369368"/>
        </a:xfrm>
        <a:prstGeom prst="roundRect">
          <a:avLst>
            <a:gd name="adj" fmla="val 10000"/>
          </a:avLst>
        </a:prstGeom>
        <a:solidFill>
          <a:schemeClr val="bg1">
            <a:lumMod val="95000"/>
          </a:schemeClr>
        </a:solidFill>
        <a:ln w="9525">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20282F"/>
              </a:solidFill>
            </a:rPr>
            <a:t>Personal Network</a:t>
          </a:r>
        </a:p>
      </dsp:txBody>
      <dsp:txXfrm>
        <a:off x="18609" y="0"/>
        <a:ext cx="2872058" cy="1010810"/>
      </dsp:txXfrm>
    </dsp:sp>
    <dsp:sp modelId="{1C79B5CD-650F-436E-948D-CEDCD0C40EE2}">
      <dsp:nvSpPr>
        <dsp:cNvPr id="0" name=""/>
        <dsp:cNvSpPr/>
      </dsp:nvSpPr>
      <dsp:spPr>
        <a:xfrm>
          <a:off x="290191" y="1010974"/>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People</a:t>
          </a:r>
        </a:p>
      </dsp:txBody>
      <dsp:txXfrm>
        <a:off x="299666" y="1020449"/>
        <a:ext cx="2278696" cy="304537"/>
      </dsp:txXfrm>
    </dsp:sp>
    <dsp:sp modelId="{919FCA21-0819-4C5E-A6EE-0E4ED511B98D}">
      <dsp:nvSpPr>
        <dsp:cNvPr id="0" name=""/>
        <dsp:cNvSpPr/>
      </dsp:nvSpPr>
      <dsp:spPr>
        <a:xfrm>
          <a:off x="290191" y="1384229"/>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Relationships</a:t>
          </a:r>
        </a:p>
      </dsp:txBody>
      <dsp:txXfrm>
        <a:off x="299666" y="1393704"/>
        <a:ext cx="2278696" cy="304537"/>
      </dsp:txXfrm>
    </dsp:sp>
    <dsp:sp modelId="{F4ADE9A2-72FC-471E-9B2D-D13F5C8B0D68}">
      <dsp:nvSpPr>
        <dsp:cNvPr id="0" name=""/>
        <dsp:cNvSpPr/>
      </dsp:nvSpPr>
      <dsp:spPr>
        <a:xfrm>
          <a:off x="290191" y="1757484"/>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Communication</a:t>
          </a:r>
        </a:p>
      </dsp:txBody>
      <dsp:txXfrm>
        <a:off x="299666" y="1766959"/>
        <a:ext cx="2278696" cy="304537"/>
      </dsp:txXfrm>
    </dsp:sp>
    <dsp:sp modelId="{70505213-2751-714E-A127-4AE1DD5D4C88}">
      <dsp:nvSpPr>
        <dsp:cNvPr id="0" name=""/>
        <dsp:cNvSpPr/>
      </dsp:nvSpPr>
      <dsp:spPr>
        <a:xfrm>
          <a:off x="290191" y="2130738"/>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Social groups</a:t>
          </a:r>
        </a:p>
      </dsp:txBody>
      <dsp:txXfrm>
        <a:off x="299666" y="2140213"/>
        <a:ext cx="2278696" cy="304537"/>
      </dsp:txXfrm>
    </dsp:sp>
    <dsp:sp modelId="{99566D29-31F9-184C-85A3-987DA2979CD0}">
      <dsp:nvSpPr>
        <dsp:cNvPr id="0" name=""/>
        <dsp:cNvSpPr/>
      </dsp:nvSpPr>
      <dsp:spPr>
        <a:xfrm>
          <a:off x="290191" y="2503993"/>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Influence</a:t>
          </a:r>
        </a:p>
      </dsp:txBody>
      <dsp:txXfrm>
        <a:off x="299666" y="2513468"/>
        <a:ext cx="2278696" cy="304537"/>
      </dsp:txXfrm>
    </dsp:sp>
    <dsp:sp modelId="{ABE7BAC6-2518-4D41-AAE6-00E5C3BB6FB2}">
      <dsp:nvSpPr>
        <dsp:cNvPr id="0" name=""/>
        <dsp:cNvSpPr/>
      </dsp:nvSpPr>
      <dsp:spPr>
        <a:xfrm>
          <a:off x="290191" y="2877247"/>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Trust</a:t>
          </a:r>
        </a:p>
      </dsp:txBody>
      <dsp:txXfrm>
        <a:off x="299666" y="2886722"/>
        <a:ext cx="2278696" cy="304537"/>
      </dsp:txXfrm>
    </dsp:sp>
    <dsp:sp modelId="{E2450960-2746-4A39-BD65-E59A19997F8C}">
      <dsp:nvSpPr>
        <dsp:cNvPr id="0" name=""/>
        <dsp:cNvSpPr/>
      </dsp:nvSpPr>
      <dsp:spPr>
        <a:xfrm>
          <a:off x="3090448" y="0"/>
          <a:ext cx="2872058" cy="3369368"/>
        </a:xfrm>
        <a:prstGeom prst="roundRect">
          <a:avLst>
            <a:gd name="adj" fmla="val 10000"/>
          </a:avLst>
        </a:prstGeom>
        <a:solidFill>
          <a:schemeClr val="bg1">
            <a:lumMod val="95000"/>
          </a:schemeClr>
        </a:solidFill>
        <a:ln w="9525">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20282F"/>
              </a:solidFill>
            </a:rPr>
            <a:t>IT Network</a:t>
          </a:r>
        </a:p>
      </dsp:txBody>
      <dsp:txXfrm>
        <a:off x="3090448" y="0"/>
        <a:ext cx="2872058" cy="1010810"/>
      </dsp:txXfrm>
    </dsp:sp>
    <dsp:sp modelId="{ABAE0509-6A1A-4472-8F45-30C33D9ECD61}">
      <dsp:nvSpPr>
        <dsp:cNvPr id="0" name=""/>
        <dsp:cNvSpPr/>
      </dsp:nvSpPr>
      <dsp:spPr>
        <a:xfrm>
          <a:off x="3377653" y="1010974"/>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Devices</a:t>
          </a:r>
        </a:p>
      </dsp:txBody>
      <dsp:txXfrm>
        <a:off x="3387128" y="1020449"/>
        <a:ext cx="2278696" cy="304537"/>
      </dsp:txXfrm>
    </dsp:sp>
    <dsp:sp modelId="{989FE845-5F54-4070-8B2D-3DB43215F62E}">
      <dsp:nvSpPr>
        <dsp:cNvPr id="0" name=""/>
        <dsp:cNvSpPr/>
      </dsp:nvSpPr>
      <dsp:spPr>
        <a:xfrm>
          <a:off x="3377653" y="1384229"/>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Connections</a:t>
          </a:r>
        </a:p>
      </dsp:txBody>
      <dsp:txXfrm>
        <a:off x="3387128" y="1393704"/>
        <a:ext cx="2278696" cy="304537"/>
      </dsp:txXfrm>
    </dsp:sp>
    <dsp:sp modelId="{68B3C7B4-13CF-4C3E-BC23-1EDB54A23985}">
      <dsp:nvSpPr>
        <dsp:cNvPr id="0" name=""/>
        <dsp:cNvSpPr/>
      </dsp:nvSpPr>
      <dsp:spPr>
        <a:xfrm>
          <a:off x="3377653" y="1757484"/>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Data transfer</a:t>
          </a:r>
        </a:p>
      </dsp:txBody>
      <dsp:txXfrm>
        <a:off x="3387128" y="1766959"/>
        <a:ext cx="2278696" cy="304537"/>
      </dsp:txXfrm>
    </dsp:sp>
    <dsp:sp modelId="{E06E3E7C-9456-B64D-98ED-2CB9B2FBF38E}">
      <dsp:nvSpPr>
        <dsp:cNvPr id="0" name=""/>
        <dsp:cNvSpPr/>
      </dsp:nvSpPr>
      <dsp:spPr>
        <a:xfrm>
          <a:off x="3377653" y="2130738"/>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Network segments</a:t>
          </a:r>
        </a:p>
      </dsp:txBody>
      <dsp:txXfrm>
        <a:off x="3387128" y="2140213"/>
        <a:ext cx="2278696" cy="304537"/>
      </dsp:txXfrm>
    </dsp:sp>
    <dsp:sp modelId="{8E074AC6-F955-D64E-9CB5-16B5115A38AE}">
      <dsp:nvSpPr>
        <dsp:cNvPr id="0" name=""/>
        <dsp:cNvSpPr/>
      </dsp:nvSpPr>
      <dsp:spPr>
        <a:xfrm>
          <a:off x="3377653" y="2503993"/>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Network topology</a:t>
          </a:r>
        </a:p>
      </dsp:txBody>
      <dsp:txXfrm>
        <a:off x="3387128" y="2513468"/>
        <a:ext cx="2278696" cy="304537"/>
      </dsp:txXfrm>
    </dsp:sp>
    <dsp:sp modelId="{326E2744-C144-0F4E-AFF6-202C45DBDD42}">
      <dsp:nvSpPr>
        <dsp:cNvPr id="0" name=""/>
        <dsp:cNvSpPr/>
      </dsp:nvSpPr>
      <dsp:spPr>
        <a:xfrm>
          <a:off x="3377653" y="2877247"/>
          <a:ext cx="2297646" cy="323487"/>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a:t>Security</a:t>
          </a:r>
        </a:p>
      </dsp:txBody>
      <dsp:txXfrm>
        <a:off x="3387128" y="2886722"/>
        <a:ext cx="2278696" cy="3045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1D668-5D07-EB47-8B93-AC5EA7569DBA}">
      <dsp:nvSpPr>
        <dsp:cNvPr id="0" name=""/>
        <dsp:cNvSpPr/>
      </dsp:nvSpPr>
      <dsp:spPr>
        <a:xfrm rot="16200000">
          <a:off x="-986823" y="1750707"/>
          <a:ext cx="2594134" cy="5487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83975" bIns="0" numCol="1" spcCol="1270" anchor="t" anchorCtr="0">
          <a:noAutofit/>
        </a:bodyPr>
        <a:lstStyle/>
        <a:p>
          <a:pPr marL="0" lvl="0" indent="0" algn="r" defTabSz="1200150">
            <a:lnSpc>
              <a:spcPct val="90000"/>
            </a:lnSpc>
            <a:spcBef>
              <a:spcPct val="0"/>
            </a:spcBef>
            <a:spcAft>
              <a:spcPct val="35000"/>
            </a:spcAft>
            <a:buNone/>
          </a:pPr>
          <a:r>
            <a:rPr lang="en-US" sz="2700" kern="1200">
              <a:solidFill>
                <a:srgbClr val="20282F"/>
              </a:solidFill>
            </a:rPr>
            <a:t>Client-Server</a:t>
          </a:r>
        </a:p>
      </dsp:txBody>
      <dsp:txXfrm>
        <a:off x="-986823" y="1750707"/>
        <a:ext cx="2594134" cy="548759"/>
      </dsp:txXfrm>
    </dsp:sp>
    <dsp:sp modelId="{61DF63EF-5406-2446-831E-C937738EC469}">
      <dsp:nvSpPr>
        <dsp:cNvPr id="0" name=""/>
        <dsp:cNvSpPr/>
      </dsp:nvSpPr>
      <dsp:spPr>
        <a:xfrm>
          <a:off x="584622" y="728020"/>
          <a:ext cx="2972094" cy="25941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483975" rIns="170688" bIns="17068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Servers are powerful computers that share resources like applications and data with client computers</a:t>
          </a:r>
        </a:p>
      </dsp:txBody>
      <dsp:txXfrm>
        <a:off x="584622" y="728020"/>
        <a:ext cx="2972094" cy="2594134"/>
      </dsp:txXfrm>
    </dsp:sp>
    <dsp:sp modelId="{E7EA2B34-9ACE-9E40-963D-59158A5C207F}">
      <dsp:nvSpPr>
        <dsp:cNvPr id="0" name=""/>
        <dsp:cNvSpPr/>
      </dsp:nvSpPr>
      <dsp:spPr>
        <a:xfrm>
          <a:off x="36576" y="3658"/>
          <a:ext cx="1097518" cy="1097518"/>
        </a:xfrm>
        <a:prstGeom prst="rect">
          <a:avLst/>
        </a:prstGeom>
        <a:blipFill dpi="0" rotWithShape="1">
          <a:blip xmlns:r="http://schemas.openxmlformats.org/officeDocument/2006/relationships" r:embed="rId1" cstate="hqprint">
            <a:extLst>
              <a:ext uri="{28A0092B-C50C-407E-A947-70E740481C1C}">
                <a14:useLocalDpi xmlns:a14="http://schemas.microsoft.com/office/drawing/2010/main"/>
              </a:ext>
            </a:extLst>
          </a:blip>
          <a:srcRect/>
          <a:stretch>
            <a:fillRect/>
          </a:stretch>
        </a:blipFill>
        <a:ln w="1270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dsp:style>
    </dsp:sp>
    <dsp:sp modelId="{6C4098B6-4543-3C48-AE56-91C0BFE280A5}">
      <dsp:nvSpPr>
        <dsp:cNvPr id="0" name=""/>
        <dsp:cNvSpPr/>
      </dsp:nvSpPr>
      <dsp:spPr>
        <a:xfrm rot="16200000">
          <a:off x="3307295" y="1750707"/>
          <a:ext cx="2594134" cy="5487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83975" bIns="0" numCol="1" spcCol="1270" anchor="t" anchorCtr="0">
          <a:noAutofit/>
        </a:bodyPr>
        <a:lstStyle/>
        <a:p>
          <a:pPr marL="0" lvl="0" indent="0" algn="r" defTabSz="1200150">
            <a:lnSpc>
              <a:spcPct val="90000"/>
            </a:lnSpc>
            <a:spcBef>
              <a:spcPct val="0"/>
            </a:spcBef>
            <a:spcAft>
              <a:spcPct val="35000"/>
            </a:spcAft>
            <a:buNone/>
          </a:pPr>
          <a:r>
            <a:rPr lang="en-US" sz="2700" kern="1200">
              <a:solidFill>
                <a:srgbClr val="20282F"/>
              </a:solidFill>
            </a:rPr>
            <a:t>Peer-to-Peer</a:t>
          </a:r>
        </a:p>
      </dsp:txBody>
      <dsp:txXfrm>
        <a:off x="3307295" y="1750707"/>
        <a:ext cx="2594134" cy="548759"/>
      </dsp:txXfrm>
    </dsp:sp>
    <dsp:sp modelId="{76B13670-B221-BF4D-A618-476F139F679A}">
      <dsp:nvSpPr>
        <dsp:cNvPr id="0" name=""/>
        <dsp:cNvSpPr/>
      </dsp:nvSpPr>
      <dsp:spPr>
        <a:xfrm>
          <a:off x="4878742" y="728020"/>
          <a:ext cx="2972094" cy="25941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483975" rIns="170688" bIns="170688" numCol="1" spcCol="1270" anchor="t" anchorCtr="0">
          <a:noAutofit/>
        </a:bodyPr>
        <a:lstStyle/>
        <a:p>
          <a:pPr marL="171450" lvl="1" indent="-171450" algn="l" defTabSz="844550">
            <a:lnSpc>
              <a:spcPct val="90000"/>
            </a:lnSpc>
            <a:spcBef>
              <a:spcPct val="0"/>
            </a:spcBef>
            <a:spcAft>
              <a:spcPct val="15000"/>
            </a:spcAft>
            <a:buChar char="•"/>
          </a:pPr>
          <a:r>
            <a:rPr lang="en-US" sz="1900" kern="1200"/>
            <a:t>Each host can both share resources and receive them. A peer-to-peer network is also known as a workgroup</a:t>
          </a:r>
        </a:p>
      </dsp:txBody>
      <dsp:txXfrm>
        <a:off x="4878742" y="728020"/>
        <a:ext cx="2972094" cy="2594134"/>
      </dsp:txXfrm>
    </dsp:sp>
    <dsp:sp modelId="{107DCF25-568D-014D-919C-69048DECC72B}">
      <dsp:nvSpPr>
        <dsp:cNvPr id="0" name=""/>
        <dsp:cNvSpPr/>
      </dsp:nvSpPr>
      <dsp:spPr>
        <a:xfrm>
          <a:off x="4329983" y="3658"/>
          <a:ext cx="1097518" cy="1097518"/>
        </a:xfrm>
        <a:prstGeom prst="rect">
          <a:avLst/>
        </a:prstGeom>
        <a:blipFill dpi="0" rotWithShape="1">
          <a:blip xmlns:r="http://schemas.openxmlformats.org/officeDocument/2006/relationships" r:embed="rId2" cstate="hqprint">
            <a:extLst>
              <a:ext uri="{28A0092B-C50C-407E-A947-70E740481C1C}">
                <a14:useLocalDpi xmlns:a14="http://schemas.microsoft.com/office/drawing/2010/main"/>
              </a:ext>
            </a:extLst>
          </a:blip>
          <a:srcRect/>
          <a:stretch>
            <a:fillRect/>
          </a:stretch>
        </a:blipFill>
        <a:ln w="1270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286E63-9326-F54C-9096-25316DC2F988}">
      <dsp:nvSpPr>
        <dsp:cNvPr id="0" name=""/>
        <dsp:cNvSpPr/>
      </dsp:nvSpPr>
      <dsp:spPr>
        <a:xfrm>
          <a:off x="5103" y="801303"/>
          <a:ext cx="2151409" cy="2531069"/>
        </a:xfrm>
        <a:prstGeom prst="rect">
          <a:avLst/>
        </a:prstGeom>
        <a:solidFill>
          <a:schemeClr val="lt1">
            <a:alpha val="40000"/>
            <a:hueOff val="0"/>
            <a:satOff val="0"/>
            <a:lumOff val="0"/>
            <a:alphaOff val="0"/>
          </a:schemeClr>
        </a:solidFill>
        <a:ln w="6350" cap="flat" cmpd="sng" algn="ctr">
          <a:solidFill>
            <a:schemeClr val="bg1">
              <a:lumMod val="75000"/>
            </a:schemeClr>
          </a:solidFill>
          <a:prstDash val="solid"/>
          <a:miter lim="800000"/>
        </a:ln>
        <a:effectLst/>
      </dsp:spPr>
      <dsp:style>
        <a:lnRef idx="1">
          <a:scrgbClr r="0" g="0" b="0"/>
        </a:lnRef>
        <a:fillRef idx="1">
          <a:scrgbClr r="0" g="0" b="0"/>
        </a:fillRef>
        <a:effectRef idx="0">
          <a:scrgbClr r="0" g="0" b="0"/>
        </a:effectRef>
        <a:fontRef idx="minor"/>
      </dsp:style>
    </dsp:sp>
    <dsp:sp modelId="{D4923D48-A8F0-B94D-B802-FB6BE981EF47}">
      <dsp:nvSpPr>
        <dsp:cNvPr id="0" name=""/>
        <dsp:cNvSpPr/>
      </dsp:nvSpPr>
      <dsp:spPr>
        <a:xfrm>
          <a:off x="112673" y="902546"/>
          <a:ext cx="1936268" cy="1645195"/>
        </a:xfrm>
        <a:prstGeom prst="rect">
          <a:avLst/>
        </a:prstGeom>
        <a:blipFill rotWithShape="1">
          <a:blip xmlns:r="http://schemas.openxmlformats.org/officeDocument/2006/relationships" r:embed="rId1" cstate="hqprint">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61034A-71E6-774B-AF1F-8B6A772FDCC4}">
      <dsp:nvSpPr>
        <dsp:cNvPr id="0" name=""/>
        <dsp:cNvSpPr/>
      </dsp:nvSpPr>
      <dsp:spPr>
        <a:xfrm>
          <a:off x="112673" y="2547741"/>
          <a:ext cx="1936268" cy="68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solidFill>
                <a:srgbClr val="20282F"/>
              </a:solidFill>
            </a:rPr>
            <a:t>SOHO</a:t>
          </a:r>
        </a:p>
      </dsp:txBody>
      <dsp:txXfrm>
        <a:off x="112673" y="2547741"/>
        <a:ext cx="1936268" cy="683388"/>
      </dsp:txXfrm>
    </dsp:sp>
    <dsp:sp modelId="{51A95E90-EAD5-4945-A655-CA98A7B0B7F0}">
      <dsp:nvSpPr>
        <dsp:cNvPr id="0" name=""/>
        <dsp:cNvSpPr/>
      </dsp:nvSpPr>
      <dsp:spPr>
        <a:xfrm>
          <a:off x="2607569" y="801303"/>
          <a:ext cx="2151409" cy="2531069"/>
        </a:xfrm>
        <a:prstGeom prst="rect">
          <a:avLst/>
        </a:prstGeom>
        <a:solidFill>
          <a:schemeClr val="lt1">
            <a:alpha val="40000"/>
            <a:hueOff val="0"/>
            <a:satOff val="0"/>
            <a:lumOff val="0"/>
            <a:alphaOff val="0"/>
          </a:schemeClr>
        </a:solidFill>
        <a:ln w="6350" cap="flat" cmpd="sng" algn="ctr">
          <a:solidFill>
            <a:schemeClr val="bg1">
              <a:lumMod val="75000"/>
            </a:schemeClr>
          </a:solidFill>
          <a:prstDash val="solid"/>
          <a:miter lim="800000"/>
        </a:ln>
        <a:effectLst/>
      </dsp:spPr>
      <dsp:style>
        <a:lnRef idx="1">
          <a:scrgbClr r="0" g="0" b="0"/>
        </a:lnRef>
        <a:fillRef idx="1">
          <a:scrgbClr r="0" g="0" b="0"/>
        </a:fillRef>
        <a:effectRef idx="0">
          <a:scrgbClr r="0" g="0" b="0"/>
        </a:effectRef>
        <a:fontRef idx="minor"/>
      </dsp:style>
    </dsp:sp>
    <dsp:sp modelId="{FEA47FF9-136D-7E4E-9BBC-0084D9873AB5}">
      <dsp:nvSpPr>
        <dsp:cNvPr id="0" name=""/>
        <dsp:cNvSpPr/>
      </dsp:nvSpPr>
      <dsp:spPr>
        <a:xfrm>
          <a:off x="2715140" y="902546"/>
          <a:ext cx="1936268" cy="1645195"/>
        </a:xfrm>
        <a:prstGeom prst="rect">
          <a:avLst/>
        </a:prstGeom>
        <a:blipFill rotWithShape="1">
          <a:blip xmlns:r="http://schemas.openxmlformats.org/officeDocument/2006/relationships" r:embed="rId2" cstate="hqprint">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8FBF75-CF43-FD4C-A0F5-DBF52B52818C}">
      <dsp:nvSpPr>
        <dsp:cNvPr id="0" name=""/>
        <dsp:cNvSpPr/>
      </dsp:nvSpPr>
      <dsp:spPr>
        <a:xfrm>
          <a:off x="2715140" y="2547741"/>
          <a:ext cx="1936268" cy="68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solidFill>
                <a:srgbClr val="20282F"/>
              </a:solidFill>
            </a:rPr>
            <a:t>Enterprise LAN</a:t>
          </a:r>
        </a:p>
      </dsp:txBody>
      <dsp:txXfrm>
        <a:off x="2715140" y="2547741"/>
        <a:ext cx="1936268" cy="683388"/>
      </dsp:txXfrm>
    </dsp:sp>
    <dsp:sp modelId="{A647DF3F-0E39-CB42-BB3C-953F0DEC7AB8}">
      <dsp:nvSpPr>
        <dsp:cNvPr id="0" name=""/>
        <dsp:cNvSpPr/>
      </dsp:nvSpPr>
      <dsp:spPr>
        <a:xfrm>
          <a:off x="5210036" y="801303"/>
          <a:ext cx="2151409" cy="2531069"/>
        </a:xfrm>
        <a:prstGeom prst="rect">
          <a:avLst/>
        </a:prstGeom>
        <a:solidFill>
          <a:schemeClr val="lt1">
            <a:alpha val="40000"/>
            <a:hueOff val="0"/>
            <a:satOff val="0"/>
            <a:lumOff val="0"/>
            <a:alphaOff val="0"/>
          </a:schemeClr>
        </a:solidFill>
        <a:ln w="6350" cap="flat" cmpd="sng" algn="ctr">
          <a:solidFill>
            <a:schemeClr val="bg1">
              <a:lumMod val="75000"/>
            </a:schemeClr>
          </a:solidFill>
          <a:prstDash val="solid"/>
          <a:miter lim="800000"/>
        </a:ln>
        <a:effectLst/>
      </dsp:spPr>
      <dsp:style>
        <a:lnRef idx="1">
          <a:scrgbClr r="0" g="0" b="0"/>
        </a:lnRef>
        <a:fillRef idx="1">
          <a:scrgbClr r="0" g="0" b="0"/>
        </a:fillRef>
        <a:effectRef idx="0">
          <a:scrgbClr r="0" g="0" b="0"/>
        </a:effectRef>
        <a:fontRef idx="minor"/>
      </dsp:style>
    </dsp:sp>
    <dsp:sp modelId="{3D5F5002-2CD6-9146-A52F-6AC17DD5B81D}">
      <dsp:nvSpPr>
        <dsp:cNvPr id="0" name=""/>
        <dsp:cNvSpPr/>
      </dsp:nvSpPr>
      <dsp:spPr>
        <a:xfrm>
          <a:off x="5317606" y="902546"/>
          <a:ext cx="1936268" cy="1645195"/>
        </a:xfrm>
        <a:prstGeom prst="rect">
          <a:avLst/>
        </a:prstGeom>
        <a:blipFill rotWithShape="1">
          <a:blip xmlns:r="http://schemas.openxmlformats.org/officeDocument/2006/relationships" r:embed="rId3" cstate="hqprint">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617B19-3890-B342-B7AA-179DBC573E61}">
      <dsp:nvSpPr>
        <dsp:cNvPr id="0" name=""/>
        <dsp:cNvSpPr/>
      </dsp:nvSpPr>
      <dsp:spPr>
        <a:xfrm>
          <a:off x="5317606" y="2547741"/>
          <a:ext cx="1936268" cy="68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solidFill>
                <a:srgbClr val="20282F"/>
              </a:solidFill>
            </a:rPr>
            <a:t>Datacenter</a:t>
          </a:r>
        </a:p>
      </dsp:txBody>
      <dsp:txXfrm>
        <a:off x="5317606" y="2547741"/>
        <a:ext cx="1936268" cy="6833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F16AC-7EFD-45C9-9A81-134464F477A2}">
      <dsp:nvSpPr>
        <dsp:cNvPr id="0" name=""/>
        <dsp:cNvSpPr/>
      </dsp:nvSpPr>
      <dsp:spPr>
        <a:xfrm>
          <a:off x="474" y="480172"/>
          <a:ext cx="1850119" cy="1110071"/>
        </a:xfrm>
        <a:prstGeom prst="rect">
          <a:avLst/>
        </a:prstGeom>
        <a:solidFill>
          <a:srgbClr val="004F71"/>
        </a:solidFill>
        <a:ln w="12700" cap="flat" cmpd="sng" algn="ctr">
          <a:solidFill>
            <a:srgbClr val="004F7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Point-to-Point Topology</a:t>
          </a:r>
        </a:p>
      </dsp:txBody>
      <dsp:txXfrm>
        <a:off x="474" y="480172"/>
        <a:ext cx="1850119" cy="1110071"/>
      </dsp:txXfrm>
    </dsp:sp>
    <dsp:sp modelId="{67AD820C-CC44-467F-B6E8-236AFFF70BD9}">
      <dsp:nvSpPr>
        <dsp:cNvPr id="0" name=""/>
        <dsp:cNvSpPr/>
      </dsp:nvSpPr>
      <dsp:spPr>
        <a:xfrm>
          <a:off x="2035605" y="480172"/>
          <a:ext cx="1850119" cy="1110071"/>
        </a:xfrm>
        <a:prstGeom prst="rect">
          <a:avLst/>
        </a:prstGeom>
        <a:solidFill>
          <a:srgbClr val="004F71"/>
        </a:solidFill>
        <a:ln w="12700" cap="flat" cmpd="sng" algn="ctr">
          <a:solidFill>
            <a:srgbClr val="004F7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Star </a:t>
          </a:r>
          <a:br>
            <a:rPr lang="en-US" sz="2000" kern="1200"/>
          </a:br>
          <a:r>
            <a:rPr lang="en-US" sz="2000" kern="1200"/>
            <a:t>Topology</a:t>
          </a:r>
        </a:p>
      </dsp:txBody>
      <dsp:txXfrm>
        <a:off x="2035605" y="480172"/>
        <a:ext cx="1850119" cy="1110071"/>
      </dsp:txXfrm>
    </dsp:sp>
    <dsp:sp modelId="{E9CEC96A-299D-4D14-B86F-A1FFADF976B7}">
      <dsp:nvSpPr>
        <dsp:cNvPr id="0" name=""/>
        <dsp:cNvSpPr/>
      </dsp:nvSpPr>
      <dsp:spPr>
        <a:xfrm>
          <a:off x="1018040" y="1775255"/>
          <a:ext cx="1850119" cy="1110071"/>
        </a:xfrm>
        <a:prstGeom prst="rect">
          <a:avLst/>
        </a:prstGeom>
        <a:solidFill>
          <a:srgbClr val="004F71"/>
        </a:solidFill>
        <a:ln w="12700" cap="flat" cmpd="sng" algn="ctr">
          <a:solidFill>
            <a:srgbClr val="004F7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Mesh Topology</a:t>
          </a:r>
        </a:p>
      </dsp:txBody>
      <dsp:txXfrm>
        <a:off x="1018040" y="1775255"/>
        <a:ext cx="1850119" cy="111007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1341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7 Application</a:t>
          </a:r>
        </a:p>
      </dsp:txBody>
      <dsp:txXfrm>
        <a:off x="20104" y="154221"/>
        <a:ext cx="1608114" cy="371632"/>
      </dsp:txXfrm>
    </dsp:sp>
    <dsp:sp modelId="{A3DBF2F8-C32C-4D5E-91D3-CD876FCC93BF}">
      <dsp:nvSpPr>
        <dsp:cNvPr id="0" name=""/>
        <dsp:cNvSpPr/>
      </dsp:nvSpPr>
      <dsp:spPr>
        <a:xfrm>
          <a:off x="0" y="59203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6 Presentation</a:t>
          </a:r>
        </a:p>
      </dsp:txBody>
      <dsp:txXfrm>
        <a:off x="20104" y="612141"/>
        <a:ext cx="1608114" cy="371632"/>
      </dsp:txXfrm>
    </dsp:sp>
    <dsp:sp modelId="{E629A14B-1E78-452D-AEE2-97220E7B913D}">
      <dsp:nvSpPr>
        <dsp:cNvPr id="0" name=""/>
        <dsp:cNvSpPr/>
      </dsp:nvSpPr>
      <dsp:spPr>
        <a:xfrm>
          <a:off x="0" y="104995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5 Session </a:t>
          </a:r>
        </a:p>
      </dsp:txBody>
      <dsp:txXfrm>
        <a:off x="20104" y="1070061"/>
        <a:ext cx="1608114" cy="371632"/>
      </dsp:txXfrm>
    </dsp:sp>
    <dsp:sp modelId="{FBCDBEF5-D75C-45BA-A833-518841E6C2EB}">
      <dsp:nvSpPr>
        <dsp:cNvPr id="0" name=""/>
        <dsp:cNvSpPr/>
      </dsp:nvSpPr>
      <dsp:spPr>
        <a:xfrm>
          <a:off x="0" y="150787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4 Transport</a:t>
          </a:r>
        </a:p>
      </dsp:txBody>
      <dsp:txXfrm>
        <a:off x="20104" y="1527981"/>
        <a:ext cx="1608114" cy="371632"/>
      </dsp:txXfrm>
    </dsp:sp>
    <dsp:sp modelId="{B8796625-B9F6-4F76-8B98-C2E26DDBE7DC}">
      <dsp:nvSpPr>
        <dsp:cNvPr id="0" name=""/>
        <dsp:cNvSpPr/>
      </dsp:nvSpPr>
      <dsp:spPr>
        <a:xfrm>
          <a:off x="0" y="196579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3 Network</a:t>
          </a:r>
        </a:p>
      </dsp:txBody>
      <dsp:txXfrm>
        <a:off x="20104" y="1985901"/>
        <a:ext cx="1608114" cy="371632"/>
      </dsp:txXfrm>
    </dsp:sp>
    <dsp:sp modelId="{0E539AD5-5BC8-49C4-AAC2-A7D5F43C627B}">
      <dsp:nvSpPr>
        <dsp:cNvPr id="0" name=""/>
        <dsp:cNvSpPr/>
      </dsp:nvSpPr>
      <dsp:spPr>
        <a:xfrm>
          <a:off x="0" y="24237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2 Data Link</a:t>
          </a:r>
        </a:p>
      </dsp:txBody>
      <dsp:txXfrm>
        <a:off x="20104" y="2443821"/>
        <a:ext cx="1608114" cy="371632"/>
      </dsp:txXfrm>
    </dsp:sp>
    <dsp:sp modelId="{3FA29063-2871-4DDD-9818-CEB1B4331B35}">
      <dsp:nvSpPr>
        <dsp:cNvPr id="0" name=""/>
        <dsp:cNvSpPr/>
      </dsp:nvSpPr>
      <dsp:spPr>
        <a:xfrm>
          <a:off x="0" y="2895240"/>
          <a:ext cx="1648322" cy="411840"/>
        </a:xfrm>
        <a:prstGeom prst="roundRect">
          <a:avLst/>
        </a:prstGeom>
        <a:solidFill>
          <a:srgbClr val="004F7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bg1"/>
              </a:solidFill>
            </a:rPr>
            <a:t>1 Physical </a:t>
          </a:r>
        </a:p>
      </dsp:txBody>
      <dsp:txXfrm>
        <a:off x="20104" y="2915344"/>
        <a:ext cx="1608114" cy="37163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FA4DC-4950-43B5-A368-4C881403703D}">
      <dsp:nvSpPr>
        <dsp:cNvPr id="0" name=""/>
        <dsp:cNvSpPr/>
      </dsp:nvSpPr>
      <dsp:spPr>
        <a:xfrm>
          <a:off x="0" y="289562"/>
          <a:ext cx="5534920" cy="15876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9571" tIns="291592" rIns="429571"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Transmit bits from sending source over network communications to physical layer of receiving device</a:t>
          </a:r>
        </a:p>
        <a:p>
          <a:pPr marL="114300" lvl="1" indent="-114300" algn="l" defTabSz="622300">
            <a:lnSpc>
              <a:spcPct val="90000"/>
            </a:lnSpc>
            <a:spcBef>
              <a:spcPct val="0"/>
            </a:spcBef>
            <a:spcAft>
              <a:spcPct val="15000"/>
            </a:spcAft>
            <a:buChar char="•"/>
          </a:pPr>
          <a:r>
            <a:rPr lang="en-US" sz="1400" kern="1200">
              <a:solidFill>
                <a:srgbClr val="20282F"/>
              </a:solidFill>
            </a:rPr>
            <a:t>Data transmitted using cables or wireless media </a:t>
          </a:r>
        </a:p>
        <a:p>
          <a:pPr marL="114300" lvl="1" indent="-114300" algn="l" defTabSz="622300">
            <a:lnSpc>
              <a:spcPct val="90000"/>
            </a:lnSpc>
            <a:spcBef>
              <a:spcPct val="0"/>
            </a:spcBef>
            <a:spcAft>
              <a:spcPct val="15000"/>
            </a:spcAft>
            <a:buChar char="•"/>
          </a:pPr>
          <a:r>
            <a:rPr lang="en-US" sz="1400" kern="1200">
              <a:solidFill>
                <a:srgbClr val="20282F"/>
              </a:solidFill>
            </a:rPr>
            <a:t>Examples: Coax and fiber cables, hubs and repeaters, modem, transceiver</a:t>
          </a:r>
        </a:p>
      </dsp:txBody>
      <dsp:txXfrm>
        <a:off x="0" y="289562"/>
        <a:ext cx="5534920" cy="1587600"/>
      </dsp:txXfrm>
    </dsp:sp>
    <dsp:sp modelId="{D90118E1-37D1-4932-9856-5F7B335EDA4E}">
      <dsp:nvSpPr>
        <dsp:cNvPr id="0" name=""/>
        <dsp:cNvSpPr/>
      </dsp:nvSpPr>
      <dsp:spPr>
        <a:xfrm>
          <a:off x="276746" y="161127"/>
          <a:ext cx="3874444" cy="413280"/>
        </a:xfrm>
        <a:prstGeom prst="round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445" tIns="0" rIns="146445" bIns="0" numCol="1" spcCol="1270" anchor="ctr" anchorCtr="0">
          <a:noAutofit/>
        </a:bodyPr>
        <a:lstStyle/>
        <a:p>
          <a:pPr marL="0" lvl="0" indent="0" algn="l" defTabSz="622300">
            <a:lnSpc>
              <a:spcPct val="90000"/>
            </a:lnSpc>
            <a:spcBef>
              <a:spcPct val="0"/>
            </a:spcBef>
            <a:spcAft>
              <a:spcPct val="35000"/>
            </a:spcAft>
            <a:buNone/>
          </a:pPr>
          <a:r>
            <a:rPr lang="en-US" sz="1400" kern="1200"/>
            <a:t>Functions and Examples </a:t>
          </a:r>
        </a:p>
      </dsp:txBody>
      <dsp:txXfrm>
        <a:off x="296921" y="181302"/>
        <a:ext cx="3834094" cy="3729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1341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7 Application</a:t>
          </a:r>
        </a:p>
      </dsp:txBody>
      <dsp:txXfrm>
        <a:off x="20104" y="154221"/>
        <a:ext cx="1608114" cy="371632"/>
      </dsp:txXfrm>
    </dsp:sp>
    <dsp:sp modelId="{A3DBF2F8-C32C-4D5E-91D3-CD876FCC93BF}">
      <dsp:nvSpPr>
        <dsp:cNvPr id="0" name=""/>
        <dsp:cNvSpPr/>
      </dsp:nvSpPr>
      <dsp:spPr>
        <a:xfrm>
          <a:off x="0" y="59203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6 Presentation</a:t>
          </a:r>
        </a:p>
      </dsp:txBody>
      <dsp:txXfrm>
        <a:off x="20104" y="612141"/>
        <a:ext cx="1608114" cy="371632"/>
      </dsp:txXfrm>
    </dsp:sp>
    <dsp:sp modelId="{E629A14B-1E78-452D-AEE2-97220E7B913D}">
      <dsp:nvSpPr>
        <dsp:cNvPr id="0" name=""/>
        <dsp:cNvSpPr/>
      </dsp:nvSpPr>
      <dsp:spPr>
        <a:xfrm>
          <a:off x="0" y="104995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5 Session </a:t>
          </a:r>
        </a:p>
      </dsp:txBody>
      <dsp:txXfrm>
        <a:off x="20104" y="1070061"/>
        <a:ext cx="1608114" cy="371632"/>
      </dsp:txXfrm>
    </dsp:sp>
    <dsp:sp modelId="{FBCDBEF5-D75C-45BA-A833-518841E6C2EB}">
      <dsp:nvSpPr>
        <dsp:cNvPr id="0" name=""/>
        <dsp:cNvSpPr/>
      </dsp:nvSpPr>
      <dsp:spPr>
        <a:xfrm>
          <a:off x="0" y="150787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4 Transport</a:t>
          </a:r>
        </a:p>
      </dsp:txBody>
      <dsp:txXfrm>
        <a:off x="20104" y="1527981"/>
        <a:ext cx="1608114" cy="371632"/>
      </dsp:txXfrm>
    </dsp:sp>
    <dsp:sp modelId="{B8796625-B9F6-4F76-8B98-C2E26DDBE7DC}">
      <dsp:nvSpPr>
        <dsp:cNvPr id="0" name=""/>
        <dsp:cNvSpPr/>
      </dsp:nvSpPr>
      <dsp:spPr>
        <a:xfrm>
          <a:off x="0" y="196579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3 Network</a:t>
          </a:r>
        </a:p>
      </dsp:txBody>
      <dsp:txXfrm>
        <a:off x="20104" y="1985901"/>
        <a:ext cx="1608114" cy="371632"/>
      </dsp:txXfrm>
    </dsp:sp>
    <dsp:sp modelId="{0E539AD5-5BC8-49C4-AAC2-A7D5F43C627B}">
      <dsp:nvSpPr>
        <dsp:cNvPr id="0" name=""/>
        <dsp:cNvSpPr/>
      </dsp:nvSpPr>
      <dsp:spPr>
        <a:xfrm>
          <a:off x="0" y="2423717"/>
          <a:ext cx="1648322" cy="411840"/>
        </a:xfrm>
        <a:prstGeom prst="roundRect">
          <a:avLst/>
        </a:prstGeom>
        <a:solidFill>
          <a:srgbClr val="004F7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bg1"/>
              </a:solidFill>
            </a:rPr>
            <a:t>2 Data Link</a:t>
          </a:r>
        </a:p>
      </dsp:txBody>
      <dsp:txXfrm>
        <a:off x="20104" y="2443821"/>
        <a:ext cx="1608114" cy="371632"/>
      </dsp:txXfrm>
    </dsp:sp>
    <dsp:sp modelId="{3FA29063-2871-4DDD-9818-CEB1B4331B35}">
      <dsp:nvSpPr>
        <dsp:cNvPr id="0" name=""/>
        <dsp:cNvSpPr/>
      </dsp:nvSpPr>
      <dsp:spPr>
        <a:xfrm>
          <a:off x="0" y="2881637"/>
          <a:ext cx="1648322" cy="411840"/>
        </a:xfrm>
        <a:prstGeom prst="roundRect">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1 Physical </a:t>
          </a:r>
        </a:p>
      </dsp:txBody>
      <dsp:txXfrm>
        <a:off x="20104" y="2901741"/>
        <a:ext cx="1608114" cy="37163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FB7C2-2843-4597-8946-55D28BEF2D4A}">
      <dsp:nvSpPr>
        <dsp:cNvPr id="0" name=""/>
        <dsp:cNvSpPr/>
      </dsp:nvSpPr>
      <dsp:spPr>
        <a:xfrm>
          <a:off x="0" y="296321"/>
          <a:ext cx="5693754" cy="1701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1899" tIns="312420" rIns="441899"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solidFill>
                <a:srgbClr val="20282F"/>
              </a:solidFill>
            </a:rPr>
            <a:t>Transfers data between nodes on the same logical segment using hardware addresses</a:t>
          </a:r>
        </a:p>
        <a:p>
          <a:pPr marL="114300" lvl="1" indent="-114300" algn="l" defTabSz="666750">
            <a:lnSpc>
              <a:spcPct val="90000"/>
            </a:lnSpc>
            <a:spcBef>
              <a:spcPct val="0"/>
            </a:spcBef>
            <a:spcAft>
              <a:spcPct val="15000"/>
            </a:spcAft>
            <a:buChar char="•"/>
          </a:pPr>
          <a:r>
            <a:rPr lang="en-US" sz="1500" kern="1200">
              <a:solidFill>
                <a:srgbClr val="20282F"/>
              </a:solidFill>
            </a:rPr>
            <a:t>Encapsulation: organizes stream of bits arriving from the Physical layer into frames</a:t>
          </a:r>
        </a:p>
        <a:p>
          <a:pPr marL="114300" lvl="1" indent="-114300" algn="l" defTabSz="666750">
            <a:lnSpc>
              <a:spcPct val="90000"/>
            </a:lnSpc>
            <a:spcBef>
              <a:spcPct val="0"/>
            </a:spcBef>
            <a:spcAft>
              <a:spcPct val="15000"/>
            </a:spcAft>
            <a:buChar char="•"/>
          </a:pPr>
          <a:r>
            <a:rPr lang="en-US" sz="1500" kern="1200">
              <a:solidFill>
                <a:srgbClr val="20282F"/>
              </a:solidFill>
            </a:rPr>
            <a:t>Examples: NIC, bridge, switch, wireless access point</a:t>
          </a:r>
        </a:p>
      </dsp:txBody>
      <dsp:txXfrm>
        <a:off x="0" y="296321"/>
        <a:ext cx="5693754" cy="1701000"/>
      </dsp:txXfrm>
    </dsp:sp>
    <dsp:sp modelId="{22D8E6EA-BFEA-408B-B448-55F6B6249FA5}">
      <dsp:nvSpPr>
        <dsp:cNvPr id="0" name=""/>
        <dsp:cNvSpPr/>
      </dsp:nvSpPr>
      <dsp:spPr>
        <a:xfrm>
          <a:off x="284687" y="74921"/>
          <a:ext cx="3985627" cy="442800"/>
        </a:xfrm>
        <a:prstGeom prst="round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0647" tIns="0" rIns="150647" bIns="0" numCol="1" spcCol="1270" anchor="ctr" anchorCtr="0">
          <a:noAutofit/>
        </a:bodyPr>
        <a:lstStyle/>
        <a:p>
          <a:pPr marL="0" lvl="0" indent="0" algn="l" defTabSz="666750">
            <a:lnSpc>
              <a:spcPct val="90000"/>
            </a:lnSpc>
            <a:spcBef>
              <a:spcPct val="0"/>
            </a:spcBef>
            <a:spcAft>
              <a:spcPct val="35000"/>
            </a:spcAft>
            <a:buNone/>
          </a:pPr>
          <a:r>
            <a:rPr lang="en-US" sz="1500" kern="1200"/>
            <a:t>Functions and Examples</a:t>
          </a:r>
        </a:p>
      </dsp:txBody>
      <dsp:txXfrm>
        <a:off x="306303" y="96537"/>
        <a:ext cx="3942395" cy="39956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1341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7 Application</a:t>
          </a:r>
        </a:p>
      </dsp:txBody>
      <dsp:txXfrm>
        <a:off x="20104" y="154221"/>
        <a:ext cx="1608114" cy="371632"/>
      </dsp:txXfrm>
    </dsp:sp>
    <dsp:sp modelId="{A3DBF2F8-C32C-4D5E-91D3-CD876FCC93BF}">
      <dsp:nvSpPr>
        <dsp:cNvPr id="0" name=""/>
        <dsp:cNvSpPr/>
      </dsp:nvSpPr>
      <dsp:spPr>
        <a:xfrm>
          <a:off x="0" y="59203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6 Presentation</a:t>
          </a:r>
        </a:p>
      </dsp:txBody>
      <dsp:txXfrm>
        <a:off x="20104" y="612141"/>
        <a:ext cx="1608114" cy="371632"/>
      </dsp:txXfrm>
    </dsp:sp>
    <dsp:sp modelId="{E629A14B-1E78-452D-AEE2-97220E7B913D}">
      <dsp:nvSpPr>
        <dsp:cNvPr id="0" name=""/>
        <dsp:cNvSpPr/>
      </dsp:nvSpPr>
      <dsp:spPr>
        <a:xfrm>
          <a:off x="0" y="104995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5 Session </a:t>
          </a:r>
        </a:p>
      </dsp:txBody>
      <dsp:txXfrm>
        <a:off x="20104" y="1070061"/>
        <a:ext cx="1608114" cy="371632"/>
      </dsp:txXfrm>
    </dsp:sp>
    <dsp:sp modelId="{FBCDBEF5-D75C-45BA-A833-518841E6C2EB}">
      <dsp:nvSpPr>
        <dsp:cNvPr id="0" name=""/>
        <dsp:cNvSpPr/>
      </dsp:nvSpPr>
      <dsp:spPr>
        <a:xfrm>
          <a:off x="0" y="150787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4 Transport</a:t>
          </a:r>
        </a:p>
      </dsp:txBody>
      <dsp:txXfrm>
        <a:off x="20104" y="1527981"/>
        <a:ext cx="1608114" cy="371632"/>
      </dsp:txXfrm>
    </dsp:sp>
    <dsp:sp modelId="{B8796625-B9F6-4F76-8B98-C2E26DDBE7DC}">
      <dsp:nvSpPr>
        <dsp:cNvPr id="0" name=""/>
        <dsp:cNvSpPr/>
      </dsp:nvSpPr>
      <dsp:spPr>
        <a:xfrm>
          <a:off x="0" y="1965797"/>
          <a:ext cx="1648322" cy="411840"/>
        </a:xfrm>
        <a:prstGeom prst="roundRect">
          <a:avLst/>
        </a:prstGeom>
        <a:solidFill>
          <a:srgbClr val="004F7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bg1"/>
              </a:solidFill>
            </a:rPr>
            <a:t>3 Network</a:t>
          </a:r>
        </a:p>
      </dsp:txBody>
      <dsp:txXfrm>
        <a:off x="20104" y="1985901"/>
        <a:ext cx="1608114" cy="371632"/>
      </dsp:txXfrm>
    </dsp:sp>
    <dsp:sp modelId="{0E539AD5-5BC8-49C4-AAC2-A7D5F43C627B}">
      <dsp:nvSpPr>
        <dsp:cNvPr id="0" name=""/>
        <dsp:cNvSpPr/>
      </dsp:nvSpPr>
      <dsp:spPr>
        <a:xfrm>
          <a:off x="0" y="24237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2 Data Link</a:t>
          </a:r>
        </a:p>
      </dsp:txBody>
      <dsp:txXfrm>
        <a:off x="20104" y="2443821"/>
        <a:ext cx="1608114" cy="371632"/>
      </dsp:txXfrm>
    </dsp:sp>
    <dsp:sp modelId="{3FA29063-2871-4DDD-9818-CEB1B4331B35}">
      <dsp:nvSpPr>
        <dsp:cNvPr id="0" name=""/>
        <dsp:cNvSpPr/>
      </dsp:nvSpPr>
      <dsp:spPr>
        <a:xfrm>
          <a:off x="0" y="2881637"/>
          <a:ext cx="1648322" cy="411840"/>
        </a:xfrm>
        <a:prstGeom prst="roundRect">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1 Physical </a:t>
          </a:r>
        </a:p>
      </dsp:txBody>
      <dsp:txXfrm>
        <a:off x="20104" y="2901741"/>
        <a:ext cx="1608114" cy="37163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FB7C2-2843-4597-8946-55D28BEF2D4A}">
      <dsp:nvSpPr>
        <dsp:cNvPr id="0" name=""/>
        <dsp:cNvSpPr/>
      </dsp:nvSpPr>
      <dsp:spPr>
        <a:xfrm>
          <a:off x="0" y="270429"/>
          <a:ext cx="5343931" cy="1701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4749" tIns="312420" rIns="414749"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solidFill>
                <a:srgbClr val="20282F"/>
              </a:solidFill>
            </a:rPr>
            <a:t>Moving data around a network of networks using network and host IDs</a:t>
          </a:r>
        </a:p>
        <a:p>
          <a:pPr marL="114300" lvl="1" indent="-114300" algn="l" defTabSz="666750">
            <a:lnSpc>
              <a:spcPct val="90000"/>
            </a:lnSpc>
            <a:spcBef>
              <a:spcPct val="0"/>
            </a:spcBef>
            <a:spcAft>
              <a:spcPct val="15000"/>
            </a:spcAft>
            <a:buChar char="•"/>
          </a:pPr>
          <a:r>
            <a:rPr lang="en-US" sz="1500" kern="1200">
              <a:solidFill>
                <a:srgbClr val="20282F"/>
              </a:solidFill>
            </a:rPr>
            <a:t>Packets given a destination IP address and forwarded to the destination network</a:t>
          </a:r>
        </a:p>
        <a:p>
          <a:pPr marL="114300" lvl="1" indent="-114300" algn="l" defTabSz="666750">
            <a:lnSpc>
              <a:spcPct val="90000"/>
            </a:lnSpc>
            <a:spcBef>
              <a:spcPct val="0"/>
            </a:spcBef>
            <a:spcAft>
              <a:spcPct val="15000"/>
            </a:spcAft>
            <a:buChar char="•"/>
          </a:pPr>
          <a:r>
            <a:rPr lang="en-US" sz="1500" kern="1200">
              <a:solidFill>
                <a:srgbClr val="20282F"/>
              </a:solidFill>
            </a:rPr>
            <a:t>Examples: Router, IP, ACL, Basic Firewall</a:t>
          </a:r>
        </a:p>
      </dsp:txBody>
      <dsp:txXfrm>
        <a:off x="0" y="270429"/>
        <a:ext cx="5343931" cy="1701000"/>
      </dsp:txXfrm>
    </dsp:sp>
    <dsp:sp modelId="{22D8E6EA-BFEA-408B-B448-55F6B6249FA5}">
      <dsp:nvSpPr>
        <dsp:cNvPr id="0" name=""/>
        <dsp:cNvSpPr/>
      </dsp:nvSpPr>
      <dsp:spPr>
        <a:xfrm>
          <a:off x="267196" y="56129"/>
          <a:ext cx="3740752" cy="442800"/>
        </a:xfrm>
        <a:prstGeom prst="round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1392" tIns="0" rIns="141392" bIns="0" numCol="1" spcCol="1270" anchor="ctr" anchorCtr="0">
          <a:noAutofit/>
        </a:bodyPr>
        <a:lstStyle/>
        <a:p>
          <a:pPr marL="0" lvl="0" indent="0" algn="l" defTabSz="666750">
            <a:lnSpc>
              <a:spcPct val="90000"/>
            </a:lnSpc>
            <a:spcBef>
              <a:spcPct val="0"/>
            </a:spcBef>
            <a:spcAft>
              <a:spcPct val="35000"/>
            </a:spcAft>
            <a:buNone/>
          </a:pPr>
          <a:r>
            <a:rPr lang="en-US" sz="1500" kern="1200"/>
            <a:t>Functions and Examples</a:t>
          </a:r>
        </a:p>
      </dsp:txBody>
      <dsp:txXfrm>
        <a:off x="288812" y="77745"/>
        <a:ext cx="3697520" cy="3995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635620"/>
          <a:ext cx="161853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7 Application</a:t>
          </a:r>
        </a:p>
      </dsp:txBody>
      <dsp:txXfrm>
        <a:off x="20104" y="655724"/>
        <a:ext cx="1578324" cy="371632"/>
      </dsp:txXfrm>
    </dsp:sp>
    <dsp:sp modelId="{A3DBF2F8-C32C-4D5E-91D3-CD876FCC93BF}">
      <dsp:nvSpPr>
        <dsp:cNvPr id="0" name=""/>
        <dsp:cNvSpPr/>
      </dsp:nvSpPr>
      <dsp:spPr>
        <a:xfrm>
          <a:off x="0" y="1093540"/>
          <a:ext cx="161853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6 Presentation</a:t>
          </a:r>
        </a:p>
      </dsp:txBody>
      <dsp:txXfrm>
        <a:off x="20104" y="1113644"/>
        <a:ext cx="1578324" cy="371632"/>
      </dsp:txXfrm>
    </dsp:sp>
    <dsp:sp modelId="{E629A14B-1E78-452D-AEE2-97220E7B913D}">
      <dsp:nvSpPr>
        <dsp:cNvPr id="0" name=""/>
        <dsp:cNvSpPr/>
      </dsp:nvSpPr>
      <dsp:spPr>
        <a:xfrm>
          <a:off x="0" y="1551460"/>
          <a:ext cx="161853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5 Session </a:t>
          </a:r>
        </a:p>
      </dsp:txBody>
      <dsp:txXfrm>
        <a:off x="20104" y="1571564"/>
        <a:ext cx="1578324" cy="371632"/>
      </dsp:txXfrm>
    </dsp:sp>
    <dsp:sp modelId="{FBCDBEF5-D75C-45BA-A833-518841E6C2EB}">
      <dsp:nvSpPr>
        <dsp:cNvPr id="0" name=""/>
        <dsp:cNvSpPr/>
      </dsp:nvSpPr>
      <dsp:spPr>
        <a:xfrm>
          <a:off x="0" y="2016204"/>
          <a:ext cx="1618532" cy="411840"/>
        </a:xfrm>
        <a:prstGeom prst="roundRect">
          <a:avLst/>
        </a:prstGeom>
        <a:solidFill>
          <a:srgbClr val="004F7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bg1"/>
              </a:solidFill>
            </a:rPr>
            <a:t>4 Transport</a:t>
          </a:r>
        </a:p>
      </dsp:txBody>
      <dsp:txXfrm>
        <a:off x="20104" y="2036308"/>
        <a:ext cx="1578324" cy="371632"/>
      </dsp:txXfrm>
    </dsp:sp>
    <dsp:sp modelId="{B8796625-B9F6-4F76-8B98-C2E26DDBE7DC}">
      <dsp:nvSpPr>
        <dsp:cNvPr id="0" name=""/>
        <dsp:cNvSpPr/>
      </dsp:nvSpPr>
      <dsp:spPr>
        <a:xfrm>
          <a:off x="0" y="2467300"/>
          <a:ext cx="1618532" cy="411840"/>
        </a:xfrm>
        <a:prstGeom prst="roundRect">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3 Network</a:t>
          </a:r>
        </a:p>
      </dsp:txBody>
      <dsp:txXfrm>
        <a:off x="20104" y="2487404"/>
        <a:ext cx="1578324" cy="371632"/>
      </dsp:txXfrm>
    </dsp:sp>
    <dsp:sp modelId="{0E539AD5-5BC8-49C4-AAC2-A7D5F43C627B}">
      <dsp:nvSpPr>
        <dsp:cNvPr id="0" name=""/>
        <dsp:cNvSpPr/>
      </dsp:nvSpPr>
      <dsp:spPr>
        <a:xfrm>
          <a:off x="0" y="2925220"/>
          <a:ext cx="161853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2 Data Link</a:t>
          </a:r>
        </a:p>
      </dsp:txBody>
      <dsp:txXfrm>
        <a:off x="20104" y="2945324"/>
        <a:ext cx="1578324" cy="371632"/>
      </dsp:txXfrm>
    </dsp:sp>
    <dsp:sp modelId="{3FA29063-2871-4DDD-9818-CEB1B4331B35}">
      <dsp:nvSpPr>
        <dsp:cNvPr id="0" name=""/>
        <dsp:cNvSpPr/>
      </dsp:nvSpPr>
      <dsp:spPr>
        <a:xfrm>
          <a:off x="0" y="3383140"/>
          <a:ext cx="1618532" cy="411840"/>
        </a:xfrm>
        <a:prstGeom prst="roundRect">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1 Physical </a:t>
          </a:r>
        </a:p>
      </dsp:txBody>
      <dsp:txXfrm>
        <a:off x="20104" y="3403244"/>
        <a:ext cx="1578324" cy="37163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FB7C2-2843-4597-8946-55D28BEF2D4A}">
      <dsp:nvSpPr>
        <dsp:cNvPr id="0" name=""/>
        <dsp:cNvSpPr/>
      </dsp:nvSpPr>
      <dsp:spPr>
        <a:xfrm>
          <a:off x="0" y="253901"/>
          <a:ext cx="6125699" cy="2925526"/>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5422" tIns="354076" rIns="475422"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solidFill>
                <a:srgbClr val="20282F"/>
              </a:solidFill>
            </a:rPr>
            <a:t>Tracks communication between applications on source and destination hosts</a:t>
          </a:r>
        </a:p>
        <a:p>
          <a:pPr marL="171450" lvl="1" indent="-171450" algn="l" defTabSz="755650">
            <a:lnSpc>
              <a:spcPct val="90000"/>
            </a:lnSpc>
            <a:spcBef>
              <a:spcPct val="0"/>
            </a:spcBef>
            <a:spcAft>
              <a:spcPct val="15000"/>
            </a:spcAft>
            <a:buChar char="•"/>
          </a:pPr>
          <a:r>
            <a:rPr lang="en-US" sz="1700" kern="1200">
              <a:solidFill>
                <a:srgbClr val="20282F"/>
              </a:solidFill>
            </a:rPr>
            <a:t>Segments data and manages each data piece </a:t>
          </a:r>
        </a:p>
        <a:p>
          <a:pPr marL="171450" lvl="1" indent="-171450" algn="l" defTabSz="755650">
            <a:lnSpc>
              <a:spcPct val="90000"/>
            </a:lnSpc>
            <a:spcBef>
              <a:spcPct val="0"/>
            </a:spcBef>
            <a:spcAft>
              <a:spcPct val="15000"/>
            </a:spcAft>
            <a:buChar char="•"/>
          </a:pPr>
          <a:r>
            <a:rPr lang="en-US" sz="1700" kern="1200">
              <a:solidFill>
                <a:srgbClr val="20282F"/>
              </a:solidFill>
            </a:rPr>
            <a:t>Reassembles segments into application data</a:t>
          </a:r>
        </a:p>
        <a:p>
          <a:pPr marL="171450" lvl="1" indent="-171450" algn="l" defTabSz="755650">
            <a:lnSpc>
              <a:spcPct val="90000"/>
            </a:lnSpc>
            <a:spcBef>
              <a:spcPct val="0"/>
            </a:spcBef>
            <a:spcAft>
              <a:spcPct val="15000"/>
            </a:spcAft>
            <a:buChar char="•"/>
          </a:pPr>
          <a:r>
            <a:rPr lang="en-US" sz="1700" kern="1200">
              <a:solidFill>
                <a:srgbClr val="20282F"/>
              </a:solidFill>
            </a:rPr>
            <a:t>Examples: Multilayer switches, advanced firewalls, intrusion detection systems (IDSs)</a:t>
          </a:r>
        </a:p>
      </dsp:txBody>
      <dsp:txXfrm>
        <a:off x="0" y="253901"/>
        <a:ext cx="6125699" cy="2925526"/>
      </dsp:txXfrm>
    </dsp:sp>
    <dsp:sp modelId="{22D8E6EA-BFEA-408B-B448-55F6B6249FA5}">
      <dsp:nvSpPr>
        <dsp:cNvPr id="0" name=""/>
        <dsp:cNvSpPr/>
      </dsp:nvSpPr>
      <dsp:spPr>
        <a:xfrm>
          <a:off x="306284" y="11028"/>
          <a:ext cx="4287989" cy="501840"/>
        </a:xfrm>
        <a:prstGeom prst="round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076" tIns="0" rIns="162076" bIns="0" numCol="1" spcCol="1270" anchor="ctr" anchorCtr="0">
          <a:noAutofit/>
        </a:bodyPr>
        <a:lstStyle/>
        <a:p>
          <a:pPr marL="0" lvl="0" indent="0" algn="l" defTabSz="755650">
            <a:lnSpc>
              <a:spcPct val="90000"/>
            </a:lnSpc>
            <a:spcBef>
              <a:spcPct val="0"/>
            </a:spcBef>
            <a:spcAft>
              <a:spcPct val="35000"/>
            </a:spcAft>
            <a:buNone/>
          </a:pPr>
          <a:r>
            <a:rPr lang="en-US" sz="1700" kern="1200"/>
            <a:t>Functions and Examples</a:t>
          </a:r>
        </a:p>
      </dsp:txBody>
      <dsp:txXfrm>
        <a:off x="330782" y="35526"/>
        <a:ext cx="4238993" cy="45284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1341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7 Application</a:t>
          </a:r>
        </a:p>
      </dsp:txBody>
      <dsp:txXfrm>
        <a:off x="20104" y="154221"/>
        <a:ext cx="1608114" cy="371632"/>
      </dsp:txXfrm>
    </dsp:sp>
    <dsp:sp modelId="{A3DBF2F8-C32C-4D5E-91D3-CD876FCC93BF}">
      <dsp:nvSpPr>
        <dsp:cNvPr id="0" name=""/>
        <dsp:cNvSpPr/>
      </dsp:nvSpPr>
      <dsp:spPr>
        <a:xfrm>
          <a:off x="0" y="59203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6 Presentation</a:t>
          </a:r>
        </a:p>
      </dsp:txBody>
      <dsp:txXfrm>
        <a:off x="20104" y="612141"/>
        <a:ext cx="1608114" cy="371632"/>
      </dsp:txXfrm>
    </dsp:sp>
    <dsp:sp modelId="{E629A14B-1E78-452D-AEE2-97220E7B913D}">
      <dsp:nvSpPr>
        <dsp:cNvPr id="0" name=""/>
        <dsp:cNvSpPr/>
      </dsp:nvSpPr>
      <dsp:spPr>
        <a:xfrm>
          <a:off x="0" y="1049957"/>
          <a:ext cx="1648322" cy="411840"/>
        </a:xfrm>
        <a:prstGeom prst="roundRect">
          <a:avLst/>
        </a:prstGeom>
        <a:solidFill>
          <a:srgbClr val="004F7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bg1"/>
              </a:solidFill>
            </a:rPr>
            <a:t>5 Session </a:t>
          </a:r>
        </a:p>
      </dsp:txBody>
      <dsp:txXfrm>
        <a:off x="20104" y="1070061"/>
        <a:ext cx="1608114" cy="371632"/>
      </dsp:txXfrm>
    </dsp:sp>
    <dsp:sp modelId="{FBCDBEF5-D75C-45BA-A833-518841E6C2EB}">
      <dsp:nvSpPr>
        <dsp:cNvPr id="0" name=""/>
        <dsp:cNvSpPr/>
      </dsp:nvSpPr>
      <dsp:spPr>
        <a:xfrm>
          <a:off x="0" y="150787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4 Transport</a:t>
          </a:r>
        </a:p>
      </dsp:txBody>
      <dsp:txXfrm>
        <a:off x="20104" y="1527981"/>
        <a:ext cx="1608114" cy="371632"/>
      </dsp:txXfrm>
    </dsp:sp>
    <dsp:sp modelId="{B8796625-B9F6-4F76-8B98-C2E26DDBE7DC}">
      <dsp:nvSpPr>
        <dsp:cNvPr id="0" name=""/>
        <dsp:cNvSpPr/>
      </dsp:nvSpPr>
      <dsp:spPr>
        <a:xfrm>
          <a:off x="0" y="196579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3 Network</a:t>
          </a:r>
        </a:p>
      </dsp:txBody>
      <dsp:txXfrm>
        <a:off x="20104" y="1985901"/>
        <a:ext cx="1608114" cy="371632"/>
      </dsp:txXfrm>
    </dsp:sp>
    <dsp:sp modelId="{0E539AD5-5BC8-49C4-AAC2-A7D5F43C627B}">
      <dsp:nvSpPr>
        <dsp:cNvPr id="0" name=""/>
        <dsp:cNvSpPr/>
      </dsp:nvSpPr>
      <dsp:spPr>
        <a:xfrm>
          <a:off x="0" y="24237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2 Data Link</a:t>
          </a:r>
        </a:p>
      </dsp:txBody>
      <dsp:txXfrm>
        <a:off x="20104" y="2443821"/>
        <a:ext cx="1608114" cy="371632"/>
      </dsp:txXfrm>
    </dsp:sp>
    <dsp:sp modelId="{3FA29063-2871-4DDD-9818-CEB1B4331B35}">
      <dsp:nvSpPr>
        <dsp:cNvPr id="0" name=""/>
        <dsp:cNvSpPr/>
      </dsp:nvSpPr>
      <dsp:spPr>
        <a:xfrm>
          <a:off x="0" y="2881637"/>
          <a:ext cx="1648322" cy="411840"/>
        </a:xfrm>
        <a:prstGeom prst="roundRect">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1 Physical </a:t>
          </a:r>
        </a:p>
      </dsp:txBody>
      <dsp:txXfrm>
        <a:off x="20104" y="2901741"/>
        <a:ext cx="1608114" cy="37163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FB7C2-2843-4597-8946-55D28BEF2D4A}">
      <dsp:nvSpPr>
        <dsp:cNvPr id="0" name=""/>
        <dsp:cNvSpPr/>
      </dsp:nvSpPr>
      <dsp:spPr>
        <a:xfrm>
          <a:off x="0" y="156315"/>
          <a:ext cx="5310634" cy="1301737"/>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2164" tIns="604012" rIns="412164"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solidFill>
                <a:srgbClr val="20282F"/>
              </a:solidFill>
            </a:rPr>
            <a:t>Establishes and manages the connections between applications</a:t>
          </a:r>
        </a:p>
      </dsp:txBody>
      <dsp:txXfrm>
        <a:off x="0" y="156315"/>
        <a:ext cx="5310634" cy="1301737"/>
      </dsp:txXfrm>
    </dsp:sp>
    <dsp:sp modelId="{22D8E6EA-BFEA-408B-B448-55F6B6249FA5}">
      <dsp:nvSpPr>
        <dsp:cNvPr id="0" name=""/>
        <dsp:cNvSpPr/>
      </dsp:nvSpPr>
      <dsp:spPr>
        <a:xfrm>
          <a:off x="265531" y="4541"/>
          <a:ext cx="3126295" cy="579814"/>
        </a:xfrm>
        <a:prstGeom prst="round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511" tIns="0" rIns="140511" bIns="0" numCol="1" spcCol="1270" anchor="ctr" anchorCtr="0">
          <a:noAutofit/>
        </a:bodyPr>
        <a:lstStyle/>
        <a:p>
          <a:pPr marL="0" lvl="0" indent="0" algn="l" defTabSz="889000">
            <a:lnSpc>
              <a:spcPct val="90000"/>
            </a:lnSpc>
            <a:spcBef>
              <a:spcPct val="0"/>
            </a:spcBef>
            <a:spcAft>
              <a:spcPct val="35000"/>
            </a:spcAft>
            <a:buNone/>
          </a:pPr>
          <a:r>
            <a:rPr lang="en-US" sz="2000" kern="1200"/>
            <a:t>Function</a:t>
          </a:r>
        </a:p>
      </dsp:txBody>
      <dsp:txXfrm>
        <a:off x="293835" y="32845"/>
        <a:ext cx="3069687" cy="5232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1341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7 Application</a:t>
          </a:r>
        </a:p>
      </dsp:txBody>
      <dsp:txXfrm>
        <a:off x="20104" y="154221"/>
        <a:ext cx="1608114" cy="371632"/>
      </dsp:txXfrm>
    </dsp:sp>
    <dsp:sp modelId="{A3DBF2F8-C32C-4D5E-91D3-CD876FCC93BF}">
      <dsp:nvSpPr>
        <dsp:cNvPr id="0" name=""/>
        <dsp:cNvSpPr/>
      </dsp:nvSpPr>
      <dsp:spPr>
        <a:xfrm>
          <a:off x="0" y="592037"/>
          <a:ext cx="1648322" cy="411840"/>
        </a:xfrm>
        <a:prstGeom prst="roundRect">
          <a:avLst/>
        </a:prstGeom>
        <a:solidFill>
          <a:srgbClr val="004F7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bg1"/>
              </a:solidFill>
            </a:rPr>
            <a:t>6 Presentation</a:t>
          </a:r>
        </a:p>
      </dsp:txBody>
      <dsp:txXfrm>
        <a:off x="20104" y="612141"/>
        <a:ext cx="1608114" cy="371632"/>
      </dsp:txXfrm>
    </dsp:sp>
    <dsp:sp modelId="{E629A14B-1E78-452D-AEE2-97220E7B913D}">
      <dsp:nvSpPr>
        <dsp:cNvPr id="0" name=""/>
        <dsp:cNvSpPr/>
      </dsp:nvSpPr>
      <dsp:spPr>
        <a:xfrm>
          <a:off x="0" y="104995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5 Session </a:t>
          </a:r>
        </a:p>
      </dsp:txBody>
      <dsp:txXfrm>
        <a:off x="20104" y="1070061"/>
        <a:ext cx="1608114" cy="371632"/>
      </dsp:txXfrm>
    </dsp:sp>
    <dsp:sp modelId="{FBCDBEF5-D75C-45BA-A833-518841E6C2EB}">
      <dsp:nvSpPr>
        <dsp:cNvPr id="0" name=""/>
        <dsp:cNvSpPr/>
      </dsp:nvSpPr>
      <dsp:spPr>
        <a:xfrm>
          <a:off x="0" y="150787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4 Transport</a:t>
          </a:r>
        </a:p>
      </dsp:txBody>
      <dsp:txXfrm>
        <a:off x="20104" y="1527981"/>
        <a:ext cx="1608114" cy="371632"/>
      </dsp:txXfrm>
    </dsp:sp>
    <dsp:sp modelId="{B8796625-B9F6-4F76-8B98-C2E26DDBE7DC}">
      <dsp:nvSpPr>
        <dsp:cNvPr id="0" name=""/>
        <dsp:cNvSpPr/>
      </dsp:nvSpPr>
      <dsp:spPr>
        <a:xfrm>
          <a:off x="0" y="196579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3 Network</a:t>
          </a:r>
        </a:p>
      </dsp:txBody>
      <dsp:txXfrm>
        <a:off x="20104" y="1985901"/>
        <a:ext cx="1608114" cy="371632"/>
      </dsp:txXfrm>
    </dsp:sp>
    <dsp:sp modelId="{0E539AD5-5BC8-49C4-AAC2-A7D5F43C627B}">
      <dsp:nvSpPr>
        <dsp:cNvPr id="0" name=""/>
        <dsp:cNvSpPr/>
      </dsp:nvSpPr>
      <dsp:spPr>
        <a:xfrm>
          <a:off x="0" y="24237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2 Data Link</a:t>
          </a:r>
        </a:p>
      </dsp:txBody>
      <dsp:txXfrm>
        <a:off x="20104" y="2443821"/>
        <a:ext cx="1608114" cy="371632"/>
      </dsp:txXfrm>
    </dsp:sp>
    <dsp:sp modelId="{3FA29063-2871-4DDD-9818-CEB1B4331B35}">
      <dsp:nvSpPr>
        <dsp:cNvPr id="0" name=""/>
        <dsp:cNvSpPr/>
      </dsp:nvSpPr>
      <dsp:spPr>
        <a:xfrm>
          <a:off x="0" y="2881637"/>
          <a:ext cx="1648322" cy="411840"/>
        </a:xfrm>
        <a:prstGeom prst="roundRect">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1 Physical </a:t>
          </a:r>
        </a:p>
      </dsp:txBody>
      <dsp:txXfrm>
        <a:off x="20104" y="2901741"/>
        <a:ext cx="1608114" cy="37163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FB7C2-2843-4597-8946-55D28BEF2D4A}">
      <dsp:nvSpPr>
        <dsp:cNvPr id="0" name=""/>
        <dsp:cNvSpPr/>
      </dsp:nvSpPr>
      <dsp:spPr>
        <a:xfrm>
          <a:off x="0" y="410633"/>
          <a:ext cx="5998103" cy="1197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5519" tIns="395732" rIns="465519"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solidFill>
                <a:srgbClr val="20282F"/>
              </a:solidFill>
            </a:rPr>
            <a:t>Delivers data across network connections</a:t>
          </a:r>
        </a:p>
        <a:p>
          <a:pPr marL="171450" lvl="1" indent="-171450" algn="l" defTabSz="844550">
            <a:lnSpc>
              <a:spcPct val="90000"/>
            </a:lnSpc>
            <a:spcBef>
              <a:spcPct val="0"/>
            </a:spcBef>
            <a:spcAft>
              <a:spcPct val="15000"/>
            </a:spcAft>
            <a:buChar char="•"/>
          </a:pPr>
          <a:r>
            <a:rPr lang="en-US" sz="1900" kern="1200">
              <a:solidFill>
                <a:srgbClr val="20282F"/>
              </a:solidFill>
            </a:rPr>
            <a:t>Examples: Encryption/Decryption Services</a:t>
          </a:r>
        </a:p>
      </dsp:txBody>
      <dsp:txXfrm>
        <a:off x="0" y="410633"/>
        <a:ext cx="5998103" cy="1197000"/>
      </dsp:txXfrm>
    </dsp:sp>
    <dsp:sp modelId="{22D8E6EA-BFEA-408B-B448-55F6B6249FA5}">
      <dsp:nvSpPr>
        <dsp:cNvPr id="0" name=""/>
        <dsp:cNvSpPr/>
      </dsp:nvSpPr>
      <dsp:spPr>
        <a:xfrm>
          <a:off x="299905" y="130193"/>
          <a:ext cx="4198672" cy="560880"/>
        </a:xfrm>
        <a:prstGeom prst="round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00" tIns="0" rIns="158700" bIns="0" numCol="1" spcCol="1270" anchor="ctr" anchorCtr="0">
          <a:noAutofit/>
        </a:bodyPr>
        <a:lstStyle/>
        <a:p>
          <a:pPr marL="0" lvl="0" indent="0" algn="l" defTabSz="844550">
            <a:lnSpc>
              <a:spcPct val="90000"/>
            </a:lnSpc>
            <a:spcBef>
              <a:spcPct val="0"/>
            </a:spcBef>
            <a:spcAft>
              <a:spcPct val="35000"/>
            </a:spcAft>
            <a:buNone/>
          </a:pPr>
          <a:r>
            <a:rPr lang="en-US" sz="1900" kern="1200"/>
            <a:t>Functions and Examples</a:t>
          </a:r>
        </a:p>
      </dsp:txBody>
      <dsp:txXfrm>
        <a:off x="327285" y="157573"/>
        <a:ext cx="4143912" cy="50612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134117"/>
          <a:ext cx="1648322" cy="411840"/>
        </a:xfrm>
        <a:prstGeom prst="roundRect">
          <a:avLst/>
        </a:prstGeom>
        <a:solidFill>
          <a:srgbClr val="004F7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bg1"/>
              </a:solidFill>
            </a:rPr>
            <a:t>7 Application</a:t>
          </a:r>
        </a:p>
      </dsp:txBody>
      <dsp:txXfrm>
        <a:off x="20104" y="154221"/>
        <a:ext cx="1608114" cy="371632"/>
      </dsp:txXfrm>
    </dsp:sp>
    <dsp:sp modelId="{A3DBF2F8-C32C-4D5E-91D3-CD876FCC93BF}">
      <dsp:nvSpPr>
        <dsp:cNvPr id="0" name=""/>
        <dsp:cNvSpPr/>
      </dsp:nvSpPr>
      <dsp:spPr>
        <a:xfrm>
          <a:off x="0" y="59203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6 Presentation</a:t>
          </a:r>
        </a:p>
      </dsp:txBody>
      <dsp:txXfrm>
        <a:off x="20104" y="612141"/>
        <a:ext cx="1608114" cy="371632"/>
      </dsp:txXfrm>
    </dsp:sp>
    <dsp:sp modelId="{E629A14B-1E78-452D-AEE2-97220E7B913D}">
      <dsp:nvSpPr>
        <dsp:cNvPr id="0" name=""/>
        <dsp:cNvSpPr/>
      </dsp:nvSpPr>
      <dsp:spPr>
        <a:xfrm>
          <a:off x="0" y="104995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5 Session </a:t>
          </a:r>
        </a:p>
      </dsp:txBody>
      <dsp:txXfrm>
        <a:off x="20104" y="1070061"/>
        <a:ext cx="1608114" cy="371632"/>
      </dsp:txXfrm>
    </dsp:sp>
    <dsp:sp modelId="{FBCDBEF5-D75C-45BA-A833-518841E6C2EB}">
      <dsp:nvSpPr>
        <dsp:cNvPr id="0" name=""/>
        <dsp:cNvSpPr/>
      </dsp:nvSpPr>
      <dsp:spPr>
        <a:xfrm>
          <a:off x="0" y="150787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4 Transport</a:t>
          </a:r>
        </a:p>
      </dsp:txBody>
      <dsp:txXfrm>
        <a:off x="20104" y="1527981"/>
        <a:ext cx="1608114" cy="371632"/>
      </dsp:txXfrm>
    </dsp:sp>
    <dsp:sp modelId="{B8796625-B9F6-4F76-8B98-C2E26DDBE7DC}">
      <dsp:nvSpPr>
        <dsp:cNvPr id="0" name=""/>
        <dsp:cNvSpPr/>
      </dsp:nvSpPr>
      <dsp:spPr>
        <a:xfrm>
          <a:off x="0" y="196579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3 Network</a:t>
          </a:r>
        </a:p>
      </dsp:txBody>
      <dsp:txXfrm>
        <a:off x="20104" y="1985901"/>
        <a:ext cx="1608114" cy="371632"/>
      </dsp:txXfrm>
    </dsp:sp>
    <dsp:sp modelId="{0E539AD5-5BC8-49C4-AAC2-A7D5F43C627B}">
      <dsp:nvSpPr>
        <dsp:cNvPr id="0" name=""/>
        <dsp:cNvSpPr/>
      </dsp:nvSpPr>
      <dsp:spPr>
        <a:xfrm>
          <a:off x="0" y="2423717"/>
          <a:ext cx="1648322" cy="41184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2 Data Link</a:t>
          </a:r>
        </a:p>
      </dsp:txBody>
      <dsp:txXfrm>
        <a:off x="20104" y="2443821"/>
        <a:ext cx="1608114" cy="371632"/>
      </dsp:txXfrm>
    </dsp:sp>
    <dsp:sp modelId="{3FA29063-2871-4DDD-9818-CEB1B4331B35}">
      <dsp:nvSpPr>
        <dsp:cNvPr id="0" name=""/>
        <dsp:cNvSpPr/>
      </dsp:nvSpPr>
      <dsp:spPr>
        <a:xfrm>
          <a:off x="0" y="2881637"/>
          <a:ext cx="1648322" cy="411840"/>
        </a:xfrm>
        <a:prstGeom prst="roundRect">
          <a:avLst/>
        </a:pr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20282F"/>
              </a:solidFill>
            </a:rPr>
            <a:t>1 Physical </a:t>
          </a:r>
        </a:p>
      </dsp:txBody>
      <dsp:txXfrm>
        <a:off x="20104" y="2901741"/>
        <a:ext cx="1608114" cy="37163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FA4DC-4950-43B5-A368-4C881403703D}">
      <dsp:nvSpPr>
        <dsp:cNvPr id="0" name=""/>
        <dsp:cNvSpPr/>
      </dsp:nvSpPr>
      <dsp:spPr>
        <a:xfrm>
          <a:off x="0" y="423321"/>
          <a:ext cx="5639870" cy="14175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7717" tIns="374904" rIns="43771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solidFill>
                <a:srgbClr val="20282F"/>
              </a:solidFill>
            </a:rPr>
            <a:t>Interacts directly with end-user’s software applications for network service</a:t>
          </a:r>
        </a:p>
        <a:p>
          <a:pPr marL="171450" lvl="1" indent="-171450" algn="l" defTabSz="800100">
            <a:lnSpc>
              <a:spcPct val="90000"/>
            </a:lnSpc>
            <a:spcBef>
              <a:spcPct val="0"/>
            </a:spcBef>
            <a:spcAft>
              <a:spcPct val="15000"/>
            </a:spcAft>
            <a:buChar char="•"/>
          </a:pPr>
          <a:r>
            <a:rPr lang="en-US" sz="1800" kern="1200">
              <a:solidFill>
                <a:srgbClr val="20282F"/>
              </a:solidFill>
            </a:rPr>
            <a:t>Examples: SMTP, DNS, FTP</a:t>
          </a:r>
        </a:p>
      </dsp:txBody>
      <dsp:txXfrm>
        <a:off x="0" y="423321"/>
        <a:ext cx="5639870" cy="1417500"/>
      </dsp:txXfrm>
    </dsp:sp>
    <dsp:sp modelId="{D90118E1-37D1-4932-9856-5F7B335EDA4E}">
      <dsp:nvSpPr>
        <dsp:cNvPr id="0" name=""/>
        <dsp:cNvSpPr/>
      </dsp:nvSpPr>
      <dsp:spPr>
        <a:xfrm>
          <a:off x="281993" y="139670"/>
          <a:ext cx="3947909" cy="531360"/>
        </a:xfrm>
        <a:prstGeom prst="roundRect">
          <a:avLst/>
        </a:prstGeom>
        <a:solidFill>
          <a:srgbClr val="00737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222" tIns="0" rIns="149222" bIns="0" numCol="1" spcCol="1270" anchor="ctr" anchorCtr="0">
          <a:noAutofit/>
        </a:bodyPr>
        <a:lstStyle/>
        <a:p>
          <a:pPr marL="0" lvl="0" indent="0" algn="l" defTabSz="800100">
            <a:lnSpc>
              <a:spcPct val="90000"/>
            </a:lnSpc>
            <a:spcBef>
              <a:spcPct val="0"/>
            </a:spcBef>
            <a:spcAft>
              <a:spcPct val="35000"/>
            </a:spcAft>
            <a:buNone/>
          </a:pPr>
          <a:r>
            <a:rPr lang="en-US" sz="1800" kern="1200"/>
            <a:t>Functions and Examples</a:t>
          </a:r>
        </a:p>
      </dsp:txBody>
      <dsp:txXfrm>
        <a:off x="307932" y="165609"/>
        <a:ext cx="3896031" cy="47948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9376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7 Application</a:t>
          </a:r>
        </a:p>
      </dsp:txBody>
      <dsp:txXfrm>
        <a:off x="20104" y="113865"/>
        <a:ext cx="2053745" cy="371632"/>
      </dsp:txXfrm>
    </dsp:sp>
    <dsp:sp modelId="{A3DBF2F8-C32C-4D5E-91D3-CD876FCC93BF}">
      <dsp:nvSpPr>
        <dsp:cNvPr id="0" name=""/>
        <dsp:cNvSpPr/>
      </dsp:nvSpPr>
      <dsp:spPr>
        <a:xfrm>
          <a:off x="0" y="55168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6 Presentation</a:t>
          </a:r>
        </a:p>
      </dsp:txBody>
      <dsp:txXfrm>
        <a:off x="20104" y="571785"/>
        <a:ext cx="2053745" cy="371632"/>
      </dsp:txXfrm>
    </dsp:sp>
    <dsp:sp modelId="{E629A14B-1E78-452D-AEE2-97220E7B913D}">
      <dsp:nvSpPr>
        <dsp:cNvPr id="0" name=""/>
        <dsp:cNvSpPr/>
      </dsp:nvSpPr>
      <dsp:spPr>
        <a:xfrm>
          <a:off x="0" y="100960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5 Session </a:t>
          </a:r>
        </a:p>
      </dsp:txBody>
      <dsp:txXfrm>
        <a:off x="20104" y="1029705"/>
        <a:ext cx="2053745" cy="371632"/>
      </dsp:txXfrm>
    </dsp:sp>
    <dsp:sp modelId="{FBCDBEF5-D75C-45BA-A833-518841E6C2EB}">
      <dsp:nvSpPr>
        <dsp:cNvPr id="0" name=""/>
        <dsp:cNvSpPr/>
      </dsp:nvSpPr>
      <dsp:spPr>
        <a:xfrm>
          <a:off x="0" y="146752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4 Transport</a:t>
          </a:r>
        </a:p>
      </dsp:txBody>
      <dsp:txXfrm>
        <a:off x="20104" y="1487625"/>
        <a:ext cx="2053745" cy="371632"/>
      </dsp:txXfrm>
    </dsp:sp>
    <dsp:sp modelId="{B8796625-B9F6-4F76-8B98-C2E26DDBE7DC}">
      <dsp:nvSpPr>
        <dsp:cNvPr id="0" name=""/>
        <dsp:cNvSpPr/>
      </dsp:nvSpPr>
      <dsp:spPr>
        <a:xfrm>
          <a:off x="0" y="192544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3 Network</a:t>
          </a:r>
        </a:p>
      </dsp:txBody>
      <dsp:txXfrm>
        <a:off x="20104" y="1945545"/>
        <a:ext cx="2053745" cy="371632"/>
      </dsp:txXfrm>
    </dsp:sp>
    <dsp:sp modelId="{0E539AD5-5BC8-49C4-AAC2-A7D5F43C627B}">
      <dsp:nvSpPr>
        <dsp:cNvPr id="0" name=""/>
        <dsp:cNvSpPr/>
      </dsp:nvSpPr>
      <dsp:spPr>
        <a:xfrm>
          <a:off x="0" y="238336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2 Data Link</a:t>
          </a:r>
        </a:p>
      </dsp:txBody>
      <dsp:txXfrm>
        <a:off x="20104" y="2403465"/>
        <a:ext cx="2053745" cy="371632"/>
      </dsp:txXfrm>
    </dsp:sp>
    <dsp:sp modelId="{3FA29063-2871-4DDD-9818-CEB1B4331B35}">
      <dsp:nvSpPr>
        <dsp:cNvPr id="0" name=""/>
        <dsp:cNvSpPr/>
      </dsp:nvSpPr>
      <dsp:spPr>
        <a:xfrm>
          <a:off x="0" y="284128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1 Physical </a:t>
          </a:r>
        </a:p>
      </dsp:txBody>
      <dsp:txXfrm>
        <a:off x="20104" y="2861385"/>
        <a:ext cx="2053745" cy="37163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0B879-5253-4726-B81B-393604B03DAF}">
      <dsp:nvSpPr>
        <dsp:cNvPr id="0" name=""/>
        <dsp:cNvSpPr/>
      </dsp:nvSpPr>
      <dsp:spPr>
        <a:xfrm>
          <a:off x="0" y="9376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7 Application</a:t>
          </a:r>
        </a:p>
      </dsp:txBody>
      <dsp:txXfrm>
        <a:off x="20104" y="113865"/>
        <a:ext cx="2053745" cy="371632"/>
      </dsp:txXfrm>
    </dsp:sp>
    <dsp:sp modelId="{A3DBF2F8-C32C-4D5E-91D3-CD876FCC93BF}">
      <dsp:nvSpPr>
        <dsp:cNvPr id="0" name=""/>
        <dsp:cNvSpPr/>
      </dsp:nvSpPr>
      <dsp:spPr>
        <a:xfrm>
          <a:off x="0" y="55168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6 Presentation</a:t>
          </a:r>
        </a:p>
      </dsp:txBody>
      <dsp:txXfrm>
        <a:off x="20104" y="571785"/>
        <a:ext cx="2053745" cy="371632"/>
      </dsp:txXfrm>
    </dsp:sp>
    <dsp:sp modelId="{E629A14B-1E78-452D-AEE2-97220E7B913D}">
      <dsp:nvSpPr>
        <dsp:cNvPr id="0" name=""/>
        <dsp:cNvSpPr/>
      </dsp:nvSpPr>
      <dsp:spPr>
        <a:xfrm>
          <a:off x="0" y="100960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5 Session </a:t>
          </a:r>
        </a:p>
      </dsp:txBody>
      <dsp:txXfrm>
        <a:off x="20104" y="1029705"/>
        <a:ext cx="2053745" cy="371632"/>
      </dsp:txXfrm>
    </dsp:sp>
    <dsp:sp modelId="{FBCDBEF5-D75C-45BA-A833-518841E6C2EB}">
      <dsp:nvSpPr>
        <dsp:cNvPr id="0" name=""/>
        <dsp:cNvSpPr/>
      </dsp:nvSpPr>
      <dsp:spPr>
        <a:xfrm>
          <a:off x="0" y="146752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4 Transport</a:t>
          </a:r>
        </a:p>
      </dsp:txBody>
      <dsp:txXfrm>
        <a:off x="20104" y="1487625"/>
        <a:ext cx="2053745" cy="371632"/>
      </dsp:txXfrm>
    </dsp:sp>
    <dsp:sp modelId="{B8796625-B9F6-4F76-8B98-C2E26DDBE7DC}">
      <dsp:nvSpPr>
        <dsp:cNvPr id="0" name=""/>
        <dsp:cNvSpPr/>
      </dsp:nvSpPr>
      <dsp:spPr>
        <a:xfrm>
          <a:off x="0" y="192544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3 Network</a:t>
          </a:r>
        </a:p>
      </dsp:txBody>
      <dsp:txXfrm>
        <a:off x="20104" y="1945545"/>
        <a:ext cx="2053745" cy="371632"/>
      </dsp:txXfrm>
    </dsp:sp>
    <dsp:sp modelId="{0E539AD5-5BC8-49C4-AAC2-A7D5F43C627B}">
      <dsp:nvSpPr>
        <dsp:cNvPr id="0" name=""/>
        <dsp:cNvSpPr/>
      </dsp:nvSpPr>
      <dsp:spPr>
        <a:xfrm>
          <a:off x="0" y="238336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2 Data Link</a:t>
          </a:r>
        </a:p>
      </dsp:txBody>
      <dsp:txXfrm>
        <a:off x="20104" y="2403465"/>
        <a:ext cx="2053745" cy="371632"/>
      </dsp:txXfrm>
    </dsp:sp>
    <dsp:sp modelId="{3FA29063-2871-4DDD-9818-CEB1B4331B35}">
      <dsp:nvSpPr>
        <dsp:cNvPr id="0" name=""/>
        <dsp:cNvSpPr/>
      </dsp:nvSpPr>
      <dsp:spPr>
        <a:xfrm>
          <a:off x="0" y="2841281"/>
          <a:ext cx="2093953"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1 Physical </a:t>
          </a:r>
        </a:p>
      </dsp:txBody>
      <dsp:txXfrm>
        <a:off x="20104" y="2861385"/>
        <a:ext cx="2053745" cy="37163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19AFE3-2FA8-F641-9643-6870DD57507F}">
      <dsp:nvSpPr>
        <dsp:cNvPr id="0" name=""/>
        <dsp:cNvSpPr/>
      </dsp:nvSpPr>
      <dsp:spPr>
        <a:xfrm>
          <a:off x="1680699" y="919600"/>
          <a:ext cx="356013" cy="91440"/>
        </a:xfrm>
        <a:custGeom>
          <a:avLst/>
          <a:gdLst/>
          <a:ahLst/>
          <a:cxnLst/>
          <a:rect l="0" t="0" r="0" b="0"/>
          <a:pathLst>
            <a:path>
              <a:moveTo>
                <a:pt x="0" y="45720"/>
              </a:moveTo>
              <a:lnTo>
                <a:pt x="3560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49040" y="963387"/>
        <a:ext cx="19330" cy="3866"/>
      </dsp:txXfrm>
    </dsp:sp>
    <dsp:sp modelId="{620EF4C2-37AE-7E43-B281-72DD9226906E}">
      <dsp:nvSpPr>
        <dsp:cNvPr id="0" name=""/>
        <dsp:cNvSpPr/>
      </dsp:nvSpPr>
      <dsp:spPr>
        <a:xfrm>
          <a:off x="1569" y="461041"/>
          <a:ext cx="1680929" cy="1008557"/>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Identify the problem</a:t>
          </a:r>
        </a:p>
      </dsp:txBody>
      <dsp:txXfrm>
        <a:off x="1569" y="461041"/>
        <a:ext cx="1680929" cy="1008557"/>
      </dsp:txXfrm>
    </dsp:sp>
    <dsp:sp modelId="{E7EBB891-FDB1-E849-A887-7656C3705457}">
      <dsp:nvSpPr>
        <dsp:cNvPr id="0" name=""/>
        <dsp:cNvSpPr/>
      </dsp:nvSpPr>
      <dsp:spPr>
        <a:xfrm>
          <a:off x="3748243" y="919600"/>
          <a:ext cx="356013" cy="91440"/>
        </a:xfrm>
        <a:custGeom>
          <a:avLst/>
          <a:gdLst/>
          <a:ahLst/>
          <a:cxnLst/>
          <a:rect l="0" t="0" r="0" b="0"/>
          <a:pathLst>
            <a:path>
              <a:moveTo>
                <a:pt x="0" y="45720"/>
              </a:moveTo>
              <a:lnTo>
                <a:pt x="3560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6584" y="963387"/>
        <a:ext cx="19330" cy="3866"/>
      </dsp:txXfrm>
    </dsp:sp>
    <dsp:sp modelId="{A62E1FEE-9068-5A45-B121-5F1969D588FC}">
      <dsp:nvSpPr>
        <dsp:cNvPr id="0" name=""/>
        <dsp:cNvSpPr/>
      </dsp:nvSpPr>
      <dsp:spPr>
        <a:xfrm>
          <a:off x="2069113" y="461041"/>
          <a:ext cx="1680929" cy="1008557"/>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Establish a theory of probable cause</a:t>
          </a:r>
        </a:p>
      </dsp:txBody>
      <dsp:txXfrm>
        <a:off x="2069113" y="461041"/>
        <a:ext cx="1680929" cy="1008557"/>
      </dsp:txXfrm>
    </dsp:sp>
    <dsp:sp modelId="{E91191CA-2998-AE4B-AB28-1EA9C9DF898D}">
      <dsp:nvSpPr>
        <dsp:cNvPr id="0" name=""/>
        <dsp:cNvSpPr/>
      </dsp:nvSpPr>
      <dsp:spPr>
        <a:xfrm>
          <a:off x="5815786" y="919600"/>
          <a:ext cx="356013" cy="91440"/>
        </a:xfrm>
        <a:custGeom>
          <a:avLst/>
          <a:gdLst/>
          <a:ahLst/>
          <a:cxnLst/>
          <a:rect l="0" t="0" r="0" b="0"/>
          <a:pathLst>
            <a:path>
              <a:moveTo>
                <a:pt x="0" y="45720"/>
              </a:moveTo>
              <a:lnTo>
                <a:pt x="3560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84128" y="963387"/>
        <a:ext cx="19330" cy="3866"/>
      </dsp:txXfrm>
    </dsp:sp>
    <dsp:sp modelId="{5CD28EE0-C40D-2F41-A1AC-1249A36751F2}">
      <dsp:nvSpPr>
        <dsp:cNvPr id="0" name=""/>
        <dsp:cNvSpPr/>
      </dsp:nvSpPr>
      <dsp:spPr>
        <a:xfrm>
          <a:off x="4136656" y="461041"/>
          <a:ext cx="1680929" cy="1008557"/>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Test the theory to determine cause </a:t>
          </a:r>
        </a:p>
      </dsp:txBody>
      <dsp:txXfrm>
        <a:off x="4136656" y="461041"/>
        <a:ext cx="1680929" cy="1008557"/>
      </dsp:txXfrm>
    </dsp:sp>
    <dsp:sp modelId="{95FACC98-2D24-5D4F-A8A4-1E57C1E4B68B}">
      <dsp:nvSpPr>
        <dsp:cNvPr id="0" name=""/>
        <dsp:cNvSpPr/>
      </dsp:nvSpPr>
      <dsp:spPr>
        <a:xfrm>
          <a:off x="842034" y="1467799"/>
          <a:ext cx="6202631" cy="356013"/>
        </a:xfrm>
        <a:custGeom>
          <a:avLst/>
          <a:gdLst/>
          <a:ahLst/>
          <a:cxnLst/>
          <a:rect l="0" t="0" r="0" b="0"/>
          <a:pathLst>
            <a:path>
              <a:moveTo>
                <a:pt x="6202631" y="0"/>
              </a:moveTo>
              <a:lnTo>
                <a:pt x="6202631" y="195106"/>
              </a:lnTo>
              <a:lnTo>
                <a:pt x="0" y="195106"/>
              </a:lnTo>
              <a:lnTo>
                <a:pt x="0" y="356013"/>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7983" y="1643873"/>
        <a:ext cx="310733" cy="3866"/>
      </dsp:txXfrm>
    </dsp:sp>
    <dsp:sp modelId="{13855DCD-E1FD-5B47-B4F6-5FD04BD56D55}">
      <dsp:nvSpPr>
        <dsp:cNvPr id="0" name=""/>
        <dsp:cNvSpPr/>
      </dsp:nvSpPr>
      <dsp:spPr>
        <a:xfrm>
          <a:off x="6204200" y="461041"/>
          <a:ext cx="1680929" cy="1008557"/>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Establish a plan of action</a:t>
          </a:r>
        </a:p>
      </dsp:txBody>
      <dsp:txXfrm>
        <a:off x="6204200" y="461041"/>
        <a:ext cx="1680929" cy="1008557"/>
      </dsp:txXfrm>
    </dsp:sp>
    <dsp:sp modelId="{A51D47E0-5D9D-5C4D-98FB-42E5ACA37575}">
      <dsp:nvSpPr>
        <dsp:cNvPr id="0" name=""/>
        <dsp:cNvSpPr/>
      </dsp:nvSpPr>
      <dsp:spPr>
        <a:xfrm>
          <a:off x="1680699" y="2314772"/>
          <a:ext cx="356013" cy="91440"/>
        </a:xfrm>
        <a:custGeom>
          <a:avLst/>
          <a:gdLst/>
          <a:ahLst/>
          <a:cxnLst/>
          <a:rect l="0" t="0" r="0" b="0"/>
          <a:pathLst>
            <a:path>
              <a:moveTo>
                <a:pt x="0" y="45720"/>
              </a:moveTo>
              <a:lnTo>
                <a:pt x="3560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49040" y="2358559"/>
        <a:ext cx="19330" cy="3866"/>
      </dsp:txXfrm>
    </dsp:sp>
    <dsp:sp modelId="{787BCFE0-834F-2044-9AB4-FC14BB88B17A}">
      <dsp:nvSpPr>
        <dsp:cNvPr id="0" name=""/>
        <dsp:cNvSpPr/>
      </dsp:nvSpPr>
      <dsp:spPr>
        <a:xfrm>
          <a:off x="1569" y="1856213"/>
          <a:ext cx="1680929" cy="1008557"/>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Implement the solution</a:t>
          </a:r>
        </a:p>
      </dsp:txBody>
      <dsp:txXfrm>
        <a:off x="1569" y="1856213"/>
        <a:ext cx="1680929" cy="1008557"/>
      </dsp:txXfrm>
    </dsp:sp>
    <dsp:sp modelId="{AA889254-43CF-7043-B3FA-C82E4BE1D15B}">
      <dsp:nvSpPr>
        <dsp:cNvPr id="0" name=""/>
        <dsp:cNvSpPr/>
      </dsp:nvSpPr>
      <dsp:spPr>
        <a:xfrm>
          <a:off x="3748243" y="2314772"/>
          <a:ext cx="356013" cy="91440"/>
        </a:xfrm>
        <a:custGeom>
          <a:avLst/>
          <a:gdLst/>
          <a:ahLst/>
          <a:cxnLst/>
          <a:rect l="0" t="0" r="0" b="0"/>
          <a:pathLst>
            <a:path>
              <a:moveTo>
                <a:pt x="0" y="45720"/>
              </a:moveTo>
              <a:lnTo>
                <a:pt x="3560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6584" y="2358559"/>
        <a:ext cx="19330" cy="3866"/>
      </dsp:txXfrm>
    </dsp:sp>
    <dsp:sp modelId="{B7FF0EC2-EC50-F341-9F41-0876CA8617D0}">
      <dsp:nvSpPr>
        <dsp:cNvPr id="0" name=""/>
        <dsp:cNvSpPr/>
      </dsp:nvSpPr>
      <dsp:spPr>
        <a:xfrm>
          <a:off x="2069113" y="1856213"/>
          <a:ext cx="1680929" cy="1008557"/>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Verify the solution </a:t>
          </a:r>
        </a:p>
      </dsp:txBody>
      <dsp:txXfrm>
        <a:off x="2069113" y="1856213"/>
        <a:ext cx="1680929" cy="1008557"/>
      </dsp:txXfrm>
    </dsp:sp>
    <dsp:sp modelId="{9370D6F4-19FE-E845-BF0B-2E7CA97638DB}">
      <dsp:nvSpPr>
        <dsp:cNvPr id="0" name=""/>
        <dsp:cNvSpPr/>
      </dsp:nvSpPr>
      <dsp:spPr>
        <a:xfrm>
          <a:off x="4136656" y="1856213"/>
          <a:ext cx="1680929" cy="1008557"/>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Document findings, actions, and outcomes</a:t>
          </a:r>
        </a:p>
      </dsp:txBody>
      <dsp:txXfrm>
        <a:off x="4136656" y="1856213"/>
        <a:ext cx="1680929" cy="100855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9CDA22-70EB-40CA-80D0-711CCBC93CA3}">
      <dsp:nvSpPr>
        <dsp:cNvPr id="0" name=""/>
        <dsp:cNvSpPr/>
      </dsp:nvSpPr>
      <dsp:spPr>
        <a:xfrm>
          <a:off x="0" y="253549"/>
          <a:ext cx="4616210" cy="12852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8269" tIns="333248" rIns="35826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solidFill>
                <a:srgbClr val="20282F"/>
              </a:solidFill>
            </a:rPr>
            <a:t>System documentation </a:t>
          </a:r>
        </a:p>
        <a:p>
          <a:pPr marL="171450" lvl="1" indent="-171450" algn="l" defTabSz="711200">
            <a:lnSpc>
              <a:spcPct val="90000"/>
            </a:lnSpc>
            <a:spcBef>
              <a:spcPct val="0"/>
            </a:spcBef>
            <a:spcAft>
              <a:spcPct val="15000"/>
            </a:spcAft>
            <a:buChar char="•"/>
          </a:pPr>
          <a:r>
            <a:rPr lang="en-US" sz="1600" kern="1200">
              <a:solidFill>
                <a:srgbClr val="20282F"/>
              </a:solidFill>
            </a:rPr>
            <a:t>Installation and maintenance logs</a:t>
          </a:r>
        </a:p>
        <a:p>
          <a:pPr marL="171450" lvl="1" indent="-171450" algn="l" defTabSz="711200">
            <a:lnSpc>
              <a:spcPct val="90000"/>
            </a:lnSpc>
            <a:spcBef>
              <a:spcPct val="0"/>
            </a:spcBef>
            <a:spcAft>
              <a:spcPct val="15000"/>
            </a:spcAft>
            <a:buChar char="•"/>
          </a:pPr>
          <a:r>
            <a:rPr lang="en-US" sz="1600" kern="1200">
              <a:solidFill>
                <a:srgbClr val="20282F"/>
              </a:solidFill>
            </a:rPr>
            <a:t>Vendor support sites </a:t>
          </a:r>
        </a:p>
      </dsp:txBody>
      <dsp:txXfrm>
        <a:off x="0" y="253549"/>
        <a:ext cx="4616210" cy="1285200"/>
      </dsp:txXfrm>
    </dsp:sp>
    <dsp:sp modelId="{2AB8A177-FA7F-4051-B052-5B1FB273466B}">
      <dsp:nvSpPr>
        <dsp:cNvPr id="0" name=""/>
        <dsp:cNvSpPr/>
      </dsp:nvSpPr>
      <dsp:spPr>
        <a:xfrm>
          <a:off x="230810" y="17389"/>
          <a:ext cx="3231347"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137" tIns="0" rIns="122137" bIns="0" numCol="1" spcCol="1270" anchor="ctr" anchorCtr="0">
          <a:noAutofit/>
        </a:bodyPr>
        <a:lstStyle/>
        <a:p>
          <a:pPr marL="0" lvl="0" indent="0" algn="l" defTabSz="711200">
            <a:lnSpc>
              <a:spcPct val="90000"/>
            </a:lnSpc>
            <a:spcBef>
              <a:spcPct val="0"/>
            </a:spcBef>
            <a:spcAft>
              <a:spcPct val="35000"/>
            </a:spcAft>
            <a:buNone/>
          </a:pPr>
          <a:r>
            <a:rPr lang="en-US" sz="1600" kern="1200"/>
            <a:t>Gather information </a:t>
          </a:r>
        </a:p>
      </dsp:txBody>
      <dsp:txXfrm>
        <a:off x="253867" y="40446"/>
        <a:ext cx="3185233" cy="426206"/>
      </dsp:txXfrm>
    </dsp:sp>
    <dsp:sp modelId="{8D55127C-06C3-49B3-A3A1-5FDECE0F4DDC}">
      <dsp:nvSpPr>
        <dsp:cNvPr id="0" name=""/>
        <dsp:cNvSpPr/>
      </dsp:nvSpPr>
      <dsp:spPr>
        <a:xfrm>
          <a:off x="0" y="1861310"/>
          <a:ext cx="4616210" cy="14868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8269" tIns="333248" rIns="35826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solidFill>
                <a:srgbClr val="20282F"/>
              </a:solidFill>
            </a:rPr>
            <a:t>Open questions to </a:t>
          </a:r>
          <a:br>
            <a:rPr lang="en-US" sz="1600" kern="1200">
              <a:solidFill>
                <a:srgbClr val="20282F"/>
              </a:solidFill>
            </a:rPr>
          </a:br>
          <a:r>
            <a:rPr lang="en-US" sz="1600" kern="1200">
              <a:solidFill>
                <a:srgbClr val="20282F"/>
              </a:solidFill>
            </a:rPr>
            <a:t>uncover information</a:t>
          </a:r>
        </a:p>
        <a:p>
          <a:pPr marL="171450" lvl="1" indent="-171450" algn="l" defTabSz="711200">
            <a:lnSpc>
              <a:spcPct val="90000"/>
            </a:lnSpc>
            <a:spcBef>
              <a:spcPct val="0"/>
            </a:spcBef>
            <a:spcAft>
              <a:spcPct val="15000"/>
            </a:spcAft>
            <a:buChar char="•"/>
          </a:pPr>
          <a:r>
            <a:rPr lang="en-US" sz="1600" kern="1200">
              <a:solidFill>
                <a:srgbClr val="20282F"/>
              </a:solidFill>
            </a:rPr>
            <a:t>Closed question to invite a </a:t>
          </a:r>
          <a:br>
            <a:rPr lang="en-US" sz="1600" kern="1200">
              <a:solidFill>
                <a:srgbClr val="20282F"/>
              </a:solidFill>
            </a:rPr>
          </a:br>
          <a:r>
            <a:rPr lang="en-US" sz="1600" kern="1200">
              <a:solidFill>
                <a:srgbClr val="20282F"/>
              </a:solidFill>
            </a:rPr>
            <a:t>yes or no or fixed response</a:t>
          </a:r>
        </a:p>
      </dsp:txBody>
      <dsp:txXfrm>
        <a:off x="0" y="1861310"/>
        <a:ext cx="4616210" cy="1486800"/>
      </dsp:txXfrm>
    </dsp:sp>
    <dsp:sp modelId="{2E2492EC-443B-4FC6-BFBF-8A6DF66A908B}">
      <dsp:nvSpPr>
        <dsp:cNvPr id="0" name=""/>
        <dsp:cNvSpPr/>
      </dsp:nvSpPr>
      <dsp:spPr>
        <a:xfrm>
          <a:off x="230810" y="1625150"/>
          <a:ext cx="3231347"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137" tIns="0" rIns="122137" bIns="0" numCol="1" spcCol="1270" anchor="ctr" anchorCtr="0">
          <a:noAutofit/>
        </a:bodyPr>
        <a:lstStyle/>
        <a:p>
          <a:pPr marL="0" lvl="0" indent="0" algn="l" defTabSz="711200">
            <a:lnSpc>
              <a:spcPct val="90000"/>
            </a:lnSpc>
            <a:spcBef>
              <a:spcPct val="0"/>
            </a:spcBef>
            <a:spcAft>
              <a:spcPct val="35000"/>
            </a:spcAft>
            <a:buNone/>
          </a:pPr>
          <a:r>
            <a:rPr lang="en-US" sz="1600" kern="1200"/>
            <a:t>Question users </a:t>
          </a:r>
        </a:p>
      </dsp:txBody>
      <dsp:txXfrm>
        <a:off x="253867" y="1648207"/>
        <a:ext cx="3185233" cy="42620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9CDA22-70EB-40CA-80D0-711CCBC93CA3}">
      <dsp:nvSpPr>
        <dsp:cNvPr id="0" name=""/>
        <dsp:cNvSpPr/>
      </dsp:nvSpPr>
      <dsp:spPr>
        <a:xfrm>
          <a:off x="0" y="203448"/>
          <a:ext cx="5568951" cy="10442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2212" tIns="270764" rIns="432212"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solidFill>
                <a:srgbClr val="20282F"/>
              </a:solidFill>
            </a:rPr>
            <a:t>Physical inspection </a:t>
          </a:r>
        </a:p>
        <a:p>
          <a:pPr marL="114300" lvl="1" indent="-114300" algn="l" defTabSz="577850">
            <a:lnSpc>
              <a:spcPct val="90000"/>
            </a:lnSpc>
            <a:spcBef>
              <a:spcPct val="0"/>
            </a:spcBef>
            <a:spcAft>
              <a:spcPct val="15000"/>
            </a:spcAft>
            <a:buChar char="•"/>
          </a:pPr>
          <a:r>
            <a:rPr lang="en-US" sz="1300" kern="1200">
              <a:solidFill>
                <a:srgbClr val="20282F"/>
              </a:solidFill>
            </a:rPr>
            <a:t>Logs and diagnostic software</a:t>
          </a:r>
        </a:p>
        <a:p>
          <a:pPr marL="114300" lvl="1" indent="-114300" algn="l" defTabSz="577850">
            <a:lnSpc>
              <a:spcPct val="90000"/>
            </a:lnSpc>
            <a:spcBef>
              <a:spcPct val="0"/>
            </a:spcBef>
            <a:spcAft>
              <a:spcPct val="15000"/>
            </a:spcAft>
            <a:buChar char="•"/>
          </a:pPr>
          <a:r>
            <a:rPr lang="en-US" sz="1300" kern="1200">
              <a:solidFill>
                <a:srgbClr val="20282F"/>
              </a:solidFill>
            </a:rPr>
            <a:t>Try to duplicate the problem</a:t>
          </a:r>
        </a:p>
      </dsp:txBody>
      <dsp:txXfrm>
        <a:off x="0" y="203448"/>
        <a:ext cx="5568951" cy="1044225"/>
      </dsp:txXfrm>
    </dsp:sp>
    <dsp:sp modelId="{2AB8A177-FA7F-4051-B052-5B1FB273466B}">
      <dsp:nvSpPr>
        <dsp:cNvPr id="0" name=""/>
        <dsp:cNvSpPr/>
      </dsp:nvSpPr>
      <dsp:spPr>
        <a:xfrm>
          <a:off x="278447" y="4092"/>
          <a:ext cx="3898265"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7345" tIns="0" rIns="147345" bIns="0" numCol="1" spcCol="1270" anchor="ctr" anchorCtr="0">
          <a:noAutofit/>
        </a:bodyPr>
        <a:lstStyle/>
        <a:p>
          <a:pPr marL="0" lvl="0" indent="0" algn="l" defTabSz="577850">
            <a:lnSpc>
              <a:spcPct val="90000"/>
            </a:lnSpc>
            <a:spcBef>
              <a:spcPct val="0"/>
            </a:spcBef>
            <a:spcAft>
              <a:spcPct val="35000"/>
            </a:spcAft>
            <a:buNone/>
          </a:pPr>
          <a:r>
            <a:rPr lang="en-US" sz="1300" kern="1200"/>
            <a:t>Identify symptoms</a:t>
          </a:r>
        </a:p>
      </dsp:txBody>
      <dsp:txXfrm>
        <a:off x="297181" y="22826"/>
        <a:ext cx="3860797" cy="346292"/>
      </dsp:txXfrm>
    </dsp:sp>
    <dsp:sp modelId="{8D55127C-06C3-49B3-A3A1-5FDECE0F4DDC}">
      <dsp:nvSpPr>
        <dsp:cNvPr id="0" name=""/>
        <dsp:cNvSpPr/>
      </dsp:nvSpPr>
      <dsp:spPr>
        <a:xfrm>
          <a:off x="0" y="1502277"/>
          <a:ext cx="5568951" cy="819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2212" tIns="270764" rIns="432212"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solidFill>
                <a:srgbClr val="20282F"/>
              </a:solidFill>
            </a:rPr>
            <a:t>Did it ever work? </a:t>
          </a:r>
        </a:p>
        <a:p>
          <a:pPr marL="114300" lvl="1" indent="-114300" algn="l" defTabSz="577850">
            <a:lnSpc>
              <a:spcPct val="90000"/>
            </a:lnSpc>
            <a:spcBef>
              <a:spcPct val="0"/>
            </a:spcBef>
            <a:spcAft>
              <a:spcPct val="15000"/>
            </a:spcAft>
            <a:buChar char="•"/>
          </a:pPr>
          <a:r>
            <a:rPr lang="en-US" sz="1300" kern="1200">
              <a:solidFill>
                <a:srgbClr val="20282F"/>
              </a:solidFill>
            </a:rPr>
            <a:t>What has changed since it was last working?</a:t>
          </a:r>
        </a:p>
      </dsp:txBody>
      <dsp:txXfrm>
        <a:off x="0" y="1502277"/>
        <a:ext cx="5568951" cy="819000"/>
      </dsp:txXfrm>
    </dsp:sp>
    <dsp:sp modelId="{2E2492EC-443B-4FC6-BFBF-8A6DF66A908B}">
      <dsp:nvSpPr>
        <dsp:cNvPr id="0" name=""/>
        <dsp:cNvSpPr/>
      </dsp:nvSpPr>
      <dsp:spPr>
        <a:xfrm>
          <a:off x="278447" y="1310397"/>
          <a:ext cx="3898265"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7345" tIns="0" rIns="147345" bIns="0" numCol="1" spcCol="1270" anchor="ctr" anchorCtr="0">
          <a:noAutofit/>
        </a:bodyPr>
        <a:lstStyle/>
        <a:p>
          <a:pPr marL="0" lvl="0" indent="0" algn="l" defTabSz="577850">
            <a:lnSpc>
              <a:spcPct val="90000"/>
            </a:lnSpc>
            <a:spcBef>
              <a:spcPct val="0"/>
            </a:spcBef>
            <a:spcAft>
              <a:spcPct val="35000"/>
            </a:spcAft>
            <a:buNone/>
          </a:pPr>
          <a:r>
            <a:rPr lang="en-US" sz="1300" kern="1200"/>
            <a:t>Determine if anything has changed</a:t>
          </a:r>
        </a:p>
      </dsp:txBody>
      <dsp:txXfrm>
        <a:off x="297181" y="1329131"/>
        <a:ext cx="3860797" cy="346292"/>
      </dsp:txXfrm>
    </dsp:sp>
    <dsp:sp modelId="{2786FAE8-7701-4747-9434-FAB2B7699808}">
      <dsp:nvSpPr>
        <dsp:cNvPr id="0" name=""/>
        <dsp:cNvSpPr/>
      </dsp:nvSpPr>
      <dsp:spPr>
        <a:xfrm>
          <a:off x="0" y="2583357"/>
          <a:ext cx="5568951" cy="7780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2212" tIns="270764" rIns="432212"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solidFill>
                <a:srgbClr val="20282F"/>
              </a:solidFill>
            </a:rPr>
            <a:t>Verify symptoms are related before </a:t>
          </a:r>
          <a:br>
            <a:rPr lang="en-US" sz="1300" kern="1200">
              <a:solidFill>
                <a:srgbClr val="20282F"/>
              </a:solidFill>
            </a:rPr>
          </a:br>
          <a:r>
            <a:rPr lang="en-US" sz="1300" kern="1200">
              <a:solidFill>
                <a:srgbClr val="20282F"/>
              </a:solidFill>
            </a:rPr>
            <a:t>treating them as one single issue</a:t>
          </a:r>
        </a:p>
      </dsp:txBody>
      <dsp:txXfrm>
        <a:off x="0" y="2583357"/>
        <a:ext cx="5568951" cy="778050"/>
      </dsp:txXfrm>
    </dsp:sp>
    <dsp:sp modelId="{85FAB8B1-7DF1-4DAB-A083-9F7292F53AB8}">
      <dsp:nvSpPr>
        <dsp:cNvPr id="0" name=""/>
        <dsp:cNvSpPr/>
      </dsp:nvSpPr>
      <dsp:spPr>
        <a:xfrm>
          <a:off x="278447" y="2391477"/>
          <a:ext cx="3898265"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7345" tIns="0" rIns="147345" bIns="0" numCol="1" spcCol="1270" anchor="ctr" anchorCtr="0">
          <a:noAutofit/>
        </a:bodyPr>
        <a:lstStyle/>
        <a:p>
          <a:pPr marL="0" lvl="0" indent="0" algn="l" defTabSz="577850">
            <a:lnSpc>
              <a:spcPct val="90000"/>
            </a:lnSpc>
            <a:spcBef>
              <a:spcPct val="0"/>
            </a:spcBef>
            <a:spcAft>
              <a:spcPct val="35000"/>
            </a:spcAft>
            <a:buNone/>
          </a:pPr>
          <a:r>
            <a:rPr lang="en-US" sz="1300" kern="1200"/>
            <a:t>Approach problems individually</a:t>
          </a:r>
        </a:p>
      </dsp:txBody>
      <dsp:txXfrm>
        <a:off x="297181" y="2410211"/>
        <a:ext cx="3860797" cy="34629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CA505-64A9-472A-81C9-8243494D0D9F}">
      <dsp:nvSpPr>
        <dsp:cNvPr id="0" name=""/>
        <dsp:cNvSpPr/>
      </dsp:nvSpPr>
      <dsp:spPr>
        <a:xfrm>
          <a:off x="0" y="311487"/>
          <a:ext cx="3886200" cy="15797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1612" tIns="354076" rIns="301612"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solidFill>
                <a:srgbClr val="20282F"/>
              </a:solidFill>
            </a:rPr>
            <a:t>Question the obvious </a:t>
          </a:r>
        </a:p>
        <a:p>
          <a:pPr marL="171450" lvl="1" indent="-171450" algn="l" defTabSz="755650">
            <a:lnSpc>
              <a:spcPct val="90000"/>
            </a:lnSpc>
            <a:spcBef>
              <a:spcPct val="0"/>
            </a:spcBef>
            <a:spcAft>
              <a:spcPct val="15000"/>
            </a:spcAft>
            <a:buChar char="•"/>
          </a:pPr>
          <a:r>
            <a:rPr lang="en-US" sz="1700" kern="1200">
              <a:solidFill>
                <a:srgbClr val="20282F"/>
              </a:solidFill>
            </a:rPr>
            <a:t>Methodically prove the functionality of each component</a:t>
          </a:r>
        </a:p>
      </dsp:txBody>
      <dsp:txXfrm>
        <a:off x="0" y="311487"/>
        <a:ext cx="3886200" cy="1579725"/>
      </dsp:txXfrm>
    </dsp:sp>
    <dsp:sp modelId="{7C6D55AC-6474-4395-8616-5236DEFE739B}">
      <dsp:nvSpPr>
        <dsp:cNvPr id="0" name=""/>
        <dsp:cNvSpPr/>
      </dsp:nvSpPr>
      <dsp:spPr>
        <a:xfrm>
          <a:off x="194310" y="60567"/>
          <a:ext cx="272034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755650">
            <a:lnSpc>
              <a:spcPct val="90000"/>
            </a:lnSpc>
            <a:spcBef>
              <a:spcPct val="0"/>
            </a:spcBef>
            <a:spcAft>
              <a:spcPct val="35000"/>
            </a:spcAft>
            <a:buNone/>
          </a:pPr>
          <a:r>
            <a:rPr lang="en-US" sz="1700" kern="1200"/>
            <a:t>Troubleshooting styles </a:t>
          </a:r>
        </a:p>
      </dsp:txBody>
      <dsp:txXfrm>
        <a:off x="218808" y="85065"/>
        <a:ext cx="2671344" cy="452844"/>
      </dsp:txXfrm>
    </dsp:sp>
    <dsp:sp modelId="{2D974D0E-6131-4630-9A48-F9D9299078FB}">
      <dsp:nvSpPr>
        <dsp:cNvPr id="0" name=""/>
        <dsp:cNvSpPr/>
      </dsp:nvSpPr>
      <dsp:spPr>
        <a:xfrm>
          <a:off x="0" y="2233932"/>
          <a:ext cx="3886200" cy="1071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1612" tIns="354076" rIns="301612"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solidFill>
                <a:srgbClr val="20282F"/>
              </a:solidFill>
            </a:rPr>
            <a:t>Top-down approach </a:t>
          </a:r>
        </a:p>
        <a:p>
          <a:pPr marL="171450" lvl="1" indent="-171450" algn="l" defTabSz="755650">
            <a:lnSpc>
              <a:spcPct val="90000"/>
            </a:lnSpc>
            <a:spcBef>
              <a:spcPct val="0"/>
            </a:spcBef>
            <a:spcAft>
              <a:spcPct val="15000"/>
            </a:spcAft>
            <a:buChar char="•"/>
          </a:pPr>
          <a:r>
            <a:rPr lang="en-US" sz="1700" kern="1200">
              <a:solidFill>
                <a:srgbClr val="20282F"/>
              </a:solidFill>
            </a:rPr>
            <a:t>Bottom-up approach </a:t>
          </a:r>
        </a:p>
      </dsp:txBody>
      <dsp:txXfrm>
        <a:off x="0" y="2233932"/>
        <a:ext cx="3886200" cy="1071000"/>
      </dsp:txXfrm>
    </dsp:sp>
    <dsp:sp modelId="{68696585-BCA3-4922-8CD5-32D3C2581A09}">
      <dsp:nvSpPr>
        <dsp:cNvPr id="0" name=""/>
        <dsp:cNvSpPr/>
      </dsp:nvSpPr>
      <dsp:spPr>
        <a:xfrm>
          <a:off x="194310" y="1983012"/>
          <a:ext cx="272034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755650">
            <a:lnSpc>
              <a:spcPct val="90000"/>
            </a:lnSpc>
            <a:spcBef>
              <a:spcPct val="0"/>
            </a:spcBef>
            <a:spcAft>
              <a:spcPct val="35000"/>
            </a:spcAft>
            <a:buNone/>
          </a:pPr>
          <a:r>
            <a:rPr lang="en-US" sz="1700" kern="1200"/>
            <a:t>OSI Model Approach</a:t>
          </a:r>
        </a:p>
      </dsp:txBody>
      <dsp:txXfrm>
        <a:off x="218808" y="2007510"/>
        <a:ext cx="2671344" cy="45284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CA505-64A9-472A-81C9-8243494D0D9F}">
      <dsp:nvSpPr>
        <dsp:cNvPr id="0" name=""/>
        <dsp:cNvSpPr/>
      </dsp:nvSpPr>
      <dsp:spPr>
        <a:xfrm>
          <a:off x="0" y="425562"/>
          <a:ext cx="5145617" cy="945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9357" tIns="312420" rIns="39935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solidFill>
                <a:srgbClr val="20282F"/>
              </a:solidFill>
            </a:rPr>
            <a:t>Use one or more method-based approaches </a:t>
          </a:r>
        </a:p>
        <a:p>
          <a:pPr marL="114300" lvl="1" indent="-114300" algn="l" defTabSz="666750">
            <a:lnSpc>
              <a:spcPct val="90000"/>
            </a:lnSpc>
            <a:spcBef>
              <a:spcPct val="0"/>
            </a:spcBef>
            <a:spcAft>
              <a:spcPct val="15000"/>
            </a:spcAft>
            <a:buChar char="•"/>
          </a:pPr>
          <a:r>
            <a:rPr lang="en-US" sz="1500" kern="1200">
              <a:solidFill>
                <a:srgbClr val="20282F"/>
              </a:solidFill>
            </a:rPr>
            <a:t>Don’t jump to conclusions </a:t>
          </a:r>
        </a:p>
      </dsp:txBody>
      <dsp:txXfrm>
        <a:off x="0" y="425562"/>
        <a:ext cx="5145617" cy="945000"/>
      </dsp:txXfrm>
    </dsp:sp>
    <dsp:sp modelId="{7C6D55AC-6474-4395-8616-5236DEFE739B}">
      <dsp:nvSpPr>
        <dsp:cNvPr id="0" name=""/>
        <dsp:cNvSpPr/>
      </dsp:nvSpPr>
      <dsp:spPr>
        <a:xfrm>
          <a:off x="257280" y="204162"/>
          <a:ext cx="3601931"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6144" tIns="0" rIns="136144" bIns="0" numCol="1" spcCol="1270" anchor="ctr" anchorCtr="0">
          <a:noAutofit/>
        </a:bodyPr>
        <a:lstStyle/>
        <a:p>
          <a:pPr marL="0" lvl="0" indent="0" algn="l" defTabSz="666750">
            <a:lnSpc>
              <a:spcPct val="90000"/>
            </a:lnSpc>
            <a:spcBef>
              <a:spcPct val="0"/>
            </a:spcBef>
            <a:spcAft>
              <a:spcPct val="35000"/>
            </a:spcAft>
            <a:buNone/>
          </a:pPr>
          <a:r>
            <a:rPr lang="en-US" sz="1500" kern="1200"/>
            <a:t>Prove or Disprove the Theory</a:t>
          </a:r>
        </a:p>
      </dsp:txBody>
      <dsp:txXfrm>
        <a:off x="278896" y="225778"/>
        <a:ext cx="3558699" cy="399568"/>
      </dsp:txXfrm>
    </dsp:sp>
    <dsp:sp modelId="{2D974D0E-6131-4630-9A48-F9D9299078FB}">
      <dsp:nvSpPr>
        <dsp:cNvPr id="0" name=""/>
        <dsp:cNvSpPr/>
      </dsp:nvSpPr>
      <dsp:spPr>
        <a:xfrm>
          <a:off x="0" y="1672962"/>
          <a:ext cx="5145617" cy="14883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9357" tIns="312420" rIns="399357"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solidFill>
                <a:srgbClr val="20282F"/>
              </a:solidFill>
            </a:rPr>
            <a:t>Problem is beyond your knowledge or ability </a:t>
          </a:r>
        </a:p>
        <a:p>
          <a:pPr marL="114300" lvl="1" indent="-114300" algn="l" defTabSz="666750">
            <a:lnSpc>
              <a:spcPct val="90000"/>
            </a:lnSpc>
            <a:spcBef>
              <a:spcPct val="0"/>
            </a:spcBef>
            <a:spcAft>
              <a:spcPct val="15000"/>
            </a:spcAft>
            <a:buChar char="•"/>
          </a:pPr>
          <a:r>
            <a:rPr lang="en-US" sz="1500" kern="1200">
              <a:solidFill>
                <a:srgbClr val="20282F"/>
              </a:solidFill>
            </a:rPr>
            <a:t>Problem falls under a system warranty </a:t>
          </a:r>
        </a:p>
        <a:p>
          <a:pPr marL="114300" lvl="1" indent="-114300" algn="l" defTabSz="666750">
            <a:lnSpc>
              <a:spcPct val="90000"/>
            </a:lnSpc>
            <a:spcBef>
              <a:spcPct val="0"/>
            </a:spcBef>
            <a:spcAft>
              <a:spcPct val="15000"/>
            </a:spcAft>
            <a:buChar char="•"/>
          </a:pPr>
          <a:r>
            <a:rPr lang="en-US" sz="1500" kern="1200">
              <a:solidFill>
                <a:srgbClr val="20282F"/>
              </a:solidFill>
            </a:rPr>
            <a:t>Scope of the problem is very large </a:t>
          </a:r>
        </a:p>
        <a:p>
          <a:pPr marL="114300" lvl="1" indent="-114300" algn="l" defTabSz="666750">
            <a:lnSpc>
              <a:spcPct val="90000"/>
            </a:lnSpc>
            <a:spcBef>
              <a:spcPct val="0"/>
            </a:spcBef>
            <a:spcAft>
              <a:spcPct val="15000"/>
            </a:spcAft>
            <a:buChar char="•"/>
          </a:pPr>
          <a:r>
            <a:rPr lang="en-US" sz="1500" kern="1200">
              <a:solidFill>
                <a:srgbClr val="20282F"/>
              </a:solidFill>
            </a:rPr>
            <a:t>Customer is difficult or abusive</a:t>
          </a:r>
        </a:p>
      </dsp:txBody>
      <dsp:txXfrm>
        <a:off x="0" y="1672962"/>
        <a:ext cx="5145617" cy="1488375"/>
      </dsp:txXfrm>
    </dsp:sp>
    <dsp:sp modelId="{68696585-BCA3-4922-8CD5-32D3C2581A09}">
      <dsp:nvSpPr>
        <dsp:cNvPr id="0" name=""/>
        <dsp:cNvSpPr/>
      </dsp:nvSpPr>
      <dsp:spPr>
        <a:xfrm>
          <a:off x="257280" y="1451562"/>
          <a:ext cx="3601931"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6144" tIns="0" rIns="136144" bIns="0" numCol="1" spcCol="1270" anchor="ctr" anchorCtr="0">
          <a:noAutofit/>
        </a:bodyPr>
        <a:lstStyle/>
        <a:p>
          <a:pPr marL="0" lvl="0" indent="0" algn="l" defTabSz="666750">
            <a:lnSpc>
              <a:spcPct val="90000"/>
            </a:lnSpc>
            <a:spcBef>
              <a:spcPct val="0"/>
            </a:spcBef>
            <a:spcAft>
              <a:spcPct val="35000"/>
            </a:spcAft>
            <a:buNone/>
          </a:pPr>
          <a:r>
            <a:rPr lang="en-US" sz="1500" kern="1200"/>
            <a:t>Escalation </a:t>
          </a:r>
        </a:p>
      </dsp:txBody>
      <dsp:txXfrm>
        <a:off x="278896" y="1473178"/>
        <a:ext cx="3558699" cy="39956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CA505-64A9-472A-81C9-8243494D0D9F}">
      <dsp:nvSpPr>
        <dsp:cNvPr id="0" name=""/>
        <dsp:cNvSpPr/>
      </dsp:nvSpPr>
      <dsp:spPr>
        <a:xfrm>
          <a:off x="0" y="304093"/>
          <a:ext cx="5237313" cy="819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74" tIns="270764" rIns="406474"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solidFill>
                <a:srgbClr val="20282F"/>
              </a:solidFill>
            </a:rPr>
            <a:t>Implement fixes</a:t>
          </a:r>
        </a:p>
        <a:p>
          <a:pPr marL="114300" lvl="1" indent="-114300" algn="l" defTabSz="577850">
            <a:lnSpc>
              <a:spcPct val="90000"/>
            </a:lnSpc>
            <a:spcBef>
              <a:spcPct val="0"/>
            </a:spcBef>
            <a:spcAft>
              <a:spcPct val="15000"/>
            </a:spcAft>
            <a:buChar char="•"/>
          </a:pPr>
          <a:r>
            <a:rPr lang="en-US" sz="1300" kern="1200">
              <a:solidFill>
                <a:srgbClr val="20282F"/>
              </a:solidFill>
            </a:rPr>
            <a:t>Escalate if higher authorization is needed</a:t>
          </a:r>
        </a:p>
      </dsp:txBody>
      <dsp:txXfrm>
        <a:off x="0" y="304093"/>
        <a:ext cx="5237313" cy="819000"/>
      </dsp:txXfrm>
    </dsp:sp>
    <dsp:sp modelId="{7C6D55AC-6474-4395-8616-5236DEFE739B}">
      <dsp:nvSpPr>
        <dsp:cNvPr id="0" name=""/>
        <dsp:cNvSpPr/>
      </dsp:nvSpPr>
      <dsp:spPr>
        <a:xfrm>
          <a:off x="261865" y="112213"/>
          <a:ext cx="3666119"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571" tIns="0" rIns="138571" bIns="0" numCol="1" spcCol="1270" anchor="ctr" anchorCtr="0">
          <a:noAutofit/>
        </a:bodyPr>
        <a:lstStyle/>
        <a:p>
          <a:pPr marL="0" lvl="0" indent="0" algn="l" defTabSz="577850">
            <a:lnSpc>
              <a:spcPct val="90000"/>
            </a:lnSpc>
            <a:spcBef>
              <a:spcPct val="0"/>
            </a:spcBef>
            <a:spcAft>
              <a:spcPct val="35000"/>
            </a:spcAft>
            <a:buNone/>
          </a:pPr>
          <a:r>
            <a:rPr lang="en-US" sz="1300" kern="1200"/>
            <a:t>Implement changes </a:t>
          </a:r>
        </a:p>
      </dsp:txBody>
      <dsp:txXfrm>
        <a:off x="280599" y="130947"/>
        <a:ext cx="3628651" cy="346292"/>
      </dsp:txXfrm>
    </dsp:sp>
    <dsp:sp modelId="{B9624B3E-7FF0-4536-8F17-8C217A134050}">
      <dsp:nvSpPr>
        <dsp:cNvPr id="0" name=""/>
        <dsp:cNvSpPr/>
      </dsp:nvSpPr>
      <dsp:spPr>
        <a:xfrm>
          <a:off x="0" y="1385173"/>
          <a:ext cx="5237313" cy="819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74" tIns="270764" rIns="406474"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solidFill>
                <a:srgbClr val="20282F"/>
              </a:solidFill>
            </a:rPr>
            <a:t>Make sure the system seems to work for you </a:t>
          </a:r>
        </a:p>
        <a:p>
          <a:pPr marL="114300" lvl="1" indent="-114300" algn="l" defTabSz="577850">
            <a:lnSpc>
              <a:spcPct val="90000"/>
            </a:lnSpc>
            <a:spcBef>
              <a:spcPct val="0"/>
            </a:spcBef>
            <a:spcAft>
              <a:spcPct val="15000"/>
            </a:spcAft>
            <a:buChar char="•"/>
          </a:pPr>
          <a:r>
            <a:rPr lang="en-US" sz="1300" kern="1200">
              <a:solidFill>
                <a:srgbClr val="20282F"/>
              </a:solidFill>
            </a:rPr>
            <a:t>Make sure the system seems to work for customer</a:t>
          </a:r>
        </a:p>
      </dsp:txBody>
      <dsp:txXfrm>
        <a:off x="0" y="1385173"/>
        <a:ext cx="5237313" cy="819000"/>
      </dsp:txXfrm>
    </dsp:sp>
    <dsp:sp modelId="{D97BB809-3CDE-4085-9DC5-B318F1AF92D7}">
      <dsp:nvSpPr>
        <dsp:cNvPr id="0" name=""/>
        <dsp:cNvSpPr/>
      </dsp:nvSpPr>
      <dsp:spPr>
        <a:xfrm>
          <a:off x="261865" y="1193293"/>
          <a:ext cx="3666119"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571" tIns="0" rIns="138571" bIns="0" numCol="1" spcCol="1270" anchor="ctr" anchorCtr="0">
          <a:noAutofit/>
        </a:bodyPr>
        <a:lstStyle/>
        <a:p>
          <a:pPr marL="0" lvl="0" indent="0" algn="l" defTabSz="577850">
            <a:lnSpc>
              <a:spcPct val="90000"/>
            </a:lnSpc>
            <a:spcBef>
              <a:spcPct val="0"/>
            </a:spcBef>
            <a:spcAft>
              <a:spcPct val="35000"/>
            </a:spcAft>
            <a:buNone/>
          </a:pPr>
          <a:r>
            <a:rPr lang="en-US" sz="1300" kern="1200"/>
            <a:t>Verify the solution </a:t>
          </a:r>
        </a:p>
      </dsp:txBody>
      <dsp:txXfrm>
        <a:off x="280599" y="1212027"/>
        <a:ext cx="3628651" cy="346292"/>
      </dsp:txXfrm>
    </dsp:sp>
    <dsp:sp modelId="{74F78476-DDEE-4289-8665-CC71C1CE3474}">
      <dsp:nvSpPr>
        <dsp:cNvPr id="0" name=""/>
        <dsp:cNvSpPr/>
      </dsp:nvSpPr>
      <dsp:spPr>
        <a:xfrm>
          <a:off x="0" y="2466254"/>
          <a:ext cx="5237313" cy="819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74" tIns="270764" rIns="406474"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solidFill>
                <a:srgbClr val="20282F"/>
              </a:solidFill>
            </a:rPr>
            <a:t>Document findings, actions, and outcomes </a:t>
          </a:r>
        </a:p>
        <a:p>
          <a:pPr marL="114300" lvl="1" indent="-114300" algn="l" defTabSz="577850">
            <a:lnSpc>
              <a:spcPct val="90000"/>
            </a:lnSpc>
            <a:spcBef>
              <a:spcPct val="0"/>
            </a:spcBef>
            <a:spcAft>
              <a:spcPct val="15000"/>
            </a:spcAft>
            <a:buChar char="•"/>
          </a:pPr>
          <a:r>
            <a:rPr lang="en-US" sz="1300" kern="1200">
              <a:solidFill>
                <a:srgbClr val="20282F"/>
              </a:solidFill>
            </a:rPr>
            <a:t>Logs are useful for future troubleshooting</a:t>
          </a:r>
        </a:p>
      </dsp:txBody>
      <dsp:txXfrm>
        <a:off x="0" y="2466254"/>
        <a:ext cx="5237313" cy="819000"/>
      </dsp:txXfrm>
    </dsp:sp>
    <dsp:sp modelId="{3A360CAC-C82C-4238-B327-B8856A814334}">
      <dsp:nvSpPr>
        <dsp:cNvPr id="0" name=""/>
        <dsp:cNvSpPr/>
      </dsp:nvSpPr>
      <dsp:spPr>
        <a:xfrm>
          <a:off x="261865" y="2274374"/>
          <a:ext cx="3666119"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571" tIns="0" rIns="138571" bIns="0" numCol="1" spcCol="1270" anchor="ctr" anchorCtr="0">
          <a:noAutofit/>
        </a:bodyPr>
        <a:lstStyle/>
        <a:p>
          <a:pPr marL="0" lvl="0" indent="0" algn="l" defTabSz="577850">
            <a:lnSpc>
              <a:spcPct val="90000"/>
            </a:lnSpc>
            <a:spcBef>
              <a:spcPct val="0"/>
            </a:spcBef>
            <a:spcAft>
              <a:spcPct val="35000"/>
            </a:spcAft>
            <a:buNone/>
          </a:pPr>
          <a:r>
            <a:rPr lang="en-US" sz="1300" kern="1200"/>
            <a:t>Document </a:t>
          </a:r>
        </a:p>
      </dsp:txBody>
      <dsp:txXfrm>
        <a:off x="280599" y="2293108"/>
        <a:ext cx="3628651" cy="34629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974356-09B8-4C02-B3DD-28683A59AAF7}">
      <dsp:nvSpPr>
        <dsp:cNvPr id="0" name=""/>
        <dsp:cNvSpPr/>
      </dsp:nvSpPr>
      <dsp:spPr>
        <a:xfrm>
          <a:off x="2282" y="374073"/>
          <a:ext cx="864211" cy="10015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Identify the problem</a:t>
          </a:r>
        </a:p>
      </dsp:txBody>
      <dsp:txXfrm>
        <a:off x="27594" y="399385"/>
        <a:ext cx="813587" cy="950888"/>
      </dsp:txXfrm>
    </dsp:sp>
    <dsp:sp modelId="{BCD7DDF6-A5D6-4202-848C-AED3C4CF7A19}">
      <dsp:nvSpPr>
        <dsp:cNvPr id="0" name=""/>
        <dsp:cNvSpPr/>
      </dsp:nvSpPr>
      <dsp:spPr>
        <a:xfrm>
          <a:off x="952914" y="767667"/>
          <a:ext cx="183212" cy="214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952914" y="810532"/>
        <a:ext cx="128248" cy="128594"/>
      </dsp:txXfrm>
    </dsp:sp>
    <dsp:sp modelId="{07D2FB6F-33BA-45F8-95D2-C1A10734F894}">
      <dsp:nvSpPr>
        <dsp:cNvPr id="0" name=""/>
        <dsp:cNvSpPr/>
      </dsp:nvSpPr>
      <dsp:spPr>
        <a:xfrm>
          <a:off x="1212177" y="374073"/>
          <a:ext cx="864211" cy="10015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Establish a theory of probable cause</a:t>
          </a:r>
        </a:p>
      </dsp:txBody>
      <dsp:txXfrm>
        <a:off x="1237489" y="399385"/>
        <a:ext cx="813587" cy="950888"/>
      </dsp:txXfrm>
    </dsp:sp>
    <dsp:sp modelId="{0A6E48BD-F102-407E-960B-2836DE24D8BC}">
      <dsp:nvSpPr>
        <dsp:cNvPr id="0" name=""/>
        <dsp:cNvSpPr/>
      </dsp:nvSpPr>
      <dsp:spPr>
        <a:xfrm>
          <a:off x="2162810" y="767667"/>
          <a:ext cx="183212" cy="214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162810" y="810532"/>
        <a:ext cx="128248" cy="128594"/>
      </dsp:txXfrm>
    </dsp:sp>
    <dsp:sp modelId="{5EC677FE-7F4B-4DD9-929B-90198E09FB10}">
      <dsp:nvSpPr>
        <dsp:cNvPr id="0" name=""/>
        <dsp:cNvSpPr/>
      </dsp:nvSpPr>
      <dsp:spPr>
        <a:xfrm>
          <a:off x="2422073" y="374073"/>
          <a:ext cx="864211" cy="10015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Test the theory to determine cause </a:t>
          </a:r>
        </a:p>
      </dsp:txBody>
      <dsp:txXfrm>
        <a:off x="2447385" y="399385"/>
        <a:ext cx="813587" cy="950888"/>
      </dsp:txXfrm>
    </dsp:sp>
    <dsp:sp modelId="{9C1FBAAB-0435-494A-9CDB-EF21E3B8E716}">
      <dsp:nvSpPr>
        <dsp:cNvPr id="0" name=""/>
        <dsp:cNvSpPr/>
      </dsp:nvSpPr>
      <dsp:spPr>
        <a:xfrm>
          <a:off x="3372705" y="767667"/>
          <a:ext cx="183212" cy="214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372705" y="810532"/>
        <a:ext cx="128248" cy="128594"/>
      </dsp:txXfrm>
    </dsp:sp>
    <dsp:sp modelId="{68F0527D-F1C2-4E7C-97B7-002D4F77B436}">
      <dsp:nvSpPr>
        <dsp:cNvPr id="0" name=""/>
        <dsp:cNvSpPr/>
      </dsp:nvSpPr>
      <dsp:spPr>
        <a:xfrm>
          <a:off x="3631969" y="374073"/>
          <a:ext cx="864211" cy="10015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Establish a plan of action</a:t>
          </a:r>
        </a:p>
      </dsp:txBody>
      <dsp:txXfrm>
        <a:off x="3657281" y="399385"/>
        <a:ext cx="813587" cy="950888"/>
      </dsp:txXfrm>
    </dsp:sp>
    <dsp:sp modelId="{5FE40318-CB5A-4D32-8E79-B2D42426B664}">
      <dsp:nvSpPr>
        <dsp:cNvPr id="0" name=""/>
        <dsp:cNvSpPr/>
      </dsp:nvSpPr>
      <dsp:spPr>
        <a:xfrm>
          <a:off x="4582601" y="767667"/>
          <a:ext cx="183212" cy="214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582601" y="810532"/>
        <a:ext cx="128248" cy="128594"/>
      </dsp:txXfrm>
    </dsp:sp>
    <dsp:sp modelId="{0B412B03-857B-426E-9D1F-253E0200E22F}">
      <dsp:nvSpPr>
        <dsp:cNvPr id="0" name=""/>
        <dsp:cNvSpPr/>
      </dsp:nvSpPr>
      <dsp:spPr>
        <a:xfrm>
          <a:off x="4841865" y="374073"/>
          <a:ext cx="864211" cy="10015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Implement the solution</a:t>
          </a:r>
        </a:p>
      </dsp:txBody>
      <dsp:txXfrm>
        <a:off x="4867177" y="399385"/>
        <a:ext cx="813587" cy="950888"/>
      </dsp:txXfrm>
    </dsp:sp>
    <dsp:sp modelId="{0BE8FD32-C82D-4B3C-9470-BAA2A7837A6F}">
      <dsp:nvSpPr>
        <dsp:cNvPr id="0" name=""/>
        <dsp:cNvSpPr/>
      </dsp:nvSpPr>
      <dsp:spPr>
        <a:xfrm>
          <a:off x="5792497" y="767667"/>
          <a:ext cx="183212" cy="214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5792497" y="810532"/>
        <a:ext cx="128248" cy="128594"/>
      </dsp:txXfrm>
    </dsp:sp>
    <dsp:sp modelId="{CF76F4CE-D759-4333-A1D0-8271512B91B7}">
      <dsp:nvSpPr>
        <dsp:cNvPr id="0" name=""/>
        <dsp:cNvSpPr/>
      </dsp:nvSpPr>
      <dsp:spPr>
        <a:xfrm>
          <a:off x="6051760" y="374073"/>
          <a:ext cx="864211" cy="10015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Verify the solution </a:t>
          </a:r>
        </a:p>
      </dsp:txBody>
      <dsp:txXfrm>
        <a:off x="6077072" y="399385"/>
        <a:ext cx="813587" cy="950888"/>
      </dsp:txXfrm>
    </dsp:sp>
    <dsp:sp modelId="{98D30E1B-94BF-47F5-B462-0D656511D9E7}">
      <dsp:nvSpPr>
        <dsp:cNvPr id="0" name=""/>
        <dsp:cNvSpPr/>
      </dsp:nvSpPr>
      <dsp:spPr>
        <a:xfrm>
          <a:off x="7002393" y="767667"/>
          <a:ext cx="183212" cy="2143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7002393" y="810532"/>
        <a:ext cx="128248" cy="128594"/>
      </dsp:txXfrm>
    </dsp:sp>
    <dsp:sp modelId="{932C76A2-8B3E-4EF7-8FEA-56938C6C708F}">
      <dsp:nvSpPr>
        <dsp:cNvPr id="0" name=""/>
        <dsp:cNvSpPr/>
      </dsp:nvSpPr>
      <dsp:spPr>
        <a:xfrm>
          <a:off x="7261656" y="374073"/>
          <a:ext cx="864211" cy="10015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Document findings, actions, and outcomes</a:t>
          </a:r>
        </a:p>
      </dsp:txBody>
      <dsp:txXfrm>
        <a:off x="7286968" y="399385"/>
        <a:ext cx="813587" cy="95088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664CF5-B977-BFF1-9097-2EF5A48FF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1ED517A-6E36-8F40-7037-3E5D9E3E67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6B64F8-5C2C-4F29-B303-F399887BD256}" type="datetimeFigureOut">
              <a:rPr lang="en-US" smtClean="0"/>
              <a:t>8/17/2025</a:t>
            </a:fld>
            <a:endParaRPr lang="en-US"/>
          </a:p>
        </p:txBody>
      </p:sp>
      <p:sp>
        <p:nvSpPr>
          <p:cNvPr id="4" name="Footer Placeholder 3">
            <a:extLst>
              <a:ext uri="{FF2B5EF4-FFF2-40B4-BE49-F238E27FC236}">
                <a16:creationId xmlns:a16="http://schemas.microsoft.com/office/drawing/2014/main" id="{1CC002D8-646B-9D97-D45F-99CE31C206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2E5F993-5C24-0B8C-258C-C9F01125DA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417901-CBF2-4A23-AAFA-F8975FC9CF90}" type="slidenum">
              <a:rPr lang="en-US" smtClean="0"/>
              <a:t>‹#›</a:t>
            </a:fld>
            <a:endParaRPr lang="en-US"/>
          </a:p>
        </p:txBody>
      </p:sp>
    </p:spTree>
    <p:extLst>
      <p:ext uri="{BB962C8B-B14F-4D97-AF65-F5344CB8AC3E}">
        <p14:creationId xmlns:p14="http://schemas.microsoft.com/office/powerpoint/2010/main" val="168789828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0AA9D-B8AA-4E3D-B10A-A871A76066C4}" type="datetimeFigureOut">
              <a:rPr lang="en-US" smtClean="0"/>
              <a:t>8/17/2025</a:t>
            </a:fld>
            <a:endParaRPr lang="en-US"/>
          </a:p>
        </p:txBody>
      </p:sp>
      <p:sp>
        <p:nvSpPr>
          <p:cNvPr id="4" name="Slide Image Placeholder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r>
              <a:rPr lang="en-US"/>
              <a:t>​Copyright © 2024 The Computing Technology Industry Association, 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C1154-15AF-4CEB-AEC9-7A3CFB195EFA}" type="slidenum">
              <a:rPr lang="en-US" smtClean="0"/>
              <a:t>‹#›</a:t>
            </a:fld>
            <a:endParaRPr lang="en-US"/>
          </a:p>
        </p:txBody>
      </p:sp>
    </p:spTree>
    <p:extLst>
      <p:ext uri="{BB962C8B-B14F-4D97-AF65-F5344CB8AC3E}">
        <p14:creationId xmlns:p14="http://schemas.microsoft.com/office/powerpoint/2010/main" val="1461633394"/>
      </p:ext>
    </p:extLst>
  </p:cSld>
  <p:clrMap bg1="lt1" tx1="dk1" bg2="lt2" tx2="dk2" accent1="accent1" accent2="accent2" accent3="accent3" accent4="accent4" accent5="accent5" accent6="accent6" hlink="hlink" folHlink="folHlink"/>
  <p:hf hdr="0" dt="0"/>
  <p:notesStyle>
    <a:lvl1pPr marL="0" algn="l" defTabSz="685526" rtl="0" eaLnBrk="1" latinLnBrk="0" hangingPunct="1">
      <a:defRPr sz="900" kern="1200">
        <a:solidFill>
          <a:schemeClr val="tx1"/>
        </a:solidFill>
        <a:latin typeface="+mn-lt"/>
        <a:ea typeface="+mn-ea"/>
        <a:cs typeface="+mn-cs"/>
      </a:defRPr>
    </a:lvl1pPr>
    <a:lvl2pPr marL="342763" algn="l" defTabSz="685526" rtl="0" eaLnBrk="1" latinLnBrk="0" hangingPunct="1">
      <a:defRPr sz="900" kern="1200">
        <a:solidFill>
          <a:schemeClr val="tx1"/>
        </a:solidFill>
        <a:latin typeface="+mn-lt"/>
        <a:ea typeface="+mn-ea"/>
        <a:cs typeface="+mn-cs"/>
      </a:defRPr>
    </a:lvl2pPr>
    <a:lvl3pPr marL="685526" algn="l" defTabSz="685526" rtl="0" eaLnBrk="1" latinLnBrk="0" hangingPunct="1">
      <a:defRPr sz="900" kern="1200">
        <a:solidFill>
          <a:schemeClr val="tx1"/>
        </a:solidFill>
        <a:latin typeface="+mn-lt"/>
        <a:ea typeface="+mn-ea"/>
        <a:cs typeface="+mn-cs"/>
      </a:defRPr>
    </a:lvl3pPr>
    <a:lvl4pPr marL="1028289" algn="l" defTabSz="685526" rtl="0" eaLnBrk="1" latinLnBrk="0" hangingPunct="1">
      <a:defRPr sz="900" kern="1200">
        <a:solidFill>
          <a:schemeClr val="tx1"/>
        </a:solidFill>
        <a:latin typeface="+mn-lt"/>
        <a:ea typeface="+mn-ea"/>
        <a:cs typeface="+mn-cs"/>
      </a:defRPr>
    </a:lvl4pPr>
    <a:lvl5pPr marL="1371051" algn="l" defTabSz="685526" rtl="0" eaLnBrk="1" latinLnBrk="0" hangingPunct="1">
      <a:defRPr sz="900" kern="1200">
        <a:solidFill>
          <a:schemeClr val="tx1"/>
        </a:solidFill>
        <a:latin typeface="+mn-lt"/>
        <a:ea typeface="+mn-ea"/>
        <a:cs typeface="+mn-cs"/>
      </a:defRPr>
    </a:lvl5pPr>
    <a:lvl6pPr marL="1713814" algn="l" defTabSz="685526" rtl="0" eaLnBrk="1" latinLnBrk="0" hangingPunct="1">
      <a:defRPr sz="900" kern="1200">
        <a:solidFill>
          <a:schemeClr val="tx1"/>
        </a:solidFill>
        <a:latin typeface="+mn-lt"/>
        <a:ea typeface="+mn-ea"/>
        <a:cs typeface="+mn-cs"/>
      </a:defRPr>
    </a:lvl6pPr>
    <a:lvl7pPr marL="2056577" algn="l" defTabSz="685526" rtl="0" eaLnBrk="1" latinLnBrk="0" hangingPunct="1">
      <a:defRPr sz="900" kern="1200">
        <a:solidFill>
          <a:schemeClr val="tx1"/>
        </a:solidFill>
        <a:latin typeface="+mn-lt"/>
        <a:ea typeface="+mn-ea"/>
        <a:cs typeface="+mn-cs"/>
      </a:defRPr>
    </a:lvl7pPr>
    <a:lvl8pPr marL="2399340" algn="l" defTabSz="685526" rtl="0" eaLnBrk="1" latinLnBrk="0" hangingPunct="1">
      <a:defRPr sz="900" kern="1200">
        <a:solidFill>
          <a:schemeClr val="tx1"/>
        </a:solidFill>
        <a:latin typeface="+mn-lt"/>
        <a:ea typeface="+mn-ea"/>
        <a:cs typeface="+mn-cs"/>
      </a:defRPr>
    </a:lvl8pPr>
    <a:lvl9pPr marL="2742103" algn="l" defTabSz="685526"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emulator.tp-link.com/Archer%20VR900(UN)1.0/index.htm"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b="0" i="0">
              <a:solidFill>
                <a:srgbClr val="FFFFFF"/>
              </a:solidFill>
              <a:effectLst/>
              <a:latin typeface="roboto" panose="02000000000000000000" pitchFamily="2" charset="0"/>
            </a:endParaRPr>
          </a:p>
          <a:p>
            <a:pPr marL="0" lvl="0" indent="0">
              <a:buFont typeface="Courier New" panose="02070309020205020404" pitchFamily="49" charset="0"/>
              <a:buNone/>
            </a:pPr>
            <a:endParaRPr lang="en-GB"/>
          </a:p>
        </p:txBody>
      </p:sp>
      <p:sp>
        <p:nvSpPr>
          <p:cNvPr id="4" name="Footer Placeholder 3">
            <a:extLst>
              <a:ext uri="{FF2B5EF4-FFF2-40B4-BE49-F238E27FC236}">
                <a16:creationId xmlns:a16="http://schemas.microsoft.com/office/drawing/2014/main" id="{12471DED-9A32-9E09-7020-A32CBA15E217}"/>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05B04C15-AB06-8B8E-A31D-3C2FC515BFC6}"/>
              </a:ext>
            </a:extLst>
          </p:cNvPr>
          <p:cNvSpPr>
            <a:spLocks noGrp="1"/>
          </p:cNvSpPr>
          <p:nvPr>
            <p:ph type="sldNum" sz="quarter" idx="5"/>
          </p:nvPr>
        </p:nvSpPr>
        <p:spPr/>
        <p:txBody>
          <a:bodyPr/>
          <a:lstStyle/>
          <a:p>
            <a:fld id="{64FC1154-15AF-4CEB-AEC9-7A3CFB195EFA}" type="slidenum">
              <a:rPr lang="en-US" smtClean="0"/>
              <a:t>1</a:t>
            </a:fld>
            <a:endParaRPr lang="en-US"/>
          </a:p>
        </p:txBody>
      </p:sp>
    </p:spTree>
    <p:extLst>
      <p:ext uri="{BB962C8B-B14F-4D97-AF65-F5344CB8AC3E}">
        <p14:creationId xmlns:p14="http://schemas.microsoft.com/office/powerpoint/2010/main" val="3537719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1143000"/>
            <a:ext cx="5489575" cy="3086100"/>
          </a:xfrm>
        </p:spPr>
      </p:sp>
      <p:sp>
        <p:nvSpPr>
          <p:cNvPr id="3" name="Notes Placeholder 2"/>
          <p:cNvSpPr>
            <a:spLocks noGrp="1"/>
          </p:cNvSpPr>
          <p:nvPr>
            <p:ph type="body" idx="1"/>
          </p:nvPr>
        </p:nvSpPr>
        <p:spPr/>
        <p:txBody>
          <a:bodyPr/>
          <a:lstStyle/>
          <a:p>
            <a:pPr indent="0">
              <a:buNone/>
            </a:pPr>
            <a:r>
              <a:rPr lang="en-US" b="1"/>
              <a:t>The learning objectives align with the following Exam Objectives for Module 1:</a:t>
            </a:r>
          </a:p>
          <a:p>
            <a:pPr marL="171450" indent="-171450">
              <a:buFont typeface="Arial" panose="020B0604020202020204" pitchFamily="34" charset="0"/>
              <a:buChar char="•"/>
            </a:pPr>
            <a:r>
              <a:rPr lang="en-US"/>
              <a:t>1.1 Explain concepts related to the Open Systems Interconnection (OSI) reference model.</a:t>
            </a:r>
          </a:p>
          <a:p>
            <a:pPr marL="171450" indent="-171450">
              <a:buFont typeface="Arial" panose="020B0604020202020204" pitchFamily="34" charset="0"/>
              <a:buChar char="•"/>
            </a:pPr>
            <a:r>
              <a:rPr lang="en-US"/>
              <a:t>1.2 Compare and contrast networking appliances, applications, and functions.</a:t>
            </a:r>
          </a:p>
          <a:p>
            <a:pPr marL="171450" indent="-171450">
              <a:buFont typeface="Arial" panose="020B0604020202020204" pitchFamily="34" charset="0"/>
              <a:buChar char="•"/>
            </a:pPr>
            <a:r>
              <a:rPr lang="en-US"/>
              <a:t>1.6 Compare and contrast network topologies, architectures, and types.</a:t>
            </a:r>
          </a:p>
          <a:p>
            <a:pPr marL="171450" indent="-171450">
              <a:buFont typeface="Arial" panose="020B0604020202020204" pitchFamily="34" charset="0"/>
              <a:buChar char="•"/>
            </a:pPr>
            <a:r>
              <a:rPr lang="en-US"/>
              <a:t>5.1 Explain the troubleshooting methodology.</a:t>
            </a:r>
          </a:p>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4D475287-3A7F-4B73-AE9A-3DD78FAB3CAE}" type="slidenum">
              <a:rPr lang="en-US" smtClean="0"/>
              <a:t>2</a:t>
            </a:fld>
            <a:endParaRPr lang="en-US"/>
          </a:p>
        </p:txBody>
      </p:sp>
      <p:sp>
        <p:nvSpPr>
          <p:cNvPr id="5" name="Footer Placeholder 4">
            <a:extLst>
              <a:ext uri="{FF2B5EF4-FFF2-40B4-BE49-F238E27FC236}">
                <a16:creationId xmlns:a16="http://schemas.microsoft.com/office/drawing/2014/main" id="{53D4C32F-DD7E-2607-57CF-6FD6D64B024C}"/>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427603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7938">
              <a:buNone/>
            </a:pPr>
            <a:r>
              <a:rPr lang="en-US" b="1"/>
              <a:t>Exam Objectives Covered</a:t>
            </a:r>
            <a:endParaRPr lang="en-US" b="0"/>
          </a:p>
          <a:p>
            <a:pPr marL="171450" indent="-171450">
              <a:buFont typeface="Arial" panose="020B0604020202020204" pitchFamily="34" charset="0"/>
              <a:buChar char="•"/>
            </a:pPr>
            <a:r>
              <a:rPr lang="en-US"/>
              <a:t>1.2 Compare and contrast networking appliances, applications, and functions.</a:t>
            </a:r>
          </a:p>
          <a:p>
            <a:pPr marL="171450" indent="-171450">
              <a:buFont typeface="Arial" panose="020B0604020202020204" pitchFamily="34" charset="0"/>
              <a:buChar char="•"/>
            </a:pPr>
            <a:r>
              <a:rPr lang="en-US"/>
              <a:t>1.6 Compare and contrast network topologies, architectures, and types.</a:t>
            </a:r>
          </a:p>
          <a:p>
            <a:endParaRPr lang="en-GB"/>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2A1EAE64-1F30-DCA5-BE7D-057D846331C3}"/>
              </a:ext>
            </a:extLst>
          </p:cNvPr>
          <p:cNvSpPr>
            <a:spLocks noGrp="1"/>
          </p:cNvSpPr>
          <p:nvPr>
            <p:ph type="sldNum" sz="quarter" idx="5"/>
          </p:nvPr>
        </p:nvSpPr>
        <p:spPr/>
        <p:txBody>
          <a:bodyPr/>
          <a:lstStyle/>
          <a:p>
            <a:fld id="{64FC1154-15AF-4CEB-AEC9-7A3CFB195EFA}" type="slidenum">
              <a:rPr lang="en-US" smtClean="0"/>
              <a:t>3</a:t>
            </a:fld>
            <a:endParaRPr lang="en-US"/>
          </a:p>
        </p:txBody>
      </p:sp>
    </p:spTree>
    <p:extLst>
      <p:ext uri="{BB962C8B-B14F-4D97-AF65-F5344CB8AC3E}">
        <p14:creationId xmlns:p14="http://schemas.microsoft.com/office/powerpoint/2010/main" val="8010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indent="0"/>
            <a:r>
              <a:rPr lang="en-US" b="1"/>
              <a:t>Suggested Discussion - Think About It</a:t>
            </a:r>
            <a:endParaRPr lang="en-US" b="0"/>
          </a:p>
          <a:p>
            <a:pPr marL="0" indent="0">
              <a:buFont typeface="Arial" panose="020B0604020202020204" pitchFamily="34" charset="0"/>
              <a:buNone/>
            </a:pPr>
            <a:endParaRPr lang="en-US" b="0"/>
          </a:p>
          <a:p>
            <a:pPr marL="0" indent="0">
              <a:buFont typeface="Arial" panose="020B0604020202020204" pitchFamily="34" charset="0"/>
              <a:buNone/>
            </a:pPr>
            <a:r>
              <a:rPr lang="en-US" b="0"/>
              <a:t>Strive to bring attention to the following: </a:t>
            </a:r>
          </a:p>
          <a:p>
            <a:pPr marL="171450" lvl="0" indent="-171450">
              <a:buFont typeface="Arial" panose="020B0604020202020204" pitchFamily="34" charset="0"/>
              <a:buChar char="•"/>
            </a:pPr>
            <a:r>
              <a:rPr lang="en-US"/>
              <a:t>Who is included in a social network? </a:t>
            </a:r>
          </a:p>
          <a:p>
            <a:pPr marL="171450" lvl="0" indent="-171450">
              <a:buFont typeface="Arial" panose="020B0604020202020204" pitchFamily="34" charset="0"/>
              <a:buChar char="•"/>
            </a:pPr>
            <a:r>
              <a:rPr lang="en-US"/>
              <a:t>What is the purpose of this network?</a:t>
            </a:r>
          </a:p>
          <a:p>
            <a:pPr marL="171450" lvl="0" indent="-171450">
              <a:buFont typeface="Arial" panose="020B0604020202020204" pitchFamily="34" charset="0"/>
              <a:buChar char="•"/>
            </a:pPr>
            <a:r>
              <a:rPr lang="en-US"/>
              <a:t>What services or benefits does this network provide? </a:t>
            </a:r>
          </a:p>
          <a:p>
            <a:pPr marL="514213" lvl="1" indent="-171450">
              <a:buFont typeface="Arial" panose="020B0604020202020204" pitchFamily="34" charset="0"/>
              <a:buChar char="•"/>
            </a:pPr>
            <a:endParaRPr lang="en-US" b="0"/>
          </a:p>
        </p:txBody>
      </p:sp>
      <p:sp>
        <p:nvSpPr>
          <p:cNvPr id="4" name="Slide Number Placeholder 3"/>
          <p:cNvSpPr>
            <a:spLocks noGrp="1"/>
          </p:cNvSpPr>
          <p:nvPr>
            <p:ph type="sldNum" sz="quarter" idx="5"/>
          </p:nvPr>
        </p:nvSpPr>
        <p:spPr/>
        <p:txBody>
          <a:bodyPr/>
          <a:lstStyle/>
          <a:p>
            <a:fld id="{64FC1154-15AF-4CEB-AEC9-7A3CFB195EFA}" type="slidenum">
              <a:rPr lang="en-US" smtClean="0"/>
              <a:t>4</a:t>
            </a:fld>
            <a:endParaRPr lang="en-US"/>
          </a:p>
        </p:txBody>
      </p:sp>
      <p:sp>
        <p:nvSpPr>
          <p:cNvPr id="5" name="Footer Placeholder 4">
            <a:extLst>
              <a:ext uri="{FF2B5EF4-FFF2-40B4-BE49-F238E27FC236}">
                <a16:creationId xmlns:a16="http://schemas.microsoft.com/office/drawing/2014/main" id="{F99C0AB1-C2AA-E2FA-3F00-EBC6DB7AFB7F}"/>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1046404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How are personal and IT networks similar?</a:t>
            </a:r>
          </a:p>
          <a:p>
            <a:pPr marL="171450" indent="-171450">
              <a:buFont typeface="Arial" panose="020B0604020202020204" pitchFamily="34" charset="0"/>
              <a:buChar char="•"/>
            </a:pPr>
            <a:r>
              <a:rPr lang="en-US" dirty="0"/>
              <a:t>People and Devices - Individuals in a personal network are equivalent to devices in an IT network. Both are the fundamental units.</a:t>
            </a:r>
          </a:p>
          <a:p>
            <a:pPr marL="171450" indent="-171450">
              <a:buFont typeface="Arial" panose="020B0604020202020204" pitchFamily="34" charset="0"/>
              <a:buChar char="•"/>
            </a:pPr>
            <a:r>
              <a:rPr lang="en-US" dirty="0"/>
              <a:t>Relationships and Connections - The bonds between people in a personal network mirror the connections (cables, wireless signals) between devices in an IT network.</a:t>
            </a:r>
          </a:p>
          <a:p>
            <a:pPr marL="171450" indent="-171450">
              <a:buFont typeface="Arial" panose="020B0604020202020204" pitchFamily="34" charset="0"/>
              <a:buChar char="•"/>
            </a:pPr>
            <a:r>
              <a:rPr lang="en-US" dirty="0"/>
              <a:t>Communication and Data Transfer - How information is exchanged between people (verbal, nonverbal, written) is similar to how data moves between devices (through networks).</a:t>
            </a:r>
          </a:p>
          <a:p>
            <a:pPr marL="171450" indent="-171450">
              <a:buFont typeface="Arial" panose="020B0604020202020204" pitchFamily="34" charset="0"/>
              <a:buChar char="•"/>
            </a:pPr>
            <a:r>
              <a:rPr lang="en-US" dirty="0"/>
              <a:t>Social Groups and Network Segments - Just as people form groups (families, friends, colleagues), devices are organized into networks or segments for efficient communication.</a:t>
            </a:r>
          </a:p>
          <a:p>
            <a:pPr marL="171450" indent="-171450">
              <a:buFont typeface="Arial" panose="020B0604020202020204" pitchFamily="34" charset="0"/>
              <a:buChar char="•"/>
            </a:pPr>
            <a:r>
              <a:rPr lang="en-US" dirty="0"/>
              <a:t>Influence and Network Topology - The way individuals influence others within a social group is comparable to how certain devices or nodes impact data flow within a network.</a:t>
            </a:r>
          </a:p>
          <a:p>
            <a:pPr marL="171450" indent="-171450">
              <a:buFont typeface="Arial" panose="020B0604020202020204" pitchFamily="34" charset="0"/>
              <a:buChar char="•"/>
            </a:pPr>
            <a:r>
              <a:rPr lang="en-US" dirty="0"/>
              <a:t>Trust and Security - Trust is essential for strong personal relationships, while security is paramount for protecting data and devices in IT networks.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Talking points:</a:t>
            </a:r>
          </a:p>
          <a:p>
            <a:pPr marL="171450" indent="-171450">
              <a:buFont typeface="Arial" panose="020B0604020202020204" pitchFamily="34" charset="0"/>
              <a:buChar char="•"/>
            </a:pPr>
            <a:r>
              <a:rPr lang="en-US" dirty="0"/>
              <a:t>Core Components: Both networks consist of entities (people or devices) and connections (relationships or links).</a:t>
            </a:r>
          </a:p>
          <a:p>
            <a:pPr marL="171450" indent="-171450">
              <a:buFont typeface="Arial" panose="020B0604020202020204" pitchFamily="34" charset="0"/>
              <a:buChar char="•"/>
            </a:pPr>
            <a:r>
              <a:rPr lang="en-US" dirty="0"/>
              <a:t>Information Exchange: The primary function of both is to facilitate the exchange of information (ideas or data).</a:t>
            </a:r>
          </a:p>
          <a:p>
            <a:pPr marL="171450" indent="-171450">
              <a:buFont typeface="Arial" panose="020B0604020202020204" pitchFamily="34" charset="0"/>
              <a:buChar char="•"/>
            </a:pPr>
            <a:r>
              <a:rPr lang="en-US" dirty="0"/>
              <a:t>Structure and Organization: Both networks have structures (social groups or network segments) that influence how information flows.</a:t>
            </a:r>
          </a:p>
          <a:p>
            <a:pPr marL="171450" indent="-171450">
              <a:buFont typeface="Arial" panose="020B0604020202020204" pitchFamily="34" charset="0"/>
              <a:buChar char="•"/>
            </a:pPr>
            <a:r>
              <a:rPr lang="en-US" dirty="0"/>
              <a:t>Relationships and Security: Trust and security are critical factors in the success and reliability of both personal and IT networks.</a:t>
            </a:r>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5</a:t>
            </a:fld>
            <a:endParaRPr lang="en-US"/>
          </a:p>
        </p:txBody>
      </p:sp>
    </p:spTree>
    <p:extLst>
      <p:ext uri="{BB962C8B-B14F-4D97-AF65-F5344CB8AC3E}">
        <p14:creationId xmlns:p14="http://schemas.microsoft.com/office/powerpoint/2010/main" val="732807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Suggested Instructional Tips – Networks</a:t>
            </a:r>
          </a:p>
          <a:p>
            <a:pPr marL="171450" indent="-171450">
              <a:buFont typeface="Arial" panose="020B0604020202020204" pitchFamily="34" charset="0"/>
              <a:buChar char="•"/>
            </a:pPr>
            <a:r>
              <a:rPr lang="en-US" b="0" dirty="0"/>
              <a:t>Client-Server model: Servers are powerful computers that share resources like applications and data with client computers.</a:t>
            </a:r>
          </a:p>
          <a:p>
            <a:pPr marL="171450" indent="-171450">
              <a:buFont typeface="Arial" panose="020B0604020202020204" pitchFamily="34" charset="0"/>
              <a:buChar char="•"/>
            </a:pPr>
            <a:r>
              <a:rPr lang="en-US" b="0" dirty="0"/>
              <a:t>Peer-to-Peer network: Each hosts can both share resources and receive them. A Peer-to-Peer network is also known as a workgroup.</a:t>
            </a:r>
          </a:p>
          <a:p>
            <a:pPr marL="0" indent="0">
              <a:buFont typeface="Arial" panose="020B0604020202020204" pitchFamily="34" charset="0"/>
              <a:buNone/>
            </a:pPr>
            <a:endParaRPr lang="en-US" b="1" dirty="0"/>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Key points to emphasize:</a:t>
            </a:r>
          </a:p>
          <a:p>
            <a:pPr marL="171450" indent="-171450">
              <a:buFont typeface="Arial" panose="020B0604020202020204" pitchFamily="34" charset="0"/>
              <a:buChar char="•"/>
            </a:pPr>
            <a:r>
              <a:rPr lang="en-US" dirty="0"/>
              <a:t>Remind (or introduce) learners to the concepts of nodes, clients, and servers. </a:t>
            </a:r>
          </a:p>
          <a:p>
            <a:pPr marL="171450" indent="-171450">
              <a:buFont typeface="Arial" panose="020B0604020202020204" pitchFamily="34" charset="0"/>
              <a:buChar char="•"/>
            </a:pPr>
            <a:r>
              <a:rPr lang="en-US" dirty="0"/>
              <a:t>Differentiate between peer-to-peer and client-server networks. </a:t>
            </a:r>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6</a:t>
            </a:fld>
            <a:endParaRPr lang="en-US"/>
          </a:p>
        </p:txBody>
      </p:sp>
    </p:spTree>
    <p:extLst>
      <p:ext uri="{BB962C8B-B14F-4D97-AF65-F5344CB8AC3E}">
        <p14:creationId xmlns:p14="http://schemas.microsoft.com/office/powerpoint/2010/main" val="4239499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latin typeface="+mn-lt"/>
              </a:rPr>
              <a:t>Suggested Instructional Tips – Local Area Networks</a:t>
            </a:r>
          </a:p>
          <a:p>
            <a:pPr marL="0" indent="0">
              <a:buNone/>
            </a:pPr>
            <a:endParaRPr lang="en-US" b="1" dirty="0">
              <a:latin typeface="+mn-lt"/>
            </a:endParaRPr>
          </a:p>
          <a:p>
            <a:pPr marL="0" indent="0">
              <a:buNone/>
            </a:pPr>
            <a:r>
              <a:rPr lang="en-US" b="0" dirty="0">
                <a:latin typeface="+mn-lt"/>
              </a:rPr>
              <a:t>Provide a quick overview of the following definitions: </a:t>
            </a:r>
          </a:p>
          <a:p>
            <a:pPr marL="173736" indent="-173736" algn="l" defTabSz="685526" rtl="0" eaLnBrk="1" latinLnBrk="0" hangingPunct="1">
              <a:buFont typeface="Arial" panose="020B0604020202020204" pitchFamily="34" charset="0"/>
              <a:buChar char="•"/>
            </a:pPr>
            <a:r>
              <a:rPr lang="en-US" sz="900" b="0" i="0" kern="1200" dirty="0">
                <a:effectLst/>
                <a:highlight>
                  <a:srgbClr val="FFFFFF"/>
                </a:highlight>
                <a:latin typeface="+mn-lt"/>
                <a:ea typeface="+mn-ea"/>
                <a:cs typeface="+mn-cs"/>
              </a:rPr>
              <a:t>LAN: A local area network (LAN) is confined to a single geographical location. </a:t>
            </a:r>
          </a:p>
          <a:p>
            <a:pPr marL="173736" indent="-173736" algn="l" defTabSz="685526" rtl="0" eaLnBrk="1" latinLnBrk="0" hangingPunct="1">
              <a:buFont typeface="Arial" panose="020B0604020202020204" pitchFamily="34" charset="0"/>
              <a:buChar char="•"/>
            </a:pPr>
            <a:r>
              <a:rPr lang="en-US" sz="900" b="0" i="0" kern="1200" dirty="0">
                <a:effectLst/>
                <a:highlight>
                  <a:srgbClr val="FFFFFF"/>
                </a:highlight>
                <a:latin typeface="+mn-lt"/>
                <a:ea typeface="+mn-ea"/>
                <a:cs typeface="+mn-cs"/>
              </a:rPr>
              <a:t>SOHO: A home or business-oriented network that uses a centralized router or server to network computers, mobile devices, and other devices or appliances.</a:t>
            </a:r>
          </a:p>
          <a:p>
            <a:pPr marL="173736" indent="-173736" algn="l" defTabSz="685526" rtl="0" eaLnBrk="1" latinLnBrk="0" hangingPunct="1">
              <a:buFont typeface="Arial" panose="020B0604020202020204" pitchFamily="34" charset="0"/>
              <a:buChar char="•"/>
            </a:pPr>
            <a:r>
              <a:rPr lang="en-US" sz="900" b="0" i="0" kern="1200" dirty="0">
                <a:effectLst/>
                <a:highlight>
                  <a:srgbClr val="FFFFFF"/>
                </a:highlight>
                <a:latin typeface="+mn-lt"/>
                <a:ea typeface="+mn-ea"/>
                <a:cs typeface="+mn-cs"/>
              </a:rPr>
              <a:t>Enterprise LAN: </a:t>
            </a:r>
          </a:p>
          <a:p>
            <a:pPr marL="438912" marR="0" lvl="3" indent="-173736" algn="l" defTabSz="685526" rtl="0" eaLnBrk="1" fontAlgn="auto" latinLnBrk="0" hangingPunct="1">
              <a:lnSpc>
                <a:spcPct val="100000"/>
              </a:lnSpc>
              <a:spcBef>
                <a:spcPts val="0"/>
              </a:spcBef>
              <a:spcAft>
                <a:spcPts val="0"/>
              </a:spcAft>
              <a:buClr>
                <a:srgbClr val="000000"/>
              </a:buClr>
              <a:buSzPts val="1100"/>
              <a:buFont typeface="Courier New" panose="02070309020205020404" pitchFamily="49" charset="0"/>
              <a:buChar char="o"/>
              <a:tabLst/>
              <a:defRPr/>
            </a:pPr>
            <a:r>
              <a:rPr lang="en-US" sz="900" b="0" i="0" kern="1200" dirty="0">
                <a:effectLst/>
                <a:highlight>
                  <a:srgbClr val="FFFFFF"/>
                </a:highlight>
                <a:latin typeface="+mn-lt"/>
                <a:ea typeface="+mn-ea"/>
                <a:cs typeface="+mn-cs"/>
              </a:rPr>
              <a:t>Small and medium-sized enterprise (SME) network: A network supporting dozens of users (structured cabling, switches, and routers)</a:t>
            </a:r>
          </a:p>
          <a:p>
            <a:pPr marL="438912" lvl="3" indent="-173736" algn="l" defTabSz="685526" rtl="0" eaLnBrk="1" latinLnBrk="0" hangingPunct="1">
              <a:buFont typeface="Courier New" panose="02070309020205020404" pitchFamily="49" charset="0"/>
              <a:buChar char="o"/>
            </a:pPr>
            <a:r>
              <a:rPr lang="en-US" sz="900" b="0" i="0" kern="1200" dirty="0">
                <a:effectLst/>
                <a:highlight>
                  <a:srgbClr val="FFFFFF"/>
                </a:highlight>
                <a:latin typeface="+mn-lt"/>
                <a:ea typeface="+mn-ea"/>
                <a:cs typeface="+mn-cs"/>
              </a:rPr>
              <a:t>A network supporting hundreds or thousands of users (multiple enterprise-class switches, and routers)</a:t>
            </a:r>
          </a:p>
          <a:p>
            <a:pPr marL="173736" indent="-173736" algn="l" defTabSz="685526" rtl="0" eaLnBrk="1" latinLnBrk="0" hangingPunct="1">
              <a:buFont typeface="Arial" panose="020B0604020202020204" pitchFamily="34" charset="0"/>
              <a:buChar char="•"/>
            </a:pPr>
            <a:r>
              <a:rPr lang="en-US" sz="900" b="0" i="0" kern="1200" dirty="0">
                <a:effectLst/>
                <a:highlight>
                  <a:srgbClr val="FFFFFF"/>
                </a:highlight>
                <a:latin typeface="+mn-lt"/>
                <a:ea typeface="+mn-ea"/>
                <a:cs typeface="+mn-cs"/>
              </a:rPr>
              <a:t>Datacenter: A network that hosts only servers and storage, not end user client devices</a:t>
            </a:r>
          </a:p>
          <a:p>
            <a:pPr marL="173736" indent="-173736" algn="l" defTabSz="685526" rtl="0" eaLnBrk="1" latinLnBrk="0" hangingPunct="1">
              <a:buFont typeface="Arial" panose="020B0604020202020204" pitchFamily="34" charset="0"/>
              <a:buChar char="•"/>
            </a:pPr>
            <a:r>
              <a:rPr lang="en-US" sz="900" b="0" i="0" kern="1200" dirty="0">
                <a:effectLst/>
                <a:highlight>
                  <a:srgbClr val="FFFFFF"/>
                </a:highlight>
                <a:latin typeface="+mn-lt"/>
                <a:ea typeface="+mn-ea"/>
                <a:cs typeface="+mn-cs"/>
              </a:rPr>
              <a:t>WAN: A wide area network (WAN) is a network of networks, connected by long-distance links. A typical enterprise WAN would connect a main office site with multiple branch office sites, possibly in different countries. </a:t>
            </a:r>
          </a:p>
          <a:p>
            <a:endParaRPr lang="en-US" dirty="0">
              <a:latin typeface="+mn-lt"/>
            </a:endParaRPr>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7</a:t>
            </a:fld>
            <a:endParaRPr lang="en-US"/>
          </a:p>
        </p:txBody>
      </p:sp>
    </p:spTree>
    <p:extLst>
      <p:ext uri="{BB962C8B-B14F-4D97-AF65-F5344CB8AC3E}">
        <p14:creationId xmlns:p14="http://schemas.microsoft.com/office/powerpoint/2010/main" val="462823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a:t>Lesson Summary</a:t>
            </a:r>
          </a:p>
          <a:p>
            <a:pPr marL="171450" indent="-171450">
              <a:buFont typeface="Arial" panose="020B0604020202020204" pitchFamily="34" charset="0"/>
              <a:buChar char="•"/>
            </a:pPr>
            <a:r>
              <a:rPr lang="en-US" b="0"/>
              <a:t>A network is a collection of computers and other devices connected by transmission medium and share one or more protocols that enable them to exchange data. ​</a:t>
            </a:r>
          </a:p>
          <a:p>
            <a:pPr marL="171450" indent="-171450">
              <a:buFont typeface="Arial" panose="020B0604020202020204" pitchFamily="34" charset="0"/>
              <a:buChar char="•"/>
            </a:pPr>
            <a:r>
              <a:rPr lang="en-US" b="0"/>
              <a:t>A client-server network is one where some nodes act mostly as clients. Application services and resources are centrally provisioned, managed, and secured by the server.​</a:t>
            </a:r>
          </a:p>
          <a:p>
            <a:pPr marL="171450" indent="-171450">
              <a:buFont typeface="Arial" panose="020B0604020202020204" pitchFamily="34" charset="0"/>
              <a:buChar char="•"/>
            </a:pPr>
            <a:r>
              <a:rPr lang="en-US" b="0"/>
              <a:t>Local area networks are confined to a single geographical location and can vary in size from a small home network to an Enterprise LAN. ​</a:t>
            </a:r>
          </a:p>
          <a:p>
            <a:pPr marL="171450" indent="-171450">
              <a:buFont typeface="Arial" panose="020B0604020202020204" pitchFamily="34" charset="0"/>
              <a:buChar char="•"/>
            </a:pPr>
            <a:r>
              <a:rPr lang="en-US" b="0"/>
              <a:t>A network’s physical topology </a:t>
            </a:r>
            <a:r>
              <a:rPr lang="en-US"/>
              <a:t>describes the placement of nodes and how they are connected. The three basic network topologies are star, mesh, and point-to-point. ​</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8</a:t>
            </a:fld>
            <a:endParaRPr lang="en-US"/>
          </a:p>
        </p:txBody>
      </p:sp>
    </p:spTree>
    <p:extLst>
      <p:ext uri="{BB962C8B-B14F-4D97-AF65-F5344CB8AC3E}">
        <p14:creationId xmlns:p14="http://schemas.microsoft.com/office/powerpoint/2010/main" val="2672175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a:t>Suggested Activity – Quick Search</a:t>
            </a:r>
          </a:p>
          <a:p>
            <a:pPr marL="0" indent="0">
              <a:buNone/>
            </a:pPr>
            <a:endParaRPr lang="en-US"/>
          </a:p>
          <a:p>
            <a:pPr marL="0" indent="0">
              <a:buNone/>
            </a:pPr>
            <a:r>
              <a:rPr lang="en-US" b="1"/>
              <a:t>INSTRUCTIONS FOR INSTRUCTOR: Quick Research (Quick Search) Activity</a:t>
            </a:r>
          </a:p>
          <a:p>
            <a:pPr marL="228600" indent="-228600" algn="l" defTabSz="685526" rtl="0" eaLnBrk="1" latinLnBrk="0" hangingPunct="1">
              <a:buFont typeface="+mj-lt"/>
              <a:buAutoNum type="arabicPeriod"/>
            </a:pPr>
            <a:r>
              <a:rPr lang="en-US" sz="900" kern="1200">
                <a:latin typeface="+mn-lt"/>
                <a:ea typeface="+mn-ea"/>
                <a:cs typeface="+mn-cs"/>
              </a:rPr>
              <a:t>Whether by instructor assignment or student selection, divide these topologies (Point-to-Point Topology, Star Topology, and Mesh Topology) amongst the learners. </a:t>
            </a:r>
          </a:p>
          <a:p>
            <a:pPr marL="228600" indent="-228600" algn="l" defTabSz="685526" rtl="0" eaLnBrk="1" latinLnBrk="0" hangingPunct="1">
              <a:buFont typeface="+mj-lt"/>
              <a:buAutoNum type="arabicPeriod"/>
            </a:pPr>
            <a:r>
              <a:rPr lang="en-US" sz="900" kern="1200">
                <a:latin typeface="+mn-lt"/>
                <a:ea typeface="+mn-ea"/>
                <a:cs typeface="+mn-cs"/>
              </a:rPr>
              <a:t>Have learners do a quick research assignment where they learn about the 3 basic topologies. </a:t>
            </a:r>
          </a:p>
          <a:p>
            <a:pPr marL="228600" indent="-228600" algn="l" defTabSz="685526" rtl="0" eaLnBrk="1" latinLnBrk="0" hangingPunct="1">
              <a:buFont typeface="+mj-lt"/>
              <a:buAutoNum type="arabicPeriod"/>
            </a:pPr>
            <a:r>
              <a:rPr lang="en-US" sz="900" kern="1200">
                <a:latin typeface="+mn-lt"/>
                <a:ea typeface="+mn-ea"/>
                <a:cs typeface="+mn-cs"/>
              </a:rPr>
              <a:t>Have learners compile a short list of notes along with a drawing of the topology.</a:t>
            </a:r>
          </a:p>
          <a:p>
            <a:pPr marL="228600" indent="-228600" algn="l" defTabSz="685526" rtl="0" eaLnBrk="1" latinLnBrk="0" hangingPunct="1">
              <a:buFont typeface="+mj-lt"/>
              <a:buAutoNum type="arabicPeriod"/>
            </a:pPr>
            <a:r>
              <a:rPr lang="en-US" sz="900" kern="1200">
                <a:latin typeface="+mn-lt"/>
                <a:ea typeface="+mn-ea"/>
                <a:cs typeface="+mn-cs"/>
              </a:rPr>
              <a:t>Once they have compiled their notes, have them return as a group where they can present their findings.</a:t>
            </a:r>
          </a:p>
          <a:p>
            <a:pPr marL="0" indent="-228600">
              <a:buAutoNum type="arabicPeriod"/>
            </a:pPr>
            <a:endParaRPr lang="en-US" sz="900" kern="1200">
              <a:latin typeface="+mn-lt"/>
              <a:ea typeface="+mn-ea"/>
              <a:cs typeface="+mn-cs"/>
            </a:endParaRPr>
          </a:p>
          <a:p>
            <a:pPr marL="0" indent="0">
              <a:buNone/>
            </a:pPr>
            <a:r>
              <a:rPr lang="en-US" sz="900" kern="1200">
                <a:latin typeface="+mn-lt"/>
                <a:ea typeface="+mn-ea"/>
                <a:cs typeface="+mn-cs"/>
              </a:rPr>
              <a:t>Note: The next three topology slides can be used as handouts to the assigned learners or to refer to when the learners come back to present their findings. </a:t>
            </a:r>
          </a:p>
          <a:p>
            <a:pPr marL="0" indent="0">
              <a:buNone/>
            </a:pPr>
            <a:endParaRPr lang="en-US" sz="900" kern="1200">
              <a:latin typeface="+mn-lt"/>
              <a:ea typeface="+mn-ea"/>
              <a:cs typeface="+mn-cs"/>
            </a:endParaRPr>
          </a:p>
          <a:p>
            <a:pPr marL="0" indent="0">
              <a:buNone/>
            </a:pPr>
            <a:r>
              <a:rPr lang="en-US" sz="900" kern="1200">
                <a:latin typeface="+mn-lt"/>
                <a:ea typeface="+mn-ea"/>
                <a:cs typeface="+mn-cs"/>
              </a:rPr>
              <a:t>Exam Objectives Covered:</a:t>
            </a:r>
          </a:p>
          <a:p>
            <a:pPr marL="0" indent="0">
              <a:buNone/>
            </a:pPr>
            <a:r>
              <a:rPr lang="en-US" sz="900" kern="1200">
                <a:latin typeface="+mn-lt"/>
                <a:ea typeface="+mn-ea"/>
                <a:cs typeface="+mn-cs"/>
              </a:rPr>
              <a:t>1.6 Compare and contrast network topologies, architectures, and types.</a:t>
            </a:r>
          </a:p>
          <a:p>
            <a:pPr marL="0"/>
            <a:endParaRPr lang="en-US" sz="900" kern="1200">
              <a:latin typeface="+mn-lt"/>
              <a:ea typeface="+mn-ea"/>
              <a:cs typeface="+mn-cs"/>
            </a:endParaRPr>
          </a:p>
          <a:p>
            <a:r>
              <a:rPr lang="en-US" b="1"/>
              <a:t>INSTRUCTIONS FOR LEARNERS: Quick Research (Quick Search) Activity</a:t>
            </a:r>
          </a:p>
          <a:p>
            <a:pPr marL="228600" indent="-228600">
              <a:buFont typeface="+mj-lt"/>
              <a:buAutoNum type="arabicPeriod"/>
            </a:pPr>
            <a:r>
              <a:rPr lang="en-US"/>
              <a:t>Assignment of Topologies: Your instructor will either assign you one of the following topologies or you may select one yourself: Point-to-Point Topology, Star Topology, and Mesh Topology.</a:t>
            </a:r>
          </a:p>
          <a:p>
            <a:pPr marL="228600" indent="-228600">
              <a:buFont typeface="+mj-lt"/>
              <a:buAutoNum type="arabicPeriod"/>
            </a:pPr>
            <a:r>
              <a:rPr lang="en-US"/>
              <a:t>Research: Conduct a quick research on your assigned topology. Focus on understanding the basic structure, advantages, and disadvantages of the topology.</a:t>
            </a:r>
          </a:p>
          <a:p>
            <a:pPr marL="228600" indent="-228600">
              <a:buFont typeface="+mj-lt"/>
              <a:buAutoNum type="arabicPeriod"/>
            </a:pPr>
            <a:r>
              <a:rPr lang="en-US"/>
              <a:t>Compile Notes: Create a short list of notes summarizing your findings. Include key points such as: Definition and basic structure; how it works; pros and cons; and common use cases.</a:t>
            </a:r>
          </a:p>
          <a:p>
            <a:pPr marL="228600" indent="-228600">
              <a:buFont typeface="+mj-lt"/>
              <a:buAutoNum type="arabicPeriod"/>
            </a:pPr>
            <a:r>
              <a:rPr lang="en-US"/>
              <a:t>Optional: Create a Drawing: If you choose, draw a simple diagram illustrating your assigned topology. Ensure your drawing clearly shows the connections and layout.</a:t>
            </a:r>
          </a:p>
          <a:p>
            <a:pPr marL="228600" indent="-228600">
              <a:buFont typeface="+mj-lt"/>
              <a:buAutoNum type="arabicPeriod"/>
            </a:pPr>
            <a:r>
              <a:rPr lang="en-US"/>
              <a:t>Group Presentation: Once you have compiled your notes (and optionally created your drawing), return to the group. Present your findings to the group, explaining the key points and showing your diagram if you created one.</a:t>
            </a:r>
          </a:p>
          <a:p>
            <a:pPr marL="0" indent="0">
              <a:buFont typeface="+mj-lt"/>
              <a:buNone/>
            </a:pPr>
            <a:endParaRPr lang="en-US"/>
          </a:p>
          <a:p>
            <a:pPr marL="0" indent="0">
              <a:buFont typeface="+mj-lt"/>
              <a:buNone/>
            </a:pPr>
            <a:r>
              <a:rPr lang="en-US"/>
              <a:t>Note: The next three slides provide detailed information about each topology. You can use these slides as handouts or refer to them when presenting your findings.</a:t>
            </a:r>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9</a:t>
            </a:fld>
            <a:endParaRPr lang="en-US"/>
          </a:p>
        </p:txBody>
      </p:sp>
    </p:spTree>
    <p:extLst>
      <p:ext uri="{BB962C8B-B14F-4D97-AF65-F5344CB8AC3E}">
        <p14:creationId xmlns:p14="http://schemas.microsoft.com/office/powerpoint/2010/main" val="1099744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lang="en-US" b="1"/>
              <a:t>Suggested Discussion – Network Topologies: Point-to-Point</a:t>
            </a:r>
            <a:endParaRPr lang="en-US"/>
          </a:p>
          <a:p>
            <a:pPr marL="171450" indent="-171450">
              <a:buFont typeface="Arial" panose="020B0604020202020204" pitchFamily="34" charset="0"/>
              <a:buChar char="•"/>
            </a:pPr>
            <a:r>
              <a:rPr lang="en-US"/>
              <a:t>Have learners consider usages for a point-to-point network. </a:t>
            </a:r>
          </a:p>
          <a:p>
            <a:pPr marL="171450" indent="-171450">
              <a:buFont typeface="Arial" panose="020B0604020202020204" pitchFamily="34" charset="0"/>
              <a:buChar char="•"/>
            </a:pPr>
            <a:r>
              <a:rPr lang="en-US"/>
              <a:t>What would be the benefits and the downsides of a point-to-point network?</a:t>
            </a:r>
          </a:p>
          <a:p>
            <a:pPr marL="158750" indent="0">
              <a:buNone/>
            </a:pPr>
            <a:endParaRPr lang="en-US" b="1"/>
          </a:p>
          <a:p>
            <a:pPr marL="6350">
              <a:buNone/>
            </a:pPr>
            <a:r>
              <a:rPr lang="en-US" b="0"/>
              <a:t>Exam Objectives Covered:</a:t>
            </a:r>
          </a:p>
          <a:p>
            <a:pPr marL="6350">
              <a:buNone/>
            </a:pPr>
            <a:r>
              <a:rPr lang="en-US"/>
              <a:t>1.6 Compare and contrast network topologies, architectures, and types.</a:t>
            </a:r>
          </a:p>
          <a:p>
            <a:pPr marL="6350">
              <a:buNone/>
            </a:pPr>
            <a:endParaRPr lang="en-US"/>
          </a:p>
          <a:p>
            <a:pPr marL="6350">
              <a:buNone/>
            </a:pPr>
            <a:r>
              <a:rPr lang="en-US" b="0"/>
              <a:t>Image Caption:</a:t>
            </a:r>
          </a:p>
          <a:p>
            <a:pPr marL="6350">
              <a:buNone/>
            </a:pPr>
            <a:r>
              <a:rPr lang="en-US"/>
              <a:t>Physical point-to-point topologies using different media types for half-duplex and duplex communications</a:t>
            </a:r>
          </a:p>
          <a:p>
            <a:pPr marL="6350">
              <a:buNone/>
            </a:pPr>
            <a:endParaRPr lang="en-US"/>
          </a:p>
          <a:p>
            <a:pPr marL="6350">
              <a:buNone/>
            </a:pPr>
            <a:r>
              <a:rPr lang="en-US" b="0"/>
              <a:t>Image Description:</a:t>
            </a:r>
          </a:p>
          <a:p>
            <a:pPr marL="6350">
              <a:buFont typeface="+mj-lt"/>
              <a:buNone/>
            </a:pPr>
            <a:r>
              <a:rPr lang="en-US" b="0"/>
              <a:t>The steps are as follows.</a:t>
            </a:r>
          </a:p>
          <a:p>
            <a:pPr marL="228600" indent="-228600">
              <a:buFont typeface="+mj-lt"/>
              <a:buAutoNum type="arabicPeriod"/>
            </a:pPr>
            <a:r>
              <a:rPr lang="en-US"/>
              <a:t>In a point-to-point (or duplex) network, only two nodes are connected to the network media.</a:t>
            </a:r>
          </a:p>
          <a:p>
            <a:pPr marL="228600" indent="-228600">
              <a:buFont typeface="+mj-lt"/>
              <a:buAutoNum type="arabicPeriod"/>
            </a:pPr>
            <a:r>
              <a:rPr lang="en-US"/>
              <a:t>When the network media is half-duplex, a node cannot transmit and receive at the same time.</a:t>
            </a:r>
          </a:p>
          <a:p>
            <a:pPr marL="228600" indent="-228600">
              <a:buFont typeface="+mj-lt"/>
              <a:buAutoNum type="arabicPeriod"/>
            </a:pPr>
            <a:r>
              <a:rPr lang="en-US"/>
              <a:t>When the network media is full-duplex, nodes can transmit and receive simultaneously.</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10</a:t>
            </a:fld>
            <a:endParaRPr lang="en-US"/>
          </a:p>
        </p:txBody>
      </p:sp>
    </p:spTree>
    <p:extLst>
      <p:ext uri="{BB962C8B-B14F-4D97-AF65-F5344CB8AC3E}">
        <p14:creationId xmlns:p14="http://schemas.microsoft.com/office/powerpoint/2010/main" val="1323932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a:t>Suggested Discussion – Network Topologies: Star</a:t>
            </a:r>
            <a:endParaRPr lang="en-US"/>
          </a:p>
          <a:p>
            <a:pPr marL="171450" indent="-171450">
              <a:buFont typeface="Arial" panose="020B0604020202020204" pitchFamily="34" charset="0"/>
              <a:buChar char="•"/>
            </a:pPr>
            <a:r>
              <a:rPr lang="en-US"/>
              <a:t>Have learners consider usages for a star network. </a:t>
            </a:r>
          </a:p>
          <a:p>
            <a:pPr marL="171450" indent="-171450">
              <a:buFont typeface="Arial" panose="020B0604020202020204" pitchFamily="34" charset="0"/>
              <a:buChar char="•"/>
            </a:pPr>
            <a:r>
              <a:rPr lang="en-US"/>
              <a:t>What would be the benefits and the downsides of a star network?</a:t>
            </a:r>
          </a:p>
          <a:p>
            <a:endParaRPr lang="en-US"/>
          </a:p>
          <a:p>
            <a:pPr marL="7938">
              <a:buNone/>
            </a:pPr>
            <a:r>
              <a:rPr lang="en-US" b="0"/>
              <a:t>Exam Objectives Covered:</a:t>
            </a:r>
          </a:p>
          <a:p>
            <a:pPr marL="7938">
              <a:buNone/>
            </a:pPr>
            <a:r>
              <a:rPr lang="en-US"/>
              <a:t>1.6 Compare and contrast network topologies, architectures, and types.</a:t>
            </a:r>
          </a:p>
          <a:p>
            <a:pPr marL="7938">
              <a:buNone/>
            </a:pPr>
            <a:endParaRPr lang="en-US"/>
          </a:p>
          <a:p>
            <a:pPr marL="7938">
              <a:buNone/>
            </a:pPr>
            <a:r>
              <a:rPr lang="en-US" b="0"/>
              <a:t>Image Caption:</a:t>
            </a:r>
          </a:p>
          <a:p>
            <a:pPr marL="7938">
              <a:buNone/>
            </a:pPr>
            <a:r>
              <a:rPr lang="en-US"/>
              <a:t>Star topologies using different types of concentrator.</a:t>
            </a:r>
          </a:p>
          <a:p>
            <a:pPr marL="7938">
              <a:buNone/>
            </a:pPr>
            <a:endParaRPr lang="en-US"/>
          </a:p>
          <a:p>
            <a:pPr marL="7938">
              <a:buNone/>
            </a:pPr>
            <a:r>
              <a:rPr lang="en-US" b="0"/>
              <a:t>Image Description:</a:t>
            </a:r>
          </a:p>
          <a:p>
            <a:pPr marL="7938">
              <a:buFont typeface="+mj-lt"/>
              <a:buNone/>
            </a:pPr>
            <a:r>
              <a:rPr lang="en-US" b="0"/>
              <a:t>The steps are as follows.</a:t>
            </a:r>
          </a:p>
          <a:p>
            <a:pPr marL="171450" indent="-163513">
              <a:buFont typeface="+mj-lt"/>
              <a:buAutoNum type="arabicPeriod"/>
            </a:pPr>
            <a:r>
              <a:rPr lang="en-US" b="0"/>
              <a:t>In a star topology, each node is connected to a concentrator over dedicated network media.</a:t>
            </a:r>
          </a:p>
          <a:p>
            <a:pPr marL="171450" indent="-163513">
              <a:buFont typeface="+mj-lt"/>
              <a:buAutoNum type="arabicPeriod"/>
            </a:pPr>
            <a:r>
              <a:rPr lang="en-US" b="0"/>
              <a:t>When a node transmits, the signal is sent over the network media to the concentrator.</a:t>
            </a:r>
          </a:p>
          <a:p>
            <a:pPr marL="171450" indent="-163513">
              <a:buFont typeface="+mj-lt"/>
              <a:buAutoNum type="arabicPeriod"/>
            </a:pPr>
            <a:r>
              <a:rPr lang="en-US" b="0"/>
              <a:t>The concentrator forwards signals to other nodes. It may do this by repeating the signal to all nodes, working as logical bus topology (implemented as an Ethernet hub).</a:t>
            </a:r>
          </a:p>
          <a:p>
            <a:pPr marL="171450" indent="-163513">
              <a:buFont typeface="+mj-lt"/>
              <a:buAutoNum type="arabicPeriod"/>
            </a:pPr>
            <a:r>
              <a:rPr lang="en-US" b="0"/>
              <a:t>More commonly, the concentrator tracks node addresses and selectively switches communication paths to establish point-to-point links.</a:t>
            </a:r>
          </a:p>
          <a:p>
            <a:pPr marL="171450" indent="-163513">
              <a:buFont typeface="+mj-lt"/>
              <a:buAutoNum type="arabicPeriod"/>
            </a:pPr>
            <a:r>
              <a:rPr lang="en-US" b="0"/>
              <a:t>The concentrator is a single point of failure. Also, each node must be within the media’s maximum transmission distance of the concentrator or must use a repeater to overcome the distance limitation.</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11</a:t>
            </a:fld>
            <a:endParaRPr lang="en-US"/>
          </a:p>
        </p:txBody>
      </p:sp>
    </p:spTree>
    <p:extLst>
      <p:ext uri="{BB962C8B-B14F-4D97-AF65-F5344CB8AC3E}">
        <p14:creationId xmlns:p14="http://schemas.microsoft.com/office/powerpoint/2010/main" val="7038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a:t>Suggested Discussion – Network Topologies: Mesh</a:t>
            </a:r>
            <a:endParaRPr lang="en-US"/>
          </a:p>
          <a:p>
            <a:pPr marL="171450" indent="-171450">
              <a:buFont typeface="Arial" panose="020B0604020202020204" pitchFamily="34" charset="0"/>
              <a:buChar char="•"/>
            </a:pPr>
            <a:r>
              <a:rPr lang="en-US"/>
              <a:t>Have learners consider usages for a mesh network. </a:t>
            </a:r>
          </a:p>
          <a:p>
            <a:pPr marL="171450" indent="-171450">
              <a:buFont typeface="Arial" panose="020B0604020202020204" pitchFamily="34" charset="0"/>
              <a:buChar char="•"/>
            </a:pPr>
            <a:r>
              <a:rPr lang="en-US"/>
              <a:t>What would be the benefits and the downsides of a mesh network?</a:t>
            </a:r>
          </a:p>
          <a:p>
            <a:pPr marL="158750" indent="0">
              <a:buNone/>
            </a:pPr>
            <a:endParaRPr lang="en-US"/>
          </a:p>
          <a:p>
            <a:pPr marL="7938">
              <a:buNone/>
            </a:pPr>
            <a:r>
              <a:rPr lang="en-US" b="0"/>
              <a:t>Exam Objectives Covered:</a:t>
            </a:r>
          </a:p>
          <a:p>
            <a:pPr marL="7938">
              <a:buNone/>
            </a:pPr>
            <a:r>
              <a:rPr lang="en-US"/>
              <a:t>1.6 Compare and contrast network topologies, architectures, and types.</a:t>
            </a:r>
          </a:p>
          <a:p>
            <a:pPr marL="7938">
              <a:buNone/>
            </a:pPr>
            <a:endParaRPr lang="en-US"/>
          </a:p>
          <a:p>
            <a:pPr marL="7938">
              <a:buNone/>
            </a:pPr>
            <a:r>
              <a:rPr lang="en-US" b="0"/>
              <a:t>Image Caption:</a:t>
            </a:r>
          </a:p>
          <a:p>
            <a:pPr marL="7938">
              <a:buNone/>
            </a:pPr>
            <a:r>
              <a:rPr lang="en-US"/>
              <a:t>Fully connected and partial mesh topology examples.</a:t>
            </a:r>
          </a:p>
          <a:p>
            <a:pPr marL="7938">
              <a:buNone/>
            </a:pPr>
            <a:endParaRPr lang="en-US"/>
          </a:p>
          <a:p>
            <a:pPr marL="7938">
              <a:buNone/>
            </a:pPr>
            <a:r>
              <a:rPr lang="en-US" b="0"/>
              <a:t>Image Description:</a:t>
            </a:r>
          </a:p>
          <a:p>
            <a:pPr marL="7938">
              <a:buFont typeface="+mj-lt"/>
              <a:buNone/>
            </a:pPr>
            <a:r>
              <a:rPr lang="en-US" b="0"/>
              <a:t>The steps are as follows.</a:t>
            </a:r>
          </a:p>
          <a:p>
            <a:pPr marL="171450" indent="-163513">
              <a:buFont typeface="+mj-lt"/>
              <a:buAutoNum type="arabicPeriod"/>
            </a:pPr>
            <a:r>
              <a:rPr lang="en-US"/>
              <a:t>In a fully connected mesh network, each node has a point-to-point link with every other node. This requires exponentially more link as nodes are added: n times (n minus 1) over 2.</a:t>
            </a:r>
          </a:p>
          <a:p>
            <a:pPr marL="171450" indent="-163513">
              <a:buFont typeface="+mj-lt"/>
              <a:buAutoNum type="arabicPeriod"/>
            </a:pPr>
            <a:r>
              <a:rPr lang="en-US"/>
              <a:t>Provisioning so many interface and link is difficult, so partial mesh networks are often preferred, in a partial mesh, nodes can forward packets to a destination by learning the network topology.</a:t>
            </a:r>
          </a:p>
          <a:p>
            <a:pPr marL="171450" indent="-163513">
              <a:buFont typeface="+mj-lt"/>
              <a:buAutoNum type="arabicPeriod"/>
            </a:pPr>
            <a:r>
              <a:rPr lang="en-US"/>
              <a:t>Packets can take multiple routes through the network, providing resilience if some nodes or links fail.</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12</a:t>
            </a:fld>
            <a:endParaRPr lang="en-US"/>
          </a:p>
        </p:txBody>
      </p:sp>
    </p:spTree>
    <p:extLst>
      <p:ext uri="{BB962C8B-B14F-4D97-AF65-F5344CB8AC3E}">
        <p14:creationId xmlns:p14="http://schemas.microsoft.com/office/powerpoint/2010/main" val="3284485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7938">
              <a:buNone/>
            </a:pPr>
            <a:r>
              <a:rPr lang="en-US" b="1"/>
              <a:t>Exam Objectives Covered</a:t>
            </a:r>
            <a:endParaRPr lang="en-US" b="0"/>
          </a:p>
          <a:p>
            <a:pPr marL="171450" indent="-171450">
              <a:buFont typeface="Arial" panose="020B0604020202020204" pitchFamily="34" charset="0"/>
              <a:buChar char="•"/>
            </a:pPr>
            <a:r>
              <a:rPr lang="en-US"/>
              <a:t>1.1 Explain concepts related to the Open Systems Interconnection (OSI) reference model.</a:t>
            </a:r>
          </a:p>
          <a:p>
            <a:endParaRPr lang="en-GB"/>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E6128714-A29A-F6BA-0EC0-5F37F1CEFA45}"/>
              </a:ext>
            </a:extLst>
          </p:cNvPr>
          <p:cNvSpPr>
            <a:spLocks noGrp="1"/>
          </p:cNvSpPr>
          <p:nvPr>
            <p:ph type="sldNum" sz="quarter" idx="5"/>
          </p:nvPr>
        </p:nvSpPr>
        <p:spPr/>
        <p:txBody>
          <a:bodyPr/>
          <a:lstStyle/>
          <a:p>
            <a:fld id="{64FC1154-15AF-4CEB-AEC9-7A3CFB195EFA}" type="slidenum">
              <a:rPr lang="en-US" smtClean="0"/>
              <a:t>13</a:t>
            </a:fld>
            <a:endParaRPr lang="en-US"/>
          </a:p>
        </p:txBody>
      </p:sp>
    </p:spTree>
    <p:extLst>
      <p:ext uri="{BB962C8B-B14F-4D97-AF65-F5344CB8AC3E}">
        <p14:creationId xmlns:p14="http://schemas.microsoft.com/office/powerpoint/2010/main" val="765727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Suggested Instructional Tips – Open Systems Interconnection (OSI) Model</a:t>
            </a:r>
          </a:p>
          <a:p>
            <a:r>
              <a:rPr lang="en-US"/>
              <a:t>Explain that the OSI (Open Systems Interconnection) Model is a conceptual framework used to understand and implement network protocols in seven distinct layers. Mention that it standardizes networking functions to allow diverse systems to communicate, ensuring interoperability and simplifying troubleshooting.</a:t>
            </a:r>
          </a:p>
          <a:p>
            <a:endParaRPr lang="en-US"/>
          </a:p>
          <a:p>
            <a:r>
              <a:rPr lang="en-US"/>
              <a:t>The Seven Layers of the OSI Model:</a:t>
            </a:r>
          </a:p>
          <a:p>
            <a:r>
              <a:rPr lang="en-US"/>
              <a:t>Layer 7: Application: Interfaces directly with end-user applications and provides network services.</a:t>
            </a:r>
          </a:p>
          <a:p>
            <a:r>
              <a:rPr lang="en-US"/>
              <a:t>Layer 6: Presentation: Translates data formats between the application and the network.</a:t>
            </a:r>
          </a:p>
          <a:p>
            <a:r>
              <a:rPr lang="en-US"/>
              <a:t>Layer 5: Session: Manages sessions and connections between applications.</a:t>
            </a:r>
          </a:p>
          <a:p>
            <a:r>
              <a:rPr lang="en-US"/>
              <a:t>Layer 4: Transport: Ensures complete data transfer with error checking and flow control (e.g., TCP/UDP).</a:t>
            </a:r>
          </a:p>
          <a:p>
            <a:r>
              <a:rPr lang="en-US"/>
              <a:t>Layer 3: Network: Manages data routing, forwarding, and addressing (e.g., IP addresses).</a:t>
            </a:r>
          </a:p>
          <a:p>
            <a:r>
              <a:rPr lang="en-US"/>
              <a:t>Layer 2: Data Link: Handles error detection and correction from the physical layer (e.g., MAC addresses, switches).</a:t>
            </a:r>
          </a:p>
          <a:p>
            <a:r>
              <a:rPr lang="en-US"/>
              <a:t>Layer 1: Physical: Deals with the physical connection between devices (e.g., cables, switches).</a:t>
            </a:r>
          </a:p>
          <a:p>
            <a:endParaRPr lang="en-US"/>
          </a:p>
          <a:p>
            <a:r>
              <a:rPr lang="en-US"/>
              <a:t>Why Use the OSI Model?:</a:t>
            </a:r>
          </a:p>
          <a:p>
            <a:pPr marL="171450" indent="-171450">
              <a:buFont typeface="Arial" panose="020B0604020202020204" pitchFamily="34" charset="0"/>
              <a:buChar char="•"/>
            </a:pPr>
            <a:r>
              <a:rPr lang="en-US"/>
              <a:t>Standardizes Network Communication: Emphasize that the OSI Model provides a universal set of standards for different network devices and protocols to communicate effectively.</a:t>
            </a:r>
          </a:p>
          <a:p>
            <a:pPr marL="171450" indent="-171450">
              <a:buFont typeface="Arial" panose="020B0604020202020204" pitchFamily="34" charset="0"/>
              <a:buChar char="•"/>
            </a:pPr>
            <a:r>
              <a:rPr lang="en-US"/>
              <a:t>Simplifies Troubleshooting: Explain that the OSI Model helps network professionals isolate and resolve issues by examining each layer independently.</a:t>
            </a:r>
          </a:p>
          <a:p>
            <a:pPr marL="171450" indent="-171450">
              <a:buFont typeface="Arial" panose="020B0604020202020204" pitchFamily="34" charset="0"/>
              <a:buChar char="•"/>
            </a:pPr>
            <a:r>
              <a:rPr lang="en-US"/>
              <a:t>Enables Interoperability: Highlight that the OSI Model ensures different types of hardware and software can work together within a network.</a:t>
            </a:r>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14</a:t>
            </a:fld>
            <a:endParaRPr lang="en-US"/>
          </a:p>
        </p:txBody>
      </p:sp>
    </p:spTree>
    <p:extLst>
      <p:ext uri="{BB962C8B-B14F-4D97-AF65-F5344CB8AC3E}">
        <p14:creationId xmlns:p14="http://schemas.microsoft.com/office/powerpoint/2010/main" val="4157435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Font typeface="Arial" panose="020B0604020202020204" pitchFamily="34" charset="0"/>
              <a:buNone/>
            </a:pPr>
            <a:r>
              <a:rPr lang="en-US" b="1"/>
              <a:t>Suggested Instructional Tips – The OSI Model Mnemonic</a:t>
            </a:r>
          </a:p>
          <a:p>
            <a:pPr marL="171450" indent="-171450">
              <a:buFont typeface="Arial" panose="020B0604020202020204" pitchFamily="34" charset="0"/>
              <a:buChar char="•"/>
            </a:pPr>
            <a:r>
              <a:rPr lang="en-US"/>
              <a:t>Learners should be encouraged to memorize the layers of the OSI model in both ascending and descending order.</a:t>
            </a:r>
          </a:p>
          <a:p>
            <a:pPr marL="171450" indent="-171450">
              <a:buFont typeface="Arial" panose="020B0604020202020204" pitchFamily="34" charset="0"/>
              <a:buChar char="•"/>
            </a:pPr>
            <a:r>
              <a:rPr lang="en-US"/>
              <a:t>To remember the seven layers in ascending order, you can use the mnemonic “Please Do Not Throw Sausage Pizza Away.” </a:t>
            </a:r>
          </a:p>
          <a:p>
            <a:pPr marL="171450" indent="-171450">
              <a:buFont typeface="Arial" panose="020B0604020202020204" pitchFamily="34" charset="0"/>
              <a:buChar char="•"/>
            </a:pPr>
            <a:r>
              <a:rPr lang="en-US"/>
              <a:t>“All People Seem to Need Data Processing” is another mnemonic that can be used to remember the OSI model in descending order.</a:t>
            </a:r>
          </a:p>
          <a:p>
            <a:pPr marL="457200" indent="-298450"/>
            <a:endParaRPr lang="en-US"/>
          </a:p>
          <a:p>
            <a:pPr marL="457200" indent="-298450"/>
            <a:endParaRPr lang="en-US"/>
          </a:p>
          <a:p>
            <a:pPr marL="457200" indent="-298450"/>
            <a:endParaRPr lang="en-US"/>
          </a:p>
        </p:txBody>
      </p:sp>
      <p:sp>
        <p:nvSpPr>
          <p:cNvPr id="4" name="Footer Placeholder 3">
            <a:extLst>
              <a:ext uri="{FF2B5EF4-FFF2-40B4-BE49-F238E27FC236}">
                <a16:creationId xmlns:a16="http://schemas.microsoft.com/office/drawing/2014/main" id="{FE16619F-B07D-C0ED-EED3-1C299B844AA2}"/>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7A464944-5586-C601-328B-6F9DC0DEC51E}"/>
              </a:ext>
            </a:extLst>
          </p:cNvPr>
          <p:cNvSpPr>
            <a:spLocks noGrp="1"/>
          </p:cNvSpPr>
          <p:nvPr>
            <p:ph type="sldNum" sz="quarter" idx="5"/>
          </p:nvPr>
        </p:nvSpPr>
        <p:spPr/>
        <p:txBody>
          <a:bodyPr/>
          <a:lstStyle/>
          <a:p>
            <a:fld id="{64FC1154-15AF-4CEB-AEC9-7A3CFB195EFA}" type="slidenum">
              <a:rPr lang="en-US" smtClean="0"/>
              <a:t>15</a:t>
            </a:fld>
            <a:endParaRPr lang="en-US"/>
          </a:p>
        </p:txBody>
      </p:sp>
    </p:spTree>
    <p:extLst>
      <p:ext uri="{BB962C8B-B14F-4D97-AF65-F5344CB8AC3E}">
        <p14:creationId xmlns:p14="http://schemas.microsoft.com/office/powerpoint/2010/main" val="12957575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Font typeface="Arial" panose="020B0604020202020204" pitchFamily="34" charset="0"/>
              <a:buNone/>
            </a:pPr>
            <a:r>
              <a:rPr lang="en-US" b="1"/>
              <a:t>Suggested Instructional Tips – Layer 1: Physical</a:t>
            </a:r>
          </a:p>
          <a:p>
            <a:pPr marL="171450" indent="-171450">
              <a:buFont typeface="Arial" panose="020B0604020202020204" pitchFamily="34" charset="0"/>
              <a:buChar char="•"/>
            </a:pPr>
            <a:r>
              <a:rPr lang="en-US"/>
              <a:t>Point out that these sections contain a brief overview of the technologies that will be covered in detail in the rest of the course.</a:t>
            </a:r>
          </a:p>
          <a:p>
            <a:pPr marL="171450" indent="-171450">
              <a:buFont typeface="Arial" panose="020B0604020202020204" pitchFamily="34" charset="0"/>
              <a:buChar char="•"/>
            </a:pPr>
            <a:r>
              <a:rPr lang="en-US"/>
              <a:t>The physical layer specifies physical topology, physical interface, and signaling. </a:t>
            </a:r>
          </a:p>
          <a:p>
            <a:pPr marL="171450" indent="-171450">
              <a:buFont typeface="Arial" panose="020B0604020202020204" pitchFamily="34" charset="0"/>
              <a:buChar char="•"/>
            </a:pPr>
            <a:r>
              <a:rPr lang="en-US"/>
              <a:t>Remind learners that the transmission media may be cabled or wireless.</a:t>
            </a:r>
          </a:p>
          <a:p>
            <a:pPr marL="158750" indent="0">
              <a:buNone/>
            </a:pPr>
            <a:endParaRPr lang="en-US" i="0"/>
          </a:p>
        </p:txBody>
      </p:sp>
      <p:sp>
        <p:nvSpPr>
          <p:cNvPr id="4" name="Footer Placeholder 3">
            <a:extLst>
              <a:ext uri="{FF2B5EF4-FFF2-40B4-BE49-F238E27FC236}">
                <a16:creationId xmlns:a16="http://schemas.microsoft.com/office/drawing/2014/main" id="{BDA610A6-7044-F264-53D2-FD2E84AE2DFE}"/>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C6988B77-5E2D-B26C-68A6-6EC7BB641016}"/>
              </a:ext>
            </a:extLst>
          </p:cNvPr>
          <p:cNvSpPr>
            <a:spLocks noGrp="1"/>
          </p:cNvSpPr>
          <p:nvPr>
            <p:ph type="sldNum" sz="quarter" idx="5"/>
          </p:nvPr>
        </p:nvSpPr>
        <p:spPr/>
        <p:txBody>
          <a:bodyPr/>
          <a:lstStyle/>
          <a:p>
            <a:fld id="{64FC1154-15AF-4CEB-AEC9-7A3CFB195EFA}" type="slidenum">
              <a:rPr lang="en-US" smtClean="0"/>
              <a:t>16</a:t>
            </a:fld>
            <a:endParaRPr lang="en-US"/>
          </a:p>
        </p:txBody>
      </p:sp>
    </p:spTree>
    <p:extLst>
      <p:ext uri="{BB962C8B-B14F-4D97-AF65-F5344CB8AC3E}">
        <p14:creationId xmlns:p14="http://schemas.microsoft.com/office/powerpoint/2010/main" val="40753391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None/>
            </a:pPr>
            <a:r>
              <a:rPr lang="en-US" b="1"/>
              <a:t>Layer 2 – Data Link</a:t>
            </a:r>
          </a:p>
          <a:p>
            <a:pPr marL="6350">
              <a:buNone/>
            </a:pPr>
            <a:endParaRPr lang="en-US" b="1"/>
          </a:p>
          <a:p>
            <a:pPr marL="6350">
              <a:buNone/>
            </a:pPr>
            <a:r>
              <a:rPr lang="en-US" b="0"/>
              <a:t>Diagram: </a:t>
            </a:r>
          </a:p>
          <a:p>
            <a:pPr marL="171450" indent="-163513">
              <a:buFont typeface="+mj-lt"/>
              <a:buAutoNum type="arabicPeriod"/>
            </a:pPr>
            <a:r>
              <a:rPr lang="en-US"/>
              <a:t>At the data link layer, each network interface is identified by a hardware address, represented </a:t>
            </a:r>
            <a:br>
              <a:rPr lang="en-US"/>
            </a:br>
            <a:r>
              <a:rPr lang="en-US"/>
              <a:t>as AA, AB, and AC in this diagram. </a:t>
            </a:r>
          </a:p>
          <a:p>
            <a:pPr marL="171450" indent="-163513">
              <a:buFont typeface="+mj-lt"/>
              <a:buAutoNum type="arabicPeriod"/>
            </a:pPr>
            <a:r>
              <a:rPr lang="en-US"/>
              <a:t>Let’s say host AA is sending a frame to host AC. The frame travels from host AA along the </a:t>
            </a:r>
            <a:br>
              <a:rPr lang="en-US"/>
            </a:br>
            <a:r>
              <a:rPr lang="en-US"/>
              <a:t>cable to switch port G1. </a:t>
            </a:r>
          </a:p>
          <a:p>
            <a:pPr marL="171450" indent="-163513">
              <a:buFont typeface="+mj-lt"/>
              <a:buAutoNum type="arabicPeriod"/>
            </a:pPr>
            <a:r>
              <a:rPr lang="en-US"/>
              <a:t>The switch keeps track of which local addresses are connected to its interfaces. To send the </a:t>
            </a:r>
            <a:br>
              <a:rPr lang="en-US"/>
            </a:br>
            <a:r>
              <a:rPr lang="en-US"/>
              <a:t>packet to host AC, the switch would forward the frame out of port G3. </a:t>
            </a:r>
          </a:p>
          <a:p>
            <a:pPr marL="158750" indent="0">
              <a:buNone/>
            </a:pPr>
            <a:endParaRPr lang="en-US"/>
          </a:p>
        </p:txBody>
      </p:sp>
      <p:sp>
        <p:nvSpPr>
          <p:cNvPr id="4" name="Footer Placeholder 3">
            <a:extLst>
              <a:ext uri="{FF2B5EF4-FFF2-40B4-BE49-F238E27FC236}">
                <a16:creationId xmlns:a16="http://schemas.microsoft.com/office/drawing/2014/main" id="{90627E09-902C-AC10-9DD3-97F4C6BE686B}"/>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7CA0C18A-A551-920E-A546-EBEB991AAE29}"/>
              </a:ext>
            </a:extLst>
          </p:cNvPr>
          <p:cNvSpPr>
            <a:spLocks noGrp="1"/>
          </p:cNvSpPr>
          <p:nvPr>
            <p:ph type="sldNum" sz="quarter" idx="5"/>
          </p:nvPr>
        </p:nvSpPr>
        <p:spPr/>
        <p:txBody>
          <a:bodyPr/>
          <a:lstStyle/>
          <a:p>
            <a:fld id="{64FC1154-15AF-4CEB-AEC9-7A3CFB195EFA}" type="slidenum">
              <a:rPr lang="en-US" smtClean="0"/>
              <a:t>17</a:t>
            </a:fld>
            <a:endParaRPr lang="en-US"/>
          </a:p>
        </p:txBody>
      </p:sp>
    </p:spTree>
    <p:extLst>
      <p:ext uri="{BB962C8B-B14F-4D97-AF65-F5344CB8AC3E}">
        <p14:creationId xmlns:p14="http://schemas.microsoft.com/office/powerpoint/2010/main" val="2000161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lgn="l">
              <a:buNone/>
            </a:pPr>
            <a:r>
              <a:rPr lang="en-US" b="1" i="0">
                <a:effectLst/>
                <a:highlight>
                  <a:srgbClr val="FFFFFF"/>
                </a:highlight>
              </a:rPr>
              <a:t>Layer 3 - Network</a:t>
            </a:r>
          </a:p>
          <a:p>
            <a:pPr marL="6350" algn="l">
              <a:buNone/>
            </a:pPr>
            <a:endParaRPr lang="en-US" b="0" i="0">
              <a:effectLst/>
              <a:highlight>
                <a:srgbClr val="FFFFFF"/>
              </a:highlight>
            </a:endParaRPr>
          </a:p>
          <a:p>
            <a:pPr marL="6350" algn="l">
              <a:buNone/>
            </a:pPr>
            <a:r>
              <a:rPr lang="en-US" b="0" i="0">
                <a:effectLst/>
                <a:highlight>
                  <a:srgbClr val="FFFFFF"/>
                </a:highlight>
              </a:rPr>
              <a:t>The general convention is to describe PDUs packaged at the Network layer as packets or datagrams and messages packaged at the Data Link layer as frames. Packet is often used to describe PDUs at any layer, however.</a:t>
            </a:r>
          </a:p>
          <a:p>
            <a:pPr marL="6350">
              <a:buNone/>
            </a:pPr>
            <a:endParaRPr lang="en-US" b="0" i="0">
              <a:effectLst/>
              <a:highlight>
                <a:srgbClr val="FFFFFF"/>
              </a:highlight>
            </a:endParaRPr>
          </a:p>
          <a:p>
            <a:pPr marL="6350">
              <a:buNone/>
            </a:pPr>
            <a:r>
              <a:rPr lang="en-US" b="0" i="0">
                <a:effectLst/>
                <a:highlight>
                  <a:srgbClr val="FFFFFF"/>
                </a:highlight>
              </a:rPr>
              <a:t>Diagram: </a:t>
            </a:r>
          </a:p>
          <a:p>
            <a:pPr marL="171450" indent="-163513">
              <a:buFont typeface="+mj-lt"/>
              <a:buAutoNum type="arabicPeriod"/>
            </a:pPr>
            <a:r>
              <a:rPr lang="en-US"/>
              <a:t>At the network layer, each interface is identified by an address with a network part (1. for this router interface) and a host part (254).</a:t>
            </a:r>
          </a:p>
          <a:p>
            <a:pPr marL="171450" indent="-163513">
              <a:buFont typeface="+mj-lt"/>
              <a:buAutoNum type="arabicPeriod"/>
            </a:pPr>
            <a:r>
              <a:rPr lang="en-US"/>
              <a:t>When host 1.2 wants to send to host 2.3, the packet must be delivered to the remote network via routers. </a:t>
            </a:r>
          </a:p>
          <a:p>
            <a:pPr marL="171450" indent="-163513">
              <a:buFont typeface="+mj-lt"/>
              <a:buAutoNum type="arabicPeriod"/>
            </a:pPr>
            <a:r>
              <a:rPr lang="en-US"/>
              <a:t>Networks 1 and 2 are connected via an intermediate network (9).</a:t>
            </a:r>
          </a:p>
          <a:p>
            <a:pPr marL="171450" indent="-163513">
              <a:buFont typeface="+mj-lt"/>
              <a:buAutoNum type="arabicPeriod"/>
            </a:pPr>
            <a:r>
              <a:rPr lang="en-US"/>
              <a:t>Router B recognizes that Network 2 is directly connected and uses data link protocols to send the packet to host 2.3.</a:t>
            </a:r>
            <a:br>
              <a:rPr lang="en-US" b="0" i="0">
                <a:effectLst/>
                <a:highlight>
                  <a:srgbClr val="FFFFFF"/>
                </a:highlight>
              </a:rPr>
            </a:br>
            <a:endParaRPr lang="en-US"/>
          </a:p>
        </p:txBody>
      </p:sp>
      <p:sp>
        <p:nvSpPr>
          <p:cNvPr id="4" name="Footer Placeholder 3">
            <a:extLst>
              <a:ext uri="{FF2B5EF4-FFF2-40B4-BE49-F238E27FC236}">
                <a16:creationId xmlns:a16="http://schemas.microsoft.com/office/drawing/2014/main" id="{5651E04D-1CE9-906E-25D6-1D8A5F067769}"/>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A3B3E9AB-9AD5-78CA-B000-D19AF31E92B7}"/>
              </a:ext>
            </a:extLst>
          </p:cNvPr>
          <p:cNvSpPr>
            <a:spLocks noGrp="1"/>
          </p:cNvSpPr>
          <p:nvPr>
            <p:ph type="sldNum" sz="quarter" idx="5"/>
          </p:nvPr>
        </p:nvSpPr>
        <p:spPr/>
        <p:txBody>
          <a:bodyPr/>
          <a:lstStyle/>
          <a:p>
            <a:fld id="{64FC1154-15AF-4CEB-AEC9-7A3CFB195EFA}" type="slidenum">
              <a:rPr lang="en-US" smtClean="0"/>
              <a:t>18</a:t>
            </a:fld>
            <a:endParaRPr lang="en-US"/>
          </a:p>
        </p:txBody>
      </p:sp>
    </p:spTree>
    <p:extLst>
      <p:ext uri="{BB962C8B-B14F-4D97-AF65-F5344CB8AC3E}">
        <p14:creationId xmlns:p14="http://schemas.microsoft.com/office/powerpoint/2010/main" val="3238793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None/>
            </a:pPr>
            <a:r>
              <a:rPr lang="en-US" b="1"/>
              <a:t>Suggested Instructional Tips – Layer 4: Transport</a:t>
            </a:r>
            <a:endParaRPr lang="en-US" b="0"/>
          </a:p>
          <a:p>
            <a:pPr marL="171450" indent="-171450">
              <a:buFont typeface="Arial" panose="020B0604020202020204" pitchFamily="34" charset="0"/>
              <a:buChar char="•"/>
            </a:pPr>
            <a:r>
              <a:rPr lang="en-US"/>
              <a:t>Mention that a layer 4 PDU is called a segment, and that this usage is not related to the use of segment as part of a physical or logical network topology.</a:t>
            </a:r>
          </a:p>
        </p:txBody>
      </p:sp>
      <p:sp>
        <p:nvSpPr>
          <p:cNvPr id="4" name="Footer Placeholder 3">
            <a:extLst>
              <a:ext uri="{FF2B5EF4-FFF2-40B4-BE49-F238E27FC236}">
                <a16:creationId xmlns:a16="http://schemas.microsoft.com/office/drawing/2014/main" id="{5347198E-8E45-3BF0-F7A7-20766587A615}"/>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C9FC66B-B894-059E-06DD-00A5AB6E3C75}"/>
              </a:ext>
            </a:extLst>
          </p:cNvPr>
          <p:cNvSpPr>
            <a:spLocks noGrp="1"/>
          </p:cNvSpPr>
          <p:nvPr>
            <p:ph type="sldNum" sz="quarter" idx="5"/>
          </p:nvPr>
        </p:nvSpPr>
        <p:spPr/>
        <p:txBody>
          <a:bodyPr/>
          <a:lstStyle/>
          <a:p>
            <a:fld id="{64FC1154-15AF-4CEB-AEC9-7A3CFB195EFA}" type="slidenum">
              <a:rPr lang="en-US" smtClean="0"/>
              <a:t>19</a:t>
            </a:fld>
            <a:endParaRPr lang="en-US"/>
          </a:p>
        </p:txBody>
      </p:sp>
    </p:spTree>
    <p:extLst>
      <p:ext uri="{BB962C8B-B14F-4D97-AF65-F5344CB8AC3E}">
        <p14:creationId xmlns:p14="http://schemas.microsoft.com/office/powerpoint/2010/main" val="14479174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marR="0" lvl="0" algn="l" defTabSz="685526" rtl="0" eaLnBrk="1" fontAlgn="auto" latinLnBrk="0" hangingPunct="1">
              <a:lnSpc>
                <a:spcPct val="100000"/>
              </a:lnSpc>
              <a:spcBef>
                <a:spcPts val="0"/>
              </a:spcBef>
              <a:spcAft>
                <a:spcPts val="0"/>
              </a:spcAft>
              <a:buClrTx/>
              <a:buSzTx/>
              <a:buFontTx/>
              <a:buNone/>
              <a:defRPr/>
            </a:pPr>
            <a:r>
              <a:rPr lang="en-US" b="1"/>
              <a:t>Suggested Instructional Tips – Layer 4: Transport</a:t>
            </a:r>
          </a:p>
          <a:p>
            <a:pPr marL="6350">
              <a:buNone/>
            </a:pPr>
            <a:endParaRPr lang="en-US" b="1"/>
          </a:p>
          <a:p>
            <a:pPr marL="6350">
              <a:buNone/>
            </a:pPr>
            <a:r>
              <a:rPr lang="en-US"/>
              <a:t>Mention that a layer 4 PDU is called a segment, and that this usage is not related to the use of segment as part of a physical or logical network topology.</a:t>
            </a:r>
          </a:p>
          <a:p>
            <a:pPr marL="6350">
              <a:buNone/>
            </a:pPr>
            <a:endParaRPr lang="en-US"/>
          </a:p>
          <a:p>
            <a:pPr marL="6350">
              <a:buNone/>
            </a:pPr>
            <a:r>
              <a:rPr lang="en-US" b="0"/>
              <a:t>Image Caption:</a:t>
            </a:r>
          </a:p>
          <a:p>
            <a:pPr marL="6350">
              <a:buNone/>
            </a:pPr>
            <a:r>
              <a:rPr lang="en-US"/>
              <a:t>Communications at layer 4 (Transport layer) of the OSI model. (Images © 123RF.com.)</a:t>
            </a:r>
          </a:p>
          <a:p>
            <a:pPr marL="6350">
              <a:buNone/>
            </a:pPr>
            <a:endParaRPr lang="en-US"/>
          </a:p>
          <a:p>
            <a:pPr marL="6350">
              <a:buNone/>
            </a:pPr>
            <a:r>
              <a:rPr lang="en-US" b="0"/>
              <a:t>Image Description:</a:t>
            </a:r>
          </a:p>
          <a:p>
            <a:pPr marL="6350">
              <a:buNone/>
            </a:pPr>
            <a:r>
              <a:rPr lang="en-US"/>
              <a:t>The steps are as follows.</a:t>
            </a:r>
          </a:p>
          <a:p>
            <a:pPr marL="171450" indent="-163513">
              <a:buFont typeface="+mj-lt"/>
              <a:buAutoNum type="arabicPeriod"/>
            </a:pPr>
            <a:r>
              <a:rPr lang="en-US"/>
              <a:t>Hosts 2.2 and 2.3 send different types of traffic to host 2.1.</a:t>
            </a:r>
          </a:p>
          <a:p>
            <a:pPr marL="171450" indent="-163513">
              <a:buFont typeface="+mj-lt"/>
              <a:buAutoNum type="arabicPeriod"/>
            </a:pPr>
            <a:r>
              <a:rPr lang="en-US"/>
              <a:t>The traffic is sent over the network as layer 3 packets encapsulated in layer 2 frames.</a:t>
            </a:r>
          </a:p>
          <a:p>
            <a:pPr marL="171450" indent="-163513">
              <a:buFont typeface="+mj-lt"/>
              <a:buAutoNum type="arabicPeriod"/>
            </a:pPr>
            <a:r>
              <a:rPr lang="en-US"/>
              <a:t>Host 2.1 identifies each type of data from its port number and passes it to the relevant application for processing.</a:t>
            </a:r>
          </a:p>
          <a:p>
            <a:pPr marL="158750" indent="0">
              <a:buNone/>
            </a:pPr>
            <a:endParaRPr lang="en-US"/>
          </a:p>
        </p:txBody>
      </p:sp>
      <p:sp>
        <p:nvSpPr>
          <p:cNvPr id="4" name="Footer Placeholder 3">
            <a:extLst>
              <a:ext uri="{FF2B5EF4-FFF2-40B4-BE49-F238E27FC236}">
                <a16:creationId xmlns:a16="http://schemas.microsoft.com/office/drawing/2014/main" id="{384C231E-9C2F-F6A0-6D43-7F1F27B471D9}"/>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B0125CF4-EBF0-CD91-F596-0D3DE870F398}"/>
              </a:ext>
            </a:extLst>
          </p:cNvPr>
          <p:cNvSpPr>
            <a:spLocks noGrp="1"/>
          </p:cNvSpPr>
          <p:nvPr>
            <p:ph type="sldNum" sz="quarter" idx="5"/>
          </p:nvPr>
        </p:nvSpPr>
        <p:spPr/>
        <p:txBody>
          <a:bodyPr/>
          <a:lstStyle/>
          <a:p>
            <a:fld id="{64FC1154-15AF-4CEB-AEC9-7A3CFB195EFA}" type="slidenum">
              <a:rPr lang="en-US" smtClean="0"/>
              <a:t>20</a:t>
            </a:fld>
            <a:endParaRPr lang="en-US"/>
          </a:p>
        </p:txBody>
      </p:sp>
    </p:spTree>
    <p:extLst>
      <p:ext uri="{BB962C8B-B14F-4D97-AF65-F5344CB8AC3E}">
        <p14:creationId xmlns:p14="http://schemas.microsoft.com/office/powerpoint/2010/main" val="244200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r>
              <a:rPr lang="en-US" b="1"/>
              <a:t>Layer 5 - Session</a:t>
            </a:r>
            <a:endParaRPr lang="en-US" b="0"/>
          </a:p>
          <a:p>
            <a:pPr marL="6350"/>
            <a:r>
              <a:rPr lang="en-US"/>
              <a:t>This layer basically provides a mechanism of opening, closing and managing a session between the end-user application processes.</a:t>
            </a:r>
          </a:p>
          <a:p>
            <a:pPr marL="6350"/>
            <a:endParaRPr lang="en-US"/>
          </a:p>
          <a:p>
            <a:pPr marL="6350" indent="0"/>
            <a:r>
              <a:rPr lang="en-US"/>
              <a:t>Examples:</a:t>
            </a:r>
          </a:p>
          <a:p>
            <a:pPr marL="171450" indent="-171450">
              <a:buFont typeface="Arial" panose="020B0604020202020204" pitchFamily="34" charset="0"/>
              <a:buChar char="•"/>
            </a:pPr>
            <a:r>
              <a:rPr lang="en-US"/>
              <a:t>AppleTalk Session Protocol (ASP)</a:t>
            </a:r>
          </a:p>
          <a:p>
            <a:pPr marL="171450" indent="-171450">
              <a:buFont typeface="Arial" panose="020B0604020202020204" pitchFamily="34" charset="0"/>
              <a:buChar char="•"/>
            </a:pPr>
            <a:r>
              <a:rPr lang="en-US"/>
              <a:t>AppleTalk Data Stream Protocol (ADSP)</a:t>
            </a:r>
          </a:p>
          <a:p>
            <a:pPr marL="171450" indent="-171450">
              <a:buFont typeface="Arial" panose="020B0604020202020204" pitchFamily="34" charset="0"/>
              <a:buChar char="•"/>
            </a:pPr>
            <a:r>
              <a:rPr lang="en-US"/>
              <a:t>Network Basic Input/Output System (NetBIOS)</a:t>
            </a:r>
          </a:p>
          <a:p>
            <a:pPr marL="171450" indent="-171450">
              <a:buFont typeface="Arial" panose="020B0604020202020204" pitchFamily="34" charset="0"/>
              <a:buChar char="•"/>
            </a:pPr>
            <a:r>
              <a:rPr lang="en-US"/>
              <a:t>Password Authentication Protocol (PAP)</a:t>
            </a:r>
          </a:p>
        </p:txBody>
      </p:sp>
      <p:sp>
        <p:nvSpPr>
          <p:cNvPr id="4" name="Footer Placeholder 3">
            <a:extLst>
              <a:ext uri="{FF2B5EF4-FFF2-40B4-BE49-F238E27FC236}">
                <a16:creationId xmlns:a16="http://schemas.microsoft.com/office/drawing/2014/main" id="{7BC48FCE-CF11-25B7-5463-9E5132446135}"/>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02904383-4DEA-CD9C-D56D-768560B4E16C}"/>
              </a:ext>
            </a:extLst>
          </p:cNvPr>
          <p:cNvSpPr>
            <a:spLocks noGrp="1"/>
          </p:cNvSpPr>
          <p:nvPr>
            <p:ph type="sldNum" sz="quarter" idx="5"/>
          </p:nvPr>
        </p:nvSpPr>
        <p:spPr/>
        <p:txBody>
          <a:bodyPr/>
          <a:lstStyle/>
          <a:p>
            <a:fld id="{64FC1154-15AF-4CEB-AEC9-7A3CFB195EFA}" type="slidenum">
              <a:rPr lang="en-US" smtClean="0"/>
              <a:t>21</a:t>
            </a:fld>
            <a:endParaRPr lang="en-US"/>
          </a:p>
        </p:txBody>
      </p:sp>
    </p:spTree>
    <p:extLst>
      <p:ext uri="{BB962C8B-B14F-4D97-AF65-F5344CB8AC3E}">
        <p14:creationId xmlns:p14="http://schemas.microsoft.com/office/powerpoint/2010/main" val="16853726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None/>
            </a:pPr>
            <a:r>
              <a:rPr lang="en-US" b="1"/>
              <a:t>Layer 6 - Presentation</a:t>
            </a:r>
            <a:endParaRPr lang="en-US" b="0"/>
          </a:p>
          <a:p>
            <a:pPr marL="6350">
              <a:buNone/>
            </a:pPr>
            <a:r>
              <a:rPr lang="en-US"/>
              <a:t>The Presentation layer can also be conceived as supporting data compression and encryption. However, in practical terms, encryption is implemented by devices and protocols running at lower layers of the stack or simply within a homogenous Application layer. </a:t>
            </a:r>
          </a:p>
          <a:p>
            <a:pPr marL="6350">
              <a:buNone/>
            </a:pPr>
            <a:endParaRPr lang="en-US"/>
          </a:p>
          <a:p>
            <a:pPr marL="6350">
              <a:buNone/>
            </a:pPr>
            <a:r>
              <a:rPr lang="en-US" b="0"/>
              <a:t>Examples:</a:t>
            </a:r>
          </a:p>
          <a:p>
            <a:pPr marL="6350">
              <a:buNone/>
            </a:pPr>
            <a:r>
              <a:rPr lang="en-US"/>
              <a:t>MIME (Multipurpose Internet Mail Extensions): This is a common standard used to encode various data formats (text, images, audio, etc.) within email messages. It ensures the receiving email client can understand and display the content correctly.</a:t>
            </a:r>
          </a:p>
          <a:p>
            <a:pPr marL="6350">
              <a:buNone/>
            </a:pPr>
            <a:endParaRPr lang="en-US"/>
          </a:p>
          <a:p>
            <a:pPr marL="6350">
              <a:buNone/>
            </a:pPr>
            <a:r>
              <a:rPr lang="en-US"/>
              <a:t>Encryption/Decryption Services: </a:t>
            </a:r>
          </a:p>
          <a:p>
            <a:pPr marL="6350">
              <a:buNone/>
            </a:pPr>
            <a:r>
              <a:rPr lang="en-US"/>
              <a:t>While encryption itself can occur at different layers, some Presentation layer protocols might specifically focus on data transformation and encryption/decryption before it reaches the Application layer. This could be seen in specialized security gateways or VPN solutions.</a:t>
            </a:r>
          </a:p>
        </p:txBody>
      </p:sp>
      <p:sp>
        <p:nvSpPr>
          <p:cNvPr id="4" name="Footer Placeholder 3">
            <a:extLst>
              <a:ext uri="{FF2B5EF4-FFF2-40B4-BE49-F238E27FC236}">
                <a16:creationId xmlns:a16="http://schemas.microsoft.com/office/drawing/2014/main" id="{BBC9BD5E-A0BD-A5FB-1B11-B570DBB18112}"/>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2D9AF469-D609-7D82-B55F-8DBE9674D6F9}"/>
              </a:ext>
            </a:extLst>
          </p:cNvPr>
          <p:cNvSpPr>
            <a:spLocks noGrp="1"/>
          </p:cNvSpPr>
          <p:nvPr>
            <p:ph type="sldNum" sz="quarter" idx="5"/>
          </p:nvPr>
        </p:nvSpPr>
        <p:spPr/>
        <p:txBody>
          <a:bodyPr/>
          <a:lstStyle/>
          <a:p>
            <a:fld id="{64FC1154-15AF-4CEB-AEC9-7A3CFB195EFA}" type="slidenum">
              <a:rPr lang="en-US" smtClean="0"/>
              <a:t>22</a:t>
            </a:fld>
            <a:endParaRPr lang="en-US"/>
          </a:p>
        </p:txBody>
      </p:sp>
    </p:spTree>
    <p:extLst>
      <p:ext uri="{BB962C8B-B14F-4D97-AF65-F5344CB8AC3E}">
        <p14:creationId xmlns:p14="http://schemas.microsoft.com/office/powerpoint/2010/main" val="10836669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buNone/>
            </a:pPr>
            <a:r>
              <a:rPr lang="en-US" b="1"/>
              <a:t>Suggested Teaching Tips – Layer 7: Application</a:t>
            </a:r>
          </a:p>
          <a:p>
            <a:pPr marL="6350">
              <a:buNone/>
            </a:pPr>
            <a:r>
              <a:rPr lang="en-US"/>
              <a:t>The Application layer provides an interface between an application running on the system and the rest of the network. It doesn't refer to the software program running on the computer.</a:t>
            </a:r>
          </a:p>
          <a:p>
            <a:pPr marL="6350">
              <a:buNone/>
            </a:pPr>
            <a:endParaRPr lang="en-US"/>
          </a:p>
          <a:p>
            <a:pPr marL="6350">
              <a:buNone/>
            </a:pPr>
            <a:r>
              <a:rPr lang="en-US" b="0"/>
              <a:t>Think User-Facing: </a:t>
            </a:r>
          </a:p>
          <a:p>
            <a:pPr marL="6350">
              <a:buNone/>
            </a:pPr>
            <a:r>
              <a:rPr lang="en-US"/>
              <a:t>Layer 7 is all about the applications you interact with daily. It's the "top floor" where user interfaces and functionalities reside. Imagine it as the bridge between human users and the technical network world below.</a:t>
            </a:r>
          </a:p>
          <a:p>
            <a:pPr marL="6350">
              <a:buNone/>
            </a:pPr>
            <a:endParaRPr lang="en-US"/>
          </a:p>
          <a:p>
            <a:pPr marL="6350">
              <a:buNone/>
            </a:pPr>
            <a:r>
              <a:rPr lang="en-US" b="0"/>
              <a:t>Understanding Protocols: </a:t>
            </a:r>
          </a:p>
          <a:p>
            <a:pPr marL="6350">
              <a:buNone/>
            </a:pPr>
            <a:r>
              <a:rPr lang="en-US"/>
              <a:t>Layer 7 applications use specific protocols to "speak" to each other and exchange information. Some of the most common Layer 7 protocols include:</a:t>
            </a:r>
          </a:p>
          <a:p>
            <a:pPr marL="171450" indent="-171450">
              <a:buFont typeface="Arial" panose="020B0604020202020204" pitchFamily="34" charset="0"/>
              <a:buChar char="•"/>
            </a:pPr>
            <a:r>
              <a:rPr lang="en-US"/>
              <a:t>HTTP (Hypertext Transfer Protocol): The foundation of the web, used to transfer web pages and data between web browsers and servers.</a:t>
            </a:r>
          </a:p>
          <a:p>
            <a:pPr marL="171450" indent="-171450">
              <a:buFont typeface="Arial" panose="020B0604020202020204" pitchFamily="34" charset="0"/>
              <a:buChar char="•"/>
            </a:pPr>
            <a:r>
              <a:rPr lang="en-US"/>
              <a:t>HTTPS (Secure HTTP): A secure version of HTTP that encrypts communication for added security.</a:t>
            </a:r>
          </a:p>
          <a:p>
            <a:pPr marL="171450" indent="-171450">
              <a:buFont typeface="Arial" panose="020B0604020202020204" pitchFamily="34" charset="0"/>
              <a:buChar char="•"/>
            </a:pPr>
            <a:r>
              <a:rPr lang="en-US"/>
              <a:t>FTP (File Transfer Protocol): Used for transferring files between computers.</a:t>
            </a:r>
          </a:p>
          <a:p>
            <a:pPr marL="171450" indent="-171450">
              <a:buFont typeface="Arial" panose="020B0604020202020204" pitchFamily="34" charset="0"/>
              <a:buChar char="•"/>
            </a:pPr>
            <a:r>
              <a:rPr lang="en-US"/>
              <a:t>SMTP (Simple Mail Transfer Protocol): The protocol behind sending and receiving emails.</a:t>
            </a:r>
          </a:p>
          <a:p>
            <a:pPr marL="171450" indent="-171450">
              <a:buFont typeface="Arial" panose="020B0604020202020204" pitchFamily="34" charset="0"/>
              <a:buChar char="•"/>
            </a:pPr>
            <a:r>
              <a:rPr lang="en-US"/>
              <a:t>DNS (Domain Name System): Translates human-readable website names (like [invalid URL removed]) into machine-readable IP addresses.</a:t>
            </a:r>
          </a:p>
        </p:txBody>
      </p:sp>
      <p:sp>
        <p:nvSpPr>
          <p:cNvPr id="4" name="Footer Placeholder 3">
            <a:extLst>
              <a:ext uri="{FF2B5EF4-FFF2-40B4-BE49-F238E27FC236}">
                <a16:creationId xmlns:a16="http://schemas.microsoft.com/office/drawing/2014/main" id="{2CBC57B3-D97E-47A7-E631-C799C556DF15}"/>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4AA6C55F-1989-0F4E-815E-B75371979629}"/>
              </a:ext>
            </a:extLst>
          </p:cNvPr>
          <p:cNvSpPr>
            <a:spLocks noGrp="1"/>
          </p:cNvSpPr>
          <p:nvPr>
            <p:ph type="sldNum" sz="quarter" idx="5"/>
          </p:nvPr>
        </p:nvSpPr>
        <p:spPr/>
        <p:txBody>
          <a:bodyPr/>
          <a:lstStyle/>
          <a:p>
            <a:fld id="{64FC1154-15AF-4CEB-AEC9-7A3CFB195EFA}" type="slidenum">
              <a:rPr lang="en-US" smtClean="0"/>
              <a:t>23</a:t>
            </a:fld>
            <a:endParaRPr lang="en-US"/>
          </a:p>
        </p:txBody>
      </p:sp>
    </p:spTree>
    <p:extLst>
      <p:ext uri="{BB962C8B-B14F-4D97-AF65-F5344CB8AC3E}">
        <p14:creationId xmlns:p14="http://schemas.microsoft.com/office/powerpoint/2010/main" val="15363495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a:t>Suggested Instructional Tips – The OSI Model Packet Flow</a:t>
            </a:r>
          </a:p>
          <a:p>
            <a:pPr marL="171450" indent="-171450">
              <a:buFont typeface="Arial" panose="020B0604020202020204" pitchFamily="34" charset="0"/>
              <a:buChar char="•"/>
            </a:pPr>
            <a:r>
              <a:rPr lang="en-US"/>
              <a:t>Provide an overview of what the OSI model is about – separating the functions of hardware and software components to seven layers. </a:t>
            </a:r>
          </a:p>
          <a:p>
            <a:pPr marL="171450" indent="-171450">
              <a:buFont typeface="Arial" panose="020B0604020202020204" pitchFamily="34" charset="0"/>
              <a:buChar char="•"/>
            </a:pPr>
            <a:r>
              <a:rPr lang="en-US"/>
              <a:t>Each layer performs a different group of tasks required for network communication. </a:t>
            </a:r>
          </a:p>
          <a:p>
            <a:pPr marL="171450" indent="-171450">
              <a:buFont typeface="Arial" panose="020B0604020202020204" pitchFamily="34" charset="0"/>
              <a:buChar char="•"/>
            </a:pPr>
            <a:r>
              <a:rPr lang="en-US"/>
              <a:t>Explain how packets flow from the sender to the receiver throughout the model.</a:t>
            </a:r>
          </a:p>
        </p:txBody>
      </p:sp>
      <p:sp>
        <p:nvSpPr>
          <p:cNvPr id="4" name="Footer Placeholder 3">
            <a:extLst>
              <a:ext uri="{FF2B5EF4-FFF2-40B4-BE49-F238E27FC236}">
                <a16:creationId xmlns:a16="http://schemas.microsoft.com/office/drawing/2014/main" id="{7A636478-E58F-52EB-36F3-8DFE162D8AD9}"/>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9BD27770-FFA3-3025-3C64-89EB70E76454}"/>
              </a:ext>
            </a:extLst>
          </p:cNvPr>
          <p:cNvSpPr>
            <a:spLocks noGrp="1"/>
          </p:cNvSpPr>
          <p:nvPr>
            <p:ph type="sldNum" sz="quarter" idx="5"/>
          </p:nvPr>
        </p:nvSpPr>
        <p:spPr/>
        <p:txBody>
          <a:bodyPr/>
          <a:lstStyle/>
          <a:p>
            <a:fld id="{64FC1154-15AF-4CEB-AEC9-7A3CFB195EFA}" type="slidenum">
              <a:rPr lang="en-US" smtClean="0"/>
              <a:t>24</a:t>
            </a:fld>
            <a:endParaRPr lang="en-US"/>
          </a:p>
        </p:txBody>
      </p:sp>
    </p:spTree>
    <p:extLst>
      <p:ext uri="{BB962C8B-B14F-4D97-AF65-F5344CB8AC3E}">
        <p14:creationId xmlns:p14="http://schemas.microsoft.com/office/powerpoint/2010/main" val="822023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Notes:</a:t>
            </a:r>
          </a:p>
          <a:p>
            <a:r>
              <a:rPr lang="en-US"/>
              <a:t>The solution is hidden until you advance the slide.</a:t>
            </a:r>
          </a:p>
          <a:p>
            <a:endParaRPr lang="en-US"/>
          </a:p>
          <a:p>
            <a:r>
              <a:rPr lang="en-US" b="1"/>
              <a:t>Instructions for Learner</a:t>
            </a:r>
          </a:p>
          <a:p>
            <a:r>
              <a:rPr lang="en-US"/>
              <a:t>Objective: Your task is to reassemble the scrambled boxes into the correct order of the 7 layers of the OSI Model.</a:t>
            </a:r>
          </a:p>
          <a:p>
            <a:endParaRPr lang="en-US"/>
          </a:p>
          <a:p>
            <a:r>
              <a:rPr lang="en-US"/>
              <a:t>Review the names of the layers provided in the scrambled boxes and determine the appropriate sequence from Layer 1 to Layer 7.</a:t>
            </a:r>
          </a:p>
          <a:p>
            <a:endParaRPr lang="en-US"/>
          </a:p>
          <a:p>
            <a:r>
              <a:rPr lang="en-US"/>
              <a:t>Correct Order:</a:t>
            </a:r>
          </a:p>
          <a:p>
            <a:r>
              <a:rPr lang="en-US"/>
              <a:t>Layer 1: Physical</a:t>
            </a:r>
          </a:p>
          <a:p>
            <a:r>
              <a:rPr lang="en-US"/>
              <a:t>Layer 2: Data Link</a:t>
            </a:r>
          </a:p>
          <a:p>
            <a:r>
              <a:rPr lang="en-US"/>
              <a:t>Layer 3: Network</a:t>
            </a:r>
          </a:p>
          <a:p>
            <a:r>
              <a:rPr lang="en-US"/>
              <a:t>Layer 4: Transport</a:t>
            </a:r>
          </a:p>
          <a:p>
            <a:r>
              <a:rPr lang="en-US"/>
              <a:t>Layer 5: Session</a:t>
            </a:r>
          </a:p>
          <a:p>
            <a:r>
              <a:rPr lang="en-US"/>
              <a:t>Layer 6: Presentation</a:t>
            </a:r>
          </a:p>
          <a:p>
            <a:r>
              <a:rPr lang="en-US"/>
              <a:t>Layer 7: Application</a:t>
            </a:r>
          </a:p>
          <a:p>
            <a:endParaRPr lang="en-US"/>
          </a:p>
          <a:p>
            <a:r>
              <a:rPr lang="en-US"/>
              <a:t>Tip:</a:t>
            </a:r>
          </a:p>
          <a:p>
            <a:r>
              <a:rPr lang="en-US"/>
              <a:t>Think about the function of each layer to help you place them in the correct order.</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25</a:t>
            </a:fld>
            <a:endParaRPr lang="en-US"/>
          </a:p>
        </p:txBody>
      </p:sp>
    </p:spTree>
    <p:extLst>
      <p:ext uri="{BB962C8B-B14F-4D97-AF65-F5344CB8AC3E}">
        <p14:creationId xmlns:p14="http://schemas.microsoft.com/office/powerpoint/2010/main" val="10153275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Notes:</a:t>
            </a:r>
          </a:p>
          <a:p>
            <a:r>
              <a:rPr lang="en-US"/>
              <a:t>The solution is hidden until you click or advance the slide.</a:t>
            </a:r>
          </a:p>
          <a:p>
            <a:endParaRPr lang="en-US"/>
          </a:p>
          <a:p>
            <a:r>
              <a:rPr lang="en-US" b="1"/>
              <a:t>Instructions for Learner</a:t>
            </a:r>
          </a:p>
          <a:p>
            <a:r>
              <a:rPr lang="en-US"/>
              <a:t>Objective: Your task is to reassemble the scrambled boxes into the correct order of the 7 layers of the OSI Model.</a:t>
            </a:r>
          </a:p>
          <a:p>
            <a:endParaRPr lang="en-US"/>
          </a:p>
          <a:p>
            <a:r>
              <a:rPr lang="en-US"/>
              <a:t>Review the names of the layers provided in the scrambled boxes and determine the appropriate sequence from Layer 1 to Layer 7.</a:t>
            </a:r>
          </a:p>
          <a:p>
            <a:endParaRPr lang="en-US"/>
          </a:p>
          <a:p>
            <a:r>
              <a:rPr lang="en-US"/>
              <a:t>Correct Order:</a:t>
            </a:r>
          </a:p>
          <a:p>
            <a:r>
              <a:rPr lang="en-US"/>
              <a:t>Layer 1: Physical</a:t>
            </a:r>
          </a:p>
          <a:p>
            <a:r>
              <a:rPr lang="en-US"/>
              <a:t>Layer 2: Data Link</a:t>
            </a:r>
          </a:p>
          <a:p>
            <a:r>
              <a:rPr lang="en-US"/>
              <a:t>Layer 3: Network</a:t>
            </a:r>
          </a:p>
          <a:p>
            <a:r>
              <a:rPr lang="en-US"/>
              <a:t>Layer 4: Transport</a:t>
            </a:r>
          </a:p>
          <a:p>
            <a:r>
              <a:rPr lang="en-US"/>
              <a:t>Layer 5: Session</a:t>
            </a:r>
          </a:p>
          <a:p>
            <a:r>
              <a:rPr lang="en-US"/>
              <a:t>Layer 6: Presentation</a:t>
            </a:r>
          </a:p>
          <a:p>
            <a:r>
              <a:rPr lang="en-US"/>
              <a:t>Layer 7: Application</a:t>
            </a:r>
          </a:p>
          <a:p>
            <a:endParaRPr lang="en-US"/>
          </a:p>
          <a:p>
            <a:r>
              <a:rPr lang="en-US"/>
              <a:t>Tip:</a:t>
            </a:r>
          </a:p>
          <a:p>
            <a:r>
              <a:rPr lang="en-US"/>
              <a:t>Think about the function of each layer to help you place them in the correct order.</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26</a:t>
            </a:fld>
            <a:endParaRPr lang="en-US"/>
          </a:p>
        </p:txBody>
      </p:sp>
    </p:spTree>
    <p:extLst>
      <p:ext uri="{BB962C8B-B14F-4D97-AF65-F5344CB8AC3E}">
        <p14:creationId xmlns:p14="http://schemas.microsoft.com/office/powerpoint/2010/main" val="39092225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6350">
              <a:buNone/>
            </a:pPr>
            <a:r>
              <a:rPr lang="en-US" b="1"/>
              <a:t>Exam Objectives Covered</a:t>
            </a:r>
          </a:p>
          <a:p>
            <a:pPr marL="177800" indent="-171450">
              <a:buFont typeface="Arial" panose="020B0604020202020204" pitchFamily="34" charset="0"/>
              <a:buChar char="•"/>
            </a:pPr>
            <a:r>
              <a:rPr lang="en-US"/>
              <a:t>1.1 Explain concepts related to the Open Systems Interconnection (OSI) reference model.</a:t>
            </a:r>
          </a:p>
          <a:p>
            <a:pPr marL="6350">
              <a:buNone/>
            </a:pPr>
            <a:endParaRPr lang="en-US"/>
          </a:p>
          <a:p>
            <a:pPr marL="6350">
              <a:buNone/>
            </a:pPr>
            <a:r>
              <a:rPr lang="en-US" b="1"/>
              <a:t>Suggested Instructional Tip</a:t>
            </a:r>
          </a:p>
          <a:p>
            <a:pPr marL="6350"/>
            <a:r>
              <a:rPr lang="en-US"/>
              <a:t>Try to establish a basic understanding of the difference between MAC and IP addresses and private versus public network segments.</a:t>
            </a:r>
          </a:p>
          <a:p>
            <a:endParaRPr lang="en-GB"/>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22C5A471-BC20-6FCD-D07E-6DE174B818F7}"/>
              </a:ext>
            </a:extLst>
          </p:cNvPr>
          <p:cNvSpPr>
            <a:spLocks noGrp="1"/>
          </p:cNvSpPr>
          <p:nvPr>
            <p:ph type="sldNum" sz="quarter" idx="5"/>
          </p:nvPr>
        </p:nvSpPr>
        <p:spPr/>
        <p:txBody>
          <a:bodyPr/>
          <a:lstStyle/>
          <a:p>
            <a:fld id="{64FC1154-15AF-4CEB-AEC9-7A3CFB195EFA}" type="slidenum">
              <a:rPr lang="en-US" smtClean="0"/>
              <a:t>27</a:t>
            </a:fld>
            <a:endParaRPr lang="en-US"/>
          </a:p>
        </p:txBody>
      </p:sp>
    </p:spTree>
    <p:extLst>
      <p:ext uri="{BB962C8B-B14F-4D97-AF65-F5344CB8AC3E}">
        <p14:creationId xmlns:p14="http://schemas.microsoft.com/office/powerpoint/2010/main" val="797845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a:t>Suggested Discussion – Think About It</a:t>
            </a:r>
            <a:endParaRPr lang="en-US"/>
          </a:p>
          <a:p>
            <a:pPr marL="171450" indent="-171450">
              <a:buFont typeface="Arial" panose="020B0604020202020204" pitchFamily="34" charset="0"/>
              <a:buChar char="•"/>
            </a:pPr>
            <a:r>
              <a:rPr lang="en-US"/>
              <a:t>Recall learner knowledge of SOHO along with their knowledge of routers to determine what a SOHO router is and what function(s) it would serve. This conversation can be brief and more of a conversation starter for the following slides. </a:t>
            </a:r>
          </a:p>
          <a:p>
            <a:pPr marL="171450" indent="-171450">
              <a:buFont typeface="Arial" panose="020B0604020202020204" pitchFamily="34" charset="0"/>
              <a:buChar char="•"/>
            </a:pPr>
            <a:r>
              <a:rPr lang="en-US"/>
              <a:t>The following slides will walk through the physical, data link, network, transport, and application layer functions of the SOHO router</a:t>
            </a:r>
          </a:p>
          <a:p>
            <a:endParaRPr lang="en-US"/>
          </a:p>
          <a:p>
            <a:pPr marL="0" indent="0" algn="l" defTabSz="685526" rtl="0" eaLnBrk="1" latinLnBrk="0" hangingPunct="1">
              <a:buFont typeface="Arial" panose="020B0604020202020204" pitchFamily="34" charset="0"/>
              <a:buNone/>
            </a:pPr>
            <a:r>
              <a:rPr lang="en-US" sz="900" b="1" kern="1200">
                <a:latin typeface="+mn-lt"/>
                <a:ea typeface="+mn-ea"/>
                <a:cs typeface="+mn-cs"/>
              </a:rPr>
              <a:t>Activity: </a:t>
            </a:r>
          </a:p>
          <a:p>
            <a:pPr marL="0" indent="0" algn="l" defTabSz="685526" rtl="0" eaLnBrk="1" latinLnBrk="0" hangingPunct="1">
              <a:buFont typeface="Arial" panose="020B0604020202020204" pitchFamily="34" charset="0"/>
              <a:buNone/>
            </a:pPr>
            <a:r>
              <a:rPr lang="en-US" sz="900" kern="1200">
                <a:latin typeface="+mn-lt"/>
                <a:ea typeface="+mn-ea"/>
                <a:cs typeface="+mn-cs"/>
              </a:rPr>
              <a:t>Have the learners open the following emulator. Use the emulator to have them follow along with (or after) your lecture: </a:t>
            </a:r>
            <a:r>
              <a:rPr lang="en-US" sz="900" kern="1200">
                <a:latin typeface="+mn-lt"/>
                <a:ea typeface="+mn-ea"/>
                <a:cs typeface="+mn-cs"/>
                <a:hlinkClick r:id="rId3">
                  <a:extLst>
                    <a:ext uri="{A12FA001-AC4F-418D-AE19-62706E023703}">
                      <ahyp:hlinkClr xmlns:ahyp="http://schemas.microsoft.com/office/drawing/2018/hyperlinkcolor" val="tx"/>
                    </a:ext>
                  </a:extLst>
                </a:hlinkClick>
              </a:rPr>
              <a:t>Archer VR900 (tp-link.com)</a:t>
            </a:r>
            <a:endParaRPr lang="en-US" sz="900" kern="1200">
              <a:latin typeface="+mn-lt"/>
              <a:ea typeface="+mn-ea"/>
              <a:cs typeface="+mn-cs"/>
            </a:endParaRPr>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28</a:t>
            </a:fld>
            <a:endParaRPr lang="en-US"/>
          </a:p>
        </p:txBody>
      </p:sp>
    </p:spTree>
    <p:extLst>
      <p:ext uri="{BB962C8B-B14F-4D97-AF65-F5344CB8AC3E}">
        <p14:creationId xmlns:p14="http://schemas.microsoft.com/office/powerpoint/2010/main" val="1734708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lgn="l">
              <a:buNone/>
            </a:pPr>
            <a:r>
              <a:rPr lang="en-US" b="1" i="0">
                <a:effectLst/>
              </a:rPr>
              <a:t>Suggested Activity – SOHO Router: Physical Layer</a:t>
            </a:r>
          </a:p>
          <a:p>
            <a:pPr marL="6350">
              <a:buNone/>
            </a:pPr>
            <a:r>
              <a:rPr lang="en-US"/>
              <a:t>Consider doing a short research activity to browse for different modem types. Have learners note the different port types on each. </a:t>
            </a:r>
            <a:endParaRPr lang="en-US" b="1"/>
          </a:p>
          <a:p>
            <a:pPr marL="6350">
              <a:buNone/>
            </a:pPr>
            <a:endParaRPr lang="en-US" b="1" i="0">
              <a:effectLst/>
            </a:endParaRPr>
          </a:p>
          <a:p>
            <a:pPr marL="0" indent="0" algn="l">
              <a:buNone/>
            </a:pPr>
            <a:r>
              <a:rPr lang="en-US" b="1" i="0">
                <a:effectLst/>
              </a:rPr>
              <a:t>Suggested Instructional Tips – SOHO Router – Physical Layer</a:t>
            </a:r>
          </a:p>
          <a:p>
            <a:pPr marL="0" indent="0" algn="l">
              <a:buNone/>
            </a:pPr>
            <a:r>
              <a:rPr lang="en-US" b="0" i="0">
                <a:effectLst/>
              </a:rPr>
              <a:t>A SOHO router functions at several layers of the OSI Model. The Physical Layer Functions are shown in the diagram.</a:t>
            </a:r>
          </a:p>
          <a:p>
            <a:pPr marL="0" indent="0" algn="l">
              <a:buNone/>
            </a:pPr>
            <a:endParaRPr lang="en-US" b="1" i="0">
              <a:effectLst/>
            </a:endParaRPr>
          </a:p>
          <a:p>
            <a:pPr marL="6350" algn="l">
              <a:buNone/>
            </a:pPr>
            <a:r>
              <a:rPr lang="en-US" b="0" i="0">
                <a:effectLst/>
              </a:rPr>
              <a:t>Starting at layer 1, the SOHO router provides the following physical interfaces:</a:t>
            </a:r>
          </a:p>
          <a:p>
            <a:pPr marL="171450" indent="-171450">
              <a:buFont typeface="Arial" panose="020B0604020202020204" pitchFamily="34" charset="0"/>
              <a:buChar char="•"/>
            </a:pPr>
            <a:r>
              <a:rPr lang="en-US"/>
              <a:t>A few RJ45 ports (usually four) to implement a local cabled network (typically labeled as the LAN ports).</a:t>
            </a:r>
          </a:p>
          <a:p>
            <a:pPr marL="171450" indent="-171450">
              <a:buFont typeface="Arial" panose="020B0604020202020204" pitchFamily="34" charset="0"/>
              <a:buChar char="•"/>
            </a:pPr>
            <a:r>
              <a:rPr lang="en-US"/>
              <a:t>Radio antennae to transmit and receive wireless signals.</a:t>
            </a:r>
          </a:p>
          <a:p>
            <a:pPr marL="171450" indent="-171450">
              <a:buFont typeface="Arial" panose="020B0604020202020204" pitchFamily="34" charset="0"/>
              <a:buChar char="•"/>
            </a:pPr>
            <a:r>
              <a:rPr lang="en-US"/>
              <a:t>A type of modem to connect to the Internet service provider's (ISP's) network (typically labeled as the WAN port). </a:t>
            </a:r>
          </a:p>
          <a:p>
            <a:pPr marL="171450" indent="-171450">
              <a:buFont typeface="Arial" panose="020B0604020202020204" pitchFamily="34" charset="0"/>
              <a:buChar char="•"/>
            </a:pPr>
            <a:r>
              <a:rPr lang="en-US"/>
              <a:t>In the example in the diagram, the WAN interface is another RJ45 port designed to connect to a fiber to the premise's Internet service using the same Ethernet technology as the local network. </a:t>
            </a:r>
          </a:p>
          <a:p>
            <a:pPr marL="171450" indent="-171450">
              <a:buFont typeface="Arial" panose="020B0604020202020204" pitchFamily="34" charset="0"/>
              <a:buChar char="•"/>
            </a:pPr>
            <a:r>
              <a:rPr lang="en-US"/>
              <a:t>On other SOHO routers, there may be a different type of WAN modem, such as an RJ11 port to connect to a digital subscriber line (DSL) service, or a F-connector coax jack to connect to a cable service.</a:t>
            </a:r>
          </a:p>
          <a:p>
            <a:pPr marL="6350">
              <a:buNone/>
            </a:pPr>
            <a:endParaRPr lang="en-US"/>
          </a:p>
          <a:p>
            <a:pPr marL="6350">
              <a:buNone/>
            </a:pPr>
            <a:r>
              <a:rPr lang="en-US" b="0"/>
              <a:t>Image Description:</a:t>
            </a:r>
          </a:p>
          <a:p>
            <a:pPr marL="6350">
              <a:buNone/>
            </a:pPr>
            <a:r>
              <a:rPr lang="en-US"/>
              <a:t>The options are as follows.</a:t>
            </a:r>
          </a:p>
          <a:p>
            <a:pPr marL="171450" indent="-163513">
              <a:buFont typeface="+mj-lt"/>
              <a:buAutoNum type="arabicPeriod"/>
            </a:pPr>
            <a:r>
              <a:rPr lang="en-US"/>
              <a:t>R J-45 ports to connect hosts on the local network via cables.</a:t>
            </a:r>
          </a:p>
          <a:p>
            <a:pPr marL="171450" indent="-163513">
              <a:buFont typeface="+mj-lt"/>
              <a:buAutoNum type="arabicPeriod"/>
            </a:pPr>
            <a:r>
              <a:rPr lang="en-US"/>
              <a:t>Radio antennas to send and receive wireless signals.</a:t>
            </a:r>
          </a:p>
          <a:p>
            <a:pPr marL="171450" indent="-163513">
              <a:buFont typeface="+mj-lt"/>
              <a:buAutoNum type="arabicPeriod"/>
            </a:pPr>
            <a:r>
              <a:rPr lang="en-US"/>
              <a:t>WAN port to connect to the Internet Service Provider (ISP) network.</a:t>
            </a:r>
          </a:p>
          <a:p>
            <a:pPr marL="6350">
              <a:buNone/>
            </a:pPr>
            <a:endParaRPr lang="en-US"/>
          </a:p>
          <a:p>
            <a:pPr marL="6350">
              <a:buNone/>
            </a:pPr>
            <a:r>
              <a:rPr lang="en-US" b="0"/>
              <a:t>Image Caption:</a:t>
            </a:r>
          </a:p>
          <a:p>
            <a:pPr marL="6350">
              <a:buNone/>
            </a:pPr>
            <a:r>
              <a:rPr lang="en-US"/>
              <a:t>Physical layer connectivity options on a SOHO router.</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29</a:t>
            </a:fld>
            <a:endParaRPr lang="en-US"/>
          </a:p>
        </p:txBody>
      </p:sp>
    </p:spTree>
    <p:extLst>
      <p:ext uri="{BB962C8B-B14F-4D97-AF65-F5344CB8AC3E}">
        <p14:creationId xmlns:p14="http://schemas.microsoft.com/office/powerpoint/2010/main" val="32826802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sz="900" b="1" i="0" u="none" strike="noStrike" cap="none">
                <a:cs typeface="Arial"/>
                <a:sym typeface="Arial"/>
              </a:rPr>
              <a:t>Suggested Instructional Tips – SOHO Router: Data Link Layer</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cap="none">
                <a:cs typeface="Arial"/>
                <a:sym typeface="Arial"/>
              </a:rPr>
              <a:t>The Data Link Layer functions of a SOHO router include an Ethernet Switch, a Wireless Access Point, and MAC addressing. </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b="0" i="0" u="none" strike="noStrike" cap="none">
              <a:cs typeface="Arial"/>
              <a:sym typeface="Arial"/>
            </a:endParaRP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cap="none">
                <a:cs typeface="Arial"/>
                <a:sym typeface="Arial"/>
              </a:rPr>
              <a:t>Consider showing students an online SOHO router emulator to illustrate the configuration settings and monitoring tools for these different functions. </a:t>
            </a:r>
          </a:p>
          <a:p>
            <a:pPr algn="l">
              <a:buFont typeface="Arial" panose="020B0604020202020204" pitchFamily="34" charset="0"/>
              <a:buNone/>
            </a:pPr>
            <a:endParaRPr lang="en-US" sz="900" b="0" i="0" u="none" strike="noStrike" cap="none">
              <a:cs typeface="Arial"/>
              <a:sym typeface="Arial"/>
            </a:endParaRPr>
          </a:p>
          <a:p>
            <a:pPr marL="171450" indent="-171450">
              <a:buFont typeface="Arial" panose="020B0604020202020204" pitchFamily="34" charset="0"/>
              <a:buChar char="•"/>
            </a:pPr>
            <a:r>
              <a:rPr lang="en-US">
                <a:sym typeface="Arial"/>
              </a:rPr>
              <a:t>Ethernet switch—The RJ45 jacks are connected internally by an Ethernet switch.</a:t>
            </a:r>
          </a:p>
          <a:p>
            <a:pPr marL="171450" indent="-171450">
              <a:buFont typeface="Arial" panose="020B0604020202020204" pitchFamily="34" charset="0"/>
              <a:buChar char="•"/>
            </a:pPr>
            <a:r>
              <a:rPr lang="en-US">
                <a:sym typeface="Arial"/>
              </a:rPr>
              <a:t>Wireless access point—The radio antennae implement some version of the Wi-Fi standard. The access point functions as a wireless hub, allowing stations (PCs, tablets, smartphones, and printers) to form a wireless network. The access point is also wired to the Ethernet switch via an internal port. This forms a bridge between the cabled and wireless segments, creating a single logical Data Link network.</a:t>
            </a:r>
          </a:p>
          <a:p>
            <a:pPr marL="158750" indent="0" algn="l">
              <a:buFont typeface="Arial" panose="020B0604020202020204" pitchFamily="34" charset="0"/>
              <a:buNone/>
            </a:pPr>
            <a:endParaRPr lang="en-US" sz="900" b="0" i="0" u="none" strike="noStrike" cap="none">
              <a:cs typeface="Arial"/>
              <a:sym typeface="Arial"/>
            </a:endParaRP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kern="1200" cap="none">
                <a:ea typeface="+mn-ea"/>
                <a:cs typeface="Arial"/>
                <a:sym typeface="Arial"/>
              </a:rPr>
              <a:t>At this layer, each host interface is identified by a media access control (MAC) address. For example, each NIC port in the computers and each radio in the mobile devices has a unique MAC address.</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b="0" i="0" u="none" strike="noStrike" kern="1200" cap="none">
              <a:ea typeface="+mn-ea"/>
              <a:cs typeface="Arial"/>
              <a:sym typeface="Arial"/>
            </a:endParaRP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kern="1200" cap="none">
                <a:ea typeface="+mn-ea"/>
                <a:cs typeface="Arial"/>
                <a:sym typeface="Arial"/>
              </a:rPr>
              <a:t>Image Description:</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kern="1200" cap="none">
                <a:ea typeface="+mn-ea"/>
                <a:cs typeface="Arial"/>
                <a:sym typeface="Arial"/>
              </a:rPr>
              <a:t>The steps are as follows.</a:t>
            </a:r>
          </a:p>
          <a:p>
            <a:pPr marL="228600" marR="0" lvl="0" indent="-228600" algn="l" defTabSz="685526"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a:ea typeface="+mn-ea"/>
                <a:cs typeface="Arial"/>
                <a:sym typeface="Arial"/>
              </a:rPr>
              <a:t>Access point is internally wired to a switch port.</a:t>
            </a:r>
          </a:p>
          <a:p>
            <a:pPr marL="228600" marR="0" lvl="0" indent="-228600" algn="l" defTabSz="685526"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a:ea typeface="+mn-ea"/>
                <a:cs typeface="Arial"/>
                <a:sym typeface="Arial"/>
              </a:rPr>
              <a:t>Cabled and wireless hosts are all on the same layer 2 local network.</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b="0" i="0" u="none" strike="noStrike" kern="1200" cap="none">
              <a:ea typeface="+mn-ea"/>
              <a:cs typeface="Arial"/>
              <a:sym typeface="Arial"/>
            </a:endParaRP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kern="1200" cap="none">
                <a:ea typeface="+mn-ea"/>
                <a:cs typeface="Arial"/>
                <a:sym typeface="Arial"/>
              </a:rPr>
              <a:t>Image Caption:</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kern="1200" cap="none">
                <a:ea typeface="+mn-ea"/>
                <a:cs typeface="Arial"/>
                <a:sym typeface="Arial"/>
              </a:rPr>
              <a:t>Data Link layer local network segment. (Images © 123RF.com.)</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30</a:t>
            </a:fld>
            <a:endParaRPr lang="en-US"/>
          </a:p>
        </p:txBody>
      </p:sp>
    </p:spTree>
    <p:extLst>
      <p:ext uri="{BB962C8B-B14F-4D97-AF65-F5344CB8AC3E}">
        <p14:creationId xmlns:p14="http://schemas.microsoft.com/office/powerpoint/2010/main" val="3721342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i="0">
                <a:effectLst/>
              </a:rPr>
              <a:t>Suggested Instructional Tips – </a:t>
            </a:r>
            <a:r>
              <a:rPr lang="en-US" sz="900" b="1"/>
              <a:t>SOHO Router – Network Layer</a:t>
            </a:r>
            <a:endParaRPr lang="en-US" sz="900"/>
          </a:p>
          <a:p>
            <a:pPr marL="171450" indent="-171450">
              <a:buFont typeface="Arial" panose="020B0604020202020204" pitchFamily="34" charset="0"/>
              <a:buChar char="•"/>
            </a:pPr>
            <a:r>
              <a:rPr lang="en-US"/>
              <a:t>The router makes forwarding decisions between the local private network and the public Internet</a:t>
            </a:r>
          </a:p>
          <a:p>
            <a:pPr marL="171450" indent="-171450">
              <a:buFont typeface="Arial" panose="020B0604020202020204" pitchFamily="34" charset="0"/>
              <a:buChar char="•"/>
            </a:pPr>
            <a:r>
              <a:rPr lang="en-US"/>
              <a:t>The SOHO router's WAN interface is allocated a public IP address. When a host on the local network tries to access any valid IP address outside the router’s assigned range, the router forwards that packet over its WAN interface and directs any replies back to the host on the LAN.</a:t>
            </a:r>
          </a:p>
          <a:p>
            <a:pPr marL="0" indent="0">
              <a:buFont typeface="Arial" panose="020B0604020202020204" pitchFamily="34" charset="0"/>
              <a:buNone/>
            </a:pPr>
            <a:endParaRPr lang="en-US" sz="900" b="0" i="0">
              <a:effectLst/>
              <a:highlight>
                <a:srgbClr val="FFFFFF"/>
              </a:highlight>
            </a:endParaRPr>
          </a:p>
          <a:p>
            <a:pPr marL="0" indent="0">
              <a:buFont typeface="Arial" panose="020B0604020202020204" pitchFamily="34" charset="0"/>
              <a:buNone/>
            </a:pPr>
            <a:endParaRPr lang="en-US" sz="900" b="0" i="0">
              <a:effectLst/>
              <a:highlight>
                <a:srgbClr val="FFFFFF"/>
              </a:highlight>
            </a:endParaRPr>
          </a:p>
          <a:p>
            <a:pPr marL="0" indent="0">
              <a:buFont typeface="Arial" panose="020B0604020202020204" pitchFamily="34" charset="0"/>
              <a:buNone/>
            </a:pPr>
            <a:r>
              <a:rPr lang="en-US" sz="900" b="0" i="0">
                <a:effectLst/>
                <a:highlight>
                  <a:srgbClr val="FFFFFF"/>
                </a:highlight>
              </a:rPr>
              <a:t>Image Description:</a:t>
            </a:r>
          </a:p>
          <a:p>
            <a:pPr marL="0" indent="0">
              <a:buFont typeface="Arial" panose="020B0604020202020204" pitchFamily="34" charset="0"/>
              <a:buNone/>
            </a:pPr>
            <a:r>
              <a:rPr lang="en-US" sz="900" b="0" i="0">
                <a:effectLst/>
                <a:highlight>
                  <a:srgbClr val="FFFFFF"/>
                </a:highlight>
              </a:rPr>
              <a:t>The steps are as follows.</a:t>
            </a:r>
          </a:p>
          <a:p>
            <a:pPr marL="228600" indent="-228600">
              <a:buFont typeface="+mj-lt"/>
              <a:buAutoNum type="arabicPeriod"/>
            </a:pPr>
            <a:r>
              <a:rPr lang="en-US" sz="900" b="0" i="0">
                <a:effectLst/>
                <a:highlight>
                  <a:srgbClr val="FFFFFF"/>
                </a:highlight>
              </a:rPr>
              <a:t>Hosts attached to a switch port or connected to the access point are on the same layer 3 network (192.168.1.0 slash 24).</a:t>
            </a:r>
          </a:p>
          <a:p>
            <a:pPr marL="228600" indent="-228600">
              <a:buFont typeface="+mj-lt"/>
              <a:buAutoNum type="arabicPeriod"/>
            </a:pPr>
            <a:r>
              <a:rPr lang="en-US" sz="900" b="0" i="0">
                <a:effectLst/>
                <a:highlight>
                  <a:srgbClr val="FFFFFF"/>
                </a:highlight>
              </a:rPr>
              <a:t>Any communications for other networks must be forwarded via the router.</a:t>
            </a:r>
          </a:p>
          <a:p>
            <a:pPr marL="0" indent="0">
              <a:buFont typeface="Arial" panose="020B0604020202020204" pitchFamily="34" charset="0"/>
              <a:buNone/>
            </a:pPr>
            <a:endParaRPr lang="en-US" sz="900" b="0" i="0">
              <a:effectLst/>
              <a:highlight>
                <a:srgbClr val="FFFFFF"/>
              </a:highlight>
            </a:endParaRPr>
          </a:p>
          <a:p>
            <a:pPr marL="0" indent="0">
              <a:buFont typeface="Arial" panose="020B0604020202020204" pitchFamily="34" charset="0"/>
              <a:buNone/>
            </a:pPr>
            <a:r>
              <a:rPr lang="en-US" sz="900" b="0" i="0">
                <a:effectLst/>
                <a:highlight>
                  <a:srgbClr val="FFFFFF"/>
                </a:highlight>
              </a:rPr>
              <a:t>Image Caption:</a:t>
            </a:r>
          </a:p>
          <a:p>
            <a:pPr marL="0" indent="0">
              <a:buFont typeface="Arial" panose="020B0604020202020204" pitchFamily="34" charset="0"/>
              <a:buNone/>
            </a:pPr>
            <a:r>
              <a:rPr lang="en-US" sz="900" b="0" i="0">
                <a:effectLst/>
                <a:highlight>
                  <a:srgbClr val="FFFFFF"/>
                </a:highlight>
              </a:rPr>
              <a:t>Network layer private and public segments. (Images © 123RF.com.)</a:t>
            </a:r>
            <a:endParaRPr lang="en-US" sz="900"/>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31</a:t>
            </a:fld>
            <a:endParaRPr lang="en-US"/>
          </a:p>
        </p:txBody>
      </p:sp>
    </p:spTree>
    <p:extLst>
      <p:ext uri="{BB962C8B-B14F-4D97-AF65-F5344CB8AC3E}">
        <p14:creationId xmlns:p14="http://schemas.microsoft.com/office/powerpoint/2010/main" val="30877551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6350" algn="l">
              <a:buNone/>
            </a:pPr>
            <a:r>
              <a:rPr lang="en-US" b="1" i="0">
                <a:effectLst/>
              </a:rPr>
              <a:t>Suggested Instructional Tips – </a:t>
            </a:r>
            <a:r>
              <a:rPr lang="en-US" b="1"/>
              <a:t>SOHO Router – Transport and Application</a:t>
            </a:r>
          </a:p>
          <a:p>
            <a:pPr marL="6350" algn="l">
              <a:buNone/>
            </a:pPr>
            <a:endParaRPr lang="en-US"/>
          </a:p>
          <a:p>
            <a:pPr marL="6350" algn="l">
              <a:buNone/>
            </a:pPr>
            <a:r>
              <a:rPr lang="en-US"/>
              <a:t>Transport Layer Functions: Port Addressing</a:t>
            </a:r>
          </a:p>
          <a:p>
            <a:pPr marL="171450" indent="-171450">
              <a:buFont typeface="Arial" panose="020B0604020202020204" pitchFamily="34" charset="0"/>
              <a:buChar char="•"/>
            </a:pPr>
            <a:r>
              <a:rPr lang="en-US"/>
              <a:t>Definition: Port addressing involves assigning specific port numbers to different types of network traffic to manage data flow.</a:t>
            </a:r>
          </a:p>
          <a:p>
            <a:pPr marL="171450" indent="-171450">
              <a:buFont typeface="Arial" panose="020B0604020202020204" pitchFamily="34" charset="0"/>
              <a:buChar char="•"/>
            </a:pPr>
            <a:r>
              <a:rPr lang="en-US"/>
              <a:t>Example:</a:t>
            </a:r>
          </a:p>
          <a:p>
            <a:pPr marL="438912" lvl="3" indent="-173736">
              <a:buFont typeface="Courier New" panose="02070309020205020404" pitchFamily="49" charset="0"/>
              <a:buChar char="o"/>
            </a:pPr>
            <a:r>
              <a:rPr lang="en-US">
                <a:highlight>
                  <a:srgbClr val="FFFFFF"/>
                </a:highlight>
              </a:rPr>
              <a:t>Port 80 for HTTP traffic.</a:t>
            </a:r>
          </a:p>
          <a:p>
            <a:pPr marL="438912" lvl="3" indent="-173736">
              <a:buFont typeface="Courier New" panose="02070309020205020404" pitchFamily="49" charset="0"/>
              <a:buChar char="o"/>
            </a:pPr>
            <a:r>
              <a:rPr lang="en-US">
                <a:highlight>
                  <a:srgbClr val="FFFFFF"/>
                </a:highlight>
              </a:rPr>
              <a:t>Port 443 for HTTPS traffic.</a:t>
            </a:r>
          </a:p>
          <a:p>
            <a:pPr marL="171450" indent="-171450">
              <a:buFont typeface="Arial" panose="020B0604020202020204" pitchFamily="34" charset="0"/>
              <a:buChar char="•"/>
            </a:pPr>
            <a:r>
              <a:rPr lang="en-US"/>
              <a:t>Function in SOHO Router:</a:t>
            </a:r>
          </a:p>
          <a:p>
            <a:pPr marL="438912" lvl="3" indent="-173736">
              <a:buFont typeface="Courier New" panose="02070309020205020404" pitchFamily="49" charset="0"/>
              <a:buChar char="o"/>
            </a:pPr>
            <a:r>
              <a:rPr lang="en-US">
                <a:highlight>
                  <a:srgbClr val="FFFFFF"/>
                </a:highlight>
              </a:rPr>
              <a:t>Directs incoming and outgoing traffic to the correct application or service.</a:t>
            </a:r>
          </a:p>
          <a:p>
            <a:pPr marL="438912" lvl="3" indent="-173736">
              <a:buFont typeface="Courier New" panose="02070309020205020404" pitchFamily="49" charset="0"/>
              <a:buChar char="o"/>
            </a:pPr>
            <a:r>
              <a:rPr lang="en-US">
                <a:highlight>
                  <a:srgbClr val="FFFFFF"/>
                </a:highlight>
              </a:rPr>
              <a:t>Ensures data packets reach the appropriate application on the network.</a:t>
            </a:r>
          </a:p>
          <a:p>
            <a:pPr marL="158750" indent="0" algn="l">
              <a:buNone/>
            </a:pPr>
            <a:endParaRPr lang="en-US"/>
          </a:p>
          <a:p>
            <a:pPr marL="6350" algn="l">
              <a:buNone/>
            </a:pPr>
            <a:r>
              <a:rPr lang="en-US"/>
              <a:t>Application Layer Functions: Firewall Rules</a:t>
            </a:r>
          </a:p>
          <a:p>
            <a:pPr marL="171450" indent="-171450">
              <a:buFont typeface="Arial" panose="020B0604020202020204" pitchFamily="34" charset="0"/>
              <a:buChar char="•"/>
            </a:pPr>
            <a:r>
              <a:rPr lang="en-US"/>
              <a:t>Definition: Firewall rules are security policies that control incoming and outgoing network traffic based on predetermined security rules.</a:t>
            </a:r>
          </a:p>
          <a:p>
            <a:pPr marL="171450" indent="-171450">
              <a:buFont typeface="Arial" panose="020B0604020202020204" pitchFamily="34" charset="0"/>
              <a:buChar char="•"/>
            </a:pPr>
            <a:r>
              <a:rPr lang="en-US"/>
              <a:t>Example:</a:t>
            </a:r>
          </a:p>
          <a:p>
            <a:pPr marL="438912" lvl="3" indent="-173736">
              <a:buFont typeface="Courier New" panose="02070309020205020404" pitchFamily="49" charset="0"/>
              <a:buChar char="o"/>
            </a:pPr>
            <a:r>
              <a:rPr lang="en-US">
                <a:highlight>
                  <a:srgbClr val="FFFFFF"/>
                </a:highlight>
              </a:rPr>
              <a:t>Allowing or blocking traffic from specific IP addresses.</a:t>
            </a:r>
          </a:p>
          <a:p>
            <a:pPr marL="438912" lvl="3" indent="-173736">
              <a:buFont typeface="Courier New" panose="02070309020205020404" pitchFamily="49" charset="0"/>
              <a:buChar char="o"/>
            </a:pPr>
            <a:r>
              <a:rPr lang="en-US">
                <a:highlight>
                  <a:srgbClr val="FFFFFF"/>
                </a:highlight>
              </a:rPr>
              <a:t>Permitting or denying traffic on certain ports.</a:t>
            </a:r>
          </a:p>
          <a:p>
            <a:pPr marL="171450" indent="-171450">
              <a:buFont typeface="Arial" panose="020B0604020202020204" pitchFamily="34" charset="0"/>
              <a:buChar char="•"/>
            </a:pPr>
            <a:r>
              <a:rPr lang="en-US"/>
              <a:t>Function in SOHO Router:</a:t>
            </a:r>
          </a:p>
          <a:p>
            <a:pPr marL="438912" lvl="3" indent="-173736">
              <a:buFont typeface="Courier New" panose="02070309020205020404" pitchFamily="49" charset="0"/>
              <a:buChar char="o"/>
            </a:pPr>
            <a:r>
              <a:rPr lang="en-US">
                <a:highlight>
                  <a:srgbClr val="FFFFFF"/>
                </a:highlight>
              </a:rPr>
              <a:t>Protects the network by filtering traffic.</a:t>
            </a:r>
          </a:p>
          <a:p>
            <a:pPr marL="438912" lvl="3" indent="-173736">
              <a:buFont typeface="Courier New" panose="02070309020205020404" pitchFamily="49" charset="0"/>
              <a:buChar char="o"/>
            </a:pPr>
            <a:r>
              <a:rPr lang="en-US">
                <a:highlight>
                  <a:srgbClr val="FFFFFF"/>
                </a:highlight>
              </a:rPr>
              <a:t>Prevents unauthorized access and potential threats.</a:t>
            </a:r>
          </a:p>
          <a:p>
            <a:pPr marL="438912" lvl="3" indent="-173736">
              <a:buFont typeface="Courier New" panose="02070309020205020404" pitchFamily="49" charset="0"/>
              <a:buChar char="o"/>
            </a:pPr>
            <a:r>
              <a:rPr lang="en-US">
                <a:highlight>
                  <a:srgbClr val="FFFFFF"/>
                </a:highlight>
              </a:rPr>
              <a:t>Manages which applications and services can communicate over the network.</a:t>
            </a:r>
          </a:p>
        </p:txBody>
      </p:sp>
      <p:sp>
        <p:nvSpPr>
          <p:cNvPr id="4" name="Footer Placeholder 3">
            <a:extLst>
              <a:ext uri="{FF2B5EF4-FFF2-40B4-BE49-F238E27FC236}">
                <a16:creationId xmlns:a16="http://schemas.microsoft.com/office/drawing/2014/main" id="{976366F6-DEA3-3E03-7C94-980EC69EC129}"/>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2B8119BA-9E37-5CC3-4B3D-EDE2D0F14FC9}"/>
              </a:ext>
            </a:extLst>
          </p:cNvPr>
          <p:cNvSpPr>
            <a:spLocks noGrp="1"/>
          </p:cNvSpPr>
          <p:nvPr>
            <p:ph type="sldNum" sz="quarter" idx="5"/>
          </p:nvPr>
        </p:nvSpPr>
        <p:spPr/>
        <p:txBody>
          <a:bodyPr/>
          <a:lstStyle/>
          <a:p>
            <a:fld id="{64FC1154-15AF-4CEB-AEC9-7A3CFB195EFA}" type="slidenum">
              <a:rPr lang="en-US" smtClean="0"/>
              <a:t>32</a:t>
            </a:fld>
            <a:endParaRPr lang="en-US"/>
          </a:p>
        </p:txBody>
      </p:sp>
    </p:spTree>
    <p:extLst>
      <p:ext uri="{BB962C8B-B14F-4D97-AF65-F5344CB8AC3E}">
        <p14:creationId xmlns:p14="http://schemas.microsoft.com/office/powerpoint/2010/main" val="9091373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i="0">
                <a:effectLst/>
              </a:rPr>
              <a:t>Suggested Instructional Tips – </a:t>
            </a:r>
            <a:r>
              <a:rPr lang="en-US" b="1"/>
              <a:t>SOHO Router – The Internet</a:t>
            </a:r>
            <a:endParaRPr lang="en-US"/>
          </a:p>
          <a:p>
            <a:pPr marL="171450" indent="-171450">
              <a:buFont typeface="Arial" panose="020B0604020202020204" pitchFamily="34" charset="0"/>
              <a:buChar char="•"/>
            </a:pPr>
            <a:r>
              <a:rPr lang="en-US"/>
              <a:t>The WAN interface of the router connects the SOHO network to the Internet ​</a:t>
            </a:r>
          </a:p>
          <a:p>
            <a:pPr marL="171450" indent="-171450">
              <a:buFont typeface="Arial" panose="020B0604020202020204" pitchFamily="34" charset="0"/>
              <a:buChar char="•"/>
            </a:pPr>
            <a:r>
              <a:rPr lang="en-US"/>
              <a:t>The Public Switched Telephone Network (PSTN) facilitates Internet access for SOHO subscribers</a:t>
            </a:r>
          </a:p>
          <a:p>
            <a:pPr marL="171450" indent="-171450">
              <a:buFont typeface="Arial" panose="020B0604020202020204" pitchFamily="34" charset="0"/>
              <a:buChar char="•"/>
            </a:pPr>
            <a:r>
              <a:rPr lang="en-US"/>
              <a:t>SOHO routers play a crucial role in connecting local networks to the Internet, adhering to Internet standards for IP address allocation, protocols, and security.</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a:p>
            <a:endParaRPr lang="en-US" b="1"/>
          </a:p>
          <a:p>
            <a:endParaRPr lang="en-US" b="1"/>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33</a:t>
            </a:fld>
            <a:endParaRPr lang="en-US"/>
          </a:p>
        </p:txBody>
      </p:sp>
    </p:spTree>
    <p:extLst>
      <p:ext uri="{BB962C8B-B14F-4D97-AF65-F5344CB8AC3E}">
        <p14:creationId xmlns:p14="http://schemas.microsoft.com/office/powerpoint/2010/main" val="34425822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pPr>
            <a:r>
              <a:rPr lang="en-US" b="1" i="0">
                <a:effectLst/>
              </a:rPr>
              <a:t>Suggested Instructional Tips – The Decimal System </a:t>
            </a:r>
            <a:r>
              <a:rPr lang="en-US" b="1" kern="100">
                <a:effectLst/>
                <a:ea typeface="Calibri" panose="020F0502020204030204" pitchFamily="34" charset="0"/>
                <a:cs typeface="Times New Roman" panose="02020603050405020304" pitchFamily="18" charset="0"/>
              </a:rPr>
              <a:t>– Base 10</a:t>
            </a:r>
            <a:endParaRPr lang="en-US" kern="100">
              <a:effectLst/>
              <a:ea typeface="Calibri" panose="020F0502020204030204" pitchFamily="34" charset="0"/>
              <a:cs typeface="Times New Roman" panose="02020603050405020304" pitchFamily="18" charset="0"/>
            </a:endParaRPr>
          </a:p>
          <a:p>
            <a:pPr marL="0" marR="0">
              <a:spcBef>
                <a:spcPts val="0"/>
              </a:spcBef>
            </a:pPr>
            <a:r>
              <a:rPr lang="en-US" kern="100">
                <a:effectLst/>
                <a:ea typeface="Calibri" panose="020F0502020204030204" pitchFamily="34" charset="0"/>
                <a:cs typeface="Times New Roman" panose="02020603050405020304" pitchFamily="18" charset="0"/>
              </a:rPr>
              <a:t>The decimal system is the familiar numbering system that we use in our daily lives. The decimal system is also called Base 10 because it is built around ten unique digits: 0, 1, 2, 3, 4, 5, 6, 7, 8, and 9. </a:t>
            </a:r>
          </a:p>
          <a:p>
            <a:pPr marL="171450" marR="0" lvl="1" indent="-171450">
              <a:spcBef>
                <a:spcPts val="0"/>
              </a:spcBef>
              <a:buFont typeface="Arial" panose="020B0604020202020204" pitchFamily="34" charset="0"/>
              <a:buChar char="•"/>
            </a:pPr>
            <a:r>
              <a:rPr lang="en-US"/>
              <a:t>In base-10, each digit can be 0 to 9. </a:t>
            </a:r>
          </a:p>
          <a:p>
            <a:pPr marL="171450" marR="0" lvl="1" indent="-171450">
              <a:spcBef>
                <a:spcPts val="0"/>
              </a:spcBef>
              <a:buFont typeface="Arial" panose="020B0604020202020204" pitchFamily="34" charset="0"/>
              <a:buChar char="•"/>
            </a:pPr>
            <a:r>
              <a:rPr lang="en-US"/>
              <a:t>The values of the places or positions of the numbers are based on powers of 10. </a:t>
            </a:r>
          </a:p>
          <a:p>
            <a:pPr marL="171450" marR="0" lvl="1" indent="-171450">
              <a:spcBef>
                <a:spcPts val="0"/>
              </a:spcBef>
              <a:buFont typeface="Arial" panose="020B0604020202020204" pitchFamily="34" charset="0"/>
              <a:buChar char="•"/>
            </a:pPr>
            <a:r>
              <a:rPr lang="en-US"/>
              <a:t>Each number position is 10 times the value to the right of it, thus the term base-10.</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34</a:t>
            </a:fld>
            <a:endParaRPr lang="en-US"/>
          </a:p>
        </p:txBody>
      </p:sp>
    </p:spTree>
    <p:extLst>
      <p:ext uri="{BB962C8B-B14F-4D97-AF65-F5344CB8AC3E}">
        <p14:creationId xmlns:p14="http://schemas.microsoft.com/office/powerpoint/2010/main" val="8803417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en-US" b="1" i="0">
                <a:effectLst/>
              </a:rPr>
              <a:t>Suggested Instructional Tips – </a:t>
            </a:r>
            <a:r>
              <a:rPr lang="en-US" b="1"/>
              <a:t>The </a:t>
            </a:r>
            <a:r>
              <a:rPr lang="en-US" sz="900" b="1" kern="100">
                <a:effectLst/>
                <a:ea typeface="Calibri" panose="020F0502020204030204" pitchFamily="34" charset="0"/>
                <a:cs typeface="Times New Roman" panose="02020603050405020304" pitchFamily="18" charset="0"/>
              </a:rPr>
              <a:t>Binary Numbers – Base </a:t>
            </a:r>
            <a:r>
              <a:rPr lang="en-US" b="1" kern="100">
                <a:ea typeface="Calibri" panose="020F0502020204030204" pitchFamily="34" charset="0"/>
                <a:cs typeface="Times New Roman" panose="02020603050405020304" pitchFamily="18" charset="0"/>
              </a:rPr>
              <a:t>2</a:t>
            </a:r>
            <a:endParaRPr lang="en-US" sz="900" b="1" kern="100">
              <a:effectLst/>
              <a:ea typeface="Calibri" panose="020F0502020204030204" pitchFamily="34" charset="0"/>
              <a:cs typeface="Times New Roman" panose="02020603050405020304" pitchFamily="18" charset="0"/>
            </a:endParaRPr>
          </a:p>
          <a:p>
            <a:pPr marL="0" marR="0"/>
            <a:r>
              <a:rPr lang="en-US" sz="900" kern="100">
                <a:effectLst/>
                <a:ea typeface="Calibri" panose="020F0502020204030204" pitchFamily="34" charset="0"/>
                <a:cs typeface="Times New Roman" panose="02020603050405020304" pitchFamily="18" charset="0"/>
              </a:rPr>
              <a:t>The binary system is also called Base 2 because it is built around two unique digits: 0, 1. </a:t>
            </a:r>
          </a:p>
          <a:p>
            <a:pPr marL="171450" marR="0" lvl="1" indent="-171450">
              <a:buFont typeface="Arial" panose="020B0604020202020204" pitchFamily="34" charset="0"/>
              <a:buChar char="•"/>
            </a:pPr>
            <a:r>
              <a:rPr lang="en-US"/>
              <a:t>In base 2, each digit can only be a 0 to 1 depending on its place. </a:t>
            </a:r>
          </a:p>
          <a:p>
            <a:pPr marL="171450" marR="0" lvl="1" indent="-171450">
              <a:buFont typeface="Arial" panose="020B0604020202020204" pitchFamily="34" charset="0"/>
              <a:buChar char="•"/>
            </a:pPr>
            <a:r>
              <a:rPr lang="en-US"/>
              <a:t>The values of the places or positions of the numbers are based on powers of 2. </a:t>
            </a:r>
          </a:p>
          <a:p>
            <a:pPr marL="171450" lvl="1" indent="-171450">
              <a:buFont typeface="Arial" panose="020B0604020202020204" pitchFamily="34" charset="0"/>
              <a:buChar char="•"/>
            </a:pPr>
            <a:r>
              <a:rPr lang="en-US"/>
              <a:t>Each number position is 2 times the value to the right of it, thus the term base 2.</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35</a:t>
            </a:fld>
            <a:endParaRPr lang="en-US"/>
          </a:p>
        </p:txBody>
      </p:sp>
    </p:spTree>
    <p:extLst>
      <p:ext uri="{BB962C8B-B14F-4D97-AF65-F5344CB8AC3E}">
        <p14:creationId xmlns:p14="http://schemas.microsoft.com/office/powerpoint/2010/main" val="18113745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spcBef>
                <a:spcPts val="0"/>
              </a:spcBef>
              <a:buFont typeface="Arial" panose="020B0604020202020204" pitchFamily="34" charset="0"/>
              <a:buNone/>
            </a:pPr>
            <a:r>
              <a:rPr lang="en-US" b="1" kern="100">
                <a:effectLst/>
                <a:ea typeface="Calibri" panose="020F0502020204030204" pitchFamily="34" charset="0"/>
                <a:cs typeface="Times New Roman" panose="02020603050405020304" pitchFamily="18" charset="0"/>
              </a:rPr>
              <a:t>Suggested Activity – Binary Conversion</a:t>
            </a:r>
          </a:p>
          <a:p>
            <a:pPr marL="0" marR="0" indent="0">
              <a:spcBef>
                <a:spcPts val="0"/>
              </a:spcBef>
              <a:buFont typeface="Arial" panose="020B0604020202020204" pitchFamily="34" charset="0"/>
              <a:buNone/>
            </a:pPr>
            <a:r>
              <a:rPr lang="en-US" b="0" kern="100">
                <a:effectLst/>
                <a:ea typeface="Calibri" panose="020F0502020204030204" pitchFamily="34" charset="0"/>
                <a:cs typeface="Times New Roman" panose="02020603050405020304" pitchFamily="18" charset="0"/>
              </a:rPr>
              <a:t>Work on this conversion as a group. </a:t>
            </a:r>
          </a:p>
          <a:p>
            <a:pPr marL="171450" marR="0" lvl="1" indent="-171450">
              <a:spcBef>
                <a:spcPts val="0"/>
              </a:spcBef>
              <a:buFont typeface="Arial" panose="020B0604020202020204" pitchFamily="34" charset="0"/>
              <a:buChar char="•"/>
            </a:pPr>
            <a:r>
              <a:rPr lang="en-US"/>
              <a:t>The binary system is also called Base 2 because it is built around two unique digits: 0, and 1. </a:t>
            </a:r>
          </a:p>
          <a:p>
            <a:pPr marL="438912" marR="0" lvl="3" indent="-173736">
              <a:spcBef>
                <a:spcPts val="0"/>
              </a:spcBef>
              <a:buFont typeface="Courier New" panose="02070309020205020404" pitchFamily="49" charset="0"/>
              <a:buChar char="o"/>
            </a:pPr>
            <a:r>
              <a:rPr lang="en-US">
                <a:highlight>
                  <a:srgbClr val="FFFFFF"/>
                </a:highlight>
              </a:rPr>
              <a:t>In base 2, each digit can only be a 0 to 1 depending on its place. </a:t>
            </a:r>
          </a:p>
          <a:p>
            <a:pPr marL="438912" marR="0" lvl="3" indent="-173736">
              <a:spcBef>
                <a:spcPts val="0"/>
              </a:spcBef>
              <a:buFont typeface="Courier New" panose="02070309020205020404" pitchFamily="49" charset="0"/>
              <a:buChar char="o"/>
            </a:pPr>
            <a:r>
              <a:rPr lang="en-US">
                <a:highlight>
                  <a:srgbClr val="FFFFFF"/>
                </a:highlight>
              </a:rPr>
              <a:t>The values of the places or positions of the numbers are based on powers of 2. </a:t>
            </a:r>
          </a:p>
          <a:p>
            <a:pPr marL="438912" marR="0" lvl="3" indent="-173736">
              <a:spcBef>
                <a:spcPts val="0"/>
              </a:spcBef>
              <a:buFont typeface="Courier New" panose="02070309020205020404" pitchFamily="49" charset="0"/>
              <a:buChar char="o"/>
            </a:pPr>
            <a:r>
              <a:rPr lang="en-US">
                <a:highlight>
                  <a:srgbClr val="FFFFFF"/>
                </a:highlight>
              </a:rPr>
              <a:t>Each number position is 2 times the value to the right of it, thus the term base 2.</a:t>
            </a:r>
          </a:p>
          <a:p>
            <a:pPr marL="0" marR="0" indent="0">
              <a:spcBef>
                <a:spcPts val="0"/>
              </a:spcBef>
              <a:buNone/>
            </a:pPr>
            <a:endParaRPr lang="en-US" b="0" kern="100">
              <a:effectLst/>
              <a:ea typeface="Calibri" panose="020F0502020204030204" pitchFamily="34" charset="0"/>
              <a:cs typeface="Times New Roman" panose="02020603050405020304" pitchFamily="18" charset="0"/>
            </a:endParaRPr>
          </a:p>
          <a:p>
            <a:pPr marL="0" marR="0" indent="0">
              <a:spcBef>
                <a:spcPts val="0"/>
              </a:spcBef>
              <a:buNone/>
            </a:pPr>
            <a:r>
              <a:rPr lang="en-US" b="0" kern="100">
                <a:effectLst/>
                <a:ea typeface="Calibri" panose="020F0502020204030204" pitchFamily="34" charset="0"/>
                <a:cs typeface="Times New Roman" panose="02020603050405020304" pitchFamily="18" charset="0"/>
              </a:rPr>
              <a:t>Instructor Notes:</a:t>
            </a:r>
          </a:p>
          <a:p>
            <a:pPr marL="0" marR="0" indent="0">
              <a:spcBef>
                <a:spcPts val="0"/>
              </a:spcBef>
              <a:buNone/>
            </a:pPr>
            <a:r>
              <a:rPr lang="en-US" kern="100">
                <a:effectLst/>
                <a:ea typeface="Calibri" panose="020F0502020204030204" pitchFamily="34" charset="0"/>
                <a:cs typeface="Times New Roman" panose="02020603050405020304" pitchFamily="18" charset="0"/>
              </a:rPr>
              <a:t>The answers will be revealed upon clicking or when you advance through the slide.</a:t>
            </a:r>
          </a:p>
          <a:p>
            <a:r>
              <a:rPr lang="en-US"/>
              <a:t>Simply add all the values where there is a '1' like this: 128+64+8+4+1=205</a:t>
            </a:r>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36</a:t>
            </a:fld>
            <a:endParaRPr lang="en-US"/>
          </a:p>
        </p:txBody>
      </p:sp>
    </p:spTree>
    <p:extLst>
      <p:ext uri="{BB962C8B-B14F-4D97-AF65-F5344CB8AC3E}">
        <p14:creationId xmlns:p14="http://schemas.microsoft.com/office/powerpoint/2010/main" val="24518939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buFont typeface="Arial" panose="020B0604020202020204" pitchFamily="34" charset="0"/>
              <a:buNone/>
            </a:pPr>
            <a:r>
              <a:rPr lang="en-US" b="1" kern="100">
                <a:effectLst/>
                <a:ea typeface="Calibri" panose="020F0502020204030204" pitchFamily="34" charset="0"/>
                <a:cs typeface="Times New Roman" panose="02020603050405020304" pitchFamily="18" charset="0"/>
              </a:rPr>
              <a:t>Suggested Activity – Binary Conversion</a:t>
            </a:r>
          </a:p>
          <a:p>
            <a:pPr marL="0" marR="0" indent="0">
              <a:buFont typeface="Arial" panose="020B0604020202020204" pitchFamily="34" charset="0"/>
              <a:buNone/>
            </a:pPr>
            <a:r>
              <a:rPr lang="en-US" kern="100">
                <a:effectLst/>
                <a:ea typeface="Calibri" panose="020F0502020204030204" pitchFamily="34" charset="0"/>
                <a:cs typeface="Times New Roman" panose="02020603050405020304" pitchFamily="18" charset="0"/>
              </a:rPr>
              <a:t>Have learners convert this on their own. </a:t>
            </a:r>
          </a:p>
          <a:p>
            <a:pPr marL="171450" lvl="1" indent="-171450">
              <a:buFont typeface="Arial" panose="020B0604020202020204" pitchFamily="34" charset="0"/>
              <a:buChar char="•"/>
            </a:pPr>
            <a:r>
              <a:rPr lang="en-US"/>
              <a:t>The binary system is also called Base 2 because it is built around two unique digits: 0, 1. </a:t>
            </a:r>
          </a:p>
          <a:p>
            <a:pPr marL="438912" lvl="3" indent="-173736">
              <a:buFont typeface="Courier New" panose="02070309020205020404" pitchFamily="49" charset="0"/>
              <a:buChar char="o"/>
            </a:pPr>
            <a:r>
              <a:rPr lang="en-US">
                <a:highlight>
                  <a:srgbClr val="FFFFFF"/>
                </a:highlight>
              </a:rPr>
              <a:t>In base 2, each digit can only be a 0 to 1 depending on its place. </a:t>
            </a:r>
          </a:p>
          <a:p>
            <a:pPr marL="438912" lvl="3" indent="-173736">
              <a:buFont typeface="Courier New" panose="02070309020205020404" pitchFamily="49" charset="0"/>
              <a:buChar char="o"/>
            </a:pPr>
            <a:r>
              <a:rPr lang="en-US">
                <a:highlight>
                  <a:srgbClr val="FFFFFF"/>
                </a:highlight>
              </a:rPr>
              <a:t>The values of the places or positions of the numbers are based on powers of 2. </a:t>
            </a:r>
          </a:p>
          <a:p>
            <a:pPr marL="438912" lvl="3" indent="-173736">
              <a:buFont typeface="Courier New" panose="02070309020205020404" pitchFamily="49" charset="0"/>
              <a:buChar char="o"/>
            </a:pPr>
            <a:r>
              <a:rPr lang="en-US">
                <a:highlight>
                  <a:srgbClr val="FFFFFF"/>
                </a:highlight>
              </a:rPr>
              <a:t>Each number position is 2 times the value to the right of it, thus the term base 2.</a:t>
            </a:r>
          </a:p>
          <a:p>
            <a:pPr marL="0" marR="0" indent="0">
              <a:buNone/>
            </a:pPr>
            <a:endParaRPr lang="en-US" b="0" kern="100">
              <a:effectLst/>
              <a:ea typeface="Calibri" panose="020F0502020204030204" pitchFamily="34" charset="0"/>
              <a:cs typeface="Times New Roman" panose="02020603050405020304" pitchFamily="18" charset="0"/>
            </a:endParaRPr>
          </a:p>
          <a:p>
            <a:pPr marL="0" marR="0" indent="0">
              <a:buNone/>
            </a:pPr>
            <a:r>
              <a:rPr lang="en-US" b="0" kern="100">
                <a:effectLst/>
                <a:ea typeface="Calibri" panose="020F0502020204030204" pitchFamily="34" charset="0"/>
                <a:cs typeface="Times New Roman" panose="02020603050405020304" pitchFamily="18" charset="0"/>
              </a:rPr>
              <a:t>Instructor Notes:</a:t>
            </a:r>
          </a:p>
          <a:p>
            <a:pPr marL="0" marR="0" indent="0">
              <a:buNone/>
            </a:pPr>
            <a:r>
              <a:rPr lang="en-US" b="0" kern="100">
                <a:effectLst/>
                <a:ea typeface="Calibri" panose="020F0502020204030204" pitchFamily="34" charset="0"/>
                <a:cs typeface="Times New Roman" panose="02020603050405020304" pitchFamily="18" charset="0"/>
              </a:rPr>
              <a:t>The answers will be revealed upon advancing through the slide.</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37</a:t>
            </a:fld>
            <a:endParaRPr lang="en-US"/>
          </a:p>
        </p:txBody>
      </p:sp>
    </p:spTree>
    <p:extLst>
      <p:ext uri="{BB962C8B-B14F-4D97-AF65-F5344CB8AC3E}">
        <p14:creationId xmlns:p14="http://schemas.microsoft.com/office/powerpoint/2010/main" val="18737937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buFont typeface="Arial" panose="020B0604020202020204" pitchFamily="34" charset="0"/>
              <a:buNone/>
            </a:pPr>
            <a:r>
              <a:rPr lang="en-US" b="1" kern="100">
                <a:effectLst/>
                <a:ea typeface="Calibri" panose="020F0502020204030204" pitchFamily="34" charset="0"/>
                <a:cs typeface="Times New Roman" panose="02020603050405020304" pitchFamily="18" charset="0"/>
              </a:rPr>
              <a:t>Suggested Activity – Binary Conversion</a:t>
            </a:r>
            <a:endParaRPr lang="en-US" kern="100">
              <a:effectLst/>
              <a:ea typeface="Calibri" panose="020F0502020204030204" pitchFamily="34" charset="0"/>
              <a:cs typeface="Times New Roman" panose="02020603050405020304" pitchFamily="18" charset="0"/>
            </a:endParaRPr>
          </a:p>
          <a:p>
            <a:pPr marL="0" marR="0" indent="0">
              <a:buFont typeface="Arial" panose="020B0604020202020204" pitchFamily="34" charset="0"/>
              <a:buNone/>
            </a:pPr>
            <a:r>
              <a:rPr lang="en-US" kern="100">
                <a:effectLst/>
                <a:ea typeface="Calibri" panose="020F0502020204030204" pitchFamily="34" charset="0"/>
                <a:cs typeface="Times New Roman" panose="02020603050405020304" pitchFamily="18" charset="0"/>
              </a:rPr>
              <a:t>Have learners convert this on their own. </a:t>
            </a:r>
          </a:p>
          <a:p>
            <a:pPr marL="171450" lvl="1" indent="-171450">
              <a:buFont typeface="Arial" panose="020B0604020202020204" pitchFamily="34" charset="0"/>
              <a:buChar char="•"/>
            </a:pPr>
            <a:r>
              <a:rPr lang="en-US"/>
              <a:t>The binary system is also called Base 2 because it is built around two unique digits: 0, 1. </a:t>
            </a:r>
          </a:p>
          <a:p>
            <a:pPr marL="438912" marR="0" lvl="3" indent="-173736">
              <a:buFont typeface="Courier New" panose="02070309020205020404" pitchFamily="49" charset="0"/>
              <a:buChar char="o"/>
            </a:pPr>
            <a:r>
              <a:rPr lang="en-US">
                <a:highlight>
                  <a:srgbClr val="FFFFFF"/>
                </a:highlight>
              </a:rPr>
              <a:t>In base 2, each digit can only be a 0 to 1 depending on its place. </a:t>
            </a:r>
          </a:p>
          <a:p>
            <a:pPr marL="438912" marR="0" lvl="3" indent="-173736">
              <a:buFont typeface="Courier New" panose="02070309020205020404" pitchFamily="49" charset="0"/>
              <a:buChar char="o"/>
            </a:pPr>
            <a:r>
              <a:rPr lang="en-US">
                <a:highlight>
                  <a:srgbClr val="FFFFFF"/>
                </a:highlight>
              </a:rPr>
              <a:t>The values of the places or positions of the numbers are based on powers of 2. </a:t>
            </a:r>
          </a:p>
          <a:p>
            <a:pPr marL="438912" marR="0" lvl="3" indent="-173736">
              <a:buFont typeface="Courier New" panose="02070309020205020404" pitchFamily="49" charset="0"/>
              <a:buChar char="o"/>
            </a:pPr>
            <a:r>
              <a:rPr lang="en-US">
                <a:highlight>
                  <a:srgbClr val="FFFFFF"/>
                </a:highlight>
              </a:rPr>
              <a:t>Each number position is 2 times the value to the right of it, thus the term base 2.</a:t>
            </a:r>
          </a:p>
          <a:p>
            <a:pPr marL="0" marR="0" indent="0">
              <a:buNone/>
            </a:pPr>
            <a:endParaRPr lang="en-US" b="0" kern="100">
              <a:effectLst/>
              <a:ea typeface="Calibri" panose="020F0502020204030204" pitchFamily="34" charset="0"/>
              <a:cs typeface="Times New Roman" panose="02020603050405020304" pitchFamily="18" charset="0"/>
            </a:endParaRPr>
          </a:p>
          <a:p>
            <a:pPr marL="0" marR="0" indent="0">
              <a:buNone/>
            </a:pPr>
            <a:r>
              <a:rPr lang="en-US" b="0" kern="100">
                <a:effectLst/>
                <a:ea typeface="Calibri" panose="020F0502020204030204" pitchFamily="34" charset="0"/>
                <a:cs typeface="Times New Roman" panose="02020603050405020304" pitchFamily="18" charset="0"/>
              </a:rPr>
              <a:t>Instructor Notes:</a:t>
            </a:r>
          </a:p>
          <a:p>
            <a:pPr marL="0" marR="0" indent="0">
              <a:buNone/>
            </a:pPr>
            <a:r>
              <a:rPr lang="en-US" b="0" kern="100">
                <a:effectLst/>
                <a:ea typeface="Calibri" panose="020F0502020204030204" pitchFamily="34" charset="0"/>
                <a:cs typeface="Times New Roman" panose="02020603050405020304" pitchFamily="18" charset="0"/>
              </a:rPr>
              <a:t>The answers will be revealed upon clicking or when you advance through the slide.</a:t>
            </a:r>
          </a:p>
          <a:p>
            <a:pPr marL="0" marR="0" indent="0">
              <a:buNone/>
            </a:pPr>
            <a:r>
              <a:rPr lang="en-US" b="0" kern="100">
                <a:effectLst/>
                <a:ea typeface="Calibri" panose="020F0502020204030204" pitchFamily="34" charset="0"/>
                <a:cs typeface="Times New Roman" panose="02020603050405020304" pitchFamily="18" charset="0"/>
              </a:rPr>
              <a:t>128+4=132, thus those numbers get a '1', all other numbers are not used thus get '0'"</a:t>
            </a:r>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38</a:t>
            </a:fld>
            <a:endParaRPr lang="en-US"/>
          </a:p>
        </p:txBody>
      </p:sp>
    </p:spTree>
    <p:extLst>
      <p:ext uri="{BB962C8B-B14F-4D97-AF65-F5344CB8AC3E}">
        <p14:creationId xmlns:p14="http://schemas.microsoft.com/office/powerpoint/2010/main" val="23493118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7938">
              <a:buNone/>
            </a:pPr>
            <a:r>
              <a:rPr lang="en-US" b="1"/>
              <a:t>Exam Objectives Covered</a:t>
            </a:r>
          </a:p>
          <a:p>
            <a:pPr marL="7938"/>
            <a:r>
              <a:rPr lang="en-US"/>
              <a:t>5.1 Explain the troubleshooting methodology.</a:t>
            </a:r>
          </a:p>
          <a:p>
            <a:pPr marL="7938"/>
            <a:endParaRPr lang="en-US"/>
          </a:p>
          <a:p>
            <a:pPr marL="7938">
              <a:buNone/>
            </a:pPr>
            <a:r>
              <a:rPr lang="en-US" b="1"/>
              <a:t>Suggested Teaching Tip</a:t>
            </a:r>
          </a:p>
          <a:p>
            <a:pPr marL="7938">
              <a:buNone/>
            </a:pPr>
            <a:r>
              <a:rPr lang="en-US"/>
              <a:t>Troubleshooting methodology is very important, both to success in the exam and in a career in IT. However, if students are already familiar with the model from A+, there are relatively few differences, so you might be able to move quickly through this topic.</a:t>
            </a:r>
          </a:p>
          <a:p>
            <a:endParaRPr lang="en-GB"/>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F9361E54-093A-074C-A8F8-3289B9E3D79B}"/>
              </a:ext>
            </a:extLst>
          </p:cNvPr>
          <p:cNvSpPr>
            <a:spLocks noGrp="1"/>
          </p:cNvSpPr>
          <p:nvPr>
            <p:ph type="sldNum" sz="quarter" idx="5"/>
          </p:nvPr>
        </p:nvSpPr>
        <p:spPr/>
        <p:txBody>
          <a:bodyPr/>
          <a:lstStyle/>
          <a:p>
            <a:fld id="{64FC1154-15AF-4CEB-AEC9-7A3CFB195EFA}" type="slidenum">
              <a:rPr lang="en-US" smtClean="0"/>
              <a:t>39</a:t>
            </a:fld>
            <a:endParaRPr lang="en-US"/>
          </a:p>
        </p:txBody>
      </p:sp>
    </p:spTree>
    <p:extLst>
      <p:ext uri="{BB962C8B-B14F-4D97-AF65-F5344CB8AC3E}">
        <p14:creationId xmlns:p14="http://schemas.microsoft.com/office/powerpoint/2010/main" val="12337098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lang="en-US" b="1" i="0">
                <a:effectLst/>
                <a:highlight>
                  <a:srgbClr val="FFFFFF"/>
                </a:highlight>
              </a:rPr>
              <a:t>Suggested Discussion – Think About It</a:t>
            </a:r>
            <a:endParaRPr lang="en-US" b="0" i="0">
              <a:effectLst/>
              <a:highlight>
                <a:srgbClr val="FFFFFF"/>
              </a:highlight>
            </a:endParaRPr>
          </a:p>
          <a:p>
            <a:pPr marL="0" marR="0" lvl="0" indent="0" algn="l" defTabSz="685526" rtl="0" eaLnBrk="1" fontAlgn="auto" latinLnBrk="0" hangingPunct="1">
              <a:lnSpc>
                <a:spcPct val="100000"/>
              </a:lnSpc>
              <a:spcBef>
                <a:spcPts val="0"/>
              </a:spcBef>
              <a:spcAft>
                <a:spcPts val="0"/>
              </a:spcAft>
              <a:buClrTx/>
              <a:buSzTx/>
              <a:buFontTx/>
              <a:buNone/>
              <a:tabLst/>
              <a:defRPr/>
            </a:pPr>
            <a:r>
              <a:rPr lang="en-US" b="0" i="0">
                <a:effectLst/>
                <a:highlight>
                  <a:srgbClr val="FFFFFF"/>
                </a:highlight>
              </a:rPr>
              <a:t>Troubleshooting methodology is very important, both to success in the exam and in a career in IT. However, if students are already familiar with the model from A+, there are relatively few differences, so you might be able to move quickly through this topic.</a:t>
            </a:r>
            <a:endParaRPr lang="en-US" i="0"/>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40</a:t>
            </a:fld>
            <a:endParaRPr lang="en-US"/>
          </a:p>
        </p:txBody>
      </p:sp>
    </p:spTree>
    <p:extLst>
      <p:ext uri="{BB962C8B-B14F-4D97-AF65-F5344CB8AC3E}">
        <p14:creationId xmlns:p14="http://schemas.microsoft.com/office/powerpoint/2010/main" val="14508233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a:xfrm>
            <a:off x="685800" y="4400550"/>
            <a:ext cx="5486400" cy="4057650"/>
          </a:xfrm>
        </p:spPr>
        <p:txBody>
          <a:bodyPr/>
          <a:lstStyle/>
          <a:p>
            <a:pPr indent="0" algn="l">
              <a:buFont typeface="Arial" panose="020B0604020202020204" pitchFamily="34" charset="0"/>
              <a:buNone/>
            </a:pPr>
            <a:r>
              <a:rPr lang="en-US" b="1" i="0">
                <a:effectLst/>
              </a:rPr>
              <a:t>Suggested Instructional Tips –</a:t>
            </a:r>
            <a:r>
              <a:rPr lang="en-US" b="1" i="0">
                <a:effectLst/>
                <a:highlight>
                  <a:srgbClr val="FFFFFF"/>
                </a:highlight>
                <a:latin typeface="+mn-lt"/>
              </a:rPr>
              <a:t> Troubleshooting Methodology</a:t>
            </a:r>
          </a:p>
          <a:p>
            <a:pPr indent="0" algn="l">
              <a:buFont typeface="Arial" panose="020B0604020202020204" pitchFamily="34" charset="0"/>
              <a:buNone/>
            </a:pPr>
            <a:r>
              <a:rPr lang="en-US" b="0" i="0">
                <a:effectLst/>
                <a:highlight>
                  <a:srgbClr val="FFFFFF"/>
                </a:highlight>
                <a:latin typeface="+mn-lt"/>
              </a:rPr>
              <a:t>Note that this slide is just an overview. We will look more closely at each of these steps in the next few slides. </a:t>
            </a:r>
          </a:p>
          <a:p>
            <a:pPr indent="0" algn="l">
              <a:buFont typeface="Arial" panose="020B0604020202020204" pitchFamily="34" charset="0"/>
              <a:buNone/>
            </a:pPr>
            <a:endParaRPr lang="en-US" b="0" i="0">
              <a:effectLst/>
              <a:highlight>
                <a:srgbClr val="FFFFFF"/>
              </a:highlight>
              <a:latin typeface="+mn-lt"/>
            </a:endParaRPr>
          </a:p>
          <a:p>
            <a:pPr marL="228600" indent="-228600">
              <a:buFont typeface="+mj-lt"/>
              <a:buAutoNum type="arabicPeriod"/>
            </a:pPr>
            <a:r>
              <a:rPr lang="en-US">
                <a:highlight>
                  <a:srgbClr val="FFFFFF"/>
                </a:highlight>
              </a:rPr>
              <a:t>Identify the problem:</a:t>
            </a:r>
          </a:p>
          <a:p>
            <a:pPr marL="514213" lvl="1" indent="-171450" algn="l">
              <a:buFont typeface="Arial" panose="020B0604020202020204" pitchFamily="34" charset="0"/>
              <a:buChar char="•"/>
            </a:pPr>
            <a:r>
              <a:rPr lang="en-US" b="0" i="0">
                <a:effectLst/>
                <a:highlight>
                  <a:srgbClr val="FFFFFF"/>
                </a:highlight>
                <a:latin typeface="+mn-lt"/>
              </a:rPr>
              <a:t>Gather information.</a:t>
            </a:r>
          </a:p>
          <a:p>
            <a:pPr marL="514213" lvl="1" indent="-171450" algn="l">
              <a:buFont typeface="Arial" panose="020B0604020202020204" pitchFamily="34" charset="0"/>
              <a:buChar char="•"/>
            </a:pPr>
            <a:r>
              <a:rPr lang="en-US" b="0" i="0">
                <a:effectLst/>
                <a:highlight>
                  <a:srgbClr val="FFFFFF"/>
                </a:highlight>
                <a:latin typeface="+mn-lt"/>
              </a:rPr>
              <a:t>Question users.</a:t>
            </a:r>
          </a:p>
          <a:p>
            <a:pPr marL="514213" lvl="1" indent="-171450" algn="l">
              <a:buFont typeface="Arial" panose="020B0604020202020204" pitchFamily="34" charset="0"/>
              <a:buChar char="•"/>
            </a:pPr>
            <a:r>
              <a:rPr lang="en-US" b="0" i="0">
                <a:effectLst/>
                <a:highlight>
                  <a:srgbClr val="FFFFFF"/>
                </a:highlight>
                <a:latin typeface="+mn-lt"/>
              </a:rPr>
              <a:t>Identify symptoms.</a:t>
            </a:r>
          </a:p>
          <a:p>
            <a:pPr marL="514213" lvl="1" indent="-171450" algn="l">
              <a:buFont typeface="Arial" panose="020B0604020202020204" pitchFamily="34" charset="0"/>
              <a:buChar char="•"/>
            </a:pPr>
            <a:r>
              <a:rPr lang="en-US" b="0" i="0">
                <a:effectLst/>
                <a:highlight>
                  <a:srgbClr val="FFFFFF"/>
                </a:highlight>
                <a:latin typeface="+mn-lt"/>
              </a:rPr>
              <a:t>Determine if anything has changed.</a:t>
            </a:r>
          </a:p>
          <a:p>
            <a:pPr marL="514213" lvl="1" indent="-171450" algn="l">
              <a:buFont typeface="Arial" panose="020B0604020202020204" pitchFamily="34" charset="0"/>
              <a:buChar char="•"/>
            </a:pPr>
            <a:r>
              <a:rPr lang="en-US" b="0" i="0">
                <a:effectLst/>
                <a:highlight>
                  <a:srgbClr val="FFFFFF"/>
                </a:highlight>
                <a:latin typeface="+mn-lt"/>
              </a:rPr>
              <a:t>Duplicate the problem, if possible.</a:t>
            </a:r>
          </a:p>
          <a:p>
            <a:pPr marL="514213" lvl="1" indent="-171450" algn="l">
              <a:buFont typeface="Arial" panose="020B0604020202020204" pitchFamily="34" charset="0"/>
              <a:buChar char="•"/>
            </a:pPr>
            <a:r>
              <a:rPr lang="en-US" b="0" i="0">
                <a:effectLst/>
                <a:highlight>
                  <a:srgbClr val="FFFFFF"/>
                </a:highlight>
                <a:latin typeface="+mn-lt"/>
              </a:rPr>
              <a:t>Approach multiple problems individually.</a:t>
            </a:r>
          </a:p>
          <a:p>
            <a:pPr marL="228600" indent="-228600" algn="l">
              <a:buFont typeface="+mj-lt"/>
              <a:buAutoNum type="arabicPeriod"/>
            </a:pPr>
            <a:r>
              <a:rPr lang="en-US" b="0" i="0">
                <a:effectLst/>
                <a:highlight>
                  <a:srgbClr val="FFFFFF"/>
                </a:highlight>
                <a:latin typeface="+mn-lt"/>
              </a:rPr>
              <a:t>Establish a theory of probable cause:</a:t>
            </a:r>
          </a:p>
          <a:p>
            <a:pPr marL="514213" lvl="1" indent="-171450" algn="l">
              <a:buFont typeface="Arial" panose="020B0604020202020204" pitchFamily="34" charset="0"/>
              <a:buChar char="•"/>
            </a:pPr>
            <a:r>
              <a:rPr lang="en-US" b="0" i="0">
                <a:effectLst/>
                <a:highlight>
                  <a:srgbClr val="FFFFFF"/>
                </a:highlight>
                <a:latin typeface="+mn-lt"/>
              </a:rPr>
              <a:t>Question the obvious.</a:t>
            </a:r>
          </a:p>
          <a:p>
            <a:pPr marL="514213" lvl="1" indent="-171450" algn="l">
              <a:buFont typeface="Arial" panose="020B0604020202020204" pitchFamily="34" charset="0"/>
              <a:buChar char="•"/>
            </a:pPr>
            <a:r>
              <a:rPr lang="en-US" b="0" i="0">
                <a:effectLst/>
                <a:highlight>
                  <a:srgbClr val="FFFFFF"/>
                </a:highlight>
                <a:latin typeface="+mn-lt"/>
              </a:rPr>
              <a:t>Consider multiple approaches:</a:t>
            </a:r>
          </a:p>
          <a:p>
            <a:pPr marL="514213" lvl="1" indent="-171450" algn="l">
              <a:buFont typeface="Arial" panose="020B0604020202020204" pitchFamily="34" charset="0"/>
              <a:buChar char="•"/>
            </a:pPr>
            <a:r>
              <a:rPr lang="en-US" b="0" i="0">
                <a:effectLst/>
                <a:highlight>
                  <a:srgbClr val="FFFFFF"/>
                </a:highlight>
                <a:latin typeface="+mn-lt"/>
              </a:rPr>
              <a:t>Top-to-bottom/bottom-to-top OSI model.</a:t>
            </a:r>
          </a:p>
          <a:p>
            <a:pPr marL="514213" lvl="1" indent="-171450" algn="l">
              <a:buFont typeface="Arial" panose="020B0604020202020204" pitchFamily="34" charset="0"/>
              <a:buChar char="•"/>
            </a:pPr>
            <a:r>
              <a:rPr lang="en-US" b="0" i="0">
                <a:effectLst/>
                <a:highlight>
                  <a:srgbClr val="FFFFFF"/>
                </a:highlight>
                <a:latin typeface="+mn-lt"/>
              </a:rPr>
              <a:t>Divide and conquer.</a:t>
            </a:r>
          </a:p>
          <a:p>
            <a:pPr marL="228600" indent="-228600">
              <a:buFont typeface="+mj-lt"/>
              <a:buAutoNum type="arabicPeriod"/>
            </a:pPr>
            <a:r>
              <a:rPr lang="en-US">
                <a:highlight>
                  <a:srgbClr val="FFFFFF"/>
                </a:highlight>
              </a:rPr>
              <a:t>Test the theory to determine cause:</a:t>
            </a:r>
          </a:p>
          <a:p>
            <a:pPr marL="514213" lvl="1" indent="-171450" algn="l">
              <a:buFont typeface="Arial" panose="020B0604020202020204" pitchFamily="34" charset="0"/>
              <a:buChar char="•"/>
            </a:pPr>
            <a:r>
              <a:rPr lang="en-US" b="0" i="0">
                <a:effectLst/>
                <a:highlight>
                  <a:srgbClr val="FFFFFF"/>
                </a:highlight>
                <a:latin typeface="+mn-lt"/>
              </a:rPr>
              <a:t>If theory is confirmed, determine next steps to resolve problem.</a:t>
            </a:r>
          </a:p>
          <a:p>
            <a:pPr marL="514213" lvl="1" indent="-171450" algn="l">
              <a:buFont typeface="Arial" panose="020B0604020202020204" pitchFamily="34" charset="0"/>
              <a:buChar char="•"/>
            </a:pPr>
            <a:r>
              <a:rPr lang="en-US" b="0" i="0">
                <a:effectLst/>
                <a:highlight>
                  <a:srgbClr val="FFFFFF"/>
                </a:highlight>
                <a:latin typeface="+mn-lt"/>
              </a:rPr>
              <a:t>If theory is not confirmed, establish new theory or escalate.</a:t>
            </a:r>
          </a:p>
          <a:p>
            <a:pPr marL="228600" indent="-228600">
              <a:buFont typeface="+mj-lt"/>
              <a:buAutoNum type="arabicPeriod"/>
            </a:pPr>
            <a:r>
              <a:rPr lang="en-US">
                <a:highlight>
                  <a:srgbClr val="FFFFFF"/>
                </a:highlight>
              </a:rPr>
              <a:t>Establish a plan of action to resolve the problem and identify potential effects:</a:t>
            </a:r>
          </a:p>
          <a:p>
            <a:pPr marL="514213" lvl="1" indent="-171450" algn="l">
              <a:buFont typeface="Arial" panose="020B0604020202020204" pitchFamily="34" charset="0"/>
              <a:buChar char="•"/>
            </a:pPr>
            <a:r>
              <a:rPr lang="en-US" b="0" i="0">
                <a:effectLst/>
                <a:highlight>
                  <a:srgbClr val="FFFFFF"/>
                </a:highlight>
                <a:latin typeface="+mn-lt"/>
              </a:rPr>
              <a:t>Implement the solution or escalate, as necessary.</a:t>
            </a:r>
          </a:p>
          <a:p>
            <a:pPr marL="514213" lvl="1" indent="-171450" algn="l">
              <a:buFont typeface="Arial" panose="020B0604020202020204" pitchFamily="34" charset="0"/>
              <a:buChar char="•"/>
            </a:pPr>
            <a:r>
              <a:rPr lang="en-US" b="0" i="0">
                <a:effectLst/>
                <a:highlight>
                  <a:srgbClr val="FFFFFF"/>
                </a:highlight>
                <a:latin typeface="+mn-lt"/>
              </a:rPr>
              <a:t>Verify full system functionality and implement preventive measures, if applicable.</a:t>
            </a:r>
          </a:p>
          <a:p>
            <a:pPr marL="514213" lvl="1" indent="-171450" algn="l">
              <a:buFont typeface="Arial" panose="020B0604020202020204" pitchFamily="34" charset="0"/>
              <a:buChar char="•"/>
            </a:pPr>
            <a:r>
              <a:rPr lang="en-US" b="0" i="0">
                <a:effectLst/>
                <a:highlight>
                  <a:srgbClr val="FFFFFF"/>
                </a:highlight>
                <a:latin typeface="+mn-lt"/>
              </a:rPr>
              <a:t>Document findings, actions, outcomes, and lessons learned throughout the process.</a:t>
            </a:r>
          </a:p>
          <a:p>
            <a:pPr marL="158750" indent="0">
              <a:buNone/>
            </a:pPr>
            <a:endParaRPr lang="en-US"/>
          </a:p>
        </p:txBody>
      </p:sp>
      <p:sp>
        <p:nvSpPr>
          <p:cNvPr id="4" name="Footer Placeholder 3">
            <a:extLst>
              <a:ext uri="{FF2B5EF4-FFF2-40B4-BE49-F238E27FC236}">
                <a16:creationId xmlns:a16="http://schemas.microsoft.com/office/drawing/2014/main" id="{3B138F71-796F-B4EA-6BB6-5B92CAEA3FC9}"/>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350292A1-0E73-6328-3302-350B8A28C1DD}"/>
              </a:ext>
            </a:extLst>
          </p:cNvPr>
          <p:cNvSpPr>
            <a:spLocks noGrp="1"/>
          </p:cNvSpPr>
          <p:nvPr>
            <p:ph type="sldNum" sz="quarter" idx="5"/>
          </p:nvPr>
        </p:nvSpPr>
        <p:spPr/>
        <p:txBody>
          <a:bodyPr/>
          <a:lstStyle/>
          <a:p>
            <a:fld id="{64FC1154-15AF-4CEB-AEC9-7A3CFB195EFA}" type="slidenum">
              <a:rPr lang="en-US" smtClean="0"/>
              <a:t>41</a:t>
            </a:fld>
            <a:endParaRPr lang="en-US"/>
          </a:p>
        </p:txBody>
      </p:sp>
    </p:spTree>
    <p:extLst>
      <p:ext uri="{BB962C8B-B14F-4D97-AF65-F5344CB8AC3E}">
        <p14:creationId xmlns:p14="http://schemas.microsoft.com/office/powerpoint/2010/main" val="15719161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b="1" i="0">
                <a:effectLst/>
              </a:rPr>
              <a:t>Suggested Instructional Tips – </a:t>
            </a:r>
            <a:r>
              <a:rPr lang="en-US" b="1"/>
              <a:t>Identify the Problem</a:t>
            </a:r>
            <a:endParaRPr lang="en-US"/>
          </a:p>
          <a:p>
            <a:pPr marL="171450" lvl="1" indent="-171450">
              <a:lnSpc>
                <a:spcPct val="107000"/>
              </a:lnSpc>
              <a:buFont typeface="Arial" panose="020B0604020202020204" pitchFamily="34" charset="0"/>
              <a:buChar char="•"/>
            </a:pPr>
            <a:r>
              <a:rPr lang="en-US"/>
              <a:t>Open questions to seek to uncover information</a:t>
            </a:r>
          </a:p>
          <a:p>
            <a:pPr marL="438912" lvl="3" indent="-173736">
              <a:buFont typeface="Courier New" panose="02070309020205020404" pitchFamily="49" charset="0"/>
              <a:buChar char="o"/>
            </a:pPr>
            <a:r>
              <a:rPr lang="en-US">
                <a:highlight>
                  <a:srgbClr val="FFFFFF"/>
                </a:highlight>
              </a:rPr>
              <a:t>What is the problem? </a:t>
            </a:r>
          </a:p>
          <a:p>
            <a:pPr marL="438912" lvl="3" indent="-173736">
              <a:buFont typeface="Courier New" panose="02070309020205020404" pitchFamily="49" charset="0"/>
              <a:buChar char="o"/>
            </a:pPr>
            <a:r>
              <a:rPr lang="en-US">
                <a:highlight>
                  <a:srgbClr val="FFFFFF"/>
                </a:highlight>
              </a:rPr>
              <a:t>What happens when you …. ?</a:t>
            </a:r>
          </a:p>
          <a:p>
            <a:pPr marL="171450" lvl="1" indent="-171450">
              <a:lnSpc>
                <a:spcPct val="107000"/>
              </a:lnSpc>
              <a:buFont typeface="Arial" panose="020B0604020202020204" pitchFamily="34" charset="0"/>
              <a:buChar char="•"/>
            </a:pPr>
            <a:r>
              <a:rPr lang="en-US"/>
              <a:t>Closed question to invite a yes or no or fixed response</a:t>
            </a:r>
          </a:p>
          <a:p>
            <a:pPr marL="438912" lvl="3" indent="-173736">
              <a:buFont typeface="Courier New" panose="02070309020205020404" pitchFamily="49" charset="0"/>
              <a:buChar char="o"/>
            </a:pPr>
            <a:r>
              <a:rPr lang="en-US">
                <a:highlight>
                  <a:srgbClr val="FFFFFF"/>
                </a:highlight>
              </a:rPr>
              <a:t>What does the error message say?</a:t>
            </a:r>
          </a:p>
          <a:p>
            <a:pPr marL="438912" lvl="3" indent="-173736">
              <a:buFont typeface="Courier New" panose="02070309020205020404" pitchFamily="49" charset="0"/>
              <a:buChar char="o"/>
            </a:pPr>
            <a:r>
              <a:rPr lang="en-US">
                <a:highlight>
                  <a:srgbClr val="FFFFFF"/>
                </a:highlight>
              </a:rPr>
              <a:t>Is your computer plugged in?</a:t>
            </a:r>
          </a:p>
          <a:p>
            <a:endParaRPr lang="en-US"/>
          </a:p>
        </p:txBody>
      </p:sp>
      <p:sp>
        <p:nvSpPr>
          <p:cNvPr id="4" name="Footer Placeholder 3">
            <a:extLst>
              <a:ext uri="{FF2B5EF4-FFF2-40B4-BE49-F238E27FC236}">
                <a16:creationId xmlns:a16="http://schemas.microsoft.com/office/drawing/2014/main" id="{11D32836-99E2-F329-3439-95FB5500A6B3}"/>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B2006868-FB6B-F6B1-731E-CF5F7CD1CBDF}"/>
              </a:ext>
            </a:extLst>
          </p:cNvPr>
          <p:cNvSpPr>
            <a:spLocks noGrp="1"/>
          </p:cNvSpPr>
          <p:nvPr>
            <p:ph type="sldNum" sz="quarter" idx="5"/>
          </p:nvPr>
        </p:nvSpPr>
        <p:spPr/>
        <p:txBody>
          <a:bodyPr/>
          <a:lstStyle/>
          <a:p>
            <a:fld id="{64FC1154-15AF-4CEB-AEC9-7A3CFB195EFA}" type="slidenum">
              <a:rPr lang="en-US" smtClean="0"/>
              <a:t>42</a:t>
            </a:fld>
            <a:endParaRPr lang="en-US"/>
          </a:p>
        </p:txBody>
      </p:sp>
    </p:spTree>
    <p:extLst>
      <p:ext uri="{BB962C8B-B14F-4D97-AF65-F5344CB8AC3E}">
        <p14:creationId xmlns:p14="http://schemas.microsoft.com/office/powerpoint/2010/main" val="10946918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r>
              <a:rPr lang="en-US" b="1" i="0">
                <a:effectLst/>
              </a:rPr>
              <a:t>Suggested Instructional Tips – Identify the Problem</a:t>
            </a:r>
          </a:p>
          <a:p>
            <a:r>
              <a:rPr lang="en-US"/>
              <a:t>This slide outlines the steps to identify a problem in a troubleshooting process. It emphasizes the importance of identifying symptoms, determining changes, and approaching problems individually.</a:t>
            </a:r>
          </a:p>
          <a:p>
            <a:endParaRPr lang="en-US"/>
          </a:p>
          <a:p>
            <a:r>
              <a:rPr lang="en-US"/>
              <a:t>Identify Symptoms:</a:t>
            </a:r>
          </a:p>
          <a:p>
            <a:pPr marL="171450" indent="-171450">
              <a:buFont typeface="Arial" panose="020B0604020202020204" pitchFamily="34" charset="0"/>
              <a:buChar char="•"/>
            </a:pPr>
            <a:r>
              <a:rPr lang="en-US"/>
              <a:t>Physical Inspection: Explain the importance of visually inspecting hardware and connections to identify any obvious issues such as loose cables, damaged components, or error indicators (e.g., LED lights).</a:t>
            </a:r>
          </a:p>
          <a:p>
            <a:pPr marL="171450" indent="-171450">
              <a:buFont typeface="Arial" panose="020B0604020202020204" pitchFamily="34" charset="0"/>
              <a:buChar char="•"/>
            </a:pPr>
            <a:r>
              <a:rPr lang="en-US"/>
              <a:t>Logs and Diagnostic Software: Highlight the use of system logs and diagnostic tools to gather information about the problem. These tools can provide error codes, performance metrics, and other relevant data.</a:t>
            </a:r>
          </a:p>
          <a:p>
            <a:pPr marL="171450" indent="-171450">
              <a:buFont typeface="Arial" panose="020B0604020202020204" pitchFamily="34" charset="0"/>
              <a:buChar char="•"/>
            </a:pPr>
            <a:r>
              <a:rPr lang="en-US"/>
              <a:t>Try to Duplicate the Problem: Stress the importance of replicating the issue to understand its behavior and gather more information. This can help in isolating the cause of the problem.</a:t>
            </a:r>
          </a:p>
          <a:p>
            <a:r>
              <a:rPr lang="en-US"/>
              <a:t>Determine if Anything Has Changed:</a:t>
            </a:r>
          </a:p>
          <a:p>
            <a:pPr marL="171450" indent="-171450">
              <a:buFont typeface="Arial" panose="020B0604020202020204" pitchFamily="34" charset="0"/>
              <a:buChar char="•"/>
            </a:pPr>
            <a:r>
              <a:rPr lang="en-US"/>
              <a:t>Did it Ever Work?: Ask if the system or component in question has ever functioned correctly. This can help determine if the issue is new or ongoing.</a:t>
            </a:r>
          </a:p>
          <a:p>
            <a:pPr marL="171450" indent="-171450">
              <a:buFont typeface="Arial" panose="020B0604020202020204" pitchFamily="34" charset="0"/>
              <a:buChar char="•"/>
            </a:pPr>
            <a:r>
              <a:rPr lang="en-US"/>
              <a:t>What Has Changed Since it Was Last Working?: Encourage learners to consider recent changes that might have affected the system, such as software updates, hardware modifications, or configuration changes. Identifying these changes can provide clues to the root cause of the problem.</a:t>
            </a:r>
          </a:p>
          <a:p>
            <a:r>
              <a:rPr lang="en-US"/>
              <a:t>Approach Problems Individually: </a:t>
            </a:r>
          </a:p>
          <a:p>
            <a:pPr marL="171450" indent="-171450">
              <a:buFont typeface="Arial" panose="020B0604020202020204" pitchFamily="34" charset="0"/>
              <a:buChar char="•"/>
            </a:pPr>
            <a:r>
              <a:rPr lang="en-US"/>
              <a:t>Verify Symptoms are Related: Explain the importance of verifying that symptoms are related before treating them as a single issue. Multiple symptoms might indicate multiple problems, and addressing them individually can lead to more effective troubleshooting.</a:t>
            </a:r>
          </a:p>
          <a:p>
            <a:pPr marL="171450" indent="-171450">
              <a:buFont typeface="Arial" panose="020B0604020202020204" pitchFamily="34" charset="0"/>
              <a:buChar char="•"/>
            </a:pPr>
            <a:r>
              <a:rPr lang="en-US"/>
              <a:t>Treating as One Single Issue: Caution against assuming that all symptoms are related to a single cause without proper verification. This can lead to misdiagnosis and ineffective solutions.</a:t>
            </a:r>
          </a:p>
        </p:txBody>
      </p:sp>
      <p:sp>
        <p:nvSpPr>
          <p:cNvPr id="4" name="Footer Placeholder 3">
            <a:extLst>
              <a:ext uri="{FF2B5EF4-FFF2-40B4-BE49-F238E27FC236}">
                <a16:creationId xmlns:a16="http://schemas.microsoft.com/office/drawing/2014/main" id="{D01F18D4-BA38-1CBF-9945-0902BD3ECAF4}"/>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35CC483B-28FB-6D26-BF14-0910AFB9F66F}"/>
              </a:ext>
            </a:extLst>
          </p:cNvPr>
          <p:cNvSpPr>
            <a:spLocks noGrp="1"/>
          </p:cNvSpPr>
          <p:nvPr>
            <p:ph type="sldNum" sz="quarter" idx="5"/>
          </p:nvPr>
        </p:nvSpPr>
        <p:spPr/>
        <p:txBody>
          <a:bodyPr/>
          <a:lstStyle/>
          <a:p>
            <a:fld id="{64FC1154-15AF-4CEB-AEC9-7A3CFB195EFA}" type="slidenum">
              <a:rPr lang="en-US" smtClean="0"/>
              <a:t>43</a:t>
            </a:fld>
            <a:endParaRPr lang="en-US"/>
          </a:p>
        </p:txBody>
      </p:sp>
    </p:spTree>
    <p:extLst>
      <p:ext uri="{BB962C8B-B14F-4D97-AF65-F5344CB8AC3E}">
        <p14:creationId xmlns:p14="http://schemas.microsoft.com/office/powerpoint/2010/main" val="22137033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a:xfrm>
            <a:off x="685800" y="4400550"/>
            <a:ext cx="5481638" cy="3600450"/>
          </a:xfrm>
        </p:spPr>
        <p:txBody>
          <a:bodyPr/>
          <a:lstStyle/>
          <a:p>
            <a:pPr marL="0" indent="0" algn="l">
              <a:buFont typeface="Arial" panose="020B0604020202020204" pitchFamily="34" charset="0"/>
              <a:buNone/>
            </a:pPr>
            <a:r>
              <a:rPr lang="en-US" b="1" i="0">
                <a:effectLst/>
              </a:rPr>
              <a:t>Suggested Instructional Tips – </a:t>
            </a:r>
            <a:r>
              <a:rPr lang="en-US" b="1" i="0">
                <a:effectLst/>
                <a:highlight>
                  <a:srgbClr val="FFFFFF"/>
                </a:highlight>
                <a:latin typeface="+mn-lt"/>
              </a:rPr>
              <a:t>Establish a Theory of Probable Cause</a:t>
            </a:r>
          </a:p>
          <a:p>
            <a:pPr marL="0" indent="0" algn="l">
              <a:buFont typeface="Arial" panose="020B0604020202020204" pitchFamily="34" charset="0"/>
              <a:buNone/>
            </a:pPr>
            <a:r>
              <a:rPr lang="en-US" b="0" i="0">
                <a:effectLst/>
                <a:highlight>
                  <a:srgbClr val="FFFFFF"/>
                </a:highlight>
                <a:latin typeface="+mn-lt"/>
              </a:rPr>
              <a:t>Troubleshooting styles:</a:t>
            </a:r>
          </a:p>
          <a:p>
            <a:pPr marL="171450" indent="-171450" algn="l">
              <a:buFont typeface="Arial" panose="020B0604020202020204" pitchFamily="34" charset="0"/>
              <a:buChar char="•"/>
            </a:pPr>
            <a:r>
              <a:rPr lang="en-US" b="0" i="0">
                <a:effectLst/>
                <a:highlight>
                  <a:srgbClr val="FFFFFF"/>
                </a:highlight>
                <a:latin typeface="+mn-lt"/>
              </a:rPr>
              <a:t>Question the obvious. Step through what should happen and identify the point at which there is a failure or error. This approach can quickly identify obvious oversights, such as a network cable not being plugged in.</a:t>
            </a:r>
          </a:p>
          <a:p>
            <a:pPr marL="171450" indent="-171450" algn="l">
              <a:buFont typeface="Arial" panose="020B0604020202020204" pitchFamily="34" charset="0"/>
              <a:buChar char="•"/>
            </a:pPr>
            <a:r>
              <a:rPr lang="en-US" b="0" i="0">
                <a:effectLst/>
                <a:highlight>
                  <a:srgbClr val="FFFFFF"/>
                </a:highlight>
                <a:latin typeface="+mn-lt"/>
              </a:rPr>
              <a:t>Methodically prove the functionality of each component in sequence. This approach is more time consuming but may be necessary for a difficult problem.</a:t>
            </a:r>
          </a:p>
          <a:p>
            <a:pPr marL="0" indent="0" algn="l">
              <a:buFont typeface="Arial" panose="020B0604020202020204" pitchFamily="34" charset="0"/>
              <a:buNone/>
            </a:pPr>
            <a:endParaRPr lang="en-US" b="0" i="0">
              <a:effectLst/>
              <a:highlight>
                <a:srgbClr val="FFFFFF"/>
              </a:highlight>
              <a:latin typeface="+mn-lt"/>
            </a:endParaRPr>
          </a:p>
          <a:p>
            <a:pPr marL="0" indent="0" algn="l">
              <a:buFont typeface="Arial" panose="020B0604020202020204" pitchFamily="34" charset="0"/>
              <a:buNone/>
            </a:pPr>
            <a:r>
              <a:rPr lang="en-US" b="1" i="0">
                <a:effectLst/>
                <a:highlight>
                  <a:srgbClr val="FFFFFF"/>
                </a:highlight>
                <a:latin typeface="+mn-lt"/>
              </a:rPr>
              <a:t>OSI Model Approach</a:t>
            </a:r>
          </a:p>
          <a:p>
            <a:pPr marL="0" indent="0" algn="l">
              <a:buFont typeface="Arial" panose="020B0604020202020204" pitchFamily="34" charset="0"/>
              <a:buNone/>
            </a:pPr>
            <a:r>
              <a:rPr lang="en-US" b="0" i="0">
                <a:effectLst/>
                <a:highlight>
                  <a:srgbClr val="FFFFFF"/>
                </a:highlight>
                <a:latin typeface="+mn-lt"/>
              </a:rPr>
              <a:t>Start from either the top or bottom and only move up or down when you have discounted a layer as the source of the problem.</a:t>
            </a:r>
          </a:p>
          <a:p>
            <a:pPr marL="0" indent="0" algn="l">
              <a:buFont typeface="Arial" panose="020B0604020202020204" pitchFamily="34" charset="0"/>
              <a:buNone/>
            </a:pPr>
            <a:endParaRPr lang="en-US" b="0" i="0">
              <a:effectLst/>
              <a:highlight>
                <a:srgbClr val="FFFFFF"/>
              </a:highlight>
              <a:latin typeface="+mn-lt"/>
            </a:endParaRPr>
          </a:p>
          <a:p>
            <a:pPr marL="228600" indent="-228600" algn="l">
              <a:buFont typeface="+mj-lt"/>
              <a:buAutoNum type="arabicPeriod"/>
            </a:pPr>
            <a:r>
              <a:rPr lang="en-US" b="0" i="0">
                <a:effectLst/>
                <a:highlight>
                  <a:srgbClr val="FFFFFF"/>
                </a:highlight>
                <a:latin typeface="+mn-lt"/>
              </a:rPr>
              <a:t>For example, when troubleshooting a client workstation, you might work as follows:</a:t>
            </a:r>
          </a:p>
          <a:p>
            <a:pPr marL="228600" indent="-228600" algn="l">
              <a:buFont typeface="+mj-lt"/>
              <a:buAutoNum type="arabicPeriod"/>
            </a:pPr>
            <a:r>
              <a:rPr lang="en-US" b="0" i="0">
                <a:effectLst/>
                <a:highlight>
                  <a:srgbClr val="FFFFFF"/>
                </a:highlight>
                <a:latin typeface="+mn-lt"/>
              </a:rPr>
              <a:t>Decide whether the problem is hardware or software related (hardware).</a:t>
            </a:r>
          </a:p>
          <a:p>
            <a:pPr marL="228600" indent="-228600" algn="l">
              <a:buFont typeface="+mj-lt"/>
              <a:buAutoNum type="arabicPeriod"/>
            </a:pPr>
            <a:r>
              <a:rPr lang="en-US" b="0" i="0">
                <a:effectLst/>
                <a:highlight>
                  <a:srgbClr val="FFFFFF"/>
                </a:highlight>
                <a:latin typeface="+mn-lt"/>
              </a:rPr>
              <a:t>Decide which hardware subsystem is affected (NIC or cable).</a:t>
            </a:r>
          </a:p>
          <a:p>
            <a:pPr marL="228600" indent="-228600" algn="l">
              <a:buFont typeface="+mj-lt"/>
              <a:buAutoNum type="arabicPeriod"/>
            </a:pPr>
            <a:r>
              <a:rPr lang="en-US" b="0" i="0">
                <a:effectLst/>
                <a:highlight>
                  <a:srgbClr val="FFFFFF"/>
                </a:highlight>
                <a:latin typeface="+mn-lt"/>
              </a:rPr>
              <a:t>Decide whether the problem is in the NIC adapter or connectors and cabling (cabling).</a:t>
            </a:r>
          </a:p>
          <a:p>
            <a:pPr marL="228600" indent="-228600" algn="l">
              <a:buFont typeface="+mj-lt"/>
              <a:buAutoNum type="arabicPeriod"/>
            </a:pPr>
            <a:r>
              <a:rPr lang="en-US" b="0" i="0">
                <a:effectLst/>
                <a:highlight>
                  <a:srgbClr val="FFFFFF"/>
                </a:highlight>
                <a:latin typeface="+mn-lt"/>
              </a:rPr>
              <a:t>Test your theory (replace the cable with a known good one).</a:t>
            </a:r>
          </a:p>
          <a:p>
            <a:pPr marL="438912" lvl="3" indent="-173736">
              <a:buFont typeface="Courier New" panose="02070309020205020404" pitchFamily="49" charset="0"/>
              <a:buChar char="o"/>
            </a:pPr>
            <a:r>
              <a:rPr lang="en-US">
                <a:highlight>
                  <a:srgbClr val="FFFFFF"/>
                </a:highlight>
              </a:rPr>
              <a:t>When you have drilled down like this, the problem should become obvious. Of course, you could have made the wrong choice at any point, so you must be prepared to go back and follow a different path.</a:t>
            </a:r>
          </a:p>
          <a:p>
            <a:pPr marL="158750" indent="0">
              <a:buNone/>
            </a:pPr>
            <a:endParaRPr lang="en-US">
              <a:latin typeface="+mn-lt"/>
            </a:endParaRPr>
          </a:p>
          <a:p>
            <a:r>
              <a:rPr lang="en-US">
                <a:highlight>
                  <a:srgbClr val="FFFFFF"/>
                </a:highlight>
              </a:rPr>
              <a:t>Image Caption:</a:t>
            </a:r>
          </a:p>
          <a:p>
            <a:r>
              <a:rPr lang="en-US">
                <a:highlight>
                  <a:srgbClr val="FFFFFF"/>
                </a:highlight>
              </a:rPr>
              <a:t>Troubleshooting top-to-bottom or bottom-to-top using the OSI model.</a:t>
            </a:r>
          </a:p>
        </p:txBody>
      </p:sp>
      <p:sp>
        <p:nvSpPr>
          <p:cNvPr id="4" name="Footer Placeholder 3">
            <a:extLst>
              <a:ext uri="{FF2B5EF4-FFF2-40B4-BE49-F238E27FC236}">
                <a16:creationId xmlns:a16="http://schemas.microsoft.com/office/drawing/2014/main" id="{BBABDBCC-19C0-32F9-A98C-FC7632C1F350}"/>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C05130BC-7D5C-2F21-7A98-708D89EC33E1}"/>
              </a:ext>
            </a:extLst>
          </p:cNvPr>
          <p:cNvSpPr>
            <a:spLocks noGrp="1"/>
          </p:cNvSpPr>
          <p:nvPr>
            <p:ph type="sldNum" sz="quarter" idx="5"/>
          </p:nvPr>
        </p:nvSpPr>
        <p:spPr/>
        <p:txBody>
          <a:bodyPr/>
          <a:lstStyle/>
          <a:p>
            <a:fld id="{64FC1154-15AF-4CEB-AEC9-7A3CFB195EFA}" type="slidenum">
              <a:rPr lang="en-US" smtClean="0"/>
              <a:t>44</a:t>
            </a:fld>
            <a:endParaRPr lang="en-US"/>
          </a:p>
        </p:txBody>
      </p:sp>
    </p:spTree>
    <p:extLst>
      <p:ext uri="{BB962C8B-B14F-4D97-AF65-F5344CB8AC3E}">
        <p14:creationId xmlns:p14="http://schemas.microsoft.com/office/powerpoint/2010/main" val="26066321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indent="0">
              <a:buNone/>
            </a:pPr>
            <a:r>
              <a:rPr lang="en-US" b="1" i="0">
                <a:effectLst/>
              </a:rPr>
              <a:t>Suggested Instructional Tips – Test the Theory to Determine the Cause</a:t>
            </a:r>
          </a:p>
          <a:p>
            <a:pPr indent="0">
              <a:buNone/>
            </a:pPr>
            <a:r>
              <a:rPr lang="en-US"/>
              <a:t>This slide outlines the steps to test a theory to determine the cause of a problem. It includes guidance on proving or disproving the theory and when to escalate the issue.</a:t>
            </a:r>
          </a:p>
          <a:p>
            <a:pPr indent="0">
              <a:buNone/>
            </a:pPr>
            <a:endParaRPr lang="en-US"/>
          </a:p>
          <a:p>
            <a:pPr indent="0">
              <a:buNone/>
            </a:pPr>
            <a:r>
              <a:rPr lang="en-US"/>
              <a:t>Prove or Disprove the Theory:</a:t>
            </a:r>
          </a:p>
          <a:p>
            <a:pPr marL="171450" indent="-171450">
              <a:buFont typeface="Arial" panose="020B0604020202020204" pitchFamily="34" charset="0"/>
              <a:buChar char="•"/>
            </a:pPr>
            <a:r>
              <a:rPr lang="en-US"/>
              <a:t>Use One or More Method-Based Approaches: Explain the importance of using systematic, method-based approaches to test the theory. This could include diagnostic tools, step-by-step procedures, or specific testing methods relevant to the problem. Encourage learners to document their steps and findings to ensure a thorough and repeatable process.</a:t>
            </a:r>
          </a:p>
          <a:p>
            <a:pPr marL="171450" indent="-171450">
              <a:buFont typeface="Arial" panose="020B0604020202020204" pitchFamily="34" charset="0"/>
              <a:buChar char="•"/>
            </a:pPr>
            <a:r>
              <a:rPr lang="en-US"/>
              <a:t>Don't Jump to Conclusions: Stress the importance of not making assumptions or jumping to conclusions without sufficient evidence. Remind learners to rely on data and observations rather than guesses.</a:t>
            </a:r>
          </a:p>
          <a:p>
            <a:pPr indent="0">
              <a:buNone/>
            </a:pPr>
            <a:r>
              <a:rPr lang="en-US"/>
              <a:t>Escalation:</a:t>
            </a:r>
          </a:p>
          <a:p>
            <a:pPr marL="171450" indent="-171450">
              <a:buFont typeface="Arial" panose="020B0604020202020204" pitchFamily="34" charset="0"/>
              <a:buChar char="•"/>
            </a:pPr>
            <a:r>
              <a:rPr lang="en-US"/>
              <a:t>Problem is Beyond Your Knowledge or Ability: Discuss scenarios where the problem might be too complex or outside the learner's expertise. Encourage them to recognize their limits and seek help when needed.</a:t>
            </a:r>
          </a:p>
          <a:p>
            <a:pPr marL="171450" indent="-171450">
              <a:buFont typeface="Arial" panose="020B0604020202020204" pitchFamily="34" charset="0"/>
              <a:buChar char="•"/>
            </a:pPr>
            <a:r>
              <a:rPr lang="en-US"/>
              <a:t>Problem Falls Under a System Warranty: Explain that if the problem is covered by a system warranty, it should be escalated to the appropriate support team or vendor to avoid voiding the warranty.</a:t>
            </a:r>
          </a:p>
          <a:p>
            <a:pPr marL="171450" indent="-171450">
              <a:buFont typeface="Arial" panose="020B0604020202020204" pitchFamily="34" charset="0"/>
              <a:buChar char="•"/>
            </a:pPr>
            <a:r>
              <a:rPr lang="en-US"/>
              <a:t>Scope of the Problem is Very Large: Highlight situations where the problem might affect a large number of users or systems, requiring escalation to higher-level support or management.</a:t>
            </a:r>
          </a:p>
          <a:p>
            <a:pPr marL="171450" indent="-171450">
              <a:buFont typeface="Arial" panose="020B0604020202020204" pitchFamily="34" charset="0"/>
              <a:buChar char="•"/>
            </a:pPr>
            <a:r>
              <a:rPr lang="en-US"/>
              <a:t>Customer is Difficult or Abusive: Address the importance of maintaining professionalism and safety. If a customer is difficult or abusive, the issue should be escalated to a supervisor or manager to handle the situation appropriately.</a:t>
            </a:r>
          </a:p>
        </p:txBody>
      </p:sp>
      <p:sp>
        <p:nvSpPr>
          <p:cNvPr id="4" name="Footer Placeholder 3">
            <a:extLst>
              <a:ext uri="{FF2B5EF4-FFF2-40B4-BE49-F238E27FC236}">
                <a16:creationId xmlns:a16="http://schemas.microsoft.com/office/drawing/2014/main" id="{32DD0BE6-5A97-8066-0331-195E89308421}"/>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9D20860-6543-0DF4-739E-6F41CE5C7DD5}"/>
              </a:ext>
            </a:extLst>
          </p:cNvPr>
          <p:cNvSpPr>
            <a:spLocks noGrp="1"/>
          </p:cNvSpPr>
          <p:nvPr>
            <p:ph type="sldNum" sz="quarter" idx="5"/>
          </p:nvPr>
        </p:nvSpPr>
        <p:spPr/>
        <p:txBody>
          <a:bodyPr/>
          <a:lstStyle/>
          <a:p>
            <a:fld id="{64FC1154-15AF-4CEB-AEC9-7A3CFB195EFA}" type="slidenum">
              <a:rPr lang="en-US" smtClean="0"/>
              <a:t>45</a:t>
            </a:fld>
            <a:endParaRPr lang="en-US"/>
          </a:p>
        </p:txBody>
      </p:sp>
    </p:spTree>
    <p:extLst>
      <p:ext uri="{BB962C8B-B14F-4D97-AF65-F5344CB8AC3E}">
        <p14:creationId xmlns:p14="http://schemas.microsoft.com/office/powerpoint/2010/main" val="1031287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indent="0">
              <a:buNone/>
            </a:pPr>
            <a:r>
              <a:rPr lang="en-US" b="1" i="0">
                <a:effectLst/>
              </a:rPr>
              <a:t>Suggested Instructional Tips – </a:t>
            </a:r>
            <a:r>
              <a:rPr lang="en-US" b="1"/>
              <a:t>Implement, Verify, and Document</a:t>
            </a:r>
          </a:p>
          <a:p>
            <a:pPr indent="0">
              <a:buNone/>
            </a:pPr>
            <a:r>
              <a:rPr lang="en-US" b="0"/>
              <a:t>Implement the Solution: Virtualization </a:t>
            </a:r>
            <a:r>
              <a:rPr lang="en-US"/>
              <a:t>and the cloud provide the means to trial changes before updating the production environment. They allow the rapid creation of sandbox environments that simulate the production one.</a:t>
            </a:r>
          </a:p>
        </p:txBody>
      </p:sp>
      <p:sp>
        <p:nvSpPr>
          <p:cNvPr id="4" name="Footer Placeholder 3">
            <a:extLst>
              <a:ext uri="{FF2B5EF4-FFF2-40B4-BE49-F238E27FC236}">
                <a16:creationId xmlns:a16="http://schemas.microsoft.com/office/drawing/2014/main" id="{B4E1FC41-973A-D016-E522-BF3E65154B23}"/>
              </a:ext>
            </a:extLst>
          </p:cNvPr>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6BE6F6DE-FAC0-7F0B-10C9-53788E5AC466}"/>
              </a:ext>
            </a:extLst>
          </p:cNvPr>
          <p:cNvSpPr>
            <a:spLocks noGrp="1"/>
          </p:cNvSpPr>
          <p:nvPr>
            <p:ph type="sldNum" sz="quarter" idx="5"/>
          </p:nvPr>
        </p:nvSpPr>
        <p:spPr/>
        <p:txBody>
          <a:bodyPr/>
          <a:lstStyle/>
          <a:p>
            <a:fld id="{64FC1154-15AF-4CEB-AEC9-7A3CFB195EFA}" type="slidenum">
              <a:rPr lang="en-US" smtClean="0"/>
              <a:t>46</a:t>
            </a:fld>
            <a:endParaRPr lang="en-US"/>
          </a:p>
        </p:txBody>
      </p:sp>
    </p:spTree>
    <p:extLst>
      <p:ext uri="{BB962C8B-B14F-4D97-AF65-F5344CB8AC3E}">
        <p14:creationId xmlns:p14="http://schemas.microsoft.com/office/powerpoint/2010/main" val="11036752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
              <a:buNone/>
            </a:pPr>
            <a:r>
              <a:rPr lang="en-US" b="1" i="0"/>
              <a:t>Suggested Activity – Troubleshooting Scenario</a:t>
            </a:r>
          </a:p>
          <a:p>
            <a:pPr marL="6350">
              <a:buNone/>
            </a:pPr>
            <a:r>
              <a:rPr lang="en-US" i="0"/>
              <a:t>In an office setting, several employees begin to report that their computers are unable to connect to the Internet. This sudden loss of connectivity is affecting workflow and productivity. The IT department is tasked with resolving this issue promptly.</a:t>
            </a:r>
          </a:p>
          <a:p>
            <a:pPr marL="6350">
              <a:buNone/>
            </a:pPr>
            <a:endParaRPr lang="en-US" i="1"/>
          </a:p>
          <a:p>
            <a:pPr marL="6350">
              <a:buNone/>
            </a:pPr>
            <a:r>
              <a:rPr lang="en-US" i="0"/>
              <a:t>Encourage learners to think through each of the steps of the troubleshooting methodology to see what steps they may take to solve the problem. </a:t>
            </a:r>
          </a:p>
          <a:p>
            <a:pPr marL="6350">
              <a:buNone/>
            </a:pPr>
            <a:endParaRPr lang="en-US" i="1"/>
          </a:p>
          <a:p>
            <a:pPr marL="6350">
              <a:buNone/>
            </a:pPr>
            <a:r>
              <a:rPr lang="en-US" b="1" i="0"/>
              <a:t>This is just an example of how this could go: </a:t>
            </a:r>
          </a:p>
          <a:p>
            <a:pPr marL="228600" indent="-228600">
              <a:buFont typeface="+mj-lt"/>
              <a:buAutoNum type="arabicPeriod"/>
            </a:pPr>
            <a:r>
              <a:rPr lang="en-US" b="0">
                <a:effectLst/>
              </a:rPr>
              <a:t>Identify the problem: The IT support team begins by confirming the issue that multiple computers across various departments are unable to access the internet.</a:t>
            </a:r>
            <a:endParaRPr lang="en-US" b="0"/>
          </a:p>
          <a:p>
            <a:pPr marL="228600" indent="-228600">
              <a:buFont typeface="+mj-lt"/>
              <a:buAutoNum type="arabicPeriod"/>
            </a:pPr>
            <a:r>
              <a:rPr lang="en-US" b="0">
                <a:effectLst/>
              </a:rPr>
              <a:t>Establish a theory of probable cause: The team theorizes that the problem could be due to a failure in the office's central networking hardware, such as the router or switch, or a possible service disruption from the internet service provider (ISP).</a:t>
            </a:r>
            <a:endParaRPr lang="en-US" b="0"/>
          </a:p>
          <a:p>
            <a:pPr marL="228600" indent="-228600">
              <a:buFont typeface="+mj-lt"/>
              <a:buAutoNum type="arabicPeriod"/>
            </a:pPr>
            <a:r>
              <a:rPr lang="en-US" b="0">
                <a:effectLst/>
              </a:rPr>
              <a:t>Test the theory to determine cause: To test the theory, the IT support team checks the status of the router and switch, verifies that all cables are securely connected, and then contacts the ISP to confirm if there is an ongoing outage.</a:t>
            </a:r>
            <a:endParaRPr lang="en-US" b="0"/>
          </a:p>
          <a:p>
            <a:pPr marL="228600" indent="-228600">
              <a:buFont typeface="+mj-lt"/>
              <a:buAutoNum type="arabicPeriod"/>
            </a:pPr>
            <a:r>
              <a:rPr lang="en-US" b="0">
                <a:effectLst/>
              </a:rPr>
              <a:t>Establish a plan of action: After determining that the issue is with the router, which appears to have malfunctioned, the team decides to perform a restart of the router and, if necessary, reset it to its factory settings as a plan of action.</a:t>
            </a:r>
            <a:endParaRPr lang="en-US" b="0"/>
          </a:p>
          <a:p>
            <a:pPr marL="228600" indent="-228600">
              <a:buFont typeface="+mj-lt"/>
              <a:buAutoNum type="arabicPeriod"/>
            </a:pPr>
            <a:r>
              <a:rPr lang="en-US" b="0">
                <a:effectLst/>
              </a:rPr>
              <a:t>Implement the solution: The router is restarted, and when that doesn't resolve the issue, it's reset to factory settings. Following this action, the network settings are reconfigured.</a:t>
            </a:r>
            <a:endParaRPr lang="en-US" b="0"/>
          </a:p>
          <a:p>
            <a:pPr marL="228600" indent="-228600">
              <a:buFont typeface="+mj-lt"/>
              <a:buAutoNum type="arabicPeriod"/>
            </a:pPr>
            <a:r>
              <a:rPr lang="en-US" b="0">
                <a:effectLst/>
              </a:rPr>
              <a:t>Verify the solution: Employees are asked to check their internet connectivity. The IT support team also monitors network activity for stability and ensures that all systems can access the internet consistently.</a:t>
            </a:r>
            <a:endParaRPr lang="en-US" b="0"/>
          </a:p>
          <a:p>
            <a:pPr marL="228600" indent="-228600">
              <a:buFont typeface="+mj-lt"/>
              <a:buAutoNum type="arabicPeriod"/>
            </a:pPr>
            <a:r>
              <a:rPr lang="en-US" b="0">
                <a:effectLst/>
              </a:rPr>
              <a:t>Document findings, actions, and outcomes: </a:t>
            </a:r>
            <a:r>
              <a:rPr lang="en-US">
                <a:effectLst/>
              </a:rPr>
              <a:t>The entire troubleshooting process, from the identification of the problem to the resolution, is documented. This includes the initial reports of connectivity issues, the steps taken to diagnose and fix the problem, the resolution of restarting and resetting the router, and the positive outcome of restored internet access. This documentation will be stored in the IT department's knowledge base for future reference.</a:t>
            </a:r>
            <a:endParaRPr lang="en-US"/>
          </a:p>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47</a:t>
            </a:fld>
            <a:endParaRPr lang="en-US"/>
          </a:p>
        </p:txBody>
      </p:sp>
    </p:spTree>
    <p:extLst>
      <p:ext uri="{BB962C8B-B14F-4D97-AF65-F5344CB8AC3E}">
        <p14:creationId xmlns:p14="http://schemas.microsoft.com/office/powerpoint/2010/main" val="30261664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Suggested Instructional Tips</a:t>
            </a:r>
          </a:p>
          <a:p>
            <a:pPr marL="171450" lvl="1" indent="-171450">
              <a:buFont typeface="Arial" panose="020B0604020202020204" pitchFamily="34" charset="0"/>
              <a:buChar char="•"/>
            </a:pPr>
            <a:r>
              <a:rPr lang="en-US"/>
              <a:t>Ask learners to summarize their key takeaways from this module</a:t>
            </a:r>
          </a:p>
          <a:p>
            <a:pPr marL="171450" lvl="1" indent="-171450">
              <a:lnSpc>
                <a:spcPct val="107000"/>
              </a:lnSpc>
              <a:buFont typeface="Arial" panose="020B0604020202020204" pitchFamily="34" charset="0"/>
              <a:buChar char="•"/>
            </a:pPr>
            <a:r>
              <a:rPr lang="en-US"/>
              <a:t>Conclude by going over main points on the next slide</a:t>
            </a:r>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48</a:t>
            </a:fld>
            <a:endParaRPr lang="en-US"/>
          </a:p>
        </p:txBody>
      </p:sp>
    </p:spTree>
    <p:extLst>
      <p:ext uri="{BB962C8B-B14F-4D97-AF65-F5344CB8AC3E}">
        <p14:creationId xmlns:p14="http://schemas.microsoft.com/office/powerpoint/2010/main" val="13451740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a:effectLst/>
              </a:rPr>
              <a:t>Suggested Instructional Tips – Main Points</a:t>
            </a:r>
            <a:endParaRPr lang="en-US" b="0" i="0" u="none" strike="noStrike">
              <a:effectLst/>
              <a:latin typeface="+mn-lt"/>
            </a:endParaRPr>
          </a:p>
          <a:p>
            <a:r>
              <a:rPr lang="en-US" b="0" i="0" u="none" strike="noStrike">
                <a:effectLst/>
                <a:latin typeface="+mn-lt"/>
              </a:rPr>
              <a:t>Reiterate the relevance of each point:</a:t>
            </a:r>
            <a:r>
              <a:rPr lang="en-US" b="0" i="0">
                <a:effectLst/>
                <a:latin typeface="+mn-lt"/>
              </a:rPr>
              <a:t>​</a:t>
            </a:r>
          </a:p>
          <a:p>
            <a:pPr marL="171450" lvl="1" indent="-171450">
              <a:lnSpc>
                <a:spcPct val="107000"/>
              </a:lnSpc>
              <a:buFont typeface="Arial" panose="020B0604020202020204" pitchFamily="34" charset="0"/>
              <a:buChar char="•"/>
            </a:pPr>
            <a:r>
              <a:rPr lang="en-US"/>
              <a:t>The OSI model consists of 7 layers: physical, data link, network, transport, session, presentation, and application​.</a:t>
            </a:r>
          </a:p>
          <a:p>
            <a:pPr marL="171450" lvl="1" indent="-171450">
              <a:lnSpc>
                <a:spcPct val="107000"/>
              </a:lnSpc>
              <a:buFont typeface="Arial" panose="020B0604020202020204" pitchFamily="34" charset="0"/>
              <a:buChar char="•"/>
            </a:pPr>
            <a:r>
              <a:rPr lang="en-US"/>
              <a:t>Plan network structure and troubleshoot issues by applying OSI model layers, focusing on physical setup, security, performance, and services.​</a:t>
            </a:r>
          </a:p>
          <a:p>
            <a:pPr marL="171450" lvl="1" indent="-171450">
              <a:lnSpc>
                <a:spcPct val="107000"/>
              </a:lnSpc>
              <a:buFont typeface="Arial" panose="020B0604020202020204" pitchFamily="34" charset="0"/>
              <a:buChar char="•"/>
            </a:pPr>
            <a:r>
              <a:rPr lang="en-US"/>
              <a:t>Implement a methodical approach to troubleshooting, including identification, planning, execution, verification, and documentation.​</a:t>
            </a:r>
          </a:p>
          <a:p>
            <a:pPr marL="171450" lvl="1" indent="-171450">
              <a:lnSpc>
                <a:spcPct val="107000"/>
              </a:lnSpc>
              <a:buFont typeface="Arial" panose="020B0604020202020204" pitchFamily="34" charset="0"/>
              <a:buChar char="•"/>
            </a:pPr>
            <a:r>
              <a:rPr lang="en-US"/>
              <a:t>Use strategies like top-to-bottom, bottom-to-top, and divide-and-conquer to pinpoint and resolve network issues efficiently.​</a:t>
            </a:r>
          </a:p>
        </p:txBody>
      </p:sp>
      <p:sp>
        <p:nvSpPr>
          <p:cNvPr id="4" name="Footer Placeholder 3"/>
          <p:cNvSpPr>
            <a:spLocks noGrp="1"/>
          </p:cNvSpPr>
          <p:nvPr>
            <p:ph type="ftr" sz="quarter" idx="4"/>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ea typeface="+mn-ea"/>
                <a:cs typeface="+mn-cs"/>
              </a:rPr>
              <a:t>​</a:t>
            </a:r>
            <a:r>
              <a:rPr lang="en-US"/>
              <a:t>Copyright</a:t>
            </a:r>
            <a:r>
              <a:rPr kumimoji="0" lang="en-US" b="0" i="0" u="none" strike="noStrike" kern="1200" cap="none" spc="0" normalizeH="0" baseline="0" noProof="0">
                <a:ln>
                  <a:noFill/>
                </a:ln>
                <a:solidFill>
                  <a:prstClr val="black"/>
                </a:solidFill>
                <a:effectLst/>
                <a:uLnTx/>
                <a:uFillTx/>
                <a:ea typeface="+mn-ea"/>
                <a:cs typeface="+mn-cs"/>
              </a:rPr>
              <a:t> © 2024 The Computing Technology Industry Association, Inc. All rights reserved.</a:t>
            </a:r>
          </a:p>
        </p:txBody>
      </p:sp>
      <p:sp>
        <p:nvSpPr>
          <p:cNvPr id="5" name="Slide Number Placeholder 4"/>
          <p:cNvSpPr>
            <a:spLocks noGrp="1"/>
          </p:cNvSpPr>
          <p:nvPr>
            <p:ph type="sldNum" sz="quarter" idx="5"/>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FC1154-15AF-4CEB-AEC9-7A3CFB195E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8449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1168277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3987269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766358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1123090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2584302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3624430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defTabSz="685526"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1164547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2539170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DDE4A-E5BF-CD25-1EDC-B425D8FE4FC9}"/>
              </a:ext>
            </a:extLst>
          </p:cNvPr>
          <p:cNvSpPr>
            <a:spLocks noGrp="1"/>
          </p:cNvSpPr>
          <p:nvPr>
            <p:ph type="title"/>
          </p:nvPr>
        </p:nvSpPr>
        <p:spPr>
          <a:xfrm>
            <a:off x="683633" y="342582"/>
            <a:ext cx="2949178" cy="1199039"/>
          </a:xfrm>
        </p:spPr>
        <p:txBody>
          <a:bodyPr anchor="b">
            <a:no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4F9CB556-3E69-24D0-5980-42D0D3C20E79}"/>
              </a:ext>
            </a:extLst>
          </p:cNvPr>
          <p:cNvSpPr>
            <a:spLocks noGrp="1"/>
          </p:cNvSpPr>
          <p:nvPr>
            <p:ph type="body" sz="half" idx="2"/>
          </p:nvPr>
        </p:nvSpPr>
        <p:spPr>
          <a:xfrm>
            <a:off x="683633" y="1541622"/>
            <a:ext cx="2949178" cy="2856044"/>
          </a:xfrm>
        </p:spPr>
        <p:txBody>
          <a:bodyPr>
            <a:normAutofit/>
          </a:bodyPr>
          <a:lstStyle>
            <a:lvl1pPr marL="0" indent="0">
              <a:buNone/>
              <a:defRPr sz="2000"/>
            </a:lvl1pPr>
            <a:lvl2pPr marL="342580" indent="0">
              <a:buNone/>
              <a:defRPr sz="1049"/>
            </a:lvl2pPr>
            <a:lvl3pPr marL="685160" indent="0">
              <a:buNone/>
              <a:defRPr sz="899"/>
            </a:lvl3pPr>
            <a:lvl4pPr marL="1027740" indent="0">
              <a:buNone/>
              <a:defRPr sz="749"/>
            </a:lvl4pPr>
            <a:lvl5pPr marL="1370320" indent="0">
              <a:buNone/>
              <a:defRPr sz="749"/>
            </a:lvl5pPr>
            <a:lvl6pPr marL="1712900" indent="0">
              <a:buNone/>
              <a:defRPr sz="749"/>
            </a:lvl6pPr>
            <a:lvl7pPr marL="2055480" indent="0">
              <a:buNone/>
              <a:defRPr sz="749"/>
            </a:lvl7pPr>
            <a:lvl8pPr marL="2398060" indent="0">
              <a:buNone/>
              <a:defRPr sz="749"/>
            </a:lvl8pPr>
            <a:lvl9pPr marL="2740640" indent="0">
              <a:buNone/>
              <a:defRPr sz="749"/>
            </a:lvl9pPr>
          </a:lstStyle>
          <a:p>
            <a:pPr lvl="0"/>
            <a:r>
              <a:rPr lang="en-US"/>
              <a:t>Click to edit Master text styles</a:t>
            </a:r>
          </a:p>
        </p:txBody>
      </p:sp>
      <p:sp>
        <p:nvSpPr>
          <p:cNvPr id="7" name="Slide Number Placeholder 6">
            <a:extLst>
              <a:ext uri="{FF2B5EF4-FFF2-40B4-BE49-F238E27FC236}">
                <a16:creationId xmlns:a16="http://schemas.microsoft.com/office/drawing/2014/main" id="{525F6697-449B-1FAF-CEA8-C627695F2EFC}"/>
              </a:ext>
            </a:extLst>
          </p:cNvPr>
          <p:cNvSpPr>
            <a:spLocks noGrp="1"/>
          </p:cNvSpPr>
          <p:nvPr>
            <p:ph type="sldNum" sz="quarter" idx="12"/>
          </p:nvPr>
        </p:nvSpPr>
        <p:spPr/>
        <p:txBody>
          <a:bodyPr/>
          <a:lstStyle/>
          <a:p>
            <a:fld id="{64537577-822C-42C9-B1FE-62AC5F07B59D}" type="slidenum">
              <a:rPr lang="en-US" smtClean="0"/>
              <a:t>‹#›</a:t>
            </a:fld>
            <a:endParaRPr lang="en-US"/>
          </a:p>
        </p:txBody>
      </p:sp>
      <p:sp>
        <p:nvSpPr>
          <p:cNvPr id="5" name="Google Shape;230;p20">
            <a:extLst>
              <a:ext uri="{FF2B5EF4-FFF2-40B4-BE49-F238E27FC236}">
                <a16:creationId xmlns:a16="http://schemas.microsoft.com/office/drawing/2014/main" id="{41882208-54EB-A492-7FE5-076EAAF9B011}"/>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9" name="Text Placeholder 8">
            <a:extLst>
              <a:ext uri="{FF2B5EF4-FFF2-40B4-BE49-F238E27FC236}">
                <a16:creationId xmlns:a16="http://schemas.microsoft.com/office/drawing/2014/main" id="{8BE0F474-AA30-E8E3-21AF-FDE4B38DEEF9}"/>
              </a:ext>
            </a:extLst>
          </p:cNvPr>
          <p:cNvSpPr>
            <a:spLocks noGrp="1"/>
          </p:cNvSpPr>
          <p:nvPr>
            <p:ph type="body" sz="quarter" idx="13"/>
          </p:nvPr>
        </p:nvSpPr>
        <p:spPr>
          <a:xfrm>
            <a:off x="3811588" y="584947"/>
            <a:ext cx="4648200" cy="3812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2527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p>
            <a:fld id="{64537577-822C-42C9-B1FE-62AC5F07B59D}" type="slidenum">
              <a:rPr lang="en-US" smtClean="0"/>
              <a:t>‹#›</a:t>
            </a:fld>
            <a:endParaRPr lang="en-US"/>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7886700" cy="3065463"/>
          </a:xfrm>
        </p:spPr>
        <p:txBody>
          <a:bodyPr/>
          <a:lstStyle/>
          <a:p>
            <a:endParaRPr lang="en-US"/>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7886700" cy="201612"/>
          </a:xfrm>
        </p:spPr>
        <p:txBody>
          <a:bodyPr>
            <a:normAutofit/>
          </a:bodyPr>
          <a:lstStyle>
            <a:lvl1pPr marL="0" indent="0">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a:t>Citation</a:t>
            </a:r>
          </a:p>
        </p:txBody>
      </p:sp>
    </p:spTree>
    <p:extLst>
      <p:ext uri="{BB962C8B-B14F-4D97-AF65-F5344CB8AC3E}">
        <p14:creationId xmlns:p14="http://schemas.microsoft.com/office/powerpoint/2010/main" val="2582433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1209192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fld id="{64537577-822C-42C9-B1FE-62AC5F07B59D}" type="slidenum">
              <a:rPr lang="en-US" smtClean="0"/>
              <a:pPr/>
              <a:t>‹#›</a:t>
            </a:fld>
            <a:endParaRPr lang="en-US"/>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3443310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2525439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903873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2451719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fld id="{64537577-822C-42C9-B1FE-62AC5F07B59D}" type="slidenum">
              <a:rPr lang="en-US" smtClean="0"/>
              <a:pPr/>
              <a:t>‹#›</a:t>
            </a:fld>
            <a:endParaRPr lang="en-US"/>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36820065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1142121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fld id="{64537577-822C-42C9-B1FE-62AC5F07B59D}" type="slidenum">
              <a:rPr lang="en-US" smtClean="0"/>
              <a:pPr/>
              <a:t>‹#›</a:t>
            </a:fld>
            <a:endParaRPr lang="en-US"/>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3724782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1.png"/><Relationship Id="rId4" Type="http://schemas.openxmlformats.org/officeDocument/2006/relationships/slideLayout" Target="../slideLayouts/slideLayout14.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2" cstate="hqprint">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87994757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56" r:id="rId9"/>
    <p:sldLayoutId id="2147483661" r:id="rId10"/>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90000"/>
        </a:lnSpc>
        <a:spcBef>
          <a:spcPts val="749"/>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90000"/>
        </a:lnSpc>
        <a:spcBef>
          <a:spcPts val="375"/>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90000"/>
        </a:lnSpc>
        <a:spcBef>
          <a:spcPts val="375"/>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90000"/>
        </a:lnSpc>
        <a:spcBef>
          <a:spcPts val="375"/>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90000"/>
        </a:lnSpc>
        <a:spcBef>
          <a:spcPts val="375"/>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fld id="{64537577-822C-42C9-B1FE-62AC5F07B59D}" type="slidenum">
              <a:rPr lang="en-US" smtClean="0"/>
              <a:pPr/>
              <a:t>‹#›</a:t>
            </a:fld>
            <a:endParaRPr lang="en-US"/>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0" cstate="hqprint">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p>
        </p:txBody>
      </p:sp>
    </p:spTree>
    <p:extLst>
      <p:ext uri="{BB962C8B-B14F-4D97-AF65-F5344CB8AC3E}">
        <p14:creationId xmlns:p14="http://schemas.microsoft.com/office/powerpoint/2010/main" val="156030137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90000"/>
        </a:lnSpc>
        <a:spcBef>
          <a:spcPts val="749"/>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90000"/>
        </a:lnSpc>
        <a:spcBef>
          <a:spcPts val="375"/>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90000"/>
        </a:lnSpc>
        <a:spcBef>
          <a:spcPts val="375"/>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90000"/>
        </a:lnSpc>
        <a:spcBef>
          <a:spcPts val="375"/>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90000"/>
        </a:lnSpc>
        <a:spcBef>
          <a:spcPts val="375"/>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5.xml"/><Relationship Id="rId7" Type="http://schemas.openxmlformats.org/officeDocument/2006/relationships/diagramColors" Target="../diagrams/colors1.xml"/><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5.xml"/><Relationship Id="rId13" Type="http://schemas.openxmlformats.org/officeDocument/2006/relationships/diagramColors" Target="../diagrams/colors6.xml"/><Relationship Id="rId3" Type="http://schemas.openxmlformats.org/officeDocument/2006/relationships/image" Target="../media/image12.jpeg"/><Relationship Id="rId7" Type="http://schemas.openxmlformats.org/officeDocument/2006/relationships/diagramQuickStyle" Target="../diagrams/quickStyle5.xml"/><Relationship Id="rId12" Type="http://schemas.openxmlformats.org/officeDocument/2006/relationships/diagramQuickStyle" Target="../diagrams/quickStyle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Layout" Target="../diagrams/layout5.xml"/><Relationship Id="rId11" Type="http://schemas.openxmlformats.org/officeDocument/2006/relationships/diagramLayout" Target="../diagrams/layout6.xml"/><Relationship Id="rId5" Type="http://schemas.openxmlformats.org/officeDocument/2006/relationships/diagramData" Target="../diagrams/data5.xml"/><Relationship Id="rId10" Type="http://schemas.openxmlformats.org/officeDocument/2006/relationships/diagramData" Target="../diagrams/data6.xml"/><Relationship Id="rId4" Type="http://schemas.openxmlformats.org/officeDocument/2006/relationships/image" Target="../media/image13.jpeg"/><Relationship Id="rId9" Type="http://schemas.microsoft.com/office/2007/relationships/diagramDrawing" Target="../diagrams/drawing5.xml"/><Relationship Id="rId14" Type="http://schemas.microsoft.com/office/2007/relationships/diagramDrawing" Target="../diagrams/drawing6.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14.png"/><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image" Target="../media/image15.png"/><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12.xml"/><Relationship Id="rId3" Type="http://schemas.openxmlformats.org/officeDocument/2006/relationships/diagramData" Target="../diagrams/data11.xml"/><Relationship Id="rId7" Type="http://schemas.microsoft.com/office/2007/relationships/diagramDrawing" Target="../diagrams/drawing11.xml"/><Relationship Id="rId12" Type="http://schemas.microsoft.com/office/2007/relationships/diagramDrawing" Target="../diagrams/drawing1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1.xml"/><Relationship Id="rId11" Type="http://schemas.openxmlformats.org/officeDocument/2006/relationships/diagramColors" Target="../diagrams/colors12.xml"/><Relationship Id="rId5" Type="http://schemas.openxmlformats.org/officeDocument/2006/relationships/diagramQuickStyle" Target="../diagrams/quickStyle11.xml"/><Relationship Id="rId10" Type="http://schemas.openxmlformats.org/officeDocument/2006/relationships/diagramQuickStyle" Target="../diagrams/quickStyle12.xml"/><Relationship Id="rId4" Type="http://schemas.openxmlformats.org/officeDocument/2006/relationships/diagramLayout" Target="../diagrams/layout11.xml"/><Relationship Id="rId9" Type="http://schemas.openxmlformats.org/officeDocument/2006/relationships/diagramLayout" Target="../diagrams/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14.xml"/><Relationship Id="rId13" Type="http://schemas.openxmlformats.org/officeDocument/2006/relationships/image" Target="../media/image18.png"/><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2" Type="http://schemas.openxmlformats.org/officeDocument/2006/relationships/notesSlide" Target="../notesSlides/notesSlide21.xml"/><Relationship Id="rId16"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5" Type="http://schemas.openxmlformats.org/officeDocument/2006/relationships/image" Target="../media/image20.png"/><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 Id="rId14" Type="http://schemas.openxmlformats.org/officeDocument/2006/relationships/image" Target="../media/image19.svg"/></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16.xml"/><Relationship Id="rId3" Type="http://schemas.openxmlformats.org/officeDocument/2006/relationships/diagramData" Target="../diagrams/data15.xml"/><Relationship Id="rId7" Type="http://schemas.microsoft.com/office/2007/relationships/diagramDrawing" Target="../diagrams/drawing15.xml"/><Relationship Id="rId12" Type="http://schemas.microsoft.com/office/2007/relationships/diagramDrawing" Target="../diagrams/drawing1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5.xml"/><Relationship Id="rId11" Type="http://schemas.openxmlformats.org/officeDocument/2006/relationships/diagramColors" Target="../diagrams/colors16.xml"/><Relationship Id="rId5" Type="http://schemas.openxmlformats.org/officeDocument/2006/relationships/diagramQuickStyle" Target="../diagrams/quickStyle15.xml"/><Relationship Id="rId10" Type="http://schemas.openxmlformats.org/officeDocument/2006/relationships/diagramQuickStyle" Target="../diagrams/quickStyle16.xml"/><Relationship Id="rId4" Type="http://schemas.openxmlformats.org/officeDocument/2006/relationships/diagramLayout" Target="../diagrams/layout15.xml"/><Relationship Id="rId9" Type="http://schemas.openxmlformats.org/officeDocument/2006/relationships/diagramLayout" Target="../diagrams/layout16.xml"/></Relationships>
</file>

<file path=ppt/slides/_rels/slide23.xml.rels><?xml version="1.0" encoding="UTF-8" standalone="yes"?>
<Relationships xmlns="http://schemas.openxmlformats.org/package/2006/relationships"><Relationship Id="rId8" Type="http://schemas.openxmlformats.org/officeDocument/2006/relationships/diagramData" Target="../diagrams/data18.xml"/><Relationship Id="rId13" Type="http://schemas.openxmlformats.org/officeDocument/2006/relationships/image" Target="../media/image22.png"/><Relationship Id="rId18" Type="http://schemas.openxmlformats.org/officeDocument/2006/relationships/image" Target="../media/image27.svg"/><Relationship Id="rId3" Type="http://schemas.openxmlformats.org/officeDocument/2006/relationships/diagramData" Target="../diagrams/data17.xml"/><Relationship Id="rId7" Type="http://schemas.microsoft.com/office/2007/relationships/diagramDrawing" Target="../diagrams/drawing17.xml"/><Relationship Id="rId12" Type="http://schemas.microsoft.com/office/2007/relationships/diagramDrawing" Target="../diagrams/drawing18.xml"/><Relationship Id="rId17" Type="http://schemas.openxmlformats.org/officeDocument/2006/relationships/image" Target="../media/image26.png"/><Relationship Id="rId2" Type="http://schemas.openxmlformats.org/officeDocument/2006/relationships/notesSlide" Target="../notesSlides/notesSlide23.xml"/><Relationship Id="rId16" Type="http://schemas.openxmlformats.org/officeDocument/2006/relationships/image" Target="../media/image25.svg"/><Relationship Id="rId1" Type="http://schemas.openxmlformats.org/officeDocument/2006/relationships/slideLayout" Target="../slideLayouts/slideLayout2.xml"/><Relationship Id="rId6" Type="http://schemas.openxmlformats.org/officeDocument/2006/relationships/diagramColors" Target="../diagrams/colors17.xml"/><Relationship Id="rId11" Type="http://schemas.openxmlformats.org/officeDocument/2006/relationships/diagramColors" Target="../diagrams/colors18.xml"/><Relationship Id="rId5" Type="http://schemas.openxmlformats.org/officeDocument/2006/relationships/diagramQuickStyle" Target="../diagrams/quickStyle17.xml"/><Relationship Id="rId15" Type="http://schemas.openxmlformats.org/officeDocument/2006/relationships/image" Target="../media/image24.png"/><Relationship Id="rId10" Type="http://schemas.openxmlformats.org/officeDocument/2006/relationships/diagramQuickStyle" Target="../diagrams/quickStyle18.xml"/><Relationship Id="rId4" Type="http://schemas.openxmlformats.org/officeDocument/2006/relationships/diagramLayout" Target="../diagrams/layout17.xml"/><Relationship Id="rId9" Type="http://schemas.openxmlformats.org/officeDocument/2006/relationships/diagramLayout" Target="../diagrams/layout18.xml"/><Relationship Id="rId14" Type="http://schemas.openxmlformats.org/officeDocument/2006/relationships/image" Target="../media/image23.svg"/></Relationships>
</file>

<file path=ppt/slides/_rels/slide24.xml.rels><?xml version="1.0" encoding="UTF-8" standalone="yes"?>
<Relationships xmlns="http://schemas.openxmlformats.org/package/2006/relationships"><Relationship Id="rId8" Type="http://schemas.microsoft.com/office/2007/relationships/diagramDrawing" Target="../diagrams/drawing19.xml"/><Relationship Id="rId13" Type="http://schemas.microsoft.com/office/2007/relationships/diagramDrawing" Target="../diagrams/drawing20.xml"/><Relationship Id="rId3" Type="http://schemas.openxmlformats.org/officeDocument/2006/relationships/image" Target="../media/image28.jpeg"/><Relationship Id="rId7" Type="http://schemas.openxmlformats.org/officeDocument/2006/relationships/diagramColors" Target="../diagrams/colors19.xml"/><Relationship Id="rId12" Type="http://schemas.openxmlformats.org/officeDocument/2006/relationships/diagramColors" Target="../diagrams/colors20.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QuickStyle" Target="../diagrams/quickStyle19.xml"/><Relationship Id="rId11" Type="http://schemas.openxmlformats.org/officeDocument/2006/relationships/diagramQuickStyle" Target="../diagrams/quickStyle20.xml"/><Relationship Id="rId5" Type="http://schemas.openxmlformats.org/officeDocument/2006/relationships/diagramLayout" Target="../diagrams/layout19.xml"/><Relationship Id="rId10" Type="http://schemas.openxmlformats.org/officeDocument/2006/relationships/diagramLayout" Target="../diagrams/layout20.xml"/><Relationship Id="rId4" Type="http://schemas.openxmlformats.org/officeDocument/2006/relationships/diagramData" Target="../diagrams/data19.xml"/><Relationship Id="rId9" Type="http://schemas.openxmlformats.org/officeDocument/2006/relationships/diagramData" Target="../diagrams/data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2.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41.jpeg"/><Relationship Id="rId7" Type="http://schemas.openxmlformats.org/officeDocument/2006/relationships/diagramColors" Target="../diagrams/colors22.xml"/><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43.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4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45.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47.xml"/><Relationship Id="rId1" Type="http://schemas.openxmlformats.org/officeDocument/2006/relationships/slideLayout" Target="../slideLayouts/slideLayout3.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noAutofit/>
          </a:bodyPr>
          <a:lstStyle/>
          <a:p>
            <a:r>
              <a:rPr lang="en-US"/>
              <a:t>Module 1</a:t>
            </a:r>
          </a:p>
        </p:txBody>
      </p:sp>
      <p:sp>
        <p:nvSpPr>
          <p:cNvPr id="9" name="Subtitle 8">
            <a:extLst>
              <a:ext uri="{FF2B5EF4-FFF2-40B4-BE49-F238E27FC236}">
                <a16:creationId xmlns:a16="http://schemas.microsoft.com/office/drawing/2014/main" id="{D63358E7-0213-9FB6-3B08-E3D4DDBCFFA3}"/>
              </a:ext>
            </a:extLst>
          </p:cNvPr>
          <p:cNvSpPr>
            <a:spLocks noGrp="1"/>
          </p:cNvSpPr>
          <p:nvPr>
            <p:ph type="subTitle" idx="1"/>
          </p:nvPr>
        </p:nvSpPr>
        <p:spPr>
          <a:xfrm>
            <a:off x="682580" y="2306171"/>
            <a:ext cx="7318420" cy="1633528"/>
          </a:xfrm>
        </p:spPr>
        <p:txBody>
          <a:bodyPr vert="horz" lIns="91440" tIns="45720" rIns="91440" bIns="45720" rtlCol="0" anchor="t">
            <a:normAutofit/>
          </a:bodyPr>
          <a:lstStyle/>
          <a:p>
            <a:r>
              <a:rPr lang="en-US"/>
              <a:t>Explaining Network Topologies</a:t>
            </a:r>
          </a:p>
        </p:txBody>
      </p:sp>
      <p:sp>
        <p:nvSpPr>
          <p:cNvPr id="3" name="Slide Number Placeholder 2">
            <a:extLst>
              <a:ext uri="{FF2B5EF4-FFF2-40B4-BE49-F238E27FC236}">
                <a16:creationId xmlns:a16="http://schemas.microsoft.com/office/drawing/2014/main" id="{1E051CDD-7A8A-5076-8BDB-6CB7DEABC8A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a:t>
            </a:fld>
            <a:endParaRPr lang="en-US"/>
          </a:p>
        </p:txBody>
      </p:sp>
      <p:sp>
        <p:nvSpPr>
          <p:cNvPr id="5" name="Footer Placeholder 4">
            <a:extLst>
              <a:ext uri="{FF2B5EF4-FFF2-40B4-BE49-F238E27FC236}">
                <a16:creationId xmlns:a16="http://schemas.microsoft.com/office/drawing/2014/main" id="{3B6B4E27-1DE2-224D-CF57-FFCD65920D61}"/>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dirty="0"/>
              <a:t>​Copyright © 2025 CompTIA, Inc. All Rights Reserved. </a:t>
            </a:r>
          </a:p>
        </p:txBody>
      </p:sp>
    </p:spTree>
    <p:custDataLst>
      <p:tags r:id="rId1"/>
    </p:custDataLst>
    <p:extLst>
      <p:ext uri="{BB962C8B-B14F-4D97-AF65-F5344CB8AC3E}">
        <p14:creationId xmlns:p14="http://schemas.microsoft.com/office/powerpoint/2010/main" val="284725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18DF-222B-4060-1637-B7A41743E470}"/>
              </a:ext>
            </a:extLst>
          </p:cNvPr>
          <p:cNvSpPr>
            <a:spLocks noGrp="1" noChangeAspect="1"/>
          </p:cNvSpPr>
          <p:nvPr>
            <p:ph type="title"/>
          </p:nvPr>
        </p:nvSpPr>
        <p:spPr>
          <a:xfrm>
            <a:off x="628649" y="584942"/>
            <a:ext cx="7886699" cy="572790"/>
          </a:xfrm>
        </p:spPr>
        <p:txBody>
          <a:bodyPr>
            <a:normAutofit fontScale="90000"/>
          </a:bodyPr>
          <a:lstStyle/>
          <a:p>
            <a:r>
              <a:rPr lang="en-US" noProof="0"/>
              <a:t>Module Objectives</a:t>
            </a:r>
            <a:endParaRPr lang="en-US"/>
          </a:p>
        </p:txBody>
      </p:sp>
      <p:sp>
        <p:nvSpPr>
          <p:cNvPr id="3" name="Text Placeholder 2">
            <a:extLst>
              <a:ext uri="{FF2B5EF4-FFF2-40B4-BE49-F238E27FC236}">
                <a16:creationId xmlns:a16="http://schemas.microsoft.com/office/drawing/2014/main" id="{ED85CB01-734E-D1AF-CC68-1737ADEF8EEB}"/>
              </a:ext>
            </a:extLst>
          </p:cNvPr>
          <p:cNvSpPr>
            <a:spLocks noGrp="1" noChangeAspect="1"/>
          </p:cNvSpPr>
          <p:nvPr>
            <p:ph idx="1"/>
          </p:nvPr>
        </p:nvSpPr>
        <p:spPr>
          <a:xfrm>
            <a:off x="628650" y="1216369"/>
            <a:ext cx="7886700" cy="3325066"/>
          </a:xfrm>
        </p:spPr>
        <p:txBody>
          <a:bodyPr>
            <a:noAutofit/>
          </a:bodyPr>
          <a:lstStyle/>
          <a:p>
            <a:r>
              <a:rPr lang="en-US"/>
              <a:t>Explain network types and characteristics.</a:t>
            </a:r>
            <a:endParaRPr lang="en-US" noProof="0"/>
          </a:p>
          <a:p>
            <a:r>
              <a:rPr lang="en-US"/>
              <a:t>Compare and contrast OSI model layers.</a:t>
            </a:r>
          </a:p>
          <a:p>
            <a:r>
              <a:rPr lang="en-US"/>
              <a:t>Configure SOHO networks.</a:t>
            </a:r>
          </a:p>
          <a:p>
            <a:r>
              <a:rPr lang="en-US"/>
              <a:t>Explain CompTIA’s troubleshooting methodology.</a:t>
            </a:r>
          </a:p>
        </p:txBody>
      </p:sp>
      <p:sp>
        <p:nvSpPr>
          <p:cNvPr id="5" name="Slide Number Placeholder 4">
            <a:extLst>
              <a:ext uri="{FF2B5EF4-FFF2-40B4-BE49-F238E27FC236}">
                <a16:creationId xmlns:a16="http://schemas.microsoft.com/office/drawing/2014/main" id="{8582B515-E29F-1343-EE96-14B79DD5973A}"/>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a:t>
            </a:fld>
            <a:endParaRPr lang="en-US"/>
          </a:p>
        </p:txBody>
      </p:sp>
      <p:sp>
        <p:nvSpPr>
          <p:cNvPr id="6" name="Footer Placeholder 5">
            <a:extLst>
              <a:ext uri="{FF2B5EF4-FFF2-40B4-BE49-F238E27FC236}">
                <a16:creationId xmlns:a16="http://schemas.microsoft.com/office/drawing/2014/main" id="{5F2B412B-FF11-CCF1-D2A1-821E0A56126F}"/>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45678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1.1</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Networking Overview</a:t>
            </a:r>
          </a:p>
        </p:txBody>
      </p:sp>
      <p:sp>
        <p:nvSpPr>
          <p:cNvPr id="5" name="Slide Number Placeholder 4">
            <a:extLst>
              <a:ext uri="{FF2B5EF4-FFF2-40B4-BE49-F238E27FC236}">
                <a16:creationId xmlns:a16="http://schemas.microsoft.com/office/drawing/2014/main" id="{7C3FB3F8-1D5D-8621-1714-D8029B41450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a:t>
            </a:fld>
            <a:endParaRPr lang="en-US"/>
          </a:p>
        </p:txBody>
      </p:sp>
      <p:sp>
        <p:nvSpPr>
          <p:cNvPr id="6" name="Footer Placeholder 5">
            <a:extLst>
              <a:ext uri="{FF2B5EF4-FFF2-40B4-BE49-F238E27FC236}">
                <a16:creationId xmlns:a16="http://schemas.microsoft.com/office/drawing/2014/main" id="{1DC24BAC-551F-5C74-7853-D0D27F1F4455}"/>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301513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B5DF94-AAAB-4815-3EDD-C09C747AA176}"/>
              </a:ext>
              <a:ext uri="{C183D7F6-B498-43B3-948B-1728B52AA6E4}">
                <adec:decorative xmlns:adec="http://schemas.microsoft.com/office/drawing/2017/decorative" val="1"/>
              </a:ext>
            </a:extLst>
          </p:cNvPr>
          <p:cNvPicPr>
            <a:picLocks noGrp="1" noChangeAspect="1"/>
          </p:cNvPicPr>
          <p:nvPr>
            <p:ph idx="1"/>
          </p:nvPr>
        </p:nvPicPr>
        <p:blipFill rotWithShape="1">
          <a:blip r:embed="rId3" cstate="screen">
            <a:extLst>
              <a:ext uri="{28A0092B-C50C-407E-A947-70E740481C1C}">
                <a14:useLocalDpi xmlns:a14="http://schemas.microsoft.com/office/drawing/2010/main"/>
              </a:ext>
            </a:extLst>
          </a:blip>
          <a:stretch/>
        </p:blipFill>
        <p:spPr>
          <a:xfrm>
            <a:off x="1640195" y="505182"/>
            <a:ext cx="5863605" cy="3823574"/>
          </a:xfrm>
          <a:prstGeom prst="rect">
            <a:avLst/>
          </a:prstGeom>
        </p:spPr>
      </p:pic>
      <p:sp>
        <p:nvSpPr>
          <p:cNvPr id="9" name="Title 1">
            <a:extLst>
              <a:ext uri="{FF2B5EF4-FFF2-40B4-BE49-F238E27FC236}">
                <a16:creationId xmlns:a16="http://schemas.microsoft.com/office/drawing/2014/main" id="{97388E90-5F2A-C25B-47CE-9332EBBE49EF}"/>
              </a:ext>
              <a:ext uri="{C183D7F6-B498-43B3-948B-1728B52AA6E4}">
                <adec:decorative xmlns:adec="http://schemas.microsoft.com/office/drawing/2017/decorative" val="0"/>
              </a:ext>
            </a:extLst>
          </p:cNvPr>
          <p:cNvSpPr txBox="1">
            <a:spLocks/>
          </p:cNvSpPr>
          <p:nvPr/>
        </p:nvSpPr>
        <p:spPr>
          <a:xfrm>
            <a:off x="556125" y="537158"/>
            <a:ext cx="8520600" cy="572170"/>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r>
              <a:rPr lang="en-US" sz="3197" dirty="0"/>
              <a:t>Think About It</a:t>
            </a:r>
          </a:p>
        </p:txBody>
      </p:sp>
      <p:sp>
        <p:nvSpPr>
          <p:cNvPr id="8" name="TextBox 7">
            <a:extLst>
              <a:ext uri="{FF2B5EF4-FFF2-40B4-BE49-F238E27FC236}">
                <a16:creationId xmlns:a16="http://schemas.microsoft.com/office/drawing/2014/main" id="{07E34718-3C3E-1A0E-6495-E2686A2EF0D7}"/>
              </a:ext>
              <a:ext uri="{C183D7F6-B498-43B3-948B-1728B52AA6E4}">
                <adec:decorative xmlns:adec="http://schemas.microsoft.com/office/drawing/2017/decorative" val="0"/>
              </a:ext>
            </a:extLst>
          </p:cNvPr>
          <p:cNvSpPr txBox="1"/>
          <p:nvPr/>
        </p:nvSpPr>
        <p:spPr>
          <a:xfrm>
            <a:off x="628650" y="960855"/>
            <a:ext cx="6542689" cy="461665"/>
          </a:xfrm>
          <a:prstGeom prst="rect">
            <a:avLst/>
          </a:prstGeom>
          <a:noFill/>
        </p:spPr>
        <p:txBody>
          <a:bodyPr wrap="square">
            <a:spAutoFit/>
          </a:bodyPr>
          <a:lstStyle/>
          <a:p>
            <a:r>
              <a:rPr lang="en-US" sz="2400" dirty="0">
                <a:latin typeface="+mj-lt"/>
              </a:rPr>
              <a:t>How would you define your social network?</a:t>
            </a:r>
          </a:p>
        </p:txBody>
      </p:sp>
      <p:sp>
        <p:nvSpPr>
          <p:cNvPr id="3" name="Slide Number Placeholder 2">
            <a:extLst>
              <a:ext uri="{FF2B5EF4-FFF2-40B4-BE49-F238E27FC236}">
                <a16:creationId xmlns:a16="http://schemas.microsoft.com/office/drawing/2014/main" id="{609CE3C0-EAB3-0BF9-9B8C-DE3CE6A4CE46}"/>
              </a:ext>
              <a:ext uri="{C183D7F6-B498-43B3-948B-1728B52AA6E4}">
                <adec:decorative xmlns:adec="http://schemas.microsoft.com/office/drawing/2017/decorative" val="0"/>
              </a:ext>
            </a:extLst>
          </p:cNvPr>
          <p:cNvSpPr>
            <a:spLocks noGrp="1"/>
          </p:cNvSpPr>
          <p:nvPr>
            <p:ph type="sldNum" sz="quarter" idx="12"/>
          </p:nvPr>
        </p:nvSpPr>
        <p:spPr/>
        <p:txBody>
          <a:bodyPr/>
          <a:lstStyle/>
          <a:p>
            <a:fld id="{64537577-822C-42C9-B1FE-62AC5F07B59D}" type="slidenum">
              <a:rPr lang="en-US" smtClean="0"/>
              <a:t>4</a:t>
            </a:fld>
            <a:endParaRPr lang="en-US" dirty="0"/>
          </a:p>
        </p:txBody>
      </p:sp>
      <p:sp>
        <p:nvSpPr>
          <p:cNvPr id="6" name="Footer Placeholder 5">
            <a:extLst>
              <a:ext uri="{FF2B5EF4-FFF2-40B4-BE49-F238E27FC236}">
                <a16:creationId xmlns:a16="http://schemas.microsoft.com/office/drawing/2014/main" id="{09D2C75A-9FEF-362D-5B54-AD11C9D21403}"/>
              </a:ext>
              <a:ext uri="{C183D7F6-B498-43B3-948B-1728B52AA6E4}">
                <adec:decorative xmlns:adec="http://schemas.microsoft.com/office/drawing/2017/decorative" val="1"/>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1915390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9DD55-FC47-CB36-D57F-58F7A0680684}"/>
              </a:ext>
            </a:extLst>
          </p:cNvPr>
          <p:cNvSpPr>
            <a:spLocks noGrp="1"/>
          </p:cNvSpPr>
          <p:nvPr>
            <p:ph type="title"/>
          </p:nvPr>
        </p:nvSpPr>
        <p:spPr>
          <a:xfrm>
            <a:off x="556125" y="537158"/>
            <a:ext cx="8520600" cy="572170"/>
          </a:xfrm>
        </p:spPr>
        <p:txBody>
          <a:bodyPr>
            <a:normAutofit/>
          </a:bodyPr>
          <a:lstStyle/>
          <a:p>
            <a:r>
              <a:rPr lang="en-US" sz="3197" dirty="0"/>
              <a:t>How are personal and IT networks similar?</a:t>
            </a:r>
          </a:p>
        </p:txBody>
      </p:sp>
      <p:graphicFrame>
        <p:nvGraphicFramePr>
          <p:cNvPr id="4" name="Diagram 3" descr="Social Network Characteristics:&#10;A collection of friends, family, coworkers, and acquaintances.&#10;Provides emotional support, advice, and opportunities in personal matters. &#10;Helps in communication, information sharing, and social connections.&#10;&#10;IT Network Characteristics&#10;A collection of computers and other devices connected by transmission medium.&#10;Provides an opportunity for shared resources.&#10;Helps with communication and information sharing in a digital environment.&#10;">
            <a:extLst>
              <a:ext uri="{FF2B5EF4-FFF2-40B4-BE49-F238E27FC236}">
                <a16:creationId xmlns:a16="http://schemas.microsoft.com/office/drawing/2014/main" id="{613188E0-CD82-32A5-3D37-E2EDC9FDAA2A}"/>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57058304"/>
              </p:ext>
            </p:extLst>
          </p:nvPr>
        </p:nvGraphicFramePr>
        <p:xfrm>
          <a:off x="1494966" y="1235014"/>
          <a:ext cx="5965492" cy="33693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Footer Placeholder 6">
            <a:extLst>
              <a:ext uri="{FF2B5EF4-FFF2-40B4-BE49-F238E27FC236}">
                <a16:creationId xmlns:a16="http://schemas.microsoft.com/office/drawing/2014/main" id="{C7DBF453-D594-660D-9264-8409E91FFFF7}"/>
              </a:ext>
              <a:ext uri="{C183D7F6-B498-43B3-948B-1728B52AA6E4}">
                <adec:decorative xmlns:adec="http://schemas.microsoft.com/office/drawing/2017/decorative" val="1"/>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cxnSp>
        <p:nvCxnSpPr>
          <p:cNvPr id="8" name="Straight Connector 7">
            <a:extLst>
              <a:ext uri="{FF2B5EF4-FFF2-40B4-BE49-F238E27FC236}">
                <a16:creationId xmlns:a16="http://schemas.microsoft.com/office/drawing/2014/main" id="{B735086E-59AA-EF11-54A7-DAC1B9269027}"/>
              </a:ext>
              <a:ext uri="{C183D7F6-B498-43B3-948B-1728B52AA6E4}">
                <adec:decorative xmlns:adec="http://schemas.microsoft.com/office/drawing/2017/decorative" val="1"/>
              </a:ext>
            </a:extLst>
          </p:cNvPr>
          <p:cNvCxnSpPr/>
          <p:nvPr/>
        </p:nvCxnSpPr>
        <p:spPr>
          <a:xfrm>
            <a:off x="4088623" y="2410902"/>
            <a:ext cx="786581" cy="0"/>
          </a:xfrm>
          <a:prstGeom prst="line">
            <a:avLst/>
          </a:prstGeom>
          <a:ln w="28575">
            <a:solidFill>
              <a:srgbClr val="007377"/>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9AB5150-85A5-25E4-4EFE-F8776BEF42BF}"/>
              </a:ext>
              <a:ext uri="{C183D7F6-B498-43B3-948B-1728B52AA6E4}">
                <adec:decorative xmlns:adec="http://schemas.microsoft.com/office/drawing/2017/decorative" val="1"/>
              </a:ext>
            </a:extLst>
          </p:cNvPr>
          <p:cNvCxnSpPr/>
          <p:nvPr/>
        </p:nvCxnSpPr>
        <p:spPr>
          <a:xfrm>
            <a:off x="4088623" y="2789444"/>
            <a:ext cx="786581" cy="0"/>
          </a:xfrm>
          <a:prstGeom prst="line">
            <a:avLst/>
          </a:prstGeom>
          <a:ln w="28575">
            <a:solidFill>
              <a:srgbClr val="007377"/>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FFFA9BF-194F-41E5-3C6C-6242CE8FF65B}"/>
              </a:ext>
              <a:ext uri="{C183D7F6-B498-43B3-948B-1728B52AA6E4}">
                <adec:decorative xmlns:adec="http://schemas.microsoft.com/office/drawing/2017/decorative" val="1"/>
              </a:ext>
            </a:extLst>
          </p:cNvPr>
          <p:cNvCxnSpPr/>
          <p:nvPr/>
        </p:nvCxnSpPr>
        <p:spPr>
          <a:xfrm>
            <a:off x="4088623" y="3163070"/>
            <a:ext cx="786581" cy="0"/>
          </a:xfrm>
          <a:prstGeom prst="line">
            <a:avLst/>
          </a:prstGeom>
          <a:ln w="28575">
            <a:solidFill>
              <a:srgbClr val="007377"/>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6336E8-7E4F-129C-E2EC-5AEF49BF5679}"/>
              </a:ext>
              <a:ext uri="{C183D7F6-B498-43B3-948B-1728B52AA6E4}">
                <adec:decorative xmlns:adec="http://schemas.microsoft.com/office/drawing/2017/decorative" val="1"/>
              </a:ext>
            </a:extLst>
          </p:cNvPr>
          <p:cNvCxnSpPr/>
          <p:nvPr/>
        </p:nvCxnSpPr>
        <p:spPr>
          <a:xfrm>
            <a:off x="4088623" y="3526863"/>
            <a:ext cx="786581" cy="0"/>
          </a:xfrm>
          <a:prstGeom prst="line">
            <a:avLst/>
          </a:prstGeom>
          <a:ln w="28575">
            <a:solidFill>
              <a:srgbClr val="007377"/>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51094E-52B7-54A6-8862-566C8043EF02}"/>
              </a:ext>
              <a:ext uri="{C183D7F6-B498-43B3-948B-1728B52AA6E4}">
                <adec:decorative xmlns:adec="http://schemas.microsoft.com/office/drawing/2017/decorative" val="1"/>
              </a:ext>
            </a:extLst>
          </p:cNvPr>
          <p:cNvCxnSpPr/>
          <p:nvPr/>
        </p:nvCxnSpPr>
        <p:spPr>
          <a:xfrm>
            <a:off x="4088623" y="3910322"/>
            <a:ext cx="786581" cy="0"/>
          </a:xfrm>
          <a:prstGeom prst="line">
            <a:avLst/>
          </a:prstGeom>
          <a:ln w="28575">
            <a:solidFill>
              <a:srgbClr val="007377"/>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5323895-50D0-8AEE-F10D-7088A1F9A8B9}"/>
              </a:ext>
              <a:ext uri="{C183D7F6-B498-43B3-948B-1728B52AA6E4}">
                <adec:decorative xmlns:adec="http://schemas.microsoft.com/office/drawing/2017/decorative" val="1"/>
              </a:ext>
            </a:extLst>
          </p:cNvPr>
          <p:cNvCxnSpPr/>
          <p:nvPr/>
        </p:nvCxnSpPr>
        <p:spPr>
          <a:xfrm>
            <a:off x="4088623" y="4269199"/>
            <a:ext cx="786581" cy="0"/>
          </a:xfrm>
          <a:prstGeom prst="line">
            <a:avLst/>
          </a:prstGeom>
          <a:ln w="28575">
            <a:solidFill>
              <a:srgbClr val="007377"/>
            </a:solidFill>
            <a:prstDash val="sysDot"/>
          </a:ln>
        </p:spPr>
        <p:style>
          <a:lnRef idx="1">
            <a:schemeClr val="accent1"/>
          </a:lnRef>
          <a:fillRef idx="0">
            <a:schemeClr val="accent1"/>
          </a:fillRef>
          <a:effectRef idx="0">
            <a:schemeClr val="accent1"/>
          </a:effectRef>
          <a:fontRef idx="minor">
            <a:schemeClr val="tx1"/>
          </a:fontRef>
        </p:style>
      </p:cxnSp>
      <p:sp>
        <p:nvSpPr>
          <p:cNvPr id="6" name="Slide Number Placeholder 2">
            <a:extLst>
              <a:ext uri="{FF2B5EF4-FFF2-40B4-BE49-F238E27FC236}">
                <a16:creationId xmlns:a16="http://schemas.microsoft.com/office/drawing/2014/main" id="{FF52483A-815F-81CB-E9A0-705ADA2D7418}"/>
              </a:ext>
              <a:ext uri="{C183D7F6-B498-43B3-948B-1728B52AA6E4}">
                <adec:decorative xmlns:adec="http://schemas.microsoft.com/office/drawing/2017/decorative" val="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t>5</a:t>
            </a:fld>
            <a:endParaRPr lang="en-US" dirty="0"/>
          </a:p>
        </p:txBody>
      </p:sp>
    </p:spTree>
    <p:custDataLst>
      <p:tags r:id="rId1"/>
    </p:custDataLst>
    <p:extLst>
      <p:ext uri="{BB962C8B-B14F-4D97-AF65-F5344CB8AC3E}">
        <p14:creationId xmlns:p14="http://schemas.microsoft.com/office/powerpoint/2010/main" val="2667959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49" y="584942"/>
            <a:ext cx="7886699" cy="572790"/>
          </a:xfrm>
        </p:spPr>
        <p:txBody>
          <a:bodyPr>
            <a:normAutofit fontScale="90000"/>
          </a:bodyPr>
          <a:lstStyle/>
          <a:p>
            <a:r>
              <a:rPr lang="en-US"/>
              <a:t>Networks</a:t>
            </a:r>
          </a:p>
        </p:txBody>
      </p:sp>
      <p:graphicFrame>
        <p:nvGraphicFramePr>
          <p:cNvPr id="8" name="Content Placeholder 7" descr="In the Client-Server model, servers are powerful computers that share resources like applications and data with client computers. In a Peer-to-Peer network, each host can both share resources and receive them. A Peer-to-Peer network is also known as a workgroup.">
            <a:extLst>
              <a:ext uri="{FF2B5EF4-FFF2-40B4-BE49-F238E27FC236}">
                <a16:creationId xmlns:a16="http://schemas.microsoft.com/office/drawing/2014/main" id="{02B2A2AE-C41B-C6F4-B1F0-B2336A0315B8}"/>
              </a:ext>
            </a:extLst>
          </p:cNvPr>
          <p:cNvGraphicFramePr>
            <a:graphicFrameLocks noGrp="1"/>
          </p:cNvGraphicFramePr>
          <p:nvPr>
            <p:ph idx="1"/>
            <p:extLst>
              <p:ext uri="{D42A27DB-BD31-4B8C-83A1-F6EECF244321}">
                <p14:modId xmlns:p14="http://schemas.microsoft.com/office/powerpoint/2010/main" val="745858656"/>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AB0B7846-FC77-AAEF-FD4F-D39B046C4B6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6</a:t>
            </a:fld>
            <a:endParaRPr lang="en-US"/>
          </a:p>
        </p:txBody>
      </p:sp>
      <p:sp>
        <p:nvSpPr>
          <p:cNvPr id="6" name="Footer Placeholder 5">
            <a:extLst>
              <a:ext uri="{FF2B5EF4-FFF2-40B4-BE49-F238E27FC236}">
                <a16:creationId xmlns:a16="http://schemas.microsoft.com/office/drawing/2014/main" id="{725B2B54-8E1D-7E8B-3871-F343EEF8421E}"/>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1956696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p:txBody>
          <a:bodyPr>
            <a:normAutofit fontScale="90000"/>
          </a:bodyPr>
          <a:lstStyle/>
          <a:p>
            <a:r>
              <a:rPr lang="en-US"/>
              <a:t>Local Area Network (LAN)</a:t>
            </a:r>
          </a:p>
        </p:txBody>
      </p:sp>
      <p:sp>
        <p:nvSpPr>
          <p:cNvPr id="5" name="TextBox 4">
            <a:extLst>
              <a:ext uri="{FF2B5EF4-FFF2-40B4-BE49-F238E27FC236}">
                <a16:creationId xmlns:a16="http://schemas.microsoft.com/office/drawing/2014/main" id="{52849026-7D1C-F1D4-30C1-D31DBA52E372}"/>
              </a:ext>
            </a:extLst>
          </p:cNvPr>
          <p:cNvSpPr txBox="1"/>
          <p:nvPr/>
        </p:nvSpPr>
        <p:spPr>
          <a:xfrm>
            <a:off x="1523999" y="1190287"/>
            <a:ext cx="6270171" cy="369332"/>
          </a:xfrm>
          <a:prstGeom prst="rect">
            <a:avLst/>
          </a:prstGeom>
          <a:noFill/>
        </p:spPr>
        <p:txBody>
          <a:bodyPr wrap="square" rtlCol="0">
            <a:spAutoFit/>
          </a:bodyPr>
          <a:lstStyle/>
          <a:p>
            <a:pPr algn="ctr"/>
            <a:r>
              <a:rPr lang="en-US" sz="1800">
                <a:solidFill>
                  <a:srgbClr val="404448"/>
                </a:solidFill>
              </a:rPr>
              <a:t>A LAN is confined to a single geographical location.</a:t>
            </a:r>
          </a:p>
        </p:txBody>
      </p:sp>
      <p:graphicFrame>
        <p:nvGraphicFramePr>
          <p:cNvPr id="9" name="Diagram 8" descr="A local area network (LAN) is confined to a single geographical location. A SOHO network is a home or business-oriented network that uses a centralized router or server to network computers, mobile devices, and other devices or appliances. An Enterprise LAN can include a small and medium-sized enterprise (SME) network, which supports dozens of users using structured cabling, switches, and routers. It can also refer to a network supporting hundreds or thousands of users with multiple enterprise-class switches and routers. A Datacenter is a network that hosts only servers and storage, not end-user client devices.">
            <a:extLst>
              <a:ext uri="{FF2B5EF4-FFF2-40B4-BE49-F238E27FC236}">
                <a16:creationId xmlns:a16="http://schemas.microsoft.com/office/drawing/2014/main" id="{F50C57F5-DA06-2654-25C2-D78E30FF83DD}"/>
              </a:ext>
            </a:extLst>
          </p:cNvPr>
          <p:cNvGraphicFramePr/>
          <p:nvPr>
            <p:extLst>
              <p:ext uri="{D42A27DB-BD31-4B8C-83A1-F6EECF244321}">
                <p14:modId xmlns:p14="http://schemas.microsoft.com/office/powerpoint/2010/main" val="3111741571"/>
              </p:ext>
            </p:extLst>
          </p:nvPr>
        </p:nvGraphicFramePr>
        <p:xfrm>
          <a:off x="888723" y="914789"/>
          <a:ext cx="7366549" cy="41336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Slide Number Placeholder 5">
            <a:extLst>
              <a:ext uri="{FF2B5EF4-FFF2-40B4-BE49-F238E27FC236}">
                <a16:creationId xmlns:a16="http://schemas.microsoft.com/office/drawing/2014/main" id="{0303B92A-B2C5-4572-69D7-8E39B635A7C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t>7</a:t>
            </a:fld>
            <a:endParaRPr lang="en-US"/>
          </a:p>
        </p:txBody>
      </p:sp>
      <p:sp>
        <p:nvSpPr>
          <p:cNvPr id="11" name="Footer Placeholder 6">
            <a:extLst>
              <a:ext uri="{FF2B5EF4-FFF2-40B4-BE49-F238E27FC236}">
                <a16:creationId xmlns:a16="http://schemas.microsoft.com/office/drawing/2014/main" id="{9314C34A-D52D-8F49-F931-451A217E2D16}"/>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1703010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7E3B-31C2-35D2-5527-9365308F6DFB}"/>
              </a:ext>
            </a:extLst>
          </p:cNvPr>
          <p:cNvSpPr>
            <a:spLocks noGrp="1"/>
          </p:cNvSpPr>
          <p:nvPr>
            <p:ph type="title"/>
          </p:nvPr>
        </p:nvSpPr>
        <p:spPr/>
        <p:txBody>
          <a:bodyPr>
            <a:normAutofit fontScale="90000"/>
          </a:bodyPr>
          <a:lstStyle/>
          <a:p>
            <a:r>
              <a:rPr lang="en-US"/>
              <a:t>Lesson Summary</a:t>
            </a:r>
          </a:p>
        </p:txBody>
      </p:sp>
      <p:sp>
        <p:nvSpPr>
          <p:cNvPr id="3" name="Content Placeholder 2">
            <a:extLst>
              <a:ext uri="{FF2B5EF4-FFF2-40B4-BE49-F238E27FC236}">
                <a16:creationId xmlns:a16="http://schemas.microsoft.com/office/drawing/2014/main" id="{AD2967B7-1158-C4FF-B1E5-291ECC344D5C}"/>
              </a:ext>
            </a:extLst>
          </p:cNvPr>
          <p:cNvSpPr>
            <a:spLocks noGrp="1"/>
          </p:cNvSpPr>
          <p:nvPr>
            <p:ph idx="1"/>
          </p:nvPr>
        </p:nvSpPr>
        <p:spPr/>
        <p:txBody>
          <a:bodyPr>
            <a:normAutofit fontScale="92500" lnSpcReduction="10000"/>
          </a:bodyPr>
          <a:lstStyle/>
          <a:p>
            <a:pPr lvl="0">
              <a:lnSpc>
                <a:spcPct val="110000"/>
              </a:lnSpc>
              <a:spcBef>
                <a:spcPts val="0"/>
              </a:spcBef>
            </a:pPr>
            <a:r>
              <a:rPr lang="en-US" b="1"/>
              <a:t>Network</a:t>
            </a:r>
            <a:r>
              <a:rPr lang="en-US"/>
              <a:t>: Computing devices that share data via common protocols and transmission media </a:t>
            </a:r>
          </a:p>
          <a:p>
            <a:pPr lvl="0">
              <a:lnSpc>
                <a:spcPct val="110000"/>
              </a:lnSpc>
              <a:spcBef>
                <a:spcPts val="0"/>
              </a:spcBef>
            </a:pPr>
            <a:r>
              <a:rPr lang="en-US" b="1"/>
              <a:t>Client-Server Network</a:t>
            </a:r>
            <a:r>
              <a:rPr lang="en-US"/>
              <a:t>: A server shares data, applications, and resources with client devices</a:t>
            </a:r>
          </a:p>
          <a:p>
            <a:pPr lvl="0">
              <a:lnSpc>
                <a:spcPct val="110000"/>
              </a:lnSpc>
              <a:spcBef>
                <a:spcPts val="0"/>
              </a:spcBef>
            </a:pPr>
            <a:r>
              <a:rPr lang="en-US" b="1"/>
              <a:t>Local Area Network (LAN)</a:t>
            </a:r>
            <a:r>
              <a:rPr lang="en-US"/>
              <a:t>: Devices connected within a single geographic location such as a home or business</a:t>
            </a:r>
          </a:p>
          <a:p>
            <a:pPr lvl="0">
              <a:lnSpc>
                <a:spcPct val="110000"/>
              </a:lnSpc>
              <a:spcBef>
                <a:spcPts val="0"/>
              </a:spcBef>
            </a:pPr>
            <a:r>
              <a:rPr lang="en-US" b="1"/>
              <a:t>Network Topology</a:t>
            </a:r>
            <a:r>
              <a:rPr lang="en-US"/>
              <a:t>: The physical or logical layout of connected devices, typically seen as star, mesh, or point-to-point topologies</a:t>
            </a:r>
          </a:p>
        </p:txBody>
      </p:sp>
      <p:sp>
        <p:nvSpPr>
          <p:cNvPr id="5" name="Slide Number Placeholder 4">
            <a:extLst>
              <a:ext uri="{FF2B5EF4-FFF2-40B4-BE49-F238E27FC236}">
                <a16:creationId xmlns:a16="http://schemas.microsoft.com/office/drawing/2014/main" id="{41E15985-1DE2-7481-95DA-B7A32DCB3059}"/>
              </a:ext>
              <a:ext uri="{C183D7F6-B498-43B3-948B-1728B52AA6E4}">
                <adec:decorative xmlns:adec="http://schemas.microsoft.com/office/drawing/2017/decorative" val="0"/>
              </a:ext>
            </a:extLst>
          </p:cNvPr>
          <p:cNvSpPr>
            <a:spLocks noGrp="1"/>
          </p:cNvSpPr>
          <p:nvPr>
            <p:ph type="sldNum" sz="quarter" idx="12"/>
          </p:nvPr>
        </p:nvSpPr>
        <p:spPr/>
        <p:txBody>
          <a:bodyPr/>
          <a:lstStyle/>
          <a:p>
            <a:fld id="{64537577-822C-42C9-B1FE-62AC5F07B59D}" type="slidenum">
              <a:rPr lang="en-US" smtClean="0"/>
              <a:pPr/>
              <a:t>8</a:t>
            </a:fld>
            <a:endParaRPr lang="en-US"/>
          </a:p>
        </p:txBody>
      </p:sp>
      <p:sp>
        <p:nvSpPr>
          <p:cNvPr id="6" name="Footer Placeholder 5">
            <a:extLst>
              <a:ext uri="{FF2B5EF4-FFF2-40B4-BE49-F238E27FC236}">
                <a16:creationId xmlns:a16="http://schemas.microsoft.com/office/drawing/2014/main" id="{526FC3BA-52F4-5CC8-4E0B-231C003FEBB0}"/>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2126674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50" y="591921"/>
            <a:ext cx="7921125" cy="496626"/>
          </a:xfrm>
        </p:spPr>
        <p:txBody>
          <a:bodyPr anchor="ctr">
            <a:normAutofit fontScale="90000"/>
          </a:bodyPr>
          <a:lstStyle/>
          <a:p>
            <a:r>
              <a:rPr lang="en-US"/>
              <a:t>Activity: Quick Search</a:t>
            </a:r>
          </a:p>
        </p:txBody>
      </p:sp>
      <p:graphicFrame>
        <p:nvGraphicFramePr>
          <p:cNvPr id="16" name="Content Placeholder 15">
            <a:extLst>
              <a:ext uri="{FF2B5EF4-FFF2-40B4-BE49-F238E27FC236}">
                <a16:creationId xmlns:a16="http://schemas.microsoft.com/office/drawing/2014/main" id="{93E808B2-90C4-3887-E05F-780AD93114FC}"/>
              </a:ext>
            </a:extLst>
          </p:cNvPr>
          <p:cNvGraphicFramePr>
            <a:graphicFrameLocks noGrp="1"/>
          </p:cNvGraphicFramePr>
          <p:nvPr>
            <p:ph sz="half" idx="1"/>
            <p:extLst>
              <p:ext uri="{D42A27DB-BD31-4B8C-83A1-F6EECF244321}">
                <p14:modId xmlns:p14="http://schemas.microsoft.com/office/powerpoint/2010/main" val="2941543409"/>
              </p:ext>
            </p:extLst>
          </p:nvPr>
        </p:nvGraphicFramePr>
        <p:xfrm>
          <a:off x="628650" y="1149350"/>
          <a:ext cx="3886200"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ntent Placeholder 6">
            <a:extLst>
              <a:ext uri="{FF2B5EF4-FFF2-40B4-BE49-F238E27FC236}">
                <a16:creationId xmlns:a16="http://schemas.microsoft.com/office/drawing/2014/main" id="{7CCED01D-ABA2-9F5F-AA5F-46BCD6CCC821}"/>
              </a:ext>
            </a:extLst>
          </p:cNvPr>
          <p:cNvSpPr>
            <a:spLocks noGrp="1"/>
          </p:cNvSpPr>
          <p:nvPr>
            <p:ph sz="half" idx="2"/>
          </p:nvPr>
        </p:nvSpPr>
        <p:spPr>
          <a:xfrm>
            <a:off x="5048250" y="1149350"/>
            <a:ext cx="3501525" cy="3365500"/>
          </a:xfrm>
        </p:spPr>
        <p:txBody>
          <a:bodyPr>
            <a:normAutofit/>
          </a:bodyPr>
          <a:lstStyle/>
          <a:p>
            <a:pPr marL="0" indent="0">
              <a:lnSpc>
                <a:spcPct val="110000"/>
              </a:lnSpc>
              <a:spcBef>
                <a:spcPts val="0"/>
              </a:spcBef>
              <a:buNone/>
            </a:pPr>
            <a:r>
              <a:rPr lang="en-US" sz="2000" b="1"/>
              <a:t>Instructions</a:t>
            </a:r>
          </a:p>
          <a:p>
            <a:pPr marL="0" indent="0">
              <a:lnSpc>
                <a:spcPct val="110000"/>
              </a:lnSpc>
              <a:spcBef>
                <a:spcPts val="0"/>
              </a:spcBef>
              <a:buNone/>
            </a:pPr>
            <a:r>
              <a:rPr lang="en-US" sz="2000"/>
              <a:t>Conduct a quick research on one of the indicated topologies, focusing on understanding the basic structure, advantages, and disadvantages of the topology.</a:t>
            </a:r>
          </a:p>
        </p:txBody>
      </p:sp>
      <p:sp>
        <p:nvSpPr>
          <p:cNvPr id="3" name="Slide Number Placeholder 2">
            <a:extLst>
              <a:ext uri="{FF2B5EF4-FFF2-40B4-BE49-F238E27FC236}">
                <a16:creationId xmlns:a16="http://schemas.microsoft.com/office/drawing/2014/main" id="{167822C1-4860-5F78-ADBA-3AF53568CC0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9</a:t>
            </a:fld>
            <a:endParaRPr lang="en-US"/>
          </a:p>
        </p:txBody>
      </p:sp>
      <p:sp>
        <p:nvSpPr>
          <p:cNvPr id="8" name="Footer Placeholder 7">
            <a:extLst>
              <a:ext uri="{FF2B5EF4-FFF2-40B4-BE49-F238E27FC236}">
                <a16:creationId xmlns:a16="http://schemas.microsoft.com/office/drawing/2014/main" id="{6A991D8D-1EDA-06F0-CDCE-A07B14ECB458}"/>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1863456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49" y="584942"/>
            <a:ext cx="7886699" cy="572790"/>
          </a:xfrm>
        </p:spPr>
        <p:txBody>
          <a:bodyPr anchor="ctr">
            <a:normAutofit fontScale="90000"/>
          </a:bodyPr>
          <a:lstStyle/>
          <a:p>
            <a:r>
              <a:rPr lang="en-US"/>
              <a:t>Network Topologies: Point-to-Point</a:t>
            </a:r>
          </a:p>
        </p:txBody>
      </p:sp>
      <p:pic>
        <p:nvPicPr>
          <p:cNvPr id="5" name="Picture 2">
            <a:extLst>
              <a:ext uri="{FF2B5EF4-FFF2-40B4-BE49-F238E27FC236}">
                <a16:creationId xmlns:a16="http://schemas.microsoft.com/office/drawing/2014/main" id="{3E19E8ED-B5D0-9158-43C9-AF61A992E99C}"/>
              </a:ext>
              <a:ext uri="{C183D7F6-B498-43B3-948B-1728B52AA6E4}">
                <adec:decorative xmlns:adec="http://schemas.microsoft.com/office/drawing/2017/decorative" val="0"/>
              </a:ext>
            </a:extLst>
          </p:cNvPr>
          <p:cNvPicPr>
            <a:picLocks noGrp="1" noChangeAspect="1" noChangeArrowheads="1"/>
          </p:cNvPicPr>
          <p:nvPr>
            <p:ph idx="1"/>
          </p:nvPr>
        </p:nvPicPr>
        <p:blipFill>
          <a:blip r:embed="rId3">
            <a:extLst>
              <a:ext uri="{28A0092B-C50C-407E-A947-70E740481C1C}">
                <a14:useLocalDpi xmlns:a14="http://schemas.microsoft.com/office/drawing/2010/main"/>
              </a:ext>
            </a:extLst>
          </a:blip>
          <a:stretch>
            <a:fillRect/>
          </a:stretch>
        </p:blipFill>
        <p:spPr bwMode="auto">
          <a:xfrm>
            <a:off x="1929813" y="1538258"/>
            <a:ext cx="5284370" cy="3015538"/>
          </a:xfrm>
          <a:solidFill>
            <a:srgbClr val="FFFFFF"/>
          </a:solidFill>
        </p:spPr>
      </p:pic>
      <p:sp>
        <p:nvSpPr>
          <p:cNvPr id="3" name="Slide Number Placeholder 2">
            <a:extLst>
              <a:ext uri="{FF2B5EF4-FFF2-40B4-BE49-F238E27FC236}">
                <a16:creationId xmlns:a16="http://schemas.microsoft.com/office/drawing/2014/main" id="{D15ABCFD-76DC-4AA1-B2B3-D880B76E57C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10</a:t>
            </a:fld>
            <a:endParaRPr lang="en-US"/>
          </a:p>
        </p:txBody>
      </p:sp>
      <p:sp>
        <p:nvSpPr>
          <p:cNvPr id="6" name="Footer Placeholder 5">
            <a:extLst>
              <a:ext uri="{FF2B5EF4-FFF2-40B4-BE49-F238E27FC236}">
                <a16:creationId xmlns:a16="http://schemas.microsoft.com/office/drawing/2014/main" id="{F84CB2FC-E3F1-EED5-CA11-E72318D67179}"/>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382384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49" y="584942"/>
            <a:ext cx="7886699" cy="572790"/>
          </a:xfrm>
        </p:spPr>
        <p:txBody>
          <a:bodyPr anchor="ctr">
            <a:normAutofit fontScale="90000"/>
          </a:bodyPr>
          <a:lstStyle/>
          <a:p>
            <a:r>
              <a:rPr lang="en-US"/>
              <a:t>Network Topologies: Star</a:t>
            </a:r>
          </a:p>
        </p:txBody>
      </p:sp>
      <p:pic>
        <p:nvPicPr>
          <p:cNvPr id="1026" name="Picture 2" descr="Two diagrams represent star topologies.">
            <a:extLst>
              <a:ext uri="{FF2B5EF4-FFF2-40B4-BE49-F238E27FC236}">
                <a16:creationId xmlns:a16="http://schemas.microsoft.com/office/drawing/2014/main" id="{B53E0AB8-6DCB-03FB-97E9-23ED58BEB80F}"/>
              </a:ext>
            </a:extLst>
          </p:cNvPr>
          <p:cNvPicPr>
            <a:picLocks noGrp="1" noChangeAspect="1" noChangeArrowheads="1"/>
          </p:cNvPicPr>
          <p:nvPr>
            <p:ph idx="1"/>
          </p:nvPr>
        </p:nvPicPr>
        <p:blipFill>
          <a:blip r:embed="rId3" cstate="email">
            <a:extLst>
              <a:ext uri="{28A0092B-C50C-407E-A947-70E740481C1C}">
                <a14:useLocalDpi xmlns:a14="http://schemas.microsoft.com/office/drawing/2010/main"/>
              </a:ext>
            </a:extLst>
          </a:blip>
          <a:srcRect/>
          <a:stretch>
            <a:fillRect/>
          </a:stretch>
        </p:blipFill>
        <p:spPr bwMode="auto">
          <a:xfrm>
            <a:off x="1594515" y="1285038"/>
            <a:ext cx="5954966" cy="326875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A14CD2C3-CB7B-03AB-B15D-D6F66CB2C7ED}"/>
              </a:ext>
              <a:ext uri="{C183D7F6-B498-43B3-948B-1728B52AA6E4}">
                <adec:decorative xmlns:adec="http://schemas.microsoft.com/office/drawing/2017/decorative" val="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11</a:t>
            </a:fld>
            <a:endParaRPr lang="en-US"/>
          </a:p>
        </p:txBody>
      </p:sp>
      <p:sp>
        <p:nvSpPr>
          <p:cNvPr id="6" name="Footer Placeholder 5">
            <a:extLst>
              <a:ext uri="{FF2B5EF4-FFF2-40B4-BE49-F238E27FC236}">
                <a16:creationId xmlns:a16="http://schemas.microsoft.com/office/drawing/2014/main" id="{9F7F5F21-2DE3-1A02-B535-BD0C3CDA1242}"/>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3980096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49" y="584942"/>
            <a:ext cx="7886699" cy="572790"/>
          </a:xfrm>
        </p:spPr>
        <p:txBody>
          <a:bodyPr anchor="ctr">
            <a:normAutofit fontScale="90000"/>
          </a:bodyPr>
          <a:lstStyle/>
          <a:p>
            <a:r>
              <a:rPr lang="en-US"/>
              <a:t>Network Topologies: Mesh</a:t>
            </a:r>
          </a:p>
        </p:txBody>
      </p:sp>
      <p:pic>
        <p:nvPicPr>
          <p:cNvPr id="5" name="Picture 2">
            <a:extLst>
              <a:ext uri="{FF2B5EF4-FFF2-40B4-BE49-F238E27FC236}">
                <a16:creationId xmlns:a16="http://schemas.microsoft.com/office/drawing/2014/main" id="{5B7DE081-9E9A-037D-1AC5-7C263DBDA442}"/>
              </a:ext>
              <a:ext uri="{C183D7F6-B498-43B3-948B-1728B52AA6E4}">
                <adec:decorative xmlns:adec="http://schemas.microsoft.com/office/drawing/2017/decorative" val="0"/>
              </a:ext>
            </a:extLst>
          </p:cNvPr>
          <p:cNvPicPr>
            <a:picLocks noGrp="1" noChangeAspect="1" noChangeArrowheads="1"/>
          </p:cNvPicPr>
          <p:nvPr>
            <p:ph idx="1"/>
          </p:nvPr>
        </p:nvPicPr>
        <p:blipFill>
          <a:blip r:embed="rId3" cstate="email">
            <a:extLst>
              <a:ext uri="{28A0092B-C50C-407E-A947-70E740481C1C}">
                <a14:useLocalDpi xmlns:a14="http://schemas.microsoft.com/office/drawing/2010/main"/>
              </a:ext>
            </a:extLst>
          </a:blip>
          <a:stretch>
            <a:fillRect/>
          </a:stretch>
        </p:blipFill>
        <p:spPr bwMode="auto">
          <a:xfrm>
            <a:off x="1577370" y="1363864"/>
            <a:ext cx="5989260" cy="3189932"/>
          </a:xfrm>
          <a:solidFill>
            <a:srgbClr val="FFFFFF"/>
          </a:solidFill>
        </p:spPr>
      </p:pic>
      <p:sp>
        <p:nvSpPr>
          <p:cNvPr id="3" name="Slide Number Placeholder 2">
            <a:extLst>
              <a:ext uri="{FF2B5EF4-FFF2-40B4-BE49-F238E27FC236}">
                <a16:creationId xmlns:a16="http://schemas.microsoft.com/office/drawing/2014/main" id="{7323C8B7-604E-5D43-004B-3E059D11139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12</a:t>
            </a:fld>
            <a:endParaRPr lang="en-US"/>
          </a:p>
        </p:txBody>
      </p:sp>
      <p:sp>
        <p:nvSpPr>
          <p:cNvPr id="6" name="Footer Placeholder 5">
            <a:extLst>
              <a:ext uri="{FF2B5EF4-FFF2-40B4-BE49-F238E27FC236}">
                <a16:creationId xmlns:a16="http://schemas.microsoft.com/office/drawing/2014/main" id="{0AD2A850-346F-B13C-0D7E-98D26077FB0A}"/>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2610469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a:t>Lesson 1.2</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a:t>OSI Model Concepts</a:t>
            </a:r>
          </a:p>
        </p:txBody>
      </p:sp>
      <p:sp>
        <p:nvSpPr>
          <p:cNvPr id="5" name="Slide Number Placeholder 4">
            <a:extLst>
              <a:ext uri="{FF2B5EF4-FFF2-40B4-BE49-F238E27FC236}">
                <a16:creationId xmlns:a16="http://schemas.microsoft.com/office/drawing/2014/main" id="{01123EEE-A646-6393-E31F-C1A02924445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13</a:t>
            </a:fld>
            <a:endParaRPr lang="en-US"/>
          </a:p>
        </p:txBody>
      </p:sp>
      <p:sp>
        <p:nvSpPr>
          <p:cNvPr id="6" name="Footer Placeholder 5">
            <a:extLst>
              <a:ext uri="{FF2B5EF4-FFF2-40B4-BE49-F238E27FC236}">
                <a16:creationId xmlns:a16="http://schemas.microsoft.com/office/drawing/2014/main" id="{27A5A8ED-8E01-8538-BD7C-BC3A92459091}"/>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1460240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9059D-9A86-DED2-02AE-072439A78D69}"/>
              </a:ext>
            </a:extLst>
          </p:cNvPr>
          <p:cNvSpPr>
            <a:spLocks noGrp="1"/>
          </p:cNvSpPr>
          <p:nvPr>
            <p:ph type="title"/>
          </p:nvPr>
        </p:nvSpPr>
        <p:spPr/>
        <p:txBody>
          <a:bodyPr>
            <a:normAutofit fontScale="90000"/>
          </a:bodyPr>
          <a:lstStyle/>
          <a:p>
            <a:r>
              <a:rPr lang="en-US"/>
              <a:t>Open Systems Interconnection Model</a:t>
            </a:r>
          </a:p>
        </p:txBody>
      </p:sp>
      <p:pic>
        <p:nvPicPr>
          <p:cNvPr id="7" name="Content Placeholder 6">
            <a:extLst>
              <a:ext uri="{FF2B5EF4-FFF2-40B4-BE49-F238E27FC236}">
                <a16:creationId xmlns:a16="http://schemas.microsoft.com/office/drawing/2014/main" id="{2FB58148-BB3C-2DAC-D3FB-70FE147679A9}"/>
              </a:ext>
            </a:extLst>
          </p:cNvPr>
          <p:cNvPicPr>
            <a:picLocks noGrp="1" noChangeAspect="1"/>
          </p:cNvPicPr>
          <p:nvPr>
            <p:ph sz="half" idx="1"/>
          </p:nvPr>
        </p:nvPicPr>
        <p:blipFill>
          <a:blip r:embed="rId3"/>
          <a:stretch>
            <a:fillRect/>
          </a:stretch>
        </p:blipFill>
        <p:spPr>
          <a:xfrm>
            <a:off x="1162050" y="1320800"/>
            <a:ext cx="2819400" cy="3022600"/>
          </a:xfrm>
          <a:prstGeom prst="rect">
            <a:avLst/>
          </a:prstGeom>
        </p:spPr>
      </p:pic>
      <p:sp>
        <p:nvSpPr>
          <p:cNvPr id="4" name="Content Placeholder 3">
            <a:extLst>
              <a:ext uri="{FF2B5EF4-FFF2-40B4-BE49-F238E27FC236}">
                <a16:creationId xmlns:a16="http://schemas.microsoft.com/office/drawing/2014/main" id="{0E60441B-F8D9-2365-EAAD-0DAC28532F59}"/>
              </a:ext>
            </a:extLst>
          </p:cNvPr>
          <p:cNvSpPr>
            <a:spLocks noGrp="1"/>
          </p:cNvSpPr>
          <p:nvPr>
            <p:ph sz="half" idx="2"/>
          </p:nvPr>
        </p:nvSpPr>
        <p:spPr/>
        <p:txBody>
          <a:bodyPr>
            <a:normAutofit fontScale="85000" lnSpcReduction="10000"/>
          </a:bodyPr>
          <a:lstStyle/>
          <a:p>
            <a:pPr>
              <a:lnSpc>
                <a:spcPct val="110000"/>
              </a:lnSpc>
            </a:pPr>
            <a:r>
              <a:rPr lang="en-US"/>
              <a:t>OSI Model</a:t>
            </a:r>
          </a:p>
          <a:p>
            <a:pPr lvl="1">
              <a:lnSpc>
                <a:spcPct val="110000"/>
              </a:lnSpc>
            </a:pPr>
            <a:r>
              <a:rPr lang="en-US"/>
              <a:t>A conceptual framework for network communication</a:t>
            </a:r>
          </a:p>
          <a:p>
            <a:pPr lvl="1">
              <a:lnSpc>
                <a:spcPct val="110000"/>
              </a:lnSpc>
            </a:pPr>
            <a:r>
              <a:rPr lang="en-US"/>
              <a:t>Divides network communication into 7 layers</a:t>
            </a:r>
          </a:p>
          <a:p>
            <a:pPr>
              <a:lnSpc>
                <a:spcPct val="110000"/>
              </a:lnSpc>
            </a:pPr>
            <a:r>
              <a:rPr lang="en-US"/>
              <a:t>Why Use It?</a:t>
            </a:r>
          </a:p>
          <a:p>
            <a:pPr lvl="1">
              <a:lnSpc>
                <a:spcPct val="110000"/>
              </a:lnSpc>
            </a:pPr>
            <a:r>
              <a:rPr lang="en-US"/>
              <a:t>Standardizes network communication</a:t>
            </a:r>
          </a:p>
          <a:p>
            <a:pPr lvl="1">
              <a:lnSpc>
                <a:spcPct val="110000"/>
              </a:lnSpc>
            </a:pPr>
            <a:r>
              <a:rPr lang="en-US"/>
              <a:t>Simplifies troubleshooting</a:t>
            </a:r>
          </a:p>
          <a:p>
            <a:pPr lvl="1">
              <a:lnSpc>
                <a:spcPct val="110000"/>
              </a:lnSpc>
            </a:pPr>
            <a:r>
              <a:rPr lang="en-US"/>
              <a:t>Enables interoperability</a:t>
            </a:r>
          </a:p>
        </p:txBody>
      </p:sp>
      <p:sp>
        <p:nvSpPr>
          <p:cNvPr id="5" name="Slide Number Placeholder 4">
            <a:extLst>
              <a:ext uri="{FF2B5EF4-FFF2-40B4-BE49-F238E27FC236}">
                <a16:creationId xmlns:a16="http://schemas.microsoft.com/office/drawing/2014/main" id="{6728FE97-86AA-11B5-8C89-CBC789618C64}"/>
              </a:ext>
            </a:extLst>
          </p:cNvPr>
          <p:cNvSpPr>
            <a:spLocks noGrp="1"/>
          </p:cNvSpPr>
          <p:nvPr>
            <p:ph type="sldNum" sz="quarter" idx="12"/>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prstClr val="white">
                  <a:lumMod val="85000"/>
                </a:prstClr>
              </a:solidFill>
              <a:effectLst/>
              <a:uLnTx/>
              <a:uFillTx/>
              <a:latin typeface="Noto Sans"/>
              <a:ea typeface="+mn-ea"/>
              <a:cs typeface="+mn-cs"/>
            </a:endParaRPr>
          </a:p>
        </p:txBody>
      </p:sp>
      <p:sp>
        <p:nvSpPr>
          <p:cNvPr id="6" name="Footer Placeholder 5">
            <a:extLst>
              <a:ext uri="{FF2B5EF4-FFF2-40B4-BE49-F238E27FC236}">
                <a16:creationId xmlns:a16="http://schemas.microsoft.com/office/drawing/2014/main" id="{D4F9162E-6B89-9F76-4F75-51BD51F4D7B8}"/>
              </a:ext>
              <a:ext uri="{C183D7F6-B498-43B3-948B-1728B52AA6E4}">
                <adec:decorative xmlns:adec="http://schemas.microsoft.com/office/drawing/2017/decorative" val="1"/>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2770314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Lst>
          </p:cNvPr>
          <p:cNvSpPr>
            <a:spLocks noGrp="1"/>
          </p:cNvSpPr>
          <p:nvPr>
            <p:ph type="title"/>
          </p:nvPr>
        </p:nvSpPr>
        <p:spPr>
          <a:xfrm>
            <a:off x="628649" y="584942"/>
            <a:ext cx="7886699" cy="572790"/>
          </a:xfrm>
        </p:spPr>
        <p:txBody>
          <a:bodyPr>
            <a:normAutofit fontScale="90000"/>
          </a:bodyPr>
          <a:lstStyle/>
          <a:p>
            <a:r>
              <a:rPr lang="en-US"/>
              <a:t>The OSI Model Mnemonic</a:t>
            </a:r>
          </a:p>
        </p:txBody>
      </p:sp>
      <p:graphicFrame>
        <p:nvGraphicFramePr>
          <p:cNvPr id="4" name="Table 3">
            <a:extLst>
              <a:ext uri="{FF2B5EF4-FFF2-40B4-BE49-F238E27FC236}">
                <a16:creationId xmlns:a16="http://schemas.microsoft.com/office/drawing/2014/main" id="{BF0975ED-BA4C-0F42-F028-716075B66BCE}"/>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055712750"/>
              </p:ext>
            </p:extLst>
          </p:nvPr>
        </p:nvGraphicFramePr>
        <p:xfrm>
          <a:off x="512634" y="1507631"/>
          <a:ext cx="8118732" cy="2784535"/>
        </p:xfrm>
        <a:graphic>
          <a:graphicData uri="http://schemas.openxmlformats.org/drawingml/2006/table">
            <a:tbl>
              <a:tblPr firstRow="1" bandRow="1">
                <a:tableStyleId>{5C22544A-7EE6-4342-B048-85BDC9FD1C3A}</a:tableStyleId>
              </a:tblPr>
              <a:tblGrid>
                <a:gridCol w="1159819">
                  <a:extLst>
                    <a:ext uri="{9D8B030D-6E8A-4147-A177-3AD203B41FA5}">
                      <a16:colId xmlns:a16="http://schemas.microsoft.com/office/drawing/2014/main" val="1881282974"/>
                    </a:ext>
                  </a:extLst>
                </a:gridCol>
                <a:gridCol w="1159819">
                  <a:extLst>
                    <a:ext uri="{9D8B030D-6E8A-4147-A177-3AD203B41FA5}">
                      <a16:colId xmlns:a16="http://schemas.microsoft.com/office/drawing/2014/main" val="2628823821"/>
                    </a:ext>
                  </a:extLst>
                </a:gridCol>
                <a:gridCol w="1159819">
                  <a:extLst>
                    <a:ext uri="{9D8B030D-6E8A-4147-A177-3AD203B41FA5}">
                      <a16:colId xmlns:a16="http://schemas.microsoft.com/office/drawing/2014/main" val="501116023"/>
                    </a:ext>
                  </a:extLst>
                </a:gridCol>
                <a:gridCol w="1096903">
                  <a:extLst>
                    <a:ext uri="{9D8B030D-6E8A-4147-A177-3AD203B41FA5}">
                      <a16:colId xmlns:a16="http://schemas.microsoft.com/office/drawing/2014/main" val="564780365"/>
                    </a:ext>
                  </a:extLst>
                </a:gridCol>
                <a:gridCol w="1120512">
                  <a:extLst>
                    <a:ext uri="{9D8B030D-6E8A-4147-A177-3AD203B41FA5}">
                      <a16:colId xmlns:a16="http://schemas.microsoft.com/office/drawing/2014/main" val="3329563625"/>
                    </a:ext>
                  </a:extLst>
                </a:gridCol>
                <a:gridCol w="1262041">
                  <a:extLst>
                    <a:ext uri="{9D8B030D-6E8A-4147-A177-3AD203B41FA5}">
                      <a16:colId xmlns:a16="http://schemas.microsoft.com/office/drawing/2014/main" val="1712611650"/>
                    </a:ext>
                  </a:extLst>
                </a:gridCol>
                <a:gridCol w="1159819">
                  <a:extLst>
                    <a:ext uri="{9D8B030D-6E8A-4147-A177-3AD203B41FA5}">
                      <a16:colId xmlns:a16="http://schemas.microsoft.com/office/drawing/2014/main" val="1143520679"/>
                    </a:ext>
                  </a:extLst>
                </a:gridCol>
              </a:tblGrid>
              <a:tr h="811505">
                <a:tc>
                  <a:txBody>
                    <a:bodyPr/>
                    <a:lstStyle/>
                    <a:p>
                      <a:pPr algn="ctr"/>
                      <a:endParaRPr lang="en-US" sz="1800">
                        <a:solidFill>
                          <a:schemeClr val="accent1"/>
                        </a:solidFill>
                      </a:endParaRPr>
                    </a:p>
                    <a:p>
                      <a:pPr algn="ctr"/>
                      <a:r>
                        <a:rPr lang="en-US" sz="1800">
                          <a:solidFill>
                            <a:schemeClr val="accent1"/>
                          </a:solidFill>
                        </a:rPr>
                        <a:t>Please</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a:solidFill>
                          <a:schemeClr val="accent1"/>
                        </a:solidFill>
                      </a:endParaRPr>
                    </a:p>
                    <a:p>
                      <a:pPr algn="ctr"/>
                      <a:r>
                        <a:rPr lang="en-US" sz="1800">
                          <a:solidFill>
                            <a:schemeClr val="accent1"/>
                          </a:solidFill>
                        </a:rPr>
                        <a:t>Do</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a:solidFill>
                          <a:schemeClr val="accent1"/>
                        </a:solidFill>
                      </a:endParaRPr>
                    </a:p>
                    <a:p>
                      <a:pPr algn="ctr"/>
                      <a:r>
                        <a:rPr lang="en-US" sz="1800">
                          <a:solidFill>
                            <a:schemeClr val="accent1"/>
                          </a:solidFill>
                        </a:rPr>
                        <a:t>Not</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a:solidFill>
                          <a:schemeClr val="accent1"/>
                        </a:solidFill>
                      </a:endParaRPr>
                    </a:p>
                    <a:p>
                      <a:pPr algn="ctr"/>
                      <a:r>
                        <a:rPr lang="en-US" sz="1800">
                          <a:solidFill>
                            <a:schemeClr val="accent1"/>
                          </a:solidFill>
                        </a:rPr>
                        <a:t>Throw</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a:solidFill>
                          <a:schemeClr val="accent1"/>
                        </a:solidFill>
                      </a:endParaRPr>
                    </a:p>
                    <a:p>
                      <a:pPr algn="ctr"/>
                      <a:r>
                        <a:rPr lang="en-US" sz="1800">
                          <a:solidFill>
                            <a:schemeClr val="accent1"/>
                          </a:solidFill>
                        </a:rPr>
                        <a:t>Sausage</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a:solidFill>
                          <a:schemeClr val="accent1"/>
                        </a:solidFill>
                      </a:endParaRPr>
                    </a:p>
                    <a:p>
                      <a:pPr algn="ctr"/>
                      <a:r>
                        <a:rPr lang="en-US" sz="1800">
                          <a:solidFill>
                            <a:schemeClr val="accent1"/>
                          </a:solidFill>
                        </a:rPr>
                        <a:t>Pizza</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800">
                        <a:solidFill>
                          <a:schemeClr val="accent1"/>
                        </a:solidFill>
                      </a:endParaRPr>
                    </a:p>
                    <a:p>
                      <a:pPr algn="ctr"/>
                      <a:r>
                        <a:rPr lang="en-US" sz="1800">
                          <a:solidFill>
                            <a:schemeClr val="accent1"/>
                          </a:solidFill>
                        </a:rPr>
                        <a:t>Away</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8358560"/>
                  </a:ext>
                </a:extLst>
              </a:tr>
              <a:tr h="1161525">
                <a:tc>
                  <a:txBody>
                    <a:bodyPr/>
                    <a:lstStyle/>
                    <a:p>
                      <a:pPr algn="ctr"/>
                      <a:endParaRPr lang="en-US" sz="2300" b="1">
                        <a:solidFill>
                          <a:schemeClr val="accent1"/>
                        </a:solidFill>
                      </a:endParaRPr>
                    </a:p>
                    <a:p>
                      <a:pPr algn="ctr"/>
                      <a:r>
                        <a:rPr lang="en-US" sz="2300" b="1">
                          <a:solidFill>
                            <a:schemeClr val="accent1"/>
                          </a:solidFill>
                        </a:rPr>
                        <a:t>P</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300" b="1">
                        <a:solidFill>
                          <a:schemeClr val="accent1"/>
                        </a:solidFill>
                      </a:endParaRPr>
                    </a:p>
                    <a:p>
                      <a:pPr algn="ctr"/>
                      <a:r>
                        <a:rPr lang="en-US" sz="2300" b="1">
                          <a:solidFill>
                            <a:schemeClr val="accent1"/>
                          </a:solidFill>
                        </a:rPr>
                        <a:t>D</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2300" b="1">
                        <a:solidFill>
                          <a:schemeClr val="accent1"/>
                        </a:solidFill>
                      </a:endParaRPr>
                    </a:p>
                    <a:p>
                      <a:pPr algn="ctr"/>
                      <a:r>
                        <a:rPr lang="en-US" sz="2300" b="1">
                          <a:solidFill>
                            <a:schemeClr val="accent1"/>
                          </a:solidFill>
                        </a:rPr>
                        <a:t>N</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300" b="1">
                        <a:solidFill>
                          <a:schemeClr val="accent1"/>
                        </a:solidFill>
                      </a:endParaRPr>
                    </a:p>
                    <a:p>
                      <a:pPr algn="ctr"/>
                      <a:r>
                        <a:rPr lang="en-US" sz="2300" b="1">
                          <a:solidFill>
                            <a:schemeClr val="accent1"/>
                          </a:solidFill>
                        </a:rPr>
                        <a:t>T</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2300" b="1">
                        <a:solidFill>
                          <a:schemeClr val="accent1"/>
                        </a:solidFill>
                      </a:endParaRPr>
                    </a:p>
                    <a:p>
                      <a:pPr algn="ctr"/>
                      <a:r>
                        <a:rPr lang="en-US" sz="2300" b="1">
                          <a:solidFill>
                            <a:schemeClr val="accent1"/>
                          </a:solidFill>
                        </a:rPr>
                        <a:t>S</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300" b="1">
                        <a:solidFill>
                          <a:schemeClr val="accent1"/>
                        </a:solidFill>
                      </a:endParaRPr>
                    </a:p>
                    <a:p>
                      <a:pPr algn="ctr"/>
                      <a:r>
                        <a:rPr lang="en-US" sz="2300" b="1">
                          <a:solidFill>
                            <a:schemeClr val="accent1"/>
                          </a:solidFill>
                        </a:rPr>
                        <a:t>P</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2300" b="1">
                        <a:solidFill>
                          <a:schemeClr val="accent1"/>
                        </a:solidFill>
                      </a:endParaRPr>
                    </a:p>
                    <a:p>
                      <a:pPr algn="ctr"/>
                      <a:r>
                        <a:rPr lang="en-US" sz="2300" b="1">
                          <a:solidFill>
                            <a:schemeClr val="accent1"/>
                          </a:solidFill>
                        </a:rPr>
                        <a:t>A</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1601009"/>
                  </a:ext>
                </a:extLst>
              </a:tr>
              <a:tr h="811505">
                <a:tc>
                  <a:txBody>
                    <a:bodyPr/>
                    <a:lstStyle/>
                    <a:p>
                      <a:pPr algn="ctr"/>
                      <a:endParaRPr lang="en-US" sz="1600" b="0">
                        <a:solidFill>
                          <a:srgbClr val="20282F"/>
                        </a:solidFill>
                      </a:endParaRPr>
                    </a:p>
                    <a:p>
                      <a:pPr algn="ctr"/>
                      <a:r>
                        <a:rPr lang="en-US" sz="1600" b="0">
                          <a:solidFill>
                            <a:srgbClr val="20282F"/>
                          </a:solidFill>
                        </a:rPr>
                        <a:t>Physical</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600" b="0">
                        <a:solidFill>
                          <a:srgbClr val="20282F"/>
                        </a:solidFill>
                      </a:endParaRPr>
                    </a:p>
                    <a:p>
                      <a:pPr algn="ctr"/>
                      <a:r>
                        <a:rPr lang="en-US" sz="1600" b="0">
                          <a:solidFill>
                            <a:srgbClr val="20282F"/>
                          </a:solidFill>
                        </a:rPr>
                        <a:t>Data Link</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600" b="0">
                        <a:solidFill>
                          <a:srgbClr val="20282F"/>
                        </a:solidFill>
                      </a:endParaRPr>
                    </a:p>
                    <a:p>
                      <a:pPr algn="ctr"/>
                      <a:r>
                        <a:rPr lang="en-US" sz="1600" b="0">
                          <a:solidFill>
                            <a:srgbClr val="20282F"/>
                          </a:solidFill>
                        </a:rPr>
                        <a:t>Network</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600" b="0">
                        <a:solidFill>
                          <a:srgbClr val="20282F"/>
                        </a:solidFill>
                      </a:endParaRPr>
                    </a:p>
                    <a:p>
                      <a:pPr algn="ctr"/>
                      <a:r>
                        <a:rPr lang="en-US" sz="1600" b="0">
                          <a:solidFill>
                            <a:srgbClr val="20282F"/>
                          </a:solidFill>
                        </a:rPr>
                        <a:t>Transport</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600" b="0">
                        <a:solidFill>
                          <a:srgbClr val="20282F"/>
                        </a:solidFill>
                      </a:endParaRPr>
                    </a:p>
                    <a:p>
                      <a:pPr algn="ctr"/>
                      <a:r>
                        <a:rPr lang="en-US" sz="1600" b="0">
                          <a:solidFill>
                            <a:srgbClr val="20282F"/>
                          </a:solidFill>
                        </a:rPr>
                        <a:t>Session</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600" b="0">
                        <a:solidFill>
                          <a:srgbClr val="20282F"/>
                        </a:solidFill>
                      </a:endParaRPr>
                    </a:p>
                    <a:p>
                      <a:pPr algn="ctr"/>
                      <a:r>
                        <a:rPr lang="en-US" sz="1600" b="0">
                          <a:solidFill>
                            <a:srgbClr val="20282F"/>
                          </a:solidFill>
                        </a:rPr>
                        <a:t>Presentation</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600" b="0" dirty="0">
                        <a:solidFill>
                          <a:srgbClr val="20282F"/>
                        </a:solidFill>
                      </a:endParaRPr>
                    </a:p>
                    <a:p>
                      <a:pPr algn="ctr"/>
                      <a:r>
                        <a:rPr lang="en-US" sz="1600" b="0" dirty="0">
                          <a:solidFill>
                            <a:srgbClr val="20282F"/>
                          </a:solidFill>
                        </a:rPr>
                        <a:t>Application</a:t>
                      </a:r>
                    </a:p>
                  </a:txBody>
                  <a:tcPr marL="0" marR="0"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9425320"/>
                  </a:ext>
                </a:extLst>
              </a:tr>
            </a:tbl>
          </a:graphicData>
        </a:graphic>
      </p:graphicFrame>
      <p:sp>
        <p:nvSpPr>
          <p:cNvPr id="5" name="Slide Number Placeholder 4">
            <a:extLst>
              <a:ext uri="{FF2B5EF4-FFF2-40B4-BE49-F238E27FC236}">
                <a16:creationId xmlns:a16="http://schemas.microsoft.com/office/drawing/2014/main" id="{D234C215-1B7C-3C65-6D8C-F16AE92F0FDB}"/>
              </a:ext>
              <a:ext uri="{C183D7F6-B498-43B3-948B-1728B52AA6E4}">
                <adec:decorative xmlns:adec="http://schemas.microsoft.com/office/drawing/2017/decorative" val="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15</a:t>
            </a:fld>
            <a:endParaRPr lang="en-US"/>
          </a:p>
        </p:txBody>
      </p:sp>
      <p:sp>
        <p:nvSpPr>
          <p:cNvPr id="6" name="Footer Placeholder 5">
            <a:extLst>
              <a:ext uri="{FF2B5EF4-FFF2-40B4-BE49-F238E27FC236}">
                <a16:creationId xmlns:a16="http://schemas.microsoft.com/office/drawing/2014/main" id="{BEBEEA31-24ED-FE93-DA48-C541A064EAE4}"/>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3279406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 uri="{C183D7F6-B498-43B3-948B-1728B52AA6E4}">
                <adec:decorative xmlns:adec="http://schemas.microsoft.com/office/drawing/2017/decorative" val="0"/>
              </a:ext>
            </a:extLst>
          </p:cNvPr>
          <p:cNvSpPr>
            <a:spLocks noGrp="1"/>
          </p:cNvSpPr>
          <p:nvPr>
            <p:ph type="title"/>
          </p:nvPr>
        </p:nvSpPr>
        <p:spPr/>
        <p:txBody>
          <a:bodyPr>
            <a:normAutofit fontScale="90000"/>
          </a:bodyPr>
          <a:lstStyle/>
          <a:p>
            <a:r>
              <a:rPr lang="en-US"/>
              <a:t>Layer 1 – Physical</a:t>
            </a:r>
          </a:p>
        </p:txBody>
      </p:sp>
      <p:grpSp>
        <p:nvGrpSpPr>
          <p:cNvPr id="10" name="Group 9">
            <a:extLst>
              <a:ext uri="{FF2B5EF4-FFF2-40B4-BE49-F238E27FC236}">
                <a16:creationId xmlns:a16="http://schemas.microsoft.com/office/drawing/2014/main" id="{41DC9EBC-2BA4-BF83-C464-750F2157EAD8}"/>
              </a:ext>
              <a:ext uri="{C183D7F6-B498-43B3-948B-1728B52AA6E4}">
                <adec:decorative xmlns:adec="http://schemas.microsoft.com/office/drawing/2017/decorative" val="0"/>
              </a:ext>
            </a:extLst>
          </p:cNvPr>
          <p:cNvGrpSpPr/>
          <p:nvPr/>
        </p:nvGrpSpPr>
        <p:grpSpPr>
          <a:xfrm>
            <a:off x="141194" y="2998381"/>
            <a:ext cx="8822053" cy="1663178"/>
            <a:chOff x="-45632" y="3161673"/>
            <a:chExt cx="9434611" cy="1760741"/>
          </a:xfrm>
        </p:grpSpPr>
        <p:pic>
          <p:nvPicPr>
            <p:cNvPr id="20" name="Picture 19" descr="Close-up of a lan cable&#10;&#10;Description automatically generated">
              <a:extLst>
                <a:ext uri="{FF2B5EF4-FFF2-40B4-BE49-F238E27FC236}">
                  <a16:creationId xmlns:a16="http://schemas.microsoft.com/office/drawing/2014/main" id="{42FEAEF3-56A3-5A8E-82D4-77A02E071D9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9999023">
              <a:off x="-45632" y="3162924"/>
              <a:ext cx="4307194" cy="1759490"/>
            </a:xfrm>
            <a:prstGeom prst="rect">
              <a:avLst/>
            </a:prstGeom>
          </p:spPr>
        </p:pic>
        <p:pic>
          <p:nvPicPr>
            <p:cNvPr id="5" name="Picture 4" descr="Close-up of a lan cable&#10;&#10;Description automatically generated">
              <a:extLst>
                <a:ext uri="{FF2B5EF4-FFF2-40B4-BE49-F238E27FC236}">
                  <a16:creationId xmlns:a16="http://schemas.microsoft.com/office/drawing/2014/main" id="{42478260-8C8C-71DD-9E59-60800F5B302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rot="21175163">
              <a:off x="7481678" y="3161673"/>
              <a:ext cx="1907301" cy="1605671"/>
            </a:xfrm>
            <a:prstGeom prst="rect">
              <a:avLst/>
            </a:prstGeom>
          </p:spPr>
        </p:pic>
        <p:sp>
          <p:nvSpPr>
            <p:cNvPr id="6" name="TextBox 5">
              <a:extLst>
                <a:ext uri="{FF2B5EF4-FFF2-40B4-BE49-F238E27FC236}">
                  <a16:creationId xmlns:a16="http://schemas.microsoft.com/office/drawing/2014/main" id="{BFBEBE70-1179-E762-6522-242ED0B45451}"/>
                </a:ext>
              </a:extLst>
            </p:cNvPr>
            <p:cNvSpPr txBox="1"/>
            <p:nvPr/>
          </p:nvSpPr>
          <p:spPr>
            <a:xfrm>
              <a:off x="3180035" y="4307591"/>
              <a:ext cx="935936" cy="317346"/>
            </a:xfrm>
            <a:prstGeom prst="rect">
              <a:avLst/>
            </a:prstGeom>
            <a:noFill/>
          </p:spPr>
          <p:txBody>
            <a:bodyPr wrap="square" rtlCol="0">
              <a:spAutoFit/>
            </a:bodyPr>
            <a:lstStyle/>
            <a:p>
              <a:pPr algn="ctr"/>
              <a:r>
                <a:rPr lang="en-US" sz="1348" dirty="0">
                  <a:solidFill>
                    <a:srgbClr val="20282F"/>
                  </a:solidFill>
                </a:rPr>
                <a:t>Sender</a:t>
              </a:r>
            </a:p>
          </p:txBody>
        </p:sp>
        <p:sp>
          <p:nvSpPr>
            <p:cNvPr id="7" name="TextBox 6">
              <a:extLst>
                <a:ext uri="{FF2B5EF4-FFF2-40B4-BE49-F238E27FC236}">
                  <a16:creationId xmlns:a16="http://schemas.microsoft.com/office/drawing/2014/main" id="{EB7346F7-C552-EE5C-5C09-DA78061F0C63}"/>
                </a:ext>
              </a:extLst>
            </p:cNvPr>
            <p:cNvSpPr txBox="1"/>
            <p:nvPr/>
          </p:nvSpPr>
          <p:spPr>
            <a:xfrm>
              <a:off x="7680514" y="4311199"/>
              <a:ext cx="935936" cy="317346"/>
            </a:xfrm>
            <a:prstGeom prst="rect">
              <a:avLst/>
            </a:prstGeom>
            <a:noFill/>
          </p:spPr>
          <p:txBody>
            <a:bodyPr wrap="square" rtlCol="0">
              <a:spAutoFit/>
            </a:bodyPr>
            <a:lstStyle/>
            <a:p>
              <a:pPr algn="ctr"/>
              <a:r>
                <a:rPr lang="en-US" sz="1348">
                  <a:solidFill>
                    <a:srgbClr val="20282F"/>
                  </a:solidFill>
                </a:rPr>
                <a:t>Receiver</a:t>
              </a:r>
            </a:p>
          </p:txBody>
        </p:sp>
        <p:sp>
          <p:nvSpPr>
            <p:cNvPr id="8" name="TextBox 7">
              <a:extLst>
                <a:ext uri="{FF2B5EF4-FFF2-40B4-BE49-F238E27FC236}">
                  <a16:creationId xmlns:a16="http://schemas.microsoft.com/office/drawing/2014/main" id="{72BC31AF-B67C-5AE6-0D55-5DF48E26D526}"/>
                </a:ext>
              </a:extLst>
            </p:cNvPr>
            <p:cNvSpPr txBox="1"/>
            <p:nvPr/>
          </p:nvSpPr>
          <p:spPr>
            <a:xfrm>
              <a:off x="5270715" y="3999813"/>
              <a:ext cx="1151419" cy="307777"/>
            </a:xfrm>
            <a:prstGeom prst="rect">
              <a:avLst/>
            </a:prstGeom>
            <a:solidFill>
              <a:srgbClr val="004F71"/>
            </a:solidFill>
          </p:spPr>
          <p:txBody>
            <a:bodyPr wrap="square" rtlCol="0">
              <a:spAutoFit/>
            </a:bodyPr>
            <a:lstStyle/>
            <a:p>
              <a:pPr algn="ctr"/>
              <a:r>
                <a:rPr lang="en-US" sz="1348">
                  <a:solidFill>
                    <a:schemeClr val="bg1"/>
                  </a:solidFill>
                </a:rPr>
                <a:t>Bit Stream</a:t>
              </a:r>
            </a:p>
          </p:txBody>
        </p:sp>
        <p:sp>
          <p:nvSpPr>
            <p:cNvPr id="9" name="Rectangle 8">
              <a:extLst>
                <a:ext uri="{FF2B5EF4-FFF2-40B4-BE49-F238E27FC236}">
                  <a16:creationId xmlns:a16="http://schemas.microsoft.com/office/drawing/2014/main" id="{E40D5DFE-2753-DA83-0DF7-294CB5C36ACF}"/>
                </a:ext>
              </a:extLst>
            </p:cNvPr>
            <p:cNvSpPr/>
            <p:nvPr/>
          </p:nvSpPr>
          <p:spPr>
            <a:xfrm>
              <a:off x="4285980" y="3650402"/>
              <a:ext cx="3120887" cy="198093"/>
            </a:xfrm>
            <a:prstGeom prst="rect">
              <a:avLst/>
            </a:prstGeom>
            <a:noFill/>
          </p:spPr>
          <p:txBody>
            <a:bodyPr wrap="square" lIns="91355" tIns="45678" rIns="91355" bIns="45678" numCol="1">
              <a:prstTxWarp prst="textDeflateTop">
                <a:avLst/>
              </a:prstTxWarp>
              <a:spAutoFit/>
            </a:bodyPr>
            <a:lstStyle/>
            <a:p>
              <a:pPr algn="ctr"/>
              <a:r>
                <a:rPr lang="en-US" sz="799">
                  <a:ln w="0"/>
                  <a:latin typeface="Cascadia Mono PL" panose="020B0609020000020004" pitchFamily="49" charset="0"/>
                  <a:ea typeface="Cascadia Mono PL" panose="020B0609020000020004" pitchFamily="49" charset="0"/>
                  <a:cs typeface="Cascadia Mono PL" panose="020B0609020000020004" pitchFamily="49" charset="0"/>
                </a:rPr>
                <a:t>10110001110011100000011011001111101</a:t>
              </a:r>
            </a:p>
          </p:txBody>
        </p:sp>
      </p:grpSp>
      <p:sp>
        <p:nvSpPr>
          <p:cNvPr id="12" name="Slide Number Placeholder 11">
            <a:extLst>
              <a:ext uri="{FF2B5EF4-FFF2-40B4-BE49-F238E27FC236}">
                <a16:creationId xmlns:a16="http://schemas.microsoft.com/office/drawing/2014/main" id="{8264D9B9-1523-DFAA-CC2A-2591FBF5BE3C}"/>
              </a:ext>
              <a:ext uri="{C183D7F6-B498-43B3-948B-1728B52AA6E4}">
                <adec:decorative xmlns:adec="http://schemas.microsoft.com/office/drawing/2017/decorative" val="1"/>
              </a:ext>
            </a:extLst>
          </p:cNvPr>
          <p:cNvSpPr>
            <a:spLocks noGrp="1"/>
          </p:cNvSpPr>
          <p:nvPr>
            <p:ph type="sldNum" sz="quarter" idx="12"/>
          </p:nvPr>
        </p:nvSpPr>
        <p:spPr/>
        <p:txBody>
          <a:bodyPr/>
          <a:lstStyle/>
          <a:p>
            <a:fld id="{64537577-822C-42C9-B1FE-62AC5F07B59D}" type="slidenum">
              <a:rPr lang="en-US" smtClean="0"/>
              <a:pPr/>
              <a:t>16</a:t>
            </a:fld>
            <a:endParaRPr lang="en-US"/>
          </a:p>
        </p:txBody>
      </p:sp>
      <p:sp>
        <p:nvSpPr>
          <p:cNvPr id="13" name="Footer Placeholder 12">
            <a:extLst>
              <a:ext uri="{FF2B5EF4-FFF2-40B4-BE49-F238E27FC236}">
                <a16:creationId xmlns:a16="http://schemas.microsoft.com/office/drawing/2014/main" id="{53FC801E-D3A4-41C0-880C-88DB9FF58EE8}"/>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graphicFrame>
        <p:nvGraphicFramePr>
          <p:cNvPr id="4" name="Diagram 3">
            <a:extLst>
              <a:ext uri="{FF2B5EF4-FFF2-40B4-BE49-F238E27FC236}">
                <a16:creationId xmlns:a16="http://schemas.microsoft.com/office/drawing/2014/main" id="{B4E88085-C4BD-0D88-47DC-DCCADF25DB57}"/>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498171461"/>
              </p:ext>
            </p:extLst>
          </p:nvPr>
        </p:nvGraphicFramePr>
        <p:xfrm>
          <a:off x="669584" y="1113608"/>
          <a:ext cx="1648322" cy="342759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3" name="Diagram 2" descr="Functions and Examples &#10;Transmitting bits from sending source over network communications to the physical layer of the receiving device.&#10;Data is transmitted using cables or wireless mediums. &#10;Examples: Coax and fiber cables, hubs and repeaters,  modem, transceiver&#10;">
            <a:extLst>
              <a:ext uri="{FF2B5EF4-FFF2-40B4-BE49-F238E27FC236}">
                <a16:creationId xmlns:a16="http://schemas.microsoft.com/office/drawing/2014/main" id="{E2DD1FF6-AAB3-A7CC-E6DE-94E38AED6F63}"/>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3936210784"/>
              </p:ext>
            </p:extLst>
          </p:nvPr>
        </p:nvGraphicFramePr>
        <p:xfrm>
          <a:off x="2883238" y="1115733"/>
          <a:ext cx="5534920" cy="2116495"/>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1842807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 uri="{C183D7F6-B498-43B3-948B-1728B52AA6E4}">
                <adec:decorative xmlns:adec="http://schemas.microsoft.com/office/drawing/2017/decorative" val="0"/>
              </a:ext>
            </a:extLst>
          </p:cNvPr>
          <p:cNvSpPr>
            <a:spLocks noGrp="1"/>
          </p:cNvSpPr>
          <p:nvPr>
            <p:ph type="title"/>
          </p:nvPr>
        </p:nvSpPr>
        <p:spPr/>
        <p:txBody>
          <a:bodyPr>
            <a:normAutofit fontScale="90000"/>
          </a:bodyPr>
          <a:lstStyle/>
          <a:p>
            <a:r>
              <a:rPr lang="en-US"/>
              <a:t>Layer 2 – Data Link</a:t>
            </a:r>
          </a:p>
        </p:txBody>
      </p:sp>
      <p:sp>
        <p:nvSpPr>
          <p:cNvPr id="6" name="Slide Number Placeholder 5">
            <a:extLst>
              <a:ext uri="{FF2B5EF4-FFF2-40B4-BE49-F238E27FC236}">
                <a16:creationId xmlns:a16="http://schemas.microsoft.com/office/drawing/2014/main" id="{256B12CA-5C5C-675E-FB74-E5117747C93C}"/>
              </a:ext>
              <a:ext uri="{C183D7F6-B498-43B3-948B-1728B52AA6E4}">
                <adec:decorative xmlns:adec="http://schemas.microsoft.com/office/drawing/2017/decorative" val="0"/>
              </a:ext>
            </a:extLst>
          </p:cNvPr>
          <p:cNvSpPr>
            <a:spLocks noGrp="1"/>
          </p:cNvSpPr>
          <p:nvPr>
            <p:ph type="sldNum" sz="quarter" idx="12"/>
          </p:nvPr>
        </p:nvSpPr>
        <p:spPr/>
        <p:txBody>
          <a:bodyPr/>
          <a:lstStyle/>
          <a:p>
            <a:fld id="{64537577-822C-42C9-B1FE-62AC5F07B59D}" type="slidenum">
              <a:rPr lang="en-US" smtClean="0"/>
              <a:pPr/>
              <a:t>17</a:t>
            </a:fld>
            <a:endParaRPr lang="en-US"/>
          </a:p>
        </p:txBody>
      </p:sp>
      <p:sp>
        <p:nvSpPr>
          <p:cNvPr id="7" name="Footer Placeholder 6">
            <a:extLst>
              <a:ext uri="{FF2B5EF4-FFF2-40B4-BE49-F238E27FC236}">
                <a16:creationId xmlns:a16="http://schemas.microsoft.com/office/drawing/2014/main" id="{BF8C4889-C1AE-A655-88CC-D0777C65604D}"/>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graphicFrame>
        <p:nvGraphicFramePr>
          <p:cNvPr id="4" name="Diagram 3">
            <a:extLst>
              <a:ext uri="{FF2B5EF4-FFF2-40B4-BE49-F238E27FC236}">
                <a16:creationId xmlns:a16="http://schemas.microsoft.com/office/drawing/2014/main" id="{B4E88085-C4BD-0D88-47DC-DCCADF25DB57}"/>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3660050817"/>
              </p:ext>
            </p:extLst>
          </p:nvPr>
        </p:nvGraphicFramePr>
        <p:xfrm>
          <a:off x="669584" y="1264213"/>
          <a:ext cx="1648322" cy="3427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descr="Functions and Examples:&#10;Transfers data between two nodes on the same logical segment using hardware addresses.&#10;Performs encapsulation by organizing the stream of bits arriving from the physical layer into frames. &#10;Examples: NIC, bridge, switch, wireless access point&#10;">
            <a:extLst>
              <a:ext uri="{FF2B5EF4-FFF2-40B4-BE49-F238E27FC236}">
                <a16:creationId xmlns:a16="http://schemas.microsoft.com/office/drawing/2014/main" id="{E2DD1FF6-AAB3-A7CC-E6DE-94E38AED6F63}"/>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3761821389"/>
              </p:ext>
            </p:extLst>
          </p:nvPr>
        </p:nvGraphicFramePr>
        <p:xfrm>
          <a:off x="2780663" y="1264213"/>
          <a:ext cx="5693754" cy="207224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26" name="Picture 25">
            <a:extLst>
              <a:ext uri="{FF2B5EF4-FFF2-40B4-BE49-F238E27FC236}">
                <a16:creationId xmlns:a16="http://schemas.microsoft.com/office/drawing/2014/main" id="{6BF127DF-DCB8-8E3E-D1AA-3E1747210BAF}"/>
              </a:ext>
              <a:ext uri="{C183D7F6-B498-43B3-948B-1728B52AA6E4}">
                <adec:decorative xmlns:adec="http://schemas.microsoft.com/office/drawing/2017/decorative" val="0"/>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2439064" y="3347080"/>
            <a:ext cx="1648321" cy="1376723"/>
          </a:xfrm>
          <a:prstGeom prst="rect">
            <a:avLst/>
          </a:prstGeom>
        </p:spPr>
      </p:pic>
      <p:sp>
        <p:nvSpPr>
          <p:cNvPr id="32" name="Rectangle 31">
            <a:extLst>
              <a:ext uri="{FF2B5EF4-FFF2-40B4-BE49-F238E27FC236}">
                <a16:creationId xmlns:a16="http://schemas.microsoft.com/office/drawing/2014/main" id="{7F7FB94F-11D3-8898-CF47-CB3BE3DF7DA3}"/>
              </a:ext>
              <a:ext uri="{C183D7F6-B498-43B3-948B-1728B52AA6E4}">
                <adec:decorative xmlns:adec="http://schemas.microsoft.com/office/drawing/2017/decorative" val="0"/>
              </a:ext>
            </a:extLst>
          </p:cNvPr>
          <p:cNvSpPr/>
          <p:nvPr/>
        </p:nvSpPr>
        <p:spPr>
          <a:xfrm>
            <a:off x="4087385" y="3575628"/>
            <a:ext cx="484615" cy="229740"/>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G1</a:t>
            </a:r>
          </a:p>
        </p:txBody>
      </p:sp>
      <p:cxnSp>
        <p:nvCxnSpPr>
          <p:cNvPr id="28" name="Straight Arrow Connector 27">
            <a:extLst>
              <a:ext uri="{FF2B5EF4-FFF2-40B4-BE49-F238E27FC236}">
                <a16:creationId xmlns:a16="http://schemas.microsoft.com/office/drawing/2014/main" id="{93D3622A-BB17-E215-2DD9-BBD5C6336E97}"/>
              </a:ext>
              <a:ext uri="{C183D7F6-B498-43B3-948B-1728B52AA6E4}">
                <adec:decorative xmlns:adec="http://schemas.microsoft.com/office/drawing/2017/decorative" val="0"/>
              </a:ext>
            </a:extLst>
          </p:cNvPr>
          <p:cNvCxnSpPr>
            <a:cxnSpLocks/>
            <a:stCxn id="32" idx="3"/>
            <a:endCxn id="35" idx="1"/>
          </p:cNvCxnSpPr>
          <p:nvPr/>
        </p:nvCxnSpPr>
        <p:spPr>
          <a:xfrm>
            <a:off x="4572000" y="3690498"/>
            <a:ext cx="2763586" cy="0"/>
          </a:xfrm>
          <a:prstGeom prst="straightConnector1">
            <a:avLst/>
          </a:prstGeom>
          <a:ln w="28575">
            <a:solidFill>
              <a:srgbClr val="004F71"/>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F64865E9-6811-FA4F-7657-9360719EA6D8}"/>
              </a:ext>
              <a:ext uri="{C183D7F6-B498-43B3-948B-1728B52AA6E4}">
                <adec:decorative xmlns:adec="http://schemas.microsoft.com/office/drawing/2017/decorative" val="0"/>
              </a:ext>
            </a:extLst>
          </p:cNvPr>
          <p:cNvSpPr/>
          <p:nvPr/>
        </p:nvSpPr>
        <p:spPr>
          <a:xfrm>
            <a:off x="7335586" y="3575628"/>
            <a:ext cx="1138831" cy="229739"/>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Host AA</a:t>
            </a:r>
          </a:p>
        </p:txBody>
      </p:sp>
      <p:sp>
        <p:nvSpPr>
          <p:cNvPr id="33" name="Rectangle 32">
            <a:extLst>
              <a:ext uri="{FF2B5EF4-FFF2-40B4-BE49-F238E27FC236}">
                <a16:creationId xmlns:a16="http://schemas.microsoft.com/office/drawing/2014/main" id="{4816CB41-F963-20AC-C9BA-6EA3B74DC04A}"/>
              </a:ext>
              <a:ext uri="{C183D7F6-B498-43B3-948B-1728B52AA6E4}">
                <adec:decorative xmlns:adec="http://schemas.microsoft.com/office/drawing/2017/decorative" val="0"/>
              </a:ext>
            </a:extLst>
          </p:cNvPr>
          <p:cNvSpPr/>
          <p:nvPr/>
        </p:nvSpPr>
        <p:spPr>
          <a:xfrm>
            <a:off x="4087385" y="4003404"/>
            <a:ext cx="484615" cy="229740"/>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G2</a:t>
            </a:r>
          </a:p>
        </p:txBody>
      </p:sp>
      <p:cxnSp>
        <p:nvCxnSpPr>
          <p:cNvPr id="29" name="Straight Arrow Connector 28">
            <a:extLst>
              <a:ext uri="{FF2B5EF4-FFF2-40B4-BE49-F238E27FC236}">
                <a16:creationId xmlns:a16="http://schemas.microsoft.com/office/drawing/2014/main" id="{82C69C6E-440C-086B-FA62-07E0777E3322}"/>
              </a:ext>
              <a:ext uri="{C183D7F6-B498-43B3-948B-1728B52AA6E4}">
                <adec:decorative xmlns:adec="http://schemas.microsoft.com/office/drawing/2017/decorative" val="0"/>
              </a:ext>
            </a:extLst>
          </p:cNvPr>
          <p:cNvCxnSpPr>
            <a:cxnSpLocks/>
            <a:stCxn id="33" idx="3"/>
            <a:endCxn id="36" idx="1"/>
          </p:cNvCxnSpPr>
          <p:nvPr/>
        </p:nvCxnSpPr>
        <p:spPr>
          <a:xfrm>
            <a:off x="4572000" y="4118274"/>
            <a:ext cx="2763586" cy="21504"/>
          </a:xfrm>
          <a:prstGeom prst="straightConnector1">
            <a:avLst/>
          </a:prstGeom>
          <a:ln w="28575">
            <a:solidFill>
              <a:srgbClr val="004F7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4DD2F682-BF0D-AD69-8C31-64C3C595DB81}"/>
              </a:ext>
              <a:ext uri="{C183D7F6-B498-43B3-948B-1728B52AA6E4}">
                <adec:decorative xmlns:adec="http://schemas.microsoft.com/office/drawing/2017/decorative" val="0"/>
              </a:ext>
            </a:extLst>
          </p:cNvPr>
          <p:cNvSpPr/>
          <p:nvPr/>
        </p:nvSpPr>
        <p:spPr>
          <a:xfrm>
            <a:off x="7335586" y="4024908"/>
            <a:ext cx="1138831" cy="229739"/>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Host AB</a:t>
            </a:r>
          </a:p>
        </p:txBody>
      </p:sp>
      <p:sp>
        <p:nvSpPr>
          <p:cNvPr id="34" name="Rectangle 33">
            <a:extLst>
              <a:ext uri="{FF2B5EF4-FFF2-40B4-BE49-F238E27FC236}">
                <a16:creationId xmlns:a16="http://schemas.microsoft.com/office/drawing/2014/main" id="{CEFD9BE0-E447-5D7E-038F-182897E16152}"/>
              </a:ext>
              <a:ext uri="{C183D7F6-B498-43B3-948B-1728B52AA6E4}">
                <adec:decorative xmlns:adec="http://schemas.microsoft.com/office/drawing/2017/decorative" val="0"/>
              </a:ext>
            </a:extLst>
          </p:cNvPr>
          <p:cNvSpPr/>
          <p:nvPr/>
        </p:nvSpPr>
        <p:spPr>
          <a:xfrm>
            <a:off x="4087385" y="4478211"/>
            <a:ext cx="484615" cy="229740"/>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t>G3</a:t>
            </a:r>
          </a:p>
        </p:txBody>
      </p:sp>
      <p:cxnSp>
        <p:nvCxnSpPr>
          <p:cNvPr id="30" name="Straight Arrow Connector 29">
            <a:extLst>
              <a:ext uri="{FF2B5EF4-FFF2-40B4-BE49-F238E27FC236}">
                <a16:creationId xmlns:a16="http://schemas.microsoft.com/office/drawing/2014/main" id="{AE74C240-10F9-1AB9-38D6-59DEC6778D4D}"/>
              </a:ext>
              <a:ext uri="{C183D7F6-B498-43B3-948B-1728B52AA6E4}">
                <adec:decorative xmlns:adec="http://schemas.microsoft.com/office/drawing/2017/decorative" val="0"/>
              </a:ext>
            </a:extLst>
          </p:cNvPr>
          <p:cNvCxnSpPr>
            <a:cxnSpLocks/>
            <a:stCxn id="34" idx="3"/>
            <a:endCxn id="37" idx="1"/>
          </p:cNvCxnSpPr>
          <p:nvPr/>
        </p:nvCxnSpPr>
        <p:spPr>
          <a:xfrm>
            <a:off x="4572000" y="4593081"/>
            <a:ext cx="2763586" cy="18015"/>
          </a:xfrm>
          <a:prstGeom prst="straightConnector1">
            <a:avLst/>
          </a:prstGeom>
          <a:ln w="28575">
            <a:solidFill>
              <a:srgbClr val="004F7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A4BEBF8-C33C-37F8-7803-553AAE1EA68A}"/>
              </a:ext>
              <a:ext uri="{C183D7F6-B498-43B3-948B-1728B52AA6E4}">
                <adec:decorative xmlns:adec="http://schemas.microsoft.com/office/drawing/2017/decorative" val="0"/>
              </a:ext>
            </a:extLst>
          </p:cNvPr>
          <p:cNvSpPr/>
          <p:nvPr/>
        </p:nvSpPr>
        <p:spPr>
          <a:xfrm>
            <a:off x="7335586" y="4496226"/>
            <a:ext cx="1138831" cy="229739"/>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Host AC</a:t>
            </a:r>
          </a:p>
        </p:txBody>
      </p:sp>
    </p:spTree>
    <p:extLst>
      <p:ext uri="{BB962C8B-B14F-4D97-AF65-F5344CB8AC3E}">
        <p14:creationId xmlns:p14="http://schemas.microsoft.com/office/powerpoint/2010/main" val="2571388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 uri="{C183D7F6-B498-43B3-948B-1728B52AA6E4}">
                <adec:decorative xmlns:adec="http://schemas.microsoft.com/office/drawing/2017/decorative" val="0"/>
              </a:ext>
            </a:extLst>
          </p:cNvPr>
          <p:cNvSpPr>
            <a:spLocks noGrp="1"/>
          </p:cNvSpPr>
          <p:nvPr>
            <p:ph type="title"/>
          </p:nvPr>
        </p:nvSpPr>
        <p:spPr/>
        <p:txBody>
          <a:bodyPr>
            <a:normAutofit fontScale="90000"/>
          </a:bodyPr>
          <a:lstStyle/>
          <a:p>
            <a:r>
              <a:rPr lang="en-US" dirty="0"/>
              <a:t>Layer 3 – Network</a:t>
            </a:r>
          </a:p>
        </p:txBody>
      </p:sp>
      <p:graphicFrame>
        <p:nvGraphicFramePr>
          <p:cNvPr id="4" name="Diagram 3">
            <a:extLst>
              <a:ext uri="{FF2B5EF4-FFF2-40B4-BE49-F238E27FC236}">
                <a16:creationId xmlns:a16="http://schemas.microsoft.com/office/drawing/2014/main" id="{B4E88085-C4BD-0D88-47DC-DCCADF25DB57}"/>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652722710"/>
              </p:ext>
            </p:extLst>
          </p:nvPr>
        </p:nvGraphicFramePr>
        <p:xfrm>
          <a:off x="628650" y="1095438"/>
          <a:ext cx="1648322" cy="3427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E2DD1FF6-AAB3-A7CC-E6DE-94E38AED6F63}"/>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4214263419"/>
              </p:ext>
            </p:extLst>
          </p:nvPr>
        </p:nvGraphicFramePr>
        <p:xfrm>
          <a:off x="3171418" y="1095438"/>
          <a:ext cx="5343932" cy="203466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2" name="TextBox 11">
            <a:extLst>
              <a:ext uri="{FF2B5EF4-FFF2-40B4-BE49-F238E27FC236}">
                <a16:creationId xmlns:a16="http://schemas.microsoft.com/office/drawing/2014/main" id="{3DA4EE0C-148E-F472-2064-4293D025B41A}"/>
              </a:ext>
              <a:ext uri="{C183D7F6-B498-43B3-948B-1728B52AA6E4}">
                <adec:decorative xmlns:adec="http://schemas.microsoft.com/office/drawing/2017/decorative" val="0"/>
              </a:ext>
            </a:extLst>
          </p:cNvPr>
          <p:cNvSpPr txBox="1"/>
          <p:nvPr/>
        </p:nvSpPr>
        <p:spPr>
          <a:xfrm>
            <a:off x="2740965" y="4223423"/>
            <a:ext cx="2317601" cy="522736"/>
          </a:xfrm>
          <a:prstGeom prst="rect">
            <a:avLst/>
          </a:prstGeom>
          <a:solidFill>
            <a:srgbClr val="004F71"/>
          </a:solidFill>
          <a:ln>
            <a:solidFill>
              <a:schemeClr val="accent1"/>
            </a:solidFill>
          </a:ln>
        </p:spPr>
        <p:txBody>
          <a:bodyPr wrap="square" rtlCol="0">
            <a:spAutoFit/>
          </a:bodyPr>
          <a:lstStyle/>
          <a:p>
            <a:pPr algn="ctr"/>
            <a:r>
              <a:rPr lang="en-US" sz="1348">
                <a:solidFill>
                  <a:schemeClr val="bg1"/>
                </a:solidFill>
              </a:rPr>
              <a:t>Network 1</a:t>
            </a:r>
          </a:p>
          <a:p>
            <a:pPr algn="ctr"/>
            <a:r>
              <a:rPr lang="en-US" sz="1348">
                <a:solidFill>
                  <a:schemeClr val="bg1"/>
                </a:solidFill>
              </a:rPr>
              <a:t>(Hosts 1.1, 1.2, 1.3)</a:t>
            </a:r>
          </a:p>
        </p:txBody>
      </p:sp>
      <p:cxnSp>
        <p:nvCxnSpPr>
          <p:cNvPr id="28" name="Connector: Elbow 27">
            <a:extLst>
              <a:ext uri="{FF2B5EF4-FFF2-40B4-BE49-F238E27FC236}">
                <a16:creationId xmlns:a16="http://schemas.microsoft.com/office/drawing/2014/main" id="{E48615A3-2F33-860E-F196-0ECF9690EE57}"/>
              </a:ext>
              <a:ext uri="{C183D7F6-B498-43B3-948B-1728B52AA6E4}">
                <adec:decorative xmlns:adec="http://schemas.microsoft.com/office/drawing/2017/decorative" val="0"/>
              </a:ext>
            </a:extLst>
          </p:cNvPr>
          <p:cNvCxnSpPr>
            <a:cxnSpLocks/>
          </p:cNvCxnSpPr>
          <p:nvPr/>
        </p:nvCxnSpPr>
        <p:spPr>
          <a:xfrm flipV="1">
            <a:off x="3635298" y="3327625"/>
            <a:ext cx="936704" cy="827001"/>
          </a:xfrm>
          <a:prstGeom prst="bentConnector3">
            <a:avLst>
              <a:gd name="adj1" fmla="val 0"/>
            </a:avLst>
          </a:prstGeom>
          <a:ln w="1905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42C438EF-5D76-8DDB-AEDC-260DDDDFA2F4}"/>
              </a:ext>
              <a:ext uri="{C183D7F6-B498-43B3-948B-1728B52AA6E4}">
                <adec:decorative xmlns:adec="http://schemas.microsoft.com/office/drawing/2017/decorative" val="0"/>
              </a:ext>
            </a:extLst>
          </p:cNvPr>
          <p:cNvPicPr>
            <a:picLocks noChangeAspect="1"/>
          </p:cNvPicPr>
          <p:nvPr/>
        </p:nvPicPr>
        <p:blipFill rotWithShape="1">
          <a:blip r:embed="rId13" cstate="email">
            <a:extLst>
              <a:ext uri="{28A0092B-C50C-407E-A947-70E740481C1C}">
                <a14:useLocalDpi xmlns:a14="http://schemas.microsoft.com/office/drawing/2010/main"/>
              </a:ext>
            </a:extLst>
          </a:blip>
          <a:srcRect/>
          <a:stretch/>
        </p:blipFill>
        <p:spPr>
          <a:xfrm>
            <a:off x="3171418" y="3130098"/>
            <a:ext cx="970077" cy="824750"/>
          </a:xfrm>
          <a:prstGeom prst="rect">
            <a:avLst/>
          </a:prstGeom>
        </p:spPr>
      </p:pic>
      <p:sp>
        <p:nvSpPr>
          <p:cNvPr id="25" name="TextBox 24">
            <a:extLst>
              <a:ext uri="{FF2B5EF4-FFF2-40B4-BE49-F238E27FC236}">
                <a16:creationId xmlns:a16="http://schemas.microsoft.com/office/drawing/2014/main" id="{D76B8CEB-A88C-3EAF-E186-DB3E7D9C4A3D}"/>
              </a:ext>
              <a:ext uri="{C183D7F6-B498-43B3-948B-1728B52AA6E4}">
                <adec:decorative xmlns:adec="http://schemas.microsoft.com/office/drawing/2017/decorative" val="0"/>
              </a:ext>
            </a:extLst>
          </p:cNvPr>
          <p:cNvSpPr txBox="1"/>
          <p:nvPr/>
        </p:nvSpPr>
        <p:spPr>
          <a:xfrm>
            <a:off x="3868669" y="3600469"/>
            <a:ext cx="970077" cy="522736"/>
          </a:xfrm>
          <a:prstGeom prst="rect">
            <a:avLst/>
          </a:prstGeom>
          <a:solidFill>
            <a:schemeClr val="bg1"/>
          </a:solidFill>
          <a:ln>
            <a:solidFill>
              <a:schemeClr val="bg1">
                <a:lumMod val="75000"/>
              </a:schemeClr>
            </a:solidFill>
          </a:ln>
        </p:spPr>
        <p:txBody>
          <a:bodyPr wrap="square" rtlCol="0">
            <a:spAutoFit/>
          </a:bodyPr>
          <a:lstStyle/>
          <a:p>
            <a:pPr algn="ctr"/>
            <a:r>
              <a:rPr lang="en-US" sz="1348">
                <a:solidFill>
                  <a:srgbClr val="20282F"/>
                </a:solidFill>
              </a:rPr>
              <a:t>Router A</a:t>
            </a:r>
          </a:p>
          <a:p>
            <a:pPr algn="ctr"/>
            <a:r>
              <a:rPr lang="en-US" sz="1348">
                <a:solidFill>
                  <a:srgbClr val="20282F"/>
                </a:solidFill>
              </a:rPr>
              <a:t>1.254</a:t>
            </a:r>
          </a:p>
        </p:txBody>
      </p:sp>
      <p:sp>
        <p:nvSpPr>
          <p:cNvPr id="21" name="TextBox 20">
            <a:extLst>
              <a:ext uri="{FF2B5EF4-FFF2-40B4-BE49-F238E27FC236}">
                <a16:creationId xmlns:a16="http://schemas.microsoft.com/office/drawing/2014/main" id="{69D4BE06-02BB-D0DD-8038-6AF23002CAD7}"/>
              </a:ext>
              <a:ext uri="{C183D7F6-B498-43B3-948B-1728B52AA6E4}">
                <adec:decorative xmlns:adec="http://schemas.microsoft.com/office/drawing/2017/decorative" val="0"/>
              </a:ext>
            </a:extLst>
          </p:cNvPr>
          <p:cNvSpPr txBox="1"/>
          <p:nvPr/>
        </p:nvSpPr>
        <p:spPr>
          <a:xfrm>
            <a:off x="4674982" y="3173879"/>
            <a:ext cx="2317601" cy="307492"/>
          </a:xfrm>
          <a:prstGeom prst="rect">
            <a:avLst/>
          </a:prstGeom>
          <a:solidFill>
            <a:srgbClr val="004F71"/>
          </a:solidFill>
          <a:ln>
            <a:solidFill>
              <a:schemeClr val="accent1"/>
            </a:solidFill>
          </a:ln>
        </p:spPr>
        <p:txBody>
          <a:bodyPr wrap="square" rtlCol="0">
            <a:spAutoFit/>
          </a:bodyPr>
          <a:lstStyle/>
          <a:p>
            <a:pPr algn="ctr"/>
            <a:r>
              <a:rPr lang="en-US" sz="1348">
                <a:solidFill>
                  <a:schemeClr val="bg1"/>
                </a:solidFill>
              </a:rPr>
              <a:t>Network 9</a:t>
            </a:r>
          </a:p>
        </p:txBody>
      </p:sp>
      <p:cxnSp>
        <p:nvCxnSpPr>
          <p:cNvPr id="41" name="Connector: Elbow 40">
            <a:extLst>
              <a:ext uri="{FF2B5EF4-FFF2-40B4-BE49-F238E27FC236}">
                <a16:creationId xmlns:a16="http://schemas.microsoft.com/office/drawing/2014/main" id="{88DDEA74-D87E-ECA9-3B4F-CEE1B73BB1E0}"/>
              </a:ext>
              <a:ext uri="{C183D7F6-B498-43B3-948B-1728B52AA6E4}">
                <adec:decorative xmlns:adec="http://schemas.microsoft.com/office/drawing/2017/decorative" val="0"/>
              </a:ext>
            </a:extLst>
          </p:cNvPr>
          <p:cNvCxnSpPr>
            <a:cxnSpLocks/>
          </p:cNvCxnSpPr>
          <p:nvPr/>
        </p:nvCxnSpPr>
        <p:spPr>
          <a:xfrm rot="16200000" flipH="1">
            <a:off x="6950098" y="3533015"/>
            <a:ext cx="781362" cy="370580"/>
          </a:xfrm>
          <a:prstGeom prst="bentConnector3">
            <a:avLst>
              <a:gd name="adj1" fmla="val 437"/>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B55D37D6-EB9D-9E17-E9DD-4BE84E55A1BC}"/>
              </a:ext>
              <a:ext uri="{C183D7F6-B498-43B3-948B-1728B52AA6E4}">
                <adec:decorative xmlns:adec="http://schemas.microsoft.com/office/drawing/2017/decorative" val="0"/>
              </a:ext>
            </a:extLst>
          </p:cNvPr>
          <p:cNvPicPr>
            <a:picLocks noChangeAspect="1"/>
          </p:cNvPicPr>
          <p:nvPr/>
        </p:nvPicPr>
        <p:blipFill>
          <a:blip r:embed="rId14"/>
          <a:stretch>
            <a:fillRect/>
          </a:stretch>
        </p:blipFill>
        <p:spPr>
          <a:xfrm>
            <a:off x="6992583" y="3061115"/>
            <a:ext cx="970077" cy="881888"/>
          </a:xfrm>
          <a:prstGeom prst="rect">
            <a:avLst/>
          </a:prstGeom>
        </p:spPr>
      </p:pic>
      <p:sp>
        <p:nvSpPr>
          <p:cNvPr id="26" name="TextBox 25">
            <a:extLst>
              <a:ext uri="{FF2B5EF4-FFF2-40B4-BE49-F238E27FC236}">
                <a16:creationId xmlns:a16="http://schemas.microsoft.com/office/drawing/2014/main" id="{E8DE0869-5643-9511-5DE2-CB3D0DA33C89}"/>
              </a:ext>
              <a:ext uri="{C183D7F6-B498-43B3-948B-1728B52AA6E4}">
                <adec:decorative xmlns:adec="http://schemas.microsoft.com/office/drawing/2017/decorative" val="0"/>
              </a:ext>
            </a:extLst>
          </p:cNvPr>
          <p:cNvSpPr txBox="1"/>
          <p:nvPr/>
        </p:nvSpPr>
        <p:spPr>
          <a:xfrm>
            <a:off x="7672874" y="3588567"/>
            <a:ext cx="1176129" cy="522736"/>
          </a:xfrm>
          <a:prstGeom prst="rect">
            <a:avLst/>
          </a:prstGeom>
          <a:solidFill>
            <a:schemeClr val="bg1"/>
          </a:solidFill>
          <a:ln>
            <a:solidFill>
              <a:schemeClr val="bg1">
                <a:lumMod val="75000"/>
              </a:schemeClr>
            </a:solidFill>
          </a:ln>
        </p:spPr>
        <p:txBody>
          <a:bodyPr wrap="square" rtlCol="0">
            <a:spAutoFit/>
          </a:bodyPr>
          <a:lstStyle/>
          <a:p>
            <a:pPr algn="ctr"/>
            <a:r>
              <a:rPr lang="en-US" sz="1348">
                <a:solidFill>
                  <a:srgbClr val="20282F"/>
                </a:solidFill>
              </a:rPr>
              <a:t>Router B: 2.254</a:t>
            </a:r>
          </a:p>
        </p:txBody>
      </p:sp>
      <p:sp>
        <p:nvSpPr>
          <p:cNvPr id="20" name="TextBox 19">
            <a:extLst>
              <a:ext uri="{FF2B5EF4-FFF2-40B4-BE49-F238E27FC236}">
                <a16:creationId xmlns:a16="http://schemas.microsoft.com/office/drawing/2014/main" id="{6597FC4C-3E5E-522B-53B1-D9E02BB5C854}"/>
              </a:ext>
              <a:ext uri="{C183D7F6-B498-43B3-948B-1728B52AA6E4}">
                <adec:decorative xmlns:adec="http://schemas.microsoft.com/office/drawing/2017/decorative" val="0"/>
              </a:ext>
            </a:extLst>
          </p:cNvPr>
          <p:cNvSpPr txBox="1"/>
          <p:nvPr/>
        </p:nvSpPr>
        <p:spPr>
          <a:xfrm>
            <a:off x="6576253" y="4223423"/>
            <a:ext cx="2317601" cy="522736"/>
          </a:xfrm>
          <a:prstGeom prst="rect">
            <a:avLst/>
          </a:prstGeom>
          <a:solidFill>
            <a:srgbClr val="004F71"/>
          </a:solidFill>
          <a:ln>
            <a:solidFill>
              <a:schemeClr val="accent1"/>
            </a:solidFill>
          </a:ln>
        </p:spPr>
        <p:txBody>
          <a:bodyPr wrap="square" rtlCol="0">
            <a:spAutoFit/>
          </a:bodyPr>
          <a:lstStyle/>
          <a:p>
            <a:pPr algn="ctr"/>
            <a:r>
              <a:rPr lang="en-US" sz="1348">
                <a:solidFill>
                  <a:schemeClr val="bg1"/>
                </a:solidFill>
              </a:rPr>
              <a:t>Network 2</a:t>
            </a:r>
          </a:p>
          <a:p>
            <a:pPr algn="ctr"/>
            <a:r>
              <a:rPr lang="en-US" sz="1348">
                <a:solidFill>
                  <a:schemeClr val="bg1"/>
                </a:solidFill>
              </a:rPr>
              <a:t>(Hosts 2.1, 2.2, 2.3)</a:t>
            </a:r>
          </a:p>
        </p:txBody>
      </p:sp>
      <p:sp>
        <p:nvSpPr>
          <p:cNvPr id="6" name="Slide Number Placeholder 5">
            <a:extLst>
              <a:ext uri="{FF2B5EF4-FFF2-40B4-BE49-F238E27FC236}">
                <a16:creationId xmlns:a16="http://schemas.microsoft.com/office/drawing/2014/main" id="{A539788E-6600-B81E-47C0-9FF0BB464FA2}"/>
              </a:ext>
              <a:ext uri="{C183D7F6-B498-43B3-948B-1728B52AA6E4}">
                <adec:decorative xmlns:adec="http://schemas.microsoft.com/office/drawing/2017/decorative" val="0"/>
              </a:ext>
            </a:extLst>
          </p:cNvPr>
          <p:cNvSpPr>
            <a:spLocks noGrp="1"/>
          </p:cNvSpPr>
          <p:nvPr>
            <p:ph type="sldNum" sz="quarter" idx="12"/>
          </p:nvPr>
        </p:nvSpPr>
        <p:spPr/>
        <p:txBody>
          <a:bodyPr/>
          <a:lstStyle/>
          <a:p>
            <a:fld id="{64537577-822C-42C9-B1FE-62AC5F07B59D}" type="slidenum">
              <a:rPr lang="en-US" smtClean="0"/>
              <a:pPr/>
              <a:t>18</a:t>
            </a:fld>
            <a:endParaRPr lang="en-US"/>
          </a:p>
        </p:txBody>
      </p:sp>
      <p:sp>
        <p:nvSpPr>
          <p:cNvPr id="7" name="Footer Placeholder 6">
            <a:extLst>
              <a:ext uri="{FF2B5EF4-FFF2-40B4-BE49-F238E27FC236}">
                <a16:creationId xmlns:a16="http://schemas.microsoft.com/office/drawing/2014/main" id="{B6FA0DA0-47D5-4A79-002A-9BC4BF6073A2}"/>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3784616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Lst>
          </p:cNvPr>
          <p:cNvSpPr>
            <a:spLocks noGrp="1"/>
          </p:cNvSpPr>
          <p:nvPr>
            <p:ph type="title"/>
          </p:nvPr>
        </p:nvSpPr>
        <p:spPr/>
        <p:txBody>
          <a:bodyPr>
            <a:normAutofit fontScale="90000"/>
          </a:bodyPr>
          <a:lstStyle/>
          <a:p>
            <a:r>
              <a:rPr lang="en-US"/>
              <a:t>Layer 4 - Transport</a:t>
            </a:r>
          </a:p>
        </p:txBody>
      </p:sp>
      <p:graphicFrame>
        <p:nvGraphicFramePr>
          <p:cNvPr id="4" name="Diagram 3">
            <a:extLst>
              <a:ext uri="{FF2B5EF4-FFF2-40B4-BE49-F238E27FC236}">
                <a16:creationId xmlns:a16="http://schemas.microsoft.com/office/drawing/2014/main" id="{B4E88085-C4BD-0D88-47DC-DCCADF25DB57}"/>
              </a:ext>
            </a:extLst>
          </p:cNvPr>
          <p:cNvGraphicFramePr/>
          <p:nvPr>
            <p:extLst>
              <p:ext uri="{D42A27DB-BD31-4B8C-83A1-F6EECF244321}">
                <p14:modId xmlns:p14="http://schemas.microsoft.com/office/powerpoint/2010/main" val="3471514609"/>
              </p:ext>
            </p:extLst>
          </p:nvPr>
        </p:nvGraphicFramePr>
        <p:xfrm>
          <a:off x="588919" y="708136"/>
          <a:ext cx="1618533" cy="4430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 13">
            <a:extLst>
              <a:ext uri="{FF2B5EF4-FFF2-40B4-BE49-F238E27FC236}">
                <a16:creationId xmlns:a16="http://schemas.microsoft.com/office/drawing/2014/main" id="{952C4561-9BDF-2A34-43E1-09E0EFC5A15D}"/>
              </a:ext>
            </a:extLst>
          </p:cNvPr>
          <p:cNvGraphicFramePr/>
          <p:nvPr>
            <p:extLst>
              <p:ext uri="{D42A27DB-BD31-4B8C-83A1-F6EECF244321}">
                <p14:modId xmlns:p14="http://schemas.microsoft.com/office/powerpoint/2010/main" val="2311262943"/>
              </p:ext>
            </p:extLst>
          </p:nvPr>
        </p:nvGraphicFramePr>
        <p:xfrm>
          <a:off x="2446871" y="1279894"/>
          <a:ext cx="6125699" cy="319850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Slide Number Placeholder 4">
            <a:extLst>
              <a:ext uri="{FF2B5EF4-FFF2-40B4-BE49-F238E27FC236}">
                <a16:creationId xmlns:a16="http://schemas.microsoft.com/office/drawing/2014/main" id="{6A85FA18-B626-013B-CAEF-65254E6967AF}"/>
              </a:ext>
            </a:extLst>
          </p:cNvPr>
          <p:cNvSpPr>
            <a:spLocks noGrp="1"/>
          </p:cNvSpPr>
          <p:nvPr>
            <p:ph type="sldNum" sz="quarter" idx="12"/>
          </p:nvPr>
        </p:nvSpPr>
        <p:spPr/>
        <p:txBody>
          <a:bodyPr/>
          <a:lstStyle/>
          <a:p>
            <a:fld id="{64537577-822C-42C9-B1FE-62AC5F07B59D}" type="slidenum">
              <a:rPr lang="en-US" smtClean="0"/>
              <a:pPr/>
              <a:t>19</a:t>
            </a:fld>
            <a:endParaRPr lang="en-US"/>
          </a:p>
        </p:txBody>
      </p:sp>
      <p:sp>
        <p:nvSpPr>
          <p:cNvPr id="6" name="Footer Placeholder 5">
            <a:extLst>
              <a:ext uri="{FF2B5EF4-FFF2-40B4-BE49-F238E27FC236}">
                <a16:creationId xmlns:a16="http://schemas.microsoft.com/office/drawing/2014/main" id="{B22EA9EC-6BB3-64D9-FC6D-90BA52834084}"/>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3683931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Lst>
          </p:cNvPr>
          <p:cNvSpPr>
            <a:spLocks noGrp="1"/>
          </p:cNvSpPr>
          <p:nvPr>
            <p:ph type="title"/>
          </p:nvPr>
        </p:nvSpPr>
        <p:spPr>
          <a:xfrm>
            <a:off x="628649" y="584942"/>
            <a:ext cx="7886699" cy="572790"/>
          </a:xfrm>
        </p:spPr>
        <p:txBody>
          <a:bodyPr>
            <a:normAutofit fontScale="90000"/>
          </a:bodyPr>
          <a:lstStyle/>
          <a:p>
            <a:r>
              <a:rPr lang="en-US"/>
              <a:t>Layer 4 – Transport</a:t>
            </a:r>
          </a:p>
        </p:txBody>
      </p:sp>
      <p:pic>
        <p:nvPicPr>
          <p:cNvPr id="2050" name="Picture 2" descr="Communication at the transport layer of the O S I model.">
            <a:extLst>
              <a:ext uri="{FF2B5EF4-FFF2-40B4-BE49-F238E27FC236}">
                <a16:creationId xmlns:a16="http://schemas.microsoft.com/office/drawing/2014/main" id="{42F034AE-DBD7-BB2C-A6E6-62B7FF4DFEEA}"/>
              </a:ext>
            </a:extLst>
          </p:cNvPr>
          <p:cNvPicPr>
            <a:picLocks noGrp="1" noChangeAspect="1" noChangeArrowheads="1"/>
          </p:cNvPicPr>
          <p:nvPr>
            <p:ph idx="1"/>
          </p:nvPr>
        </p:nvPicPr>
        <p:blipFill>
          <a:blip r:embed="rId3">
            <a:extLst>
              <a:ext uri="{28A0092B-C50C-407E-A947-70E740481C1C}">
                <a14:useLocalDpi xmlns:a14="http://schemas.microsoft.com/office/drawing/2010/main"/>
              </a:ext>
            </a:extLst>
          </a:blip>
          <a:stretch>
            <a:fillRect/>
          </a:stretch>
        </p:blipFill>
        <p:spPr bwMode="auto">
          <a:xfrm>
            <a:off x="1306573" y="1245688"/>
            <a:ext cx="6530853" cy="2945983"/>
          </a:xfr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662D6A9B-7A37-400B-D9FA-0BAFCB836AC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20</a:t>
            </a:fld>
            <a:endParaRPr lang="en-US"/>
          </a:p>
        </p:txBody>
      </p:sp>
      <p:sp>
        <p:nvSpPr>
          <p:cNvPr id="5" name="Footer Placeholder 4">
            <a:extLst>
              <a:ext uri="{FF2B5EF4-FFF2-40B4-BE49-F238E27FC236}">
                <a16:creationId xmlns:a16="http://schemas.microsoft.com/office/drawing/2014/main" id="{0B8924FC-2DE5-B2E2-041F-ED0E395E18C7}"/>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3256467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Lst>
          </p:cNvPr>
          <p:cNvSpPr>
            <a:spLocks noGrp="1"/>
          </p:cNvSpPr>
          <p:nvPr>
            <p:ph type="title"/>
          </p:nvPr>
        </p:nvSpPr>
        <p:spPr/>
        <p:txBody>
          <a:bodyPr>
            <a:normAutofit fontScale="90000"/>
          </a:bodyPr>
          <a:lstStyle/>
          <a:p>
            <a:r>
              <a:rPr lang="en-US"/>
              <a:t>Layer 5 - Session</a:t>
            </a:r>
          </a:p>
        </p:txBody>
      </p:sp>
      <p:graphicFrame>
        <p:nvGraphicFramePr>
          <p:cNvPr id="4" name="Diagram 3">
            <a:extLst>
              <a:ext uri="{FF2B5EF4-FFF2-40B4-BE49-F238E27FC236}">
                <a16:creationId xmlns:a16="http://schemas.microsoft.com/office/drawing/2014/main" id="{B4E88085-C4BD-0D88-47DC-DCCADF25DB57}"/>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3224366910"/>
              </p:ext>
            </p:extLst>
          </p:nvPr>
        </p:nvGraphicFramePr>
        <p:xfrm>
          <a:off x="669584" y="1199668"/>
          <a:ext cx="1648322" cy="3427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E2DD1FF6-AAB3-A7CC-E6DE-94E38AED6F63}"/>
              </a:ext>
            </a:extLst>
          </p:cNvPr>
          <p:cNvGraphicFramePr/>
          <p:nvPr>
            <p:extLst>
              <p:ext uri="{D42A27DB-BD31-4B8C-83A1-F6EECF244321}">
                <p14:modId xmlns:p14="http://schemas.microsoft.com/office/powerpoint/2010/main" val="2210189329"/>
              </p:ext>
            </p:extLst>
          </p:nvPr>
        </p:nvGraphicFramePr>
        <p:xfrm>
          <a:off x="3108350" y="1284980"/>
          <a:ext cx="5310634" cy="14625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6" name="Graphic 5">
            <a:extLst>
              <a:ext uri="{FF2B5EF4-FFF2-40B4-BE49-F238E27FC236}">
                <a16:creationId xmlns:a16="http://schemas.microsoft.com/office/drawing/2014/main" id="{FF775C8C-696C-6503-0B53-32F906C582C7}"/>
              </a:ext>
              <a:ext uri="{C183D7F6-B498-43B3-948B-1728B52AA6E4}">
                <adec:decorative xmlns:adec="http://schemas.microsoft.com/office/drawing/2017/decorative" val="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08350" y="3408787"/>
            <a:ext cx="913553" cy="913553"/>
          </a:xfrm>
          <a:prstGeom prst="rect">
            <a:avLst/>
          </a:prstGeom>
        </p:spPr>
      </p:pic>
      <p:pic>
        <p:nvPicPr>
          <p:cNvPr id="8" name="Graphic 7" descr="Computer monitor ">
            <a:extLst>
              <a:ext uri="{FF2B5EF4-FFF2-40B4-BE49-F238E27FC236}">
                <a16:creationId xmlns:a16="http://schemas.microsoft.com/office/drawing/2014/main" id="{48099A5E-D373-4A68-3B87-C1A91F61CC6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60863" y="3408787"/>
            <a:ext cx="913553" cy="913553"/>
          </a:xfrm>
          <a:prstGeom prst="rect">
            <a:avLst/>
          </a:prstGeom>
        </p:spPr>
      </p:pic>
      <p:cxnSp>
        <p:nvCxnSpPr>
          <p:cNvPr id="10" name="Straight Arrow Connector 9">
            <a:extLst>
              <a:ext uri="{FF2B5EF4-FFF2-40B4-BE49-F238E27FC236}">
                <a16:creationId xmlns:a16="http://schemas.microsoft.com/office/drawing/2014/main" id="{26D63197-A021-68CE-8D54-387F44618E1C}"/>
              </a:ext>
            </a:extLst>
          </p:cNvPr>
          <p:cNvCxnSpPr/>
          <p:nvPr/>
        </p:nvCxnSpPr>
        <p:spPr>
          <a:xfrm>
            <a:off x="4110313" y="3650329"/>
            <a:ext cx="33791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A42D6FD-7CC0-20C0-0AEF-26F58606B2CA}"/>
              </a:ext>
            </a:extLst>
          </p:cNvPr>
          <p:cNvSpPr/>
          <p:nvPr/>
        </p:nvSpPr>
        <p:spPr>
          <a:xfrm>
            <a:off x="5161389" y="3367006"/>
            <a:ext cx="985565" cy="245152"/>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Request</a:t>
            </a:r>
          </a:p>
        </p:txBody>
      </p:sp>
      <p:sp>
        <p:nvSpPr>
          <p:cNvPr id="18" name="TextBox 17">
            <a:extLst>
              <a:ext uri="{FF2B5EF4-FFF2-40B4-BE49-F238E27FC236}">
                <a16:creationId xmlns:a16="http://schemas.microsoft.com/office/drawing/2014/main" id="{6500A9F3-7D35-D410-2729-8D35183EF1AA}"/>
              </a:ext>
            </a:extLst>
          </p:cNvPr>
          <p:cNvSpPr txBox="1"/>
          <p:nvPr/>
        </p:nvSpPr>
        <p:spPr>
          <a:xfrm>
            <a:off x="6218339" y="3237342"/>
            <a:ext cx="1427988" cy="307492"/>
          </a:xfrm>
          <a:prstGeom prst="rect">
            <a:avLst/>
          </a:prstGeom>
          <a:noFill/>
        </p:spPr>
        <p:txBody>
          <a:bodyPr wrap="square" rtlCol="0">
            <a:spAutoFit/>
          </a:bodyPr>
          <a:lstStyle/>
          <a:p>
            <a:r>
              <a:rPr lang="en-US" sz="1348">
                <a:solidFill>
                  <a:srgbClr val="20282F"/>
                </a:solidFill>
              </a:rPr>
              <a:t>Authentication</a:t>
            </a:r>
          </a:p>
        </p:txBody>
      </p:sp>
      <p:cxnSp>
        <p:nvCxnSpPr>
          <p:cNvPr id="11" name="Straight Arrow Connector 10">
            <a:extLst>
              <a:ext uri="{FF2B5EF4-FFF2-40B4-BE49-F238E27FC236}">
                <a16:creationId xmlns:a16="http://schemas.microsoft.com/office/drawing/2014/main" id="{372FD5FE-8746-ED64-9A3A-7E5C169EB1C0}"/>
              </a:ext>
            </a:extLst>
          </p:cNvPr>
          <p:cNvCxnSpPr>
            <a:cxnSpLocks/>
          </p:cNvCxnSpPr>
          <p:nvPr/>
        </p:nvCxnSpPr>
        <p:spPr>
          <a:xfrm flipH="1">
            <a:off x="4110313" y="4040693"/>
            <a:ext cx="337916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D5906C7-BE52-648B-2917-09E1ED98BE75}"/>
              </a:ext>
            </a:extLst>
          </p:cNvPr>
          <p:cNvSpPr/>
          <p:nvPr/>
        </p:nvSpPr>
        <p:spPr>
          <a:xfrm>
            <a:off x="5161389" y="4087516"/>
            <a:ext cx="985565" cy="263060"/>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Respond</a:t>
            </a:r>
          </a:p>
        </p:txBody>
      </p:sp>
      <p:sp>
        <p:nvSpPr>
          <p:cNvPr id="17" name="TextBox 16">
            <a:extLst>
              <a:ext uri="{FF2B5EF4-FFF2-40B4-BE49-F238E27FC236}">
                <a16:creationId xmlns:a16="http://schemas.microsoft.com/office/drawing/2014/main" id="{D0726829-0FB3-0391-23D4-90934FF138CF}"/>
              </a:ext>
            </a:extLst>
          </p:cNvPr>
          <p:cNvSpPr txBox="1"/>
          <p:nvPr/>
        </p:nvSpPr>
        <p:spPr>
          <a:xfrm>
            <a:off x="4848383" y="3695029"/>
            <a:ext cx="1903023" cy="307492"/>
          </a:xfrm>
          <a:prstGeom prst="rect">
            <a:avLst/>
          </a:prstGeom>
          <a:noFill/>
        </p:spPr>
        <p:txBody>
          <a:bodyPr wrap="square" rtlCol="0">
            <a:spAutoFit/>
          </a:bodyPr>
          <a:lstStyle/>
          <a:p>
            <a:r>
              <a:rPr lang="en-US" sz="1348">
                <a:solidFill>
                  <a:srgbClr val="20282F"/>
                </a:solidFill>
              </a:rPr>
              <a:t>Session Established </a:t>
            </a:r>
          </a:p>
        </p:txBody>
      </p:sp>
      <p:sp>
        <p:nvSpPr>
          <p:cNvPr id="7" name="Slide Number Placeholder 6">
            <a:extLst>
              <a:ext uri="{FF2B5EF4-FFF2-40B4-BE49-F238E27FC236}">
                <a16:creationId xmlns:a16="http://schemas.microsoft.com/office/drawing/2014/main" id="{A6CEF18D-6EF5-80C2-ED1D-DB34EB462501}"/>
              </a:ext>
            </a:extLst>
          </p:cNvPr>
          <p:cNvSpPr>
            <a:spLocks noGrp="1"/>
          </p:cNvSpPr>
          <p:nvPr>
            <p:ph type="sldNum" sz="quarter" idx="12"/>
          </p:nvPr>
        </p:nvSpPr>
        <p:spPr/>
        <p:txBody>
          <a:bodyPr/>
          <a:lstStyle/>
          <a:p>
            <a:fld id="{64537577-822C-42C9-B1FE-62AC5F07B59D}" type="slidenum">
              <a:rPr lang="en-US" smtClean="0"/>
              <a:pPr/>
              <a:t>21</a:t>
            </a:fld>
            <a:endParaRPr lang="en-US"/>
          </a:p>
        </p:txBody>
      </p:sp>
      <p:sp>
        <p:nvSpPr>
          <p:cNvPr id="9" name="Footer Placeholder 8">
            <a:extLst>
              <a:ext uri="{FF2B5EF4-FFF2-40B4-BE49-F238E27FC236}">
                <a16:creationId xmlns:a16="http://schemas.microsoft.com/office/drawing/2014/main" id="{EBB510BF-35FB-5CE8-7560-90DA2CAEF0FF}"/>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150319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Lst>
          </p:cNvPr>
          <p:cNvSpPr>
            <a:spLocks noGrp="1"/>
          </p:cNvSpPr>
          <p:nvPr>
            <p:ph type="title"/>
          </p:nvPr>
        </p:nvSpPr>
        <p:spPr/>
        <p:txBody>
          <a:bodyPr>
            <a:normAutofit fontScale="90000"/>
          </a:bodyPr>
          <a:lstStyle/>
          <a:p>
            <a:r>
              <a:rPr lang="en-US"/>
              <a:t>Layer 6 - Presentation</a:t>
            </a:r>
          </a:p>
        </p:txBody>
      </p:sp>
      <p:graphicFrame>
        <p:nvGraphicFramePr>
          <p:cNvPr id="4" name="Diagram 3">
            <a:extLst>
              <a:ext uri="{FF2B5EF4-FFF2-40B4-BE49-F238E27FC236}">
                <a16:creationId xmlns:a16="http://schemas.microsoft.com/office/drawing/2014/main" id="{B4E88085-C4BD-0D88-47DC-DCCADF25DB57}"/>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2105009423"/>
              </p:ext>
            </p:extLst>
          </p:nvPr>
        </p:nvGraphicFramePr>
        <p:xfrm>
          <a:off x="669584" y="1264213"/>
          <a:ext cx="1648322" cy="3427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E2DD1FF6-AAB3-A7CC-E6DE-94E38AED6F63}"/>
              </a:ext>
            </a:extLst>
          </p:cNvPr>
          <p:cNvGraphicFramePr/>
          <p:nvPr>
            <p:extLst>
              <p:ext uri="{D42A27DB-BD31-4B8C-83A1-F6EECF244321}">
                <p14:modId xmlns:p14="http://schemas.microsoft.com/office/powerpoint/2010/main" val="328514059"/>
              </p:ext>
            </p:extLst>
          </p:nvPr>
        </p:nvGraphicFramePr>
        <p:xfrm>
          <a:off x="2633242" y="1159333"/>
          <a:ext cx="5998103" cy="173782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Rectangle 8">
            <a:extLst>
              <a:ext uri="{FF2B5EF4-FFF2-40B4-BE49-F238E27FC236}">
                <a16:creationId xmlns:a16="http://schemas.microsoft.com/office/drawing/2014/main" id="{5A1D85CA-693F-6EAC-D8F3-E43D8D587AF0}"/>
              </a:ext>
            </a:extLst>
          </p:cNvPr>
          <p:cNvSpPr/>
          <p:nvPr/>
        </p:nvSpPr>
        <p:spPr>
          <a:xfrm>
            <a:off x="2941017" y="3069443"/>
            <a:ext cx="2357345" cy="418903"/>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lumMod val="95000"/>
                  </a:schemeClr>
                </a:solidFill>
              </a:rPr>
              <a:t>Application Layer Data</a:t>
            </a:r>
          </a:p>
        </p:txBody>
      </p:sp>
      <p:sp>
        <p:nvSpPr>
          <p:cNvPr id="13" name="Rectangle 12">
            <a:extLst>
              <a:ext uri="{FF2B5EF4-FFF2-40B4-BE49-F238E27FC236}">
                <a16:creationId xmlns:a16="http://schemas.microsoft.com/office/drawing/2014/main" id="{05A9BBB6-E103-7CD2-D05F-9E7530EACB1D}"/>
              </a:ext>
            </a:extLst>
          </p:cNvPr>
          <p:cNvSpPr/>
          <p:nvPr/>
        </p:nvSpPr>
        <p:spPr>
          <a:xfrm>
            <a:off x="2633243" y="3551191"/>
            <a:ext cx="2972893" cy="655855"/>
          </a:xfrm>
          <a:prstGeom prst="rect">
            <a:avLst/>
          </a:prstGeom>
          <a:solidFill>
            <a:schemeClr val="bg1"/>
          </a:solidFill>
          <a:ln w="9525">
            <a:solidFill>
              <a:srgbClr val="5861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rgbClr val="20282F"/>
                </a:solidFill>
              </a:rPr>
              <a:t>Presentation Layer</a:t>
            </a:r>
          </a:p>
          <a:p>
            <a:pPr algn="ctr"/>
            <a:r>
              <a:rPr lang="en-US" sz="1348">
                <a:solidFill>
                  <a:srgbClr val="20282F"/>
                </a:solidFill>
              </a:rPr>
              <a:t>Encrypted, Encoded, Compressed</a:t>
            </a:r>
          </a:p>
        </p:txBody>
      </p:sp>
      <p:sp>
        <p:nvSpPr>
          <p:cNvPr id="11" name="Rectangle 10">
            <a:extLst>
              <a:ext uri="{FF2B5EF4-FFF2-40B4-BE49-F238E27FC236}">
                <a16:creationId xmlns:a16="http://schemas.microsoft.com/office/drawing/2014/main" id="{68FBEA9D-64A5-9490-EE1C-6ED65FD5A6FF}"/>
              </a:ext>
            </a:extLst>
          </p:cNvPr>
          <p:cNvSpPr/>
          <p:nvPr/>
        </p:nvSpPr>
        <p:spPr>
          <a:xfrm>
            <a:off x="2941017" y="4270715"/>
            <a:ext cx="2357345" cy="418903"/>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lumMod val="95000"/>
                  </a:schemeClr>
                </a:solidFill>
              </a:rPr>
              <a:t>Session Layer Data</a:t>
            </a:r>
          </a:p>
        </p:txBody>
      </p:sp>
      <p:cxnSp>
        <p:nvCxnSpPr>
          <p:cNvPr id="17" name="Straight Arrow Connector 16">
            <a:extLst>
              <a:ext uri="{FF2B5EF4-FFF2-40B4-BE49-F238E27FC236}">
                <a16:creationId xmlns:a16="http://schemas.microsoft.com/office/drawing/2014/main" id="{6248A478-69A7-6963-A2A6-17A785663753}"/>
              </a:ext>
            </a:extLst>
          </p:cNvPr>
          <p:cNvCxnSpPr>
            <a:cxnSpLocks/>
          </p:cNvCxnSpPr>
          <p:nvPr/>
        </p:nvCxnSpPr>
        <p:spPr>
          <a:xfrm>
            <a:off x="2633243" y="3161758"/>
            <a:ext cx="0" cy="1447176"/>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7859D15-CE62-3879-79DE-0C038E95E4A5}"/>
              </a:ext>
            </a:extLst>
          </p:cNvPr>
          <p:cNvSpPr/>
          <p:nvPr/>
        </p:nvSpPr>
        <p:spPr>
          <a:xfrm>
            <a:off x="6133489" y="3069443"/>
            <a:ext cx="2357345" cy="418903"/>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lumMod val="95000"/>
                  </a:schemeClr>
                </a:solidFill>
              </a:rPr>
              <a:t>Application Layer Data</a:t>
            </a:r>
          </a:p>
        </p:txBody>
      </p:sp>
      <p:sp>
        <p:nvSpPr>
          <p:cNvPr id="14" name="Rectangle 13">
            <a:extLst>
              <a:ext uri="{FF2B5EF4-FFF2-40B4-BE49-F238E27FC236}">
                <a16:creationId xmlns:a16="http://schemas.microsoft.com/office/drawing/2014/main" id="{8C84E542-E829-6E97-680B-E838D3DD10CE}"/>
              </a:ext>
            </a:extLst>
          </p:cNvPr>
          <p:cNvSpPr/>
          <p:nvPr/>
        </p:nvSpPr>
        <p:spPr>
          <a:xfrm>
            <a:off x="5878942" y="3552015"/>
            <a:ext cx="2866439" cy="655032"/>
          </a:xfrm>
          <a:prstGeom prst="rect">
            <a:avLst/>
          </a:prstGeom>
          <a:noFill/>
          <a:ln w="9525">
            <a:solidFill>
              <a:srgbClr val="5861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rgbClr val="20282F"/>
                </a:solidFill>
              </a:rPr>
              <a:t>Presentation Layer</a:t>
            </a:r>
          </a:p>
          <a:p>
            <a:pPr algn="ctr"/>
            <a:r>
              <a:rPr lang="en-US" sz="1348">
                <a:solidFill>
                  <a:srgbClr val="20282F"/>
                </a:solidFill>
              </a:rPr>
              <a:t>Decrypted, Decoded, and Decompressed</a:t>
            </a:r>
          </a:p>
        </p:txBody>
      </p:sp>
      <p:sp>
        <p:nvSpPr>
          <p:cNvPr id="12" name="Rectangle 11">
            <a:extLst>
              <a:ext uri="{FF2B5EF4-FFF2-40B4-BE49-F238E27FC236}">
                <a16:creationId xmlns:a16="http://schemas.microsoft.com/office/drawing/2014/main" id="{96E47E9F-ED05-1803-6102-D0211BEC4A9B}"/>
              </a:ext>
            </a:extLst>
          </p:cNvPr>
          <p:cNvSpPr/>
          <p:nvPr/>
        </p:nvSpPr>
        <p:spPr>
          <a:xfrm>
            <a:off x="6133489" y="4270716"/>
            <a:ext cx="2357345" cy="418903"/>
          </a:xfrm>
          <a:prstGeom prst="rect">
            <a:avLst/>
          </a:prstGeom>
          <a:solidFill>
            <a:srgbClr val="004F71"/>
          </a:solidFill>
          <a:ln>
            <a:solidFill>
              <a:srgbClr val="004F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lumMod val="95000"/>
                  </a:schemeClr>
                </a:solidFill>
              </a:rPr>
              <a:t>Session Layer Data</a:t>
            </a:r>
          </a:p>
        </p:txBody>
      </p:sp>
      <p:cxnSp>
        <p:nvCxnSpPr>
          <p:cNvPr id="19" name="Straight Arrow Connector 18">
            <a:extLst>
              <a:ext uri="{FF2B5EF4-FFF2-40B4-BE49-F238E27FC236}">
                <a16:creationId xmlns:a16="http://schemas.microsoft.com/office/drawing/2014/main" id="{AA68E471-4A3B-F901-88D6-1BB0832E1310}"/>
              </a:ext>
            </a:extLst>
          </p:cNvPr>
          <p:cNvCxnSpPr>
            <a:cxnSpLocks/>
          </p:cNvCxnSpPr>
          <p:nvPr/>
        </p:nvCxnSpPr>
        <p:spPr>
          <a:xfrm flipV="1">
            <a:off x="8753388" y="3161758"/>
            <a:ext cx="0" cy="1447176"/>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FC9AE440-0BE3-3D41-3A0B-45EC11E371BE}"/>
              </a:ext>
            </a:extLst>
          </p:cNvPr>
          <p:cNvSpPr>
            <a:spLocks noGrp="1"/>
          </p:cNvSpPr>
          <p:nvPr>
            <p:ph type="sldNum" sz="quarter" idx="12"/>
          </p:nvPr>
        </p:nvSpPr>
        <p:spPr/>
        <p:txBody>
          <a:bodyPr/>
          <a:lstStyle/>
          <a:p>
            <a:r>
              <a:rPr lang="en-US"/>
              <a:t>24</a:t>
            </a:r>
          </a:p>
        </p:txBody>
      </p:sp>
      <p:sp>
        <p:nvSpPr>
          <p:cNvPr id="7" name="Footer Placeholder 6">
            <a:extLst>
              <a:ext uri="{FF2B5EF4-FFF2-40B4-BE49-F238E27FC236}">
                <a16:creationId xmlns:a16="http://schemas.microsoft.com/office/drawing/2014/main" id="{F8121877-0187-FFDA-040E-08B989A6B015}"/>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2338743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Lst>
          </p:cNvPr>
          <p:cNvSpPr>
            <a:spLocks noGrp="1"/>
          </p:cNvSpPr>
          <p:nvPr>
            <p:ph type="title"/>
          </p:nvPr>
        </p:nvSpPr>
        <p:spPr/>
        <p:txBody>
          <a:bodyPr>
            <a:normAutofit fontScale="90000"/>
          </a:bodyPr>
          <a:lstStyle/>
          <a:p>
            <a:r>
              <a:rPr lang="en-US"/>
              <a:t>Layer 7 - Application </a:t>
            </a:r>
          </a:p>
        </p:txBody>
      </p:sp>
      <p:graphicFrame>
        <p:nvGraphicFramePr>
          <p:cNvPr id="4" name="Diagram 3">
            <a:extLst>
              <a:ext uri="{FF2B5EF4-FFF2-40B4-BE49-F238E27FC236}">
                <a16:creationId xmlns:a16="http://schemas.microsoft.com/office/drawing/2014/main" id="{B4E88085-C4BD-0D88-47DC-DCCADF25DB57}"/>
              </a:ext>
            </a:extLst>
          </p:cNvPr>
          <p:cNvGraphicFramePr/>
          <p:nvPr>
            <p:extLst>
              <p:ext uri="{D42A27DB-BD31-4B8C-83A1-F6EECF244321}">
                <p14:modId xmlns:p14="http://schemas.microsoft.com/office/powerpoint/2010/main" val="2266347312"/>
              </p:ext>
            </p:extLst>
          </p:nvPr>
        </p:nvGraphicFramePr>
        <p:xfrm>
          <a:off x="669584" y="1264213"/>
          <a:ext cx="1648322" cy="34275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E2DD1FF6-AAB3-A7CC-E6DE-94E38AED6F63}"/>
              </a:ext>
            </a:extLst>
          </p:cNvPr>
          <p:cNvGraphicFramePr/>
          <p:nvPr>
            <p:extLst>
              <p:ext uri="{D42A27DB-BD31-4B8C-83A1-F6EECF244321}">
                <p14:modId xmlns:p14="http://schemas.microsoft.com/office/powerpoint/2010/main" val="2809377609"/>
              </p:ext>
            </p:extLst>
          </p:nvPr>
        </p:nvGraphicFramePr>
        <p:xfrm>
          <a:off x="3073950" y="1157732"/>
          <a:ext cx="5639870" cy="19984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6" name="Graphic 5" descr="User with solid fill">
            <a:extLst>
              <a:ext uri="{FF2B5EF4-FFF2-40B4-BE49-F238E27FC236}">
                <a16:creationId xmlns:a16="http://schemas.microsoft.com/office/drawing/2014/main" id="{28D5C481-0317-607E-C5DB-1418929AA7D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59234" y="3237401"/>
            <a:ext cx="913553" cy="913553"/>
          </a:xfrm>
          <a:prstGeom prst="rect">
            <a:avLst/>
          </a:prstGeom>
        </p:spPr>
      </p:pic>
      <p:cxnSp>
        <p:nvCxnSpPr>
          <p:cNvPr id="11" name="Straight Arrow Connector 10">
            <a:extLst>
              <a:ext uri="{FF2B5EF4-FFF2-40B4-BE49-F238E27FC236}">
                <a16:creationId xmlns:a16="http://schemas.microsoft.com/office/drawing/2014/main" id="{111D19E4-1F84-9698-D63F-0A0D810AC0EC}"/>
              </a:ext>
            </a:extLst>
          </p:cNvPr>
          <p:cNvCxnSpPr/>
          <p:nvPr/>
        </p:nvCxnSpPr>
        <p:spPr>
          <a:xfrm>
            <a:off x="4164339" y="3719030"/>
            <a:ext cx="815322" cy="0"/>
          </a:xfrm>
          <a:prstGeom prst="straightConnector1">
            <a:avLst/>
          </a:prstGeom>
          <a:ln w="57150">
            <a:solidFill>
              <a:srgbClr val="004F7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3AA4241F-01CD-6796-6AB7-040F1E1A5DFD}"/>
              </a:ext>
            </a:extLst>
          </p:cNvPr>
          <p:cNvSpPr/>
          <p:nvPr/>
        </p:nvSpPr>
        <p:spPr>
          <a:xfrm>
            <a:off x="4068562" y="4150955"/>
            <a:ext cx="1006876" cy="453465"/>
          </a:xfrm>
          <a:prstGeom prst="rect">
            <a:avLst/>
          </a:prstGeom>
          <a:solidFill>
            <a:srgbClr val="004F7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Human Readable</a:t>
            </a:r>
          </a:p>
        </p:txBody>
      </p:sp>
      <p:pic>
        <p:nvPicPr>
          <p:cNvPr id="14" name="Graphic 13" descr="Envelope with solid fill">
            <a:extLst>
              <a:ext uri="{FF2B5EF4-FFF2-40B4-BE49-F238E27FC236}">
                <a16:creationId xmlns:a16="http://schemas.microsoft.com/office/drawing/2014/main" id="{0F4585DD-03A6-9007-53B0-AFE2FFD1736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334606" y="3237401"/>
            <a:ext cx="913553" cy="913553"/>
          </a:xfrm>
          <a:prstGeom prst="rect">
            <a:avLst/>
          </a:prstGeom>
        </p:spPr>
      </p:pic>
      <p:cxnSp>
        <p:nvCxnSpPr>
          <p:cNvPr id="12" name="Straight Arrow Connector 11">
            <a:extLst>
              <a:ext uri="{FF2B5EF4-FFF2-40B4-BE49-F238E27FC236}">
                <a16:creationId xmlns:a16="http://schemas.microsoft.com/office/drawing/2014/main" id="{EC61386C-27F1-80DA-EFBB-8F95C0ACC274}"/>
              </a:ext>
            </a:extLst>
          </p:cNvPr>
          <p:cNvCxnSpPr/>
          <p:nvPr/>
        </p:nvCxnSpPr>
        <p:spPr>
          <a:xfrm>
            <a:off x="6646075" y="3709100"/>
            <a:ext cx="815322" cy="0"/>
          </a:xfrm>
          <a:prstGeom prst="straightConnector1">
            <a:avLst/>
          </a:prstGeom>
          <a:ln w="57150">
            <a:solidFill>
              <a:srgbClr val="004F7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3872CFD-6FC4-7CBA-66AE-ECD9BB285352}"/>
              </a:ext>
            </a:extLst>
          </p:cNvPr>
          <p:cNvSpPr/>
          <p:nvPr/>
        </p:nvSpPr>
        <p:spPr>
          <a:xfrm>
            <a:off x="6550298" y="4150955"/>
            <a:ext cx="1006876" cy="453465"/>
          </a:xfrm>
          <a:prstGeom prst="rect">
            <a:avLst/>
          </a:prstGeom>
          <a:solidFill>
            <a:srgbClr val="004F7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t>Machine Readable</a:t>
            </a:r>
          </a:p>
        </p:txBody>
      </p:sp>
      <p:pic>
        <p:nvPicPr>
          <p:cNvPr id="18" name="Graphic 17" descr="Monitor with solid fill">
            <a:extLst>
              <a:ext uri="{FF2B5EF4-FFF2-40B4-BE49-F238E27FC236}">
                <a16:creationId xmlns:a16="http://schemas.microsoft.com/office/drawing/2014/main" id="{80D0D3F9-8EFF-15A1-BD6D-AD2E365C8AC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800267" y="3237401"/>
            <a:ext cx="913553" cy="913553"/>
          </a:xfrm>
          <a:prstGeom prst="rect">
            <a:avLst/>
          </a:prstGeom>
        </p:spPr>
      </p:pic>
      <p:sp>
        <p:nvSpPr>
          <p:cNvPr id="5" name="Slide Number Placeholder 4">
            <a:extLst>
              <a:ext uri="{FF2B5EF4-FFF2-40B4-BE49-F238E27FC236}">
                <a16:creationId xmlns:a16="http://schemas.microsoft.com/office/drawing/2014/main" id="{7EB8DBC1-67CB-7EB2-BCD6-058D3F41935B}"/>
              </a:ext>
            </a:extLst>
          </p:cNvPr>
          <p:cNvSpPr>
            <a:spLocks noGrp="1"/>
          </p:cNvSpPr>
          <p:nvPr>
            <p:ph type="sldNum" sz="quarter" idx="12"/>
          </p:nvPr>
        </p:nvSpPr>
        <p:spPr/>
        <p:txBody>
          <a:bodyPr/>
          <a:lstStyle/>
          <a:p>
            <a:fld id="{64537577-822C-42C9-B1FE-62AC5F07B59D}" type="slidenum">
              <a:rPr lang="en-US" smtClean="0"/>
              <a:pPr/>
              <a:t>23</a:t>
            </a:fld>
            <a:endParaRPr lang="en-US"/>
          </a:p>
        </p:txBody>
      </p:sp>
      <p:sp>
        <p:nvSpPr>
          <p:cNvPr id="7" name="Footer Placeholder 6">
            <a:extLst>
              <a:ext uri="{FF2B5EF4-FFF2-40B4-BE49-F238E27FC236}">
                <a16:creationId xmlns:a16="http://schemas.microsoft.com/office/drawing/2014/main" id="{9438FAE3-AACA-A314-0576-68511E3DA5D1}"/>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3877472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371D-BEAF-283F-BD8F-C57C7E44FD08}"/>
              </a:ext>
            </a:extLst>
          </p:cNvPr>
          <p:cNvSpPr>
            <a:spLocks noGrp="1"/>
          </p:cNvSpPr>
          <p:nvPr>
            <p:ph type="title"/>
          </p:nvPr>
        </p:nvSpPr>
        <p:spPr/>
        <p:txBody>
          <a:bodyPr>
            <a:normAutofit fontScale="90000"/>
          </a:bodyPr>
          <a:lstStyle/>
          <a:p>
            <a:r>
              <a:rPr lang="en-US"/>
              <a:t>The OSI Model Packet Flow</a:t>
            </a:r>
          </a:p>
        </p:txBody>
      </p:sp>
      <p:pic>
        <p:nvPicPr>
          <p:cNvPr id="9" name="Picture 8">
            <a:extLst>
              <a:ext uri="{FF2B5EF4-FFF2-40B4-BE49-F238E27FC236}">
                <a16:creationId xmlns:a16="http://schemas.microsoft.com/office/drawing/2014/main" id="{372D12EE-B40A-D5D8-2A99-9D811A0D0D51}"/>
              </a:ext>
              <a:ext uri="{C183D7F6-B498-43B3-948B-1728B52AA6E4}">
                <adec:decorative xmlns:adec="http://schemas.microsoft.com/office/drawing/2017/decorative" val="1"/>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234" y="1049597"/>
            <a:ext cx="1859480" cy="1239653"/>
          </a:xfrm>
          <a:prstGeom prst="rect">
            <a:avLst/>
          </a:prstGeom>
        </p:spPr>
      </p:pic>
      <p:sp>
        <p:nvSpPr>
          <p:cNvPr id="4102" name="TextBox 4101">
            <a:extLst>
              <a:ext uri="{FF2B5EF4-FFF2-40B4-BE49-F238E27FC236}">
                <a16:creationId xmlns:a16="http://schemas.microsoft.com/office/drawing/2014/main" id="{1B135A7B-E89F-03C7-16CB-AA3F2DF9B650}"/>
              </a:ext>
            </a:extLst>
          </p:cNvPr>
          <p:cNvSpPr txBox="1"/>
          <p:nvPr/>
        </p:nvSpPr>
        <p:spPr>
          <a:xfrm>
            <a:off x="581093" y="1489662"/>
            <a:ext cx="792272" cy="307492"/>
          </a:xfrm>
          <a:prstGeom prst="rect">
            <a:avLst/>
          </a:prstGeom>
          <a:noFill/>
        </p:spPr>
        <p:txBody>
          <a:bodyPr wrap="square" rtlCol="0">
            <a:spAutoFit/>
          </a:bodyPr>
          <a:lstStyle/>
          <a:p>
            <a:r>
              <a:rPr lang="en-US" sz="1348">
                <a:solidFill>
                  <a:srgbClr val="20282F"/>
                </a:solidFill>
              </a:rPr>
              <a:t>Sender</a:t>
            </a:r>
          </a:p>
        </p:txBody>
      </p:sp>
      <p:cxnSp>
        <p:nvCxnSpPr>
          <p:cNvPr id="12" name="Connector: Elbow 14">
            <a:extLst>
              <a:ext uri="{FF2B5EF4-FFF2-40B4-BE49-F238E27FC236}">
                <a16:creationId xmlns:a16="http://schemas.microsoft.com/office/drawing/2014/main" id="{AD74506C-540F-2F0A-D96B-71055C81361F}"/>
              </a:ext>
            </a:extLst>
          </p:cNvPr>
          <p:cNvCxnSpPr>
            <a:cxnSpLocks/>
          </p:cNvCxnSpPr>
          <p:nvPr/>
        </p:nvCxnSpPr>
        <p:spPr>
          <a:xfrm flipV="1">
            <a:off x="1497353" y="1224701"/>
            <a:ext cx="2222240" cy="444723"/>
          </a:xfrm>
          <a:prstGeom prst="bentConnector3">
            <a:avLst>
              <a:gd name="adj1" fmla="val 19314"/>
            </a:avLst>
          </a:prstGeom>
          <a:ln w="57150">
            <a:solidFill>
              <a:srgbClr val="20282F"/>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 name="Diagram 3">
            <a:extLst>
              <a:ext uri="{FF2B5EF4-FFF2-40B4-BE49-F238E27FC236}">
                <a16:creationId xmlns:a16="http://schemas.microsoft.com/office/drawing/2014/main" id="{B4E88085-C4BD-0D88-47DC-DCCADF25DB57}"/>
              </a:ext>
            </a:extLst>
          </p:cNvPr>
          <p:cNvGraphicFramePr/>
          <p:nvPr>
            <p:extLst>
              <p:ext uri="{D42A27DB-BD31-4B8C-83A1-F6EECF244321}">
                <p14:modId xmlns:p14="http://schemas.microsoft.com/office/powerpoint/2010/main" val="1630546565"/>
              </p:ext>
            </p:extLst>
          </p:nvPr>
        </p:nvGraphicFramePr>
        <p:xfrm>
          <a:off x="2252584" y="1224703"/>
          <a:ext cx="2093953" cy="33468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13" name="Connector: Elbow 20">
            <a:extLst>
              <a:ext uri="{FF2B5EF4-FFF2-40B4-BE49-F238E27FC236}">
                <a16:creationId xmlns:a16="http://schemas.microsoft.com/office/drawing/2014/main" id="{AC2048C4-0E77-CC41-F53C-343EB7CA5990}"/>
              </a:ext>
            </a:extLst>
          </p:cNvPr>
          <p:cNvCxnSpPr>
            <a:cxnSpLocks/>
          </p:cNvCxnSpPr>
          <p:nvPr/>
        </p:nvCxnSpPr>
        <p:spPr>
          <a:xfrm rot="16200000" flipH="1">
            <a:off x="3396856" y="1705181"/>
            <a:ext cx="3410494" cy="2449535"/>
          </a:xfrm>
          <a:prstGeom prst="bentConnector3">
            <a:avLst>
              <a:gd name="adj1" fmla="val 100442"/>
            </a:avLst>
          </a:prstGeom>
          <a:ln w="57150">
            <a:solidFill>
              <a:srgbClr val="20282F"/>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Diagram 2">
            <a:extLst>
              <a:ext uri="{FF2B5EF4-FFF2-40B4-BE49-F238E27FC236}">
                <a16:creationId xmlns:a16="http://schemas.microsoft.com/office/drawing/2014/main" id="{146EE070-4773-45E6-4B71-C2AE5B8425E1}"/>
              </a:ext>
            </a:extLst>
          </p:cNvPr>
          <p:cNvGraphicFramePr/>
          <p:nvPr>
            <p:extLst>
              <p:ext uri="{D42A27DB-BD31-4B8C-83A1-F6EECF244321}">
                <p14:modId xmlns:p14="http://schemas.microsoft.com/office/powerpoint/2010/main" val="2371523334"/>
              </p:ext>
            </p:extLst>
          </p:nvPr>
        </p:nvGraphicFramePr>
        <p:xfrm>
          <a:off x="4507327" y="1224702"/>
          <a:ext cx="2093953" cy="334688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cxnSp>
        <p:nvCxnSpPr>
          <p:cNvPr id="17" name="Connector: Elbow 56">
            <a:extLst>
              <a:ext uri="{FF2B5EF4-FFF2-40B4-BE49-F238E27FC236}">
                <a16:creationId xmlns:a16="http://schemas.microsoft.com/office/drawing/2014/main" id="{37E430FB-0027-93F4-F144-AB2918A51E15}"/>
              </a:ext>
            </a:extLst>
          </p:cNvPr>
          <p:cNvCxnSpPr>
            <a:cxnSpLocks/>
          </p:cNvCxnSpPr>
          <p:nvPr/>
        </p:nvCxnSpPr>
        <p:spPr>
          <a:xfrm rot="5400000" flipH="1" flipV="1">
            <a:off x="5009256" y="2542318"/>
            <a:ext cx="3329096" cy="693862"/>
          </a:xfrm>
          <a:prstGeom prst="bentConnector3">
            <a:avLst>
              <a:gd name="adj1" fmla="val 99813"/>
            </a:avLst>
          </a:prstGeom>
          <a:ln w="57150">
            <a:solidFill>
              <a:srgbClr val="20282F"/>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95C6D14-76C7-E0DD-DF64-05F1BD25398F}"/>
              </a:ext>
              <a:ext uri="{C183D7F6-B498-43B3-948B-1728B52AA6E4}">
                <adec:decorative xmlns:adec="http://schemas.microsoft.com/office/drawing/2017/decorative" val="1"/>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268712" y="1049597"/>
            <a:ext cx="1859480" cy="1239653"/>
          </a:xfrm>
          <a:prstGeom prst="rect">
            <a:avLst/>
          </a:prstGeom>
        </p:spPr>
      </p:pic>
      <p:cxnSp>
        <p:nvCxnSpPr>
          <p:cNvPr id="18" name="Connector: Elbow 4096">
            <a:extLst>
              <a:ext uri="{FF2B5EF4-FFF2-40B4-BE49-F238E27FC236}">
                <a16:creationId xmlns:a16="http://schemas.microsoft.com/office/drawing/2014/main" id="{024A4CD4-8E44-9567-A914-EA6A59B49A16}"/>
              </a:ext>
            </a:extLst>
          </p:cNvPr>
          <p:cNvCxnSpPr>
            <a:cxnSpLocks/>
          </p:cNvCxnSpPr>
          <p:nvPr/>
        </p:nvCxnSpPr>
        <p:spPr>
          <a:xfrm>
            <a:off x="7020735" y="1224701"/>
            <a:ext cx="625912" cy="533042"/>
          </a:xfrm>
          <a:prstGeom prst="bentConnector3">
            <a:avLst>
              <a:gd name="adj1" fmla="val 42572"/>
            </a:avLst>
          </a:prstGeom>
          <a:ln w="57150">
            <a:solidFill>
              <a:srgbClr val="20282F"/>
            </a:solidFill>
            <a:tailEnd type="triangle"/>
          </a:ln>
        </p:spPr>
        <p:style>
          <a:lnRef idx="1">
            <a:schemeClr val="accent1"/>
          </a:lnRef>
          <a:fillRef idx="0">
            <a:schemeClr val="accent1"/>
          </a:fillRef>
          <a:effectRef idx="0">
            <a:schemeClr val="accent1"/>
          </a:effectRef>
          <a:fontRef idx="minor">
            <a:schemeClr val="tx1"/>
          </a:fontRef>
        </p:style>
      </p:cxnSp>
      <p:sp>
        <p:nvSpPr>
          <p:cNvPr id="4103" name="TextBox 4102">
            <a:extLst>
              <a:ext uri="{FF2B5EF4-FFF2-40B4-BE49-F238E27FC236}">
                <a16:creationId xmlns:a16="http://schemas.microsoft.com/office/drawing/2014/main" id="{B0708691-C5BB-F776-303B-352E7F355275}"/>
              </a:ext>
            </a:extLst>
          </p:cNvPr>
          <p:cNvSpPr txBox="1"/>
          <p:nvPr/>
        </p:nvSpPr>
        <p:spPr>
          <a:xfrm>
            <a:off x="7757000" y="1489662"/>
            <a:ext cx="882903" cy="307492"/>
          </a:xfrm>
          <a:prstGeom prst="rect">
            <a:avLst/>
          </a:prstGeom>
          <a:noFill/>
        </p:spPr>
        <p:txBody>
          <a:bodyPr wrap="square" rtlCol="0">
            <a:spAutoFit/>
          </a:bodyPr>
          <a:lstStyle/>
          <a:p>
            <a:r>
              <a:rPr lang="en-US" sz="1348">
                <a:solidFill>
                  <a:srgbClr val="20282F"/>
                </a:solidFill>
              </a:rPr>
              <a:t>Receiver</a:t>
            </a:r>
          </a:p>
        </p:txBody>
      </p:sp>
      <p:sp>
        <p:nvSpPr>
          <p:cNvPr id="5" name="Slide Number Placeholder 4">
            <a:extLst>
              <a:ext uri="{FF2B5EF4-FFF2-40B4-BE49-F238E27FC236}">
                <a16:creationId xmlns:a16="http://schemas.microsoft.com/office/drawing/2014/main" id="{0D96EE5F-345E-D2AD-71C7-08C81241CFD9}"/>
              </a:ext>
            </a:extLst>
          </p:cNvPr>
          <p:cNvSpPr>
            <a:spLocks noGrp="1"/>
          </p:cNvSpPr>
          <p:nvPr>
            <p:ph type="sldNum" sz="quarter" idx="12"/>
          </p:nvPr>
        </p:nvSpPr>
        <p:spPr/>
        <p:txBody>
          <a:bodyPr/>
          <a:lstStyle/>
          <a:p>
            <a:fld id="{64537577-822C-42C9-B1FE-62AC5F07B59D}" type="slidenum">
              <a:rPr lang="en-US" smtClean="0"/>
              <a:pPr/>
              <a:t>24</a:t>
            </a:fld>
            <a:endParaRPr lang="en-US"/>
          </a:p>
        </p:txBody>
      </p:sp>
      <p:sp>
        <p:nvSpPr>
          <p:cNvPr id="6" name="Footer Placeholder 5">
            <a:extLst>
              <a:ext uri="{FF2B5EF4-FFF2-40B4-BE49-F238E27FC236}">
                <a16:creationId xmlns:a16="http://schemas.microsoft.com/office/drawing/2014/main" id="{A85E73D6-086F-3F8F-DE02-FABFB7A1EA7F}"/>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3557383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69DA-974C-D794-05FC-A6E97DA4E58C}"/>
              </a:ext>
            </a:extLst>
          </p:cNvPr>
          <p:cNvSpPr>
            <a:spLocks noGrp="1"/>
          </p:cNvSpPr>
          <p:nvPr>
            <p:ph type="title"/>
          </p:nvPr>
        </p:nvSpPr>
        <p:spPr/>
        <p:txBody>
          <a:bodyPr>
            <a:normAutofit fontScale="90000"/>
          </a:bodyPr>
          <a:lstStyle/>
          <a:p>
            <a:r>
              <a:rPr lang="en-US"/>
              <a:t>Activity: Unscramble the OSI Model</a:t>
            </a:r>
          </a:p>
        </p:txBody>
      </p:sp>
      <p:sp>
        <p:nvSpPr>
          <p:cNvPr id="6" name="Rectangle 5">
            <a:extLst>
              <a:ext uri="{FF2B5EF4-FFF2-40B4-BE49-F238E27FC236}">
                <a16:creationId xmlns:a16="http://schemas.microsoft.com/office/drawing/2014/main" id="{65E39B4A-0A78-BE9C-AA96-8957338DB7F2}"/>
              </a:ext>
              <a:ext uri="{C183D7F6-B498-43B3-948B-1728B52AA6E4}">
                <adec:decorative xmlns:adec="http://schemas.microsoft.com/office/drawing/2017/decorative" val="1"/>
              </a:ext>
            </a:extLst>
          </p:cNvPr>
          <p:cNvSpPr/>
          <p:nvPr/>
        </p:nvSpPr>
        <p:spPr>
          <a:xfrm>
            <a:off x="2694984"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3</a:t>
            </a:r>
          </a:p>
          <a:p>
            <a:pPr algn="ctr"/>
            <a:r>
              <a:rPr lang="en-US" sz="1348">
                <a:solidFill>
                  <a:schemeClr val="bg1"/>
                </a:solidFill>
              </a:rPr>
              <a:t>Network</a:t>
            </a:r>
          </a:p>
        </p:txBody>
      </p:sp>
      <p:sp>
        <p:nvSpPr>
          <p:cNvPr id="14" name="Rectangle 13">
            <a:extLst>
              <a:ext uri="{FF2B5EF4-FFF2-40B4-BE49-F238E27FC236}">
                <a16:creationId xmlns:a16="http://schemas.microsoft.com/office/drawing/2014/main" id="{8E90FCE1-8564-2B3A-42EE-FF6749C33907}"/>
              </a:ext>
              <a:ext uri="{C183D7F6-B498-43B3-948B-1728B52AA6E4}">
                <adec:decorative xmlns:adec="http://schemas.microsoft.com/office/drawing/2017/decorative" val="1"/>
              </a:ext>
            </a:extLst>
          </p:cNvPr>
          <p:cNvSpPr/>
          <p:nvPr/>
        </p:nvSpPr>
        <p:spPr>
          <a:xfrm>
            <a:off x="7181838" y="3732785"/>
            <a:ext cx="1194702" cy="7315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7</a:t>
            </a:r>
          </a:p>
          <a:p>
            <a:pPr algn="ctr"/>
            <a:r>
              <a:rPr lang="en-US" sz="1348">
                <a:solidFill>
                  <a:schemeClr val="bg1"/>
                </a:solidFill>
              </a:rPr>
              <a:t>Application</a:t>
            </a:r>
          </a:p>
        </p:txBody>
      </p:sp>
      <p:sp>
        <p:nvSpPr>
          <p:cNvPr id="16" name="Rectangle 15">
            <a:extLst>
              <a:ext uri="{FF2B5EF4-FFF2-40B4-BE49-F238E27FC236}">
                <a16:creationId xmlns:a16="http://schemas.microsoft.com/office/drawing/2014/main" id="{C4E34046-B3DF-176A-D4B4-D07076465499}"/>
              </a:ext>
              <a:ext uri="{C183D7F6-B498-43B3-948B-1728B52AA6E4}">
                <adec:decorative xmlns:adec="http://schemas.microsoft.com/office/drawing/2017/decorative" val="1"/>
              </a:ext>
            </a:extLst>
          </p:cNvPr>
          <p:cNvSpPr/>
          <p:nvPr/>
        </p:nvSpPr>
        <p:spPr>
          <a:xfrm>
            <a:off x="4834966" y="3732785"/>
            <a:ext cx="1045583" cy="7315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5</a:t>
            </a:r>
          </a:p>
          <a:p>
            <a:pPr algn="ctr"/>
            <a:r>
              <a:rPr lang="en-US" sz="1348">
                <a:solidFill>
                  <a:schemeClr val="bg1"/>
                </a:solidFill>
              </a:rPr>
              <a:t>Session</a:t>
            </a:r>
          </a:p>
        </p:txBody>
      </p:sp>
      <p:sp>
        <p:nvSpPr>
          <p:cNvPr id="17" name="Rectangle 16">
            <a:extLst>
              <a:ext uri="{FF2B5EF4-FFF2-40B4-BE49-F238E27FC236}">
                <a16:creationId xmlns:a16="http://schemas.microsoft.com/office/drawing/2014/main" id="{7F1547E2-EC0E-44F5-AF72-2ED20986BDC4}"/>
              </a:ext>
              <a:ext uri="{C183D7F6-B498-43B3-948B-1728B52AA6E4}">
                <adec:decorative xmlns:adec="http://schemas.microsoft.com/office/drawing/2017/decorative" val="1"/>
              </a:ext>
            </a:extLst>
          </p:cNvPr>
          <p:cNvSpPr/>
          <p:nvPr/>
        </p:nvSpPr>
        <p:spPr>
          <a:xfrm>
            <a:off x="3764975"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4</a:t>
            </a:r>
          </a:p>
          <a:p>
            <a:pPr algn="ctr"/>
            <a:r>
              <a:rPr lang="en-US" sz="1348">
                <a:solidFill>
                  <a:schemeClr val="bg1"/>
                </a:solidFill>
              </a:rPr>
              <a:t>Transport</a:t>
            </a:r>
          </a:p>
        </p:txBody>
      </p:sp>
      <p:sp>
        <p:nvSpPr>
          <p:cNvPr id="18" name="Rectangle 17">
            <a:extLst>
              <a:ext uri="{FF2B5EF4-FFF2-40B4-BE49-F238E27FC236}">
                <a16:creationId xmlns:a16="http://schemas.microsoft.com/office/drawing/2014/main" id="{1F57FB7B-9F5A-8051-6CB5-F464D8C0A795}"/>
              </a:ext>
              <a:ext uri="{C183D7F6-B498-43B3-948B-1728B52AA6E4}">
                <adec:decorative xmlns:adec="http://schemas.microsoft.com/office/drawing/2017/decorative" val="1"/>
              </a:ext>
            </a:extLst>
          </p:cNvPr>
          <p:cNvSpPr/>
          <p:nvPr/>
        </p:nvSpPr>
        <p:spPr>
          <a:xfrm>
            <a:off x="5904957" y="3732785"/>
            <a:ext cx="1252474" cy="7315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6</a:t>
            </a:r>
          </a:p>
          <a:p>
            <a:pPr algn="ctr"/>
            <a:r>
              <a:rPr lang="en-US" sz="1348">
                <a:solidFill>
                  <a:schemeClr val="bg1"/>
                </a:solidFill>
              </a:rPr>
              <a:t>Presentation</a:t>
            </a:r>
          </a:p>
        </p:txBody>
      </p:sp>
      <p:sp>
        <p:nvSpPr>
          <p:cNvPr id="19" name="Rectangle 18">
            <a:extLst>
              <a:ext uri="{FF2B5EF4-FFF2-40B4-BE49-F238E27FC236}">
                <a16:creationId xmlns:a16="http://schemas.microsoft.com/office/drawing/2014/main" id="{D2E623AC-A4E1-88EB-76F8-FEB123BE502F}"/>
              </a:ext>
              <a:ext uri="{C183D7F6-B498-43B3-948B-1728B52AA6E4}">
                <adec:decorative xmlns:adec="http://schemas.microsoft.com/office/drawing/2017/decorative" val="1"/>
              </a:ext>
            </a:extLst>
          </p:cNvPr>
          <p:cNvSpPr/>
          <p:nvPr/>
        </p:nvSpPr>
        <p:spPr>
          <a:xfrm>
            <a:off x="1624993"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2</a:t>
            </a:r>
          </a:p>
          <a:p>
            <a:pPr algn="ctr"/>
            <a:r>
              <a:rPr lang="en-US" sz="1348">
                <a:solidFill>
                  <a:schemeClr val="bg1"/>
                </a:solidFill>
              </a:rPr>
              <a:t>Data Link</a:t>
            </a:r>
          </a:p>
        </p:txBody>
      </p:sp>
      <p:sp>
        <p:nvSpPr>
          <p:cNvPr id="20" name="Rectangle 19">
            <a:extLst>
              <a:ext uri="{FF2B5EF4-FFF2-40B4-BE49-F238E27FC236}">
                <a16:creationId xmlns:a16="http://schemas.microsoft.com/office/drawing/2014/main" id="{3D414971-C295-1EFE-9ECD-BCF85C26193C}"/>
              </a:ext>
              <a:ext uri="{C183D7F6-B498-43B3-948B-1728B52AA6E4}">
                <adec:decorative xmlns:adec="http://schemas.microsoft.com/office/drawing/2017/decorative" val="1"/>
              </a:ext>
            </a:extLst>
          </p:cNvPr>
          <p:cNvSpPr/>
          <p:nvPr/>
        </p:nvSpPr>
        <p:spPr>
          <a:xfrm>
            <a:off x="555002"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1</a:t>
            </a:r>
          </a:p>
          <a:p>
            <a:pPr algn="ctr"/>
            <a:r>
              <a:rPr lang="en-US" sz="1348">
                <a:solidFill>
                  <a:schemeClr val="bg1"/>
                </a:solidFill>
              </a:rPr>
              <a:t>Physical</a:t>
            </a:r>
          </a:p>
        </p:txBody>
      </p:sp>
      <p:sp>
        <p:nvSpPr>
          <p:cNvPr id="27" name="Rectangle 26">
            <a:extLst>
              <a:ext uri="{FF2B5EF4-FFF2-40B4-BE49-F238E27FC236}">
                <a16:creationId xmlns:a16="http://schemas.microsoft.com/office/drawing/2014/main" id="{728316EE-8137-B64D-58B0-BE10E22678D2}"/>
              </a:ext>
            </a:extLst>
          </p:cNvPr>
          <p:cNvSpPr/>
          <p:nvPr/>
        </p:nvSpPr>
        <p:spPr>
          <a:xfrm rot="900000">
            <a:off x="630906" y="2045496"/>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Physical</a:t>
            </a:r>
          </a:p>
        </p:txBody>
      </p:sp>
      <p:sp>
        <p:nvSpPr>
          <p:cNvPr id="26" name="Rectangle 25">
            <a:extLst>
              <a:ext uri="{FF2B5EF4-FFF2-40B4-BE49-F238E27FC236}">
                <a16:creationId xmlns:a16="http://schemas.microsoft.com/office/drawing/2014/main" id="{568F4508-1693-525B-66E7-F21F82719F68}"/>
              </a:ext>
            </a:extLst>
          </p:cNvPr>
          <p:cNvSpPr/>
          <p:nvPr/>
        </p:nvSpPr>
        <p:spPr>
          <a:xfrm rot="-480000">
            <a:off x="2049545" y="2527969"/>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Data Link</a:t>
            </a:r>
          </a:p>
        </p:txBody>
      </p:sp>
      <p:sp>
        <p:nvSpPr>
          <p:cNvPr id="23" name="Rectangle 22">
            <a:extLst>
              <a:ext uri="{FF2B5EF4-FFF2-40B4-BE49-F238E27FC236}">
                <a16:creationId xmlns:a16="http://schemas.microsoft.com/office/drawing/2014/main" id="{C047C55C-A7A6-2317-823B-215DFB5E15E1}"/>
              </a:ext>
            </a:extLst>
          </p:cNvPr>
          <p:cNvSpPr/>
          <p:nvPr/>
        </p:nvSpPr>
        <p:spPr>
          <a:xfrm rot="-300000">
            <a:off x="2781943" y="1500213"/>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Session</a:t>
            </a:r>
          </a:p>
        </p:txBody>
      </p:sp>
      <p:sp>
        <p:nvSpPr>
          <p:cNvPr id="21" name="Rectangle 20">
            <a:extLst>
              <a:ext uri="{FF2B5EF4-FFF2-40B4-BE49-F238E27FC236}">
                <a16:creationId xmlns:a16="http://schemas.microsoft.com/office/drawing/2014/main" id="{EA23D2D7-740E-9582-0A9D-504A4F86D23F}"/>
              </a:ext>
            </a:extLst>
          </p:cNvPr>
          <p:cNvSpPr/>
          <p:nvPr/>
        </p:nvSpPr>
        <p:spPr>
          <a:xfrm rot="1320000">
            <a:off x="3592979" y="2635388"/>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Network</a:t>
            </a:r>
          </a:p>
        </p:txBody>
      </p:sp>
      <p:sp>
        <p:nvSpPr>
          <p:cNvPr id="22" name="Rectangle 21">
            <a:extLst>
              <a:ext uri="{FF2B5EF4-FFF2-40B4-BE49-F238E27FC236}">
                <a16:creationId xmlns:a16="http://schemas.microsoft.com/office/drawing/2014/main" id="{CBA987A0-3B6D-D642-D84A-C31BBCDFB22B}"/>
              </a:ext>
            </a:extLst>
          </p:cNvPr>
          <p:cNvSpPr/>
          <p:nvPr/>
        </p:nvSpPr>
        <p:spPr>
          <a:xfrm rot="600000">
            <a:off x="4553638" y="1798021"/>
            <a:ext cx="1194702"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Application</a:t>
            </a:r>
          </a:p>
        </p:txBody>
      </p:sp>
      <p:sp>
        <p:nvSpPr>
          <p:cNvPr id="24" name="Rectangle 23">
            <a:extLst>
              <a:ext uri="{FF2B5EF4-FFF2-40B4-BE49-F238E27FC236}">
                <a16:creationId xmlns:a16="http://schemas.microsoft.com/office/drawing/2014/main" id="{B9BCA289-90DE-29C1-A590-E955C5508D4A}"/>
              </a:ext>
            </a:extLst>
          </p:cNvPr>
          <p:cNvSpPr/>
          <p:nvPr/>
        </p:nvSpPr>
        <p:spPr>
          <a:xfrm rot="-840000">
            <a:off x="5871953" y="2480088"/>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Transport</a:t>
            </a:r>
          </a:p>
        </p:txBody>
      </p:sp>
      <p:sp>
        <p:nvSpPr>
          <p:cNvPr id="25" name="Rectangle 24">
            <a:extLst>
              <a:ext uri="{FF2B5EF4-FFF2-40B4-BE49-F238E27FC236}">
                <a16:creationId xmlns:a16="http://schemas.microsoft.com/office/drawing/2014/main" id="{9519E8A7-BF07-8CA0-201D-CB558BFDA5FA}"/>
              </a:ext>
            </a:extLst>
          </p:cNvPr>
          <p:cNvSpPr/>
          <p:nvPr/>
        </p:nvSpPr>
        <p:spPr>
          <a:xfrm rot="1320000">
            <a:off x="6956302" y="1690803"/>
            <a:ext cx="1252474"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Presentation</a:t>
            </a:r>
          </a:p>
        </p:txBody>
      </p:sp>
      <p:sp>
        <p:nvSpPr>
          <p:cNvPr id="41" name="Rectangle 40">
            <a:extLst>
              <a:ext uri="{FF2B5EF4-FFF2-40B4-BE49-F238E27FC236}">
                <a16:creationId xmlns:a16="http://schemas.microsoft.com/office/drawing/2014/main" id="{E4C586C5-77AC-2FB2-50BC-AC0E634FCD21}"/>
              </a:ext>
            </a:extLst>
          </p:cNvPr>
          <p:cNvSpPr/>
          <p:nvPr/>
        </p:nvSpPr>
        <p:spPr>
          <a:xfrm>
            <a:off x="555002"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1</a:t>
            </a:r>
          </a:p>
          <a:p>
            <a:pPr algn="ctr"/>
            <a:endParaRPr lang="en-US" sz="1348">
              <a:solidFill>
                <a:schemeClr val="bg1"/>
              </a:solidFill>
            </a:endParaRPr>
          </a:p>
        </p:txBody>
      </p:sp>
      <p:sp>
        <p:nvSpPr>
          <p:cNvPr id="40" name="Rectangle 39">
            <a:extLst>
              <a:ext uri="{FF2B5EF4-FFF2-40B4-BE49-F238E27FC236}">
                <a16:creationId xmlns:a16="http://schemas.microsoft.com/office/drawing/2014/main" id="{6B60804F-255B-18B9-3845-AB5ED0AAB74A}"/>
              </a:ext>
            </a:extLst>
          </p:cNvPr>
          <p:cNvSpPr/>
          <p:nvPr/>
        </p:nvSpPr>
        <p:spPr>
          <a:xfrm>
            <a:off x="1624993"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2</a:t>
            </a:r>
          </a:p>
          <a:p>
            <a:pPr algn="ctr"/>
            <a:endParaRPr lang="en-US" sz="1348">
              <a:solidFill>
                <a:schemeClr val="bg1"/>
              </a:solidFill>
            </a:endParaRPr>
          </a:p>
        </p:txBody>
      </p:sp>
      <p:sp>
        <p:nvSpPr>
          <p:cNvPr id="35" name="Rectangle 34">
            <a:extLst>
              <a:ext uri="{FF2B5EF4-FFF2-40B4-BE49-F238E27FC236}">
                <a16:creationId xmlns:a16="http://schemas.microsoft.com/office/drawing/2014/main" id="{87C3211A-928B-7BDB-B653-1ACF2D5723CB}"/>
              </a:ext>
            </a:extLst>
          </p:cNvPr>
          <p:cNvSpPr/>
          <p:nvPr/>
        </p:nvSpPr>
        <p:spPr>
          <a:xfrm>
            <a:off x="2694984"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3</a:t>
            </a:r>
          </a:p>
          <a:p>
            <a:pPr algn="ctr"/>
            <a:endParaRPr lang="en-US" sz="1348">
              <a:solidFill>
                <a:schemeClr val="bg1"/>
              </a:solidFill>
            </a:endParaRPr>
          </a:p>
        </p:txBody>
      </p:sp>
      <p:sp>
        <p:nvSpPr>
          <p:cNvPr id="38" name="Rectangle 37">
            <a:extLst>
              <a:ext uri="{FF2B5EF4-FFF2-40B4-BE49-F238E27FC236}">
                <a16:creationId xmlns:a16="http://schemas.microsoft.com/office/drawing/2014/main" id="{1FFAC521-3DA5-CDF1-5C5B-13F6F56566FC}"/>
              </a:ext>
            </a:extLst>
          </p:cNvPr>
          <p:cNvSpPr/>
          <p:nvPr/>
        </p:nvSpPr>
        <p:spPr>
          <a:xfrm>
            <a:off x="3764975"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4</a:t>
            </a:r>
          </a:p>
          <a:p>
            <a:pPr algn="ctr"/>
            <a:endParaRPr lang="en-US" sz="1348">
              <a:solidFill>
                <a:schemeClr val="bg1"/>
              </a:solidFill>
            </a:endParaRPr>
          </a:p>
        </p:txBody>
      </p:sp>
      <p:sp>
        <p:nvSpPr>
          <p:cNvPr id="37" name="Rectangle 36">
            <a:extLst>
              <a:ext uri="{FF2B5EF4-FFF2-40B4-BE49-F238E27FC236}">
                <a16:creationId xmlns:a16="http://schemas.microsoft.com/office/drawing/2014/main" id="{E783D97F-3EC9-3960-9471-6C16E1D75141}"/>
              </a:ext>
            </a:extLst>
          </p:cNvPr>
          <p:cNvSpPr/>
          <p:nvPr/>
        </p:nvSpPr>
        <p:spPr>
          <a:xfrm>
            <a:off x="4834966"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5</a:t>
            </a:r>
          </a:p>
          <a:p>
            <a:pPr algn="ctr"/>
            <a:endParaRPr lang="en-US" sz="1348">
              <a:solidFill>
                <a:schemeClr val="bg1"/>
              </a:solidFill>
            </a:endParaRPr>
          </a:p>
        </p:txBody>
      </p:sp>
      <p:sp>
        <p:nvSpPr>
          <p:cNvPr id="39" name="Rectangle 38">
            <a:extLst>
              <a:ext uri="{FF2B5EF4-FFF2-40B4-BE49-F238E27FC236}">
                <a16:creationId xmlns:a16="http://schemas.microsoft.com/office/drawing/2014/main" id="{F7D49FB9-81AC-E33E-E6C5-884FAD4A40BB}"/>
              </a:ext>
            </a:extLst>
          </p:cNvPr>
          <p:cNvSpPr/>
          <p:nvPr/>
        </p:nvSpPr>
        <p:spPr>
          <a:xfrm>
            <a:off x="5904957" y="3732785"/>
            <a:ext cx="1252474"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6</a:t>
            </a:r>
          </a:p>
          <a:p>
            <a:pPr algn="ctr"/>
            <a:endParaRPr lang="en-US" sz="1348">
              <a:solidFill>
                <a:schemeClr val="bg1"/>
              </a:solidFill>
            </a:endParaRPr>
          </a:p>
        </p:txBody>
      </p:sp>
      <p:sp>
        <p:nvSpPr>
          <p:cNvPr id="36" name="Rectangle 35">
            <a:extLst>
              <a:ext uri="{FF2B5EF4-FFF2-40B4-BE49-F238E27FC236}">
                <a16:creationId xmlns:a16="http://schemas.microsoft.com/office/drawing/2014/main" id="{4B310F88-9D3F-D531-5C3E-084C7E07C455}"/>
              </a:ext>
            </a:extLst>
          </p:cNvPr>
          <p:cNvSpPr/>
          <p:nvPr/>
        </p:nvSpPr>
        <p:spPr>
          <a:xfrm>
            <a:off x="7181838" y="3732785"/>
            <a:ext cx="1194702"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chemeClr val="bg1"/>
                </a:solidFill>
              </a:rPr>
              <a:t>Layer 7</a:t>
            </a:r>
          </a:p>
          <a:p>
            <a:pPr algn="ctr"/>
            <a:endParaRPr lang="en-US" sz="1348" dirty="0">
              <a:solidFill>
                <a:schemeClr val="bg1"/>
              </a:solidFill>
            </a:endParaRPr>
          </a:p>
        </p:txBody>
      </p:sp>
      <p:sp>
        <p:nvSpPr>
          <p:cNvPr id="5" name="Slide Number Placeholder 4">
            <a:extLst>
              <a:ext uri="{FF2B5EF4-FFF2-40B4-BE49-F238E27FC236}">
                <a16:creationId xmlns:a16="http://schemas.microsoft.com/office/drawing/2014/main" id="{D6B1E283-C4F5-76F3-88A3-94D7556F1140}"/>
              </a:ext>
            </a:extLst>
          </p:cNvPr>
          <p:cNvSpPr>
            <a:spLocks noGrp="1"/>
          </p:cNvSpPr>
          <p:nvPr>
            <p:ph type="sldNum" sz="quarter" idx="12"/>
          </p:nvPr>
        </p:nvSpPr>
        <p:spPr/>
        <p:txBody>
          <a:bodyPr/>
          <a:lstStyle/>
          <a:p>
            <a:fld id="{64537577-822C-42C9-B1FE-62AC5F07B59D}" type="slidenum">
              <a:rPr lang="en-US" smtClean="0"/>
              <a:pPr/>
              <a:t>25</a:t>
            </a:fld>
            <a:endParaRPr lang="en-US"/>
          </a:p>
        </p:txBody>
      </p:sp>
      <p:sp>
        <p:nvSpPr>
          <p:cNvPr id="13" name="Footer Placeholder 12">
            <a:extLst>
              <a:ext uri="{FF2B5EF4-FFF2-40B4-BE49-F238E27FC236}">
                <a16:creationId xmlns:a16="http://schemas.microsoft.com/office/drawing/2014/main" id="{3B97ABB6-B922-808A-DB26-682368D042D2}"/>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309816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69DA-974C-D794-05FC-A6E97DA4E58C}"/>
              </a:ext>
            </a:extLst>
          </p:cNvPr>
          <p:cNvSpPr>
            <a:spLocks noGrp="1"/>
          </p:cNvSpPr>
          <p:nvPr>
            <p:ph type="title"/>
          </p:nvPr>
        </p:nvSpPr>
        <p:spPr/>
        <p:txBody>
          <a:bodyPr>
            <a:normAutofit fontScale="90000"/>
          </a:bodyPr>
          <a:lstStyle/>
          <a:p>
            <a:r>
              <a:rPr lang="en-US"/>
              <a:t>Activity: Unscramble the OSI Model</a:t>
            </a:r>
          </a:p>
        </p:txBody>
      </p:sp>
      <p:sp>
        <p:nvSpPr>
          <p:cNvPr id="27" name="Rectangle 26">
            <a:extLst>
              <a:ext uri="{FF2B5EF4-FFF2-40B4-BE49-F238E27FC236}">
                <a16:creationId xmlns:a16="http://schemas.microsoft.com/office/drawing/2014/main" id="{728316EE-8137-B64D-58B0-BE10E22678D2}"/>
              </a:ext>
            </a:extLst>
          </p:cNvPr>
          <p:cNvSpPr/>
          <p:nvPr/>
        </p:nvSpPr>
        <p:spPr>
          <a:xfrm rot="900000">
            <a:off x="630906" y="2045496"/>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Physical</a:t>
            </a:r>
          </a:p>
        </p:txBody>
      </p:sp>
      <p:sp>
        <p:nvSpPr>
          <p:cNvPr id="26" name="Rectangle 25">
            <a:extLst>
              <a:ext uri="{FF2B5EF4-FFF2-40B4-BE49-F238E27FC236}">
                <a16:creationId xmlns:a16="http://schemas.microsoft.com/office/drawing/2014/main" id="{568F4508-1693-525B-66E7-F21F82719F68}"/>
              </a:ext>
            </a:extLst>
          </p:cNvPr>
          <p:cNvSpPr/>
          <p:nvPr/>
        </p:nvSpPr>
        <p:spPr>
          <a:xfrm rot="-480000">
            <a:off x="2049545" y="2527969"/>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Data Link</a:t>
            </a:r>
          </a:p>
        </p:txBody>
      </p:sp>
      <p:sp>
        <p:nvSpPr>
          <p:cNvPr id="23" name="Rectangle 22">
            <a:extLst>
              <a:ext uri="{FF2B5EF4-FFF2-40B4-BE49-F238E27FC236}">
                <a16:creationId xmlns:a16="http://schemas.microsoft.com/office/drawing/2014/main" id="{C047C55C-A7A6-2317-823B-215DFB5E15E1}"/>
              </a:ext>
            </a:extLst>
          </p:cNvPr>
          <p:cNvSpPr/>
          <p:nvPr/>
        </p:nvSpPr>
        <p:spPr>
          <a:xfrm rot="-300000">
            <a:off x="2781943" y="1500213"/>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Session</a:t>
            </a:r>
          </a:p>
        </p:txBody>
      </p:sp>
      <p:sp>
        <p:nvSpPr>
          <p:cNvPr id="21" name="Rectangle 20">
            <a:extLst>
              <a:ext uri="{FF2B5EF4-FFF2-40B4-BE49-F238E27FC236}">
                <a16:creationId xmlns:a16="http://schemas.microsoft.com/office/drawing/2014/main" id="{EA23D2D7-740E-9582-0A9D-504A4F86D23F}"/>
              </a:ext>
            </a:extLst>
          </p:cNvPr>
          <p:cNvSpPr/>
          <p:nvPr/>
        </p:nvSpPr>
        <p:spPr>
          <a:xfrm rot="1320000">
            <a:off x="3592979" y="2635388"/>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Network</a:t>
            </a:r>
          </a:p>
        </p:txBody>
      </p:sp>
      <p:sp>
        <p:nvSpPr>
          <p:cNvPr id="22" name="Rectangle 21">
            <a:extLst>
              <a:ext uri="{FF2B5EF4-FFF2-40B4-BE49-F238E27FC236}">
                <a16:creationId xmlns:a16="http://schemas.microsoft.com/office/drawing/2014/main" id="{CBA987A0-3B6D-D642-D84A-C31BBCDFB22B}"/>
              </a:ext>
            </a:extLst>
          </p:cNvPr>
          <p:cNvSpPr/>
          <p:nvPr/>
        </p:nvSpPr>
        <p:spPr>
          <a:xfrm rot="600000">
            <a:off x="4553638" y="1798021"/>
            <a:ext cx="1194702"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Application</a:t>
            </a:r>
          </a:p>
        </p:txBody>
      </p:sp>
      <p:sp>
        <p:nvSpPr>
          <p:cNvPr id="24" name="Rectangle 23">
            <a:extLst>
              <a:ext uri="{FF2B5EF4-FFF2-40B4-BE49-F238E27FC236}">
                <a16:creationId xmlns:a16="http://schemas.microsoft.com/office/drawing/2014/main" id="{B9BCA289-90DE-29C1-A590-E955C5508D4A}"/>
              </a:ext>
            </a:extLst>
          </p:cNvPr>
          <p:cNvSpPr/>
          <p:nvPr/>
        </p:nvSpPr>
        <p:spPr>
          <a:xfrm rot="-840000">
            <a:off x="5871953" y="2480088"/>
            <a:ext cx="1045583"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Transport</a:t>
            </a:r>
          </a:p>
        </p:txBody>
      </p:sp>
      <p:sp>
        <p:nvSpPr>
          <p:cNvPr id="25" name="Rectangle 24">
            <a:extLst>
              <a:ext uri="{FF2B5EF4-FFF2-40B4-BE49-F238E27FC236}">
                <a16:creationId xmlns:a16="http://schemas.microsoft.com/office/drawing/2014/main" id="{9519E8A7-BF07-8CA0-201D-CB558BFDA5FA}"/>
              </a:ext>
            </a:extLst>
          </p:cNvPr>
          <p:cNvSpPr/>
          <p:nvPr/>
        </p:nvSpPr>
        <p:spPr>
          <a:xfrm rot="1320000">
            <a:off x="6956302" y="1690803"/>
            <a:ext cx="1252474" cy="713322"/>
          </a:xfrm>
          <a:prstGeom prst="rect">
            <a:avLst/>
          </a:prstGeom>
          <a:solidFill>
            <a:srgbClr val="004F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Presentation</a:t>
            </a:r>
          </a:p>
        </p:txBody>
      </p:sp>
      <p:sp>
        <p:nvSpPr>
          <p:cNvPr id="20" name="Rectangle 19">
            <a:extLst>
              <a:ext uri="{FF2B5EF4-FFF2-40B4-BE49-F238E27FC236}">
                <a16:creationId xmlns:a16="http://schemas.microsoft.com/office/drawing/2014/main" id="{3D414971-C295-1EFE-9ECD-BCF85C26193C}"/>
              </a:ext>
            </a:extLst>
          </p:cNvPr>
          <p:cNvSpPr/>
          <p:nvPr/>
        </p:nvSpPr>
        <p:spPr>
          <a:xfrm>
            <a:off x="555002"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1</a:t>
            </a:r>
          </a:p>
          <a:p>
            <a:pPr algn="ctr"/>
            <a:r>
              <a:rPr lang="en-US" sz="1348">
                <a:solidFill>
                  <a:schemeClr val="bg1"/>
                </a:solidFill>
              </a:rPr>
              <a:t>Physical</a:t>
            </a:r>
          </a:p>
        </p:txBody>
      </p:sp>
      <p:sp>
        <p:nvSpPr>
          <p:cNvPr id="19" name="Rectangle 18">
            <a:extLst>
              <a:ext uri="{FF2B5EF4-FFF2-40B4-BE49-F238E27FC236}">
                <a16:creationId xmlns:a16="http://schemas.microsoft.com/office/drawing/2014/main" id="{D2E623AC-A4E1-88EB-76F8-FEB123BE502F}"/>
              </a:ext>
            </a:extLst>
          </p:cNvPr>
          <p:cNvSpPr/>
          <p:nvPr/>
        </p:nvSpPr>
        <p:spPr>
          <a:xfrm>
            <a:off x="1624993"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2</a:t>
            </a:r>
          </a:p>
          <a:p>
            <a:pPr algn="ctr"/>
            <a:r>
              <a:rPr lang="en-US" sz="1348">
                <a:solidFill>
                  <a:schemeClr val="bg1"/>
                </a:solidFill>
              </a:rPr>
              <a:t>Data Link</a:t>
            </a:r>
          </a:p>
        </p:txBody>
      </p:sp>
      <p:sp>
        <p:nvSpPr>
          <p:cNvPr id="6" name="Rectangle 5">
            <a:extLst>
              <a:ext uri="{FF2B5EF4-FFF2-40B4-BE49-F238E27FC236}">
                <a16:creationId xmlns:a16="http://schemas.microsoft.com/office/drawing/2014/main" id="{65E39B4A-0A78-BE9C-AA96-8957338DB7F2}"/>
              </a:ext>
            </a:extLst>
          </p:cNvPr>
          <p:cNvSpPr/>
          <p:nvPr/>
        </p:nvSpPr>
        <p:spPr>
          <a:xfrm>
            <a:off x="2694984"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3</a:t>
            </a:r>
          </a:p>
          <a:p>
            <a:pPr algn="ctr"/>
            <a:r>
              <a:rPr lang="en-US" sz="1348">
                <a:solidFill>
                  <a:schemeClr val="bg1"/>
                </a:solidFill>
              </a:rPr>
              <a:t>Network</a:t>
            </a:r>
          </a:p>
        </p:txBody>
      </p:sp>
      <p:sp>
        <p:nvSpPr>
          <p:cNvPr id="17" name="Rectangle 16">
            <a:extLst>
              <a:ext uri="{FF2B5EF4-FFF2-40B4-BE49-F238E27FC236}">
                <a16:creationId xmlns:a16="http://schemas.microsoft.com/office/drawing/2014/main" id="{7F1547E2-EC0E-44F5-AF72-2ED20986BDC4}"/>
              </a:ext>
            </a:extLst>
          </p:cNvPr>
          <p:cNvSpPr/>
          <p:nvPr/>
        </p:nvSpPr>
        <p:spPr>
          <a:xfrm>
            <a:off x="3764975" y="3732785"/>
            <a:ext cx="1045583" cy="731520"/>
          </a:xfrm>
          <a:prstGeom prst="rect">
            <a:avLst/>
          </a:prstGeom>
          <a:solidFill>
            <a:srgbClr val="0073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4</a:t>
            </a:r>
          </a:p>
          <a:p>
            <a:pPr algn="ctr"/>
            <a:r>
              <a:rPr lang="en-US" sz="1348">
                <a:solidFill>
                  <a:schemeClr val="bg1"/>
                </a:solidFill>
              </a:rPr>
              <a:t>Transport</a:t>
            </a:r>
          </a:p>
        </p:txBody>
      </p:sp>
      <p:sp>
        <p:nvSpPr>
          <p:cNvPr id="16" name="Rectangle 15">
            <a:extLst>
              <a:ext uri="{FF2B5EF4-FFF2-40B4-BE49-F238E27FC236}">
                <a16:creationId xmlns:a16="http://schemas.microsoft.com/office/drawing/2014/main" id="{C4E34046-B3DF-176A-D4B4-D07076465499}"/>
              </a:ext>
            </a:extLst>
          </p:cNvPr>
          <p:cNvSpPr/>
          <p:nvPr/>
        </p:nvSpPr>
        <p:spPr>
          <a:xfrm>
            <a:off x="4834966" y="3732785"/>
            <a:ext cx="1045583" cy="7315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5</a:t>
            </a:r>
          </a:p>
          <a:p>
            <a:pPr algn="ctr"/>
            <a:r>
              <a:rPr lang="en-US" sz="1348">
                <a:solidFill>
                  <a:schemeClr val="bg1"/>
                </a:solidFill>
              </a:rPr>
              <a:t>Session</a:t>
            </a:r>
          </a:p>
        </p:txBody>
      </p:sp>
      <p:sp>
        <p:nvSpPr>
          <p:cNvPr id="18" name="Rectangle 17">
            <a:extLst>
              <a:ext uri="{FF2B5EF4-FFF2-40B4-BE49-F238E27FC236}">
                <a16:creationId xmlns:a16="http://schemas.microsoft.com/office/drawing/2014/main" id="{1F57FB7B-9F5A-8051-6CB5-F464D8C0A795}"/>
              </a:ext>
            </a:extLst>
          </p:cNvPr>
          <p:cNvSpPr/>
          <p:nvPr/>
        </p:nvSpPr>
        <p:spPr>
          <a:xfrm>
            <a:off x="5904957" y="3732785"/>
            <a:ext cx="1252474" cy="7315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6</a:t>
            </a:r>
          </a:p>
          <a:p>
            <a:pPr algn="ctr"/>
            <a:r>
              <a:rPr lang="en-US" sz="1348">
                <a:solidFill>
                  <a:schemeClr val="bg1"/>
                </a:solidFill>
              </a:rPr>
              <a:t>Presentation</a:t>
            </a:r>
          </a:p>
        </p:txBody>
      </p:sp>
      <p:sp>
        <p:nvSpPr>
          <p:cNvPr id="14" name="Rectangle 13">
            <a:extLst>
              <a:ext uri="{FF2B5EF4-FFF2-40B4-BE49-F238E27FC236}">
                <a16:creationId xmlns:a16="http://schemas.microsoft.com/office/drawing/2014/main" id="{8E90FCE1-8564-2B3A-42EE-FF6749C33907}"/>
              </a:ext>
            </a:extLst>
          </p:cNvPr>
          <p:cNvSpPr/>
          <p:nvPr/>
        </p:nvSpPr>
        <p:spPr>
          <a:xfrm>
            <a:off x="7181838" y="3732785"/>
            <a:ext cx="1194702" cy="7315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a:solidFill>
                  <a:schemeClr val="bg1"/>
                </a:solidFill>
              </a:rPr>
              <a:t>Layer 7</a:t>
            </a:r>
          </a:p>
          <a:p>
            <a:pPr algn="ctr"/>
            <a:r>
              <a:rPr lang="en-US" sz="1348">
                <a:solidFill>
                  <a:schemeClr val="bg1"/>
                </a:solidFill>
              </a:rPr>
              <a:t>Application</a:t>
            </a:r>
          </a:p>
        </p:txBody>
      </p:sp>
      <p:sp>
        <p:nvSpPr>
          <p:cNvPr id="5" name="Slide Number Placeholder 4">
            <a:extLst>
              <a:ext uri="{FF2B5EF4-FFF2-40B4-BE49-F238E27FC236}">
                <a16:creationId xmlns:a16="http://schemas.microsoft.com/office/drawing/2014/main" id="{D6B1E283-C4F5-76F3-88A3-94D7556F1140}"/>
              </a:ext>
            </a:extLst>
          </p:cNvPr>
          <p:cNvSpPr>
            <a:spLocks noGrp="1"/>
          </p:cNvSpPr>
          <p:nvPr>
            <p:ph type="sldNum" sz="quarter" idx="12"/>
          </p:nvPr>
        </p:nvSpPr>
        <p:spPr/>
        <p:txBody>
          <a:bodyPr/>
          <a:lstStyle/>
          <a:p>
            <a:fld id="{64537577-822C-42C9-B1FE-62AC5F07B59D}" type="slidenum">
              <a:rPr lang="en-US" smtClean="0"/>
              <a:pPr/>
              <a:t>26</a:t>
            </a:fld>
            <a:endParaRPr lang="en-US"/>
          </a:p>
        </p:txBody>
      </p:sp>
      <p:sp>
        <p:nvSpPr>
          <p:cNvPr id="13" name="Footer Placeholder 12">
            <a:extLst>
              <a:ext uri="{FF2B5EF4-FFF2-40B4-BE49-F238E27FC236}">
                <a16:creationId xmlns:a16="http://schemas.microsoft.com/office/drawing/2014/main" id="{3B97ABB6-B922-808A-DB26-682368D042D2}"/>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31503343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a:t>Lesson 1.3</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a:t>SOHO Networks</a:t>
            </a:r>
          </a:p>
        </p:txBody>
      </p:sp>
      <p:sp>
        <p:nvSpPr>
          <p:cNvPr id="5" name="Slide Number Placeholder 4">
            <a:extLst>
              <a:ext uri="{FF2B5EF4-FFF2-40B4-BE49-F238E27FC236}">
                <a16:creationId xmlns:a16="http://schemas.microsoft.com/office/drawing/2014/main" id="{04A3B396-1E42-0D0D-885D-42B60F8E692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27</a:t>
            </a:fld>
            <a:endParaRPr lang="en-US"/>
          </a:p>
        </p:txBody>
      </p:sp>
      <p:sp>
        <p:nvSpPr>
          <p:cNvPr id="6" name="Footer Placeholder 5">
            <a:extLst>
              <a:ext uri="{FF2B5EF4-FFF2-40B4-BE49-F238E27FC236}">
                <a16:creationId xmlns:a16="http://schemas.microsoft.com/office/drawing/2014/main" id="{FF24126A-C40A-553A-2395-7747EAE7C51C}"/>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1081836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50" y="591921"/>
            <a:ext cx="7921125" cy="496626"/>
          </a:xfrm>
        </p:spPr>
        <p:txBody>
          <a:bodyPr anchor="ctr">
            <a:noAutofit/>
          </a:bodyPr>
          <a:lstStyle/>
          <a:p>
            <a:r>
              <a:rPr lang="en-US" sz="3200"/>
              <a:t>Think About It</a:t>
            </a:r>
          </a:p>
        </p:txBody>
      </p:sp>
      <p:sp>
        <p:nvSpPr>
          <p:cNvPr id="7" name="Content Placeholder 6">
            <a:extLst>
              <a:ext uri="{FF2B5EF4-FFF2-40B4-BE49-F238E27FC236}">
                <a16:creationId xmlns:a16="http://schemas.microsoft.com/office/drawing/2014/main" id="{7CCED01D-ABA2-9F5F-AA5F-46BCD6CCC821}"/>
              </a:ext>
            </a:extLst>
          </p:cNvPr>
          <p:cNvSpPr>
            <a:spLocks noGrp="1"/>
          </p:cNvSpPr>
          <p:nvPr>
            <p:ph sz="half" idx="1"/>
          </p:nvPr>
        </p:nvSpPr>
        <p:spPr>
          <a:xfrm>
            <a:off x="628650" y="1149214"/>
            <a:ext cx="3886200" cy="3365370"/>
          </a:xfrm>
        </p:spPr>
        <p:txBody>
          <a:bodyPr>
            <a:normAutofit/>
          </a:bodyPr>
          <a:lstStyle/>
          <a:p>
            <a:pPr marL="0" indent="0">
              <a:spcBef>
                <a:spcPts val="0"/>
              </a:spcBef>
              <a:spcAft>
                <a:spcPts val="600"/>
              </a:spcAft>
              <a:buNone/>
            </a:pPr>
            <a:r>
              <a:rPr lang="en-US"/>
              <a:t>What is a SOHO router?</a:t>
            </a:r>
          </a:p>
          <a:p>
            <a:pPr marL="0" indent="0">
              <a:spcBef>
                <a:spcPts val="0"/>
              </a:spcBef>
              <a:spcAft>
                <a:spcPts val="600"/>
              </a:spcAft>
              <a:buNone/>
            </a:pPr>
            <a:r>
              <a:rPr lang="en-US"/>
              <a:t>What is it used for?</a:t>
            </a:r>
          </a:p>
        </p:txBody>
      </p:sp>
      <p:pic>
        <p:nvPicPr>
          <p:cNvPr id="12" name="Picture 11">
            <a:extLst>
              <a:ext uri="{FF2B5EF4-FFF2-40B4-BE49-F238E27FC236}">
                <a16:creationId xmlns:a16="http://schemas.microsoft.com/office/drawing/2014/main" id="{16370C78-180C-27BB-861F-02C3EDC75A11}"/>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3"/>
          <a:stretch/>
        </p:blipFill>
        <p:spPr>
          <a:xfrm>
            <a:off x="4629150" y="1149214"/>
            <a:ext cx="3886200" cy="3365370"/>
          </a:xfrm>
          <a:prstGeom prst="rect">
            <a:avLst/>
          </a:prstGeom>
          <a:noFill/>
          <a:ln>
            <a:solidFill>
              <a:schemeClr val="bg1">
                <a:lumMod val="85000"/>
              </a:schemeClr>
            </a:solidFill>
          </a:ln>
        </p:spPr>
      </p:pic>
      <p:sp>
        <p:nvSpPr>
          <p:cNvPr id="3" name="Slide Number Placeholder 2">
            <a:extLst>
              <a:ext uri="{FF2B5EF4-FFF2-40B4-BE49-F238E27FC236}">
                <a16:creationId xmlns:a16="http://schemas.microsoft.com/office/drawing/2014/main" id="{167822C1-4860-5F78-ADBA-3AF53568CC08}"/>
              </a:ext>
            </a:extLst>
          </p:cNvPr>
          <p:cNvSpPr>
            <a:spLocks noGrp="1"/>
          </p:cNvSpPr>
          <p:nvPr>
            <p:ph type="sldNum" sz="quarter" idx="12"/>
          </p:nvPr>
        </p:nvSpPr>
        <p:spPr>
          <a:xfrm>
            <a:off x="6457949" y="4762849"/>
            <a:ext cx="2173401" cy="273590"/>
          </a:xfrm>
        </p:spPr>
        <p:txBody>
          <a:bodyPr anchor="ctr">
            <a:normAutofit/>
          </a:bodyPr>
          <a:lstStyle/>
          <a:p>
            <a:pPr>
              <a:spcAft>
                <a:spcPts val="600"/>
              </a:spcAft>
            </a:pPr>
            <a:fld id="{64537577-822C-42C9-B1FE-62AC5F07B59D}" type="slidenum">
              <a:rPr lang="en-US" smtClean="0">
                <a:solidFill>
                  <a:prstClr val="white">
                    <a:lumMod val="85000"/>
                  </a:prstClr>
                </a:solidFill>
              </a:rPr>
              <a:pPr>
                <a:spcAft>
                  <a:spcPts val="600"/>
                </a:spcAft>
              </a:pPr>
              <a:t>28</a:t>
            </a:fld>
            <a:endParaRPr lang="en-US">
              <a:solidFill>
                <a:prstClr val="white">
                  <a:lumMod val="85000"/>
                </a:prstClr>
              </a:solidFill>
            </a:endParaRPr>
          </a:p>
        </p:txBody>
      </p:sp>
      <p:sp>
        <p:nvSpPr>
          <p:cNvPr id="8" name="Footer Placeholder 7">
            <a:extLst>
              <a:ext uri="{FF2B5EF4-FFF2-40B4-BE49-F238E27FC236}">
                <a16:creationId xmlns:a16="http://schemas.microsoft.com/office/drawing/2014/main" id="{6A991D8D-1EDA-06F0-CDCE-A07B14ECB458}"/>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nchor="ctr">
            <a:normAutofit/>
          </a:bodyPr>
          <a:lstStyle/>
          <a:p>
            <a:pPr lvl="0">
              <a:spcAft>
                <a:spcPts val="600"/>
              </a:spcAft>
            </a:pPr>
            <a:r>
              <a:rPr lang="en-US" sz="700" noProof="0">
                <a:solidFill>
                  <a:prstClr val="white">
                    <a:lumMod val="85000"/>
                  </a:prstClr>
                </a:solidFill>
              </a:rPr>
              <a:t>​Copyright © 2025 CompTIA, Inc. All Rights Reserved. </a:t>
            </a:r>
          </a:p>
        </p:txBody>
      </p:sp>
    </p:spTree>
    <p:extLst>
      <p:ext uri="{BB962C8B-B14F-4D97-AF65-F5344CB8AC3E}">
        <p14:creationId xmlns:p14="http://schemas.microsoft.com/office/powerpoint/2010/main" val="3787511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49" y="584942"/>
            <a:ext cx="7886699" cy="572790"/>
          </a:xfrm>
        </p:spPr>
        <p:txBody>
          <a:bodyPr anchor="ctr">
            <a:normAutofit fontScale="90000"/>
          </a:bodyPr>
          <a:lstStyle/>
          <a:p>
            <a:r>
              <a:rPr lang="en-US"/>
              <a:t>SOHO Router – Physical Layer</a:t>
            </a:r>
          </a:p>
        </p:txBody>
      </p:sp>
      <p:pic>
        <p:nvPicPr>
          <p:cNvPr id="4" name="Picture 2">
            <a:extLst>
              <a:ext uri="{FF2B5EF4-FFF2-40B4-BE49-F238E27FC236}">
                <a16:creationId xmlns:a16="http://schemas.microsoft.com/office/drawing/2014/main" id="{774C6D10-B5F5-66DB-E6EF-52FAD5533CB6}"/>
              </a:ext>
              <a:ext uri="{C183D7F6-B498-43B3-948B-1728B52AA6E4}">
                <adec:decorative xmlns:adec="http://schemas.microsoft.com/office/drawing/2017/decorative" val="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1181157" y="1441297"/>
            <a:ext cx="3390841" cy="2256144"/>
          </a:xfrm>
          <a:prstGeom prst="rect">
            <a:avLst/>
          </a:prstGeom>
          <a:solidFill>
            <a:srgbClr val="FFFFFF"/>
          </a:solidFill>
        </p:spPr>
      </p:pic>
      <p:sp>
        <p:nvSpPr>
          <p:cNvPr id="15" name="Content Placeholder 14">
            <a:extLst>
              <a:ext uri="{FF2B5EF4-FFF2-40B4-BE49-F238E27FC236}">
                <a16:creationId xmlns:a16="http://schemas.microsoft.com/office/drawing/2014/main" id="{DF0933C1-0D79-B96A-7B64-25FDAFD7F59E}"/>
              </a:ext>
            </a:extLst>
          </p:cNvPr>
          <p:cNvSpPr>
            <a:spLocks noGrp="1"/>
          </p:cNvSpPr>
          <p:nvPr>
            <p:ph idx="1"/>
          </p:nvPr>
        </p:nvSpPr>
        <p:spPr>
          <a:xfrm>
            <a:off x="5071314" y="1297583"/>
            <a:ext cx="3444034" cy="3325066"/>
          </a:xfrm>
        </p:spPr>
        <p:txBody>
          <a:bodyPr>
            <a:normAutofit/>
          </a:bodyPr>
          <a:lstStyle/>
          <a:p>
            <a:pPr>
              <a:lnSpc>
                <a:spcPct val="100000"/>
              </a:lnSpc>
            </a:pPr>
            <a:r>
              <a:rPr lang="en-US" sz="1800"/>
              <a:t>A SOHO router functions at several layers of the OSI Model</a:t>
            </a:r>
          </a:p>
          <a:p>
            <a:pPr>
              <a:lnSpc>
                <a:spcPct val="100000"/>
              </a:lnSpc>
            </a:pPr>
            <a:r>
              <a:rPr lang="en-US" sz="1800"/>
              <a:t>The Physical Layer Functions are shown in the diagram</a:t>
            </a:r>
          </a:p>
        </p:txBody>
      </p:sp>
      <p:sp>
        <p:nvSpPr>
          <p:cNvPr id="3" name="Slide Number Placeholder 2">
            <a:extLst>
              <a:ext uri="{FF2B5EF4-FFF2-40B4-BE49-F238E27FC236}">
                <a16:creationId xmlns:a16="http://schemas.microsoft.com/office/drawing/2014/main" id="{04C43DCC-A79A-EF30-51C3-876F3FE17CC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29</a:t>
            </a:fld>
            <a:endParaRPr lang="en-US"/>
          </a:p>
        </p:txBody>
      </p:sp>
      <p:sp>
        <p:nvSpPr>
          <p:cNvPr id="6" name="Footer Placeholder 5">
            <a:extLst>
              <a:ext uri="{FF2B5EF4-FFF2-40B4-BE49-F238E27FC236}">
                <a16:creationId xmlns:a16="http://schemas.microsoft.com/office/drawing/2014/main" id="{B5F19CDD-75A0-2AC7-4D03-4B1A9606AE08}"/>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28681872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50" y="591921"/>
            <a:ext cx="7921125" cy="496626"/>
          </a:xfrm>
        </p:spPr>
        <p:txBody>
          <a:bodyPr anchor="ctr">
            <a:noAutofit/>
          </a:bodyPr>
          <a:lstStyle/>
          <a:p>
            <a:r>
              <a:rPr lang="en-US" sz="3200"/>
              <a:t>SOHO Router – Data Link Layer</a:t>
            </a:r>
          </a:p>
        </p:txBody>
      </p:sp>
      <p:sp>
        <p:nvSpPr>
          <p:cNvPr id="3" name="Content Placeholder 2">
            <a:extLst>
              <a:ext uri="{FF2B5EF4-FFF2-40B4-BE49-F238E27FC236}">
                <a16:creationId xmlns:a16="http://schemas.microsoft.com/office/drawing/2014/main" id="{AF6CFB86-7745-2AC7-7151-82C906D7A09B}"/>
              </a:ext>
            </a:extLst>
          </p:cNvPr>
          <p:cNvSpPr>
            <a:spLocks noGrp="1"/>
          </p:cNvSpPr>
          <p:nvPr>
            <p:ph sz="half" idx="1"/>
          </p:nvPr>
        </p:nvSpPr>
        <p:spPr>
          <a:xfrm>
            <a:off x="628650" y="1191419"/>
            <a:ext cx="4127834" cy="3171816"/>
          </a:xfrm>
        </p:spPr>
        <p:txBody>
          <a:bodyPr>
            <a:normAutofit/>
          </a:bodyPr>
          <a:lstStyle/>
          <a:p>
            <a:pPr>
              <a:lnSpc>
                <a:spcPct val="100000"/>
              </a:lnSpc>
            </a:pPr>
            <a:r>
              <a:rPr lang="en-US" sz="1800"/>
              <a:t>The Data Link Layer functions of a SOHO router include an Ethernet Switch, a Wireless Access Point, and MAC addressing </a:t>
            </a:r>
          </a:p>
          <a:p>
            <a:pPr>
              <a:lnSpc>
                <a:spcPct val="100000"/>
              </a:lnSpc>
            </a:pPr>
            <a:endParaRPr lang="en-US"/>
          </a:p>
        </p:txBody>
      </p:sp>
      <p:pic>
        <p:nvPicPr>
          <p:cNvPr id="5" name="Picture 2">
            <a:extLst>
              <a:ext uri="{FF2B5EF4-FFF2-40B4-BE49-F238E27FC236}">
                <a16:creationId xmlns:a16="http://schemas.microsoft.com/office/drawing/2014/main" id="{E2262EE2-66C2-C5DD-3AA5-21CC91B16F04}"/>
              </a:ext>
              <a:ext uri="{C183D7F6-B498-43B3-948B-1728B52AA6E4}">
                <adec:decorative xmlns:adec="http://schemas.microsoft.com/office/drawing/2017/decorative" val="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4960404" y="1191419"/>
            <a:ext cx="2995090" cy="3374750"/>
          </a:xfrm>
          <a:prstGeom prst="rect">
            <a:avLst/>
          </a:prstGeom>
          <a:solidFill>
            <a:srgbClr val="FFFFFF"/>
          </a:solidFill>
        </p:spPr>
      </p:pic>
      <p:sp>
        <p:nvSpPr>
          <p:cNvPr id="6" name="Slide Number Placeholder 5">
            <a:extLst>
              <a:ext uri="{FF2B5EF4-FFF2-40B4-BE49-F238E27FC236}">
                <a16:creationId xmlns:a16="http://schemas.microsoft.com/office/drawing/2014/main" id="{5E3795B4-D60B-0333-78AB-4EAA49764B5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30</a:t>
            </a:fld>
            <a:endParaRPr lang="en-US"/>
          </a:p>
        </p:txBody>
      </p:sp>
      <p:sp>
        <p:nvSpPr>
          <p:cNvPr id="7" name="Footer Placeholder 6">
            <a:extLst>
              <a:ext uri="{FF2B5EF4-FFF2-40B4-BE49-F238E27FC236}">
                <a16:creationId xmlns:a16="http://schemas.microsoft.com/office/drawing/2014/main" id="{3D54D340-780E-45C3-7C5C-B357D30142FB}"/>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2558301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50" y="591921"/>
            <a:ext cx="7921125" cy="496626"/>
          </a:xfrm>
        </p:spPr>
        <p:txBody>
          <a:bodyPr anchor="ctr">
            <a:noAutofit/>
          </a:bodyPr>
          <a:lstStyle/>
          <a:p>
            <a:r>
              <a:rPr lang="en-US" sz="3200"/>
              <a:t>SOHO Router – Network Layer</a:t>
            </a:r>
          </a:p>
        </p:txBody>
      </p:sp>
      <p:sp>
        <p:nvSpPr>
          <p:cNvPr id="3" name="Content Placeholder 2">
            <a:extLst>
              <a:ext uri="{FF2B5EF4-FFF2-40B4-BE49-F238E27FC236}">
                <a16:creationId xmlns:a16="http://schemas.microsoft.com/office/drawing/2014/main" id="{AF6CFB86-7745-2AC7-7151-82C906D7A09B}"/>
              </a:ext>
            </a:extLst>
          </p:cNvPr>
          <p:cNvSpPr>
            <a:spLocks noGrp="1"/>
          </p:cNvSpPr>
          <p:nvPr>
            <p:ph sz="half" idx="1"/>
          </p:nvPr>
        </p:nvSpPr>
        <p:spPr>
          <a:xfrm>
            <a:off x="628650" y="1181447"/>
            <a:ext cx="3886200" cy="3365370"/>
          </a:xfrm>
        </p:spPr>
        <p:txBody>
          <a:bodyPr>
            <a:normAutofit/>
          </a:bodyPr>
          <a:lstStyle/>
          <a:p>
            <a:r>
              <a:rPr lang="en-US" sz="1800"/>
              <a:t>Forwards between local private network and public Internet</a:t>
            </a:r>
          </a:p>
          <a:p>
            <a:r>
              <a:rPr lang="en-US" sz="1800"/>
              <a:t>Router’s WAN interface given a public IP address </a:t>
            </a:r>
          </a:p>
          <a:p>
            <a:endParaRPr lang="en-US"/>
          </a:p>
        </p:txBody>
      </p:sp>
      <p:pic>
        <p:nvPicPr>
          <p:cNvPr id="7" name="Picture 2">
            <a:extLst>
              <a:ext uri="{FF2B5EF4-FFF2-40B4-BE49-F238E27FC236}">
                <a16:creationId xmlns:a16="http://schemas.microsoft.com/office/drawing/2014/main" id="{61B2823F-AE45-26F7-E153-1861F126E65F}"/>
              </a:ext>
              <a:ext uri="{C183D7F6-B498-43B3-948B-1728B52AA6E4}">
                <adec:decorative xmlns:adec="http://schemas.microsoft.com/office/drawing/2017/decorative" val="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4964566" y="1181447"/>
            <a:ext cx="2986766" cy="3365370"/>
          </a:xfrm>
          <a:prstGeom prst="rect">
            <a:avLst/>
          </a:prstGeom>
          <a:solidFill>
            <a:srgbClr val="FFFFFF"/>
          </a:solidFill>
        </p:spPr>
      </p:pic>
      <p:sp>
        <p:nvSpPr>
          <p:cNvPr id="5" name="Slide Number Placeholder 4">
            <a:extLst>
              <a:ext uri="{FF2B5EF4-FFF2-40B4-BE49-F238E27FC236}">
                <a16:creationId xmlns:a16="http://schemas.microsoft.com/office/drawing/2014/main" id="{F546B2A8-5C7F-FA6D-F496-84E7B73E3A7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31</a:t>
            </a:fld>
            <a:endParaRPr lang="en-US"/>
          </a:p>
        </p:txBody>
      </p:sp>
      <p:sp>
        <p:nvSpPr>
          <p:cNvPr id="6" name="Footer Placeholder 5">
            <a:extLst>
              <a:ext uri="{FF2B5EF4-FFF2-40B4-BE49-F238E27FC236}">
                <a16:creationId xmlns:a16="http://schemas.microsoft.com/office/drawing/2014/main" id="{E0066E49-36C5-F045-C601-D785F8C51B88}"/>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34217794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ED95-59F8-480F-63EC-21D896D27652}"/>
              </a:ext>
            </a:extLst>
          </p:cNvPr>
          <p:cNvSpPr>
            <a:spLocks noGrp="1"/>
          </p:cNvSpPr>
          <p:nvPr>
            <p:ph type="title"/>
          </p:nvPr>
        </p:nvSpPr>
        <p:spPr>
          <a:xfrm>
            <a:off x="628649" y="584942"/>
            <a:ext cx="8160788" cy="572790"/>
          </a:xfrm>
        </p:spPr>
        <p:txBody>
          <a:bodyPr>
            <a:normAutofit fontScale="90000"/>
          </a:bodyPr>
          <a:lstStyle/>
          <a:p>
            <a:r>
              <a:rPr lang="en-US"/>
              <a:t>SOHO Router – Transport and Application</a:t>
            </a:r>
          </a:p>
        </p:txBody>
      </p:sp>
      <p:sp>
        <p:nvSpPr>
          <p:cNvPr id="4" name="Content Placeholder 3">
            <a:extLst>
              <a:ext uri="{FF2B5EF4-FFF2-40B4-BE49-F238E27FC236}">
                <a16:creationId xmlns:a16="http://schemas.microsoft.com/office/drawing/2014/main" id="{7730A06F-43AB-D0A2-EB93-87D64AFAC0CA}"/>
              </a:ext>
            </a:extLst>
          </p:cNvPr>
          <p:cNvSpPr>
            <a:spLocks noGrp="1"/>
          </p:cNvSpPr>
          <p:nvPr>
            <p:ph idx="1"/>
          </p:nvPr>
        </p:nvSpPr>
        <p:spPr>
          <a:xfrm>
            <a:off x="567662" y="1157732"/>
            <a:ext cx="2893100" cy="3348896"/>
          </a:xfrm>
        </p:spPr>
        <p:txBody>
          <a:bodyPr>
            <a:noAutofit/>
          </a:bodyPr>
          <a:lstStyle/>
          <a:p>
            <a:pPr>
              <a:lnSpc>
                <a:spcPct val="120000"/>
              </a:lnSpc>
            </a:pPr>
            <a:r>
              <a:rPr lang="en-US" sz="1500"/>
              <a:t>Transport layer functions: </a:t>
            </a:r>
            <a:br>
              <a:rPr lang="en-US" sz="1500"/>
            </a:br>
            <a:r>
              <a:rPr lang="en-US" sz="1500"/>
              <a:t>Port addressing</a:t>
            </a:r>
          </a:p>
          <a:p>
            <a:pPr lvl="1">
              <a:lnSpc>
                <a:spcPct val="120000"/>
              </a:lnSpc>
            </a:pPr>
            <a:r>
              <a:rPr lang="en-US" sz="1500"/>
              <a:t>Directs traffic </a:t>
            </a:r>
            <a:br>
              <a:rPr lang="en-US" sz="1500"/>
            </a:br>
            <a:r>
              <a:rPr lang="en-US" sz="1500"/>
              <a:t>to the correct application/service</a:t>
            </a:r>
          </a:p>
          <a:p>
            <a:pPr>
              <a:lnSpc>
                <a:spcPct val="120000"/>
              </a:lnSpc>
            </a:pPr>
            <a:r>
              <a:rPr lang="en-US" sz="1500"/>
              <a:t>Application layer functions: Firewall rules</a:t>
            </a:r>
          </a:p>
          <a:p>
            <a:pPr lvl="1">
              <a:lnSpc>
                <a:spcPct val="120000"/>
              </a:lnSpc>
            </a:pPr>
            <a:r>
              <a:rPr lang="en-US" sz="1500"/>
              <a:t>Protects the network </a:t>
            </a:r>
            <a:br>
              <a:rPr lang="en-US" sz="1500"/>
            </a:br>
            <a:r>
              <a:rPr lang="en-US" sz="1500"/>
              <a:t>by filtering traffic.</a:t>
            </a:r>
          </a:p>
          <a:p>
            <a:pPr lvl="1">
              <a:lnSpc>
                <a:spcPct val="120000"/>
              </a:lnSpc>
            </a:pPr>
            <a:r>
              <a:rPr lang="en-US" sz="1500"/>
              <a:t>Prevents unauthorized access/potential threats</a:t>
            </a:r>
          </a:p>
        </p:txBody>
      </p:sp>
      <p:pic>
        <p:nvPicPr>
          <p:cNvPr id="24" name="Graphic 23" descr="Cloud outline">
            <a:extLst>
              <a:ext uri="{FF2B5EF4-FFF2-40B4-BE49-F238E27FC236}">
                <a16:creationId xmlns:a16="http://schemas.microsoft.com/office/drawing/2014/main" id="{27EC384B-C30A-B56B-A1E5-0BB864EC18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6657" y="451037"/>
            <a:ext cx="3613500" cy="4823995"/>
          </a:xfrm>
          <a:prstGeom prst="rect">
            <a:avLst/>
          </a:prstGeom>
        </p:spPr>
      </p:pic>
      <p:grpSp>
        <p:nvGrpSpPr>
          <p:cNvPr id="3" name="Group 2" descr="Layer 4 (Transport Layer) segments sent data and then reassembles data as it is received.&#10;Layer 7 (Application) ensures that one application can communicate with other applications on different computer systems and networks. &#10;">
            <a:extLst>
              <a:ext uri="{FF2B5EF4-FFF2-40B4-BE49-F238E27FC236}">
                <a16:creationId xmlns:a16="http://schemas.microsoft.com/office/drawing/2014/main" id="{4418C3F6-B9A6-E228-99DB-677A8D11CCB6}"/>
              </a:ext>
            </a:extLst>
          </p:cNvPr>
          <p:cNvGrpSpPr/>
          <p:nvPr/>
        </p:nvGrpSpPr>
        <p:grpSpPr>
          <a:xfrm>
            <a:off x="3470105" y="1357368"/>
            <a:ext cx="5006807" cy="2566411"/>
            <a:chOff x="3465871" y="1475697"/>
            <a:chExt cx="5006807" cy="2568789"/>
          </a:xfrm>
        </p:grpSpPr>
        <p:cxnSp>
          <p:nvCxnSpPr>
            <p:cNvPr id="16" name="Straight Arrow Connector 15">
              <a:extLst>
                <a:ext uri="{FF2B5EF4-FFF2-40B4-BE49-F238E27FC236}">
                  <a16:creationId xmlns:a16="http://schemas.microsoft.com/office/drawing/2014/main" id="{283EE209-850E-B414-B607-F4807807DF77}"/>
                </a:ext>
              </a:extLst>
            </p:cNvPr>
            <p:cNvCxnSpPr>
              <a:cxnSpLocks/>
            </p:cNvCxnSpPr>
            <p:nvPr/>
          </p:nvCxnSpPr>
          <p:spPr>
            <a:xfrm flipV="1">
              <a:off x="3813740" y="2418735"/>
              <a:ext cx="0" cy="1548971"/>
            </a:xfrm>
            <a:prstGeom prst="straightConnector1">
              <a:avLst/>
            </a:prstGeom>
            <a:ln w="19050">
              <a:prstDash val="lg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8" name="Graphic 17" descr="Wireless router outline">
              <a:extLst>
                <a:ext uri="{FF2B5EF4-FFF2-40B4-BE49-F238E27FC236}">
                  <a16:creationId xmlns:a16="http://schemas.microsoft.com/office/drawing/2014/main" id="{90C8D765-CFF6-CE2E-7564-D30A1D2B851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65871" y="1547299"/>
              <a:ext cx="914400" cy="914400"/>
            </a:xfrm>
            <a:prstGeom prst="rect">
              <a:avLst/>
            </a:prstGeom>
          </p:spPr>
        </p:pic>
        <p:sp>
          <p:nvSpPr>
            <p:cNvPr id="20" name="TextBox 19">
              <a:extLst>
                <a:ext uri="{FF2B5EF4-FFF2-40B4-BE49-F238E27FC236}">
                  <a16:creationId xmlns:a16="http://schemas.microsoft.com/office/drawing/2014/main" id="{8A9BB55B-6176-1FEC-BC4E-71BBBE7A3ECF}"/>
                </a:ext>
              </a:extLst>
            </p:cNvPr>
            <p:cNvSpPr txBox="1"/>
            <p:nvPr/>
          </p:nvSpPr>
          <p:spPr>
            <a:xfrm>
              <a:off x="4473732" y="1475697"/>
              <a:ext cx="1601323" cy="738664"/>
            </a:xfrm>
            <a:prstGeom prst="rect">
              <a:avLst/>
            </a:prstGeom>
            <a:noFill/>
          </p:spPr>
          <p:txBody>
            <a:bodyPr wrap="square" lIns="91355" tIns="45678" rIns="91355" bIns="45678" rtlCol="0" anchor="t">
              <a:spAutoFit/>
            </a:bodyPr>
            <a:lstStyle/>
            <a:p>
              <a:pPr algn="ctr"/>
              <a:r>
                <a:rPr lang="en-US" sz="1348">
                  <a:solidFill>
                    <a:schemeClr val="accent1"/>
                  </a:solidFill>
                </a:rPr>
                <a:t>Application Layer Request and Response</a:t>
              </a:r>
            </a:p>
          </p:txBody>
        </p:sp>
        <p:cxnSp>
          <p:nvCxnSpPr>
            <p:cNvPr id="21" name="Straight Arrow Connector 20">
              <a:extLst>
                <a:ext uri="{FF2B5EF4-FFF2-40B4-BE49-F238E27FC236}">
                  <a16:creationId xmlns:a16="http://schemas.microsoft.com/office/drawing/2014/main" id="{548DDA85-D890-6084-6F8E-B84871815A7A}"/>
                </a:ext>
              </a:extLst>
            </p:cNvPr>
            <p:cNvCxnSpPr>
              <a:cxnSpLocks/>
            </p:cNvCxnSpPr>
            <p:nvPr/>
          </p:nvCxnSpPr>
          <p:spPr>
            <a:xfrm>
              <a:off x="4380271" y="2197509"/>
              <a:ext cx="1715729" cy="0"/>
            </a:xfrm>
            <a:prstGeom prst="straightConnector1">
              <a:avLst/>
            </a:prstGeom>
            <a:ln w="19050">
              <a:prstDash val="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7" name="Graphic 26" descr="Server outline">
              <a:extLst>
                <a:ext uri="{FF2B5EF4-FFF2-40B4-BE49-F238E27FC236}">
                  <a16:creationId xmlns:a16="http://schemas.microsoft.com/office/drawing/2014/main" id="{8905D175-FF5F-E7BA-A832-D4F75B5E121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58278" y="3130086"/>
              <a:ext cx="914400" cy="914400"/>
            </a:xfrm>
            <a:prstGeom prst="rect">
              <a:avLst/>
            </a:prstGeom>
          </p:spPr>
        </p:pic>
        <p:cxnSp>
          <p:nvCxnSpPr>
            <p:cNvPr id="36" name="Straight Arrow Connector 35">
              <a:extLst>
                <a:ext uri="{FF2B5EF4-FFF2-40B4-BE49-F238E27FC236}">
                  <a16:creationId xmlns:a16="http://schemas.microsoft.com/office/drawing/2014/main" id="{171A01BF-89B1-10E9-57BC-99DA58914F25}"/>
                </a:ext>
              </a:extLst>
            </p:cNvPr>
            <p:cNvCxnSpPr>
              <a:cxnSpLocks/>
            </p:cNvCxnSpPr>
            <p:nvPr/>
          </p:nvCxnSpPr>
          <p:spPr>
            <a:xfrm flipH="1" flipV="1">
              <a:off x="4065275" y="2411824"/>
              <a:ext cx="14999" cy="1465305"/>
            </a:xfrm>
            <a:prstGeom prst="straightConnector1">
              <a:avLst/>
            </a:prstGeom>
            <a:ln>
              <a:solidFill>
                <a:schemeClr val="accent2"/>
              </a:solidFill>
              <a:prstDash val="dash"/>
              <a:tailEnd type="triangle"/>
            </a:ln>
          </p:spPr>
          <p:style>
            <a:lnRef idx="1">
              <a:schemeClr val="accent2"/>
            </a:lnRef>
            <a:fillRef idx="0">
              <a:schemeClr val="accent2"/>
            </a:fillRef>
            <a:effectRef idx="0">
              <a:schemeClr val="accent2"/>
            </a:effectRef>
            <a:fontRef idx="minor">
              <a:schemeClr val="tx1"/>
            </a:fontRef>
          </p:style>
        </p:cxnSp>
        <p:pic>
          <p:nvPicPr>
            <p:cNvPr id="42" name="Graphic 41" descr="Wireless router outline">
              <a:extLst>
                <a:ext uri="{FF2B5EF4-FFF2-40B4-BE49-F238E27FC236}">
                  <a16:creationId xmlns:a16="http://schemas.microsoft.com/office/drawing/2014/main" id="{58621ACF-C812-513B-9B53-A6D1A648E4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72610" y="1832402"/>
              <a:ext cx="914400" cy="914400"/>
            </a:xfrm>
            <a:prstGeom prst="rect">
              <a:avLst/>
            </a:prstGeom>
          </p:spPr>
        </p:pic>
        <p:cxnSp>
          <p:nvCxnSpPr>
            <p:cNvPr id="44" name="Straight Arrow Connector 43">
              <a:extLst>
                <a:ext uri="{FF2B5EF4-FFF2-40B4-BE49-F238E27FC236}">
                  <a16:creationId xmlns:a16="http://schemas.microsoft.com/office/drawing/2014/main" id="{D6F737C3-BC9D-20E6-5937-DB401E4FE5F8}"/>
                </a:ext>
              </a:extLst>
            </p:cNvPr>
            <p:cNvCxnSpPr>
              <a:cxnSpLocks/>
            </p:cNvCxnSpPr>
            <p:nvPr/>
          </p:nvCxnSpPr>
          <p:spPr>
            <a:xfrm>
              <a:off x="7008236" y="2693427"/>
              <a:ext cx="597640" cy="674206"/>
            </a:xfrm>
            <a:prstGeom prst="straightConnector1">
              <a:avLst/>
            </a:prstGeom>
            <a:ln>
              <a:prstDash val="dash"/>
              <a:tailEnd type="triangle"/>
            </a:ln>
          </p:spPr>
          <p:style>
            <a:lnRef idx="1">
              <a:schemeClr val="accent2"/>
            </a:lnRef>
            <a:fillRef idx="0">
              <a:schemeClr val="accent2"/>
            </a:fillRef>
            <a:effectRef idx="0">
              <a:schemeClr val="accent2"/>
            </a:effectRef>
            <a:fontRef idx="minor">
              <a:schemeClr val="tx1"/>
            </a:fontRef>
          </p:style>
        </p:cxnSp>
        <p:sp>
          <p:nvSpPr>
            <p:cNvPr id="50" name="TextBox 49">
              <a:extLst>
                <a:ext uri="{FF2B5EF4-FFF2-40B4-BE49-F238E27FC236}">
                  <a16:creationId xmlns:a16="http://schemas.microsoft.com/office/drawing/2014/main" id="{F4C5D9D1-26D0-EA7F-600A-34FE39940F86}"/>
                </a:ext>
              </a:extLst>
            </p:cNvPr>
            <p:cNvSpPr txBox="1"/>
            <p:nvPr/>
          </p:nvSpPr>
          <p:spPr>
            <a:xfrm>
              <a:off x="6120310" y="2834304"/>
              <a:ext cx="1281662" cy="738664"/>
            </a:xfrm>
            <a:prstGeom prst="rect">
              <a:avLst/>
            </a:prstGeom>
            <a:noFill/>
          </p:spPr>
          <p:txBody>
            <a:bodyPr wrap="square" lIns="91355" tIns="45678" rIns="91355" bIns="45678" rtlCol="0" anchor="t">
              <a:spAutoFit/>
            </a:bodyPr>
            <a:lstStyle/>
            <a:p>
              <a:pPr algn="ctr"/>
              <a:r>
                <a:rPr lang="en-US" sz="1348">
                  <a:solidFill>
                    <a:schemeClr val="accent2"/>
                  </a:solidFill>
                </a:rPr>
                <a:t>Transport Layer</a:t>
              </a:r>
            </a:p>
            <a:p>
              <a:pPr algn="ctr"/>
              <a:r>
                <a:rPr lang="en-US" sz="1348">
                  <a:solidFill>
                    <a:schemeClr val="accent2"/>
                  </a:solidFill>
                </a:rPr>
                <a:t>Reassembly</a:t>
              </a:r>
            </a:p>
          </p:txBody>
        </p:sp>
        <p:sp>
          <p:nvSpPr>
            <p:cNvPr id="52" name="TextBox 51">
              <a:extLst>
                <a:ext uri="{FF2B5EF4-FFF2-40B4-BE49-F238E27FC236}">
                  <a16:creationId xmlns:a16="http://schemas.microsoft.com/office/drawing/2014/main" id="{A84A1FA0-8F11-D859-66C4-3222E2520FC5}"/>
                </a:ext>
                <a:ext uri="{C183D7F6-B498-43B3-948B-1728B52AA6E4}">
                  <adec:decorative xmlns:adec="http://schemas.microsoft.com/office/drawing/2017/decorative" val="1"/>
                </a:ext>
              </a:extLst>
            </p:cNvPr>
            <p:cNvSpPr txBox="1"/>
            <p:nvPr/>
          </p:nvSpPr>
          <p:spPr>
            <a:xfrm>
              <a:off x="4065275" y="2902471"/>
              <a:ext cx="1419337" cy="715196"/>
            </a:xfrm>
            <a:prstGeom prst="rect">
              <a:avLst/>
            </a:prstGeom>
            <a:noFill/>
          </p:spPr>
          <p:txBody>
            <a:bodyPr wrap="square" lIns="91355" tIns="45678" rIns="91355" bIns="45678" rtlCol="0" anchor="t">
              <a:spAutoFit/>
            </a:bodyPr>
            <a:lstStyle/>
            <a:p>
              <a:r>
                <a:rPr lang="en-US" sz="1348">
                  <a:solidFill>
                    <a:srgbClr val="C00000"/>
                  </a:solidFill>
                </a:rPr>
                <a:t>Transport Layer</a:t>
              </a:r>
            </a:p>
            <a:p>
              <a:r>
                <a:rPr lang="en-US" sz="1348">
                  <a:solidFill>
                    <a:srgbClr val="C00000"/>
                  </a:solidFill>
                </a:rPr>
                <a:t>Segmentation</a:t>
              </a:r>
            </a:p>
          </p:txBody>
        </p:sp>
        <p:cxnSp>
          <p:nvCxnSpPr>
            <p:cNvPr id="53" name="Straight Arrow Connector 52">
              <a:extLst>
                <a:ext uri="{FF2B5EF4-FFF2-40B4-BE49-F238E27FC236}">
                  <a16:creationId xmlns:a16="http://schemas.microsoft.com/office/drawing/2014/main" id="{DC8E6E78-A59F-F427-969E-EDCACA570E77}"/>
                </a:ext>
              </a:extLst>
            </p:cNvPr>
            <p:cNvCxnSpPr>
              <a:cxnSpLocks/>
            </p:cNvCxnSpPr>
            <p:nvPr/>
          </p:nvCxnSpPr>
          <p:spPr>
            <a:xfrm>
              <a:off x="7464342" y="2531528"/>
              <a:ext cx="539880" cy="612948"/>
            </a:xfrm>
            <a:prstGeom prst="straightConnector1">
              <a:avLst/>
            </a:prstGeom>
            <a:ln w="19050">
              <a:prstDash val="dash"/>
              <a:headEnd type="triangle"/>
              <a:tailEnd type="triangle"/>
            </a:ln>
          </p:spPr>
          <p:style>
            <a:lnRef idx="1">
              <a:schemeClr val="accent1"/>
            </a:lnRef>
            <a:fillRef idx="0">
              <a:schemeClr val="accent1"/>
            </a:fillRef>
            <a:effectRef idx="0">
              <a:schemeClr val="accent1"/>
            </a:effectRef>
            <a:fontRef idx="minor">
              <a:schemeClr val="tx1"/>
            </a:fontRef>
          </p:style>
        </p:cxnSp>
      </p:grpSp>
      <p:pic>
        <p:nvPicPr>
          <p:cNvPr id="8" name="Graphic 7" descr="Monitor with solid fill">
            <a:extLst>
              <a:ext uri="{FF2B5EF4-FFF2-40B4-BE49-F238E27FC236}">
                <a16:creationId xmlns:a16="http://schemas.microsoft.com/office/drawing/2014/main" id="{FEEB8010-66D8-1749-8995-2D9DF909635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23738" y="3791383"/>
            <a:ext cx="786889" cy="786889"/>
          </a:xfrm>
          <a:prstGeom prst="rect">
            <a:avLst/>
          </a:prstGeom>
        </p:spPr>
      </p:pic>
      <p:sp>
        <p:nvSpPr>
          <p:cNvPr id="5" name="Slide Number Placeholder 4">
            <a:extLst>
              <a:ext uri="{FF2B5EF4-FFF2-40B4-BE49-F238E27FC236}">
                <a16:creationId xmlns:a16="http://schemas.microsoft.com/office/drawing/2014/main" id="{54B488BD-BCDF-EAC0-6976-E51AA283B365}"/>
              </a:ext>
            </a:extLst>
          </p:cNvPr>
          <p:cNvSpPr>
            <a:spLocks noGrp="1"/>
          </p:cNvSpPr>
          <p:nvPr>
            <p:ph type="sldNum" sz="quarter" idx="12"/>
          </p:nvPr>
        </p:nvSpPr>
        <p:spPr/>
        <p:txBody>
          <a:bodyPr/>
          <a:lstStyle/>
          <a:p>
            <a:fld id="{64537577-822C-42C9-B1FE-62AC5F07B59D}" type="slidenum">
              <a:rPr lang="en-US" smtClean="0"/>
              <a:pPr/>
              <a:t>32</a:t>
            </a:fld>
            <a:endParaRPr lang="en-US"/>
          </a:p>
        </p:txBody>
      </p:sp>
      <p:sp>
        <p:nvSpPr>
          <p:cNvPr id="6" name="Footer Placeholder 5">
            <a:extLst>
              <a:ext uri="{FF2B5EF4-FFF2-40B4-BE49-F238E27FC236}">
                <a16:creationId xmlns:a16="http://schemas.microsoft.com/office/drawing/2014/main" id="{D71F1CCD-08BD-5D7C-3AD7-F2B4FE77C2AE}"/>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29531479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p:txBody>
          <a:bodyPr anchor="ctr">
            <a:noAutofit/>
          </a:bodyPr>
          <a:lstStyle/>
          <a:p>
            <a:r>
              <a:rPr lang="en-US" sz="3200"/>
              <a:t>SOHO Router – The Internet</a:t>
            </a:r>
          </a:p>
        </p:txBody>
      </p:sp>
      <p:sp>
        <p:nvSpPr>
          <p:cNvPr id="3" name="Content Placeholder 2">
            <a:extLst>
              <a:ext uri="{FF2B5EF4-FFF2-40B4-BE49-F238E27FC236}">
                <a16:creationId xmlns:a16="http://schemas.microsoft.com/office/drawing/2014/main" id="{AF6CFB86-7745-2AC7-7151-82C906D7A09B}"/>
              </a:ext>
            </a:extLst>
          </p:cNvPr>
          <p:cNvSpPr>
            <a:spLocks noGrp="1"/>
          </p:cNvSpPr>
          <p:nvPr>
            <p:ph idx="1"/>
          </p:nvPr>
        </p:nvSpPr>
        <p:spPr/>
        <p:txBody>
          <a:bodyPr>
            <a:normAutofit/>
          </a:bodyPr>
          <a:lstStyle/>
          <a:p>
            <a:pPr>
              <a:lnSpc>
                <a:spcPct val="110000"/>
              </a:lnSpc>
            </a:pPr>
            <a:r>
              <a:rPr lang="en-US"/>
              <a:t>WAN: SOHO connection to the Internet</a:t>
            </a:r>
          </a:p>
          <a:p>
            <a:pPr>
              <a:lnSpc>
                <a:spcPct val="110000"/>
              </a:lnSpc>
            </a:pPr>
            <a:r>
              <a:rPr lang="en-US"/>
              <a:t>Public Switched Telephone Network (PSTN): Facilitates most SOHO access to Internet</a:t>
            </a:r>
          </a:p>
          <a:p>
            <a:pPr>
              <a:lnSpc>
                <a:spcPct val="110000"/>
              </a:lnSpc>
            </a:pPr>
            <a:r>
              <a:rPr lang="en-US"/>
              <a:t>Adherence to established Internet standards</a:t>
            </a:r>
          </a:p>
        </p:txBody>
      </p:sp>
      <p:sp>
        <p:nvSpPr>
          <p:cNvPr id="5" name="Slide Number Placeholder 4">
            <a:extLst>
              <a:ext uri="{FF2B5EF4-FFF2-40B4-BE49-F238E27FC236}">
                <a16:creationId xmlns:a16="http://schemas.microsoft.com/office/drawing/2014/main" id="{3E0848C4-CDEA-2F79-FF87-9504F87F669F}"/>
              </a:ext>
            </a:extLst>
          </p:cNvPr>
          <p:cNvSpPr>
            <a:spLocks noGrp="1"/>
          </p:cNvSpPr>
          <p:nvPr>
            <p:ph type="sldNum" sz="quarter" idx="12"/>
          </p:nvPr>
        </p:nvSpPr>
        <p:spPr/>
        <p:txBody>
          <a:bodyPr/>
          <a:lstStyle/>
          <a:p>
            <a:fld id="{64537577-822C-42C9-B1FE-62AC5F07B59D}" type="slidenum">
              <a:rPr lang="en-US" smtClean="0"/>
              <a:pPr/>
              <a:t>33</a:t>
            </a:fld>
            <a:endParaRPr lang="en-US"/>
          </a:p>
        </p:txBody>
      </p:sp>
      <p:sp>
        <p:nvSpPr>
          <p:cNvPr id="7" name="Footer Placeholder 6">
            <a:extLst>
              <a:ext uri="{FF2B5EF4-FFF2-40B4-BE49-F238E27FC236}">
                <a16:creationId xmlns:a16="http://schemas.microsoft.com/office/drawing/2014/main" id="{0FDF235E-2615-B49E-DE69-2B5741CA1884}"/>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1410413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F26F-A720-BFAE-5A40-BF4FCC23E56E}"/>
              </a:ext>
            </a:extLst>
          </p:cNvPr>
          <p:cNvSpPr>
            <a:spLocks noGrp="1"/>
          </p:cNvSpPr>
          <p:nvPr>
            <p:ph type="title"/>
          </p:nvPr>
        </p:nvSpPr>
        <p:spPr/>
        <p:txBody>
          <a:bodyPr>
            <a:normAutofit fontScale="90000"/>
          </a:bodyPr>
          <a:lstStyle/>
          <a:p>
            <a:r>
              <a:rPr lang="en-US"/>
              <a:t>The Decimal System – Base 10 </a:t>
            </a:r>
          </a:p>
        </p:txBody>
      </p:sp>
      <p:graphicFrame>
        <p:nvGraphicFramePr>
          <p:cNvPr id="3" name="Table 2">
            <a:extLst>
              <a:ext uri="{FF2B5EF4-FFF2-40B4-BE49-F238E27FC236}">
                <a16:creationId xmlns:a16="http://schemas.microsoft.com/office/drawing/2014/main" id="{F548DB6C-6851-269C-72B0-D16D605EC331}"/>
              </a:ext>
            </a:extLst>
          </p:cNvPr>
          <p:cNvGraphicFramePr>
            <a:graphicFrameLocks noGrp="1"/>
          </p:cNvGraphicFramePr>
          <p:nvPr>
            <p:extLst>
              <p:ext uri="{D42A27DB-BD31-4B8C-83A1-F6EECF244321}">
                <p14:modId xmlns:p14="http://schemas.microsoft.com/office/powerpoint/2010/main" val="392576197"/>
              </p:ext>
            </p:extLst>
          </p:nvPr>
        </p:nvGraphicFramePr>
        <p:xfrm>
          <a:off x="597908" y="1866604"/>
          <a:ext cx="7952468" cy="1953261"/>
        </p:xfrm>
        <a:graphic>
          <a:graphicData uri="http://schemas.openxmlformats.org/drawingml/2006/table">
            <a:tbl>
              <a:tblPr firstRow="1" firstCol="1" bandRow="1">
                <a:tableStyleId>{5940675A-B579-460E-94D1-54222C63F5DA}</a:tableStyleId>
              </a:tblPr>
              <a:tblGrid>
                <a:gridCol w="1098908">
                  <a:extLst>
                    <a:ext uri="{9D8B030D-6E8A-4147-A177-3AD203B41FA5}">
                      <a16:colId xmlns:a16="http://schemas.microsoft.com/office/drawing/2014/main" val="50603405"/>
                    </a:ext>
                  </a:extLst>
                </a:gridCol>
                <a:gridCol w="976258">
                  <a:extLst>
                    <a:ext uri="{9D8B030D-6E8A-4147-A177-3AD203B41FA5}">
                      <a16:colId xmlns:a16="http://schemas.microsoft.com/office/drawing/2014/main" val="3359747753"/>
                    </a:ext>
                  </a:extLst>
                </a:gridCol>
                <a:gridCol w="1073781">
                  <a:extLst>
                    <a:ext uri="{9D8B030D-6E8A-4147-A177-3AD203B41FA5}">
                      <a16:colId xmlns:a16="http://schemas.microsoft.com/office/drawing/2014/main" val="3214537055"/>
                    </a:ext>
                  </a:extLst>
                </a:gridCol>
                <a:gridCol w="1110016">
                  <a:extLst>
                    <a:ext uri="{9D8B030D-6E8A-4147-A177-3AD203B41FA5}">
                      <a16:colId xmlns:a16="http://schemas.microsoft.com/office/drawing/2014/main" val="3873348146"/>
                    </a:ext>
                  </a:extLst>
                </a:gridCol>
                <a:gridCol w="1051078">
                  <a:extLst>
                    <a:ext uri="{9D8B030D-6E8A-4147-A177-3AD203B41FA5}">
                      <a16:colId xmlns:a16="http://schemas.microsoft.com/office/drawing/2014/main" val="436547384"/>
                    </a:ext>
                  </a:extLst>
                </a:gridCol>
                <a:gridCol w="1021608">
                  <a:extLst>
                    <a:ext uri="{9D8B030D-6E8A-4147-A177-3AD203B41FA5}">
                      <a16:colId xmlns:a16="http://schemas.microsoft.com/office/drawing/2014/main" val="2854304113"/>
                    </a:ext>
                  </a:extLst>
                </a:gridCol>
                <a:gridCol w="825145">
                  <a:extLst>
                    <a:ext uri="{9D8B030D-6E8A-4147-A177-3AD203B41FA5}">
                      <a16:colId xmlns:a16="http://schemas.microsoft.com/office/drawing/2014/main" val="726099675"/>
                    </a:ext>
                  </a:extLst>
                </a:gridCol>
                <a:gridCol w="795674">
                  <a:extLst>
                    <a:ext uri="{9D8B030D-6E8A-4147-A177-3AD203B41FA5}">
                      <a16:colId xmlns:a16="http://schemas.microsoft.com/office/drawing/2014/main" val="2769799676"/>
                    </a:ext>
                  </a:extLst>
                </a:gridCol>
              </a:tblGrid>
              <a:tr h="902198">
                <a:tc>
                  <a:txBody>
                    <a:bodyPr/>
                    <a:lstStyle/>
                    <a:p>
                      <a:pPr marL="0" marR="0" algn="ctr">
                        <a:lnSpc>
                          <a:spcPct val="107000"/>
                        </a:lnSpc>
                        <a:spcBef>
                          <a:spcPts val="0"/>
                        </a:spcBef>
                        <a:spcAft>
                          <a:spcPts val="0"/>
                        </a:spcAft>
                      </a:pPr>
                      <a:endParaRPr lang="en-US" sz="1400" kern="100">
                        <a:solidFill>
                          <a:schemeClr val="bg1"/>
                        </a:solidFill>
                        <a:effectLst/>
                      </a:endParaRPr>
                    </a:p>
                    <a:p>
                      <a:pPr marL="0" marR="0" algn="ctr">
                        <a:lnSpc>
                          <a:spcPct val="107000"/>
                        </a:lnSpc>
                        <a:spcBef>
                          <a:spcPts val="0"/>
                        </a:spcBef>
                        <a:spcAft>
                          <a:spcPts val="0"/>
                        </a:spcAft>
                      </a:pPr>
                      <a:r>
                        <a:rPr lang="en-US" sz="1400" kern="100">
                          <a:solidFill>
                            <a:schemeClr val="bg1"/>
                          </a:solidFill>
                          <a:effectLst/>
                        </a:rPr>
                        <a:t>Ten-millions</a:t>
                      </a:r>
                    </a:p>
                    <a:p>
                      <a:pPr marL="0" marR="0" algn="ctr">
                        <a:lnSpc>
                          <a:spcPct val="107000"/>
                        </a:lnSpc>
                        <a:spcBef>
                          <a:spcPts val="0"/>
                        </a:spcBef>
                        <a:spcAft>
                          <a:spcPts val="0"/>
                        </a:spcAft>
                      </a:pPr>
                      <a:endParaRPr lang="en-US"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endParaRPr lang="en-US" sz="1400" kern="100">
                        <a:solidFill>
                          <a:schemeClr val="bg1"/>
                        </a:solidFill>
                        <a:effectLst/>
                      </a:endParaRPr>
                    </a:p>
                    <a:p>
                      <a:pPr marL="0" marR="0" algn="ctr">
                        <a:lnSpc>
                          <a:spcPct val="107000"/>
                        </a:lnSpc>
                        <a:spcBef>
                          <a:spcPts val="0"/>
                        </a:spcBef>
                        <a:spcAft>
                          <a:spcPts val="0"/>
                        </a:spcAft>
                      </a:pPr>
                      <a:r>
                        <a:rPr lang="en-US" sz="1400" kern="100">
                          <a:solidFill>
                            <a:schemeClr val="bg1"/>
                          </a:solidFill>
                          <a:effectLst/>
                        </a:rPr>
                        <a:t>One-millions</a:t>
                      </a:r>
                      <a:endParaRPr lang="en-US"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endParaRPr lang="en-US" sz="1400" kern="100">
                        <a:solidFill>
                          <a:schemeClr val="bg1"/>
                        </a:solidFill>
                        <a:effectLst/>
                      </a:endParaRPr>
                    </a:p>
                    <a:p>
                      <a:pPr marL="0" marR="0" algn="ctr">
                        <a:lnSpc>
                          <a:spcPct val="107000"/>
                        </a:lnSpc>
                        <a:spcBef>
                          <a:spcPts val="0"/>
                        </a:spcBef>
                        <a:spcAft>
                          <a:spcPts val="0"/>
                        </a:spcAft>
                      </a:pPr>
                      <a:r>
                        <a:rPr lang="en-US" sz="1400" kern="100">
                          <a:solidFill>
                            <a:schemeClr val="bg1"/>
                          </a:solidFill>
                          <a:effectLst/>
                        </a:rPr>
                        <a:t>Hundred-thousands</a:t>
                      </a:r>
                      <a:endParaRPr lang="en-US"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endParaRPr lang="en-US" sz="1400" kern="100">
                        <a:solidFill>
                          <a:schemeClr val="bg1"/>
                        </a:solidFill>
                        <a:effectLst/>
                      </a:endParaRPr>
                    </a:p>
                    <a:p>
                      <a:pPr marL="0" marR="0" algn="ctr">
                        <a:lnSpc>
                          <a:spcPct val="107000"/>
                        </a:lnSpc>
                        <a:spcBef>
                          <a:spcPts val="0"/>
                        </a:spcBef>
                        <a:spcAft>
                          <a:spcPts val="0"/>
                        </a:spcAft>
                      </a:pPr>
                      <a:r>
                        <a:rPr lang="en-US" sz="1400" kern="100">
                          <a:solidFill>
                            <a:schemeClr val="bg1"/>
                          </a:solidFill>
                          <a:effectLst/>
                        </a:rPr>
                        <a:t>Ten-thousands</a:t>
                      </a:r>
                      <a:endParaRPr lang="en-US"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endParaRPr lang="en-US" sz="1400" kern="100">
                        <a:solidFill>
                          <a:schemeClr val="bg1"/>
                        </a:solidFill>
                        <a:effectLst/>
                      </a:endParaRPr>
                    </a:p>
                    <a:p>
                      <a:pPr marL="0" marR="0" algn="ctr">
                        <a:lnSpc>
                          <a:spcPct val="107000"/>
                        </a:lnSpc>
                        <a:spcBef>
                          <a:spcPts val="0"/>
                        </a:spcBef>
                        <a:spcAft>
                          <a:spcPts val="0"/>
                        </a:spcAft>
                      </a:pPr>
                      <a:r>
                        <a:rPr lang="en-US" sz="1400" kern="100">
                          <a:solidFill>
                            <a:schemeClr val="bg1"/>
                          </a:solidFill>
                          <a:effectLst/>
                        </a:rPr>
                        <a:t>One-thousands</a:t>
                      </a:r>
                      <a:endParaRPr lang="en-US"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endParaRPr lang="en-US" sz="1400" kern="100">
                        <a:solidFill>
                          <a:schemeClr val="bg1"/>
                        </a:solidFill>
                        <a:effectLst/>
                      </a:endParaRPr>
                    </a:p>
                    <a:p>
                      <a:pPr marL="0" marR="0" algn="ctr">
                        <a:lnSpc>
                          <a:spcPct val="107000"/>
                        </a:lnSpc>
                        <a:spcBef>
                          <a:spcPts val="0"/>
                        </a:spcBef>
                        <a:spcAft>
                          <a:spcPts val="0"/>
                        </a:spcAft>
                      </a:pPr>
                      <a:r>
                        <a:rPr lang="en-US" sz="1400" kern="100">
                          <a:solidFill>
                            <a:schemeClr val="bg1"/>
                          </a:solidFill>
                          <a:effectLst/>
                        </a:rPr>
                        <a:t>Hundreds</a:t>
                      </a:r>
                      <a:endParaRPr lang="en-US"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endParaRPr lang="en-US" sz="1400" kern="100">
                        <a:solidFill>
                          <a:schemeClr val="bg1"/>
                        </a:solidFill>
                        <a:effectLst/>
                      </a:endParaRPr>
                    </a:p>
                    <a:p>
                      <a:pPr marL="0" marR="0" algn="ctr">
                        <a:lnSpc>
                          <a:spcPct val="107000"/>
                        </a:lnSpc>
                        <a:spcBef>
                          <a:spcPts val="0"/>
                        </a:spcBef>
                        <a:spcAft>
                          <a:spcPts val="0"/>
                        </a:spcAft>
                      </a:pPr>
                      <a:r>
                        <a:rPr lang="en-US" sz="1400" kern="100">
                          <a:solidFill>
                            <a:schemeClr val="bg1"/>
                          </a:solidFill>
                          <a:effectLst/>
                        </a:rPr>
                        <a:t>Tens</a:t>
                      </a:r>
                      <a:endParaRPr lang="en-US"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endParaRPr lang="en-US" sz="1400" kern="100">
                        <a:solidFill>
                          <a:schemeClr val="bg1"/>
                        </a:solidFill>
                        <a:effectLst/>
                      </a:endParaRPr>
                    </a:p>
                    <a:p>
                      <a:pPr marL="0" marR="0" algn="ctr">
                        <a:lnSpc>
                          <a:spcPct val="107000"/>
                        </a:lnSpc>
                        <a:spcBef>
                          <a:spcPts val="0"/>
                        </a:spcBef>
                        <a:spcAft>
                          <a:spcPts val="0"/>
                        </a:spcAft>
                      </a:pPr>
                      <a:r>
                        <a:rPr lang="en-US" sz="1400" kern="100">
                          <a:solidFill>
                            <a:schemeClr val="bg1"/>
                          </a:solidFill>
                          <a:effectLst/>
                        </a:rPr>
                        <a:t>Ones</a:t>
                      </a:r>
                      <a:endParaRPr lang="en-US" sz="14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3433852157"/>
                  </a:ext>
                </a:extLst>
              </a:tr>
              <a:tr h="887987">
                <a:tc>
                  <a:txBody>
                    <a:bodyPr/>
                    <a:lstStyle/>
                    <a:p>
                      <a:pPr marL="0" marR="0" algn="ctr">
                        <a:lnSpc>
                          <a:spcPct val="107000"/>
                        </a:lnSpc>
                        <a:spcBef>
                          <a:spcPts val="0"/>
                        </a:spcBef>
                        <a:spcAft>
                          <a:spcPts val="0"/>
                        </a:spcAft>
                      </a:pPr>
                      <a:endParaRPr lang="en-US" sz="1300" kern="100">
                        <a:solidFill>
                          <a:srgbClr val="20282F"/>
                        </a:solidFill>
                        <a:effectLst/>
                      </a:endParaRPr>
                    </a:p>
                    <a:p>
                      <a:pPr marL="0" marR="0" algn="ctr">
                        <a:lnSpc>
                          <a:spcPct val="107000"/>
                        </a:lnSpc>
                        <a:spcBef>
                          <a:spcPts val="0"/>
                        </a:spcBef>
                        <a:spcAft>
                          <a:spcPts val="0"/>
                        </a:spcAft>
                      </a:pPr>
                      <a:r>
                        <a:rPr lang="en-US" sz="1300" kern="100">
                          <a:solidFill>
                            <a:srgbClr val="20282F"/>
                          </a:solidFill>
                          <a:effectLst/>
                        </a:rPr>
                        <a:t>Digit </a:t>
                      </a:r>
                    </a:p>
                    <a:p>
                      <a:pPr marL="0" marR="0" algn="ctr">
                        <a:lnSpc>
                          <a:spcPct val="107000"/>
                        </a:lnSpc>
                        <a:spcBef>
                          <a:spcPts val="0"/>
                        </a:spcBef>
                        <a:spcAft>
                          <a:spcPts val="0"/>
                        </a:spcAft>
                      </a:pPr>
                      <a:r>
                        <a:rPr lang="en-US" sz="1300" kern="100">
                          <a:solidFill>
                            <a:srgbClr val="20282F"/>
                          </a:solidFill>
                          <a:effectLst/>
                        </a:rPr>
                        <a:t>x </a:t>
                      </a:r>
                    </a:p>
                    <a:p>
                      <a:pPr marL="0" marR="0" algn="ctr">
                        <a:lnSpc>
                          <a:spcPct val="107000"/>
                        </a:lnSpc>
                        <a:spcBef>
                          <a:spcPts val="0"/>
                        </a:spcBef>
                        <a:spcAft>
                          <a:spcPts val="0"/>
                        </a:spcAft>
                      </a:pPr>
                      <a:r>
                        <a:rPr lang="en-US" sz="1300" kern="100">
                          <a:solidFill>
                            <a:srgbClr val="20282F"/>
                          </a:solidFill>
                          <a:effectLst/>
                        </a:rPr>
                        <a:t>10,000,000</a:t>
                      </a:r>
                    </a:p>
                    <a:p>
                      <a:pPr marL="0" marR="0" algn="ctr">
                        <a:lnSpc>
                          <a:spcPct val="107000"/>
                        </a:lnSpc>
                        <a:spcBef>
                          <a:spcPts val="0"/>
                        </a:spcBef>
                        <a:spcAft>
                          <a:spcPts val="0"/>
                        </a:spcAft>
                      </a:pPr>
                      <a:r>
                        <a:rPr lang="en-US" sz="1300" kern="100">
                          <a:solidFill>
                            <a:srgbClr val="20282F"/>
                          </a:solidFill>
                          <a:effectLst/>
                        </a:rPr>
                        <a:t> </a:t>
                      </a:r>
                      <a:endParaRPr lang="en-US" sz="1300" kern="100">
                        <a:solidFill>
                          <a:srgbClr val="20282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endParaRPr lang="en-US" sz="1300" kern="100">
                        <a:solidFill>
                          <a:srgbClr val="20282F"/>
                        </a:solidFill>
                        <a:effectLst/>
                      </a:endParaRPr>
                    </a:p>
                    <a:p>
                      <a:pPr marL="0" marR="0" algn="ctr">
                        <a:lnSpc>
                          <a:spcPct val="107000"/>
                        </a:lnSpc>
                        <a:spcBef>
                          <a:spcPts val="0"/>
                        </a:spcBef>
                        <a:spcAft>
                          <a:spcPts val="0"/>
                        </a:spcAft>
                      </a:pPr>
                      <a:r>
                        <a:rPr lang="en-US" sz="1300" kern="100">
                          <a:solidFill>
                            <a:srgbClr val="20282F"/>
                          </a:solidFill>
                          <a:effectLst/>
                        </a:rPr>
                        <a:t>Digit </a:t>
                      </a:r>
                    </a:p>
                    <a:p>
                      <a:pPr marL="0" marR="0" algn="ctr">
                        <a:lnSpc>
                          <a:spcPct val="107000"/>
                        </a:lnSpc>
                        <a:spcBef>
                          <a:spcPts val="0"/>
                        </a:spcBef>
                        <a:spcAft>
                          <a:spcPts val="0"/>
                        </a:spcAft>
                      </a:pPr>
                      <a:r>
                        <a:rPr lang="en-US" sz="1300" kern="100">
                          <a:solidFill>
                            <a:srgbClr val="20282F"/>
                          </a:solidFill>
                          <a:effectLst/>
                        </a:rPr>
                        <a:t>x </a:t>
                      </a:r>
                    </a:p>
                    <a:p>
                      <a:pPr marL="0" marR="0" algn="ctr">
                        <a:lnSpc>
                          <a:spcPct val="107000"/>
                        </a:lnSpc>
                        <a:spcBef>
                          <a:spcPts val="0"/>
                        </a:spcBef>
                        <a:spcAft>
                          <a:spcPts val="0"/>
                        </a:spcAft>
                      </a:pPr>
                      <a:r>
                        <a:rPr lang="en-US" sz="1300" kern="100">
                          <a:solidFill>
                            <a:srgbClr val="20282F"/>
                          </a:solidFill>
                          <a:effectLst/>
                        </a:rPr>
                        <a:t>1,000,000 </a:t>
                      </a:r>
                      <a:endParaRPr lang="en-US" sz="1300" kern="100">
                        <a:solidFill>
                          <a:srgbClr val="20282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endParaRPr lang="en-US" sz="1300" kern="100">
                        <a:solidFill>
                          <a:srgbClr val="20282F"/>
                        </a:solidFill>
                        <a:effectLst/>
                      </a:endParaRPr>
                    </a:p>
                    <a:p>
                      <a:pPr marL="0" marR="0" algn="ctr">
                        <a:lnSpc>
                          <a:spcPct val="107000"/>
                        </a:lnSpc>
                        <a:spcBef>
                          <a:spcPts val="0"/>
                        </a:spcBef>
                        <a:spcAft>
                          <a:spcPts val="0"/>
                        </a:spcAft>
                      </a:pPr>
                      <a:r>
                        <a:rPr lang="en-US" sz="1300" kern="100">
                          <a:solidFill>
                            <a:srgbClr val="20282F"/>
                          </a:solidFill>
                          <a:effectLst/>
                        </a:rPr>
                        <a:t>Digit </a:t>
                      </a:r>
                    </a:p>
                    <a:p>
                      <a:pPr marL="0" marR="0" algn="ctr">
                        <a:lnSpc>
                          <a:spcPct val="107000"/>
                        </a:lnSpc>
                        <a:spcBef>
                          <a:spcPts val="0"/>
                        </a:spcBef>
                        <a:spcAft>
                          <a:spcPts val="0"/>
                        </a:spcAft>
                      </a:pPr>
                      <a:r>
                        <a:rPr lang="en-US" sz="1300" kern="100">
                          <a:solidFill>
                            <a:srgbClr val="20282F"/>
                          </a:solidFill>
                          <a:effectLst/>
                        </a:rPr>
                        <a:t>x </a:t>
                      </a:r>
                    </a:p>
                    <a:p>
                      <a:pPr marL="0" marR="0" algn="ctr">
                        <a:lnSpc>
                          <a:spcPct val="107000"/>
                        </a:lnSpc>
                        <a:spcBef>
                          <a:spcPts val="0"/>
                        </a:spcBef>
                        <a:spcAft>
                          <a:spcPts val="0"/>
                        </a:spcAft>
                      </a:pPr>
                      <a:r>
                        <a:rPr lang="en-US" sz="1300" kern="100">
                          <a:solidFill>
                            <a:srgbClr val="20282F"/>
                          </a:solidFill>
                          <a:effectLst/>
                        </a:rPr>
                        <a:t>100,000 </a:t>
                      </a:r>
                    </a:p>
                    <a:p>
                      <a:pPr marL="0" marR="0" algn="ctr">
                        <a:lnSpc>
                          <a:spcPct val="107000"/>
                        </a:lnSpc>
                        <a:spcBef>
                          <a:spcPts val="0"/>
                        </a:spcBef>
                        <a:spcAft>
                          <a:spcPts val="0"/>
                        </a:spcAft>
                      </a:pPr>
                      <a:r>
                        <a:rPr lang="en-US" sz="1300" kern="100">
                          <a:solidFill>
                            <a:srgbClr val="20282F"/>
                          </a:solidFill>
                          <a:effectLst/>
                        </a:rPr>
                        <a:t> </a:t>
                      </a:r>
                      <a:endParaRPr lang="en-US" sz="1300" kern="100">
                        <a:solidFill>
                          <a:srgbClr val="20282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endParaRPr lang="en-US" sz="1300" kern="100">
                        <a:solidFill>
                          <a:srgbClr val="20282F"/>
                        </a:solidFill>
                        <a:effectLst/>
                      </a:endParaRPr>
                    </a:p>
                    <a:p>
                      <a:pPr marL="0" marR="0" algn="ctr">
                        <a:lnSpc>
                          <a:spcPct val="107000"/>
                        </a:lnSpc>
                        <a:spcBef>
                          <a:spcPts val="0"/>
                        </a:spcBef>
                        <a:spcAft>
                          <a:spcPts val="0"/>
                        </a:spcAft>
                      </a:pPr>
                      <a:r>
                        <a:rPr lang="en-US" sz="1300" kern="100">
                          <a:solidFill>
                            <a:srgbClr val="20282F"/>
                          </a:solidFill>
                          <a:effectLst/>
                        </a:rPr>
                        <a:t>Digit </a:t>
                      </a:r>
                    </a:p>
                    <a:p>
                      <a:pPr marL="0" marR="0" algn="ctr">
                        <a:lnSpc>
                          <a:spcPct val="107000"/>
                        </a:lnSpc>
                        <a:spcBef>
                          <a:spcPts val="0"/>
                        </a:spcBef>
                        <a:spcAft>
                          <a:spcPts val="0"/>
                        </a:spcAft>
                      </a:pPr>
                      <a:r>
                        <a:rPr lang="en-US" sz="1300" kern="100">
                          <a:solidFill>
                            <a:srgbClr val="20282F"/>
                          </a:solidFill>
                          <a:effectLst/>
                        </a:rPr>
                        <a:t>x</a:t>
                      </a:r>
                    </a:p>
                    <a:p>
                      <a:pPr marL="0" marR="0" algn="ctr">
                        <a:lnSpc>
                          <a:spcPct val="107000"/>
                        </a:lnSpc>
                        <a:spcBef>
                          <a:spcPts val="0"/>
                        </a:spcBef>
                        <a:spcAft>
                          <a:spcPts val="0"/>
                        </a:spcAft>
                      </a:pPr>
                      <a:r>
                        <a:rPr lang="en-US" sz="1300" kern="100">
                          <a:solidFill>
                            <a:srgbClr val="20282F"/>
                          </a:solidFill>
                          <a:effectLst/>
                        </a:rPr>
                        <a:t>10,000</a:t>
                      </a:r>
                    </a:p>
                    <a:p>
                      <a:pPr marL="0" marR="0" algn="ctr">
                        <a:lnSpc>
                          <a:spcPct val="107000"/>
                        </a:lnSpc>
                        <a:spcBef>
                          <a:spcPts val="0"/>
                        </a:spcBef>
                        <a:spcAft>
                          <a:spcPts val="0"/>
                        </a:spcAft>
                      </a:pPr>
                      <a:r>
                        <a:rPr lang="en-US" sz="1300" kern="100">
                          <a:solidFill>
                            <a:srgbClr val="20282F"/>
                          </a:solidFill>
                          <a:effectLst/>
                        </a:rPr>
                        <a:t> </a:t>
                      </a:r>
                      <a:endParaRPr lang="en-US" sz="1300" kern="100">
                        <a:solidFill>
                          <a:srgbClr val="20282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endParaRPr lang="en-US" sz="1300" kern="100">
                        <a:solidFill>
                          <a:srgbClr val="20282F"/>
                        </a:solidFill>
                        <a:effectLst/>
                      </a:endParaRPr>
                    </a:p>
                    <a:p>
                      <a:pPr marL="0" marR="0" algn="ctr">
                        <a:lnSpc>
                          <a:spcPct val="107000"/>
                        </a:lnSpc>
                        <a:spcBef>
                          <a:spcPts val="0"/>
                        </a:spcBef>
                        <a:spcAft>
                          <a:spcPts val="0"/>
                        </a:spcAft>
                      </a:pPr>
                      <a:r>
                        <a:rPr lang="en-US" sz="1300" kern="100">
                          <a:solidFill>
                            <a:srgbClr val="20282F"/>
                          </a:solidFill>
                          <a:effectLst/>
                        </a:rPr>
                        <a:t>Digit</a:t>
                      </a:r>
                    </a:p>
                    <a:p>
                      <a:pPr marL="0" marR="0" algn="ctr">
                        <a:lnSpc>
                          <a:spcPct val="107000"/>
                        </a:lnSpc>
                        <a:spcBef>
                          <a:spcPts val="0"/>
                        </a:spcBef>
                        <a:spcAft>
                          <a:spcPts val="0"/>
                        </a:spcAft>
                      </a:pPr>
                      <a:r>
                        <a:rPr lang="en-US" sz="1300" kern="100">
                          <a:solidFill>
                            <a:srgbClr val="20282F"/>
                          </a:solidFill>
                          <a:effectLst/>
                        </a:rPr>
                        <a:t>x</a:t>
                      </a:r>
                    </a:p>
                    <a:p>
                      <a:pPr marL="0" marR="0" algn="ctr">
                        <a:lnSpc>
                          <a:spcPct val="107000"/>
                        </a:lnSpc>
                        <a:spcBef>
                          <a:spcPts val="0"/>
                        </a:spcBef>
                        <a:spcAft>
                          <a:spcPts val="0"/>
                        </a:spcAft>
                      </a:pPr>
                      <a:r>
                        <a:rPr lang="en-US" sz="1300" kern="100">
                          <a:solidFill>
                            <a:srgbClr val="20282F"/>
                          </a:solidFill>
                          <a:effectLst/>
                        </a:rPr>
                        <a:t>1,000</a:t>
                      </a:r>
                    </a:p>
                    <a:p>
                      <a:pPr marL="0" marR="0" algn="ctr">
                        <a:lnSpc>
                          <a:spcPct val="107000"/>
                        </a:lnSpc>
                        <a:spcBef>
                          <a:spcPts val="0"/>
                        </a:spcBef>
                        <a:spcAft>
                          <a:spcPts val="0"/>
                        </a:spcAft>
                      </a:pPr>
                      <a:r>
                        <a:rPr lang="en-US" sz="1300" kern="100">
                          <a:solidFill>
                            <a:srgbClr val="20282F"/>
                          </a:solidFill>
                          <a:effectLst/>
                        </a:rPr>
                        <a:t> </a:t>
                      </a:r>
                      <a:endParaRPr lang="en-US" sz="1300" kern="100">
                        <a:solidFill>
                          <a:srgbClr val="20282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endParaRPr lang="en-US" sz="1300" kern="100">
                        <a:solidFill>
                          <a:srgbClr val="20282F"/>
                        </a:solidFill>
                        <a:effectLst/>
                      </a:endParaRPr>
                    </a:p>
                    <a:p>
                      <a:pPr marL="0" marR="0" algn="ctr">
                        <a:lnSpc>
                          <a:spcPct val="107000"/>
                        </a:lnSpc>
                        <a:spcBef>
                          <a:spcPts val="0"/>
                        </a:spcBef>
                        <a:spcAft>
                          <a:spcPts val="0"/>
                        </a:spcAft>
                      </a:pPr>
                      <a:r>
                        <a:rPr lang="en-US" sz="1300" kern="100">
                          <a:solidFill>
                            <a:srgbClr val="20282F"/>
                          </a:solidFill>
                          <a:effectLst/>
                        </a:rPr>
                        <a:t>Digit</a:t>
                      </a:r>
                    </a:p>
                    <a:p>
                      <a:pPr marL="0" marR="0" algn="ctr">
                        <a:lnSpc>
                          <a:spcPct val="107000"/>
                        </a:lnSpc>
                        <a:spcBef>
                          <a:spcPts val="0"/>
                        </a:spcBef>
                        <a:spcAft>
                          <a:spcPts val="0"/>
                        </a:spcAft>
                      </a:pPr>
                      <a:r>
                        <a:rPr lang="en-US" sz="1300" kern="100">
                          <a:solidFill>
                            <a:srgbClr val="20282F"/>
                          </a:solidFill>
                          <a:effectLst/>
                        </a:rPr>
                        <a:t>x</a:t>
                      </a:r>
                    </a:p>
                    <a:p>
                      <a:pPr marL="0" marR="0" algn="ctr">
                        <a:lnSpc>
                          <a:spcPct val="107000"/>
                        </a:lnSpc>
                        <a:spcBef>
                          <a:spcPts val="0"/>
                        </a:spcBef>
                        <a:spcAft>
                          <a:spcPts val="0"/>
                        </a:spcAft>
                      </a:pPr>
                      <a:r>
                        <a:rPr lang="en-US" sz="1300" kern="100">
                          <a:solidFill>
                            <a:srgbClr val="20282F"/>
                          </a:solidFill>
                          <a:effectLst/>
                        </a:rPr>
                        <a:t>100</a:t>
                      </a:r>
                    </a:p>
                    <a:p>
                      <a:pPr marL="0" marR="0" algn="ctr">
                        <a:lnSpc>
                          <a:spcPct val="107000"/>
                        </a:lnSpc>
                        <a:spcBef>
                          <a:spcPts val="0"/>
                        </a:spcBef>
                        <a:spcAft>
                          <a:spcPts val="0"/>
                        </a:spcAft>
                      </a:pPr>
                      <a:r>
                        <a:rPr lang="en-US" sz="1300" kern="100">
                          <a:solidFill>
                            <a:srgbClr val="20282F"/>
                          </a:solidFill>
                          <a:effectLst/>
                        </a:rPr>
                        <a:t> </a:t>
                      </a:r>
                      <a:endParaRPr lang="en-US" sz="1300" kern="100">
                        <a:solidFill>
                          <a:srgbClr val="20282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endParaRPr lang="en-US" sz="1300" kern="100">
                        <a:solidFill>
                          <a:srgbClr val="20282F"/>
                        </a:solidFill>
                        <a:effectLst/>
                      </a:endParaRPr>
                    </a:p>
                    <a:p>
                      <a:pPr marL="0" marR="0" algn="ctr">
                        <a:lnSpc>
                          <a:spcPct val="107000"/>
                        </a:lnSpc>
                        <a:spcBef>
                          <a:spcPts val="0"/>
                        </a:spcBef>
                        <a:spcAft>
                          <a:spcPts val="0"/>
                        </a:spcAft>
                      </a:pPr>
                      <a:r>
                        <a:rPr lang="en-US" sz="1300" kern="100">
                          <a:solidFill>
                            <a:srgbClr val="20282F"/>
                          </a:solidFill>
                          <a:effectLst/>
                        </a:rPr>
                        <a:t>Digit</a:t>
                      </a:r>
                    </a:p>
                    <a:p>
                      <a:pPr marL="0" marR="0" algn="ctr">
                        <a:lnSpc>
                          <a:spcPct val="107000"/>
                        </a:lnSpc>
                        <a:spcBef>
                          <a:spcPts val="0"/>
                        </a:spcBef>
                        <a:spcAft>
                          <a:spcPts val="0"/>
                        </a:spcAft>
                      </a:pPr>
                      <a:r>
                        <a:rPr lang="en-US" sz="1300" kern="100">
                          <a:solidFill>
                            <a:srgbClr val="20282F"/>
                          </a:solidFill>
                          <a:effectLst/>
                        </a:rPr>
                        <a:t>x</a:t>
                      </a:r>
                    </a:p>
                    <a:p>
                      <a:pPr marL="0" marR="0" algn="ctr">
                        <a:lnSpc>
                          <a:spcPct val="107000"/>
                        </a:lnSpc>
                        <a:spcBef>
                          <a:spcPts val="0"/>
                        </a:spcBef>
                        <a:spcAft>
                          <a:spcPts val="0"/>
                        </a:spcAft>
                      </a:pPr>
                      <a:r>
                        <a:rPr lang="en-US" sz="1300" kern="100">
                          <a:solidFill>
                            <a:srgbClr val="20282F"/>
                          </a:solidFill>
                          <a:effectLst/>
                        </a:rPr>
                        <a:t>10</a:t>
                      </a:r>
                    </a:p>
                    <a:p>
                      <a:pPr marL="0" marR="0" algn="ctr">
                        <a:lnSpc>
                          <a:spcPct val="107000"/>
                        </a:lnSpc>
                        <a:spcBef>
                          <a:spcPts val="0"/>
                        </a:spcBef>
                        <a:spcAft>
                          <a:spcPts val="0"/>
                        </a:spcAft>
                      </a:pPr>
                      <a:r>
                        <a:rPr lang="en-US" sz="1300" kern="100">
                          <a:solidFill>
                            <a:srgbClr val="20282F"/>
                          </a:solidFill>
                          <a:effectLst/>
                        </a:rPr>
                        <a:t> </a:t>
                      </a:r>
                      <a:endParaRPr lang="en-US" sz="1300" kern="100">
                        <a:solidFill>
                          <a:srgbClr val="20282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endParaRPr lang="en-US" sz="1300" kern="100" dirty="0">
                        <a:solidFill>
                          <a:srgbClr val="20282F"/>
                        </a:solidFill>
                        <a:effectLst/>
                      </a:endParaRPr>
                    </a:p>
                    <a:p>
                      <a:pPr marL="0" marR="0" algn="ctr">
                        <a:lnSpc>
                          <a:spcPct val="107000"/>
                        </a:lnSpc>
                        <a:spcBef>
                          <a:spcPts val="0"/>
                        </a:spcBef>
                        <a:spcAft>
                          <a:spcPts val="0"/>
                        </a:spcAft>
                      </a:pPr>
                      <a:r>
                        <a:rPr lang="en-US" sz="1300" kern="100" dirty="0">
                          <a:solidFill>
                            <a:srgbClr val="20282F"/>
                          </a:solidFill>
                          <a:effectLst/>
                        </a:rPr>
                        <a:t>Digit</a:t>
                      </a:r>
                    </a:p>
                    <a:p>
                      <a:pPr marL="0" marR="0" algn="ctr">
                        <a:lnSpc>
                          <a:spcPct val="107000"/>
                        </a:lnSpc>
                        <a:spcBef>
                          <a:spcPts val="0"/>
                        </a:spcBef>
                        <a:spcAft>
                          <a:spcPts val="0"/>
                        </a:spcAft>
                      </a:pPr>
                      <a:r>
                        <a:rPr lang="en-US" sz="1300" kern="100" dirty="0">
                          <a:solidFill>
                            <a:srgbClr val="20282F"/>
                          </a:solidFill>
                          <a:effectLst/>
                        </a:rPr>
                        <a:t>x</a:t>
                      </a:r>
                    </a:p>
                    <a:p>
                      <a:pPr marL="0" marR="0" algn="ctr">
                        <a:lnSpc>
                          <a:spcPct val="107000"/>
                        </a:lnSpc>
                        <a:spcBef>
                          <a:spcPts val="0"/>
                        </a:spcBef>
                        <a:spcAft>
                          <a:spcPts val="0"/>
                        </a:spcAft>
                      </a:pPr>
                      <a:r>
                        <a:rPr lang="en-US" sz="1300" kern="100" dirty="0">
                          <a:solidFill>
                            <a:srgbClr val="20282F"/>
                          </a:solidFill>
                          <a:effectLst/>
                        </a:rPr>
                        <a:t>1</a:t>
                      </a:r>
                      <a:endParaRPr lang="en-US" sz="1300" kern="100" dirty="0">
                        <a:solidFill>
                          <a:srgbClr val="20282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17" marR="68517" marT="0" marB="0">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99764349"/>
                  </a:ext>
                </a:extLst>
              </a:tr>
            </a:tbl>
          </a:graphicData>
        </a:graphic>
      </p:graphicFrame>
      <p:sp>
        <p:nvSpPr>
          <p:cNvPr id="5" name="Slide Number Placeholder 4">
            <a:extLst>
              <a:ext uri="{FF2B5EF4-FFF2-40B4-BE49-F238E27FC236}">
                <a16:creationId xmlns:a16="http://schemas.microsoft.com/office/drawing/2014/main" id="{D6B1E283-C4F5-76F3-88A3-94D7556F1140}"/>
              </a:ext>
            </a:extLst>
          </p:cNvPr>
          <p:cNvSpPr>
            <a:spLocks noGrp="1"/>
          </p:cNvSpPr>
          <p:nvPr>
            <p:ph type="sldNum" sz="quarter" idx="12"/>
          </p:nvPr>
        </p:nvSpPr>
        <p:spPr/>
        <p:txBody>
          <a:bodyPr/>
          <a:lstStyle/>
          <a:p>
            <a:fld id="{64537577-822C-42C9-B1FE-62AC5F07B59D}" type="slidenum">
              <a:rPr lang="en-US" smtClean="0"/>
              <a:pPr/>
              <a:t>34</a:t>
            </a:fld>
            <a:endParaRPr lang="en-US"/>
          </a:p>
        </p:txBody>
      </p:sp>
      <p:sp>
        <p:nvSpPr>
          <p:cNvPr id="4" name="Footer Placeholder 3">
            <a:extLst>
              <a:ext uri="{FF2B5EF4-FFF2-40B4-BE49-F238E27FC236}">
                <a16:creationId xmlns:a16="http://schemas.microsoft.com/office/drawing/2014/main" id="{5924320B-D87B-7FA6-9086-82632596F186}"/>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132850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4379F-6FB2-786B-F74F-E46FE3104D1B}"/>
              </a:ext>
            </a:extLst>
          </p:cNvPr>
          <p:cNvSpPr>
            <a:spLocks noGrp="1"/>
          </p:cNvSpPr>
          <p:nvPr>
            <p:ph type="title"/>
          </p:nvPr>
        </p:nvSpPr>
        <p:spPr/>
        <p:txBody>
          <a:bodyPr>
            <a:normAutofit fontScale="90000"/>
          </a:bodyPr>
          <a:lstStyle/>
          <a:p>
            <a:r>
              <a:rPr lang="en-US"/>
              <a:t>The Binary System – Base 2</a:t>
            </a:r>
          </a:p>
        </p:txBody>
      </p:sp>
      <p:graphicFrame>
        <p:nvGraphicFramePr>
          <p:cNvPr id="3" name="Table 2">
            <a:extLst>
              <a:ext uri="{FF2B5EF4-FFF2-40B4-BE49-F238E27FC236}">
                <a16:creationId xmlns:a16="http://schemas.microsoft.com/office/drawing/2014/main" id="{D1FC649B-4883-9A75-F3AE-F5A2D3593B41}"/>
              </a:ext>
            </a:extLst>
          </p:cNvPr>
          <p:cNvGraphicFramePr>
            <a:graphicFrameLocks noGrp="1"/>
          </p:cNvGraphicFramePr>
          <p:nvPr>
            <p:extLst>
              <p:ext uri="{D42A27DB-BD31-4B8C-83A1-F6EECF244321}">
                <p14:modId xmlns:p14="http://schemas.microsoft.com/office/powerpoint/2010/main" val="2518611854"/>
              </p:ext>
            </p:extLst>
          </p:nvPr>
        </p:nvGraphicFramePr>
        <p:xfrm>
          <a:off x="541739" y="1795458"/>
          <a:ext cx="8060523" cy="1286630"/>
        </p:xfrm>
        <a:graphic>
          <a:graphicData uri="http://schemas.openxmlformats.org/drawingml/2006/table">
            <a:tbl>
              <a:tblPr firstRow="1" firstCol="1" bandRow="1">
                <a:tableStyleId>{5940675A-B579-460E-94D1-54222C63F5DA}</a:tableStyleId>
              </a:tblPr>
              <a:tblGrid>
                <a:gridCol w="1113839">
                  <a:extLst>
                    <a:ext uri="{9D8B030D-6E8A-4147-A177-3AD203B41FA5}">
                      <a16:colId xmlns:a16="http://schemas.microsoft.com/office/drawing/2014/main" val="50603405"/>
                    </a:ext>
                  </a:extLst>
                </a:gridCol>
                <a:gridCol w="989523">
                  <a:extLst>
                    <a:ext uri="{9D8B030D-6E8A-4147-A177-3AD203B41FA5}">
                      <a16:colId xmlns:a16="http://schemas.microsoft.com/office/drawing/2014/main" val="3359747753"/>
                    </a:ext>
                  </a:extLst>
                </a:gridCol>
                <a:gridCol w="1088371">
                  <a:extLst>
                    <a:ext uri="{9D8B030D-6E8A-4147-A177-3AD203B41FA5}">
                      <a16:colId xmlns:a16="http://schemas.microsoft.com/office/drawing/2014/main" val="3214537055"/>
                    </a:ext>
                  </a:extLst>
                </a:gridCol>
                <a:gridCol w="1125099">
                  <a:extLst>
                    <a:ext uri="{9D8B030D-6E8A-4147-A177-3AD203B41FA5}">
                      <a16:colId xmlns:a16="http://schemas.microsoft.com/office/drawing/2014/main" val="3873348146"/>
                    </a:ext>
                  </a:extLst>
                </a:gridCol>
                <a:gridCol w="1065360">
                  <a:extLst>
                    <a:ext uri="{9D8B030D-6E8A-4147-A177-3AD203B41FA5}">
                      <a16:colId xmlns:a16="http://schemas.microsoft.com/office/drawing/2014/main" val="436547384"/>
                    </a:ext>
                  </a:extLst>
                </a:gridCol>
                <a:gridCol w="1035489">
                  <a:extLst>
                    <a:ext uri="{9D8B030D-6E8A-4147-A177-3AD203B41FA5}">
                      <a16:colId xmlns:a16="http://schemas.microsoft.com/office/drawing/2014/main" val="2854304113"/>
                    </a:ext>
                  </a:extLst>
                </a:gridCol>
                <a:gridCol w="836357">
                  <a:extLst>
                    <a:ext uri="{9D8B030D-6E8A-4147-A177-3AD203B41FA5}">
                      <a16:colId xmlns:a16="http://schemas.microsoft.com/office/drawing/2014/main" val="726099675"/>
                    </a:ext>
                  </a:extLst>
                </a:gridCol>
                <a:gridCol w="806485">
                  <a:extLst>
                    <a:ext uri="{9D8B030D-6E8A-4147-A177-3AD203B41FA5}">
                      <a16:colId xmlns:a16="http://schemas.microsoft.com/office/drawing/2014/main" val="2769799676"/>
                    </a:ext>
                  </a:extLst>
                </a:gridCol>
              </a:tblGrid>
              <a:tr h="643315">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128</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64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32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16</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8</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3433852157"/>
                  </a:ext>
                </a:extLst>
              </a:tr>
              <a:tr h="643315">
                <a:tc>
                  <a:txBody>
                    <a:bodyPr/>
                    <a:lstStyle/>
                    <a:p>
                      <a:pPr marL="0" marR="0" algn="ctr">
                        <a:lnSpc>
                          <a:spcPct val="107000"/>
                        </a:lnSpc>
                        <a:spcBef>
                          <a:spcPts val="0"/>
                        </a:spcBef>
                        <a:spcAft>
                          <a:spcPts val="0"/>
                        </a:spcAft>
                      </a:pPr>
                      <a:r>
                        <a:rPr lang="en-US" sz="2400" kern="100">
                          <a:solidFill>
                            <a:srgbClr val="20282F"/>
                          </a:solidFill>
                          <a:effectLst/>
                          <a:latin typeface="+mn-lt"/>
                          <a:ea typeface="Calibri" panose="020F0502020204030204" pitchFamily="34" charset="0"/>
                          <a:cs typeface="Times New Roman" panose="02020603050405020304" pitchFamily="18" charset="0"/>
                        </a:rPr>
                        <a:t>2</a:t>
                      </a:r>
                      <a:r>
                        <a:rPr lang="en-US" sz="2400" kern="100" baseline="30000">
                          <a:solidFill>
                            <a:srgbClr val="20282F"/>
                          </a:solidFill>
                          <a:effectLst/>
                          <a:latin typeface="+mn-lt"/>
                          <a:ea typeface="Calibri" panose="020F0502020204030204" pitchFamily="34" charset="0"/>
                          <a:cs typeface="Times New Roman" panose="02020603050405020304" pitchFamily="18" charset="0"/>
                        </a:rPr>
                        <a:t>7</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r>
                        <a:rPr lang="en-US" sz="2400" kern="100">
                          <a:solidFill>
                            <a:srgbClr val="20282F"/>
                          </a:solidFill>
                          <a:effectLst/>
                          <a:latin typeface="+mn-lt"/>
                          <a:ea typeface="Calibri" panose="020F0502020204030204" pitchFamily="34" charset="0"/>
                          <a:cs typeface="Times New Roman" panose="02020603050405020304" pitchFamily="18" charset="0"/>
                        </a:rPr>
                        <a:t>2</a:t>
                      </a:r>
                      <a:r>
                        <a:rPr lang="en-US" sz="2400" kern="100" baseline="30000">
                          <a:solidFill>
                            <a:srgbClr val="20282F"/>
                          </a:solidFill>
                          <a:effectLst/>
                          <a:latin typeface="+mn-lt"/>
                          <a:ea typeface="Calibri" panose="020F0502020204030204" pitchFamily="34" charset="0"/>
                          <a:cs typeface="Times New Roman" panose="02020603050405020304" pitchFamily="18" charset="0"/>
                        </a:rPr>
                        <a:t>6</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r>
                        <a:rPr lang="en-US" sz="2400" kern="100">
                          <a:solidFill>
                            <a:srgbClr val="20282F"/>
                          </a:solidFill>
                          <a:effectLst/>
                          <a:latin typeface="+mn-lt"/>
                          <a:ea typeface="Calibri" panose="020F0502020204030204" pitchFamily="34" charset="0"/>
                          <a:cs typeface="Times New Roman" panose="02020603050405020304" pitchFamily="18" charset="0"/>
                        </a:rPr>
                        <a:t>2</a:t>
                      </a:r>
                      <a:r>
                        <a:rPr lang="en-US" sz="2400" kern="100" baseline="30000">
                          <a:solidFill>
                            <a:srgbClr val="20282F"/>
                          </a:solidFill>
                          <a:effectLst/>
                          <a:latin typeface="+mn-lt"/>
                          <a:ea typeface="Calibri" panose="020F0502020204030204" pitchFamily="34" charset="0"/>
                          <a:cs typeface="Times New Roman" panose="02020603050405020304" pitchFamily="18" charset="0"/>
                        </a:rPr>
                        <a:t>5</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r>
                        <a:rPr lang="en-US" sz="2400" kern="100">
                          <a:solidFill>
                            <a:srgbClr val="20282F"/>
                          </a:solidFill>
                          <a:effectLst/>
                          <a:latin typeface="+mn-lt"/>
                          <a:ea typeface="Calibri" panose="020F0502020204030204" pitchFamily="34" charset="0"/>
                          <a:cs typeface="Times New Roman" panose="02020603050405020304" pitchFamily="18" charset="0"/>
                        </a:rPr>
                        <a:t>2</a:t>
                      </a:r>
                      <a:r>
                        <a:rPr lang="en-US" sz="2400" kern="100" baseline="30000">
                          <a:solidFill>
                            <a:srgbClr val="20282F"/>
                          </a:solidFill>
                          <a:effectLst/>
                          <a:latin typeface="+mn-lt"/>
                          <a:ea typeface="Calibri" panose="020F0502020204030204" pitchFamily="34" charset="0"/>
                          <a:cs typeface="Times New Roman" panose="02020603050405020304" pitchFamily="18" charset="0"/>
                        </a:rPr>
                        <a:t>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r>
                        <a:rPr lang="en-US" sz="2400" kern="100">
                          <a:solidFill>
                            <a:srgbClr val="20282F"/>
                          </a:solidFill>
                          <a:effectLst/>
                          <a:latin typeface="+mn-lt"/>
                          <a:ea typeface="Calibri" panose="020F0502020204030204" pitchFamily="34" charset="0"/>
                          <a:cs typeface="Times New Roman" panose="02020603050405020304" pitchFamily="18" charset="0"/>
                        </a:rPr>
                        <a:t>2</a:t>
                      </a:r>
                      <a:r>
                        <a:rPr lang="en-US" sz="2400" kern="100" baseline="30000">
                          <a:solidFill>
                            <a:srgbClr val="20282F"/>
                          </a:solidFill>
                          <a:effectLst/>
                          <a:latin typeface="+mn-lt"/>
                          <a:ea typeface="Calibri" panose="020F0502020204030204" pitchFamily="34" charset="0"/>
                          <a:cs typeface="Times New Roman" panose="02020603050405020304" pitchFamily="18" charset="0"/>
                        </a:rPr>
                        <a:t>3</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r>
                        <a:rPr lang="en-US" sz="2400" kern="100">
                          <a:solidFill>
                            <a:srgbClr val="20282F"/>
                          </a:solidFill>
                          <a:effectLst/>
                          <a:latin typeface="+mn-lt"/>
                          <a:ea typeface="Calibri" panose="020F0502020204030204" pitchFamily="34" charset="0"/>
                          <a:cs typeface="Times New Roman" panose="02020603050405020304" pitchFamily="18" charset="0"/>
                        </a:rPr>
                        <a:t>2</a:t>
                      </a:r>
                      <a:r>
                        <a:rPr lang="en-US" sz="2400" kern="100" baseline="30000">
                          <a:solidFill>
                            <a:srgbClr val="20282F"/>
                          </a:solidFill>
                          <a:effectLst/>
                          <a:latin typeface="+mn-lt"/>
                          <a:ea typeface="Calibri" panose="020F0502020204030204" pitchFamily="34" charset="0"/>
                          <a:cs typeface="Times New Roman" panose="02020603050405020304" pitchFamily="18" charset="0"/>
                        </a:rPr>
                        <a:t>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r>
                        <a:rPr lang="en-US" sz="2400" kern="100">
                          <a:solidFill>
                            <a:srgbClr val="20282F"/>
                          </a:solidFill>
                          <a:effectLst/>
                          <a:latin typeface="+mn-lt"/>
                          <a:ea typeface="Calibri" panose="020F0502020204030204" pitchFamily="34" charset="0"/>
                          <a:cs typeface="Times New Roman" panose="02020603050405020304" pitchFamily="18" charset="0"/>
                        </a:rPr>
                        <a:t>2</a:t>
                      </a:r>
                      <a:r>
                        <a:rPr lang="en-US" sz="2400" kern="100" baseline="30000">
                          <a:solidFill>
                            <a:srgbClr val="20282F"/>
                          </a:solidFill>
                          <a:effectLst/>
                          <a:latin typeface="+mn-lt"/>
                          <a:ea typeface="Calibri" panose="020F0502020204030204" pitchFamily="34" charset="0"/>
                          <a:cs typeface="Times New Roman" panose="02020603050405020304" pitchFamily="18" charset="0"/>
                        </a:rPr>
                        <a:t>1</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algn="ctr">
                        <a:lnSpc>
                          <a:spcPct val="107000"/>
                        </a:lnSpc>
                        <a:spcBef>
                          <a:spcPts val="0"/>
                        </a:spcBef>
                        <a:spcAft>
                          <a:spcPts val="0"/>
                        </a:spcAft>
                      </a:pPr>
                      <a:r>
                        <a:rPr lang="en-US" sz="2400" kern="100" dirty="0">
                          <a:solidFill>
                            <a:srgbClr val="20282F"/>
                          </a:solidFill>
                          <a:effectLst/>
                          <a:latin typeface="+mn-lt"/>
                          <a:ea typeface="Calibri" panose="020F0502020204030204" pitchFamily="34" charset="0"/>
                          <a:cs typeface="Times New Roman" panose="02020603050405020304" pitchFamily="18" charset="0"/>
                        </a:rPr>
                        <a:t>2</a:t>
                      </a:r>
                      <a:r>
                        <a:rPr lang="en-US" sz="2400" kern="100" baseline="30000" dirty="0">
                          <a:solidFill>
                            <a:srgbClr val="20282F"/>
                          </a:solidFill>
                          <a:effectLst/>
                          <a:latin typeface="+mn-lt"/>
                          <a:ea typeface="Calibri" panose="020F0502020204030204" pitchFamily="34" charset="0"/>
                          <a:cs typeface="Times New Roman" panose="02020603050405020304" pitchFamily="18" charset="0"/>
                        </a:rPr>
                        <a:t>0</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99764349"/>
                  </a:ext>
                </a:extLst>
              </a:tr>
            </a:tbl>
          </a:graphicData>
        </a:graphic>
      </p:graphicFrame>
      <p:sp>
        <p:nvSpPr>
          <p:cNvPr id="5" name="Slide Number Placeholder 4">
            <a:extLst>
              <a:ext uri="{FF2B5EF4-FFF2-40B4-BE49-F238E27FC236}">
                <a16:creationId xmlns:a16="http://schemas.microsoft.com/office/drawing/2014/main" id="{D6B1E283-C4F5-76F3-88A3-94D7556F1140}"/>
              </a:ext>
            </a:extLst>
          </p:cNvPr>
          <p:cNvSpPr>
            <a:spLocks noGrp="1"/>
          </p:cNvSpPr>
          <p:nvPr>
            <p:ph type="sldNum" sz="quarter" idx="12"/>
          </p:nvPr>
        </p:nvSpPr>
        <p:spPr/>
        <p:txBody>
          <a:bodyPr/>
          <a:lstStyle/>
          <a:p>
            <a:fld id="{64537577-822C-42C9-B1FE-62AC5F07B59D}" type="slidenum">
              <a:rPr lang="en-US" smtClean="0"/>
              <a:pPr/>
              <a:t>35</a:t>
            </a:fld>
            <a:endParaRPr lang="en-US"/>
          </a:p>
        </p:txBody>
      </p:sp>
      <p:sp>
        <p:nvSpPr>
          <p:cNvPr id="4" name="Footer Placeholder 3">
            <a:extLst>
              <a:ext uri="{FF2B5EF4-FFF2-40B4-BE49-F238E27FC236}">
                <a16:creationId xmlns:a16="http://schemas.microsoft.com/office/drawing/2014/main" id="{695483F0-E13B-492F-51F3-EC3B2A6D341F}"/>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2593509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88056D7-3328-413C-A181-56C53DEE8A73}"/>
              </a:ext>
            </a:extLst>
          </p:cNvPr>
          <p:cNvSpPr>
            <a:spLocks noGrp="1"/>
          </p:cNvSpPr>
          <p:nvPr>
            <p:ph type="title"/>
          </p:nvPr>
        </p:nvSpPr>
        <p:spPr/>
        <p:txBody>
          <a:bodyPr>
            <a:normAutofit fontScale="90000"/>
          </a:bodyPr>
          <a:lstStyle/>
          <a:p>
            <a:r>
              <a:rPr lang="en-US"/>
              <a:t>Binary Conversion </a:t>
            </a:r>
          </a:p>
        </p:txBody>
      </p:sp>
      <p:sp>
        <p:nvSpPr>
          <p:cNvPr id="8" name="TextBox 7">
            <a:extLst>
              <a:ext uri="{FF2B5EF4-FFF2-40B4-BE49-F238E27FC236}">
                <a16:creationId xmlns:a16="http://schemas.microsoft.com/office/drawing/2014/main" id="{3F2D5923-E694-3206-C6EB-F44F121D25B6}"/>
              </a:ext>
            </a:extLst>
          </p:cNvPr>
          <p:cNvSpPr txBox="1"/>
          <p:nvPr/>
        </p:nvSpPr>
        <p:spPr>
          <a:xfrm>
            <a:off x="539361" y="1660534"/>
            <a:ext cx="7826421" cy="445863"/>
          </a:xfrm>
          <a:prstGeom prst="rect">
            <a:avLst/>
          </a:prstGeom>
          <a:noFill/>
        </p:spPr>
        <p:txBody>
          <a:bodyPr wrap="square" lIns="91355" tIns="45678" rIns="91355" bIns="45678" rtlCol="0" anchor="t">
            <a:spAutoFit/>
          </a:bodyPr>
          <a:lstStyle/>
          <a:p>
            <a:pPr algn="ctr"/>
            <a:r>
              <a:rPr lang="en-US" sz="2298">
                <a:solidFill>
                  <a:srgbClr val="20282F"/>
                </a:solidFill>
              </a:rPr>
              <a:t>Let's look at how to convert 205 into binary.</a:t>
            </a:r>
          </a:p>
        </p:txBody>
      </p:sp>
      <p:graphicFrame>
        <p:nvGraphicFramePr>
          <p:cNvPr id="9" name="Table 8">
            <a:extLst>
              <a:ext uri="{FF2B5EF4-FFF2-40B4-BE49-F238E27FC236}">
                <a16:creationId xmlns:a16="http://schemas.microsoft.com/office/drawing/2014/main" id="{875CD07B-5796-42A6-84C0-A6DC3E8B10B0}"/>
              </a:ext>
            </a:extLst>
          </p:cNvPr>
          <p:cNvGraphicFramePr>
            <a:graphicFrameLocks noGrp="1"/>
          </p:cNvGraphicFramePr>
          <p:nvPr>
            <p:extLst>
              <p:ext uri="{D42A27DB-BD31-4B8C-83A1-F6EECF244321}">
                <p14:modId xmlns:p14="http://schemas.microsoft.com/office/powerpoint/2010/main" val="2557173299"/>
              </p:ext>
            </p:extLst>
          </p:nvPr>
        </p:nvGraphicFramePr>
        <p:xfrm>
          <a:off x="541738" y="2418680"/>
          <a:ext cx="8060523" cy="1286630"/>
        </p:xfrm>
        <a:graphic>
          <a:graphicData uri="http://schemas.openxmlformats.org/drawingml/2006/table">
            <a:tbl>
              <a:tblPr firstRow="1" firstCol="1" bandRow="1">
                <a:tableStyleId>{5940675A-B579-460E-94D1-54222C63F5DA}</a:tableStyleId>
              </a:tblPr>
              <a:tblGrid>
                <a:gridCol w="1113839">
                  <a:extLst>
                    <a:ext uri="{9D8B030D-6E8A-4147-A177-3AD203B41FA5}">
                      <a16:colId xmlns:a16="http://schemas.microsoft.com/office/drawing/2014/main" val="50603405"/>
                    </a:ext>
                  </a:extLst>
                </a:gridCol>
                <a:gridCol w="989523">
                  <a:extLst>
                    <a:ext uri="{9D8B030D-6E8A-4147-A177-3AD203B41FA5}">
                      <a16:colId xmlns:a16="http://schemas.microsoft.com/office/drawing/2014/main" val="3359747753"/>
                    </a:ext>
                  </a:extLst>
                </a:gridCol>
                <a:gridCol w="1088371">
                  <a:extLst>
                    <a:ext uri="{9D8B030D-6E8A-4147-A177-3AD203B41FA5}">
                      <a16:colId xmlns:a16="http://schemas.microsoft.com/office/drawing/2014/main" val="3214537055"/>
                    </a:ext>
                  </a:extLst>
                </a:gridCol>
                <a:gridCol w="1125099">
                  <a:extLst>
                    <a:ext uri="{9D8B030D-6E8A-4147-A177-3AD203B41FA5}">
                      <a16:colId xmlns:a16="http://schemas.microsoft.com/office/drawing/2014/main" val="3873348146"/>
                    </a:ext>
                  </a:extLst>
                </a:gridCol>
                <a:gridCol w="1065360">
                  <a:extLst>
                    <a:ext uri="{9D8B030D-6E8A-4147-A177-3AD203B41FA5}">
                      <a16:colId xmlns:a16="http://schemas.microsoft.com/office/drawing/2014/main" val="436547384"/>
                    </a:ext>
                  </a:extLst>
                </a:gridCol>
                <a:gridCol w="1035489">
                  <a:extLst>
                    <a:ext uri="{9D8B030D-6E8A-4147-A177-3AD203B41FA5}">
                      <a16:colId xmlns:a16="http://schemas.microsoft.com/office/drawing/2014/main" val="2854304113"/>
                    </a:ext>
                  </a:extLst>
                </a:gridCol>
                <a:gridCol w="836357">
                  <a:extLst>
                    <a:ext uri="{9D8B030D-6E8A-4147-A177-3AD203B41FA5}">
                      <a16:colId xmlns:a16="http://schemas.microsoft.com/office/drawing/2014/main" val="726099675"/>
                    </a:ext>
                  </a:extLst>
                </a:gridCol>
                <a:gridCol w="806485">
                  <a:extLst>
                    <a:ext uri="{9D8B030D-6E8A-4147-A177-3AD203B41FA5}">
                      <a16:colId xmlns:a16="http://schemas.microsoft.com/office/drawing/2014/main" val="2769799676"/>
                    </a:ext>
                  </a:extLst>
                </a:gridCol>
              </a:tblGrid>
              <a:tr h="643315">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128</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64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32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16</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8</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3433852157"/>
                  </a:ext>
                </a:extLst>
              </a:tr>
              <a:tr h="643315">
                <a:tc>
                  <a:txBody>
                    <a:bodyPr/>
                    <a:lstStyle/>
                    <a:p>
                      <a:pPr algn="ctr" rtl="0" fontAlgn="base"/>
                      <a:r>
                        <a:rPr lang="en-US" sz="2400">
                          <a:solidFill>
                            <a:srgbClr val="20282F"/>
                          </a:solidFill>
                          <a:effectLst/>
                          <a:latin typeface="+mn-lt"/>
                        </a:rPr>
                        <a:t>1</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1</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0</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0</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1</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1</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0</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dirty="0">
                          <a:solidFill>
                            <a:srgbClr val="20282F"/>
                          </a:solidFill>
                          <a:effectLst/>
                          <a:latin typeface="+mn-lt"/>
                        </a:rPr>
                        <a:t>1</a:t>
                      </a:r>
                      <a:endParaRPr lang="en-US" sz="1800" dirty="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42153633"/>
                  </a:ext>
                </a:extLst>
              </a:tr>
            </a:tbl>
          </a:graphicData>
        </a:graphic>
      </p:graphicFrame>
      <p:sp>
        <p:nvSpPr>
          <p:cNvPr id="5" name="Slide Number Placeholder 4">
            <a:extLst>
              <a:ext uri="{FF2B5EF4-FFF2-40B4-BE49-F238E27FC236}">
                <a16:creationId xmlns:a16="http://schemas.microsoft.com/office/drawing/2014/main" id="{D6B1E283-C4F5-76F3-88A3-94D7556F1140}"/>
              </a:ext>
            </a:extLst>
          </p:cNvPr>
          <p:cNvSpPr>
            <a:spLocks noGrp="1"/>
          </p:cNvSpPr>
          <p:nvPr>
            <p:ph type="sldNum" sz="quarter" idx="12"/>
          </p:nvPr>
        </p:nvSpPr>
        <p:spPr/>
        <p:txBody>
          <a:bodyPr/>
          <a:lstStyle/>
          <a:p>
            <a:fld id="{64537577-822C-42C9-B1FE-62AC5F07B59D}" type="slidenum">
              <a:rPr lang="en-US" smtClean="0"/>
              <a:pPr/>
              <a:t>36</a:t>
            </a:fld>
            <a:endParaRPr lang="en-US"/>
          </a:p>
        </p:txBody>
      </p:sp>
      <p:sp>
        <p:nvSpPr>
          <p:cNvPr id="2" name="Footer Placeholder 1">
            <a:extLst>
              <a:ext uri="{FF2B5EF4-FFF2-40B4-BE49-F238E27FC236}">
                <a16:creationId xmlns:a16="http://schemas.microsoft.com/office/drawing/2014/main" id="{4A978F51-7EEA-9030-8D92-316F17CE9A0D}"/>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285403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AA17DCF-8385-291C-D399-7CD4276D4EA7}"/>
              </a:ext>
            </a:extLst>
          </p:cNvPr>
          <p:cNvSpPr>
            <a:spLocks noGrp="1"/>
          </p:cNvSpPr>
          <p:nvPr>
            <p:ph type="title"/>
          </p:nvPr>
        </p:nvSpPr>
        <p:spPr/>
        <p:txBody>
          <a:bodyPr>
            <a:normAutofit fontScale="90000"/>
          </a:bodyPr>
          <a:lstStyle/>
          <a:p>
            <a:r>
              <a:rPr lang="en-US"/>
              <a:t>Activity: Binary Conversion </a:t>
            </a:r>
          </a:p>
        </p:txBody>
      </p:sp>
      <p:sp>
        <p:nvSpPr>
          <p:cNvPr id="12" name="TextBox 11">
            <a:extLst>
              <a:ext uri="{FF2B5EF4-FFF2-40B4-BE49-F238E27FC236}">
                <a16:creationId xmlns:a16="http://schemas.microsoft.com/office/drawing/2014/main" id="{6047DAD1-47DA-0FCF-C547-C7AC9635A8EE}"/>
              </a:ext>
            </a:extLst>
          </p:cNvPr>
          <p:cNvSpPr txBox="1"/>
          <p:nvPr/>
        </p:nvSpPr>
        <p:spPr>
          <a:xfrm>
            <a:off x="658789" y="1611658"/>
            <a:ext cx="7826421" cy="445863"/>
          </a:xfrm>
          <a:prstGeom prst="rect">
            <a:avLst/>
          </a:prstGeom>
          <a:noFill/>
        </p:spPr>
        <p:txBody>
          <a:bodyPr wrap="square" rtlCol="0">
            <a:spAutoFit/>
          </a:bodyPr>
          <a:lstStyle/>
          <a:p>
            <a:pPr algn="ctr"/>
            <a:r>
              <a:rPr lang="en-US" sz="2298">
                <a:solidFill>
                  <a:srgbClr val="20282F"/>
                </a:solidFill>
              </a:rPr>
              <a:t>Convert 132 into binary.</a:t>
            </a:r>
          </a:p>
        </p:txBody>
      </p:sp>
      <p:graphicFrame>
        <p:nvGraphicFramePr>
          <p:cNvPr id="3" name="Table 2">
            <a:extLst>
              <a:ext uri="{FF2B5EF4-FFF2-40B4-BE49-F238E27FC236}">
                <a16:creationId xmlns:a16="http://schemas.microsoft.com/office/drawing/2014/main" id="{55C914DB-2FA7-862D-C8DA-B8DFE0F1B275}"/>
              </a:ext>
            </a:extLst>
          </p:cNvPr>
          <p:cNvGraphicFramePr>
            <a:graphicFrameLocks noGrp="1"/>
          </p:cNvGraphicFramePr>
          <p:nvPr>
            <p:extLst>
              <p:ext uri="{D42A27DB-BD31-4B8C-83A1-F6EECF244321}">
                <p14:modId xmlns:p14="http://schemas.microsoft.com/office/powerpoint/2010/main" val="869773186"/>
              </p:ext>
            </p:extLst>
          </p:nvPr>
        </p:nvGraphicFramePr>
        <p:xfrm>
          <a:off x="541736" y="2444864"/>
          <a:ext cx="8060523" cy="1286630"/>
        </p:xfrm>
        <a:graphic>
          <a:graphicData uri="http://schemas.openxmlformats.org/drawingml/2006/table">
            <a:tbl>
              <a:tblPr firstRow="1" firstCol="1" bandRow="1">
                <a:tableStyleId>{5940675A-B579-460E-94D1-54222C63F5DA}</a:tableStyleId>
              </a:tblPr>
              <a:tblGrid>
                <a:gridCol w="1113839">
                  <a:extLst>
                    <a:ext uri="{9D8B030D-6E8A-4147-A177-3AD203B41FA5}">
                      <a16:colId xmlns:a16="http://schemas.microsoft.com/office/drawing/2014/main" val="50603405"/>
                    </a:ext>
                  </a:extLst>
                </a:gridCol>
                <a:gridCol w="989523">
                  <a:extLst>
                    <a:ext uri="{9D8B030D-6E8A-4147-A177-3AD203B41FA5}">
                      <a16:colId xmlns:a16="http://schemas.microsoft.com/office/drawing/2014/main" val="3359747753"/>
                    </a:ext>
                  </a:extLst>
                </a:gridCol>
                <a:gridCol w="1088371">
                  <a:extLst>
                    <a:ext uri="{9D8B030D-6E8A-4147-A177-3AD203B41FA5}">
                      <a16:colId xmlns:a16="http://schemas.microsoft.com/office/drawing/2014/main" val="3214537055"/>
                    </a:ext>
                  </a:extLst>
                </a:gridCol>
                <a:gridCol w="1125099">
                  <a:extLst>
                    <a:ext uri="{9D8B030D-6E8A-4147-A177-3AD203B41FA5}">
                      <a16:colId xmlns:a16="http://schemas.microsoft.com/office/drawing/2014/main" val="3873348146"/>
                    </a:ext>
                  </a:extLst>
                </a:gridCol>
                <a:gridCol w="1065360">
                  <a:extLst>
                    <a:ext uri="{9D8B030D-6E8A-4147-A177-3AD203B41FA5}">
                      <a16:colId xmlns:a16="http://schemas.microsoft.com/office/drawing/2014/main" val="436547384"/>
                    </a:ext>
                  </a:extLst>
                </a:gridCol>
                <a:gridCol w="1035489">
                  <a:extLst>
                    <a:ext uri="{9D8B030D-6E8A-4147-A177-3AD203B41FA5}">
                      <a16:colId xmlns:a16="http://schemas.microsoft.com/office/drawing/2014/main" val="2854304113"/>
                    </a:ext>
                  </a:extLst>
                </a:gridCol>
                <a:gridCol w="836357">
                  <a:extLst>
                    <a:ext uri="{9D8B030D-6E8A-4147-A177-3AD203B41FA5}">
                      <a16:colId xmlns:a16="http://schemas.microsoft.com/office/drawing/2014/main" val="726099675"/>
                    </a:ext>
                  </a:extLst>
                </a:gridCol>
                <a:gridCol w="806485">
                  <a:extLst>
                    <a:ext uri="{9D8B030D-6E8A-4147-A177-3AD203B41FA5}">
                      <a16:colId xmlns:a16="http://schemas.microsoft.com/office/drawing/2014/main" val="2769799676"/>
                    </a:ext>
                  </a:extLst>
                </a:gridCol>
              </a:tblGrid>
              <a:tr h="643315">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128</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64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32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16</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8</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3433852157"/>
                  </a:ext>
                </a:extLst>
              </a:tr>
              <a:tr h="643315">
                <a:tc>
                  <a:txBody>
                    <a:bodyPr/>
                    <a:lstStyle/>
                    <a:p>
                      <a:pPr algn="ctr" rtl="0" fontAlgn="base"/>
                      <a:endParaRPr lang="en-US" sz="1800">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endParaRPr lang="en-US" sz="1800">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endParaRPr lang="en-US" sz="1800">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endParaRPr lang="en-US" sz="1800">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endParaRPr lang="en-US" sz="1800">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endParaRPr lang="en-US" sz="1800">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endParaRPr lang="en-US" sz="1800">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endParaRPr lang="en-US" sz="1800" dirty="0">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42153633"/>
                  </a:ext>
                </a:extLst>
              </a:tr>
            </a:tbl>
          </a:graphicData>
        </a:graphic>
      </p:graphicFrame>
      <p:sp>
        <p:nvSpPr>
          <p:cNvPr id="5" name="Slide Number Placeholder 4">
            <a:extLst>
              <a:ext uri="{FF2B5EF4-FFF2-40B4-BE49-F238E27FC236}">
                <a16:creationId xmlns:a16="http://schemas.microsoft.com/office/drawing/2014/main" id="{F80FACDC-D4B9-234F-036B-FC581A722320}"/>
              </a:ext>
            </a:extLst>
          </p:cNvPr>
          <p:cNvSpPr>
            <a:spLocks noGrp="1"/>
          </p:cNvSpPr>
          <p:nvPr>
            <p:ph type="sldNum" sz="quarter" idx="12"/>
          </p:nvPr>
        </p:nvSpPr>
        <p:spPr/>
        <p:txBody>
          <a:bodyPr/>
          <a:lstStyle/>
          <a:p>
            <a:fld id="{64537577-822C-42C9-B1FE-62AC5F07B59D}" type="slidenum">
              <a:rPr lang="en-US" smtClean="0"/>
              <a:pPr/>
              <a:t>37</a:t>
            </a:fld>
            <a:endParaRPr lang="en-US"/>
          </a:p>
        </p:txBody>
      </p:sp>
      <p:sp>
        <p:nvSpPr>
          <p:cNvPr id="2" name="Footer Placeholder 1">
            <a:extLst>
              <a:ext uri="{FF2B5EF4-FFF2-40B4-BE49-F238E27FC236}">
                <a16:creationId xmlns:a16="http://schemas.microsoft.com/office/drawing/2014/main" id="{91894FFD-A7D1-C058-0DE7-0F7EFEED2397}"/>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2770382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AA17DCF-8385-291C-D399-7CD4276D4EA7}"/>
              </a:ext>
            </a:extLst>
          </p:cNvPr>
          <p:cNvSpPr>
            <a:spLocks noGrp="1"/>
          </p:cNvSpPr>
          <p:nvPr>
            <p:ph type="title"/>
          </p:nvPr>
        </p:nvSpPr>
        <p:spPr/>
        <p:txBody>
          <a:bodyPr>
            <a:normAutofit fontScale="90000"/>
          </a:bodyPr>
          <a:lstStyle/>
          <a:p>
            <a:r>
              <a:rPr lang="en-US"/>
              <a:t>Activity: Binary Conversion </a:t>
            </a:r>
          </a:p>
        </p:txBody>
      </p:sp>
      <p:sp>
        <p:nvSpPr>
          <p:cNvPr id="12" name="TextBox 11">
            <a:extLst>
              <a:ext uri="{FF2B5EF4-FFF2-40B4-BE49-F238E27FC236}">
                <a16:creationId xmlns:a16="http://schemas.microsoft.com/office/drawing/2014/main" id="{6047DAD1-47DA-0FCF-C547-C7AC9635A8EE}"/>
              </a:ext>
            </a:extLst>
          </p:cNvPr>
          <p:cNvSpPr txBox="1"/>
          <p:nvPr/>
        </p:nvSpPr>
        <p:spPr>
          <a:xfrm>
            <a:off x="658789" y="1611658"/>
            <a:ext cx="7826421" cy="445863"/>
          </a:xfrm>
          <a:prstGeom prst="rect">
            <a:avLst/>
          </a:prstGeom>
          <a:noFill/>
        </p:spPr>
        <p:txBody>
          <a:bodyPr wrap="square" rtlCol="0">
            <a:spAutoFit/>
          </a:bodyPr>
          <a:lstStyle/>
          <a:p>
            <a:pPr algn="ctr"/>
            <a:r>
              <a:rPr lang="en-US" sz="2298"/>
              <a:t>Convert 132 into binary.</a:t>
            </a:r>
          </a:p>
        </p:txBody>
      </p:sp>
      <p:graphicFrame>
        <p:nvGraphicFramePr>
          <p:cNvPr id="3" name="Table 2">
            <a:extLst>
              <a:ext uri="{FF2B5EF4-FFF2-40B4-BE49-F238E27FC236}">
                <a16:creationId xmlns:a16="http://schemas.microsoft.com/office/drawing/2014/main" id="{55C914DB-2FA7-862D-C8DA-B8DFE0F1B275}"/>
              </a:ext>
            </a:extLst>
          </p:cNvPr>
          <p:cNvGraphicFramePr>
            <a:graphicFrameLocks noGrp="1"/>
          </p:cNvGraphicFramePr>
          <p:nvPr>
            <p:extLst>
              <p:ext uri="{D42A27DB-BD31-4B8C-83A1-F6EECF244321}">
                <p14:modId xmlns:p14="http://schemas.microsoft.com/office/powerpoint/2010/main" val="724141300"/>
              </p:ext>
            </p:extLst>
          </p:nvPr>
        </p:nvGraphicFramePr>
        <p:xfrm>
          <a:off x="541736" y="2444864"/>
          <a:ext cx="8060523" cy="1286630"/>
        </p:xfrm>
        <a:graphic>
          <a:graphicData uri="http://schemas.openxmlformats.org/drawingml/2006/table">
            <a:tbl>
              <a:tblPr firstRow="1" firstCol="1" bandRow="1">
                <a:tableStyleId>{5940675A-B579-460E-94D1-54222C63F5DA}</a:tableStyleId>
              </a:tblPr>
              <a:tblGrid>
                <a:gridCol w="1113839">
                  <a:extLst>
                    <a:ext uri="{9D8B030D-6E8A-4147-A177-3AD203B41FA5}">
                      <a16:colId xmlns:a16="http://schemas.microsoft.com/office/drawing/2014/main" val="50603405"/>
                    </a:ext>
                  </a:extLst>
                </a:gridCol>
                <a:gridCol w="989523">
                  <a:extLst>
                    <a:ext uri="{9D8B030D-6E8A-4147-A177-3AD203B41FA5}">
                      <a16:colId xmlns:a16="http://schemas.microsoft.com/office/drawing/2014/main" val="3359747753"/>
                    </a:ext>
                  </a:extLst>
                </a:gridCol>
                <a:gridCol w="1088371">
                  <a:extLst>
                    <a:ext uri="{9D8B030D-6E8A-4147-A177-3AD203B41FA5}">
                      <a16:colId xmlns:a16="http://schemas.microsoft.com/office/drawing/2014/main" val="3214537055"/>
                    </a:ext>
                  </a:extLst>
                </a:gridCol>
                <a:gridCol w="1125099">
                  <a:extLst>
                    <a:ext uri="{9D8B030D-6E8A-4147-A177-3AD203B41FA5}">
                      <a16:colId xmlns:a16="http://schemas.microsoft.com/office/drawing/2014/main" val="3873348146"/>
                    </a:ext>
                  </a:extLst>
                </a:gridCol>
                <a:gridCol w="1065360">
                  <a:extLst>
                    <a:ext uri="{9D8B030D-6E8A-4147-A177-3AD203B41FA5}">
                      <a16:colId xmlns:a16="http://schemas.microsoft.com/office/drawing/2014/main" val="436547384"/>
                    </a:ext>
                  </a:extLst>
                </a:gridCol>
                <a:gridCol w="1035489">
                  <a:extLst>
                    <a:ext uri="{9D8B030D-6E8A-4147-A177-3AD203B41FA5}">
                      <a16:colId xmlns:a16="http://schemas.microsoft.com/office/drawing/2014/main" val="2854304113"/>
                    </a:ext>
                  </a:extLst>
                </a:gridCol>
                <a:gridCol w="836357">
                  <a:extLst>
                    <a:ext uri="{9D8B030D-6E8A-4147-A177-3AD203B41FA5}">
                      <a16:colId xmlns:a16="http://schemas.microsoft.com/office/drawing/2014/main" val="726099675"/>
                    </a:ext>
                  </a:extLst>
                </a:gridCol>
                <a:gridCol w="806485">
                  <a:extLst>
                    <a:ext uri="{9D8B030D-6E8A-4147-A177-3AD203B41FA5}">
                      <a16:colId xmlns:a16="http://schemas.microsoft.com/office/drawing/2014/main" val="2769799676"/>
                    </a:ext>
                  </a:extLst>
                </a:gridCol>
              </a:tblGrid>
              <a:tr h="643315">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128</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64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32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16</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8</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4</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2</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tc>
                  <a:txBody>
                    <a:bodyPr/>
                    <a:lstStyle/>
                    <a:p>
                      <a:pPr marL="0" marR="0" algn="ctr">
                        <a:lnSpc>
                          <a:spcPct val="107000"/>
                        </a:lnSpc>
                        <a:spcBef>
                          <a:spcPts val="0"/>
                        </a:spcBef>
                        <a:spcAft>
                          <a:spcPts val="0"/>
                        </a:spcAft>
                      </a:pPr>
                      <a:r>
                        <a:rPr lang="en-US" sz="2400" b="0" kern="100">
                          <a:solidFill>
                            <a:schemeClr val="bg1"/>
                          </a:solidFill>
                          <a:effectLst/>
                          <a:latin typeface="+mn-lt"/>
                          <a:ea typeface="Calibri" panose="020F0502020204030204" pitchFamily="34" charset="0"/>
                          <a:cs typeface="Times New Roman" panose="02020603050405020304" pitchFamily="18" charset="0"/>
                        </a:rPr>
                        <a:t>1</a:t>
                      </a:r>
                    </a:p>
                  </a:txBody>
                  <a:tcPr marL="68517" marR="68517"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1"/>
                    </a:solidFill>
                  </a:tcPr>
                </a:tc>
                <a:extLst>
                  <a:ext uri="{0D108BD9-81ED-4DB2-BD59-A6C34878D82A}">
                    <a16:rowId xmlns:a16="http://schemas.microsoft.com/office/drawing/2014/main" val="3433852157"/>
                  </a:ext>
                </a:extLst>
              </a:tr>
              <a:tr h="643315">
                <a:tc>
                  <a:txBody>
                    <a:bodyPr/>
                    <a:lstStyle/>
                    <a:p>
                      <a:pPr algn="ctr" rtl="0" fontAlgn="base"/>
                      <a:r>
                        <a:rPr lang="en-US" sz="2400">
                          <a:solidFill>
                            <a:srgbClr val="20282F"/>
                          </a:solidFill>
                          <a:effectLst/>
                          <a:latin typeface="+mn-lt"/>
                        </a:rPr>
                        <a:t>1</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0</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0</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0</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0</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1</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a:solidFill>
                            <a:srgbClr val="20282F"/>
                          </a:solidFill>
                          <a:effectLst/>
                          <a:latin typeface="+mn-lt"/>
                        </a:rPr>
                        <a:t>0</a:t>
                      </a:r>
                      <a:endParaRPr lang="en-US" sz="180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ase"/>
                      <a:r>
                        <a:rPr lang="en-US" sz="2400" dirty="0">
                          <a:solidFill>
                            <a:srgbClr val="20282F"/>
                          </a:solidFill>
                          <a:effectLst/>
                          <a:latin typeface="+mn-lt"/>
                        </a:rPr>
                        <a:t>0</a:t>
                      </a:r>
                      <a:endParaRPr lang="en-US" sz="1800" dirty="0">
                        <a:solidFill>
                          <a:srgbClr val="20282F"/>
                        </a:solidFill>
                        <a:effectLst/>
                        <a:latin typeface="+mn-lt"/>
                      </a:endParaRPr>
                    </a:p>
                  </a:txBody>
                  <a:tcPr marL="63036" marR="63036"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42153633"/>
                  </a:ext>
                </a:extLst>
              </a:tr>
            </a:tbl>
          </a:graphicData>
        </a:graphic>
      </p:graphicFrame>
      <p:sp>
        <p:nvSpPr>
          <p:cNvPr id="5" name="Slide Number Placeholder 4">
            <a:extLst>
              <a:ext uri="{FF2B5EF4-FFF2-40B4-BE49-F238E27FC236}">
                <a16:creationId xmlns:a16="http://schemas.microsoft.com/office/drawing/2014/main" id="{F80FACDC-D4B9-234F-036B-FC581A722320}"/>
              </a:ext>
            </a:extLst>
          </p:cNvPr>
          <p:cNvSpPr>
            <a:spLocks noGrp="1"/>
          </p:cNvSpPr>
          <p:nvPr>
            <p:ph type="sldNum" sz="quarter" idx="12"/>
          </p:nvPr>
        </p:nvSpPr>
        <p:spPr/>
        <p:txBody>
          <a:bodyPr/>
          <a:lstStyle/>
          <a:p>
            <a:fld id="{64537577-822C-42C9-B1FE-62AC5F07B59D}" type="slidenum">
              <a:rPr lang="en-US" smtClean="0"/>
              <a:pPr/>
              <a:t>38</a:t>
            </a:fld>
            <a:endParaRPr lang="en-US"/>
          </a:p>
        </p:txBody>
      </p:sp>
      <p:sp>
        <p:nvSpPr>
          <p:cNvPr id="2" name="Footer Placeholder 1">
            <a:extLst>
              <a:ext uri="{FF2B5EF4-FFF2-40B4-BE49-F238E27FC236}">
                <a16:creationId xmlns:a16="http://schemas.microsoft.com/office/drawing/2014/main" id="{91894FFD-A7D1-C058-0DE7-0F7EFEED2397}"/>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1814035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a:t>Lesson 1.4</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a:t>Troubleshooting Methodology</a:t>
            </a:r>
          </a:p>
        </p:txBody>
      </p:sp>
      <p:sp>
        <p:nvSpPr>
          <p:cNvPr id="5" name="Slide Number Placeholder 4">
            <a:extLst>
              <a:ext uri="{FF2B5EF4-FFF2-40B4-BE49-F238E27FC236}">
                <a16:creationId xmlns:a16="http://schemas.microsoft.com/office/drawing/2014/main" id="{FF0A4342-239A-49DB-A75F-91BF73A23DE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39</a:t>
            </a:fld>
            <a:endParaRPr lang="en-US"/>
          </a:p>
        </p:txBody>
      </p:sp>
      <p:sp>
        <p:nvSpPr>
          <p:cNvPr id="6" name="Footer Placeholder 5">
            <a:extLst>
              <a:ext uri="{FF2B5EF4-FFF2-40B4-BE49-F238E27FC236}">
                <a16:creationId xmlns:a16="http://schemas.microsoft.com/office/drawing/2014/main" id="{0094A4B8-6D74-EE62-6B02-28DDC96B15A4}"/>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10085244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AC69A-5FCF-CB9D-2859-3E99C66DC6C1}"/>
              </a:ext>
            </a:extLst>
          </p:cNvPr>
          <p:cNvSpPr>
            <a:spLocks noGrp="1"/>
          </p:cNvSpPr>
          <p:nvPr>
            <p:ph type="title"/>
          </p:nvPr>
        </p:nvSpPr>
        <p:spPr>
          <a:xfrm>
            <a:off x="628650" y="591921"/>
            <a:ext cx="7921125" cy="496626"/>
          </a:xfrm>
        </p:spPr>
        <p:txBody>
          <a:bodyPr anchor="ctr">
            <a:normAutofit fontScale="90000"/>
          </a:bodyPr>
          <a:lstStyle/>
          <a:p>
            <a:r>
              <a:rPr lang="en-US"/>
              <a:t>Discussion: Think About It</a:t>
            </a:r>
          </a:p>
        </p:txBody>
      </p:sp>
      <p:sp>
        <p:nvSpPr>
          <p:cNvPr id="11" name="Content Placeholder 2">
            <a:extLst>
              <a:ext uri="{FF2B5EF4-FFF2-40B4-BE49-F238E27FC236}">
                <a16:creationId xmlns:a16="http://schemas.microsoft.com/office/drawing/2014/main" id="{1EEB08B5-C1DE-71BF-8A62-F57829314AE2}"/>
              </a:ext>
            </a:extLst>
          </p:cNvPr>
          <p:cNvSpPr>
            <a:spLocks noGrp="1"/>
          </p:cNvSpPr>
          <p:nvPr>
            <p:ph sz="half" idx="1"/>
          </p:nvPr>
        </p:nvSpPr>
        <p:spPr>
          <a:xfrm>
            <a:off x="628650" y="1149214"/>
            <a:ext cx="3886200" cy="3365370"/>
          </a:xfrm>
        </p:spPr>
        <p:txBody>
          <a:bodyPr>
            <a:normAutofit/>
          </a:bodyPr>
          <a:lstStyle/>
          <a:p>
            <a:r>
              <a:rPr lang="en-US"/>
              <a:t>What is troubleshooting?</a:t>
            </a:r>
          </a:p>
          <a:p>
            <a:r>
              <a:rPr lang="en-US"/>
              <a:t>What steps should be involved in the troubleshooting process?</a:t>
            </a:r>
          </a:p>
        </p:txBody>
      </p:sp>
      <p:sp>
        <p:nvSpPr>
          <p:cNvPr id="3" name="Slide Number Placeholder 2">
            <a:extLst>
              <a:ext uri="{FF2B5EF4-FFF2-40B4-BE49-F238E27FC236}">
                <a16:creationId xmlns:a16="http://schemas.microsoft.com/office/drawing/2014/main" id="{A402DC6C-1C33-AA79-317C-E8275C52CCB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40</a:t>
            </a:fld>
            <a:endParaRPr lang="en-US"/>
          </a:p>
        </p:txBody>
      </p:sp>
      <p:sp>
        <p:nvSpPr>
          <p:cNvPr id="4" name="Footer Placeholder 3">
            <a:extLst>
              <a:ext uri="{FF2B5EF4-FFF2-40B4-BE49-F238E27FC236}">
                <a16:creationId xmlns:a16="http://schemas.microsoft.com/office/drawing/2014/main" id="{206FDAE2-A406-2211-A3E7-A7DC0D653AD9}"/>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29591584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D5C5-9283-4A92-3B71-47DA9C7CDA88}"/>
              </a:ext>
            </a:extLst>
          </p:cNvPr>
          <p:cNvSpPr>
            <a:spLocks noGrp="1"/>
          </p:cNvSpPr>
          <p:nvPr>
            <p:ph type="title"/>
          </p:nvPr>
        </p:nvSpPr>
        <p:spPr/>
        <p:txBody>
          <a:bodyPr/>
          <a:lstStyle/>
          <a:p>
            <a:r>
              <a:rPr lang="en-US" sz="3197"/>
              <a:t>Troubleshooting Methodology </a:t>
            </a:r>
          </a:p>
        </p:txBody>
      </p:sp>
      <p:graphicFrame>
        <p:nvGraphicFramePr>
          <p:cNvPr id="7" name="Content Placeholder 6">
            <a:extLst>
              <a:ext uri="{FF2B5EF4-FFF2-40B4-BE49-F238E27FC236}">
                <a16:creationId xmlns:a16="http://schemas.microsoft.com/office/drawing/2014/main" id="{0D8C0C00-8E3E-47BE-5D26-501F1E93A2C5}"/>
              </a:ext>
            </a:extLst>
          </p:cNvPr>
          <p:cNvGraphicFramePr>
            <a:graphicFrameLocks noGrp="1"/>
          </p:cNvGraphicFramePr>
          <p:nvPr>
            <p:ph idx="1"/>
            <p:extLst>
              <p:ext uri="{D42A27DB-BD31-4B8C-83A1-F6EECF244321}">
                <p14:modId xmlns:p14="http://schemas.microsoft.com/office/powerpoint/2010/main" val="2394140326"/>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AA444486-D0C6-9903-7A3F-975C43805656}"/>
              </a:ext>
            </a:extLst>
          </p:cNvPr>
          <p:cNvSpPr>
            <a:spLocks noGrp="1"/>
          </p:cNvSpPr>
          <p:nvPr>
            <p:ph type="sldNum" sz="quarter" idx="12"/>
          </p:nvPr>
        </p:nvSpPr>
        <p:spPr/>
        <p:txBody>
          <a:bodyPr/>
          <a:lstStyle/>
          <a:p>
            <a:fld id="{64537577-822C-42C9-B1FE-62AC5F07B59D}" type="slidenum">
              <a:rPr lang="en-US" smtClean="0"/>
              <a:t>41</a:t>
            </a:fld>
            <a:endParaRPr lang="en-US"/>
          </a:p>
        </p:txBody>
      </p:sp>
      <p:sp>
        <p:nvSpPr>
          <p:cNvPr id="6" name="Footer Placeholder 5">
            <a:extLst>
              <a:ext uri="{FF2B5EF4-FFF2-40B4-BE49-F238E27FC236}">
                <a16:creationId xmlns:a16="http://schemas.microsoft.com/office/drawing/2014/main" id="{C988820B-8F62-19D2-2EC1-811B3FC6736B}"/>
              </a:ext>
              <a:ext uri="{C183D7F6-B498-43B3-948B-1728B52AA6E4}">
                <adec:decorative xmlns:adec="http://schemas.microsoft.com/office/drawing/2017/decorative" val="1"/>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p>
        </p:txBody>
      </p:sp>
    </p:spTree>
    <p:extLst>
      <p:ext uri="{BB962C8B-B14F-4D97-AF65-F5344CB8AC3E}">
        <p14:creationId xmlns:p14="http://schemas.microsoft.com/office/powerpoint/2010/main" val="4129966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3A87-800E-0F64-AB9F-C212E8AB6AC2}"/>
              </a:ext>
            </a:extLst>
          </p:cNvPr>
          <p:cNvSpPr>
            <a:spLocks noGrp="1"/>
          </p:cNvSpPr>
          <p:nvPr>
            <p:ph type="title"/>
          </p:nvPr>
        </p:nvSpPr>
        <p:spPr/>
        <p:txBody>
          <a:bodyPr>
            <a:normAutofit fontScale="90000"/>
          </a:bodyPr>
          <a:lstStyle/>
          <a:p>
            <a:r>
              <a:rPr lang="en-US"/>
              <a:t>Identify the Problem</a:t>
            </a:r>
          </a:p>
        </p:txBody>
      </p:sp>
      <p:pic>
        <p:nvPicPr>
          <p:cNvPr id="10" name="Content Placeholder 9">
            <a:extLst>
              <a:ext uri="{FF2B5EF4-FFF2-40B4-BE49-F238E27FC236}">
                <a16:creationId xmlns:a16="http://schemas.microsoft.com/office/drawing/2014/main" id="{52377342-3C0C-A9C1-C682-CAB0028D07CF}"/>
              </a:ext>
              <a:ext uri="{C183D7F6-B498-43B3-948B-1728B52AA6E4}">
                <adec:decorative xmlns:adec="http://schemas.microsoft.com/office/drawing/2017/decorative" val="1"/>
              </a:ext>
            </a:extLst>
          </p:cNvPr>
          <p:cNvPicPr>
            <a:picLocks noGrp="1" noChangeAspect="1"/>
          </p:cNvPicPr>
          <p:nvPr>
            <p:ph sz="half" idx="1"/>
          </p:nvPr>
        </p:nvPicPr>
        <p:blipFill rotWithShape="1">
          <a:blip r:embed="rId3" cstate="screen">
            <a:extLst>
              <a:ext uri="{28A0092B-C50C-407E-A947-70E740481C1C}">
                <a14:useLocalDpi xmlns:a14="http://schemas.microsoft.com/office/drawing/2010/main"/>
              </a:ext>
            </a:extLst>
          </a:blip>
          <a:srcRect/>
          <a:stretch/>
        </p:blipFill>
        <p:spPr>
          <a:xfrm>
            <a:off x="628650" y="1826976"/>
            <a:ext cx="3886200" cy="2687874"/>
          </a:xfrm>
          <a:prstGeom prst="rect">
            <a:avLst/>
          </a:prstGeom>
        </p:spPr>
      </p:pic>
      <p:graphicFrame>
        <p:nvGraphicFramePr>
          <p:cNvPr id="9" name="Content Placeholder 8">
            <a:extLst>
              <a:ext uri="{FF2B5EF4-FFF2-40B4-BE49-F238E27FC236}">
                <a16:creationId xmlns:a16="http://schemas.microsoft.com/office/drawing/2014/main" id="{9FEC5C56-23EB-0970-72DC-80682EEF3FE8}"/>
              </a:ext>
            </a:extLst>
          </p:cNvPr>
          <p:cNvGraphicFramePr>
            <a:graphicFrameLocks noGrp="1"/>
          </p:cNvGraphicFramePr>
          <p:nvPr>
            <p:ph sz="half" idx="2"/>
            <p:extLst>
              <p:ext uri="{D42A27DB-BD31-4B8C-83A1-F6EECF244321}">
                <p14:modId xmlns:p14="http://schemas.microsoft.com/office/powerpoint/2010/main" val="412000945"/>
              </p:ext>
            </p:extLst>
          </p:nvPr>
        </p:nvGraphicFramePr>
        <p:xfrm>
          <a:off x="3899140" y="1149350"/>
          <a:ext cx="4616210" cy="33655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Slide Number Placeholder 5">
            <a:extLst>
              <a:ext uri="{FF2B5EF4-FFF2-40B4-BE49-F238E27FC236}">
                <a16:creationId xmlns:a16="http://schemas.microsoft.com/office/drawing/2014/main" id="{5BBAFF28-E793-8870-9C28-80495E519DA0}"/>
              </a:ext>
            </a:extLst>
          </p:cNvPr>
          <p:cNvSpPr>
            <a:spLocks noGrp="1"/>
          </p:cNvSpPr>
          <p:nvPr>
            <p:ph type="sldNum" sz="quarter" idx="12"/>
          </p:nvPr>
        </p:nvSpPr>
        <p:spPr/>
        <p:txBody>
          <a:bodyPr/>
          <a:lstStyle/>
          <a:p>
            <a:fld id="{64537577-822C-42C9-B1FE-62AC5F07B59D}" type="slidenum">
              <a:rPr lang="en-US" smtClean="0"/>
              <a:pPr/>
              <a:t>42</a:t>
            </a:fld>
            <a:endParaRPr lang="en-US"/>
          </a:p>
        </p:txBody>
      </p:sp>
      <p:sp>
        <p:nvSpPr>
          <p:cNvPr id="7" name="Footer Placeholder 6">
            <a:extLst>
              <a:ext uri="{FF2B5EF4-FFF2-40B4-BE49-F238E27FC236}">
                <a16:creationId xmlns:a16="http://schemas.microsoft.com/office/drawing/2014/main" id="{9E151304-EEFF-8406-2255-9F14BD601E08}"/>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945230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3A87-800E-0F64-AB9F-C212E8AB6AC2}"/>
              </a:ext>
            </a:extLst>
          </p:cNvPr>
          <p:cNvSpPr>
            <a:spLocks noGrp="1"/>
          </p:cNvSpPr>
          <p:nvPr>
            <p:ph type="title"/>
          </p:nvPr>
        </p:nvSpPr>
        <p:spPr/>
        <p:txBody>
          <a:bodyPr>
            <a:normAutofit fontScale="90000"/>
          </a:bodyPr>
          <a:lstStyle/>
          <a:p>
            <a:r>
              <a:rPr lang="en-US"/>
              <a:t>Identify the Problem</a:t>
            </a:r>
          </a:p>
        </p:txBody>
      </p:sp>
      <p:graphicFrame>
        <p:nvGraphicFramePr>
          <p:cNvPr id="9" name="Content Placeholder 8" descr="Identify symptoms: Physical inspection, Logs and diagnostic software, try to duplicate the problem.&#10;Determine if anything has changed. Did it ever work? What has changed since it was last working?&#10;Approach problems individually. Verify that symptoms are related before treating them as one single issue. &#10;">
            <a:extLst>
              <a:ext uri="{FF2B5EF4-FFF2-40B4-BE49-F238E27FC236}">
                <a16:creationId xmlns:a16="http://schemas.microsoft.com/office/drawing/2014/main" id="{53488CEA-850A-BB89-81F7-3C8BBE4B8218}"/>
              </a:ext>
            </a:extLst>
          </p:cNvPr>
          <p:cNvGraphicFramePr>
            <a:graphicFrameLocks noGrp="1"/>
          </p:cNvGraphicFramePr>
          <p:nvPr>
            <p:ph sz="half" idx="1"/>
            <p:extLst>
              <p:ext uri="{D42A27DB-BD31-4B8C-83A1-F6EECF244321}">
                <p14:modId xmlns:p14="http://schemas.microsoft.com/office/powerpoint/2010/main" val="1069181513"/>
              </p:ext>
            </p:extLst>
          </p:nvPr>
        </p:nvGraphicFramePr>
        <p:xfrm>
          <a:off x="628649" y="1149350"/>
          <a:ext cx="5568951"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Content Placeholder 9">
            <a:extLst>
              <a:ext uri="{FF2B5EF4-FFF2-40B4-BE49-F238E27FC236}">
                <a16:creationId xmlns:a16="http://schemas.microsoft.com/office/drawing/2014/main" id="{FE63CDCB-26B8-8765-36CD-CBC9D5FC5D0B}"/>
              </a:ext>
              <a:ext uri="{C183D7F6-B498-43B3-948B-1728B52AA6E4}">
                <adec:decorative xmlns:adec="http://schemas.microsoft.com/office/drawing/2017/decorative" val="1"/>
              </a:ext>
            </a:extLst>
          </p:cNvPr>
          <p:cNvPicPr>
            <a:picLocks noGrp="1" noChangeAspect="1"/>
          </p:cNvPicPr>
          <p:nvPr>
            <p:ph sz="half" idx="2"/>
          </p:nvPr>
        </p:nvPicPr>
        <p:blipFill>
          <a:blip r:embed="rId8" cstate="screen">
            <a:extLst>
              <a:ext uri="{28A0092B-C50C-407E-A947-70E740481C1C}">
                <a14:useLocalDpi xmlns:a14="http://schemas.microsoft.com/office/drawing/2010/main"/>
              </a:ext>
            </a:extLst>
          </a:blip>
          <a:stretch>
            <a:fillRect/>
          </a:stretch>
        </p:blipFill>
        <p:spPr>
          <a:xfrm>
            <a:off x="5257800" y="1537169"/>
            <a:ext cx="3886200" cy="2589862"/>
          </a:xfrm>
          <a:prstGeom prst="rect">
            <a:avLst/>
          </a:prstGeom>
        </p:spPr>
      </p:pic>
      <p:sp>
        <p:nvSpPr>
          <p:cNvPr id="5" name="Slide Number Placeholder 4">
            <a:extLst>
              <a:ext uri="{FF2B5EF4-FFF2-40B4-BE49-F238E27FC236}">
                <a16:creationId xmlns:a16="http://schemas.microsoft.com/office/drawing/2014/main" id="{3864B0E3-3E0E-9CDA-76C9-81A204AA007B}"/>
              </a:ext>
            </a:extLst>
          </p:cNvPr>
          <p:cNvSpPr>
            <a:spLocks noGrp="1"/>
          </p:cNvSpPr>
          <p:nvPr>
            <p:ph type="sldNum" sz="quarter" idx="12"/>
          </p:nvPr>
        </p:nvSpPr>
        <p:spPr/>
        <p:txBody>
          <a:bodyPr/>
          <a:lstStyle/>
          <a:p>
            <a:fld id="{64537577-822C-42C9-B1FE-62AC5F07B59D}" type="slidenum">
              <a:rPr lang="en-US" smtClean="0"/>
              <a:pPr/>
              <a:t>43</a:t>
            </a:fld>
            <a:endParaRPr lang="en-US"/>
          </a:p>
        </p:txBody>
      </p:sp>
      <p:sp>
        <p:nvSpPr>
          <p:cNvPr id="6" name="Footer Placeholder 5">
            <a:extLst>
              <a:ext uri="{FF2B5EF4-FFF2-40B4-BE49-F238E27FC236}">
                <a16:creationId xmlns:a16="http://schemas.microsoft.com/office/drawing/2014/main" id="{60FE0125-8E11-C782-ACA6-C4E4CFCB0638}"/>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3757579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3A87-800E-0F64-AB9F-C212E8AB6AC2}"/>
              </a:ext>
            </a:extLst>
          </p:cNvPr>
          <p:cNvSpPr>
            <a:spLocks noGrp="1"/>
          </p:cNvSpPr>
          <p:nvPr>
            <p:ph type="title"/>
          </p:nvPr>
        </p:nvSpPr>
        <p:spPr/>
        <p:txBody>
          <a:bodyPr>
            <a:normAutofit fontScale="90000"/>
          </a:bodyPr>
          <a:lstStyle/>
          <a:p>
            <a:r>
              <a:rPr lang="en-US"/>
              <a:t>Establish a Theory of Probable Cause</a:t>
            </a:r>
          </a:p>
        </p:txBody>
      </p:sp>
      <p:graphicFrame>
        <p:nvGraphicFramePr>
          <p:cNvPr id="9" name="Content Placeholder 8" descr="Troubleshooting styles: &#10; Question the obvious &#10; Methodically prove the functionality of each component&#10;OSI Model Approach: Top-down approach and Bottom-up approach &#10;">
            <a:extLst>
              <a:ext uri="{FF2B5EF4-FFF2-40B4-BE49-F238E27FC236}">
                <a16:creationId xmlns:a16="http://schemas.microsoft.com/office/drawing/2014/main" id="{0EF0FAFA-81CA-88B7-7133-EC81BC8B53FA}"/>
              </a:ext>
            </a:extLst>
          </p:cNvPr>
          <p:cNvGraphicFramePr>
            <a:graphicFrameLocks noGrp="1"/>
          </p:cNvGraphicFramePr>
          <p:nvPr>
            <p:ph sz="half" idx="1"/>
            <p:extLst>
              <p:ext uri="{D42A27DB-BD31-4B8C-83A1-F6EECF244321}">
                <p14:modId xmlns:p14="http://schemas.microsoft.com/office/powerpoint/2010/main" val="3736649822"/>
              </p:ext>
            </p:extLst>
          </p:nvPr>
        </p:nvGraphicFramePr>
        <p:xfrm>
          <a:off x="628650" y="1149350"/>
          <a:ext cx="3886200"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2">
            <a:extLst>
              <a:ext uri="{FF2B5EF4-FFF2-40B4-BE49-F238E27FC236}">
                <a16:creationId xmlns:a16="http://schemas.microsoft.com/office/drawing/2014/main" id="{373421E7-91BA-93EF-1CBF-DD388E8766C2}"/>
              </a:ext>
              <a:ext uri="{C183D7F6-B498-43B3-948B-1728B52AA6E4}">
                <adec:decorative xmlns:adec="http://schemas.microsoft.com/office/drawing/2017/decorative" val="0"/>
              </a:ext>
            </a:extLst>
          </p:cNvPr>
          <p:cNvPicPr>
            <a:picLocks noGrp="1" noChangeAspect="1" noChangeArrowheads="1"/>
          </p:cNvPicPr>
          <p:nvPr>
            <p:ph sz="half" idx="2"/>
          </p:nvPr>
        </p:nvPicPr>
        <p:blipFill>
          <a:blip r:embed="rId8" cstate="screen">
            <a:extLst>
              <a:ext uri="{28A0092B-C50C-407E-A947-70E740481C1C}">
                <a14:useLocalDpi xmlns:a14="http://schemas.microsoft.com/office/drawing/2010/main"/>
              </a:ext>
            </a:extLst>
          </a:blip>
          <a:srcRect/>
          <a:stretch>
            <a:fillRect/>
          </a:stretch>
        </p:blipFill>
        <p:spPr bwMode="auto">
          <a:xfrm>
            <a:off x="4629150" y="1566141"/>
            <a:ext cx="3886200" cy="253191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EB319F31-B752-72DF-CC1E-AF22ED01AE2B}"/>
              </a:ext>
            </a:extLst>
          </p:cNvPr>
          <p:cNvSpPr>
            <a:spLocks noGrp="1"/>
          </p:cNvSpPr>
          <p:nvPr>
            <p:ph type="sldNum" sz="quarter" idx="12"/>
          </p:nvPr>
        </p:nvSpPr>
        <p:spPr/>
        <p:txBody>
          <a:bodyPr/>
          <a:lstStyle/>
          <a:p>
            <a:fld id="{64537577-822C-42C9-B1FE-62AC5F07B59D}" type="slidenum">
              <a:rPr lang="en-US" smtClean="0"/>
              <a:pPr/>
              <a:t>44</a:t>
            </a:fld>
            <a:endParaRPr lang="en-US"/>
          </a:p>
        </p:txBody>
      </p:sp>
      <p:sp>
        <p:nvSpPr>
          <p:cNvPr id="6" name="Footer Placeholder 5">
            <a:extLst>
              <a:ext uri="{FF2B5EF4-FFF2-40B4-BE49-F238E27FC236}">
                <a16:creationId xmlns:a16="http://schemas.microsoft.com/office/drawing/2014/main" id="{63DAC256-CE17-F6A9-45C3-412D481F1FF0}"/>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17581471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3A87-800E-0F64-AB9F-C212E8AB6AC2}"/>
              </a:ext>
            </a:extLst>
          </p:cNvPr>
          <p:cNvSpPr>
            <a:spLocks noGrp="1"/>
          </p:cNvSpPr>
          <p:nvPr>
            <p:ph type="title"/>
          </p:nvPr>
        </p:nvSpPr>
        <p:spPr/>
        <p:txBody>
          <a:bodyPr>
            <a:normAutofit fontScale="90000"/>
          </a:bodyPr>
          <a:lstStyle/>
          <a:p>
            <a:r>
              <a:rPr lang="en-US"/>
              <a:t>Test the Theory to Determine the Cause</a:t>
            </a:r>
          </a:p>
        </p:txBody>
      </p:sp>
      <p:graphicFrame>
        <p:nvGraphicFramePr>
          <p:cNvPr id="10" name="Content Placeholder 9" descr="Question the obvious: Use one or more method-based approaches and don’t jump to conclusions. &#10;Use escalation if the problem is beyond your knowledge or ability, the problem falls under a system warranty, the scope of the problem is very large, or a customer is difficult or abusive.&#10;">
            <a:extLst>
              <a:ext uri="{FF2B5EF4-FFF2-40B4-BE49-F238E27FC236}">
                <a16:creationId xmlns:a16="http://schemas.microsoft.com/office/drawing/2014/main" id="{9A95CE4D-D449-9F11-A130-250787586D9B}"/>
              </a:ext>
            </a:extLst>
          </p:cNvPr>
          <p:cNvGraphicFramePr>
            <a:graphicFrameLocks noGrp="1"/>
          </p:cNvGraphicFramePr>
          <p:nvPr>
            <p:ph sz="half" idx="1"/>
            <p:extLst>
              <p:ext uri="{D42A27DB-BD31-4B8C-83A1-F6EECF244321}">
                <p14:modId xmlns:p14="http://schemas.microsoft.com/office/powerpoint/2010/main" val="3810228828"/>
              </p:ext>
            </p:extLst>
          </p:nvPr>
        </p:nvGraphicFramePr>
        <p:xfrm>
          <a:off x="628649" y="1149350"/>
          <a:ext cx="5145617" cy="3365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Content Placeholder 8">
            <a:extLst>
              <a:ext uri="{FF2B5EF4-FFF2-40B4-BE49-F238E27FC236}">
                <a16:creationId xmlns:a16="http://schemas.microsoft.com/office/drawing/2014/main" id="{A5AC8630-E0A9-A024-3556-881192B03603}"/>
              </a:ext>
              <a:ext uri="{C183D7F6-B498-43B3-948B-1728B52AA6E4}">
                <adec:decorative xmlns:adec="http://schemas.microsoft.com/office/drawing/2017/decorative" val="1"/>
              </a:ext>
            </a:extLst>
          </p:cNvPr>
          <p:cNvPicPr>
            <a:picLocks noGrp="1" noChangeAspect="1"/>
          </p:cNvPicPr>
          <p:nvPr>
            <p:ph sz="half" idx="2"/>
          </p:nvPr>
        </p:nvPicPr>
        <p:blipFill rotWithShape="1">
          <a:blip r:embed="rId8" cstate="screen">
            <a:extLst>
              <a:ext uri="{28A0092B-C50C-407E-A947-70E740481C1C}">
                <a14:useLocalDpi xmlns:a14="http://schemas.microsoft.com/office/drawing/2010/main"/>
              </a:ext>
            </a:extLst>
          </a:blip>
          <a:srcRect/>
          <a:stretch/>
        </p:blipFill>
        <p:spPr>
          <a:xfrm>
            <a:off x="5541104" y="1423735"/>
            <a:ext cx="3321442" cy="2880897"/>
          </a:xfrm>
          <a:prstGeom prst="rect">
            <a:avLst/>
          </a:prstGeom>
        </p:spPr>
      </p:pic>
      <p:sp>
        <p:nvSpPr>
          <p:cNvPr id="5" name="Slide Number Placeholder 4">
            <a:extLst>
              <a:ext uri="{FF2B5EF4-FFF2-40B4-BE49-F238E27FC236}">
                <a16:creationId xmlns:a16="http://schemas.microsoft.com/office/drawing/2014/main" id="{4674198A-3CD9-B00D-458A-920E5872ADE4}"/>
              </a:ext>
            </a:extLst>
          </p:cNvPr>
          <p:cNvSpPr>
            <a:spLocks noGrp="1"/>
          </p:cNvSpPr>
          <p:nvPr>
            <p:ph type="sldNum" sz="quarter" idx="12"/>
          </p:nvPr>
        </p:nvSpPr>
        <p:spPr/>
        <p:txBody>
          <a:bodyPr/>
          <a:lstStyle/>
          <a:p>
            <a:fld id="{64537577-822C-42C9-B1FE-62AC5F07B59D}" type="slidenum">
              <a:rPr lang="en-US" smtClean="0"/>
              <a:pPr/>
              <a:t>45</a:t>
            </a:fld>
            <a:endParaRPr lang="en-US"/>
          </a:p>
        </p:txBody>
      </p:sp>
      <p:sp>
        <p:nvSpPr>
          <p:cNvPr id="6" name="Footer Placeholder 5">
            <a:extLst>
              <a:ext uri="{FF2B5EF4-FFF2-40B4-BE49-F238E27FC236}">
                <a16:creationId xmlns:a16="http://schemas.microsoft.com/office/drawing/2014/main" id="{EDF047F5-5A2C-4E24-6DF1-C15243885D7B}"/>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16655002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3A87-800E-0F64-AB9F-C212E8AB6AC2}"/>
              </a:ext>
            </a:extLst>
          </p:cNvPr>
          <p:cNvSpPr>
            <a:spLocks noGrp="1"/>
          </p:cNvSpPr>
          <p:nvPr>
            <p:ph type="title"/>
          </p:nvPr>
        </p:nvSpPr>
        <p:spPr/>
        <p:txBody>
          <a:bodyPr>
            <a:normAutofit fontScale="90000"/>
          </a:bodyPr>
          <a:lstStyle/>
          <a:p>
            <a:r>
              <a:rPr lang="en-US"/>
              <a:t>Implement, Verify, and Document</a:t>
            </a:r>
          </a:p>
        </p:txBody>
      </p:sp>
      <p:graphicFrame>
        <p:nvGraphicFramePr>
          <p:cNvPr id="23" name="Content Placeholder 22" descr="Implement changes includes implement fixes and escalate if higher authorization is needed. &#10;Verify the solution means make sure the system seems to be working for you and make sure the system seems to be working for the customer&#10;Document findings, actions, and outcomes. Logs are useful for future troubleshooting. &#10;">
            <a:extLst>
              <a:ext uri="{FF2B5EF4-FFF2-40B4-BE49-F238E27FC236}">
                <a16:creationId xmlns:a16="http://schemas.microsoft.com/office/drawing/2014/main" id="{56BAE414-BA95-7825-4024-63F02F152017}"/>
              </a:ext>
            </a:extLst>
          </p:cNvPr>
          <p:cNvGraphicFramePr>
            <a:graphicFrameLocks noGrp="1"/>
          </p:cNvGraphicFramePr>
          <p:nvPr>
            <p:ph sz="half" idx="1"/>
            <p:extLst>
              <p:ext uri="{D42A27DB-BD31-4B8C-83A1-F6EECF244321}">
                <p14:modId xmlns:p14="http://schemas.microsoft.com/office/powerpoint/2010/main" val="3282145538"/>
              </p:ext>
            </p:extLst>
          </p:nvPr>
        </p:nvGraphicFramePr>
        <p:xfrm>
          <a:off x="628649" y="1149349"/>
          <a:ext cx="5237313" cy="3397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62BD52DC-20AF-D7ED-0CDB-BADA41718A40}"/>
              </a:ext>
            </a:extLst>
          </p:cNvPr>
          <p:cNvSpPr>
            <a:spLocks noGrp="1"/>
          </p:cNvSpPr>
          <p:nvPr>
            <p:ph type="sldNum" sz="quarter" idx="12"/>
          </p:nvPr>
        </p:nvSpPr>
        <p:spPr/>
        <p:txBody>
          <a:bodyPr/>
          <a:lstStyle/>
          <a:p>
            <a:fld id="{64537577-822C-42C9-B1FE-62AC5F07B59D}" type="slidenum">
              <a:rPr lang="en-US" smtClean="0"/>
              <a:pPr/>
              <a:t>46</a:t>
            </a:fld>
            <a:endParaRPr lang="en-US"/>
          </a:p>
        </p:txBody>
      </p:sp>
      <p:sp>
        <p:nvSpPr>
          <p:cNvPr id="6" name="Footer Placeholder 5">
            <a:extLst>
              <a:ext uri="{FF2B5EF4-FFF2-40B4-BE49-F238E27FC236}">
                <a16:creationId xmlns:a16="http://schemas.microsoft.com/office/drawing/2014/main" id="{28962CE4-52C8-7BAB-2B39-83B2A657BE96}"/>
              </a:ext>
              <a:ext uri="{C183D7F6-B498-43B3-948B-1728B52AA6E4}">
                <adec:decorative xmlns:adec="http://schemas.microsoft.com/office/drawing/2017/decorative" val="1"/>
              </a:ext>
            </a:extLst>
          </p:cNvPr>
          <p:cNvSpPr>
            <a:spLocks noGrp="1"/>
          </p:cNvSpPr>
          <p:nvPr>
            <p:ph type="ftr" sz="quarter" idx="3"/>
          </p:nvPr>
        </p:nvSpPr>
        <p:spPr/>
        <p:txBody>
          <a:bodyPr/>
          <a:lstStyle/>
          <a:p>
            <a:pPr lvl="0"/>
            <a:r>
              <a:rPr lang="en-US" noProof="0"/>
              <a:t>​Copyright © 2025 CompTIA, Inc. All Rights Reserved. </a:t>
            </a:r>
          </a:p>
        </p:txBody>
      </p:sp>
    </p:spTree>
    <p:extLst>
      <p:ext uri="{BB962C8B-B14F-4D97-AF65-F5344CB8AC3E}">
        <p14:creationId xmlns:p14="http://schemas.microsoft.com/office/powerpoint/2010/main" val="23772718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D79EB-C490-6936-FCD6-1EAEBA49A014}"/>
              </a:ext>
            </a:extLst>
          </p:cNvPr>
          <p:cNvSpPr>
            <a:spLocks noGrp="1"/>
          </p:cNvSpPr>
          <p:nvPr>
            <p:ph type="title"/>
          </p:nvPr>
        </p:nvSpPr>
        <p:spPr>
          <a:xfrm>
            <a:off x="628650" y="591921"/>
            <a:ext cx="7921125" cy="496626"/>
          </a:xfrm>
        </p:spPr>
        <p:txBody>
          <a:bodyPr>
            <a:normAutofit fontScale="90000"/>
          </a:bodyPr>
          <a:lstStyle/>
          <a:p>
            <a:r>
              <a:rPr lang="en-US"/>
              <a:t>Activity: Troubleshooting</a:t>
            </a:r>
          </a:p>
        </p:txBody>
      </p:sp>
      <p:sp>
        <p:nvSpPr>
          <p:cNvPr id="3" name="Text Placeholder 4">
            <a:extLst>
              <a:ext uri="{FF2B5EF4-FFF2-40B4-BE49-F238E27FC236}">
                <a16:creationId xmlns:a16="http://schemas.microsoft.com/office/drawing/2014/main" id="{5EA74BA6-B312-B6AD-9FA4-E3FDA45EF2A5}"/>
              </a:ext>
            </a:extLst>
          </p:cNvPr>
          <p:cNvSpPr txBox="1">
            <a:spLocks/>
          </p:cNvSpPr>
          <p:nvPr/>
        </p:nvSpPr>
        <p:spPr>
          <a:xfrm>
            <a:off x="1001711" y="1381297"/>
            <a:ext cx="6913705" cy="1749660"/>
          </a:xfrm>
          <a:prstGeom prst="rect">
            <a:avLst/>
          </a:prstGeom>
        </p:spPr>
        <p:txBody>
          <a:bodyPr vert="horz" lIns="91440" tIns="45720" rIns="91440" bIns="45720" rtlCol="0">
            <a:normAutofit/>
          </a:bodyPr>
          <a:lstStyle>
            <a:lvl1pPr marL="171290" indent="-171290" algn="l" defTabSz="685160" rtl="0" eaLnBrk="1" latinLnBrk="0" hangingPunct="1">
              <a:lnSpc>
                <a:spcPct val="90000"/>
              </a:lnSpc>
              <a:spcBef>
                <a:spcPts val="749"/>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90000"/>
              </a:lnSpc>
              <a:spcBef>
                <a:spcPts val="375"/>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90000"/>
              </a:lnSpc>
              <a:spcBef>
                <a:spcPts val="375"/>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90000"/>
              </a:lnSpc>
              <a:spcBef>
                <a:spcPts val="375"/>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90000"/>
              </a:lnSpc>
              <a:spcBef>
                <a:spcPts val="375"/>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a:lstStyle>
          <a:p>
            <a:pPr marL="114197" indent="0">
              <a:buFont typeface="Arial" panose="020B0604020202020204" pitchFamily="34" charset="0"/>
              <a:buNone/>
            </a:pPr>
            <a:r>
              <a:rPr lang="en-US" sz="2398"/>
              <a:t>Several office employees report that their computers are unable to connect to the Internet, affecting workflow and productivity.</a:t>
            </a:r>
          </a:p>
        </p:txBody>
      </p:sp>
      <p:graphicFrame>
        <p:nvGraphicFramePr>
          <p:cNvPr id="4" name="Diagram 3" descr="Flow diagram of the Troubleshooting Methodology">
            <a:extLst>
              <a:ext uri="{FF2B5EF4-FFF2-40B4-BE49-F238E27FC236}">
                <a16:creationId xmlns:a16="http://schemas.microsoft.com/office/drawing/2014/main" id="{B3634EBF-8B1D-9632-9F49-D1A47D8D74A5}"/>
              </a:ext>
            </a:extLst>
          </p:cNvPr>
          <p:cNvGraphicFramePr/>
          <p:nvPr>
            <p:extLst>
              <p:ext uri="{D42A27DB-BD31-4B8C-83A1-F6EECF244321}">
                <p14:modId xmlns:p14="http://schemas.microsoft.com/office/powerpoint/2010/main" val="364437018"/>
              </p:ext>
            </p:extLst>
          </p:nvPr>
        </p:nvGraphicFramePr>
        <p:xfrm>
          <a:off x="507925" y="2851920"/>
          <a:ext cx="8128150" cy="17496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D6B1E283-C4F5-76F3-88A3-94D7556F114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47</a:t>
            </a:fld>
            <a:endParaRPr lang="en-US"/>
          </a:p>
        </p:txBody>
      </p:sp>
      <p:sp>
        <p:nvSpPr>
          <p:cNvPr id="7" name="Footer Placeholder 6">
            <a:extLst>
              <a:ext uri="{FF2B5EF4-FFF2-40B4-BE49-F238E27FC236}">
                <a16:creationId xmlns:a16="http://schemas.microsoft.com/office/drawing/2014/main" id="{AC144FE5-26B3-8247-9EE9-11622D76D4CE}"/>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13809001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7E3B-31C2-35D2-5527-9365308F6DFB}"/>
              </a:ext>
            </a:extLst>
          </p:cNvPr>
          <p:cNvSpPr>
            <a:spLocks noGrp="1"/>
          </p:cNvSpPr>
          <p:nvPr>
            <p:ph type="ctrTitle"/>
          </p:nvPr>
        </p:nvSpPr>
        <p:spPr>
          <a:xfrm>
            <a:off x="682580" y="840993"/>
            <a:ext cx="7318420" cy="1397942"/>
          </a:xfrm>
        </p:spPr>
        <p:txBody>
          <a:bodyPr>
            <a:normAutofit/>
          </a:bodyPr>
          <a:lstStyle/>
          <a:p>
            <a:r>
              <a:rPr lang="en-US"/>
              <a:t>Summary</a:t>
            </a:r>
          </a:p>
        </p:txBody>
      </p:sp>
      <p:sp>
        <p:nvSpPr>
          <p:cNvPr id="3" name="Subtitle 2">
            <a:extLst>
              <a:ext uri="{FF2B5EF4-FFF2-40B4-BE49-F238E27FC236}">
                <a16:creationId xmlns:a16="http://schemas.microsoft.com/office/drawing/2014/main" id="{95D2A0BA-D28A-0B52-2159-525C86DF1E8A}"/>
              </a:ext>
            </a:extLst>
          </p:cNvPr>
          <p:cNvSpPr>
            <a:spLocks noGrp="1"/>
          </p:cNvSpPr>
          <p:nvPr>
            <p:ph type="subTitle" idx="1"/>
          </p:nvPr>
        </p:nvSpPr>
        <p:spPr>
          <a:xfrm>
            <a:off x="682580" y="2306171"/>
            <a:ext cx="7318420" cy="1633528"/>
          </a:xfrm>
        </p:spPr>
        <p:txBody>
          <a:bodyPr>
            <a:normAutofit/>
          </a:bodyPr>
          <a:lstStyle/>
          <a:p>
            <a:r>
              <a:rPr lang="en-US"/>
              <a:t>Explaining Network Topologies</a:t>
            </a:r>
          </a:p>
        </p:txBody>
      </p:sp>
      <p:sp>
        <p:nvSpPr>
          <p:cNvPr id="5" name="Slide Number Placeholder 4">
            <a:extLst>
              <a:ext uri="{FF2B5EF4-FFF2-40B4-BE49-F238E27FC236}">
                <a16:creationId xmlns:a16="http://schemas.microsoft.com/office/drawing/2014/main" id="{6A24443C-7A79-C107-DB65-ED920F6F94E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48</a:t>
            </a:fld>
            <a:endParaRPr lang="en-US"/>
          </a:p>
        </p:txBody>
      </p:sp>
      <p:sp>
        <p:nvSpPr>
          <p:cNvPr id="6" name="Footer Placeholder 5">
            <a:extLst>
              <a:ext uri="{FF2B5EF4-FFF2-40B4-BE49-F238E27FC236}">
                <a16:creationId xmlns:a16="http://schemas.microsoft.com/office/drawing/2014/main" id="{B2A3CA22-89AE-765E-4F9E-178EC2FDA4F3}"/>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98456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FD4B-B953-BEFC-78A3-725F1DE08E27}"/>
              </a:ext>
            </a:extLst>
          </p:cNvPr>
          <p:cNvSpPr>
            <a:spLocks noGrp="1"/>
          </p:cNvSpPr>
          <p:nvPr>
            <p:ph type="title"/>
          </p:nvPr>
        </p:nvSpPr>
        <p:spPr>
          <a:xfrm>
            <a:off x="628649" y="584942"/>
            <a:ext cx="7886699" cy="572790"/>
          </a:xfrm>
        </p:spPr>
        <p:txBody>
          <a:bodyPr>
            <a:normAutofit fontScale="90000"/>
          </a:bodyPr>
          <a:lstStyle/>
          <a:p>
            <a:r>
              <a:rPr lang="en-US"/>
              <a:t>Main Points</a:t>
            </a:r>
          </a:p>
        </p:txBody>
      </p:sp>
      <p:sp>
        <p:nvSpPr>
          <p:cNvPr id="3" name="Content Placeholder 2">
            <a:extLst>
              <a:ext uri="{FF2B5EF4-FFF2-40B4-BE49-F238E27FC236}">
                <a16:creationId xmlns:a16="http://schemas.microsoft.com/office/drawing/2014/main" id="{37F4092C-34AC-1128-EC89-05BCF335B867}"/>
              </a:ext>
            </a:extLst>
          </p:cNvPr>
          <p:cNvSpPr>
            <a:spLocks noGrp="1"/>
          </p:cNvSpPr>
          <p:nvPr>
            <p:ph idx="1"/>
          </p:nvPr>
        </p:nvSpPr>
        <p:spPr>
          <a:xfrm>
            <a:off x="628650" y="1216369"/>
            <a:ext cx="7886700" cy="3325066"/>
          </a:xfrm>
        </p:spPr>
        <p:txBody>
          <a:bodyPr>
            <a:normAutofit fontScale="85000" lnSpcReduction="10000"/>
          </a:bodyPr>
          <a:lstStyle/>
          <a:p>
            <a:pPr>
              <a:lnSpc>
                <a:spcPct val="110000"/>
              </a:lnSpc>
            </a:pPr>
            <a:r>
              <a:rPr lang="en-US"/>
              <a:t>Remember the OSI model’s 7 layers (physical, data link, network, transport, session, presentation, and application).</a:t>
            </a:r>
          </a:p>
          <a:p>
            <a:pPr>
              <a:lnSpc>
                <a:spcPct val="110000"/>
              </a:lnSpc>
            </a:pPr>
            <a:r>
              <a:rPr lang="en-US"/>
              <a:t>Plan network structure and troubleshoot issues using OSI model layers.</a:t>
            </a:r>
          </a:p>
          <a:p>
            <a:pPr>
              <a:lnSpc>
                <a:spcPct val="110000"/>
              </a:lnSpc>
            </a:pPr>
            <a:r>
              <a:rPr lang="en-US"/>
              <a:t>Implement a methodical approach to troubleshooting (identification, planning, execution, verification, and documentation).</a:t>
            </a:r>
          </a:p>
          <a:p>
            <a:pPr>
              <a:lnSpc>
                <a:spcPct val="110000"/>
              </a:lnSpc>
            </a:pPr>
            <a:r>
              <a:rPr lang="en-US"/>
              <a:t>Use strategies like top-to-bottom, bottom-to-top, </a:t>
            </a:r>
            <a:br>
              <a:rPr lang="en-US"/>
            </a:br>
            <a:r>
              <a:rPr lang="en-US"/>
              <a:t>and divide-and-conquer.</a:t>
            </a:r>
          </a:p>
        </p:txBody>
      </p:sp>
      <p:sp>
        <p:nvSpPr>
          <p:cNvPr id="5" name="Slide Number Placeholder 4">
            <a:extLst>
              <a:ext uri="{FF2B5EF4-FFF2-40B4-BE49-F238E27FC236}">
                <a16:creationId xmlns:a16="http://schemas.microsoft.com/office/drawing/2014/main" id="{6162B12D-82F6-F044-7F35-BFF181ED918B}"/>
              </a:ext>
            </a:extLst>
          </p:cNvPr>
          <p:cNvSpPr>
            <a:spLocks noGrp="1"/>
          </p:cNvSpPr>
          <p:nvPr>
            <p:ph type="sldNum" sz="quarter" idx="12"/>
          </p:nvPr>
        </p:nvSpPr>
        <p:spPr>
          <a:xfrm>
            <a:off x="6457949" y="4762849"/>
            <a:ext cx="2173401" cy="273590"/>
          </a:xfrm>
        </p:spPr>
        <p:txBody>
          <a:bodyPr/>
          <a:lstStyle/>
          <a:p>
            <a:pPr lvl="0"/>
            <a:fld id="{64537577-822C-42C9-B1FE-62AC5F07B59D}" type="slidenum">
              <a:rPr lang="en-US" noProof="0" smtClean="0"/>
              <a:pPr lvl="0"/>
              <a:t>49</a:t>
            </a:fld>
            <a:endParaRPr lang="en-US" noProof="0"/>
          </a:p>
        </p:txBody>
      </p:sp>
      <p:sp>
        <p:nvSpPr>
          <p:cNvPr id="6" name="Footer Placeholder 5">
            <a:extLst>
              <a:ext uri="{FF2B5EF4-FFF2-40B4-BE49-F238E27FC236}">
                <a16:creationId xmlns:a16="http://schemas.microsoft.com/office/drawing/2014/main" id="{ED706EE9-3CE9-6395-9A93-722FD9D7A9E7}"/>
              </a:ext>
              <a:ext uri="{C183D7F6-B498-43B3-948B-1728B52AA6E4}">
                <adec:decorative xmlns:adec="http://schemas.microsoft.com/office/drawing/2017/decorative" val="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p>
        </p:txBody>
      </p:sp>
    </p:spTree>
    <p:extLst>
      <p:ext uri="{BB962C8B-B14F-4D97-AF65-F5344CB8AC3E}">
        <p14:creationId xmlns:p14="http://schemas.microsoft.com/office/powerpoint/2010/main" val="19409284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Learning Design">
  <a:themeElements>
    <a:clrScheme name="CompTIA">
      <a:dk1>
        <a:srgbClr val="000000"/>
      </a:dk1>
      <a:lt1>
        <a:srgbClr val="FFFFFF"/>
      </a:lt1>
      <a:dk2>
        <a:srgbClr val="44546A"/>
      </a:dk2>
      <a:lt2>
        <a:srgbClr val="E7E6E6"/>
      </a:lt2>
      <a:accent1>
        <a:srgbClr val="006284"/>
      </a:accent1>
      <a:accent2>
        <a:srgbClr val="C8102E"/>
      </a:accent2>
      <a:accent3>
        <a:srgbClr val="007377"/>
      </a:accent3>
      <a:accent4>
        <a:srgbClr val="009CA6"/>
      </a:accent4>
      <a:accent5>
        <a:srgbClr val="63CCC8"/>
      </a:accent5>
      <a:accent6>
        <a:srgbClr val="004F70"/>
      </a:accent6>
      <a:hlink>
        <a:srgbClr val="00698E"/>
      </a:hlink>
      <a:folHlink>
        <a:srgbClr val="572B83"/>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2.xml><?xml version="1.0" encoding="utf-8"?>
<a:theme xmlns:a="http://schemas.openxmlformats.org/drawingml/2006/main" name="1_Learning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SharedWithUsers xmlns="315eb565-7267-4a95-9087-2f433ded3c8b">
      <UserInfo>
        <DisplayName>Juan Guerrero</DisplayName>
        <AccountId>1541</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1" ma:contentTypeDescription="Create a new document." ma:contentTypeScope="" ma:versionID="1bd29a7743d722a7a4e1536ec53122b2">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e45cb6768d0452792e526d740a19175"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3C1A66-679F-4E54-96D0-138142AFAC60}">
  <ds:schemaRefs>
    <ds:schemaRef ds:uri="http://schemas.microsoft.com/sharepoint/v3/contenttype/forms"/>
  </ds:schemaRefs>
</ds:datastoreItem>
</file>

<file path=customXml/itemProps2.xml><?xml version="1.0" encoding="utf-8"?>
<ds:datastoreItem xmlns:ds="http://schemas.openxmlformats.org/officeDocument/2006/customXml" ds:itemID="{F0D52A02-1E55-4DBA-994E-857BEA779AC3}">
  <ds:schemaRefs>
    <ds:schemaRef ds:uri="http://www.w3.org/XML/1998/namespace"/>
    <ds:schemaRef ds:uri="http://purl.org/dc/elements/1.1/"/>
    <ds:schemaRef ds:uri="http://schemas.microsoft.com/office/infopath/2007/PartnerControls"/>
    <ds:schemaRef ds:uri="http://schemas.microsoft.com/office/2006/metadata/properties"/>
    <ds:schemaRef ds:uri="http://schemas.microsoft.com/sharepoint/v3"/>
    <ds:schemaRef ds:uri="http://schemas.microsoft.com/office/2006/documentManagement/types"/>
    <ds:schemaRef ds:uri="315eb565-7267-4a95-9087-2f433ded3c8b"/>
    <ds:schemaRef ds:uri="http://purl.org/dc/terms/"/>
    <ds:schemaRef ds:uri="http://purl.org/dc/dcmitype/"/>
    <ds:schemaRef ds:uri="http://schemas.openxmlformats.org/package/2006/metadata/core-properties"/>
    <ds:schemaRef ds:uri="95a46270-66ec-4bdf-aabc-d78887d51418"/>
  </ds:schemaRefs>
</ds:datastoreItem>
</file>

<file path=customXml/itemProps3.xml><?xml version="1.0" encoding="utf-8"?>
<ds:datastoreItem xmlns:ds="http://schemas.openxmlformats.org/officeDocument/2006/customXml" ds:itemID="{4C976240-38D6-4831-BF27-FC165F6E2AD7}">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74</TotalTime>
  <Words>9329</Words>
  <Application>Microsoft Office PowerPoint</Application>
  <PresentationFormat>Custom</PresentationFormat>
  <Paragraphs>1172</Paragraphs>
  <Slides>49</Slides>
  <Notes>49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49</vt:i4>
      </vt:variant>
    </vt:vector>
  </HeadingPairs>
  <TitlesOfParts>
    <vt:vector size="61" baseType="lpstr">
      <vt:lpstr>Arial</vt:lpstr>
      <vt:lpstr>Calibri</vt:lpstr>
      <vt:lpstr>Cascadia Mono PL</vt:lpstr>
      <vt:lpstr>Courier New</vt:lpstr>
      <vt:lpstr>Inter</vt:lpstr>
      <vt:lpstr>Lato</vt:lpstr>
      <vt:lpstr>Noto Sans</vt:lpstr>
      <vt:lpstr>Noto Sans Condensed</vt:lpstr>
      <vt:lpstr>roboto</vt:lpstr>
      <vt:lpstr>Wingdings</vt:lpstr>
      <vt:lpstr>Learning Design</vt:lpstr>
      <vt:lpstr>1_Learning Design</vt:lpstr>
      <vt:lpstr>Module 1</vt:lpstr>
      <vt:lpstr>Module Objectives</vt:lpstr>
      <vt:lpstr>Lesson 1.1</vt:lpstr>
      <vt:lpstr>PowerPoint Presentation</vt:lpstr>
      <vt:lpstr>How are personal and IT networks similar?</vt:lpstr>
      <vt:lpstr>Networks</vt:lpstr>
      <vt:lpstr>Local Area Network (LAN)</vt:lpstr>
      <vt:lpstr>Lesson Summary</vt:lpstr>
      <vt:lpstr>Activity: Quick Search</vt:lpstr>
      <vt:lpstr>Network Topologies: Point-to-Point</vt:lpstr>
      <vt:lpstr>Network Topologies: Star</vt:lpstr>
      <vt:lpstr>Network Topologies: Mesh</vt:lpstr>
      <vt:lpstr>Lesson 1.2</vt:lpstr>
      <vt:lpstr>Open Systems Interconnection Model</vt:lpstr>
      <vt:lpstr>The OSI Model Mnemonic</vt:lpstr>
      <vt:lpstr>Layer 1 – Physical</vt:lpstr>
      <vt:lpstr>Layer 2 – Data Link</vt:lpstr>
      <vt:lpstr>Layer 3 – Network</vt:lpstr>
      <vt:lpstr>Layer 4 - Transport</vt:lpstr>
      <vt:lpstr>Layer 4 – Transport</vt:lpstr>
      <vt:lpstr>Layer 5 - Session</vt:lpstr>
      <vt:lpstr>Layer 6 - Presentation</vt:lpstr>
      <vt:lpstr>Layer 7 - Application </vt:lpstr>
      <vt:lpstr>The OSI Model Packet Flow</vt:lpstr>
      <vt:lpstr>Activity: Unscramble the OSI Model</vt:lpstr>
      <vt:lpstr>Activity: Unscramble the OSI Model</vt:lpstr>
      <vt:lpstr>Lesson 1.3</vt:lpstr>
      <vt:lpstr>Think About It</vt:lpstr>
      <vt:lpstr>SOHO Router – Physical Layer</vt:lpstr>
      <vt:lpstr>SOHO Router – Data Link Layer</vt:lpstr>
      <vt:lpstr>SOHO Router – Network Layer</vt:lpstr>
      <vt:lpstr>SOHO Router – Transport and Application</vt:lpstr>
      <vt:lpstr>SOHO Router – The Internet</vt:lpstr>
      <vt:lpstr>The Decimal System – Base 10 </vt:lpstr>
      <vt:lpstr>The Binary System – Base 2</vt:lpstr>
      <vt:lpstr>Binary Conversion </vt:lpstr>
      <vt:lpstr>Activity: Binary Conversion </vt:lpstr>
      <vt:lpstr>Activity: Binary Conversion </vt:lpstr>
      <vt:lpstr>Lesson 1.4</vt:lpstr>
      <vt:lpstr>Discussion: Think About It</vt:lpstr>
      <vt:lpstr>Troubleshooting Methodology </vt:lpstr>
      <vt:lpstr>Identify the Problem</vt:lpstr>
      <vt:lpstr>Identify the Problem</vt:lpstr>
      <vt:lpstr>Establish a Theory of Probable Cause</vt:lpstr>
      <vt:lpstr>Test the Theory to Determine the Cause</vt:lpstr>
      <vt:lpstr>Implement, Verify, and Document</vt:lpstr>
      <vt:lpstr>Activity: Troubleshooting</vt:lpstr>
      <vt:lpstr>Summary</vt:lpstr>
      <vt:lpstr>Main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Title]</dc:title>
  <dc:creator>Yvette Delim</dc:creator>
  <cp:lastModifiedBy>Marcum, Jacob</cp:lastModifiedBy>
  <cp:revision>3</cp:revision>
  <dcterms:created xsi:type="dcterms:W3CDTF">2024-03-17T18:19:12Z</dcterms:created>
  <dcterms:modified xsi:type="dcterms:W3CDTF">2025-08-17T22:23:52Z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D6A8BB74-FDA3-4F31-8A5E-9504386C028A</vt:lpwstr>
  </property>
  <property fmtid="{D5CDD505-2E9C-101B-9397-08002B2CF9AE}" pid="5" name="ArticulatePath">
    <vt:lpwstr>https://comptia365.sharepoint.com/sites/content-team/Shared Documents/Learning Solutions Team/Training and Instruction/Learning Product PowerPoints/Network+ N10-009/Detailed PPTs/Finalized/Network+_N10-009_M01_ExplainingNetworkTopologies_detailed</vt:lpwstr>
  </property>
</Properties>
</file>